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59" r:id="rId9"/>
    <p:sldId id="265" r:id="rId10"/>
    <p:sldId id="266" r:id="rId11"/>
    <p:sldId id="268" r:id="rId12"/>
    <p:sldId id="267" r:id="rId13"/>
    <p:sldId id="258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1138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7:11.0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3872 978 7684 0 0,'-15'10'202'0'0,"0"-2"1"0"0,-1 0 0 0 0,-25 10 0 0 0,-15 5 226 0 0,-107 54 665 0 0,-179 70 360 0 0,-471 191 880 0 0,23-19-720 0 0,258-121-1027 0 0,163-81-507 0 0,240-79-73 0 0,-208 34 0 0 0,307-68 13 0 0,0-1 0 0 0,-1-1 0 0 0,-37-4 0 0 0,59 2-7 0 0,0-2 0 0 0,1 1 0 0 0,-1-1-1 0 0,-12-5 1 0 0,19 6-8 0 0,-1 0-1 0 0,1 0 1 0 0,-1 0-1 0 0,1-1 1 0 0,0 1-1 0 0,-1-1 1 0 0,1 0 0 0 0,0 1-1 0 0,0-1 1 0 0,0 0-1 0 0,0 0 1 0 0,1-1-1 0 0,-3-1 1 0 0,3 1-2 0 0,0 1 1 0 0,0 0 0 0 0,0-1 0 0 0,1 1-1 0 0,-1-1 1 0 0,1 1 0 0 0,-1-1-1 0 0,1 1 1 0 0,0-1 0 0 0,0 1 0 0 0,0-1-1 0 0,0 1 1 0 0,0-1 0 0 0,1-4 0 0 0,1-1 3 0 0,1 0 0 0 0,0 0 0 0 0,0 0 0 0 0,0 0 0 0 0,8-12 1 0 0,9-10 12 0 0,0 1 0 0 0,2 1 0 0 0,51-49 0 0 0,187-142 46 0 0,110-42-52 0 0,99-23-14 0 0,1108-507-80 0 0,-876 522 78 0 0,-468 197-37 0 0,249-43 0 0 0,-379 97-8 0 0,165-7 0 0 0,-216 24 0 0 0,0 3 1 0 0,0 1-1 0 0,82 18 0 0 0,-112-16-1 0 0,1 0 0 0 0,-1 2-1 0 0,-1 0 1 0 0,0 2 0 0 0,0 0-1 0 0,0 1 1 0 0,27 19 0 0 0,-42-24 20 0 0,0 0 1 0 0,-1 0-1 0 0,1 0 1 0 0,-1 1 0 0 0,-1-1-1 0 0,1 1 1 0 0,-1 1 0 0 0,0-1-1 0 0,0 0 1 0 0,-1 1 0 0 0,1 0-1 0 0,-2 0 1 0 0,1 0 0 0 0,-1 0-1 0 0,0 0 1 0 0,0 1 0 0 0,-1-1-1 0 0,1 12 1 0 0,-2-6 1 0 0,-1 0 1 0 0,0 0-1 0 0,-1 0 1 0 0,-1 0-1 0 0,0-1 1 0 0,0 1-1 0 0,-1-1 1 0 0,-1 0-1 0 0,0 0 1 0 0,-7 12-1 0 0,-8 9 26 0 0,-2 0 0 0 0,-1-2 0 0 0,-2 0 0 0 0,-36 34 0 0 0,-178 149 254 0 0,-383 230 211 0 0,438-334-331 0 0,-315 138 0 0 0,214-143-67 0 0,228-89-61 0 0,-103 16 1 0 0,135-29-5 0 0,0 0 0 0 0,-1-3 0 0 0,1 0 0 0 0,0-1 0 0 0,-1-1 0 0 0,-25-7 0 0 0,42 7 5 0 0,1 0 1 0 0,-1 0-1 0 0,1-1 1 0 0,0 0-1 0 0,0-1 1 0 0,0 0 0 0 0,0 0-1 0 0,1 0 1 0 0,0-1-1 0 0,0 0 1 0 0,0-1-1 0 0,1 0 1 0 0,-1 0 0 0 0,1 0-1 0 0,1-1 1 0 0,-1 1-1 0 0,1-1 1 0 0,0-1-1 0 0,1 1 1 0 0,0-1 0 0 0,0 0-1 0 0,0 0 1 0 0,1 0-1 0 0,0 0 1 0 0,1-1-1 0 0,0 1 1 0 0,0-1-1 0 0,1 1 1 0 0,-1-10 0 0 0,2-4 6 0 0,0 0 1 0 0,1 0-1 0 0,2 0 1 0 0,0 0-1 0 0,1 0 1 0 0,1 0-1 0 0,1 1 1 0 0,1 0-1 0 0,1 0 1 0 0,12-22 0 0 0,-1 7 4 0 0,2 2 1 0 0,2 0 0 0 0,1 2 0 0 0,1 0 0 0 0,31-29 0 0 0,-3 10 0 0 0,108-81 1 0 0,-117 101-32 0 0,1 2 0 0 0,70-34 0 0 0,-81 47-39 0 0,2 2 1 0 0,0 2-1 0 0,0 1 1 0 0,45-6-1 0 0,-64 14-64 0 0,1 0-1 0 0,0 2 0 0 0,0 0 1 0 0,30 3-1 0 0,-45-2 44 0 0,0 1 0 0 0,0-1 0 0 0,0 1 0 0 0,0 0 0 0 0,0 0 0 0 0,0 0 0 0 0,-1 0 0 0 0,1 0 0 0 0,0 1 0 0 0,3 2 1 0 0,-5-4 11 0 0,-1 1 0 0 0,1 0 1 0 0,0 0-1 0 0,-1-1 0 0 0,1 1 1 0 0,-1 0-1 0 0,1 0 0 0 0,-1 0 1 0 0,1-1-1 0 0,-1 1 0 0 0,0 0 1 0 0,1 0-1 0 0,-1 0 0 0 0,0 0 1 0 0,0 0-1 0 0,0 0 0 0 0,0 0 1 0 0,0 0-1 0 0,0 0 1 0 0,0 0-1 0 0,0 0 0 0 0,0 0 1 0 0,0 0-1 0 0,0 0 0 0 0,0 0 1 0 0,-1-1-1 0 0,1 1 0 0 0,-1 2 1 0 0,-8 11-1067 0 0,-1 1 0 0 0,-1-1 0 0 0,0-1 0 0 0,-1 0 0 0 0,-15 12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8:28.7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1393 80 0 0,'-1'-2'1289'0'0,"1"2"-1188"0"0,0 0 0 0 0,-1-1 0 0 0,1 1-1 0 0,0 0 1 0 0,0 0 0 0 0,0 0 0 0 0,0-1 0 0 0,0 1 0 0 0,-1 0-1 0 0,1 0 1 0 0,0 0 0 0 0,0-1 0 0 0,0 1 0 0 0,0 0-1 0 0,0 0 1 0 0,0-1 0 0 0,0 1 0 0 0,0 0 0 0 0,0 0-1 0 0,0-1 1 0 0,0 1 0 0 0,0 0 0 0 0,0 0 0 0 0,0-1-1 0 0,0 1 1 0 0,0 0 0 0 0,0 0 0 0 0,0-1 0 0 0,0 1-1 0 0,0 0 1 0 0,1 0 0 0 0,-1 0 0 0 0,0-1 0 0 0,0 1-1 0 0,2-1 327 0 0,0 0 0 0 0,1 0-1 0 0,-1 0 1 0 0,0 0 0 0 0,0 0 0 0 0,0 1-1 0 0,1-1 1 0 0,-1 1 0 0 0,0 0-1 0 0,5 0 1 0 0,12-2-422 0 0,0-1-1 0 0,27-7 0 0 0,-28 9 10 0 0,20-2 21 0 0,-34 4-14 0 0,29 12-11 0 0,18 4 22 0 0,2-3-1 0 0,83 11 0 0 0,-87-18 42 0 0,66-2 1 0 0,-102-4-60 0 0,0 1 0 0 0,-1 0 1 0 0,1 1-1 0 0,-1 0 0 0 0,17 7 1 0 0,-12-4-17 0 0,1-1 1 0 0,0 0-1 0 0,20 2 1 0 0,41 10-66 0 0,-26 6 54 0 0,-20-11-36 0 0,-28-9 46 0 0,1 0 0 0 0,0-1 0 0 0,0 0 0 0 0,0 0 0 0 0,12 2 0 0 0,-2-3 21 0 0,-1 2 1 0 0,1 0-1 0 0,18 7 1 0 0,-10-3-24 0 0,0 0 0 0 0,1-2-1 0 0,34 3 1 0 0,-51-8-20 0 0,47 4-18 0 0,-51-4 43 0 0,0 0 0 0 0,0 0 0 0 0,1-1 0 0 0,-1 1 1 0 0,0-1-1 0 0,0 0 0 0 0,0 0 0 0 0,1 0 0 0 0,5-4 0 0 0,0 1 11 0 0,0 0-1 0 0,0 0 1 0 0,0 1-1 0 0,0 0 0 0 0,0 1 1 0 0,1 0-1 0 0,16 0 1 0 0,26-6 52 0 0,-41 5-61 0 0,1 2 0 0 0,0 0 0 0 0,0 0 0 0 0,0 1-1 0 0,0 1 1 0 0,0 0 0 0 0,18 4 0 0 0,86 28-5 0 0,-67-17 5 0 0,-8 3-2 0 0,-37-15 0 0 0,1-1 0 0 0,0-1 0 0 0,0 1 0 0 0,0-1 0 0 0,0 0 0 0 0,6 2 0 0 0,27 3 0 0 0,0-2 0 0 0,0-2 0 0 0,0-1 0 0 0,70-6 0 0 0,156-36 0 0 0,-53 5 0 0 0,-142 27 4 0 0,1 3 0 0 0,125 8 1 0 0,-183-1 31 0 0,1 1 0 0 0,23 8 0 0 0,5 1 69 0 0,-16-5-43 0 0,-18-5-52 0 0,-1 0-1 0 0,0 0 1 0 0,0-1 0 0 0,1 0-1 0 0,-1 0 1 0 0,1 0-1 0 0,-1-1 1 0 0,1 0 0 0 0,-1-1-1 0 0,1 0 1 0 0,-1 0-1 0 0,12-3 1 0 0,17-8 63 0 0,65-31 1 0 0,-4 8-61 0 0,-21-4 54 0 0,-69 36-67 0 0,1-1 0 0 0,-1 0-1 0 0,0 0 1 0 0,-1-1 0 0 0,12-9 0 0 0,18-14 14 0 0,88-50 53 0 0,-17 12 13 0 0,-107 66-80 0 0,0-1 0 0 0,1 1 0 0 0,-1 0 0 0 0,0 0 0 0 0,1-1 0 0 0,-1 1 0 0 0,0 0 0 0 0,1 0 0 0 0,-1-1 0 0 0,0 1 0 0 0,0 0 0 0 0,1-1 0 0 0,-1 1 0 0 0,0 0 0 0 0,0-1 0 0 0,0 1 0 0 0,0-1 0 0 0,1 1 0 0 0,-1 0 0 0 0,0-1 0 0 0,0 1 0 0 0,0-1 0 0 0,0 1 0 0 0,0 0 0 0 0,0-1 0 0 0,4-9 0 0 0,2 2 0 0 0,19-17 0 0 0,-5 12 11 0 0,-10 7 3 0 0,1-1 0 0 0,-1 0 0 0 0,10-9 0 0 0,109-98 79 0 0,-129 113-92 0 0,1 0-1 0 0,0 0 1 0 0,-1 0 0 0 0,1 0-1 0 0,-1 0 1 0 0,1 0 0 0 0,-1 0-1 0 0,1 0 1 0 0,-1 0 0 0 0,0-1-1 0 0,0 1 1 0 0,0 0 0 0 0,1 0 0 0 0,-1 0-1 0 0,0-1 1 0 0,-1 1 0 0 0,1 0-1 0 0,0 0 1 0 0,0 0 0 0 0,-1-2-1 0 0,1 2 3 0 0,0-1 1 0 0,-1 1-1 0 0,1 0 0 0 0,0 0 0 0 0,0 0 0 0 0,0-1 0 0 0,0 1 0 0 0,0 0 0 0 0,0 0 1 0 0,0 0-1 0 0,0 0 0 0 0,1-1 0 0 0,-1 1 0 0 0,0 0 0 0 0,1 0 0 0 0,-1 0 1 0 0,1 0-1 0 0,-1 0 0 0 0,1 0 0 0 0,1-2 0 0 0,4-2 3 0 0,-4 4-3 0 0,-1 0 0 0 0,0 0 0 0 0,1 0-1 0 0,-1-1 1 0 0,0 1 0 0 0,0 0 0 0 0,0 0 0 0 0,0-1 0 0 0,0 1 0 0 0,-1-1-1 0 0,1 1 1 0 0,0-1 0 0 0,-1 1 0 0 0,1-1 0 0 0,-1 1 0 0 0,1-1-1 0 0,-1 1 1 0 0,0-1 0 0 0,1 0 0 0 0,-1 1 0 0 0,0-1 0 0 0,0 0 0 0 0,0 1-1 0 0,-1-1 1 0 0,1-2 0 0 0,-1-13-3 0 0,0 12 0 0 0,0-1 0 0 0,1 1 0 0 0,0 0 0 0 0,0-1 0 0 0,0 1 0 0 0,1 0 0 0 0,0-1 0 0 0,0 1 0 0 0,2-8 0 0 0,4 6-10 0 0,-6 6 7 0 0,0 1 1 0 0,-1-1-1 0 0,1 0 1 0 0,0 0-1 0 0,0 1 1 0 0,0-1-1 0 0,-1 0 0 0 0,1 0 1 0 0,-1 0-1 0 0,1 0 1 0 0,0 0-1 0 0,-1 0 1 0 0,0 0-1 0 0,1 0 0 0 0,-1 0 1 0 0,0 0-1 0 0,1 0 1 0 0,-1 0-1 0 0,0-1 1 0 0,0 1-1 0 0,0-2 0 0 0,1 0 2 0 0,-1-1 0 0 0,1 1 0 0 0,0 0 1 0 0,0-1-1 0 0,1 1 0 0 0,-1 0 0 0 0,0 0 0 0 0,1 0 0 0 0,0 0 0 0 0,0 0 0 0 0,0 1 0 0 0,0-1 0 0 0,0 0 0 0 0,4-3 0 0 0,-3 4 1 0 0,-1 0 0 0 0,1-1 0 0 0,-1 0 0 0 0,0 0 0 0 0,0 0 0 0 0,0 0 0 0 0,0 0 1 0 0,0 0-1 0 0,-1 0 0 0 0,1 0 0 0 0,-1-1 0 0 0,0 1 0 0 0,0 0 0 0 0,0-7 0 0 0,-1 9 0 0 0,0 0 0 0 0,1 0 0 0 0,-1 0 0 0 0,0 0 0 0 0,0 0 0 0 0,0 0 0 0 0,1 0 0 0 0,-1 0 0 0 0,0 0 0 0 0,1 0 0 0 0,-1 0-1 0 0,1 0 1 0 0,-1 0 0 0 0,1 0 0 0 0,0 0 0 0 0,-1 0 0 0 0,1 1 0 0 0,0-1 0 0 0,0 0 0 0 0,-1 0 0 0 0,1 1 0 0 0,0-1 0 0 0,0 0 0 0 0,1 0 0 0 0,-1 1 0 0 0,0-1 1 0 0,0 1 0 0 0,0-1-1 0 0,-1 0 1 0 0,1 1-1 0 0,0-1 1 0 0,0 0 0 0 0,-1 0-1 0 0,1 1 1 0 0,0-1-1 0 0,-1 0 1 0 0,1 0-1 0 0,-1 0 1 0 0,1 0 0 0 0,-1 0-1 0 0,1 0 1 0 0,-1 0-1 0 0,0 0 1 0 0,0 0-1 0 0,1 0 1 0 0,-1 0 0 0 0,0 0-1 0 0,0 0 1 0 0,0-1-1 0 0,1-12 37 0 0,-1 10-35 0 0,1 1-1 0 0,-1-1 0 0 0,0 0 1 0 0,0 1-1 0 0,0-1 0 0 0,0 0 1 0 0,-1 1-1 0 0,0-1 1 0 0,1 1-1 0 0,-1-1 0 0 0,-2-3 1 0 0,-24-46 78 0 0,24 46-83 0 0,-1 0 0 0 0,0 0-1 0 0,-1 1 1 0 0,-8-10 0 0 0,8 10-3 0 0,0 0-1 0 0,1 0 1 0 0,-1 0 0 0 0,1-1-1 0 0,1 0 1 0 0,-1 1-1 0 0,-4-14 1 0 0,7 15 2 0 0,0 0 0 0 0,0 0 0 0 0,-1 0 0 0 0,0 0 0 0 0,0 0 1 0 0,0 0-1 0 0,-1 1 0 0 0,1-1 0 0 0,-1 1 0 0 0,0-1 0 0 0,-1 1 0 0 0,1 0 0 0 0,-1 0 0 0 0,1 1 0 0 0,-1-1 0 0 0,-8-5 0 0 0,-11-12-8 0 0,19 17 8 0 0,0 0 0 0 0,-1 0 0 0 0,1 0 0 0 0,-1 1 0 0 0,0-1 0 0 0,-7-3 0 0 0,-15-6-34 0 0,-182-81-124 0 0,0-1 282 0 0,176 85-144 0 0,-1 1 0 0 0,0 1 0 0 0,-1 2 0 0 0,-42-2 0 0 0,25 3 11 0 0,-77-17 93 0 0,-13 3-160 0 0,-244-1 0 0 0,345 23 83 0 0,0-3-1 0 0,0-1 1 0 0,1-2 0 0 0,-46-9-1 0 0,44 7-22 0 0,1 1 0 0 0,-49 3 0 0 0,81 1 0 0 0,-88 0 20 0 0,95 0 13 0 0,0 0 0 0 0,1 0 0 0 0,-1 0-1 0 0,0 0 1 0 0,1 0 0 0 0,-1-1 0 0 0,0 1-1 0 0,1-1 1 0 0,-1 1 0 0 0,1-1 0 0 0,-1 0-1 0 0,-2-1 1 0 0,-8-3 35 0 0,-7 0-27 0 0,1 1 0 0 0,-1 1 1 0 0,0 0-1 0 0,-35 1 0 0 0,-71 11 36 0 0,-123 4 113 0 0,193-18-226 0 0,46 4 36 0 0,1-1 1 0 0,-1 2-1 0 0,0-1 1 0 0,0 1-1 0 0,-16 3 1 0 0,16-2-35 0 0,-13-1 28 0 0,-58 12-121 0 0,78-11 145 0 0,-1-1 0 0 0,1 1 0 0 0,0-1 0 0 0,-1 1-1 0 0,1 0 1 0 0,0 0 0 0 0,-1 0 0 0 0,1 0 0 0 0,0 0 0 0 0,0 1 0 0 0,-3 1 0 0 0,-18 10-53 0 0,12-10 44 0 0,0 0 1 0 0,0-1-1 0 0,0 0 0 0 0,0-1 1 0 0,-1 0-1 0 0,1-1 0 0 0,0 0 1 0 0,-1-1-1 0 0,1 0 0 0 0,0-1 1 0 0,0 0-1 0 0,0-1 0 0 0,0 0 1 0 0,-15-7-1 0 0,21 4 11 0 0,5 1 13 0 0,-4 4 41 0 0,-6 1-53 0 0,-1 0 1 0 0,1 1 0 0 0,0 0 0 0 0,0 1 0 0 0,0-1 0 0 0,-14 6 0 0 0,17-5-15 0 0,-1 1-1 0 0,1-2 1 0 0,0 1 0 0 0,-12 0-1 0 0,-73 8 63 0 0,37-3-47 0 0,-78 0 1 0 0,125-6-57 0 0,-144 30-26 0 0,144-25 147 0 0,-41-4-67 0 0,-31 19 0 0 0,50-9 0 0 0,6 0 0 0 0,18-9 3 0 0,0 0 0 0 0,0 0 1 0 0,1 1-1 0 0,-1 0 0 0 0,1 0 0 0 0,-9 9 0 0 0,-18 12-25 0 0,6-9 32 0 0,19-13-4 0 0,-1 2 0 0 0,1-1 1 0 0,0 1-1 0 0,0 0 0 0 0,0 0 1 0 0,1 1-1 0 0,0 0 0 0 0,-10 12 1 0 0,15-17-9 0 0,0 0 1 0 0,1 0-1 0 0,-1 0 1 0 0,1 0 0 0 0,0 0-1 0 0,-1 1 1 0 0,1-1-1 0 0,0 0 1 0 0,0 0 0 0 0,-1 0-1 0 0,1 0 1 0 0,0 0-1 0 0,0 1 1 0 0,0-1 0 0 0,0 0-1 0 0,1 0 1 0 0,-1 2-1 0 0,1-2 4 0 0,-1 0 0 0 0,0-1-1 0 0,0 1 1 0 0,0 0-1 0 0,0 0 1 0 0,0 0 0 0 0,0 0-1 0 0,0 0 1 0 0,0 0-1 0 0,0-1 1 0 0,0 1 0 0 0,0 0-1 0 0,0 0 1 0 0,-1 0-1 0 0,1 0 1 0 0,0-1 0 0 0,-1 1-1 0 0,1 0 1 0 0,-1 0-1 0 0,1-1 1 0 0,-1 1 0 0 0,1 0-1 0 0,-1 0 1 0 0,-7 6 1 0 0,7-6-9 0 0,0 0 0 0 0,0 0 1 0 0,-1 0-1 0 0,1 0 0 0 0,0 0 1 0 0,0 0-1 0 0,0 0 0 0 0,1 1 1 0 0,-1-1-1 0 0,0 0 0 0 0,0 1 1 0 0,1-1-1 0 0,-1 1 0 0 0,1-1 1 0 0,-1 1-1 0 0,1-1 0 0 0,0 1 1 0 0,-1-1-1 0 0,1 1 0 0 0,0-1 1 0 0,0 1-1 0 0,0-1 0 0 0,0 3 0 0 0,1 10 37 0 0,0-10-30 0 0,-1 0 0 0 0,1 0 0 0 0,-1 0-1 0 0,0 1 1 0 0,0-1 0 0 0,-1 0 0 0 0,1 0-1 0 0,-1 0 1 0 0,0 0 0 0 0,0 0 0 0 0,-2 6-1 0 0,-6-2-28 0 0,8-7 29 0 0,0 0 1 0 0,0 0-1 0 0,0-1 0 0 0,0 1 0 0 0,0 0 0 0 0,0 0 0 0 0,0 0 1 0 0,1 0-1 0 0,-1 0 0 0 0,0 0 0 0 0,1 0 0 0 0,-1 0 1 0 0,1 0-1 0 0,-1 0 0 0 0,1 1 0 0 0,-1-1 0 0 0,1 0 0 0 0,0 0 1 0 0,0 0-1 0 0,0 1 0 0 0,0-1 0 0 0,-1 0 0 0 0,2 2 1 0 0,-1 8 18 0 0,1-8-20 0 0,-1 0-1 0 0,1 0 1 0 0,-1 0-1 0 0,0 0 1 0 0,0-1-1 0 0,0 1 1 0 0,0 0-1 0 0,-1 0 1 0 0,1 0-1 0 0,-1 0 0 0 0,0 0 1 0 0,1 0-1 0 0,-4 4 1 0 0,-3-1 0 0 0,6-5 0 0 0,0 0 0 0 0,0 0 0 0 0,0-1 0 0 0,0 1 0 0 0,0 0 0 0 0,0 0 0 0 0,0 1 0 0 0,0-1 0 0 0,0 0 0 0 0,0 0 0 0 0,1 0 0 0 0,-1 1 0 0 0,0-1 0 0 0,1 0 0 0 0,-1 0 0 0 0,1 1 0 0 0,0-1 0 0 0,-1 1 0 0 0,1-1 0 0 0,0 0 0 0 0,0 1 0 0 0,0-1 0 0 0,0 1 0 0 0,0 2 0 0 0,0-4 0 0 0,0 1 0 0 0,0-1 0 0 0,0 1 0 0 0,1 0 0 0 0,-1-1 0 0 0,0 1 0 0 0,0-1 0 0 0,0 1 0 0 0,1 0 0 0 0,-1-1 0 0 0,0 1 0 0 0,1-1 0 0 0,-1 1 0 0 0,0-1 0 0 0,1 1 0 0 0,-1-1 0 0 0,1 0 0 0 0,-1 1 0 0 0,1-1 0 0 0,-1 0 0 0 0,1 1 0 0 0,-1-1 0 0 0,1 0 0 0 0,-1 1 0 0 0,1-1 0 0 0,0 0 0 0 0,-1 0 0 0 0,1 0 0 0 0,-1 1 0 0 0,2-1 0 0 0,-2 0 0 0 0,1 0 0 0 0,0 0 0 0 0,-1 0 0 0 0,1 1 0 0 0,0-1 0 0 0,-1 0 0 0 0,1 0 0 0 0,0 1 0 0 0,-1-1 0 0 0,1 0 0 0 0,-1 1 0 0 0,1-1 0 0 0,-1 1 0 0 0,1-1 0 0 0,-1 1 0 0 0,1-1 0 0 0,-1 1 0 0 0,1-1 0 0 0,-1 1 0 0 0,0-1 0 0 0,1 1 0 0 0,-1 0 0 0 0,0-1 0 0 0,1 1 0 0 0,-1 0 0 0 0,0-1 0 0 0,0 1 0 0 0,0 0 0 0 0,1-1 0 0 0,-1 2 0 0 0,-1 0 0 0 0,1-1 0 0 0,0 1 0 0 0,0-1 0 0 0,0 0 0 0 0,0 1 0 0 0,0-1 0 0 0,0 1 0 0 0,1-1 0 0 0,-1 1 0 0 0,0-1 0 0 0,1 0 0 0 0,-1 1 0 0 0,1-1 0 0 0,-1 0 0 0 0,1 1 0 0 0,0-1 0 0 0,0 0 0 0 0,-1 0 0 0 0,1 0 0 0 0,0 0 0 0 0,0 1 0 0 0,0-1 0 0 0,0 0 0 0 0,0-1 0 0 0,3 3 0 0 0,3 2 0 0 0,-7-4 0 0 0,1 0 0 0 0,-1-1 0 0 0,1 1 0 0 0,-1 0 0 0 0,1 0 0 0 0,-1-1 0 0 0,0 1 0 0 0,0 0 0 0 0,1 0 0 0 0,-1 0 0 0 0,0-1 0 0 0,0 1 0 0 0,0 0 0 0 0,0 0 0 0 0,0 0 0 0 0,0 0 0 0 0,0-1 0 0 0,0 1 0 0 0,0 0 0 0 0,0 1 0 0 0,-1-2 0 0 0,1 1 0 0 0,0 0 0 0 0,0-1 0 0 0,0 1 0 0 0,0-1 0 0 0,0 1 0 0 0,0-1 0 0 0,0 1 0 0 0,0 0 0 0 0,0-1 0 0 0,0 1 0 0 0,0-1 0 0 0,0 1 0 0 0,0 0 0 0 0,0-1 0 0 0,1 1 0 0 0,-1-1 0 0 0,0 1 0 0 0,0-1 0 0 0,1 1 0 0 0,-1-1 0 0 0,0 1 0 0 0,1-1 0 0 0,-1 1 0 0 0,0-1 0 0 0,1 1 0 0 0,-1-1 0 0 0,1 0 0 0 0,0 1 0 0 0,1-1 0 0 0,-2 0 0 0 0,1 0 0 0 0,0 0 0 0 0,0 0 0 0 0,-1 0 0 0 0,1 0 0 0 0,0 0 0 0 0,0 0 0 0 0,0 1 0 0 0,-1-1 0 0 0,1 0 0 0 0,0 0 0 0 0,-1 1 0 0 0,1-1 0 0 0,0 0 0 0 0,0 1 0 0 0,-1-1 0 0 0,1 1 0 0 0,-1-1 0 0 0,1 1 0 0 0,0-1 0 0 0,-1 1 0 0 0,1-1 0 0 0,-1 1 0 0 0,1-1 0 0 0,-1 1 0 0 0,0 0 0 0 0,1-1 0 0 0,-1 1 0 0 0,1 0 0 0 0,-1-1 0 0 0,0 1 0 0 0,0 0 0 0 0,1 0 0 0 0,-1-1 0 0 0,0 1 0 0 0,0 1 0 0 0,1-1 0 0 0,-1 0 0 0 0,1 0 0 0 0,0 0 0 0 0,-1 0 0 0 0,1-1 0 0 0,0 1 0 0 0,0 0 0 0 0,0 0 0 0 0,-1-1 0 0 0,1 1 0 0 0,0 0 0 0 0,0-1 0 0 0,0 1 0 0 0,0-1 0 0 0,0 1 0 0 0,2-1 0 0 0,7 6 0 0 0,-4-4 0 0 0,-6-1 0 0 0,1-1 0 0 0,0 0 0 0 0,0 0 0 0 0,0 1 0 0 0,0-1 0 0 0,-1 0 0 0 0,1 1 0 0 0,0-1 0 0 0,-1 1 0 0 0,1-1 0 0 0,0 1 0 0 0,-1-1 0 0 0,1 1 0 0 0,0-1 0 0 0,-1 1 0 0 0,1 0 0 0 0,-1-1 0 0 0,1 1 0 0 0,-1 0 0 0 0,1 0 0 0 0,-1-1 0 0 0,0 1 0 0 0,1 0 0 0 0,-1 0 0 0 0,0-1 0 0 0,0 1 0 0 0,1 0 0 0 0,-1 0 0 0 0,0 0 0 0 0,0 1 0 0 0,0-1 0 0 0,0-1 0 0 0,0 1 0 0 0,0-1 0 0 0,0 1 0 0 0,0-1 0 0 0,1 1 0 0 0,-1 0 0 0 0,0-1 0 0 0,0 1 0 0 0,0-1 0 0 0,1 0 0 0 0,-1 1 0 0 0,0-1 0 0 0,0 1 0 0 0,1-1 0 0 0,-1 1 0 0 0,1-1 0 0 0,-1 0 0 0 0,0 1 0 0 0,1-1 0 0 0,-1 0 0 0 0,1 1 0 0 0,-1-1 0 0 0,1 0 0 0 0,-1 1 0 0 0,1-1 0 0 0,-1 0 0 0 0,1 0 0 0 0,-1 0 0 0 0,1 0 0 0 0,-1 1 0 0 0,1-1 0 0 0,-1 0 0 0 0,1 0 0 0 0,0 0 0 0 0,-1 0 0 0 0,1 0 0 0 0,0 0 0 0 0,-1 0 0 0 0,1 0 0 0 0,-1 0 0 0 0,1 0 0 0 0,0 0 0 0 0,-1 1 0 0 0,1-1 0 0 0,-1 0 0 0 0,1 0 0 0 0,-1 1 0 0 0,1-1 0 0 0,-1 0 0 0 0,1 1 0 0 0,-1-1 0 0 0,1 1 0 0 0,-1-1 0 0 0,0 0 0 0 0,1 1 0 0 0,-1-1 0 0 0,0 1 0 0 0,1-1 0 0 0,-1 1 0 0 0,0-1 0 0 0,1 1 0 0 0,-1-1 0 0 0,0 1 0 0 0,0-1 0 0 0,0 1 0 0 0,0 0 0 0 0,1-1 0 0 0,-1 1 0 0 0,0-1 0 0 0,0 2 0 0 0,0-1 0 0 0,0-1 0 0 0,0 1 0 0 0,0 0 0 0 0,0 0 0 0 0,0 0 0 0 0,0-1 0 0 0,0 1 0 0 0,1 0 1 0 0,-1 0-1 0 0,0-1 0 0 0,1 1 0 0 0,-1 0 0 0 0,0-1 0 0 0,1 1 0 0 0,-1 0 0 0 0,1-1 0 0 0,-1 1 0 0 0,1-1 0 0 0,-1 1 0 0 0,1 0 0 0 0,0-1 1 0 0,-1 1-1 0 0,1-1 0 0 0,-1 0 0 0 0,1 1 0 0 0,0-1 0 0 0,0 0 0 0 0,0 1 0 0 0,0-1 3 0 0,0 1-1 0 0,0-1 1 0 0,0 1 0 0 0,-1-1-1 0 0,1 1 1 0 0,0-1 0 0 0,0 1 0 0 0,-1-1-1 0 0,1 1 1 0 0,0 0 0 0 0,-1 0-1 0 0,1-1 1 0 0,0 1 0 0 0,-1 0-1 0 0,1 0 1 0 0,-1 0 0 0 0,0-1-1 0 0,1 1 1 0 0,-1 0 0 0 0,0 0-1 0 0,1 0 1 0 0,-1 0 0 0 0,0 0-1 0 0,0 0 1 0 0,0 0 0 0 0,0 0 0 0 0,0 0-1 0 0,0 1 1 0 0,0 5-4 0 0,-1-5-3 0 0,1 0 0 0 0,0 0 0 0 0,0 0 0 0 0,-1 0 0 0 0,1 0 0 0 0,1 1-1 0 0,-1-1 1 0 0,0 0 0 0 0,0 0 0 0 0,1 0 0 0 0,-1 0 0 0 0,1 0 0 0 0,0 0-1 0 0,-1 0 1 0 0,3 2 0 0 0,5 1-6 0 0,-7-5 10 0 0,0 0-1 0 0,-1 1 1 0 0,1-1 0 0 0,0 0 0 0 0,0 1 0 0 0,0-1 0 0 0,-1 1 0 0 0,1-1 0 0 0,0 1 0 0 0,-1 0 0 0 0,1-1 0 0 0,0 1 0 0 0,-1 0-1 0 0,1-1 1 0 0,-1 1 0 0 0,1 0 0 0 0,-1 0 0 0 0,1-1 0 0 0,-1 1 0 0 0,0 0 0 0 0,1 0 0 0 0,-1 0 0 0 0,0 0 0 0 0,0 0 0 0 0,0 0-1 0 0,0-1 1 0 0,1 1 0 0 0,-1 0 0 0 0,0 0 0 0 0,-1 0 0 0 0,1 0 0 0 0,0 1 0 0 0,0-1 0 0 0,0-1 0 0 0,0 1 0 0 0,0-1 0 0 0,0 1 0 0 0,-1 0 0 0 0,1-1 0 0 0,0 1 0 0 0,0-1 0 0 0,0 1 0 0 0,-1-1 0 0 0,1 1 0 0 0,0-1 0 0 0,-1 1 0 0 0,1-1 0 0 0,0 1 0 0 0,-1-1 0 0 0,1 0 0 0 0,0 1 0 0 0,-1-1 0 0 0,1 1 0 0 0,-1-1 0 0 0,1 0 0 0 0,-1 0 0 0 0,1 1 0 0 0,-1-1 0 0 0,1 0 0 0 0,-1 0 0 0 0,1 1 0 0 0,-1-1 0 0 0,0 0 0 0 0,1 0 0 0 0,-2 0 0 0 0,2 0 0 0 0,-1 0 0 0 0,0 0 0 0 0,1 1 0 0 0,-1-1 0 0 0,1 0 0 0 0,-1 0 0 0 0,0 0 0 0 0,1 1 0 0 0,-1-1 0 0 0,1 0 0 0 0,-1 1 0 0 0,0-1 0 0 0,1 0 0 0 0,-1 1 0 0 0,1-1 0 0 0,-1 1 0 0 0,1-1 0 0 0,0 1 0 0 0,-1-1 0 0 0,1 1 0 0 0,-1-1 0 0 0,1 1 0 0 0,0 0 0 0 0,0-1 0 0 0,-1 1 0 0 0,1-1 0 0 0,0 1 0 0 0,0 0 0 0 0,0-1 0 0 0,-1 1 0 0 0,1 0 0 0 0,0-1 0 0 0,0 2 0 0 0,0-1 0 0 0,0 1 0 0 0,0 0 0 0 0,0 0 0 0 0,0-1 0 0 0,0 1 0 0 0,0 0 0 0 0,0 0 0 0 0,0-1 0 0 0,1 1 0 0 0,-1 0 0 0 0,1-1 0 0 0,-1 1 0 0 0,1 0 0 0 0,0-1 0 0 0,-1 1 0 0 0,1-1 0 0 0,0 1 0 0 0,0-1 0 0 0,0 0 0 0 0,0 1 0 0 0,0-1 0 0 0,1 0 0 0 0,-1 1 0 0 0,0-1 0 0 0,3 1 0 0 0,1 2 0 0 0,-5-4 0 0 0,0 1 0 0 0,1-1 0 0 0,-1 1 0 0 0,1-1 0 0 0,-1 1 0 0 0,0-1 0 0 0,1 1 0 0 0,-1-1 0 0 0,0 1 0 0 0,0-1 0 0 0,1 1 0 0 0,-1-1 0 0 0,0 1 0 0 0,0 0 0 0 0,0-1 0 0 0,0 1 0 0 0,0-1 0 0 0,0 1 0 0 0,0 0 0 0 0,0-1 0 0 0,0 1 0 0 0,0-1 0 0 0,0 2 0 0 0,0-1 0 0 0,0-1 0 0 0,0 1 0 0 0,0-1 0 0 0,0 1 0 0 0,0 0 0 0 0,0-1 0 0 0,0 1 0 0 0,0-1 0 0 0,0 1 0 0 0,0-1 0 0 0,0 1 0 0 0,0 0 0 0 0,0-1 0 0 0,1 1 0 0 0,-1-1 0 0 0,0 1 0 0 0,1-1 0 0 0,-1 1 0 0 0,0-1 0 0 0,1 1 0 0 0,-1-1 0 0 0,0 1 0 0 0,1 0 0 0 0,4 3 0 0 0,-3-3 0 0 0,-1 0 0 0 0,0 0 0 0 0,1 0 0 0 0,-1 0 0 0 0,0 0 0 0 0,0 0 0 0 0,0 1 0 0 0,0-1 0 0 0,0 1 0 0 0,0-1 0 0 0,0 1 0 0 0,0-1 0 0 0,-1 1 0 0 0,1-1 0 0 0,0 1 0 0 0,-1-1 0 0 0,1 1 0 0 0,-1 0 0 0 0,0 0 0 0 0,0-1 0 0 0,0 1 0 0 0,1 0 0 0 0,-1-1 0 0 0,-1 1 0 0 0,1 3 0 0 0,0 57 0 0 0,0-62 0 0 0,0 1 0 0 0,0 0 0 0 0,0-1 0 0 0,0 1 0 0 0,0 0 0 0 0,0-1 0 0 0,0 1 0 0 0,1 0 0 0 0,-1-1 0 0 0,0 1 0 0 0,0-1 0 0 0,1 1 0 0 0,-1 0 0 0 0,0-1 0 0 0,1 1 0 0 0,-1-1 0 0 0,1 1 0 0 0,-1-1 0 0 0,1 1 0 0 0,-1-1 0 0 0,1 0 0 0 0,-1 1 0 0 0,1-1 0 0 0,-1 1 0 0 0,1-1 0 0 0,-1 0 0 0 0,1 0 0 0 0,0 1 0 0 0,0-1 0 0 0,0 0 0 0 0,0 1 0 0 0,0-1 0 0 0,0 1 0 0 0,0-1 0 0 0,-1 0 0 0 0,1 1 0 0 0,0 0 0 0 0,0-1 0 0 0,-1 1 0 0 0,1-1 0 0 0,0 1 0 0 0,-1 0 0 0 0,1 0 0 0 0,0-1 0 0 0,-1 1 0 0 0,1 0 0 0 0,-1 0 0 0 0,0 0 0 0 0,1-1 0 0 0,-1 1 0 0 0,0 0 0 0 0,1 0 0 0 0,-1 0 0 0 0,0 0 0 0 0,0 0 0 0 0,0 0 0 0 0,1 0 0 0 0,-1 0 0 0 0,0 0 0 0 0,-1 1 0 0 0,1 65 0 0 0,0-67 0 0 0,0 0 0 0 0,0 1 0 0 0,0-1-1 0 0,0 1 1 0 0,0-1 0 0 0,0 1 0 0 0,0-1 0 0 0,0 1 0 0 0,0-1 0 0 0,0 1 0 0 0,0-1 0 0 0,0 1 0 0 0,0-1 0 0 0,0 1 0 0 0,0-1-1 0 0,1 0 1 0 0,-1 1 0 0 0,0-1 0 0 0,0 1 0 0 0,0-1 0 0 0,1 1 0 0 0,-1-1 0 0 0,0 0 0 0 0,1 1 0 0 0,-1-1 0 0 0,0 0 0 0 0,1 1-1 0 0,-1-1 1 0 0,0 0 0 0 0,1 0 0 0 0,-1 1 0 0 0,1-1 0 0 0,-1 0 0 0 0,0 0 0 0 0,1 0 0 0 0,-1 1 0 0 0,1-1 0 0 0,-1 0 0 0 0,1 0-1 0 0,-1 0 1 0 0,1 0 0 0 0,0 0 0 0 0,10 5 4 0 0,-10-3 2 0 0,0 0-1 0 0,-1 0 1 0 0,1 0-1 0 0,0 0 1 0 0,-1 0-1 0 0,0 0 1 0 0,1 0-1 0 0,-1 0 1 0 0,0 0-1 0 0,0 1 1 0 0,0 2 0 0 0,0-5-6 0 0,0 1 1 0 0,0 0-1 0 0,0-1 1 0 0,0 1-1 0 0,0 0 1 0 0,-1-1-1 0 0,1 1 1 0 0,0-1-1 0 0,0 1 1 0 0,-1-1-1 0 0,1 1 1 0 0,0 0-1 0 0,-1-1 1 0 0,1 1 0 0 0,0-1-1 0 0,-1 1 1 0 0,1-1-1 0 0,-1 0 1 0 0,1 1-1 0 0,0-1 1 0 0,-1 1-1 0 0,1-1 1 0 0,-1 0-1 0 0,0 1 1 0 0,1-1-1 0 0,-1 0 1 0 0,1 0-1 0 0,-1 1 1 0 0,1-1 0 0 0,-1 0-1 0 0,0 0 1 0 0,0 0-1 0 0,0 0-2 0 0,0 0 0 0 0,1 1 0 0 0,-1-1 0 0 0,1 0-1 0 0,-1 0 1 0 0,0 0 0 0 0,1 0 0 0 0,-1 1 0 0 0,1-1 0 0 0,-1 0-1 0 0,1 1 1 0 0,-1-1 0 0 0,1 0 0 0 0,-1 1 0 0 0,1-1 0 0 0,-1 1 0 0 0,1-1-1 0 0,-1 0 1 0 0,1 1 0 0 0,0-1 0 0 0,-1 1 0 0 0,1-1 0 0 0,0 1 0 0 0,0 0-1 0 0,-1-1 1 0 0,1 1 0 0 0,0-1 0 0 0,0 1 0 0 0,0 0 0 0 0,0-1-1 0 0,-1 1 1 0 0,1 0 0 0 0,0 0 2 0 0,0 0-1 0 0,0 0 1 0 0,0 0-1 0 0,0 0 0 0 0,0 0 1 0 0,-1 0-1 0 0,1-1 1 0 0,0 1-1 0 0,-1 0 1 0 0,1 0-1 0 0,-1 0 1 0 0,1-1-1 0 0,-1 1 0 0 0,1 0 1 0 0,-1-1-1 0 0,1 1 1 0 0,-1 0-1 0 0,0-1 1 0 0,1 1-1 0 0,-1-1 0 0 0,0 1 1 0 0,1-1-1 0 0,-1 1 1 0 0,0-1-1 0 0,-1 1 1 0 0,1 0 0 0 0,0-1 0 0 0,1 0 0 0 0,-1 1 0 0 0,0-1 0 0 0,0 1 0 0 0,1-1 0 0 0,-1 1 0 0 0,0-1 0 0 0,1 1 0 0 0,-1 0 0 0 0,0-1 0 0 0,1 1 0 0 0,-1 0 0 0 0,1-1 0 0 0,-1 1 0 0 0,1 0 0 0 0,0 0 0 0 0,-1-1 1 0 0,1 1-1 0 0,0 0 0 0 0,-1 0 0 0 0,1 0 0 0 0,0 0 0 0 0,0 0 0 0 0,0 1 0 0 0,-1-1 0 0 0,0 1 0 0 0,0-1 0 0 0,0 1 0 0 0,0-1 0 0 0,0 1 0 0 0,0-1 0 0 0,0 0 0 0 0,-1 0 0 0 0,1 1 0 0 0,0-1 0 0 0,-1 0 0 0 0,1 0 0 0 0,-1 0 0 0 0,1-1 0 0 0,-1 1 0 0 0,0 0 0 0 0,1-1 0 0 0,-4 2 0 0 0,-16 10 0 0 0,6 8-28 0 0,13-17 23 0 0,1 0 1 0 0,-2 0-1 0 0,1 0 0 0 0,0 0 0 0 0,-1 0 0 0 0,1-1 0 0 0,-4 3 0 0 0,0-2 23 0 0,5-2-17 0 0,0-1 0 0 0,0 0 0 0 0,0 0 0 0 0,0 1 1 0 0,1-1-1 0 0,-1 1 0 0 0,0-1 0 0 0,0 1 0 0 0,1-1 0 0 0,-1 1 0 0 0,0 0 0 0 0,1-1 0 0 0,-1 1 1 0 0,0 0-1 0 0,1-1 0 0 0,-1 1 0 0 0,1 0 0 0 0,-1 0 0 0 0,1-1 0 0 0,0 1 0 0 0,-1 0 0 0 0,1 0 1 0 0,0 0-1 0 0,-1 0 0 0 0,1-1 0 0 0,0 1 0 0 0,0 0 0 0 0,0 0 0 0 0,0 0 0 0 0,0 0 0 0 0,0 2 0 0 0,0-3-67 0 0,12 1 49 0 0,-1 1 0 0 0,1-1 0 0 0,0 2 0 0 0,15 4 0 0 0,37 8 22 0 0,91 1-5 0 0,-4 1-1308 0 0,-150-16 1125 0 0,0-1-1 0 0,0 0 0 0 0,0 0 0 0 0,0 1 0 0 0,0-1 0 0 0,1 0 0 0 0,-1 0 0 0 0,0 0 0 0 0,0 0 0 0 0,0 0 0 0 0,0 0 0 0 0,0 0 0 0 0,0 0 0 0 0,0 0 0 0 0,0-1 0 0 0,0 1 0 0 0,0 0 0 0 0,0-1 0 0 0,0 1 0 0 0,0-1 0 0 0,0 1 0 0 0,0-1 0 0 0,-1 1 0 0 0,1-1 0 0 0,0 0 1 0 0,0 1-1 0 0,0-1 0 0 0,-1 0 0 0 0,1 0 0 0 0,0 0 0 0 0,-1 1 0 0 0,2-3 0 0 0,-25-2-2763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7:35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1492 0 1441 0 0,'-33'15'2349'0'0,"-59"34"1"0"0,35-17-1687 0 0,-98 63 298 0 0,39-27-788 0 0,-8 3-40 0 0,104-59-102 0 0,1 1-1 0 0,-27 25 1 0 0,-11 7-29 0 0,30-26-24 0 0,0-2-1 0 0,-43 21 1 0 0,-85 35 9 0 0,48-18 93 0 0,-57 35 0 0 0,57-27 0 0 0,92-55-82 0 0,1 2-1 0 0,0 0 1 0 0,0 0 0 0 0,1 1 0 0 0,-14 16-1 0 0,23-13-33 0 0,4-14 37 0 0,0 1 1 0 0,0-1 0 0 0,0 0-1 0 0,0 1 1 0 0,0-1 0 0 0,0 0-1 0 0,0 1 1 0 0,0-1 0 0 0,0 0-1 0 0,-1 1 1 0 0,1-1 0 0 0,0 0-1 0 0,0 0 1 0 0,0 1 0 0 0,0-1-1 0 0,0 0 1 0 0,0 1 0 0 0,-1-1-1 0 0,1 0 1 0 0,0 0 0 0 0,0 1-1 0 0,-1-1 1 0 0,1 0 0 0 0,0 0-1 0 0,0 1 1 0 0,-1-1 0 0 0,1 0-1 0 0,0 0 1 0 0,-1 1 0 0 0,-9 3 47 0 0,16-5-68 0 0,7-1 69 0 0,8-3 17 0 0,24-6-41 0 0,-45 11-24 0 0,0-1 0 0 0,1 1 0 0 0,-1 0 0 0 0,0 0 0 0 0,0 0 0 0 0,1 0 0 0 0,-1 0 0 0 0,0 0 0 0 0,1 0 0 0 0,-1 0 0 0 0,0-1 0 0 0,0 1 0 0 0,1 0 0 0 0,-1 0 0 0 0,0 0 0 0 0,0 0-1 0 0,0-1 1 0 0,1 1 0 0 0,-1 0 0 0 0,0 0 0 0 0,0-1 0 0 0,0 1 0 0 0,0 0 0 0 0,1 0 0 0 0,-1-1 0 0 0,0 1 0 0 0,0 0 0 0 0,0 0 0 0 0,0-1 0 0 0,0 1 0 0 0,0 0 0 0 0,0-1 0 0 0,0 1 0 0 0,0-1 0 0 0,3-3-4 0 0,14-1 15 0 0,-16 5-5 0 0,0-1 0 0 0,-1 0-1 0 0,1 0 1 0 0,0 0 0 0 0,-1 0-1 0 0,1 0 1 0 0,-1 0-1 0 0,0-1 1 0 0,1 1 0 0 0,-1 0-1 0 0,0 0 1 0 0,0 0 0 0 0,0 0-1 0 0,0 0 1 0 0,1 0 0 0 0,-2-1-1 0 0,1 1 1 0 0,0 0 0 0 0,0 0-1 0 0,0 0 1 0 0,-1-2 0 0 0,1-1 37 0 0,0-3-17 0 0,-1 3-22 0 0,1 0 0 0 0,0 1 0 0 0,0-1 0 0 0,0 0 0 0 0,0 1 0 0 0,0-1 0 0 0,1 0 0 0 0,0 1 0 0 0,-1-1 0 0 0,1 1 0 0 0,1-1 0 0 0,-1 1 0 0 0,0-1 0 0 0,1 1 0 0 0,0 0 0 0 0,0 0 0 0 0,0 0 0 0 0,0 0 0 0 0,0 0 0 0 0,1 0 0 0 0,3-3 0 0 0,27-33-21 0 0,-24 29-25 0 0,-1-1 1 0 0,1 1-1 0 0,16-13 0 0 0,-6 9-325 0 0,1 1-1 0 0,1 1 1 0 0,0 0-1 0 0,27-10 1 0 0,1 4-1596 0 0,-18 1-707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7:36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1 152 1121 0 0,'53'-12'1760'0'0,"27"7"-239"0"0,0-6-481 0 0,0 5-399 0 0,54-5-321 0 0,-6-17-240 0 0,5 0-320 0 0,-27-23-2161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7:38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661 75 1681 0 0,'2'-1'165'0'0,"-1"0"0"0"0,0 0-1 0 0,1 0 1 0 0,-1 0 0 0 0,0 0 0 0 0,0 0 0 0 0,0-1 0 0 0,0 1 0 0 0,0 0 0 0 0,0 0 0 0 0,0-1 0 0 0,0 1-1 0 0,-1-1 1 0 0,2-2 0 0 0,-2 3-95 0 0,-1 0 0 0 0,1 0 0 0 0,0 0 0 0 0,-1 0 0 0 0,1 0 0 0 0,0 0 0 0 0,-1 0-1 0 0,1 1 1 0 0,-1-1 0 0 0,0 0 0 0 0,1 0 0 0 0,-1 0 0 0 0,0 1 0 0 0,1-1 0 0 0,-1 0 0 0 0,0 1 0 0 0,0-1 0 0 0,-1 0 0 0 0,-4-3-26 0 0,1 1 1 0 0,-1 0-1 0 0,0 0 1 0 0,0 1 0 0 0,0 0-1 0 0,-1 0 1 0 0,1 0-1 0 0,0 1 1 0 0,-1 0 0 0 0,1 0-1 0 0,-1 1 1 0 0,-10 0 0 0 0,-29-5 282 0 0,23 4-224 0 0,-29 1-33 0 0,44 1-147 0 0,0-1 0 0 0,0 0 1 0 0,0-1-1 0 0,0 1 0 0 0,-13-4 0 0 0,6 2-382 0 0,15 2 441 0 0,0-1 0 0 0,0 1 1 0 0,0 0-1 0 0,-1 0 1 0 0,1 0-1 0 0,0 0 1 0 0,0 0-1 0 0,0 0 1 0 0,0 0-1 0 0,0 0 1 0 0,0 0-1 0 0,-1 0 0 0 0,1 0 1 0 0,0 0-1 0 0,0 0 1 0 0,0 0-1 0 0,0 0 1 0 0,0 0-1 0 0,0 0 1 0 0,-1 0-1 0 0,1 0 1 0 0,0 0-1 0 0,0 0 0 0 0,0 0 1 0 0,0 0-1 0 0,0 0 1 0 0,0 0-1 0 0,0 0 1 0 0,-1 1-1 0 0,1-1 1 0 0,0 0-1 0 0,0 0 0 0 0,0 0 1 0 0,0 0-1 0 0,0 0 1 0 0,0 0-1 0 0,0 0 1 0 0,0 0-1 0 0,0 0 1 0 0,0 1-1 0 0,0-1 1 0 0,-1 0-1 0 0,1 0 0 0 0,0 0 1 0 0,0 0-1 0 0,0 0 1 0 0,0 0-1 0 0,0 1 1 0 0,0-1-1 0 0,0 0 1 0 0,0 0-1 0 0,0 0 0 0 0,0 0 1 0 0,0 0-1 0 0,0 0 1 0 0,0 1-1 0 0,0-1 1 0 0,0 0-1 0 0,1 0 1 0 0,-1 0-8 0 0,0 0 1 0 0,0 0 0 0 0,0 0 0 0 0,0 1-1 0 0,0-1 1 0 0,0 0 0 0 0,0 0 0 0 0,0 0-1 0 0,0 0 1 0 0,0 0 0 0 0,0 0 0 0 0,0 1-1 0 0,0-1 1 0 0,0 0 0 0 0,0 0 0 0 0,0 0-1 0 0,0 0 1 0 0,0 0 0 0 0,-1 0 0 0 0,1 1-1 0 0,0-1 1 0 0,0 0 0 0 0,0 0 0 0 0,0 0-1 0 0,0 0 1 0 0,0 0 0 0 0,0 0 0 0 0,0 0-1 0 0,0 0 1 0 0,0 1 0 0 0,-1-1 0 0 0,1 0-1 0 0,0 0 1 0 0,0 0 0 0 0,0 0 0 0 0,0 0-1 0 0,0 0 1 0 0,0 0 0 0 0,0 0 0 0 0,-1 0-1 0 0,1 0 1 0 0,0 0 0 0 0,0 0 0 0 0,0 0-1 0 0,0 0 1 0 0,0 0 0 0 0,0 0 0 0 0,-1 0-1 0 0,1 0 1 0 0,0 0 0 0 0,0 0 0 0 0,0 0 0 0 0,0 0-1 0 0,0 0 1 0 0,0 0 0 0 0,0 0 0 0 0,-1 0-1 0 0,1 0 1 0 0,0-1 0 0 0,-21-2 833 0 0,15 2-495 0 0,0 0 0 0 0,-1 0 0 0 0,1 0 0 0 0,0 1 0 0 0,0 0 0 0 0,-1 0 0 0 0,-8 2 0 0 0,1 2 43 0 0,28-3 33 0 0,2 1-298 0 0,1 0-1 0 0,-1 1 1 0 0,0 0-1 0 0,26 10 1 0 0,20 4 11 0 0,-11-6-43 0 0,0 2 0 0 0,-1 2 0 0 0,55 24 0 0 0,-80-27-33 0 0,-3-3-14 0 0,0 1 1 0 0,0 2-1 0 0,-1 0 0 0 0,27 21 0 0 0,-39-27-15 0 0,0 0 0 0 0,1-1 0 0 0,0 1 0 0 0,0-2 1 0 0,1 0-1 0 0,-1 0 0 0 0,1-1 0 0 0,-1 0 0 0 0,1-1 0 0 0,0 0 0 0 0,0-1 0 0 0,1 0 0 0 0,13-1 0 0 0,-24 1-3 0 0,0-1 0 0 0,0 0 1 0 0,0 0-1 0 0,1 0 0 0 0,-1 0 0 0 0,0 0 0 0 0,0 0 0 0 0,0 0 0 0 0,0-1 0 0 0,1 1 0 0 0,-1 0 0 0 0,0-1 0 0 0,0 1 0 0 0,0-1 0 0 0,0 1 0 0 0,0-1 0 0 0,0 1 0 0 0,0-1 0 0 0,1-1 0 0 0,-1 0-14 0 0,0 0-1 0 0,-1 0 0 0 0,1-1 0 0 0,-1 1 1 0 0,1 0-1 0 0,-1 0 0 0 0,0-1 0 0 0,0 1 1 0 0,-1-5-1 0 0,1 4 10 0 0,0 2 4 0 0,0 0 0 0 0,0 0 0 0 0,0 0 0 0 0,0-1 0 0 0,0 1 0 0 0,-1 0 0 0 0,1 0 0 0 0,0 0 0 0 0,-1-1 0 0 0,1 1 0 0 0,-1 0 1 0 0,0 0-1 0 0,1 0 0 0 0,-1 0 0 0 0,0 0 0 0 0,-1-1 0 0 0,-25-18-54 0 0,-6 4 47 0 0,0 2-1 0 0,-1 0 0 0 0,-67-15 0 0 0,80 23 29 0 0,-17-4 69 0 0,1 2 0 0 0,-1 1 0 0 0,-1 2 0 0 0,1 1 0 0 0,-1 3 0 0 0,-56 4-1 0 0,-91-2 251 0 0,190 4-254 0 0,42 4-99 0 0,-23-5-5 0 0,41 13 0 0 0,3 3 85 0 0,-36-11-60 0 0,0 0 1 0 0,-1 3-1 0 0,46 22 1 0 0,-66-26-2 0 0,-13-2 0 0 0,-3-4 0 0 0,-1 0 0 0 0,1-1 0 0 0,-1 0 0 0 0,1-1 0 0 0,-8 1 0 0 0,-92-2 82 0 0,-187-24 1 0 0,283 24-75 0 0,-177-29 206 0 0,186 30-216 0 0,0 0 0 0 0,0 0 0 0 0,0 0 0 0 0,-1 0 0 0 0,1 0-1 0 0,0 0 1 0 0,0 0 0 0 0,-1-1 0 0 0,1 1 0 0 0,0 0 0 0 0,0-1-1 0 0,0 1 1 0 0,0-1 0 0 0,0 1 0 0 0,0-1 0 0 0,-1 0 0 0 0,1 1-1 0 0,1-1 1 0 0,-1 0 0 0 0,0 0 0 0 0,0 1 0 0 0,0-1-1 0 0,0 0 1 0 0,0 0 0 0 0,1 0 0 0 0,-1 0 0 0 0,0 0 0 0 0,1-1-1 0 0,-1 1 1 0 0,0-2 0 0 0,2 2 2 0 0,-1 1 0 0 0,0-1 0 0 0,1 1 0 0 0,-1-1 0 0 0,1 0 0 0 0,-1 1 0 0 0,1-1 0 0 0,0 1 0 0 0,-1-1 0 0 0,1 1 0 0 0,-1 0 0 0 0,1-1 0 0 0,0 1 0 0 0,-1-1 0 0 0,1 1 0 0 0,0 0 0 0 0,0 0 0 0 0,-1 0 0 0 0,1-1 0 0 0,0 1 0 0 0,0 0 0 0 0,-1 0 0 0 0,1 0 0 0 0,0 0 0 0 0,0 0 0 0 0,-1 0 0 0 0,1 0 0 0 0,0 0 0 0 0,0 1 0 0 0,-1-1 0 0 0,2 0 0 0 0,3 1 0 0 0,8-2 0 0 0,0 1 0 0 0,-1 0 0 0 0,1 1 0 0 0,0 0 0 0 0,0 1 0 0 0,24 7 0 0 0,-9 0 0 0 0,350 114-13 0 0,-215-49-41 0 0,-136-62 108 0 0,-25-11-42 0 0,-7-4-10 0 0,-14-6-3 0 0,10 6 1 0 0,0-1 0 0 0,1 0 0 0 0,-14-8 0 0 0,-18-10 0 0 0,7 8 30 0 0,0 2-1 0 0,-1 1 1 0 0,-47-8 0 0 0,44 11 11 0 0,7 1-2 0 0,7 0 45 0 0,0 2-1 0 0,0 1 1 0 0,-42-2 0 0 0,61 6-88 0 0,1 0 0 0 0,0 0 1 0 0,0 1-1 0 0,0-1 0 0 0,0 1 1 0 0,0 0-1 0 0,0 0 1 0 0,0 0-1 0 0,0 0 0 0 0,0 0 1 0 0,0 1-1 0 0,1-1 0 0 0,-1 1 1 0 0,0 0-1 0 0,-2 2 1 0 0,4-3-53 0 0,0 0 0 0 0,0 0 0 0 0,0 1 1 0 0,0-1-1 0 0,0 0 0 0 0,0 1 1 0 0,1-1-1 0 0,-1 0 0 0 0,1 1 0 0 0,-1-1 1 0 0,1 1-1 0 0,-1-1 0 0 0,1 1 1 0 0,0-1-1 0 0,-1 1 0 0 0,1-1 0 0 0,0 1 1 0 0,0-1-1 0 0,0 1 0 0 0,0-1 1 0 0,1 1-1 0 0,-1-1 0 0 0,0 1 1 0 0,1-1-1 0 0,-1 1 0 0 0,1-1 0 0 0,-1 0 1 0 0,1 1-1 0 0,0-1 0 0 0,-1 0 1 0 0,2 2-1 0 0,0-1-157 0 0,-1-1 1 0 0,0 1 0 0 0,1-1 0 0 0,-1 0-1 0 0,1 1 1 0 0,-1-1 0 0 0,1 0-1 0 0,0 0 1 0 0,-1 0 0 0 0,1 0-1 0 0,4 1 1 0 0,20 6-2976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7:42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14 400 0 0,'0'-14'5023'0'0,"0"22"-1642"0"0,4-8-3301 0 0,493 0 480 0 0,-419-1-560 0 0,84 3 0 0 0,-154-1 0 0 0,0 0 0 0 0,0 0 0 0 0,-1 0 0 0 0,1 1 0 0 0,0 0 0 0 0,-1 1 0 0 0,0 0 0 0 0,8 3 0 0 0,-6-1 0 0 0,0-1 0 0 0,0 0 0 0 0,0-1 0 0 0,1 0 0 0 0,13 3 0 0 0,14 4 0 0 0,-36-10 1 0 0,-1 0-1 0 0,0 0 0 0 0,0 0 0 0 0,1 0 0 0 0,-1 0 1 0 0,0 1-1 0 0,0-1 0 0 0,0 0 0 0 0,1 0 0 0 0,-1 0 1 0 0,0 0-1 0 0,0 0 0 0 0,0 0 0 0 0,1 1 0 0 0,-1-1 1 0 0,0 0-1 0 0,0 0 0 0 0,0 0 0 0 0,0 0 0 0 0,1 1 1 0 0,-1-1-1 0 0,0 0 0 0 0,0 0 0 0 0,0 1 0 0 0,0-1 1 0 0,0 0-1 0 0,0 0 0 0 0,0 0 0 0 0,0 1 0 0 0,0-1 1 0 0,0 0-1 0 0,0 0 0 0 0,0 1 0 0 0,0-1 0 0 0,0 0 1 0 0,0 0-1 0 0,0 1 0 0 0,0-1 0 0 0,0 0 0 0 0,0 0 1 0 0,0 0-1 0 0,0 1 0 0 0,0-1 0 0 0,0 0 0 0 0,0 0 1 0 0,-1 0-1 0 0,1 1 0 0 0,0-1 0 0 0,0 0 0 0 0,0 0 1 0 0,0 0-1 0 0,0 1 0 0 0,-1-1 0 0 0,1 0 0 0 0,0 0 1 0 0,0 0-1 0 0,0 0 0 0 0,-1 0 0 0 0,1 0 0 0 0,0 1 1 0 0,0-1-1 0 0,0 0 0 0 0,-1 0 0 0 0,1 0 0 0 0,-1 0 1 0 0,-7 3 16 0 0,0-1 1 0 0,0 0 0 0 0,0 0 0 0 0,-1 0 0 0 0,-12-1-1 0 0,-77 9 215 0 0,-167 25 430 0 0,-100 32-22 0 0,290-50-226 0 0,155-12-307 0 0,-79-5-107 0 0,259-5 146 0 0,-104 10-146 0 0,-28 1-80 0 0,-144-5 52 0 0,1 1-1 0 0,-22 5 0 0 0,-32 4 49 0 0,8-4-1 0 0,-53 4 58 0 0,-150 35 0 0 0,255-44-73 0 0,0 0-1 0 0,0 1 1 0 0,0 0 0 0 0,0 0-1 0 0,1 1 1 0 0,-1 0 0 0 0,1 1-1 0 0,0 0 1 0 0,1 0-1 0 0,-11 9 1 0 0,-8 14-151 0 0,25-28 145 0 0,1 0-1 0 0,0 1 0 0 0,-1-1 1 0 0,1 0-1 0 0,0 0 0 0 0,-1 1 0 0 0,1-1 1 0 0,0 0-1 0 0,0 0 0 0 0,-1 1 1 0 0,1-1-1 0 0,0 0 0 0 0,0 1 1 0 0,0-1-1 0 0,-1 0 0 0 0,1 1 1 0 0,0-1-1 0 0,0 0 0 0 0,0 1 0 0 0,0-1 1 0 0,0 0-1 0 0,0 1 0 0 0,0-1 1 0 0,0 0-1 0 0,-1 1 0 0 0,1-1 1 0 0,1 1-1 0 0,-1-1 0 0 0,0 0 1 0 0,0 1-1 0 0,0-1 0 0 0,0 0 0 0 0,0 1 1 0 0,0-1-1 0 0,0 1 0 0 0,0-1 1 0 0,1 0-1 0 0,-1 1 0 0 0,0-1 1 0 0,0 0-1 0 0,0 0 0 0 0,1 1 1 0 0,-1-1-1 0 0,0 0 0 0 0,0 1 0 0 0,1-1 1 0 0,-1 0-1 0 0,0 0 0 0 0,1 0 1 0 0,-1 1-1 0 0,17 6-24 0 0,-15-6 31 0 0,-2 0-1 0 0,1 0 1 0 0,0 0-1 0 0,-1 1 0 0 0,1-1 0 0 0,-1 1 0 0 0,1-1 1 0 0,-1 0-1 0 0,0 1 0 0 0,1-1 0 0 0,-1 1 0 0 0,0-1 1 0 0,0 1-1 0 0,0-1 0 0 0,0 1 0 0 0,0-1 0 0 0,0 0 1 0 0,-1 1-1 0 0,1-1 0 0 0,0 1 0 0 0,-1-1 0 0 0,1 1 1 0 0,-1-1-1 0 0,0 0 0 0 0,0 2 0 0 0,-71 44-83 0 0,68-42 67 0 0,0-4-40 0 0,-14 4 26 0 0,13-1-40 0 0,10-3-13 0 0,14-3 158 0 0,1-1 0 0 0,20-5 0 0 0,10-2 22 0 0,65-7 193 0 0,222-3 70 0 0,-284 21-294 0 0,1 2 0 0 0,-1 2 0 0 0,-1 2-1 0 0,74 21 1 0 0,-58-4-62 0 0,104 52-1 0 0,-123-49-59 0 0,-46-25 360 0 0,-3-1-302 0 0,-1-1 1 0 0,0 0-1 0 0,1 0 1 0 0,-1 0-1 0 0,1 0 0 0 0,-1 0 1 0 0,0 0-1 0 0,1 0 1 0 0,-1 0-1 0 0,1 0 1 0 0,-1-1-1 0 0,1 1 0 0 0,-1 0 1 0 0,0 0-1 0 0,1 0 1 0 0,-1-1-1 0 0,1 1 0 0 0,-1 0 1 0 0,1-1-1 0 0,-1 1 1 0 0,1 0-1 0 0,-1-1 1 0 0,1 1-1 0 0,0 0 0 0 0,-1-1 1 0 0,-11-6-214 0 0,-72-17-5061 0 0,13 8 1001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7:43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662 0 1281 0 0,'-18'8'909'0'0,"0"1"0"0"0,1 0 0 0 0,0 1 0 0 0,-17 14 0 0 0,20-13-701 0 0,0-2-1 0 0,-1 0 1 0 0,-20 9-1 0 0,17-5-9 0 0,1 2 5 0 0,-8 1 135 0 0,-51 22 0 0 0,26-13 13 0 0,-30 26 276 0 0,68-44-556 0 0,0 0 0 0 0,-16 15 0 0 0,4-4 103 0 0,24-18-171 0 0,-1 0 1 0 0,1 1 0 0 0,-1-1 0 0 0,1 0 0 0 0,0 0 0 0 0,-1 1-1 0 0,1-1 1 0 0,0 0 0 0 0,-1 1 0 0 0,1-1 0 0 0,0 1 0 0 0,-1-1 0 0 0,1 0-1 0 0,0 1 1 0 0,0-1 0 0 0,-1 1 0 0 0,1-1 0 0 0,0 0 0 0 0,0 1 0 0 0,0-1-1 0 0,0 1 1 0 0,0-1 0 0 0,-1 1 0 0 0,1-1 0 0 0,0 1 0 0 0,0-1 0 0 0,0 1-1 0 0,0-1 1 0 0,0 1 0 0 0,1-1 0 0 0,-1 1 0 0 0,0-1 0 0 0,0 0 0 0 0,0 1-1 0 0,0 0 1 0 0,2 25 204 0 0,-2-26-207 0 0,0 0-1 0 0,0 0 0 0 0,0 1 0 0 0,0-1 1 0 0,0 0-1 0 0,0 0 0 0 0,0 0 1 0 0,0 0-1 0 0,0 0 0 0 0,0 1 0 0 0,-1-1 1 0 0,1 0-1 0 0,0 0 0 0 0,0 0 0 0 0,0 0 1 0 0,0 0-1 0 0,0 1 0 0 0,0-1 1 0 0,0 0-1 0 0,0 0 0 0 0,0 0 0 0 0,0 0 1 0 0,0 0-1 0 0,-1 0 0 0 0,1 0 1 0 0,0 0-1 0 0,0 1 0 0 0,0-1 0 0 0,0 0 1 0 0,0 0-1 0 0,0 0 0 0 0,-1 0 1 0 0,1 0-1 0 0,0 0 0 0 0,0 0 0 0 0,0 0 1 0 0,0 0-1 0 0,0 0 0 0 0,-1 0 0 0 0,1 0 1 0 0,0 0-1 0 0,0 0 0 0 0,0 0 1 0 0,0 0-1 0 0,0 0 0 0 0,0 0 0 0 0,-1 0 1 0 0,-22 0 68 0 0,28 1-72 0 0,9-1 3 0 0,-23-3 0 0 0,18 6 0 0 0,-58 15 147 0 0,36-11-134 0 0,10-6-15 0 0,-1 0 1 0 0,1 1 0 0 0,0 0 0 0 0,0-1-1 0 0,0 1 1 0 0,1 0 0 0 0,-1 1 0 0 0,0-1-1 0 0,-2 3 1 0 0,-3 9-26 0 0,-10 9-13 0 0,13-16 0 0 0,5-7-226 0 0,0-8-2136 0 0,0-12-972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7:23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35 2401 0 0,'9'-5'1027'0'0,"0"0"0"0"0,1 0 1 0 0,-1 0-1 0 0,1 1 0 0 0,19-5 0 0 0,-24 7 1897 0 0,-6 8-2420 0 0,-3-4-344 0 0,1-2-111 0 0,2 0-36 0 0,0 0 0 0 0,0 0 0 0 0,1 0 0 0 0,-1 0 0 0 0,0 0 0 0 0,0 1 0 0 0,1-1 0 0 0,-1 0 1 0 0,0 0-1 0 0,0 0 0 0 0,1 1 0 0 0,-1-1 0 0 0,0 0 0 0 0,1 1 0 0 0,-1-1 0 0 0,0 1 0 0 0,1-1 0 0 0,-1 1 0 0 0,1-1 0 0 0,-1 1 0 0 0,1-1 1 0 0,-1 1-1 0 0,1-1 0 0 0,-1 1 0 0 0,1 0 0 0 0,-1-1 0 0 0,1 1 0 0 0,0 0 0 0 0,0-1 0 0 0,-1 1 0 0 0,1 0 0 0 0,0 1 0 0 0,-5 0 81 0 0,-13 2-1 0 0,14-3 547 0 0,4 28-13 0 0,0-27-614 0 0,0 0-1 0 0,0 1 0 0 0,0-1 0 0 0,-1 0 1 0 0,1 1-1 0 0,-1-1 0 0 0,1 0 1 0 0,-1 0-1 0 0,0 0 0 0 0,0 1 0 0 0,0-1 1 0 0,0 0-1 0 0,0 0 0 0 0,0 0 0 0 0,-1-1 1 0 0,-1 4-1 0 0,-14 20 33 0 0,-3 1 12 0 0,17-23-56 0 0,1-1 0 0 0,-1 1 1 0 0,1 0-1 0 0,-1 0 1 0 0,1 0-1 0 0,0 0 0 0 0,0 1 1 0 0,1-1-1 0 0,-1 0 0 0 0,1 1 1 0 0,-1-1-1 0 0,1 1 0 0 0,0 0 1 0 0,1-1-1 0 0,-1 1 1 0 0,0 6-1 0 0,1 201 306 0 0,0-210-307 0 0,0 0 0 0 0,0 0 0 0 0,0 0 0 0 0,0 1 0 0 0,0-1 1 0 0,1 0-1 0 0,-1 0 0 0 0,0 0 0 0 0,1 0 0 0 0,-1 0 0 0 0,1 0 0 0 0,-1 0 0 0 0,1 0 1 0 0,-1 0-1 0 0,1 0 0 0 0,0 0 0 0 0,0 0 0 0 0,-1 0 0 0 0,1 0 0 0 0,0-1 1 0 0,0 1-1 0 0,0 0 0 0 0,0 0 0 0 0,1 0 0 0 0,-1-1-1 0 0,0 1 1 0 0,0-1-1 0 0,-1 1 0 0 0,1 0 1 0 0,0-1-1 0 0,0 1 0 0 0,-1 0 1 0 0,1 0-1 0 0,0-1 0 0 0,-1 1 0 0 0,1 0 1 0 0,-1 0-1 0 0,1 0 0 0 0,-1 0 1 0 0,1 0-1 0 0,-1-1 0 0 0,1 1 1 0 0,-1 0-1 0 0,0 0 0 0 0,0 0 0 0 0,0 0 1 0 0,1 0-1 0 0,-1 2 0 0 0,0-2 1 0 0,0 0-1 0 0,0 0 0 0 0,0-1 0 0 0,0 1 0 0 0,-1 0 0 0 0,1-1 0 0 0,0 1 1 0 0,0 0-1 0 0,0-1 0 0 0,-1 1 0 0 0,1 0 0 0 0,0-1 0 0 0,-1 1 0 0 0,1-1 1 0 0,0 1-1 0 0,-1 0 0 0 0,1-1 0 0 0,-1 1 0 0 0,1-1 0 0 0,-1 1 0 0 0,1-1 1 0 0,-1 0-1 0 0,1 1 0 0 0,-1-1 0 0 0,1 1 0 0 0,-1-1 0 0 0,0 0 0 0 0,1 1 1 0 0,-1-1-1 0 0,0 0 0 0 0,1 0 0 0 0,-2 0 0 0 0,2 1 5 0 0,-1-1-1 0 0,0 0 0 0 0,1 0 1 0 0,-1 0-1 0 0,0 1 0 0 0,1-1 1 0 0,-1 0-1 0 0,0 1 1 0 0,1-1-1 0 0,-1 0 0 0 0,1 1 1 0 0,-1-1-1 0 0,1 1 1 0 0,-1-1-1 0 0,1 1 0 0 0,-1-1 1 0 0,1 1-1 0 0,0-1 0 0 0,-1 1 1 0 0,1 0-1 0 0,0-1 1 0 0,-1 1-1 0 0,1-1 0 0 0,0 1 1 0 0,0 0-1 0 0,-1-1 1 0 0,1 1-1 0 0,0 0 0 0 0,0-1 1 0 0,0 1-1 0 0,0 1 0 0 0,0-1-2 0 0,0-1-1 0 0,0 1 1 0 0,0-1-1 0 0,0 1 1 0 0,0-1-1 0 0,0 1 1 0 0,0 0-1 0 0,1-1 0 0 0,-1 1 1 0 0,0-1-1 0 0,0 1 1 0 0,1-1-1 0 0,-1 1 1 0 0,0-1-1 0 0,0 1 1 0 0,1-1-1 0 0,-1 1 1 0 0,1-1-1 0 0,-1 0 0 0 0,0 1 1 0 0,1-1-1 0 0,-1 0 1 0 0,1 1-1 0 0,-1-1 1 0 0,1 0-1 0 0,-1 1 1 0 0,1-1-1 0 0,-1 0 1 0 0,1 0-1 0 0,-1 0 0 0 0,1 1 1 0 0,-1-1-1 0 0,1 0 1 0 0,0 0-1 0 0,-1 0 1 0 0,1 0-1 0 0,0 0 0 0 0,-1 0 0 0 0,1 0 0 0 0,0 0 0 0 0,-1 0 0 0 0,1 0 0 0 0,-1 0-1 0 0,1 1 1 0 0,-1-1 0 0 0,1 0 0 0 0,-1 0 0 0 0,1 1 0 0 0,-1-1 0 0 0,1 0 0 0 0,-1 0 0 0 0,1 1 0 0 0,-1-1 0 0 0,1 1-1 0 0,-1-1 1 0 0,0 0 0 0 0,1 1 0 0 0,-1-1 0 0 0,0 1 0 0 0,1-1 0 0 0,-1 1 0 0 0,0-1 0 0 0,1 1 0 0 0,-1-1 0 0 0,0 1 0 0 0,0-1-1 0 0,0 1 1 0 0,0-1 0 0 0,1 1 0 0 0,-1-1 0 0 0,0 1 0 0 0,0 0 0 0 0,0 0 0 0 0,0 178 0 0 0,-1-175 3 0 0,1 0 1 0 0,0 0 0 0 0,-1 0-1 0 0,0-1 1 0 0,0 1 0 0 0,0 0-1 0 0,0 0 1 0 0,-1 0 0 0 0,0-1-1 0 0,-2 5 1 0 0,2-5 0 0 0,0 0-1 0 0,1 1 1 0 0,-1 0 0 0 0,1-1-1 0 0,0 1 1 0 0,0 0-1 0 0,0 0 1 0 0,0-1 0 0 0,1 1-1 0 0,-1 5 1 0 0,1-5-8 0 0,-1 1-1 0 0,1-1 1 0 0,-1 0 0 0 0,0 1 0 0 0,0-1-1 0 0,0 1 1 0 0,-1-1 0 0 0,0 0 0 0 0,-3 7 0 0 0,-3 6-21 0 0,-19 56 12 0 0,24-48 13 0 0,3-22 0 0 0,0-1 0 0 0,0 0 0 0 0,0 1 0 0 0,0-1 0 0 0,0 1 0 0 0,-1-1 0 0 0,1 1 0 0 0,-1-1 0 0 0,0 0 0 0 0,0 1 0 0 0,-1 1 0 0 0,-1 1 5 0 0,0 0 1 0 0,1 0 0 0 0,-1 0 0 0 0,1 1-1 0 0,0-1 1 0 0,0 1 0 0 0,1-1 0 0 0,-1 1-1 0 0,1-1 1 0 0,0 1 0 0 0,1 0-1 0 0,0-1 1 0 0,0 10 0 0 0,0-12-6 0 0,0-1 0 0 0,0 1 0 0 0,1 0 0 0 0,-1-1 0 0 0,1 1 0 0 0,0-1 0 0 0,-1 1 0 0 0,1-1 0 0 0,0 0 0 0 0,1 1 0 0 0,-1-1 0 0 0,0 0 0 0 0,1 1 0 0 0,-1-1 0 0 0,3 2 0 0 0,2 5 0 0 0,-2-3 3 0 0,6 5-6 0 0,12-14-184 0 0,-13 0-71 0 0,0 0 0 0 0,0-1 0 0 0,17-9 0 0 0,-22 10-87 0 0,-1 1-1 0 0,1 0 0 0 0,-1-1 1 0 0,0 1-1 0 0,0-1 0 0 0,0 0 0 0 0,0 0 1 0 0,0 0-1 0 0,-1-1 0 0 0,0 1 1 0 0,1 0-1 0 0,-1-1 0 0 0,0 0 0 0 0,-1 0 1 0 0,3-4-1 0 0,-2-5-1428 0 0,-1 0 0 0 0,0 0 0 0 0,-1-14-1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7:25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52 240 0 0,'-4'0'1185'0'0,"3"0"-924"0"0,0 0 0 0 0,0 0 1 0 0,-1-1-1 0 0,1 1 0 0 0,0 0 1 0 0,0 0-1 0 0,0 0 0 0 0,0 1 1 0 0,-1-1-1 0 0,1 0 0 0 0,0 0 0 0 0,0 1 1 0 0,0-1-1 0 0,0 0 0 0 0,0 1 1 0 0,0-1-1 0 0,-3 3 3636 0 0,4-2-3816 0 0,0 3-1 0 0,4-3 0 0 0,72 11 480 0 0,-69-10-542 0 0,1-1 0 0 0,-1-1 0 0 0,1 1 0 0 0,-1-1 1 0 0,11-2-1 0 0,34-1 33 0 0,-3 2-35 0 0,0-3 0 0 0,0-3 0 0 0,0-1 0 0 0,69-21 0 0 0,-93 22 4 0 0,-1 2 0 0 0,1 0 0 0 0,28 0-1 0 0,-46 4-18 0 0,43-1 57 0 0,-1 2 0 0 0,92 13-1 0 0,72 8 317 0 0,-175-18-327 0 0,64-3 0 0 0,-30-2 19 0 0,84 7-39 0 0,-27-5 53 0 0,-14 5-14 0 0,93 1 14 0 0,-149-6-51 0 0,-28-1-3 0 0,62 4-1 0 0,-40 2-25 0 0,27-1 0 0 0,-71-4 0 0 0,0 1 0 0 0,-1-1 0 0 0,1 1 0 0 0,9 3 0 0 0,-8-2 0 0 0,0 0 0 0 0,0 0 0 0 0,0-1 0 0 0,0-1 0 0 0,14 0 0 0 0,13-1 0 0 0,109-4 0 0 0,-51 3 0 0 0,-52 3 0 0 0,-34-2 0 0 0,0 1 0 0 0,-1 0 0 0 0,1 1 0 0 0,0 0 0 0 0,0 1 0 0 0,16 4 0 0 0,4 1 0 0 0,-27-7 0 0 0,129 7 14 0 0,237 15 52 0 0,-346-22-52 0 0,-13 0 39 0 0,9 0-53 0 0,-14 0-80 0 0,-8 0-280 0 0,-32-9-1934 0 0,-57-21-4483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7:28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7 320 0 0,'-22'6'2148'0'0,"7"-2"1173"0"0,3-2-3067 0 0,6-1 196 0 0,8 0-298 0 0,-2-1-152 0 0,0 0 0 0 0,0 0 0 0 0,0 0 0 0 0,0 0 0 0 0,0 0 1 0 0,0 0-1 0 0,0 0 0 0 0,0 0 0 0 0,0 0 0 0 0,-1 0 0 0 0,1 1 1 0 0,0-1-1 0 0,0 0 0 0 0,0 0 0 0 0,0 0 0 0 0,0 0 0 0 0,0 0 1 0 0,0 0-1 0 0,0 0 0 0 0,0 0 0 0 0,0 0 0 0 0,0 0 0 0 0,0 0 1 0 0,0 0-1 0 0,0 0 0 0 0,0 0 0 0 0,0 0 0 0 0,0 0 0 0 0,0 1 1 0 0,0-1-1 0 0,0 0 0 0 0,1 0 0 0 0,-1 0 0 0 0,0 0 0 0 0,0 0 1 0 0,0 0-1 0 0,0 0 0 0 0,0 0 0 0 0,0 0 0 0 0,0 0 0 0 0,0 0 1 0 0,0 0-1 0 0,0 0 0 0 0,0 0 0 0 0,0 0 0 0 0,0 0 0 0 0,0 0 1 0 0,0 0-1 0 0,0 0 0 0 0,0 0 0 0 0,0 0 0 0 0,0 0 0 0 0,0 0 1 0 0,1 0-1 0 0,-29 1 309 0 0,1-1-242 0 0,23 0-61 0 0,0-1 0 0 0,0 1 1 0 0,0 0-1 0 0,0 0 0 0 0,0 0 1 0 0,0 1-1 0 0,0-1 0 0 0,0 1 0 0 0,-4 2 1 0 0,-1-1 10 0 0,0-2-2 0 0,9 0-13 0 0,-1 0 1 0 0,1 0-1 0 0,-1 0 0 0 0,1 0 1 0 0,-1 0-1 0 0,0-1 0 0 0,1 1 0 0 0,-1 0 1 0 0,1 0-1 0 0,-1 0 0 0 0,1 1 1 0 0,-1-1-1 0 0,1 0 0 0 0,-1 0 0 0 0,0 0 1 0 0,1 0-1 0 0,-1 0 0 0 0,1 1 1 0 0,-1-1-1 0 0,1 0 0 0 0,-1 0 0 0 0,1 1 1 0 0,-1-1-1 0 0,1 0 0 0 0,-1 1 1 0 0,1-1-1 0 0,0 1 0 0 0,-1-1 0 0 0,1 1 1 0 0,0-1-1 0 0,-1 0 0 0 0,1 1 1 0 0,0-1-1 0 0,-1 1 0 0 0,1-1 0 0 0,0 1 1 0 0,0 0-1 0 0,0-1 0 0 0,-1 2 1348 0 0,2 0-1271 0 0,-2 0-78 0 0,28 0 66 0 0,106 4 199 0 0,58-1 28 0 0,-155-5-273 0 0,-2-1 95 0 0,69 7 0 0 0,-97-5-89 0 0,0 0-1 0 0,0-1 1 0 0,1 0-1 0 0,-1 0 0 0 0,12-1 1 0 0,-9 0-12 0 0,44-8 132 0 0,49 2 186 0 0,-97 7-266 0 0,-1 0-1 0 0,212 7 78 0 0,-165-3-101 0 0,-5-2-14 0 0,1-1 1 0 0,0-3-1 0 0,-1-1 1 0 0,51-11-1 0 0,-50 3-18 0 0,-1 3 1 0 0,1 1-1 0 0,1 3 1 0 0,-1 1-1 0 0,0 3 0 0 0,49 6 1 0 0,75 31 41 0 0,-54-9-26 0 0,16-11-27 0 0,-110-17-13 0 0,5-2 15 0 0,1-1 0 0 0,0-2 1 0 0,-1 0-1 0 0,52-19 0 0 0,14-2 67 0 0,-66 20-59 0 0,104-17-7 0 0,-90 21-3 0 0,0 1 0 0 0,60 8 0 0 0,294 23 80 0 0,-371-26-50 0 0,-23-2-11 0 0,1 1-1 0 0,2-3-10 0 0,17 7-3 0 0,0-2-5 0 0,31 2 0 0 0,-10-2 0 0 0,21 6 0 0 0,-18 2 0 0 0,-31-8 0 0 0,1-1 0 0 0,0 0 0 0 0,1-1 0 0 0,-1-1 0 0 0,0 0 0 0 0,28-2 0 0 0,-17 0 0 0 0,-25 0-12 0 0,11 0-17 0 0,-17-1 29 0 0,-16-4-412 0 0,-64-24-3697 0 0,-10 3-1013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7:30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 0 1361 0 0,'-48'1'4722'0'0,"64"0"-4730"0"0,-16 0 56 0 0,1 0 1 0 0,0 0-1 0 0,-1 0 1 0 0,1 0-1 0 0,-1-1 0 0 0,1 1 1 0 0,-1 0-1 0 0,1 0 1 0 0,-1 0-1 0 0,0 0 0 0 0,1 0 1 0 0,-1 0-1 0 0,0 0 1 0 0,0 1-1 0 0,0-1 1 0 0,0 0-1 0 0,0 0 0 0 0,0 0 1 0 0,0 1-1 0 0,0-1-38 0 0,-1 0 0 0 0,1-1-1 0 0,0 1 1 0 0,0 0 0 0 0,-1 0 0 0 0,1-1-1 0 0,-1 1 1 0 0,1 0 0 0 0,-1-1-1 0 0,1 1 1 0 0,-1 0 0 0 0,1-1 0 0 0,-1 1-1 0 0,1-1 1 0 0,-1 1 0 0 0,0-1 0 0 0,1 1-1 0 0,-1-1 1 0 0,0 1 0 0 0,0-1-1 0 0,1 0 1 0 0,-1 1 0 0 0,0-1 0 0 0,0 0-1 0 0,0 0 1 0 0,1 0 0 0 0,-1 1-1 0 0,0-1 1 0 0,0 0 0 0 0,-1 0 0 0 0,0 0 22 0 0,1 0-22 0 0,1 0 1 0 0,0 0 0 0 0,0 0 0 0 0,0 0 0 0 0,-1 0-1 0 0,1 0 1 0 0,0 0 0 0 0,0 1 0 0 0,0-1 0 0 0,-1 0-1 0 0,1 0 1 0 0,0 0 0 0 0,0 0 0 0 0,0 0 0 0 0,-1 0-1 0 0,1 0 1 0 0,0 0 0 0 0,0 1 0 0 0,0-1-1 0 0,0 0 1 0 0,-1 0 0 0 0,1 0 0 0 0,0 0 0 0 0,0 1-1 0 0,0-1 1 0 0,0 0 0 0 0,0 0 0 0 0,0 0 0 0 0,0 1-1 0 0,0-1 1 0 0,0 0 0 0 0,0 0 0 0 0,0 0-1 0 0,-1 1 1 0 0,1-1 0 0 0,0 0 0 0 0,0 0 0 0 0,0 0-1 0 0,1 1 1 0 0,-5 5 91 0 0,2-6-100 0 0,1 1-1 0 0,0-1 1 0 0,0 1-1 0 0,-1 0 1 0 0,1-1-1 0 0,0 1 1 0 0,0 0-1 0 0,0 0 1 0 0,0-1 0 0 0,0 1-1 0 0,0 0 1 0 0,0 0-1 0 0,0 0 1 0 0,0 1-1 0 0,1-1 1 0 0,-1 0-1 0 0,-1 2 1 0 0,-1 30 144 0 0,3-32-142 0 0,0 0 0 0 0,-1 0 1 0 0,1 0-1 0 0,-1 0 0 0 0,1 0 1 0 0,-1 0-1 0 0,1 0 0 0 0,-1 0 0 0 0,0 0 1 0 0,1 0-1 0 0,-1 0 0 0 0,0 0 1 0 0,0 0-1 0 0,0-1 0 0 0,0 1 1 0 0,0 0-1 0 0,0-1 0 0 0,-2 2 0 0 0,-4 4 8 0 0,5-1 9 0 0,1 1 1 0 0,0 0-1 0 0,-1-1 0 0 0,2 1 0 0 0,-1 0 1 0 0,1 0-1 0 0,0 0 0 0 0,0-1 1 0 0,2 12-1 0 0,-1 3 6 0 0,-1-15-19 0 0,0 1 0 0 0,-1 0-1 0 0,0-1 1 0 0,0 1 0 0 0,0-1 0 0 0,0 1-1 0 0,-1-1 1 0 0,0 0 0 0 0,0 0-1 0 0,-1 0 1 0 0,1 0 0 0 0,-1 0 0 0 0,0 0-1 0 0,0 0 1 0 0,-1-1 0 0 0,1 0-1 0 0,-1 0 1 0 0,-8 7 0 0 0,10-9-5 0 0,-1 0 0 0 0,1 0 1 0 0,0 1-1 0 0,0-1 0 0 0,0 0 0 0 0,1 1 1 0 0,-1-1-1 0 0,1 1 0 0 0,-1 0 0 0 0,1-1 1 0 0,0 1-1 0 0,0 0 0 0 0,-2 5 0 0 0,1 41 44 0 0,2-31-59 0 0,0-15 15 0 0,0-1-1 0 0,0 0 1 0 0,-1 0 0 0 0,1 0 0 0 0,-1 0-1 0 0,1 0 1 0 0,-1 0 0 0 0,0 0 0 0 0,1 0-1 0 0,-1 0 1 0 0,0 0 0 0 0,-1 0 0 0 0,1 0-1 0 0,0 0 1 0 0,-2 1 0 0 0,1-1 3 0 0,1 0 1 0 0,0-1-1 0 0,-1 1 1 0 0,1 0-1 0 0,0 0 0 0 0,0 0 1 0 0,0 0-1 0 0,1 0 1 0 0,-1 0-1 0 0,0 0 1 0 0,1 0-1 0 0,-1 0 0 0 0,1 0 1 0 0,0 0-1 0 0,0 3 1 0 0,0 6 4 0 0,0-7-11 0 0,0-1 0 0 0,0 1 0 0 0,0-1 1 0 0,0 1-1 0 0,0-1 0 0 0,-1 1 0 0 0,0-1 1 0 0,0 1-1 0 0,-1 3 0 0 0,-5 6 3 0 0,5-9 3 0 0,0 1-1 0 0,0-1 0 0 0,0 0 0 0 0,0 0 1 0 0,1 1-1 0 0,0-1 0 0 0,0 1 1 0 0,0-1-1 0 0,0 1 0 0 0,1 0 0 0 0,0 6 1 0 0,0-8-3 0 0,0 0 1 0 0,0 1-1 0 0,0-1 1 0 0,0 0-1 0 0,1 0 1 0 0,-1 1-1 0 0,1-1 1 0 0,0 0-1 0 0,0 0 1 0 0,0 0-1 0 0,0 0 1 0 0,1 0-1 0 0,-1 0 1 0 0,1 0-1 0 0,0 0 1 0 0,0-1-1 0 0,0 1 1 0 0,3 2-1 0 0,-4-4-3 0 0,-1 0 0 0 0,1 0 0 0 0,0 0 0 0 0,-1 0 0 0 0,1 0-1 0 0,-1 0 1 0 0,0 0 0 0 0,1 0 0 0 0,-1 1 0 0 0,0-1 0 0 0,1 0-1 0 0,-1 0 1 0 0,0 0 0 0 0,0 0 0 0 0,0 0 0 0 0,0 1-1 0 0,0-1 1 0 0,-1 2 0 0 0,1-2 1 0 0,0 0 0 0 0,0-1 0 0 0,0 1-1 0 0,-1 0 1 0 0,1 0 0 0 0,0 0 0 0 0,1 0 0 0 0,-1 0 0 0 0,0-1-1 0 0,0 1 1 0 0,0 0 0 0 0,0 0 0 0 0,1 0 0 0 0,-1 0 0 0 0,0-1-1 0 0,1 1 1 0 0,-1 0 0 0 0,1 0 0 0 0,0 1 0 0 0,7 5 10 0 0,-6-6-11 0 0,-1 0 0 0 0,0 0 0 0 0,0 0 0 0 0,0 0 0 0 0,0 0 1 0 0,0 0-1 0 0,-1 0 0 0 0,1 0 0 0 0,0 0 0 0 0,0 0 0 0 0,-1 1 0 0 0,1-1 0 0 0,0 0 0 0 0,-1 1 0 0 0,0-1 0 0 0,1 0 0 0 0,-1 1 1 0 0,0-1-1 0 0,1 1 0 0 0,-1-1 0 0 0,0 0 0 0 0,0 1 0 0 0,0-1 0 0 0,-1 3 0 0 0,1 3-5 0 0,0-4 12 0 0,-1 0 1 0 0,1 0 0 0 0,0 0 0 0 0,0 1 0 0 0,0-1-1 0 0,1 0 1 0 0,-1 0 0 0 0,1 0 0 0 0,0 0-1 0 0,2 5 1 0 0,-1-5-5 0 0,0-1 0 0 0,0 0 1 0 0,0 1-1 0 0,0 0 0 0 0,0 0 0 0 0,0-1 0 0 0,-1 1 1 0 0,0 0-1 0 0,1 0 0 0 0,-1 1 0 0 0,0-1 0 0 0,0 0 0 0 0,-1 0 1 0 0,1 0-1 0 0,-1 1 0 0 0,1-1 0 0 0,-1 0 0 0 0,0 1 0 0 0,0-1 1 0 0,-1 4-1 0 0,1 61 10 0 0,0-67-15 0 0,0 0 0 0 0,0 0 0 0 0,0 0 1 0 0,1 0-1 0 0,-1 0 0 0 0,0 0 0 0 0,1 1 0 0 0,-1-1 0 0 0,1 0 0 0 0,-1 0 0 0 0,1 0 0 0 0,-1 0 0 0 0,1 0 1 0 0,0-1-1 0 0,0 1 0 0 0,-1 0 0 0 0,1 0 0 0 0,0 0 0 0 0,0-1 0 0 0,0 1 0 0 0,0 0 0 0 0,0-1 0 0 0,0 1 1 0 0,0-1-1 0 0,2 2 0 0 0,1 0-2 0 0,-3-1 7 0 0,-1-1 0 0 0,0 0 0 0 0,1 1 1 0 0,-1-1-1 0 0,1 0 0 0 0,-1 1 0 0 0,0-1 1 0 0,1 1-1 0 0,-1-1 0 0 0,0 1 0 0 0,1-1 0 0 0,-1 1 1 0 0,0-1-1 0 0,0 1 0 0 0,0-1 0 0 0,1 1 1 0 0,-1 0-1 0 0,0-1 0 0 0,0 1 0 0 0,0-1 0 0 0,0 1 1 0 0,0-1-1 0 0,0 1 0 0 0,0 1 0 0 0,2 7 50 0 0,4-2-46 0 0,-5-6-3 0 0,1 0 0 0 0,-1 0-1 0 0,0 0 1 0 0,-1 0 0 0 0,1 0 0 0 0,0 1-1 0 0,0-1 1 0 0,0 0 0 0 0,-1 1 0 0 0,1-1-1 0 0,-1 1 1 0 0,1-1 0 0 0,-1 0 0 0 0,1 1-1 0 0,-1-1 1 0 0,0 1 0 0 0,0-1 0 0 0,0 1 0 0 0,0-1-1 0 0,0 1 1 0 0,0-1 0 0 0,0 2 0 0 0,0-5-85 0 0,0-1 0 0 0,0 0 0 0 0,0 0 1 0 0,0 1-1 0 0,-1-1 0 0 0,1 0 0 0 0,-1 1 1 0 0,0-1-1 0 0,1 0 0 0 0,-1 1 0 0 0,0-1 1 0 0,-1 1-1 0 0,1-1 0 0 0,0 1 1 0 0,-1-1-1 0 0,1 1 0 0 0,-1 0 0 0 0,-2-2 1 0 0,1-4-341 0 0,3 8 384 0 0,0-1 1 0 0,0 1-1 0 0,0 0 0 0 0,0 0 0 0 0,0-1 0 0 0,0 1 0 0 0,0 0 0 0 0,0 0 0 0 0,0-1 1 0 0,0 1-1 0 0,0 0 0 0 0,0 0 0 0 0,0-1 0 0 0,0 1 0 0 0,0 0 0 0 0,-1 0 1 0 0,1-1-1 0 0,0 1 0 0 0,0 0 0 0 0,0 0 0 0 0,0 0 0 0 0,-1-1 0 0 0,1 1 0 0 0,0 0 1 0 0,0 0-1 0 0,0 0 0 0 0,-1 0 0 0 0,1-1 0 0 0,0 1 0 0 0,0 0 0 0 0,-1 0 1 0 0,1 0-1 0 0,0 0 0 0 0,0 0 0 0 0,-1 0 0 0 0,-21 8-2111 0 0,-5 15-1640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7:32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377 66 160 0 0,'0'-23'4589'0'0,"0"22"-4560"0"0,1 0-1 0 0,-1 0 1 0 0,0 0 0 0 0,0 0 0 0 0,0 1 0 0 0,0-1-1 0 0,0 0 1 0 0,-1 0 0 0 0,1 0 0 0 0,0 0-1 0 0,0 0 1 0 0,0 0 0 0 0,-1 0 0 0 0,1 0 0 0 0,-1 1-1 0 0,1-1 1 0 0,0 0 0 0 0,-1 0 0 0 0,0 0 0 0 0,1 1-1 0 0,-1-1 1 0 0,1 0 0 0 0,-1 1 0 0 0,0-1-1 0 0,1 0 1 0 0,-1 1 0 0 0,0-1 0 0 0,0 1 0 0 0,0-1-1 0 0,1 1 1 0 0,-1 0 0 0 0,0-1 0 0 0,0 1 0 0 0,0 0-1 0 0,-1-1 1 0 0,-3-1 15 0 0,-4-8 276 0 0,-2 8-265 0 0,0 1 0 0 0,0 0 0 0 0,0 0 0 0 0,0 1 0 0 0,0 1 0 0 0,0 0 0 0 0,-17 4 0 0 0,5 0 43 0 0,1 1 0 0 0,-32 13 0 0 0,48-16-91 0 0,0 1-1 0 0,0-1 1 0 0,1 1 0 0 0,0 0-1 0 0,-1 0 1 0 0,1 0 0 0 0,1 1-1 0 0,-1 0 1 0 0,1 0 0 0 0,0 0-1 0 0,-6 8 1 0 0,-9 12 7 0 0,11-14-2 0 0,1 0 0 0 0,0 0 1 0 0,0 1-1 0 0,-9 24 1 0 0,12-27-22 0 0,2-2 1 0 0,1-1 1 0 0,-1 0 0 0 0,1 1-1 0 0,0 0 1 0 0,1-1 0 0 0,0 1-1 0 0,0-1 1 0 0,2 13-1 0 0,-1 6 22 0 0,-1-16 2 0 0,-1-6-14 0 0,1 0 0 0 0,0 1 0 0 0,-1-1 0 0 0,1 0 0 0 0,0 0 0 0 0,1 0 0 0 0,-1 0 0 0 0,1 0 0 0 0,-1 0-1 0 0,1 0 1 0 0,0 0 0 0 0,0 0 0 0 0,0 0 0 0 0,0 0 0 0 0,1 0 0 0 0,-1 0 0 0 0,1-1 0 0 0,0 1 0 0 0,0-1 0 0 0,0 1 0 0 0,0-1 0 0 0,0 0-1 0 0,0 0 1 0 0,1 1 0 0 0,3 1 0 0 0,9 5 0 0 0,1-2-1 0 0,0 1 1 0 0,1-2-1 0 0,0 0 1 0 0,-1-1-1 0 0,2-1 1 0 0,-1-1 0 0 0,29 3-1 0 0,-1-4 21 0 0,0-1 0 0 0,51-6 0 0 0,-80 3-21 0 0,-1-1 1 0 0,1 0-1 0 0,-1-2 0 0 0,0 1 0 0 0,0-2 1 0 0,-1 0-1 0 0,0 0 0 0 0,0-2 0 0 0,0 0 0 0 0,20-15 1 0 0,-29 18 7 0 0,0-1 1 0 0,0 0 0 0 0,0 1 0 0 0,-1-2 0 0 0,1 1 0 0 0,-2 0 0 0 0,1-1 0 0 0,-1 0-1 0 0,0 0 1 0 0,0 0 0 0 0,-1 0 0 0 0,1 0 0 0 0,-2 0 0 0 0,1-1 0 0 0,-1 1-1 0 0,0-1 1 0 0,-1 1 0 0 0,0-1 0 0 0,0 1 0 0 0,-1-1 0 0 0,1 1 0 0 0,-3-9 0 0 0,1 7-2 0 0,-1 1 0 0 0,1-1 0 0 0,-1 1 0 0 0,-1-1 0 0 0,0 1 0 0 0,0 0 1 0 0,0 0-1 0 0,-1 0 0 0 0,0 1 0 0 0,-1 0 0 0 0,0 0 0 0 0,0 0 0 0 0,0 1 1 0 0,-1-1-1 0 0,0 2 0 0 0,0-1 0 0 0,-16-8 0 0 0,4 5-31 0 0,0 2 1 0 0,0 0-1 0 0,-1 1 0 0 0,0 1 0 0 0,-1 1 1 0 0,1 1-1 0 0,-34-1 0 0 0,-4 2-780 0 0,-78 9 1 0 0,25 8-2360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7:33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638 105 1281 0 0,'-27'-6'2302'0'0,"18"3"-1728"0"0,0 1 1 0 0,1 0 0 0 0,-1 0 0 0 0,-9 1-1 0 0,-93-1-34 0 0,39 0-186 0 0,0 4-1 0 0,-95 13 1 0 0,157-14-340 0 0,-1 2 1 0 0,1-1-1 0 0,0 1 1 0 0,0 1-1 0 0,0 0 1 0 0,0 0-1 0 0,0 1 1 0 0,1 0-1 0 0,0 1 1 0 0,0 0-1 0 0,-12 11 0 0 0,20-14-12 0 0,0 0 0 0 0,0 0-1 0 0,0 1 1 0 0,0-1-1 0 0,1 0 1 0 0,-1 1-1 0 0,1-1 1 0 0,0 0 0 0 0,0 1-1 0 0,0-1 1 0 0,0 1-1 0 0,1-1 1 0 0,-1 0-1 0 0,1 1 1 0 0,0-1 0 0 0,2 6-1 0 0,0-5 4 0 0,1-1 0 0 0,-1 0 0 0 0,0 0 0 0 0,1 0 0 0 0,-1-1 0 0 0,1 1-1 0 0,0-1 1 0 0,0 0 0 0 0,0 0 0 0 0,0 0 0 0 0,1 0 0 0 0,6 1 0 0 0,9 4-16 0 0,22 12-3 0 0,-11-5 3 0 0,0-1 1 0 0,1-1 0 0 0,0-2-1 0 0,44 8 1 0 0,-36-12 10 0 0,61 2 0 0 0,-87-8 0 0 0,0 0 0 0 0,0-1 0 0 0,-1 0 0 0 0,1-1 0 0 0,0-1 0 0 0,-1 0 0 0 0,1-1 0 0 0,15-6 0 0 0,-23 6 4 0 0,0 0 1 0 0,0 0-1 0 0,0 0 1 0 0,0-1-1 0 0,-1 0 0 0 0,1 0 1 0 0,-1 0-1 0 0,0-1 1 0 0,-1 0-1 0 0,0 0 1 0 0,0 0-1 0 0,0 0 1 0 0,0-1-1 0 0,-1 1 0 0 0,0-1 1 0 0,-1 0-1 0 0,4-12 1 0 0,-5 13 2 0 0,1 0 0 0 0,-1 1 1 0 0,0-1-1 0 0,-1 0 0 0 0,0 0 0 0 0,0 0 1 0 0,0 0-1 0 0,0 0 0 0 0,-1 0 1 0 0,0 0-1 0 0,-1 1 0 0 0,1-1 0 0 0,-1 0 1 0 0,0 1-1 0 0,0-1 0 0 0,-1 1 1 0 0,1-1-1 0 0,-1 1 0 0 0,-1 0 0 0 0,1 0 1 0 0,-8-8-1 0 0,1 5 42 0 0,0 0-1 0 0,0 1 1 0 0,-1 0 0 0 0,0 0-1 0 0,0 1 1 0 0,-20-7 0 0 0,-1 1 21 0 0,-47-10-1 0 0,68 20-126 0 0,-1 0 1 0 0,1 0-1 0 0,-1 2 0 0 0,0-1 1 0 0,1 1-1 0 0,-1 1 0 0 0,0 0 1 0 0,1 1-1 0 0,-1 0 0 0 0,1 1 0 0 0,-1 0 1 0 0,1 1-1 0 0,0 0 0 0 0,1 1 1 0 0,-1 0-1 0 0,1 0 0 0 0,0 1 1 0 0,0 1-1 0 0,-12 10 0 0 0,18-14-141 0 0,0 0 0 0 0,1 0 0 0 0,0 1 0 0 0,-1-1-1 0 0,1 1 1 0 0,-3 5 0 0 0,2 14-2403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8:06.2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768 103 1201 0 0,'0'0'1920'0'0,"0"1"-1819"0"0,0-1 0 0 0,0 0 0 0 0,0 0 0 0 0,0 1 0 0 0,-1-1 0 0 0,1 0 0 0 0,0 0 0 0 0,0 1 0 0 0,0-1 0 0 0,0 0 0 0 0,0 0-1 0 0,0 1 1 0 0,0-1 0 0 0,0 0 0 0 0,0 1 0 0 0,0-1 0 0 0,0 0 0 0 0,0 0 0 0 0,0 1 0 0 0,0-1 0 0 0,0 0 0 0 0,0 1-1 0 0,1-1 1 0 0,-1 0 0 0 0,0 0 0 0 0,0 1 0 0 0,0-1 0 0 0,0 0 0 0 0,0 0 0 0 0,1 0 0 0 0,-1 1 0 0 0,0-1 0 0 0,0 0 0 0 0,0 0-1 0 0,1 0 1 0 0,-1 1 0 0 0,0-1 0 0 0,0 0 0 0 0,1 0 0 0 0,-1 0 0 0 0,0 0 0 0 0,0 0 0 0 0,1 0 0 0 0,-1 0 0 0 0,1 1 0 0 0,2-1-83 0 0,-3 0-9 0 0,1 0 0 0 0,-1 0-1 0 0,1 0 1 0 0,0 0 0 0 0,-1 0 0 0 0,1 0 0 0 0,0 0-1 0 0,-1 0 1 0 0,1 0 0 0 0,-1 0 0 0 0,1 0-1 0 0,0 0 1 0 0,-1 0 0 0 0,1 0 0 0 0,0 0 0 0 0,-1-1-1 0 0,1 1 1 0 0,-1 0 0 0 0,1-1 0 0 0,-1 1-1 0 0,1 0 1 0 0,-1-1 0 0 0,1 1 0 0 0,-1-1 0 0 0,1 1-1 0 0,-1 0 1 0 0,1-1 0 0 0,-1 1 0 0 0,1-1-1 0 0,-1 1 1 0 0,0-1 0 0 0,0 0 0 0 0,1 1 0 0 0,-1-1-1 0 0,0 1 1 0 0,0-1 0 0 0,1 0 0 0 0,-1 1-1 0 0,0-1 1 0 0,0 1 0 0 0,0-1 0 0 0,0 0 0 0 0,0 1-1 0 0,0-2 1 0 0,-4 1 44 0 0,-41-5-39 0 0,40 4-7 0 0,6 1 12 0 0,-2-2 17 0 0,-21-3-18 0 0,18 3-11 0 0,4 1 46 0 0,-22-3-33 0 0,21 4-20 0 0,0 0 0 0 0,1 0 0 0 0,-1 0 0 0 0,1 0 0 0 0,-1 0 0 0 0,1 0 0 0 0,0 0 0 0 0,-1 0 0 0 0,1 0 0 0 0,0 0 0 0 0,0 0 0 0 0,0 0 0 0 0,0 0 0 0 0,-1 0 0 0 0,1 0 0 0 0,1-1 0 0 0,-1 1 0 0 0,0 0 0 0 0,0-1 0 0 0,0-15 0 0 0,-4 12 13 0 0,-14 5 41 0 0,9 4-54 0 0,-9-3-40 0 0,10-1 80 0 0,-15-1-27 0 0,1-4 0 0 0,12 1 0 0 0,0 0-1 0 0,0 1 1 0 0,0 1-1 0 0,-16-3 1 0 0,3 1-9 0 0,18 2-4 0 0,-2 2 0 0 0,-25 8 0 0 0,5 2 0 0 0,27-9 0 0 0,0-1 0 0 0,-1 0 0 0 0,1 0 0 0 0,0 0 0 0 0,0 0 0 0 0,0 0 0 0 0,-1 0 0 0 0,1 0 0 0 0,0 0 0 0 0,0 0 0 0 0,0 1 0 0 0,-1-1 0 0 0,1 0 0 0 0,0 0 0 0 0,0 0 0 0 0,0 0 0 0 0,0 0 0 0 0,0 1 0 0 0,-1-1 0 0 0,1 0 0 0 0,0 0 0 0 0,0 0 0 0 0,0 1 0 0 0,0-1 0 0 0,0 0 0 0 0,0 0 0 0 0,0 0 0 0 0,0 1 0 0 0,0-1 0 0 0,0 0 0 0 0,0 0 0 0 0,0 1 0 0 0,0-1 0 0 0,0 0 0 0 0,0 0 0 0 0,0 0 0 0 0,0 1 0 0 0,0-1 0 0 0,0 0 0 0 0,0 0 0 0 0,0 0 0 0 0,0 1 0 0 0,0-1 0 0 0,0 0 0 0 0,1 1 0 0 0,-2 5 0 0 0,-22-4 0 0 0,-24-4 38 0 0,-75-13 0 0 0,52 5 33 0 0,48 8-45 0 0,18-2 41 0 0,-1 4 0 0 0,-30 6-53 0 0,29-5-16 0 0,-24 14 16 0 0,21-2 53 0 0,6-11-76 0 0,1-2 12 0 0,1 1 0 0 0,0 0 0 0 0,0 0 0 0 0,0-1 0 0 0,-1 1 0 0 0,1 0 0 0 0,0 0 0 0 0,0 0 0 0 0,0 0 0 0 0,0 0 1 0 0,1 1-1 0 0,-1-1 0 0 0,0 0 0 0 0,0 0 0 0 0,1 0 0 0 0,-1 1 0 0 0,1-1 0 0 0,-1 0 0 0 0,1 1 0 0 0,-1-1 0 0 0,1 1 1 0 0,0-1-1 0 0,0 0 0 0 0,-1 1 0 0 0,1-1 0 0 0,0 1 0 0 0,1-1 0 0 0,-1 3 0 0 0,-4 1-16 0 0,2-4 9 0 0,-9 5-46 0 0,24-2 50 0 0,-14-4 2 0 0,1 0-1 0 0,0 0 0 0 0,0 0 0 0 0,0 0 0 0 0,0 0 1 0 0,0 0-1 0 0,0 0 0 0 0,-1 0 0 0 0,1 0 0 0 0,0 0 1 0 0,0 1-1 0 0,0-1 0 0 0,0 0 0 0 0,0 0 0 0 0,0 0 1 0 0,0 0-1 0 0,0 0 0 0 0,0 0 0 0 0,0 1 0 0 0,-1-1 0 0 0,1 0 1 0 0,0 0-1 0 0,0 0 0 0 0,0 0 0 0 0,0 0 0 0 0,0 1 1 0 0,0-1-1 0 0,0 0 0 0 0,0 0 0 0 0,0 0 0 0 0,0 0 1 0 0,0 0-1 0 0,0 1 0 0 0,0-1 0 0 0,0 0 0 0 0,1 0 1 0 0,-1 0-1 0 0,0 0 0 0 0,0 0 0 0 0,0 0 0 0 0,0 1 0 0 0,0-1 1 0 0,0 0-1 0 0,0 0 0 0 0,0 0 0 0 0,0 0 0 0 0,0 0 1 0 0,1 0-1 0 0,-1 0 0 0 0,0 0 0 0 0,0 1 0 0 0,0-1 1 0 0,0 0-1 0 0,0 0 0 0 0,1 0 0 0 0,-8 2 0 0 0,-4 4-4 0 0,10-4 3 0 0,0 0 0 0 0,0 0 1 0 0,1 0-1 0 0,-1 0 0 0 0,1 0 0 0 0,-1 1 0 0 0,1-1 1 0 0,0 0-1 0 0,0 0 0 0 0,0 3 0 0 0,4 20 0 0 0,6-17 0 0 0,-1-2 0 0 0,-9-6 0 0 0,0 0 0 0 0,1 1 0 0 0,-1-1 0 0 0,1 0 0 0 0,-1 0 0 0 0,0 1 0 0 0,1-1 0 0 0,-1 0 0 0 0,0 1 0 0 0,1-1 0 0 0,-1 0 0 0 0,0 1 0 0 0,0-1 0 0 0,1 1 0 0 0,-1-1 0 0 0,0 1 0 0 0,0-1 0 0 0,0 0 0 0 0,0 1 0 0 0,0-1 0 0 0,1 1 0 0 0,-1-1 0 0 0,0 1 0 0 0,0-1 0 0 0,0 1 0 0 0,0-1 0 0 0,0 1 0 0 0,0-1 0 0 0,0 1 0 0 0,-1-1 0 0 0,1 0 0 0 0,0 1 0 0 0,0-1 0 0 0,-1 2 0 0 0,-12 9 0 0 0,12-10 0 0 0,0-1 0 0 0,0 1 0 0 0,0-1 0 0 0,0 1 0 0 0,0-1 0 0 0,1 1 0 0 0,-1 0 0 0 0,0-1 0 0 0,0 1 0 0 0,1 0 0 0 0,-1 0 0 0 0,0-1 0 0 0,1 1 0 0 0,-1 0 0 0 0,1 0 0 0 0,-1 0 0 0 0,0 1 0 0 0,1 99 67 0 0,0-101-68 0 0,0 1 0 0 0,0 0 1 0 0,0-1-1 0 0,0 1 0 0 0,1 0 0 0 0,-1-1 1 0 0,0 1-1 0 0,0 0 0 0 0,0-1 0 0 0,0 1 1 0 0,1 0-1 0 0,-1-1 0 0 0,0 1 0 0 0,1-1 1 0 0,-1 1-1 0 0,0-1 0 0 0,1 1 0 0 0,-1 0 1 0 0,1-1-1 0 0,-1 0 0 0 0,1 1 0 0 0,-1-1 1 0 0,1 1-1 0 0,-1-1 0 0 0,1 0 1 0 0,0 1-1 0 0,-1-1 0 0 0,1 0 0 0 0,-1 1 1 0 0,1-1-1 0 0,0 0 0 0 0,0 0 0 0 0,0 0 0 0 0,0 1 0 0 0,-1-1-1 0 0,1 0 1 0 0,0 0 0 0 0,-1 1 0 0 0,1-1-1 0 0,0 0 1 0 0,-1 1 0 0 0,1-1 0 0 0,0 0-1 0 0,-1 1 1 0 0,1-1 0 0 0,-1 1-1 0 0,1-1 1 0 0,-1 1 0 0 0,1-1 0 0 0,-1 1-1 0 0,0 0 1 0 0,1-1 0 0 0,-1 1-1 0 0,0-1 1 0 0,1 1 0 0 0,-1 0 0 0 0,0-1-1 0 0,0 1 1 0 0,1 0 0 0 0,-1 0 0 0 0,0-1-1 0 0,0 1 1 0 0,0 0 0 0 0,0-1-1 0 0,0 2 1 0 0,0 0 1 0 0,-1 0 0 0 0,1-1 0 0 0,0 1 0 0 0,0 0 0 0 0,0 0 0 0 0,0-1 0 0 0,1 1 0 0 0,-1 0 0 0 0,0 0 0 0 0,1-1 0 0 0,-1 1 0 0 0,1 0 0 0 0,0-1 0 0 0,-1 1 0 0 0,1-1 0 0 0,0 1 0 0 0,0-1 0 0 0,0 1 0 0 0,0-1 0 0 0,0 0 0 0 0,0 1 0 0 0,0-1 0 0 0,1 0 0 0 0,-1 0 0 0 0,0 0 0 0 0,1 0 0 0 0,-1 0 0 0 0,3 1 0 0 0,-3-2 1 0 0,-1 1 0 0 0,0-1 0 0 0,1 0 0 0 0,-1 1 0 0 0,1-1 0 0 0,-1 0-1 0 0,0 1 1 0 0,1-1 0 0 0,-1 1 0 0 0,0-1 0 0 0,0 1 0 0 0,1-1 0 0 0,-1 1 0 0 0,0-1 0 0 0,0 0 0 0 0,0 1-1 0 0,1-1 1 0 0,-1 1 0 0 0,0-1 0 0 0,0 1 0 0 0,0 0 0 0 0,0-1 0 0 0,0 1 0 0 0,0-1 0 0 0,0 1-1 0 0,0-1 1 0 0,0 1 0 0 0,0-1 0 0 0,0 1 0 0 0,-1 0 0 0 0,1-1 0 0 0,0 1 0 0 0,0-1-1 0 0,-1 1 1 0 0,1-1 0 0 0,0 0 0 0 0,0 1 0 0 0,0-1-1 0 0,0 1 1 0 0,0-1 0 0 0,0 1 0 0 0,0-1 0 0 0,0 0-1 0 0,0 1 1 0 0,0-1 0 0 0,1 1 0 0 0,-1-1 0 0 0,0 0-1 0 0,0 1 1 0 0,0-1 0 0 0,0 1 0 0 0,0-1 0 0 0,1 0-1 0 0,-1 1 1 0 0,0-1 0 0 0,0 0 0 0 0,1 1 0 0 0,-1-1-1 0 0,0 0 1 0 0,1 1 0 0 0,-1-1 0 0 0,1 1-1 0 0,6 1-9 0 0,-7-2 8 0 0,1 0 0 0 0,0 0-1 0 0,-1 0 1 0 0,1 0 0 0 0,0 1-1 0 0,-1-1 1 0 0,1 0 0 0 0,0 0-1 0 0,-1 1 1 0 0,1-1 0 0 0,0 0-1 0 0,-1 1 1 0 0,1-1 0 0 0,-1 1-1 0 0,1-1 1 0 0,-1 0 0 0 0,1 1-1 0 0,-1 0 1 0 0,1-1 0 0 0,-1 1-1 0 0,1-1 1 0 0,-1 1 0 0 0,0-1-1 0 0,1 1 1 0 0,-1 0 0 0 0,0-1-1 0 0,0 1 1 0 0,1 0 0 0 0,-1-1-1 0 0,0 1 1 0 0,0 0-1 0 0,0 0 1 0 0,0 0 1 0 0,0 0 0 0 0,0 0 0 0 0,0-1 0 0 0,1 1 1 0 0,-1 0-1 0 0,0-1 0 0 0,0 1 0 0 0,0 0 0 0 0,1-1 0 0 0,-1 1 0 0 0,0 0 0 0 0,0-1 0 0 0,1 1 0 0 0,-1-1 0 0 0,1 1 0 0 0,-1-1 1 0 0,1 1-1 0 0,-1-1 0 0 0,1 1 0 0 0,-1-1 0 0 0,1 1 0 0 0,-1-1 0 0 0,1 1 0 0 0,-1-1 0 0 0,1 0 0 0 0,0 1 0 0 0,-1-1 0 0 0,1 0 1 0 0,0 0-1 0 0,-1 1 0 0 0,1-1 0 0 0,1 0 0 0 0,-2 0-2 0 0,1 0 0 0 0,0 0-1 0 0,-1 0 1 0 0,1 0 0 0 0,-1 1 0 0 0,1-1 0 0 0,-1 0-1 0 0,1 0 1 0 0,-1 0 0 0 0,1 1 0 0 0,-1-1 0 0 0,1 0 0 0 0,-1 1-1 0 0,0-1 1 0 0,1 0 0 0 0,-1 1 0 0 0,1-1 0 0 0,-1 1 0 0 0,0-1-1 0 0,1 0 1 0 0,-1 1 0 0 0,0-1 0 0 0,1 1 0 0 0,-1-1 0 0 0,0 1-1 0 0,0-1 1 0 0,0 1 0 0 0,1-1 0 0 0,-1 1 0 0 0,0 0 0 0 0,0 0-1 0 0,4 4-10 0 0,14 1 13 0 0,-18-6 0 0 0,0 0 0 0 0,0 0 0 0 0,0 0 0 0 0,0 0 0 0 0,-1 0 0 0 0,1 0 0 0 0,0 0 0 0 0,0 0 0 0 0,0 0 0 0 0,0 0 0 0 0,0 0 0 0 0,0 0 0 0 0,-1 0 0 0 0,1 1 0 0 0,0-1 0 0 0,0 0 0 0 0,0 0 0 0 0,0 0 0 0 0,0 0 0 0 0,0 0 0 0 0,0 0 0 0 0,0 0 0 0 0,0 1 0 0 0,0-1 0 0 0,0 0 0 0 0,-1 0 0 0 0,1 0 0 0 0,0 0 0 0 0,0 0 0 0 0,0 0 0 0 0,0 1 0 0 0,0-1 0 0 0,0 0 0 0 0,0 0 0 0 0,0 0 0 0 0,0 0 0 0 0,0 0 0 0 0,0 1 0 0 0,0-1 0 0 0,0 0 0 0 0,0 0 0 0 0,1 0 0 0 0,-1 0 0 0 0,0 0 0 0 0,0 0 0 0 0,0 1 0 0 0,0-1 0 0 0,0 0 0 0 0,0 0 0 0 0,0 0 0 0 0,0 0 0 0 0,0 0 0 0 0,0 0 0 0 0,0 0 0 0 0,1 0 0 0 0,-1 1 0 0 0,0-1 0 0 0,0 0 0 0 0,0 0 0 0 0,0 0 0 0 0,0 0 0 0 0,0 0 0 0 0,1 0 0 0 0,-1 0 0 0 0,0 0 0 0 0,0 0 0 0 0,-1 0 0 0 0,-1 1 0 0 0,1-1 0 0 0,0 1 0 0 0,-1 0 0 0 0,1-1 0 0 0,0 1 0 0 0,0 0 0 0 0,-1 0 0 0 0,1 0 0 0 0,0 0 0 0 0,0 0 0 0 0,0 0 0 0 0,0 0 0 0 0,-1 2 0 0 0,-1 27 0 0 0,3-29 0 0 0,0 0 0 0 0,0-1 0 0 0,0 1 0 0 0,0-1 0 0 0,1 1 0 0 0,-1-1 0 0 0,0 1 0 0 0,0-1 0 0 0,1 1 0 0 0,-1-1 0 0 0,0 1 0 0 0,0-1 0 0 0,1 0 0 0 0,-1 1 0 0 0,0-1 0 0 0,1 1 0 0 0,-1-1 0 0 0,1 0 0 0 0,-1 1 0 0 0,1-1 0 0 0,-1 0 0 0 0,0 1 0 0 0,1-1 0 0 0,-1 0 0 0 0,1 0 0 0 0,0 1 0 0 0,-1-1 0 0 0,1 0 0 0 0,-1 0 0 0 0,2 0 0 0 0,-2 0 0 0 0,1 0 0 0 0,0 1 0 0 0,0-1 0 0 0,-1 0 0 0 0,1 0 0 0 0,0 1 0 0 0,-1-1 0 0 0,1 0 0 0 0,0 1 0 0 0,-1-1 0 0 0,1 1 0 0 0,-1-1 0 0 0,1 1 0 0 0,0-1 0 0 0,-1 1 0 0 0,1-1 0 0 0,-1 1 0 0 0,1-1 0 0 0,-1 1 0 0 0,0 0 0 0 0,1-1 0 0 0,-1 1 0 0 0,0 0 0 0 0,1-1 0 0 0,-1 1 0 0 0,0 0 0 0 0,0 0 0 0 0,0-1 0 0 0,1 1 0 0 0,-1 0 0 0 0,0 0 0 0 0,0 0 0 0 0,3 33 0 0 0,-2-33 0 0 0,0 1 0 0 0,0 0 0 0 0,-1-1 0 0 0,1 1 0 0 0,1-1 0 0 0,-1 0 0 0 0,0 1 0 0 0,0-1 0 0 0,0 0 0 0 0,1 0 0 0 0,-1 1 0 0 0,1-1 0 0 0,2 1 0 0 0,-4-2 0 0 0,1 1 0 0 0,-1-1-1 0 0,0 0 1 0 0,1 1 0 0 0,-1-1-1 0 0,0 0 1 0 0,1 0 0 0 0,-1 1 0 0 0,0-1-1 0 0,0 1 1 0 0,1-1 0 0 0,-1 0-1 0 0,0 1 1 0 0,0-1 0 0 0,1 1 0 0 0,-1-1-1 0 0,0 0 1 0 0,0 1 0 0 0,0-1-1 0 0,0 1 1 0 0,0-1 0 0 0,0 1 0 0 0,0-1-1 0 0,0 1 1 0 0,0-1 0 0 0,0 0-1 0 0,0 1 1 0 0,0-1 0 0 0,0 1 0 0 0,0-1-1 0 0,0 1 1 0 0,-1-1 0 0 0,1 1-1 0 0,0-1 1 0 0,0 0 0 0 0,0 1 0 0 0,-1-1-1 0 0,1 0 1 0 0,0 1 0 0 0,0-1-1 0 0,-1 0 1 0 0,1 1 0 0 0,0-1 0 0 0,-1 0-1 0 0,1 1 1 0 0,-1-1 0 0 0,0 0 0 0 0,0 0 1 0 0,0 0-1 0 0,1 0 0 0 0,-1 0 1 0 0,0 0-1 0 0,0 0 1 0 0,1 0-1 0 0,-1 0 0 0 0,0 1 1 0 0,0-1-1 0 0,0 0 1 0 0,1 0-1 0 0,-1 1 0 0 0,0-1 1 0 0,1 0-1 0 0,-1 1 1 0 0,0-1-1 0 0,1 1 0 0 0,-1-1 1 0 0,0 1-1 0 0,1-1 1 0 0,-1 1-1 0 0,1-1 0 0 0,-1 1 1 0 0,1 0-1 0 0,-1-1 1 0 0,0 2-1 0 0,-1 28-49 0 0,2-20 33 0 0,0 142 83 0 0,4-147-67 0 0,14-5 13 0 0,-14 0 188 0 0,1 1-241 0 0,18 8-40 0 0,-22 1 87 0 0,-3-1 52 0 0,0-7-59 0 0,26 7 0 0 0,-19-4 14 0 0,-5-4-16 0 0,0-1 1 0 0,0 0-1 0 0,0 1 1 0 0,0-1-1 0 0,0 1 1 0 0,0-1 0 0 0,0 1-1 0 0,0-1 1 0 0,1 0-1 0 0,-1 1 1 0 0,0-1 0 0 0,0 0-1 0 0,0 1 1 0 0,1-1-1 0 0,-1 0 1 0 0,0 1 0 0 0,1-1-1 0 0,-1 0 1 0 0,0 1-1 0 0,1-1 1 0 0,-1 0 0 0 0,0 0-1 0 0,1 1 1 0 0,-1-1-1 0 0,0 0 1 0 0,1 0-1 0 0,-1 0 1 0 0,1 0 0 0 0,-1 0-1 0 0,0 1 1 0 0,1-1-1 0 0,-1 0 1 0 0,1 0 0 0 0,-1 0-1 0 0,1 0 1 0 0,-1 0-1 0 0,0 0 1 0 0,2 0 0 0 0,-2-1 2 0 0,1 1 0 0 0,-1 0 1 0 0,1 0-1 0 0,-1 0 0 0 0,1 0 1 0 0,-1 0-1 0 0,1 1 0 0 0,0-1 1 0 0,-1 0-1 0 0,1 0 0 0 0,-1 0 1 0 0,1 0-1 0 0,-1 1 0 0 0,1-1 1 0 0,-1 0-1 0 0,1 0 0 0 0,-1 1 1 0 0,1-1-1 0 0,-1 0 0 0 0,0 1 1 0 0,1-1-1 0 0,-1 1 0 0 0,0-1 1 0 0,1 0-1 0 0,-1 1 0 0 0,0-1 1 0 0,1 1-1 0 0,-1-1 0 0 0,0 1 1 0 0,0-1-1 0 0,1 1 0 0 0,-1-1 1 0 0,0 1-1 0 0,0-1 0 0 0,0 1 1 0 0,0 0-1 0 0,0-1 1 0 0,0 1-1 0 0,0-1 0 0 0,0 1 1 0 0,5 4 51 0 0,13 1-26 0 0,-14-1 13 0 0,0-10-94 0 0,50-17 54 0 0,-32 16 0 0 0,20 2 0 0 0,-36 2 0 0 0,3-3 0 0 0,10 0 0 0 0,2 4 14 0 0,-12 1 39 0 0,-1 1-34 0 0,0-1 0 0 0,0 0 0 0 0,0 0 0 0 0,0-1 0 0 0,0 0 1 0 0,0-1-1 0 0,0 0 0 0 0,12-4 0 0 0,-2-1-4 0 0,2-1 31 0 0,-17 6-43 0 0,1 0 0 0 0,0 0 0 0 0,0 1 0 0 0,0 0 0 0 0,-1-1-1 0 0,8 0 1 0 0,24-1-53 0 0,38 3-1 0 0,-60 0 54 0 0,-1 1 0 0 0,1 0 0 0 0,-1 1 0 0 0,0 1 0 0 0,0 0 0 0 0,15 6 0 0 0,-16-3 18 0 0,-5-5-3 0 0,35 2 37 0 0,2 2-28 0 0,-16-1-14 0 0,0-2 0 0 0,36-1 0 0 0,43-4-13 0 0,-62 6 0 0 0,41-3 0 0 0,-76 2 0 0 0,35-4 0 0 0,40-14 0 0 0,-61 15 0 0 0,57-4 0 0 0,-54 6-13 0 0,1 1-19 0 0,45 10 0 0 0,-37-5 29 0 0,17 5 3 0 0,1-2 0 0 0,-30-10-13 0 0,3 0-40 0 0,49 5 39 0 0,-43-3 14 0 0,-4-1 27 0 0,0 1 0 0 0,49 11-1 0 0,3 5-26 0 0,-49-8 0 0 0,-8-10 0 0 0,3 0 0 0 0,27-5 0 0 0,-24 0 0 0 0,-26 5 0 0 0,14-1-13 0 0,-8 0-40 0 0,-2 0 40 0 0,0 0 0 0 0,0 0 0 0 0,-1-1 0 0 0,1 0 0 0 0,-1 0 0 0 0,13-6 0 0 0,-11 3 10 0 0,15-6 22 0 0,-14 6-20 0 0,1 0-1 0 0,-1 1 1 0 0,19-5 0 0 0,-1 21-13 0 0,-27-11 14 0 0,1-1 0 0 0,-1 0 0 0 0,0 1 0 0 0,1-1 0 0 0,-1 0 0 0 0,0 1 0 0 0,1-1 0 0 0,-1 0 0 0 0,0 1 0 0 0,1-1 0 0 0,-1 1 0 0 0,0-1 0 0 0,0 1 0 0 0,1-1 0 0 0,-1 0 0 0 0,0 1 0 0 0,0-1 0 0 0,0 1 0 0 0,0-1 0 0 0,0 1 0 0 0,0-1 0 0 0,0 1 0 0 0,0-1 0 0 0,0 1 0 0 0,0-1 0 0 0,0 1 0 0 0,0-1 0 0 0,0 1 0 0 0,0-1 0 0 0,-1 1 0 0 0,1 2 0 0 0,5 2 0 0 0,-5-4 0 0 0,1 0 0 0 0,0-1 0 0 0,0 1 0 0 0,0-1 0 0 0,0 1 0 0 0,0-1 0 0 0,0 0 0 0 0,0 1 0 0 0,0-1 0 0 0,0 0 0 0 0,0 0 0 0 0,0 0 0 0 0,0 0 0 0 0,0 0 0 0 0,0 0 0 0 0,0 0 0 0 0,0 0 0 0 0,0 0 0 0 0,0 0 0 0 0,0 0 0 0 0,2-1 0 0 0,-4-3 0 0 0,1 4 0 0 0,0 0 0 0 0,0-1 0 0 0,0 1 0 0 0,0 0 0 0 0,0-1 0 0 0,0 1 0 0 0,1 0 0 0 0,-1-1 0 0 0,0 1 0 0 0,0 0 0 0 0,0-1 0 0 0,0 1 0 0 0,1 0 0 0 0,-1 0 0 0 0,0-1 0 0 0,0 1 0 0 0,1 0 0 0 0,-1 0 0 0 0,0-1 0 0 0,1 1 0 0 0,-1 0 0 0 0,0 0 0 0 0,1 0 0 0 0,-1 0 0 0 0,0-1 0 0 0,1 1 0 0 0,-1 0 0 0 0,0 0 0 0 0,1 0 0 0 0,-1 0 0 0 0,0 0 0 0 0,1 0 0 0 0,-1 0 0 0 0,0 0 0 0 0,1 0 0 0 0,-1 0 0 0 0,0 0 0 0 0,1 0 0 0 0,0 0 0 0 0,-1 0 0 0 0,1 0 0 0 0,-1 1 0 0 0,1-1 0 0 0,0 0 0 0 0,-1 0 0 0 0,1 0 0 0 0,-1-1 0 0 0,1 1 0 0 0,-1 0 0 0 0,1 0 0 0 0,0 0 0 0 0,-1 0 0 0 0,1 0 0 0 0,-1-1 0 0 0,1 1 0 0 0,-1 0 0 0 0,1 0 0 0 0,-1-1 0 0 0,1 1 0 0 0,-1-1 0 0 0,0 1 0 0 0,1 0 0 0 0,-1-1 0 0 0,1 1 0 0 0,-1-1 0 0 0,0 1 0 0 0,1-1 0 0 0,-1 1 0 0 0,0-1 0 0 0,0 1 0 0 0,1-1 0 0 0,-1 1 0 0 0,0-1 0 0 0,0 1 0 0 0,0-1 0 0 0,0 1 0 0 0,1-1 0 0 0,-1 1 0 0 0,0-1 0 0 0,0 0 0 0 0,0 1 0 0 0,0-2 0 0 0,0 2 0 0 0,0-1 0 0 0,0 1 0 0 0,0-1 0 0 0,0 1 0 0 0,1 0 0 0 0,-1-1 0 0 0,0 1 0 0 0,0-1 0 0 0,1 1 0 0 0,-1 0 0 0 0,0-1 0 0 0,1 1 0 0 0,-1-1 0 0 0,1 1 0 0 0,-1 0 0 0 0,0 0 0 0 0,1-1 0 0 0,-1 1 0 0 0,1 0 0 0 0,-1 0 0 0 0,1-1 0 0 0,-1 1 0 0 0,1 0 0 0 0,-1 0 0 0 0,1 0 0 0 0,-1 0 0 0 0,1 0 0 0 0,-1 0 0 0 0,1 0 0 0 0,-1 0 0 0 0,1 0 0 0 0,0 0 0 0 0,-1 0 0 0 0,1 0 0 0 0,-1 0 0 0 0,1 0 0 0 0,-1 0 0 0 0,1 0 0 0 0,-1 0 0 0 0,1 0 0 0 0,-1 0 0 0 0,1 0 0 0 0,-1 0 0 0 0,1-1 0 0 0,-1 1 0 0 0,1 0 0 0 0,-1 0 0 0 0,1 0 0 0 0,-1-1 0 0 0,0 1 0 0 0,1 0 0 0 0,-1 0 0 0 0,1-1 0 0 0,-1 1 0 0 0,0 0 0 0 0,1-1 0 0 0,-1 1 0 0 0,0-1 0 0 0,1 1 0 0 0,-1 0 0 0 0,0-1 0 0 0,0 1 0 0 0,1-1 0 0 0,-1 1 0 0 0,0-2 0 0 0,1 1 0 0 0,0 1 0 0 0,-1-1 0 0 0,1 0 0 0 0,0 0 0 0 0,0 0 0 0 0,-1 1 0 0 0,1-1 0 0 0,0 0 0 0 0,0 1 0 0 0,0-1 0 0 0,0 1 0 0 0,0-1 0 0 0,0 1 0 0 0,0-1 0 0 0,0 1 0 0 0,0 0 0 0 0,1-1 0 0 0,0 1 0 0 0,1-1 0 0 0,51-25-13 0 0,-54 26 13 0 0,0 0 1 0 0,1 0 0 0 0,-1-1-1 0 0,1 1 1 0 0,-1 0-1 0 0,0 0 1 0 0,1-1-1 0 0,-1 1 1 0 0,0 0-1 0 0,0-1 1 0 0,1 1-1 0 0,-1 0 1 0 0,0-1-1 0 0,0 1 1 0 0,0 0-1 0 0,1-1 1 0 0,-1 1-1 0 0,0 0 1 0 0,0-1-1 0 0,0 1 1 0 0,0-1 0 0 0,0 1-1 0 0,0 0 1 0 0,0-1-1 0 0,0 1 1 0 0,0-1-1 0 0,4-8-1 0 0,18-2 1 0 0,-19 10 0 0 0,0 0 0 0 0,-1 0 0 0 0,1 0 0 0 0,0-1 0 0 0,0 1 0 0 0,0-1 0 0 0,-1 0 0 0 0,1 0 0 0 0,3-3 0 0 0,2-2 0 0 0,1 1 0 0 0,-1 0 0 0 0,1 1 0 0 0,1 0 0 0 0,14-6 0 0 0,10-5 0 0 0,-23 10 0 0 0,0 2 0 0 0,23-7 0 0 0,-25 8 0 0 0,0 1 0 0 0,-1-1 0 0 0,1-1 0 0 0,11-6 0 0 0,-17 8 0 0 0,-1 1 0 0 0,1 0 1 0 0,-1-1-1 0 0,1 1 0 0 0,0 0 0 0 0,0 0 0 0 0,0 1 0 0 0,-1-1 0 0 0,1 0 0 0 0,0 1 0 0 0,0 0 0 0 0,0 0 0 0 0,3 0 0 0 0,9-1-3 0 0,0 0-1 0 0,0-1 1 0 0,26-7-1 0 0,-40 9 8 0 0,0 0-4 0 0,0 0 0 0 0,0 0 1 0 0,0 0-1 0 0,0 0 1 0 0,0-1-1 0 0,1 1 1 0 0,-1 0-1 0 0,0-1 1 0 0,0 1-1 0 0,0 0 1 0 0,0-1-1 0 0,0 1 1 0 0,0-1-1 0 0,0 0 0 0 0,-1 1 1 0 0,1-1-1 0 0,0 0 1 0 0,0 0-1 0 0,0 1 1 0 0,1-3-1 0 0,-2 3 0 0 0,0 0 0 0 0,0-1 0 0 0,0 1 0 0 0,0-1 0 0 0,0 1 0 0 0,0 0-1 0 0,0-1 1 0 0,1 1 0 0 0,-1-1 0 0 0,0 1 0 0 0,0 0 0 0 0,0-1 0 0 0,1 1 0 0 0,-1 0-1 0 0,0-1 1 0 0,1 1 0 0 0,-1 0 0 0 0,0 0 0 0 0,1-1 0 0 0,-1 1 0 0 0,0 0 0 0 0,1 0-1 0 0,-1 0 1 0 0,0-1 0 0 0,1 1 0 0 0,-1 0 0 0 0,1 0 0 0 0,-1 0 0 0 0,0 0 0 0 0,1 0-1 0 0,-1 0 1 0 0,1 0 0 0 0,-1 0 0 0 0,0 0 0 0 0,1 0 0 0 0,0 0 0 0 0,0 0 2 0 0,-1 0-1 0 0,1 0 1 0 0,-1 0 0 0 0,1 0 0 0 0,-1 0 0 0 0,1 0 0 0 0,0 0-1 0 0,-1 0 1 0 0,1 0 0 0 0,-1-1 0 0 0,1 1 0 0 0,-1 0-1 0 0,1 0 1 0 0,-1-1 0 0 0,1 1 0 0 0,-1 0 0 0 0,1-1 0 0 0,-1 1-1 0 0,1 0 1 0 0,-1-1 0 0 0,1 1 0 0 0,-1 0 0 0 0,0-1 0 0 0,1 1-1 0 0,-1-1 1 0 0,0 1 0 0 0,1-1 0 0 0,-1 1 0 0 0,0-1 0 0 0,0 1-1 0 0,1-1 1 0 0,-1 0 0 0 0,0 1 0 0 0,0-1 0 0 0,0 1 0 0 0,0-1-1 0 0,0 1 1 0 0,0-2 0 0 0,-4-3 25 0 0,-23-1 39 0 0,22 5-66 0 0,-1 0 0 0 0,0 0 0 0 0,1 0 0 0 0,-1 1 0 0 0,0 0 0 0 0,1 0 0 0 0,-7 0 0 0 0,-3-2 0 0 0,-47-25-80 0 0,-9-3 80 0 0,44 13 0 0 0,27 17 1 0 0,-1-1-1 0 0,1 1 0 0 0,0-1 0 0 0,-1 0 0 0 0,1 1 1 0 0,0-1-1 0 0,-1 0 0 0 0,1 1 0 0 0,0-1 0 0 0,0 0 1 0 0,0 1-1 0 0,-1-1 0 0 0,1 0 0 0 0,0 1 0 0 0,0-1 1 0 0,0 0-1 0 0,0 1 0 0 0,0-3 0 0 0,1 3-2 0 0,-1 0-1 0 0,0-1 1 0 0,0 1 0 0 0,0-1-1 0 0,0 1 1 0 0,0-1-1 0 0,0 1 1 0 0,0-1-1 0 0,0 1 1 0 0,0-1-1 0 0,0 1 1 0 0,0-1 0 0 0,-1 1-1 0 0,1-1 1 0 0,0 1-1 0 0,0-1 1 0 0,0 1-1 0 0,0-1 1 0 0,-1 1 0 0 0,1 0-1 0 0,0-1 1 0 0,-1 1-1 0 0,1-1 1 0 0,0 1-1 0 0,-1 0 1 0 0,1-1 0 0 0,0 1-1 0 0,-2-1 1 0 0,1 1 2 0 0,0 0 0 0 0,0 0 0 0 0,0 0 0 0 0,0 0 0 0 0,0 0 0 0 0,0-1 1 0 0,0 1-1 0 0,0 0 0 0 0,0-1 0 0 0,0 1 0 0 0,0-1 0 0 0,0 1 0 0 0,0-1 1 0 0,0 0-1 0 0,1 1 0 0 0,-1-1 0 0 0,0 0 0 0 0,-1-1 0 0 0,-1-26 64 0 0,3 27-64 0 0,-12-9 0 0 0,-2 2 0 0 0,14 7 0 0 0,-1 1 0 0 0,1 0 0 0 0,0 0 0 0 0,0-1 0 0 0,0 1 0 0 0,0 0 0 0 0,0 0 0 0 0,0-1 0 0 0,0 1 0 0 0,-1 0 0 0 0,1-1 0 0 0,0 1 0 0 0,0 0 0 0 0,0-1 0 0 0,0 1 0 0 0,0 0 0 0 0,0 0 0 0 0,0-1 0 0 0,0 1 0 0 0,1 0 0 0 0,-1-1 0 0 0,0 1 0 0 0,0 0 0 0 0,0 0 0 0 0,0-1 0 0 0,0 1 0 0 0,0 0 0 0 0,1 0 0 0 0,-1-1 0 0 0,0 1 0 0 0,0 0 0 0 0,0 0 0 0 0,0-1 0 0 0,1 1 0 0 0,-1 0 0 0 0,0 0 0 0 0,0 0 0 0 0,1 0 0 0 0,-1-1 0 0 0,0 1 0 0 0,0 0 0 0 0,1 0 0 0 0,-1 0 0 0 0,0 0 0 0 0,1 0 0 0 0,31-22 73 0 0,-5 4-71 0 0,0 0 1 0 0,47-21-1 0 0,24-10-2 0 0,-50 27 0 0 0,-46 20 6 0 0,0-6 14 0 0,-2 4 21 0 0,-4 0-28 0 0,-8 2-13 0 0,24 4 0 0 0,-9 0-70 0 0,-2-5-86 0 0,-5-1 156 0 0,-4 3 28 0 0,5 1-25 0 0,0 0 0 0 0,-1 0 0 0 0,1-1 1 0 0,0 1-1 0 0,0-1 0 0 0,0 0 0 0 0,-1 0 0 0 0,1 0 1 0 0,0 0-1 0 0,0-1 0 0 0,-3-1 0 0 0,4 1-3 0 0,0 1 0 0 0,1 0 0 0 0,-1 0 0 0 0,0-1 0 0 0,0 1 0 0 0,0 0 0 0 0,0 1 0 0 0,0-1 0 0 0,0 0 0 0 0,0 1 0 0 0,0-1 0 0 0,-1 1 0 0 0,1-1 0 0 0,0 1 0 0 0,-3 0 0 0 0,-13-4 0 0 0,-53-14 0 0 0,67 13 0 0 0,-1 1 0 0 0,3 4-2 0 0,1 0 0 0 0,0 0 0 0 0,0 1 0 0 0,0-1-1 0 0,1 0 1 0 0,-1 0 0 0 0,0 0 0 0 0,0 0 0 0 0,0-1 0 0 0,0 1 0 0 0,0 0 0 0 0,1 0-1 0 0,-1 0 1 0 0,0-1 0 0 0,0 1 0 0 0,0 0 0 0 0,1-1 0 0 0,-1 1 0 0 0,0-1 0 0 0,0 1-1 0 0,1-1 1 0 0,-1 1 0 0 0,0-1 0 0 0,0 0 0 0 0,1 0 29 0 0,-4-15-81 0 0,-4 12 44 0 0,7 3 12 0 0,0 1 1 0 0,0 0 0 0 0,1 0 0 0 0,-1-1-1 0 0,0 1 1 0 0,0-1 0 0 0,1 1 0 0 0,-1-1-1 0 0,0 1 1 0 0,1-1 0 0 0,-1 0 0 0 0,0 1-1 0 0,1-1 1 0 0,-1 1 0 0 0,1-1 0 0 0,-1 0-1 0 0,1 0 1 0 0,-1 1 0 0 0,1-1 0 0 0,0 0-1 0 0,-1 0 1 0 0,1 0 0 0 0,0 0 0 0 0,0 1-1 0 0,-1-1 1 0 0,1 0 0 0 0,0 0 0 0 0,0 0-1 0 0,0 0 1 0 0,0 0 0 0 0,0 1 0 0 0,1-2-1 0 0,-1 1-3 0 0,-1 0 0 0 0,1 1-1 0 0,0-1 1 0 0,0 1 0 0 0,0-1-1 0 0,0 1 1 0 0,0-1 0 0 0,0 1-1 0 0,-1-1 1 0 0,1 1 0 0 0,0-1-1 0 0,0 1 1 0 0,-1-1 0 0 0,1 1-1 0 0,0-1 1 0 0,-1 1 0 0 0,1 0-1 0 0,0-1 1 0 0,-1 1 0 0 0,1-1-1 0 0,-1 1 1 0 0,1 0 0 0 0,-1-1-1 0 0,1 1 1 0 0,-1 0 0 0 0,1 0-1 0 0,-1 0 1 0 0,1-1 0 0 0,-1 1-1 0 0,1 0 1 0 0,-1 0 0 0 0,1 0-1 0 0,-2 0 1 0 0,2 0 0 0 0,-1 0 0 0 0,0-1 0 0 0,1 1 0 0 0,-1 0 0 0 0,0 0 0 0 0,1 0 0 0 0,-1-1 0 0 0,0 1 0 0 0,1 0 0 0 0,-1-1 0 0 0,1 1 0 0 0,-1 0 0 0 0,1-1 0 0 0,-1 1 0 0 0,1-1 0 0 0,-1 1 0 0 0,1-1 0 0 0,-1 1 0 0 0,1-1 0 0 0,-1 1 0 0 0,1-1 0 0 0,0 1 0 0 0,-1-1 0 0 0,1 0 0 0 0,0 1 0 0 0,0-1 0 0 0,-1 0 0 0 0,1 1 0 0 0,0-1 0 0 0,0 0 0 0 0,0 1 0 0 0,0-1 0 0 0,0 0 0 0 0,0 0 0 0 0,-2-1 1 0 0,0 0 0 0 0,0 1 0 0 0,-1-1 0 0 0,1 1 0 0 0,0-1 0 0 0,-1 1 0 0 0,1 0 0 0 0,-1 0 0 0 0,1 0 0 0 0,-1 0 0 0 0,-2 0 0 0 0,-17 0 0 0 0,1 1 0 0 0,0-1 0 0 0,0 0 0 0 0,1-2 0 0 0,-39-9 0 0 0,14 1 0 0 0,-30-2 0 0 0,0 3 0 0 0,-1 4 0 0 0,1 2 0 0 0,-1 4 0 0 0,0 4 0 0 0,-79 13 0 0 0,34-3 50 0 0,29-6-20 0 0,65-6-30 0 0,5 2-13 0 0,17-3-27 0 0,5-2 80 0 0,0 1-40 0 0,0 0 1 0 0,0-1 0 0 0,0 1-1 0 0,-1 0 1 0 0,1-1-1 0 0,0 1 1 0 0,0 0-1 0 0,0-1 1 0 0,-1 1-1 0 0,1 0 1 0 0,0-1-1 0 0,0 1 1 0 0,-1 0-1 0 0,1 0 1 0 0,0-1-1 0 0,-1 1 1 0 0,1 0-1 0 0,0 0 1 0 0,-1 0-1 0 0,1 0 1 0 0,0-1-1 0 0,-1 1 1 0 0,1 0-1 0 0,-1 0 1 0 0,1 0-1 0 0,0 0 1 0 0,-1 0-1 0 0,1 0 1 0 0,0 0-1 0 0,-1 0 1 0 0,0 0-1 0 0,-7 1 11 0 0,0-2 42 0 0,-14-4-22 0 0,-1 2 0 0 0,-41-1 0 0 0,18 2 36 0 0,43 2-67 0 0,-37-2 15 0 0,25 8-83 0 0,-12-1 68 0 0,25-4 4 0 0,-1 0 0 0 0,1-1 0 0 0,-1 1 0 0 0,0 0 1 0 0,1-1-1 0 0,-1 0 0 0 0,0 0 0 0 0,0 0 0 0 0,1 0 0 0 0,-1 0 1 0 0,0 0-1 0 0,-4-2 0 0 0,-2 1 8 0 0,-71 18-12 0 0,0-7 0 0 0,-208 42 147 0 0,264-47-129 0 0,19-4 57 0 0,5-1-74 0 0,0 0 0 0 0,0 0 0 0 0,0 0 0 0 0,0 0 1 0 0,-1 0-1 0 0,1 0 0 0 0,0 0 0 0 0,0 0 0 0 0,0 0 1 0 0,0 0-1 0 0,0 0 0 0 0,0 0 0 0 0,-1 0 0 0 0,1 0 1 0 0,0 0-1 0 0,0 0 0 0 0,0 0 0 0 0,0 0 1 0 0,0 0-1 0 0,0-1 0 0 0,0 1 0 0 0,0 0 0 0 0,-1 0 1 0 0,1 0-1 0 0,0 0 0 0 0,0 0 0 0 0,0 0 0 0 0,0 0 1 0 0,0-1-1 0 0,0 1 0 0 0,0 0 0 0 0,0 0 0 0 0,0 0 1 0 0,0 0-1 0 0,0 0 0 0 0,0 0 0 0 0,0-1 0 0 0,0 1 1 0 0,0 0-1 0 0,0 0 0 0 0,0 0 0 0 0,0 0 1 0 0,0 0-1 0 0,0 0 0 0 0,0-1 0 0 0,0 1 0 0 0,0 0 1 0 0,0 0-1 0 0,0 0 0 0 0,0 0 0 0 0,0 0 0 0 0,0 0 1 0 0,0 0-1 0 0,0-1 0 0 0,0 1 0 0 0,-17 0 13 0 0,12 3-14 0 0,1-6 0 0 0,1 3 3 0 0,3 0 0 0 0,-1 0-1 0 0,0 1 0 0 0,0-1 1 0 0,1 0-1 0 0,-1 0 0 0 0,0 0 1 0 0,0 0-1 0 0,0 0 0 0 0,1 0 1 0 0,-1-1-1 0 0,0 1 0 0 0,0 0 1 0 0,1 0-1 0 0,-1-1 0 0 0,0 1 1 0 0,0 0-1 0 0,1-1 0 0 0,-1 1 1 0 0,0 0-1 0 0,1-1 0 0 0,-1 1 1 0 0,0-1-1 0 0,1 1 0 0 0,-1-1 1 0 0,1 0-1 0 0,-1 0 0 0 0,0 0-1 0 0,0 1-1 0 0,1-1 1 0 0,-1 0 0 0 0,0 1-1 0 0,0-1 1 0 0,1 1 0 0 0,-1-1-1 0 0,0 1 1 0 0,0 0-1 0 0,0-1 1 0 0,0 1 0 0 0,0 0-1 0 0,1-1 1 0 0,-1 1-1 0 0,0 0 1 0 0,0 0 0 0 0,0 0-1 0 0,0 0 1 0 0,0 0-1 0 0,0 0 1 0 0,0 0 0 0 0,0 0-1 0 0,-1 1 1 0 0,-3-1-2 0 0,-3-1 9 0 0,-1 1 1 0 0,1-2 0 0 0,0 1 0 0 0,-1-1 0 0 0,-9-3-1 0 0,-2 0 20 0 0,-82-8 38 0 0,97 10-719 0 0,5 13-921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8:09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86 1040 0 0,'4'0'371'0'0,"-3"1"-288"0"0,0-1 0 0 0,-1 0-1 0 0,1 0 1 0 0,0 1 0 0 0,0-1 0 0 0,0 0 0 0 0,0 0 0 0 0,0 0-1 0 0,0 0 1 0 0,0-1 0 0 0,0 1 0 0 0,-1 0 0 0 0,1 0 0 0 0,0 0-1 0 0,0-1 1 0 0,0 1 0 0 0,0 0 0 0 0,0-1 0 0 0,-1 1-1 0 0,1-1 1 0 0,0 1 0 0 0,0-1 0 0 0,-1 1 0 0 0,2-3 2574 0 0,-3 3-2574 0 0,3 3-8 0 0,-29 1-46 0 0,8-2-26 0 0,9-1 26 0 0,7-4 6 0 0,1 3-27 0 0,1 0-8 0 0,0 1 1 0 0,1-1 0 0 0,-1 0-1 0 0,0 0 1 0 0,0 0 0 0 0,1 0-1 0 0,-1 0 1 0 0,0 0 0 0 0,0 0-1 0 0,0-1 1 0 0,1 1 0 0 0,-1 0 0 0 0,0 0-1 0 0,0-1 1 0 0,1 1 0 0 0,-1 0-1 0 0,0-1 1 0 0,1 1 0 0 0,-1 0-1 0 0,0-1 1 0 0,1 1 0 0 0,-1-1-1 0 0,1 1 1 0 0,-1-1 0 0 0,0 0 0 0 0,0 0-1 0 0,1 0 4 0 0,0 1-1 0 0,1-1 1 0 0,-1 1-1 0 0,0 0 0 0 0,0-1 1 0 0,0 1-1 0 0,1-1 1 0 0,-1 1-1 0 0,0 0 1 0 0,0-1-1 0 0,1 1 1 0 0,-1 0-1 0 0,0-1 0 0 0,1 1 1 0 0,-1 0-1 0 0,0-1 1 0 0,1 1-1 0 0,-1 0 1 0 0,1 0-1 0 0,-1-1 1 0 0,0 1-1 0 0,1 0 0 0 0,-1 0 1 0 0,1 0-1 0 0,-1-1 1 0 0,1 1-1 0 0,-1 0 1 0 0,1 0-1 0 0,-1 0 1 0 0,0 0-1 0 0,1 0 0 0 0,0 0 1 0 0,0 0-3 0 0,-1 0 0 0 0,1 0 1 0 0,-1 0-1 0 0,1 0 0 0 0,0 0 1 0 0,-1 0-1 0 0,1 0 0 0 0,-1 0 1 0 0,1-1-1 0 0,0 1 0 0 0,-1 0 1 0 0,1 0-1 0 0,-1-1 0 0 0,1 1 1 0 0,-1 0-1 0 0,1 0 0 0 0,-1-1 1 0 0,1 1-1 0 0,-1-1 0 0 0,0 1 1 0 0,1-1-1 0 0,-1 1 0 0 0,0 0 1 0 0,1-1-1 0 0,-1 1 0 0 0,0-1 1 0 0,1 0-1 0 0,-1 1 0 0 0,0-1 1 0 0,0 1-1 0 0,0-1 0 0 0,1 1 1 0 0,-1-1-1 0 0,0 0 0 0 0,0 0 4 0 0,1 0 1 0 0,-1 0-1 0 0,1 0 0 0 0,0 1 0 0 0,-1-1 0 0 0,1 0 0 0 0,0 1 0 0 0,-1-1 0 0 0,1 0 0 0 0,0 1 0 0 0,0-1 0 0 0,0 1 1 0 0,-1-1-1 0 0,1 1 0 0 0,0 0 0 0 0,0-1 0 0 0,0 1 0 0 0,0 0 0 0 0,0-1 0 0 0,0 1 0 0 0,0 0 0 0 0,1 0 1 0 0,1-1 10 0 0,2-2-6 0 0,0 0 0 0 0,0 0 1 0 0,1 1-1 0 0,-1 0 1 0 0,1 0-1 0 0,-1 0 0 0 0,1 0 1 0 0,9 0-1 0 0,12 2-10 0 0,-1 4-11 0 0,-24-1-15 0 0,1 0-4 0 0,-3-3 27 0 0,17 6-10 0 0,-17-6 13 0 0,0 1 0 0 0,1-1 0 0 0,-1 0 0 0 0,0 0 0 0 0,1 0 0 0 0,-1 0 0 0 0,0 1 0 0 0,1-1 0 0 0,-1 0 0 0 0,0 0 0 0 0,0 1 0 0 0,1-1 1 0 0,-1 0-1 0 0,0 1 0 0 0,0-1 0 0 0,1 0 0 0 0,-1 1 0 0 0,0-1 0 0 0,0 0 0 0 0,0 1 0 0 0,0-1 0 0 0,1 0 0 0 0,-1 1 0 0 0,0-1 0 0 0,0 0 0 0 0,0 1 0 0 0,0-1 0 0 0,0 1 0 0 0,0-1 1 0 0,0 0-1 0 0,0 1 0 0 0,0-1 0 0 0,0 0 0 0 0,0 1 0 0 0,0-1 0 0 0,-1 1 0 0 0,1-1 0 0 0,0 0 0 0 0,0 1 0 0 0,0-1 0 0 0,0 0 0 0 0,-1 1 0 0 0,1-1 0 0 0,0 0 0 0 0,0 0 0 0 0,-1 1 1 0 0,1-1-1 0 0,0 0 0 0 0,0 1 0 0 0,-1-1 0 0 0,1 0 0 0 0,0 0 0 0 0,-1 0 0 0 0,0 1 0 0 0,-3 2 0 0 0,0 1 0 0 0,0-1 0 0 0,-1 0 0 0 0,1 0 0 0 0,-1 0 0 0 0,0-1 0 0 0,0 1 0 0 0,-7 1 0 0 0,-37 4 14 0 0,30-12 18 0 0,7 0-11 0 0,8 4-18 0 0,1-1 0 0 0,-1 0 1 0 0,1 1-1 0 0,-1-2 0 0 0,1 1 0 0 0,0 0 1 0 0,-1 0-1 0 0,1-1 0 0 0,0 0 0 0 0,0 0 1 0 0,-4-3-1 0 0,6 3 1 0 0,-1 0-1 0 0,1-1 1 0 0,0 0-1 0 0,0 1 1 0 0,0-1 0 0 0,0 1-1 0 0,0-1 1 0 0,1 0-1 0 0,-1 0 1 0 0,1 0 0 0 0,0 1-1 0 0,0-1 1 0 0,0 0-1 0 0,0-4 1 0 0,0 6-4 0 0,0 0 1 0 0,0 0-1 0 0,0 0 0 0 0,0 1 0 0 0,1-1 1 0 0,-1 0-1 0 0,0 0 0 0 0,0 0 0 0 0,0 0 1 0 0,1 1-1 0 0,-1-1 0 0 0,1 0 0 0 0,-1 0 1 0 0,0 1-1 0 0,1-1 0 0 0,-1 0 0 0 0,1 0 1 0 0,0 1-1 0 0,-1-1 0 0 0,1 1 0 0 0,-1-1 1 0 0,1 1-1 0 0,0-1 0 0 0,0 1 0 0 0,-1-1 1 0 0,2 0-1 0 0,1 0-15 0 0,-1 1 1 0 0,1-1-1 0 0,-1 1 1 0 0,1-1-1 0 0,0 1 0 0 0,-1 0 1 0 0,1 0-1 0 0,-1 0 1 0 0,4 0-1 0 0,8 2-114 0 0,-1 1 0 0 0,23 7-1 0 0,-33-9 110 0 0,11 4-35 0 0,-10-5 40 0 0,0 1 0 0 0,0 1 1 0 0,0-1-1 0 0,0 1 0 0 0,0-1 0 0 0,0 1 1 0 0,3 2-1 0 0,7 7-85 0 0,-13-11 99 0 0,0 0-1 0 0,0 1 0 0 0,0-1 0 0 0,0 1 1 0 0,0-1-1 0 0,0 1 0 0 0,0 0 0 0 0,0-1 1 0 0,-1 1-1 0 0,1 0 0 0 0,0 0 0 0 0,0 0 1 0 0,-1 0-1 0 0,1-1 0 0 0,-1 1 0 0 0,1 0 1 0 0,-1 0-1 0 0,1 0 0 0 0,-1 0 0 0 0,1 0 1 0 0,-1 0-1 0 0,0 0 0 0 0,0 0 0 0 0,1 0 1 0 0,-1 1-1 0 0,0 0 0 0 0,-1-1 11 0 0,1-1-1 0 0,-1 1 1 0 0,1-1-1 0 0,-1 1 1 0 0,1-1-1 0 0,-1 1 1 0 0,1-1 0 0 0,-1 0-1 0 0,0 1 1 0 0,1-1-1 0 0,-1 0 1 0 0,0 0-1 0 0,1 1 1 0 0,-1-1-1 0 0,0 0 1 0 0,1 0 0 0 0,-1 0-1 0 0,0 0 1 0 0,1 0-1 0 0,-1 0 1 0 0,0 0-1 0 0,-1 0 1 0 0,-26 0 304 0 0,19-1-209 0 0,-120-9 549 0 0,124 10-573 0 0,5-1-13 0 0,0 0-67 0 0,1 1 1 0 0,-1-1-1 0 0,0 1 0 0 0,0-1 1 0 0,0 0-1 0 0,1 1 0 0 0,-1-1 0 0 0,0 0 1 0 0,1 1-1 0 0,-1-1 0 0 0,1 1 1 0 0,-1-1-1 0 0,0 1 0 0 0,1-1 1 0 0,-1 1-1 0 0,1-1 0 0 0,0 1 1 0 0,-1 0-1 0 0,1-1 0 0 0,-1 1 0 0 0,1 0 1 0 0,0-1-1 0 0,-1 1 0 0 0,1 0 1 0 0,-1 0-1 0 0,1-1 0 0 0,0 1 1 0 0,-1 0-1 0 0,1 0 0 0 0,0 0 1 0 0,-1 0-1 0 0,1 0 0 0 0,0 0 0 0 0,0 0 1 0 0,-1 0-1 0 0,1 0 0 0 0,0 0 1 0 0,-1 1-1 0 0,2-1 0 0 0,3 1 1 0 0,21-3-133 0 0,46 2 0 0 0,-63 0 57 0 0,0 1-1 0 0,0 0 1 0 0,0 1 0 0 0,0 0-1 0 0,0 1 1 0 0,0-1 0 0 0,12 7-1 0 0,-21-9 76 0 0,1 1 0 0 0,-1-1 0 0 0,0 0-1 0 0,0 0 1 0 0,0 0 0 0 0,0 1 0 0 0,1-1-1 0 0,-1 0 1 0 0,0 0 0 0 0,0 0 0 0 0,0 1-1 0 0,0-1 1 0 0,0 0 0 0 0,0 0 0 0 0,0 1-1 0 0,0-1 1 0 0,0 0 0 0 0,1 0 0 0 0,-1 1 0 0 0,0-1-1 0 0,0 0 1 0 0,0 0 0 0 0,0 1 0 0 0,-1-1-1 0 0,1 0 1 0 0,0 0 0 0 0,0 1 0 0 0,0-1-1 0 0,0 0 1 0 0,0 0 0 0 0,0 1 0 0 0,0-1-1 0 0,0 0 1 0 0,0 0 0 0 0,-1 1 0 0 0,1-1-1 0 0,0 0 1 0 0,0 0 0 0 0,0 0 0 0 0,-1 1-1 0 0,1-1 1 0 0,0 0 0 0 0,0 0 0 0 0,0 0 0 0 0,-1 0-1 0 0,1 0 1 0 0,0 0 0 0 0,0 1 0 0 0,-1-1-1 0 0,1 0 1 0 0,0 0 0 0 0,0 0 0 0 0,-1 0-1 0 0,1 0 1 0 0,0 0 0 0 0,0 0 0 0 0,-1 0-1 0 0,1 0 1 0 0,-14 5 14 0 0,0 0 91 0 0,0-1 0 0 0,-1-1-1 0 0,1 0 1 0 0,-1-1-1 0 0,0 0 1 0 0,0-1-1 0 0,0-1 1 0 0,-20-2 0 0 0,-4 1 127 0 0,12 1 8 0 0,-48-7 0 0 0,151-14-333 0 0,212 10-4256 0 0,-256 11 2482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8:10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18 160 0 0,'0'-6'1521'0'0,"-26"6"-241"0"0,26-5-399 0 0,0-1 239 0 0,-27 6-720 0 0,27 6-400 0 0,0-1-80 0 0,0 1-80 0 0,27-6-160 0 0,-1-6-1441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8:12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347 46 960 0 0,'0'0'854'0'0,"0"0"-820"0"0,1 0-1 0 0,-1 0 1 0 0,0-1-1 0 0,0 1 1 0 0,0 0-1 0 0,0-1 1 0 0,0 1-1 0 0,0 0 1 0 0,0 0-1 0 0,0-1 1 0 0,0 1-1 0 0,0 0 1 0 0,0-1-1 0 0,0 1 1 0 0,0 0-1 0 0,0-1 1 0 0,0 1-1 0 0,0 0 1 0 0,0 0-1 0 0,0-1 1 0 0,0 1-1 0 0,0 0 1 0 0,0-1-1 0 0,0 1 1 0 0,-1 0-1 0 0,1 0 1 0 0,0-1-1 0 0,0 1 1 0 0,0 0-1 0 0,-1 0 1 0 0,1-1-1 0 0,0 1 1 0 0,0 0-1 0 0,-1 0 1 0 0,1 0-1 0 0,0 0 1 0 0,0-1-1 0 0,-1 1 1 0 0,1 0-1 0 0,0 0 1 0 0,0 0-1 0 0,-1 0 1 0 0,-44-1-1582 0 0,45 0 1553 0 0,0 1-1 0 0,0 0 1 0 0,0 0-1 0 0,0 0 0 0 0,0 0 1 0 0,0 0-1 0 0,0 0 1 0 0,-1 0-1 0 0,1 0 0 0 0,0 0 1 0 0,0 0-1 0 0,0 0 1 0 0,0 0-1 0 0,0 0 0 0 0,0 0 1 0 0,-1 0-1 0 0,1 0 0 0 0,0 0 1 0 0,0 0-1 0 0,0 0 1 0 0,0 0-1 0 0,0 0 0 0 0,0 0 1 0 0,-1 0-1 0 0,1 0 1 0 0,0 0-1 0 0,0 0 0 0 0,0 0 1 0 0,0 0-1 0 0,0 1 1 0 0,0-1-1 0 0,0 0 0 0 0,0 0 1 0 0,-1 0-1 0 0,1 0 1 0 0,0 0-1 0 0,0 0 0 0 0,0 0 1 0 0,0 0-1 0 0,0 0 0 0 0,0 1 1 0 0,0-1-1 0 0,0 0 1 0 0,0 0-1 0 0,0 0 0 0 0,0 0 1 0 0,0 0-1 0 0,0 0 1 0 0,0 1-1 0 0,0-1 0 0 0,0 0 1 0 0,0 0-1 0 0,0 0 1 0 0,0 0-1 0 0,0 0 0 0 0,0 0 1 0 0,0 1-1 0 0,0-1 1 0 0,0 0-1 0 0,0 0 3 0 0,0 0 1 0 0,0 0-1 0 0,0 0 0 0 0,0 1 1 0 0,0-1-1 0 0,0 0 1 0 0,0 0-1 0 0,0 0 0 0 0,0 0 1 0 0,0 0-1 0 0,0 0 1 0 0,0 1-1 0 0,0-1 0 0 0,0 0 1 0 0,0 0-1 0 0,0 0 1 0 0,0 0-1 0 0,0 0 0 0 0,0 0 1 0 0,0 0-1 0 0,0 1 1 0 0,0-1-1 0 0,0 0 0 0 0,0 0 1 0 0,0 0-1 0 0,-1 0 0 0 0,1 0 1 0 0,0 0-1 0 0,0 0 1 0 0,0 0-1 0 0,0 0 0 0 0,0 1 1 0 0,0-1-1 0 0,0 0 1 0 0,0 0-1 0 0,-1 0 0 0 0,1 0 1 0 0,0 0-1 0 0,0 0 1 0 0,0 0-1 0 0,0 0 0 0 0,0 0 1 0 0,0 0-1 0 0,-1 0 1 0 0,1 0-1 0 0,0 0 0 0 0,0 0 1 0 0,0 0-1 0 0,0 0 1 0 0,0 0-1 0 0,0 0 0 0 0,-1 0 1 0 0,1 0-1 0 0,0 0 0 0 0,0 0 1 0 0,0 0-1 0 0,0 0 1 0 0,0 0-1 0 0,0-1 0 0 0,-72 6 1247 0 0,68-5-440 0 0,4 1-797 0 0,0-1 0 0 0,0 0 0 0 0,1 0 0 0 0,-1 1 1 0 0,0-1-1 0 0,0 0 0 0 0,0 0 0 0 0,0 1 0 0 0,0-1 0 0 0,0 0 0 0 0,0 1 0 0 0,0-1 0 0 0,0 0 1 0 0,0 0-1 0 0,0 1 0 0 0,0-1 0 0 0,0 0 0 0 0,0 0 0 0 0,0 1 0 0 0,0-1 0 0 0,0 0 0 0 0,0 1 1 0 0,0-1-1 0 0,0 0 0 0 0,-1 0 0 0 0,1 1 0 0 0,0-1 0 0 0,0 0 0 0 0,0 0 0 0 0,0 0 0 0 0,-1 1 1 0 0,1-1-1 0 0,0 0 0 0 0,0 0 0 0 0,0 0 0 0 0,-1 1 0 0 0,1-1 0 0 0,0 0 0 0 0,0 0 0 0 0,-1 0 1 0 0,1 0-1 0 0,0 0 0 0 0,0 0 0 0 0,-1 0 0 0 0,1 1 0 0 0,-72-7 397 0 0,72 5-409 0 0,0 1 1 0 0,-1 0-1 0 0,1-1 1 0 0,-1 1-1 0 0,1-1 1 0 0,0 1-1 0 0,-1-1 1 0 0,1 1-1 0 0,0-1 1 0 0,0 1-1 0 0,-1-1 1 0 0,1 1 0 0 0,0-1-1 0 0,0 1 1 0 0,0-1-1 0 0,0 1 1 0 0,0-1-1 0 0,0 1 1 0 0,-1-1-1 0 0,1 1 1 0 0,0-1-1 0 0,1 1 1 0 0,-1-1-1 0 0,0 0 1 0 0,0 1-1 0 0,0-1 1 0 0,0 1-1 0 0,0-1 1 0 0,0 1 0 0 0,1-1-1 0 0,-1 1 1 0 0,0-1-1 0 0,0 1 1 0 0,1-1-1 0 0,-1 1 1 0 0,0 0-1 0 0,1-1 1 0 0,-1 1-1 0 0,1-1 1 0 0,-1 1-1 0 0,7-3 6 0 0,-6 3-11 0 0,0 0 0 0 0,0 0 0 0 0,-1-1 0 0 0,1 1 0 0 0,0 0 0 0 0,-1 0 1 0 0,1 0-1 0 0,0-1 0 0 0,-1 1 0 0 0,1 0 0 0 0,-1-1 0 0 0,1 1 0 0 0,0-1 0 0 0,-1 1 0 0 0,1 0 0 0 0,-1-1 0 0 0,1 1 1 0 0,-1-1-1 0 0,0 1 0 0 0,1-1 0 0 0,-1 0 0 0 0,1 1 0 0 0,-1-1 0 0 0,0 1 0 0 0,1-1 0 0 0,-1 0 0 0 0,0 1 0 0 0,0-1 1 0 0,0 0-1 0 0,1 0 0 0 0,-1 0-1 0 0,0 0 0 0 0,1 0 0 0 0,-1 1 0 0 0,1-1 1 0 0,-1 0-1 0 0,1 1 0 0 0,-1-1 0 0 0,1 0 0 0 0,-1 1 0 0 0,1-1 1 0 0,0 1-1 0 0,-1-1 0 0 0,1 1 0 0 0,0-1 0 0 0,0 1 0 0 0,-1 0 1 0 0,1-1-1 0 0,0 1 0 0 0,0 0 0 0 0,-1-1 0 0 0,1 1 1 0 0,0 0-1 0 0,0 0 0 0 0,0 0 0 0 0,0 0 0 0 0,-1 0 0 0 0,3 0 1 0 0,24-1-125 0 0,-25 1 113 0 0,-2 0 6 0 0,0 0 0 0 0,1 1 0 0 0,-1-1 0 0 0,1 0 0 0 0,-1 1 0 0 0,0-1 0 0 0,1 1 0 0 0,-1-1 0 0 0,0 1 0 0 0,1-1 0 0 0,-1 1 0 0 0,0-1 0 0 0,0 1 0 0 0,1-1 0 0 0,-1 1 0 0 0,0-1 0 0 0,0 1 0 0 0,0 0 0 0 0,0-1 1 0 0,0 1-1 0 0,0-1 0 0 0,0 1 0 0 0,0-1 0 0 0,0 1 0 0 0,0 0 0 0 0,0-1 0 0 0,0 1 0 0 0,0 0 0 0 0,-5 17 19 0 0,-11-8 53 0 0,0-1 1 0 0,0-1 0 0 0,-1 0-1 0 0,0-1 1 0 0,-35 9 0 0 0,8 0 106 0 0,43-15-166 0 0,0 1 0 0 0,0-1-1 0 0,1 1 1 0 0,-1-1 0 0 0,1 1-1 0 0,-1-1 1 0 0,1 1 0 0 0,0-1-1 0 0,-1 1 1 0 0,1 0 0 0 0,0-1-1 0 0,0 1 1 0 0,0 0 0 0 0,0-1-1 0 0,0 1 1 0 0,1-1 0 0 0,-1 1-1 0 0,0 0 1 0 0,1-1 0 0 0,-1 1-1 0 0,1-1 1 0 0,0 1 0 0 0,1 2-1 0 0,0-3 1 0 0,0 0-6 0 0,-1 0 1 0 0,0 0-1 0 0,1-1 1 0 0,-1 1 0 0 0,0 0-1 0 0,0 0 1 0 0,0 0 0 0 0,0 0-1 0 0,0 0 1 0 0,0 1-1 0 0,0-1 1 0 0,0 0 0 0 0,0 0-1 0 0,0 1 1 0 0,-1-1 0 0 0,1 0-1 0 0,-1 1 1 0 0,1-1-1 0 0,-1 0 1 0 0,1 1 0 0 0,-1-1-1 0 0,0 1 1 0 0,0-1-1 0 0,1 1 1 0 0,-1-1 0 0 0,0 1-1 0 0,-1-1 1 0 0,1 3 0 0 0,0-3-5 0 0,0 0 1 0 0,0-1-1 0 0,0 1 1 0 0,0 0-1 0 0,0 0 1 0 0,-1-1-1 0 0,1 1 1 0 0,0 0-1 0 0,0 0 1 0 0,-1-1-1 0 0,1 1 1 0 0,0 0-1 0 0,-1-1 1 0 0,1 1-1 0 0,-1 0 1 0 0,1-1-1 0 0,-1 1 1 0 0,1-1-1 0 0,-1 1 1 0 0,1-1-1 0 0,-1 1 1 0 0,0-1-1 0 0,1 1 1 0 0,-1-1-1 0 0,1 0 1 0 0,-1 1-1 0 0,-1 0 1 0 0,1-1 2 0 0,0 0 1 0 0,0 1-1 0 0,0-1 1 0 0,0 1-1 0 0,1-1 1 0 0,-1 1 0 0 0,0-1-1 0 0,0 1 1 0 0,1 0-1 0 0,-1-1 1 0 0,0 1-1 0 0,1 0 1 0 0,-1-1 0 0 0,1 1-1 0 0,-1 0 1 0 0,1 0-1 0 0,-1 0 1 0 0,1 0-1 0 0,0 0 1 0 0,-1-1 0 0 0,1 1-1 0 0,0 0 1 0 0,0 0-1 0 0,-1 0 1 0 0,1 0 0 0 0,0 0-1 0 0,0 0 1 0 0,0 1-1 0 0,0-1 3 0 0,0 0 0 0 0,0 0-1 0 0,0 0 1 0 0,0 0 0 0 0,0 0-1 0 0,0 0 1 0 0,0 0 0 0 0,0 0-1 0 0,-1 0 1 0 0,1 0 0 0 0,-1 0 0 0 0,1 0-1 0 0,0 0 1 0 0,-1 0 0 0 0,1 0-1 0 0,-1 0 1 0 0,0-1 0 0 0,1 1-1 0 0,-1 0 1 0 0,0 0 0 0 0,1-1 0 0 0,-1 1-1 0 0,0 0 1 0 0,0-1 0 0 0,0 1-1 0 0,-1 0 1 0 0,1-1-3 0 0,1 1 0 0 0,-1-1-1 0 0,0 1 1 0 0,0 0 0 0 0,0 0 0 0 0,0-1-1 0 0,0 1 1 0 0,1 0 0 0 0,-1 0 0 0 0,0 0 0 0 0,1 0-1 0 0,-1 0 1 0 0,0 0 0 0 0,1 0 0 0 0,-1 0-1 0 0,1 0 1 0 0,0 0 0 0 0,-1 0 0 0 0,1 0 0 0 0,0 0-1 0 0,0 0 1 0 0,0 0 0 0 0,-1 0 0 0 0,1 1-1 0 0,0-1 1 0 0,1 1 0 0 0,-1 30-13 0 0,0-31 6 0 0,1 0 0 0 0,0 0 0 0 0,0-1 0 0 0,0 1 0 0 0,0 0 0 0 0,0-1 0 0 0,0 1 0 0 0,0 0 0 0 0,0-1 0 0 0,0 1 0 0 0,0-1 0 0 0,0 0 0 0 0,0 1 0 0 0,0-1 0 0 0,1 0 0 0 0,-1 1 0 0 0,0-1 0 0 0,0 0 0 0 0,2 0 0 0 0,24 2-80 0 0,21 2-180 0 0,-41-3 203 0 0,0 0-1 0 0,1 0 0 0 0,-1-1 0 0 0,0 0 0 0 0,0 0 0 0 0,8-2 0 0 0,8 1-148 0 0,-19 2 186 0 0,-4-1 27 0 0,1 0 0 0 0,-1 0 0 0 0,0 1 0 0 0,1-1 0 0 0,-1 0 0 0 0,0 1 0 0 0,1-1 0 0 0,-1 0 0 0 0,0 1 0 0 0,0-1 0 0 0,1 0 0 0 0,-1 1 0 0 0,0-1 0 0 0,0 1 0 0 0,0-1 0 0 0,1 1 0 0 0,-1-1 0 0 0,0 0 0 0 0,0 1 0 0 0,0-1 0 0 0,0 1 0 0 0,0-1 0 0 0,0 1 0 0 0,0-1 0 0 0,0 1 0 0 0,0-1 0 0 0,0 0 0 0 0,0 1 0 0 0,0-1 0 0 0,0 1 0 0 0,0-1 0 0 0,-1 1 0 0 0,1-1 0 0 0,0 0 0 0 0,0 1 0 0 0,0-1 0 0 0,-1 1 0 0 0,1-1 0 0 0,0 0 0 0 0,0 1 0 0 0,-1-1 0 0 0,1 0 0 0 0,0 1 0 0 0,-1-1 0 0 0,1 0 0 0 0,-1 1 0 0 0,-70 32 627 0 0,67-26-545 0 0,-1-2-4 0 0,4-5-78 0 0,0-1-4 0 0,-1 1 0 0 0,1 0 0 0 0,0 0 0 0 0,0 0 0 0 0,-1 0-1 0 0,1 1 1 0 0,0-1 0 0 0,0 0 0 0 0,-1 0 0 0 0,1 1 0 0 0,0-1-1 0 0,0 1 1 0 0,0-1 0 0 0,0 1 0 0 0,-2 1 0 0 0,7-1-76 0 0,14 3 0 0 0,-14-3-14 0 0,1 0-39 0 0,4 0 67 0 0,17 5-143 0 0,-26-6 204 0 0,1 0-1 0 0,0 1 1 0 0,0-1 0 0 0,-1 0 0 0 0,1 1 0 0 0,0-1 0 0 0,-1 1 0 0 0,1-1 0 0 0,0 1-1 0 0,-1-1 1 0 0,1 1 0 0 0,0-1 0 0 0,-1 1 0 0 0,1 0 0 0 0,-1-1 0 0 0,1 1 0 0 0,-1 0-1 0 0,0-1 1 0 0,1 1 0 0 0,-1 0 0 0 0,0 0 0 0 0,1-1 0 0 0,-1 1 0 0 0,0 0 0 0 0,0 0-1 0 0,1 1 1 0 0,0 18-41 0 0,0-14 42 0 0,-1 0 1 0 0,1 0 0 0 0,-1 0-1 0 0,-1 0 1 0 0,1 0 0 0 0,-1 0-1 0 0,0 0 1 0 0,0 0 0 0 0,-3 8-1 0 0,-5-2 4 0 0,8-10 0 0 0,-1 0 0 0 0,1 0 0 0 0,-1 0 0 0 0,1 0 0 0 0,0 0 0 0 0,0 0 0 0 0,0 0 0 0 0,0 1 0 0 0,0-1 0 0 0,0 1 0 0 0,1-1 0 0 0,-1 0 0 0 0,1 1 0 0 0,0-1 0 0 0,0 1 0 0 0,0-1 0 0 0,0 1 0 0 0,0-1 0 0 0,1 4 0 0 0,0-5 0 0 0,0 0 0 0 0,0 0 0 0 0,0 0 0 0 0,0-1 0 0 0,0 1 0 0 0,0-1 0 0 0,0 1 0 0 0,0-1 0 0 0,0 1 0 0 0,0-1 0 0 0,0 1 0 0 0,0-1 0 0 0,1 0 0 0 0,-1 0 0 0 0,0 0 0 0 0,2 1 0 0 0,8 1 0 0 0,7-1 14 0 0,-20-1 24 0 0,-39 0 502 0 0,39-1-504 0 0,0 1-1 0 0,-1 0 1 0 0,1 0-1 0 0,0 0 1 0 0,0 0-1 0 0,-1 1 1 0 0,1-1-1 0 0,0 1 1 0 0,0-1 0 0 0,0 1-1 0 0,-1 0 1 0 0,-3 1-1 0 0,6 4 99 0 0,0-5-133 0 0,0-1 1 0 0,1 1 0 0 0,-1 0 0 0 0,0 0 0 0 0,0-1 0 0 0,0 1 0 0 0,1 0 0 0 0,-1 0 0 0 0,0-1 0 0 0,1 1-1 0 0,-1 0 1 0 0,0-1 0 0 0,1 1 0 0 0,-1-1 0 0 0,1 1 0 0 0,-1 0 0 0 0,1-1 0 0 0,0 1 0 0 0,-1-1 0 0 0,1 1-1 0 0,-1-1 1 0 0,1 0 0 0 0,0 1 0 0 0,0-1 0 0 0,-1 0 0 0 0,1 1 0 0 0,0-1 0 0 0,-1 0 0 0 0,1 0 0 0 0,0 1-1 0 0,0-1 1 0 0,-1 0 0 0 0,1 0 0 0 0,0 0 0 0 0,0 0 0 0 0,1 0 0 0 0,0 0-6 0 0,18 7-356 0 0,0-1 0 0 0,1 0-1 0 0,0-2 1 0 0,0 0 0 0 0,40 1-1 0 0,15 3-2439 0 0,-51-3 1866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8:12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0 640 0 0,'0'5'881'0'0,"-27"1"880"0"0,27 0-1201 0 0,-26 4-80 0 0,26 2-240 0 0,0 5-80 0 0,26 22-1040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8:37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476 106 240 0 0,'0'0'95'0'0,"0"0"0"0"0,0 0 1 0 0,0-1-1 0 0,0 1 0 0 0,0 0 0 0 0,0 0 0 0 0,-1-1 0 0 0,1 1 1 0 0,0 0-1 0 0,0 0 0 0 0,0-1 0 0 0,0 1 0 0 0,0 0 0 0 0,0 0 1 0 0,-1 0-1 0 0,1-1 0 0 0,0 1 0 0 0,0 0 0 0 0,0 0 0 0 0,-1 0 1 0 0,1 0-1 0 0,0-1 0 0 0,0 1 0 0 0,-1 0 0 0 0,1 0 0 0 0,0 0 0 0 0,0 0 1 0 0,-1 0-1 0 0,1 0 0 0 0,0 0 0 0 0,0 0 0 0 0,-1 0 0 0 0,1 0 1 0 0,0 0-1 0 0,0 0 0 0 0,-1 0 0 0 0,1 0 0 0 0,0 0 0 0 0,-1 0 1 0 0,1 0-1 0 0,0 0 0 0 0,-1 0 0 0 0,1 0-54 0 0,-1 0 1 0 0,1 0-1 0 0,0 0 0 0 0,-1 0 0 0 0,1 0 1 0 0,-1 0-1 0 0,1 0 0 0 0,-1 0 0 0 0,1 0 1 0 0,-1 0-1 0 0,1 0 0 0 0,0 0 0 0 0,-1 0 1 0 0,1 0-1 0 0,-1-1 0 0 0,1 1 0 0 0,0 0 1 0 0,-1 0-1 0 0,1 0 0 0 0,-1-1 0 0 0,1 1 1 0 0,0 0-1 0 0,-1-1 0 0 0,1 1 0 0 0,0 0 1 0 0,0-1-1 0 0,-1 1 0 0 0,1 0 0 0 0,0-1 1 0 0,0 1-1 0 0,-1 0 0 0 0,1-1 0 0 0,0 1 1 0 0,0-1-1 0 0,0 1 0 0 0,0-1 0 0 0,0 1 1 0 0,-1 0-1 0 0,1-1 0 0 0,0 1 0 0 0,0-1 1 0 0,0 1-1 0 0,0-1 0 0 0,0 1 0 0 0,1-1 1 0 0,-1 0-6 0 0,0 0 1 0 0,0 0 0 0 0,0 0 0 0 0,0 0 0 0 0,-1 0-1 0 0,1 0 1 0 0,0 0 0 0 0,0 1 0 0 0,0-1 0 0 0,-1 0-1 0 0,1 0 1 0 0,-1 0 0 0 0,1 0 0 0 0,-1 0 0 0 0,1 1-1 0 0,-1-1 1 0 0,1 0 0 0 0,-1 0 0 0 0,1 1 0 0 0,-1-1 0 0 0,0 0-1 0 0,0 1 1 0 0,1-1 0 0 0,-1 1 0 0 0,0-1 0 0 0,0 1-1 0 0,0-1 1 0 0,1 1 0 0 0,-3-1 0 0 0,3 1-22 0 0,-1 0-1 0 0,1-1 1 0 0,-1 1 0 0 0,0 0 0 0 0,1 0 0 0 0,-1-1 0 0 0,1 1-1 0 0,-1 0 1 0 0,1-1 0 0 0,-1 1 0 0 0,1-1 0 0 0,-1 1-1 0 0,1-1 1 0 0,-1 1 0 0 0,1-1 0 0 0,0 1 0 0 0,-1-1 0 0 0,1 1-1 0 0,0-1 1 0 0,-1 1 0 0 0,1-1 0 0 0,0 0 0 0 0,0 1-1 0 0,-1-1 1 0 0,1 0 0 0 0,0 1 0 0 0,0-1 0 0 0,0 0 0 0 0,-1 0 2 0 0,1 0 1 0 0,-1 0-1 0 0,1 0 0 0 0,-1 1 1 0 0,0-1-1 0 0,1 0 1 0 0,-1 1-1 0 0,0-1 1 0 0,0 0-1 0 0,1 1 1 0 0,-1-1-1 0 0,0 1 1 0 0,0-1-1 0 0,0 1 1 0 0,0 0-1 0 0,0-1 1 0 0,0 1-1 0 0,0 0 1 0 0,1 0-1 0 0,-1-1 1 0 0,0 1-1 0 0,0 0 0 0 0,-2 0 1 0 0,2 0 43 0 0,-9-3 65 0 0,0 0-1 0 0,0 1 1 0 0,0 0 0 0 0,-1 1 0 0 0,1 0-1 0 0,-18 1 1 0 0,19 1-114 0 0,-1 1-1 0 0,1-1 0 0 0,0 1 1 0 0,0 1-1 0 0,0 0 0 0 0,0 0 1 0 0,1 1-1 0 0,-1 0 1 0 0,1 0-1 0 0,0 1 0 0 0,0 0 1 0 0,-12 11-1 0 0,-12 11-122 0 0,-42 46 1 0 0,69-68 103 0 0,-12 12 7 0 0,12-13-2 0 0,0 0 0 0 0,1 0-1 0 0,-1 1 1 0 0,1 0 0 0 0,-5 7 0 0 0,1 14-65 0 0,-2-13 26 0 0,9-11 34 0 0,0-1 0 0 0,-1 1 1 0 0,1 0-1 0 0,0-1 1 0 0,0 1-1 0 0,0 0 1 0 0,0 0-1 0 0,1-1 0 0 0,-1 1 1 0 0,0 0-1 0 0,1 0 1 0 0,-1 0-1 0 0,1 0 1 0 0,0 0-1 0 0,-1 4 0 0 0,1-3 11 0 0,0 1 0 0 0,0-1-1 0 0,0 1 1 0 0,0-1-1 0 0,1 0 1 0 0,-1 1 0 0 0,1-1-1 0 0,0 0 1 0 0,0 1-1 0 0,0-1 1 0 0,0 0 0 0 0,3 4-1 0 0,-2-4-5 0 0,1-1-1 0 0,0 1 1 0 0,0-1 0 0 0,0 0-1 0 0,0 0 1 0 0,0 0-1 0 0,0 0 1 0 0,0-1 0 0 0,1 1-1 0 0,-1-1 1 0 0,0 0-1 0 0,1 0 1 0 0,4 1 0 0 0,26 6 17 0 0,1-2 1 0 0,-1-1-1 0 0,1-2 1 0 0,0-1-1 0 0,52-4 1 0 0,-31-3 50 0 0,0-2 1 0 0,91-25 0 0 0,-132 27-41 0 0,0-1 1 0 0,-1 0-1 0 0,0-1 0 0 0,0-1 0 0 0,16-11 1 0 0,-21 13-25 0 0,-6 5 1 0 0,0-1-1 0 0,0 0 1 0 0,0 0-1 0 0,-1 0 1 0 0,1-1-1 0 0,-1 1 1 0 0,0 0-1 0 0,1-1 1 0 0,-1 0-1 0 0,0 0 1 0 0,0 1 0 0 0,-1-1-1 0 0,1 0 1 0 0,-1 0-1 0 0,1-1 1 0 0,-1 1-1 0 0,0 0 1 0 0,0 0-1 0 0,-1-1 1 0 0,1 1-1 0 0,-1 0 1 0 0,1-1-1 0 0,-1 1 1 0 0,0-1-1 0 0,0 1 1 0 0,0 0-1 0 0,-1-1 1 0 0,1 1-1 0 0,-1 0 1 0 0,0-1-1 0 0,0 1 1 0 0,0 0 0 0 0,-1 0-1 0 0,1 0 1 0 0,0 0-1 0 0,-4-5 1 0 0,-6-14 21 0 0,7 15-12 0 0,1-1 0 0 0,-1 1 1 0 0,0 0-1 0 0,-1 0 0 0 0,0 0 0 0 0,0 1 0 0 0,0 0 0 0 0,-11-10 0 0 0,2 7-3 0 0,0 0 1 0 0,-1 1-1 0 0,0 0 0 0 0,0 2 1 0 0,-21-7-1 0 0,-32-14-12 0 0,63 24-230 0 0,0 1-1 0 0,-1-1 1 0 0,1 1 0 0 0,-1 1-1 0 0,1-1 1 0 0,-1 1-1 0 0,1 0 1 0 0,-1 0-1 0 0,0 0 1 0 0,0 1 0 0 0,-9 1-1 0 0,-11 4-3167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8:38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56 537 3442 0 0,'-45'15'2000'0'0,"36"-12"-1236"0"0,7-4 123 0 0,9-5-377 0 0,-2 5-482 0 0,-4 1-25 0 0,-1 0 1 0 0,1 0 0 0 0,0-1 0 0 0,0 1 0 0 0,-1 0-1 0 0,1 0 1 0 0,0 0 0 0 0,-1 0 0 0 0,1-1 0 0 0,0 1-1 0 0,-1 0 1 0 0,1 0 0 0 0,0-1 0 0 0,-1 1 0 0 0,1-1-1 0 0,-1 1 1 0 0,1-1 0 0 0,-1 1 0 0 0,1-1 0 0 0,-1 1-1 0 0,1-1 1 0 0,-1 1 0 0 0,1-1 0 0 0,-1 1 0 0 0,0-1-1 0 0,1 0 1 0 0,-1 1 0 0 0,0-1 0 0 0,0 0 0 0 0,1 1-1 0 0,-1-1 1 0 0,0 0 0 0 0,0 1 0 0 0,0-2 0 0 0,1-1 3 0 0,0-1 1 0 0,1 1-1 0 0,-1 0 1 0 0,1 0 0 0 0,0-1-1 0 0,0 1 1 0 0,0 0 0 0 0,0 1-1 0 0,0-1 1 0 0,0 0 0 0 0,1 1-1 0 0,-1-1 1 0 0,6-3 0 0 0,13-16 45 0 0,32-68 93 0 0,-30 62-135 0 0,-18 24-4 0 0,0-1-1 0 0,0 0 0 0 0,-1 0 1 0 0,0-1-1 0 0,0 0 1 0 0,0 1-1 0 0,-1-1 0 0 0,1 0 1 0 0,-2-1-1 0 0,1 1 0 0 0,-1-1 1 0 0,0 1-1 0 0,0-1 1 0 0,2-12-1 0 0,-4 12 13 0 0,1 4-1 0 0,-1 0 1 0 0,1 0-1 0 0,-1 0 0 0 0,0 1 1 0 0,0-1-1 0 0,0 0 0 0 0,0 0 0 0 0,-1 0 1 0 0,1 0-1 0 0,-1 0 0 0 0,1 1 1 0 0,-1-1-1 0 0,0 0 0 0 0,-2-3 1 0 0,2 6-11 0 0,-13-7-2 0 0,14 6-4 0 0,-1 1 0 0 0,1 0 0 0 0,0 0 0 0 0,-1-1 0 0 0,1 1 0 0 0,0 0 0 0 0,-1 0 0 0 0,1-1 0 0 0,0 1 0 0 0,0-1 0 0 0,-1 1 0 0 0,1 0 0 0 0,0-1 0 0 0,0 1 0 0 0,-1 0 0 0 0,1-1 0 0 0,0 1-1 0 0,0-1 1 0 0,0 1 0 0 0,0-1 0 0 0,0 1 0 0 0,0 0 0 0 0,0-1 0 0 0,0 1 0 0 0,0-1 0 0 0,0 1 0 0 0,0-1 0 0 0,0 1 0 0 0,0-1 0 0 0,0 1 0 0 0,0 0 0 0 0,0-1 0 0 0,1 1 0 0 0,-1-1 0 0 0,0 1 0 0 0,0 0 0 0 0,0-1 0 0 0,1 1 0 0 0,-1-1 0 0 0,4-4 8 0 0,-1 0 0 0 0,0 0 0 0 0,0-1 1 0 0,0 1-1 0 0,-1-1 0 0 0,0 0 0 0 0,2-7 0 0 0,-1 3-11 0 0,-1 5 1 0 0,1 0 0 0 0,-1 0 0 0 0,1 1 0 0 0,0-1 0 0 0,1 1 0 0 0,-1 0 0 0 0,1 0 0 0 0,0 0 0 0 0,0 0 0 0 0,0 0 0 0 0,9-5 0 0 0,5-5 0 0 0,-17 12 0 0 0,0 1 1 0 0,-1 0-1 0 0,1-1 0 0 0,0 1 1 0 0,0-1-1 0 0,-1 1 1 0 0,1-1-1 0 0,-1 1 0 0 0,0-1 1 0 0,1 0-1 0 0,-1-2 1 0 0,0 4-5 0 0,0-1 0 0 0,0 0 1 0 0,0 1-1 0 0,0-1 1 0 0,0 0-1 0 0,1 0 1 0 0,-1 1-1 0 0,0-1 0 0 0,0 0 1 0 0,1 1-1 0 0,-1-1 1 0 0,0 0-1 0 0,1 1 1 0 0,-1-1-1 0 0,0 1 1 0 0,1-1-1 0 0,-1 0 0 0 0,1 1 1 0 0,0-1-1 0 0,11-2-37 0 0,-24 6-131 0 0,8 1-169 0 0,-1 4-786 0 0,-22 4-1380 0 0,-21 8-1002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8:40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265 14 960 0 0,'0'-1'124'0'0,"-1"0"0"0"0,1 1 0 0 0,0-1 0 0 0,0 1 0 0 0,-1-1 0 0 0,1 1-1 0 0,-1-1 1 0 0,1 1 0 0 0,0-1 0 0 0,-1 1 0 0 0,1-1 0 0 0,-1 1 0 0 0,1-1-1 0 0,-1 1 1 0 0,1 0 0 0 0,-1-1 0 0 0,1 1 0 0 0,-1 0 0 0 0,0 0 0 0 0,1-1-1 0 0,-1 1 1 0 0,1 0 0 0 0,-1 0 0 0 0,0 0 0 0 0,1 0 0 0 0,-2 0 0 0 0,-30-4 947 0 0,22 4-995 0 0,0 0 1 0 0,0 1 0 0 0,-16 3 0 0 0,12 6 96 0 0,8-7-143 0 0,-5 2 53 0 0,0 1 0 0 0,0 0 0 0 0,1 1 0 0 0,-1 0 0 0 0,2 1 0 0 0,-1 0 0 0 0,-8 10 0 0 0,5-5 4 0 0,8-8-62 0 0,0 0 0 0 0,0 0 0 0 0,0 1 0 0 0,1-1 0 0 0,0 1-1 0 0,-4 8 1 0 0,8-13-20 0 0,-1 0 0 0 0,1 0 0 0 0,-1 0 0 0 0,1 1-1 0 0,0-1 1 0 0,0 0 0 0 0,0 0 0 0 0,0 0 0 0 0,0 0 0 0 0,0 0-1 0 0,0 0 1 0 0,0 0 0 0 0,0 0 0 0 0,0 1 0 0 0,0-1-1 0 0,1 0 1 0 0,-1 0 0 0 0,1 2 0 0 0,1-2 3 0 0,-1 1 1 0 0,0-1-1 0 0,0 1 1 0 0,1-1-1 0 0,-1 0 1 0 0,1 0-1 0 0,-1 0 1 0 0,1 1-1 0 0,0-1 1 0 0,-1 0-1 0 0,1-1 0 0 0,0 1 1 0 0,0 0-1 0 0,2 0 1 0 0,16 5 0 0 0,0-2 0 0 0,1 0 0 0 0,-1-1-1 0 0,1-2 1 0 0,0 0 0 0 0,-1-1 0 0 0,1 0 0 0 0,-1-2 0 0 0,1-1 0 0 0,-1 0 0 0 0,40-13 0 0 0,-57 15 6 0 0,1-1 0 0 0,-1 0-1 0 0,1 1 1 0 0,-1-1 0 0 0,0 0 0 0 0,0-1 0 0 0,0 1 0 0 0,0 0 0 0 0,0-1 0 0 0,-1 0 0 0 0,1 0 0 0 0,-1 1 0 0 0,3-5 0 0 0,-4 5 13 0 0,1 1 0 0 0,-1-1 0 0 0,0 0-1 0 0,0 0 1 0 0,0 0 0 0 0,-1 1 0 0 0,1-1 0 0 0,0 0 0 0 0,-1 0 0 0 0,1 0-1 0 0,-1-1 1 0 0,1 1 0 0 0,-1 0 0 0 0,0 0 0 0 0,0 0 0 0 0,0 0 0 0 0,0 0-1 0 0,-1 0 1 0 0,1 0 0 0 0,0 0 0 0 0,-1 0 0 0 0,1 0 0 0 0,-1 0 0 0 0,0 0-1 0 0,-1-3 1 0 0,0 2-2 0 0,-1 0-1 0 0,1 0 1 0 0,0 0 0 0 0,-1 1-1 0 0,1-1 1 0 0,-1 1-1 0 0,0-1 1 0 0,0 1-1 0 0,0 0 1 0 0,0 0 0 0 0,0 0-1 0 0,-4-1 1 0 0,-57-14-385 0 0,43 14-437 0 0,0 1 0 0 0,0 1 0 0 0,-1 1 0 0 0,1 0 0 0 0,-24 5 0 0 0,14 0-2072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8:40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363 25 800 0 0,'3'-1'36'0'0,"-2"1"55"0"0,0 0 1 0 0,0 0-1 0 0,0 0 0 0 0,0 0 1 0 0,0 0-1 0 0,0 0 1 0 0,-1 0-1 0 0,1 0 1 0 0,0-1-1 0 0,0 1 1 0 0,0 0-1 0 0,0 0 0 0 0,-1-1 1 0 0,1 1-1 0 0,0-1 1 0 0,0 1-1 0 0,-1-1 1 0 0,1 1-1 0 0,0-1 1 0 0,-1 1-1 0 0,1-1 0 0 0,0 0 1 0 0,-1 1-1 0 0,1-1 1 0 0,-1 0-1 0 0,1 1 1 0 0,-1-1-1 0 0,0 0 1 0 0,1 0-1 0 0,-1 1 0 0 0,0-1 1 0 0,1 0-1 0 0,-1 0 1 0 0,0 0-1 0 0,0 0 1 0 0,0 1-1 0 0,1-1 1 0 0,-1-3 1106 0 0,0 4-1186 0 0,1 0-1 0 0,0-1 0 0 0,0 1 1 0 0,0 0-1 0 0,0 0 0 0 0,0 0 1 0 0,0 0-1 0 0,0 0 1 0 0,0 0-1 0 0,0 0 0 0 0,0 0 1 0 0,-1 0-1 0 0,1 0 1 0 0,0 0-1 0 0,0 1 0 0 0,1-1 1 0 0,4 1 1742 0 0,-75 8-869 0 0,-113 0 1 0 0,78-5-630 0 0,50 2-162 0 0,51-3-296 0 0,9 0 23 0 0,9 1-267 0 0,-12-4-36 0 0,1 0 1 0 0,0 0-1 0 0,-1-1 1 0 0,1 1-1 0 0,-1-1 1 0 0,1 0-1 0 0,0 0 1 0 0,-1 0-1 0 0,4-1 1 0 0,3-2-240 0 0,16-7-1694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8:41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1281 0 0,'0'0'1920'0'0,"21"0"962"0"0,6 0-1842 0 0,0 0-319 0 0,26 11-321 0 0,27 0-240 0 0,107 34-160 0 0,-54-12-240 0 0,-106-10-561 0 0,-1-6-719 0 0,1-6-2962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8:42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0 80 0 0,'0'6'2081'0'0,"-26"11"-80"0"0,-1 6-240 0 0,0 16-481 0 0,1-5-880 0 0,26-12-400 0 0,-27 0 0 0 0,27-5 0 0 0,-27-5 0 0 0,27-7-400 0 0,27 7-240 0 0,-27-1-400 0 0,0-5-1201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8:42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582 0 2161 0 0,'-54'6'2001'0'0,"-52"11"240"0"0,-1 11-720 0 0,27-6-1041 0 0,5 1-400 0 0,22 5 80 0 0,0 1-80 0 0,26-7-160 0 0,0-5-240 0 0,27-6-721 0 0,27 0-1040 0 0,0-16-2961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8:43.1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2401 0 0,'0'68'4482'0'0,"53"-1"-2641"0"0,54-5-2001 0 0,-27-18-160 0 0,-5-4-240 0 0,5-7-801 0 0,0-4-2161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0:17.4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791 159 480 0 0,'1'-1'2809'0'0,"-6"-3"-2163"0"0,3 3-328 0 0,1 1-217 0 0,0 0 0 0 0,0 0-1 0 0,0 0 1 0 0,0 0 0 0 0,-1-1 0 0 0,1 1 0 0 0,0-1 0 0 0,0 1-1 0 0,0 0 1 0 0,0-1 0 0 0,0 0 0 0 0,0 1 0 0 0,0-1 0 0 0,0 0-1 0 0,1 1 1 0 0,-1-1 0 0 0,0 0 0 0 0,0 0 0 0 0,0-1 0 0 0,-25-14 1446 0 0,21 15-1477 0 0,4 1-63 0 0,1 0 1 0 0,-1 0-1 0 0,0 0 0 0 0,0 0 1 0 0,0-1-1 0 0,1 1 0 0 0,-1 0 0 0 0,0 0 1 0 0,0-1-1 0 0,1 1 0 0 0,-1 0 0 0 0,0-1 1 0 0,1 1-1 0 0,-1-1 0 0 0,0 1 1 0 0,1-1-1 0 0,-1 1 0 0 0,0-1 0 0 0,1 0 1 0 0,-1 1-1 0 0,1-1 0 0 0,-1 0 1 0 0,1 1-1 0 0,0-1 0 0 0,-1 0 0 0 0,1 0 1 0 0,-1-1-4 0 0,0 1 1 0 0,1 0-1 0 0,-1-1 1 0 0,0 1-1 0 0,0 0 1 0 0,0 0-1 0 0,0-1 1 0 0,0 1-1 0 0,0 0 1 0 0,0 0 0 0 0,0 0-1 0 0,0 0 1 0 0,0 0-1 0 0,-1 1 1 0 0,1-1-1 0 0,0 0 1 0 0,-3 0-1 0 0,-29-16 31 0 0,29 15-5 0 0,-9-2-7 0 0,0 0 0 0 0,0 1 0 0 0,-22-3 0 0 0,11 2-8 0 0,21 4-7 0 0,0-1 0 0 0,0 1 0 0 0,0 0 0 0 0,0 0 0 0 0,0 0 0 0 0,0 1 1 0 0,0-1-1 0 0,0 1 0 0 0,0-1 0 0 0,0 1 0 0 0,-5 2 0 0 0,-18 5 42 0 0,-5-1-10 0 0,0 1 0 0 0,1 1 0 0 0,-55 26 0 0 0,19-4 56 0 0,50-25-77 0 0,0 1-1 0 0,1 1 1 0 0,-1 0 0 0 0,1 1-1 0 0,1 1 1 0 0,-15 12 0 0 0,-3 7-87 0 0,18-17 79 0 0,0 1 1 0 0,0 0-1 0 0,1 1 0 0 0,1 0 0 0 0,-13 20 1 0 0,24-32-17 0 0,0 0 1 0 0,1 0-1 0 0,-1 1 0 0 0,0-1 1 0 0,1 0-1 0 0,-1 0 1 0 0,1 1-1 0 0,0-1 0 0 0,0 0 1 0 0,0 1-1 0 0,0-1 1 0 0,0 0-1 0 0,0 1 0 0 0,0-1 1 0 0,1 0-1 0 0,0 0 1 0 0,-1 1-1 0 0,1-1 0 0 0,0 0 1 0 0,0 0-1 0 0,0 0 1 0 0,0 0-1 0 0,2 3 0 0 0,6 19-31 0 0,-17-2 33 0 0,7-20 4 0 0,0-1 0 0 0,0 1 0 0 0,0 0-1 0 0,0 0 1 0 0,1 0 0 0 0,-1 0 0 0 0,0 0 0 0 0,1 0-1 0 0,-1 0 1 0 0,1 0 0 0 0,0 0 0 0 0,0 0 0 0 0,0 0-1 0 0,0 0 1 0 0,0 0 0 0 0,0 0 0 0 0,0 0 0 0 0,1 0 0 0 0,0 4-1 0 0,1-2 1 0 0,1-1 0 0 0,-1 0 0 0 0,0 1 0 0 0,1-1 0 0 0,0 0 1 0 0,0 0-1 0 0,0-1 0 0 0,0 1 0 0 0,0-1 0 0 0,0 1 0 0 0,1-1 0 0 0,-1 0 0 0 0,1 0 0 0 0,6 2 0 0 0,5 1-17 0 0,0 0 1 0 0,20 3 0 0 0,-26-6 19 0 0,257 47-578 0 0,-250-47 659 0 0,1 0 0 0 0,0-2 0 0 0,0 0-1 0 0,0-1 1 0 0,0 0 0 0 0,0-2 0 0 0,22-5 0 0 0,17-2-84 0 0,-22 3-71 0 0,-1-2 0 0 0,0-1-1 0 0,34-15 1 0 0,-4 1 31 0 0,-49 18 53 0 0,0 0 1 0 0,-1 0-1 0 0,0-2 0 0 0,0 0 0 0 0,-1 0 0 0 0,0-1 0 0 0,0 0 1 0 0,-1-1-1 0 0,0-1 0 0 0,-1 0 0 0 0,0 0 0 0 0,0-1 0 0 0,-2 0 1 0 0,1 0-1 0 0,10-24 0 0 0,-14 28-9 0 0,-1 0 0 0 0,-1-1 0 0 0,1 1 0 0 0,-2-1 0 0 0,1 0 0 0 0,-1 0 0 0 0,0 0 0 0 0,-1 0 0 0 0,0-1 0 0 0,0 1 0 0 0,-2-13 0 0 0,1 15 1 0 0,-1 0 0 0 0,-1 1 0 0 0,1-1 0 0 0,-1 0-1 0 0,0 1 1 0 0,-1-1 0 0 0,1 1 0 0 0,-1 0 0 0 0,-1 0 0 0 0,1 0 0 0 0,-1 0 0 0 0,0 0 0 0 0,0 1-1 0 0,-1 0 1 0 0,0 0 0 0 0,-8-7 0 0 0,-13-6 45 0 0,-1 2 0 0 0,-1 0 0 0 0,0 2 1 0 0,-1 2-1 0 0,-37-12 0 0 0,55 21-59 0 0,0 0 0 0 0,0 0 1 0 0,0 2-1 0 0,0-1 0 0 0,0 1 0 0 0,0 1 0 0 0,0 0 1 0 0,0 1-1 0 0,0 0 0 0 0,0 0 0 0 0,-19 6 0 0 0,23-5-69 0 0,0 1 0 0 0,0 0 0 0 0,0 0-1 0 0,0 1 1 0 0,0 0 0 0 0,1 0-1 0 0,-1 0 1 0 0,1 1 0 0 0,-7 7 0 0 0,3-3-258 0 0,-21 24-2159 0 0,4 0-2282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0:19.4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54 837 160 0 0,'0'0'79'0'0,"0"0"-1"0"0,0-1 1 0 0,0 1-1 0 0,0 0 1 0 0,0-1-1 0 0,-1 1 1 0 0,1 0-1 0 0,0-1 1 0 0,0 1-1 0 0,0 0 1 0 0,-1 0-1 0 0,1-1 1 0 0,0 1-1 0 0,0 0 1 0 0,-1 0-1 0 0,1 0 1 0 0,0-1-1 0 0,0 1 1 0 0,-1 0-1 0 0,1 0 1 0 0,0 0-1 0 0,-1 0 1 0 0,1 0-1 0 0,0 0 1 0 0,-1-1-1 0 0,1 1 1 0 0,0 0-1 0 0,0 0 1 0 0,-1 0-1 0 0,1 0 1 0 0,0 0-1 0 0,-1 0 1 0 0,1 0-1 0 0,0 0 1 0 0,-1 0-1 0 0,1 1 1 0 0,0-1-1 0 0,-1 0 1 0 0,1 0-1 0 0,-1 0-4 0 0,1 0 0 0 0,-1 0 0 0 0,1 1 0 0 0,-1-1 0 0 0,1 0-1 0 0,-1 0 1 0 0,1 0 0 0 0,-1 0 0 0 0,0 0 0 0 0,1 0 0 0 0,-1 0 0 0 0,1 0-1 0 0,-1-1 1 0 0,1 1 0 0 0,-1 0 0 0 0,1 0 0 0 0,0 0 0 0 0,-1 0-1 0 0,1-1 1 0 0,-1 1 0 0 0,1 0 0 0 0,-1-1 0 0 0,1 1 0 0 0,-1 0 0 0 0,1-1-1 0 0,0 1 1 0 0,-1 0 0 0 0,1-1 0 0 0,0 1 0 0 0,-1-1 0 0 0,1 1 0 0 0,0 0-1 0 0,0-1 1 0 0,-1 1 0 0 0,1-1 0 0 0,0 1 0 0 0,0-1 0 0 0,0 1-1 0 0,0-1 1 0 0,0 1 0 0 0,0-1 0 0 0,0 1 0 0 0,0-2 0 0 0,-1 2-60 0 0,1-1 1 0 0,0 1 0 0 0,0 0 0 0 0,0-1 0 0 0,-1 1 0 0 0,1 0-1 0 0,0-1 1 0 0,0 1 0 0 0,-1 0 0 0 0,1 0 0 0 0,0-1-1 0 0,0 1 1 0 0,-1 0 0 0 0,1 0 0 0 0,0-1 0 0 0,-1 1-1 0 0,1 0 1 0 0,0 0 0 0 0,-1 0 0 0 0,1 0 0 0 0,0 0-1 0 0,-1-1 1 0 0,1 1 0 0 0,-1 0 0 0 0,1 0 0 0 0,0 0-1 0 0,-1 0 1 0 0,1 0 0 0 0,-1 0 0 0 0,1 0 0 0 0,0 0 0 0 0,-1 0-1 0 0,1 1 1 0 0,0-1 0 0 0,-1 0 0 0 0,0 0 0 0 0,1 0-9 0 0,0 0 0 0 0,-1 1 1 0 0,1-1-1 0 0,-1 0 1 0 0,1 0-1 0 0,-1 0 1 0 0,1 0-1 0 0,-1 0 1 0 0,1 0-1 0 0,-1 0 1 0 0,1 0-1 0 0,0 0 1 0 0,-1 0-1 0 0,1 0 1 0 0,-1 0-1 0 0,1-1 1 0 0,-1 1-1 0 0,1 0 1 0 0,0 0-1 0 0,-1 0 0 0 0,1-1 1 0 0,-1 1-1 0 0,1 0 1 0 0,0 0-1 0 0,-1-1 1 0 0,1 1-1 0 0,0 0 1 0 0,-1-1-1 0 0,1 1 1 0 0,0 0-1 0 0,-1-1 1 0 0,1 1-1 0 0,0 0 1 0 0,0-1-1 0 0,0 1 1 0 0,-1-1-1 0 0,1 1 1 0 0,0-1-1 0 0,0-152 741 0 0,0 148-725 0 0,1 0 1 0 0,-1 0-1 0 0,1 0 0 0 0,0 0 1 0 0,1 0-1 0 0,-1 0 0 0 0,1 0 1 0 0,3-5-1 0 0,-3 5 6 0 0,0 0 0 0 0,0 0 0 0 0,0-1 0 0 0,0 1 0 0 0,-1 0 0 0 0,0-1 0 0 0,0 1 1 0 0,0-8-1 0 0,-2 8-7 0 0,1-1 0 0 0,0 1 1 0 0,1-1-1 0 0,-1 1 0 0 0,1-1 1 0 0,0 1-1 0 0,1-1 0 0 0,-1 1 1 0 0,1 0-1 0 0,0 0 0 0 0,1 0 1 0 0,-1 0-1 0 0,1 0 0 0 0,5-8 1 0 0,2-4 24 0 0,-1 0 1 0 0,0-1 0 0 0,8-27-1 0 0,-8-1 88 0 0,8 6-41 0 0,-13 27-66 0 0,6-12 40 0 0,25-10 53 0 0,-25 13-98 0 0,-6 11-31 0 0,27-38 24 0 0,-18 30 77 0 0,-10 15-66 0 0,-2 2-15 0 0,0-1 0 0 0,1 1 0 0 0,-1 0 1 0 0,1 0-1 0 0,-1 0 0 0 0,1 1 0 0 0,0-1 0 0 0,0 0 0 0 0,-1 1 1 0 0,1-1-1 0 0,5-2 0 0 0,-3-6 56 0 0,-4-51 266 0 0,0 60 134 0 0,0 2-400 0 0,0 4-54 0 0,0 0-26 0 0,0-4-54 0 0,0-2 0 0 0,0-4 40 0 0,0 4-13 0 0,0 3 83 0 0,0-3 141 0 0,1 0-181 0 0,0 0 1 0 0,-1 1-1 0 0,1-1 0 0 0,0 1 0 0 0,0-1 1 0 0,0 1-1 0 0,0-1 0 0 0,-1 1 0 0 0,1-1 1 0 0,0 1-1 0 0,0 0 0 0 0,0 0 0 0 0,0 0 1 0 0,0-1-1 0 0,0 1 0 0 0,0 0 0 0 0,0 0 1 0 0,0 0-1 0 0,0 0 0 0 0,0 0 0 0 0,0 1 0 0 0,1-1 1 0 0,-2 0 1 0 0,8 0 48 0 0,-11-1-39 0 0,-1 0-17 0 0,7-1 2 0 0,51 1 72 0 0,208 18 329 0 0,-76-17-307 0 0,-144 2-70 0 0,-1 2 0 0 0,44 10 1 0 0,40 5-80 0 0,4-8 122 0 0,-13 4-66 0 0,-45-10 140 0 0,0-4 0 0 0,0-3 0 0 0,79-12 1 0 0,148-30 325 0 0,-293 43-476 0 0,5-1-52 0 0,0 0 1 0 0,0 1 0 0 0,0 0-1 0 0,1 1 1 0 0,-1 0 0 0 0,17 3-1 0 0,-25 2-216 0 0,-12 6-311 0 0,-62 37-2479 0 0,-52 27-3188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0:20.4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11 880 0 0,'-4'0'849'0'0,"3"0"-667"0"0,0 0-1 0 0,-1 0 1 0 0,1 0-1 0 0,0-1 0 0 0,0 1 1 0 0,0 0-1 0 0,-1 0 0 0 0,1-1 1 0 0,0 1-1 0 0,0 0 1 0 0,0-1-1 0 0,0 1 0 0 0,0-1 1 0 0,0 0-1 0 0,0 1 1 0 0,0-1-1 0 0,0 0 0 0 0,-1-2 2749 0 0,6 3-2911 0 0,0 0 0 0 0,0 0 1 0 0,0 1-1 0 0,0-1 0 0 0,0 1 1 0 0,0 0-1 0 0,7 3 0 0 0,3 0-13 0 0,73 10-53 0 0,35 8-169 0 0,-111-19-158 0 0,0 0 0 0 0,0 0 0 0 0,-1 2 0 0 0,1-1 0 0 0,-1 1 0 0 0,0 0 0 0 0,17 13 0 0 0,-18-12-1867 0 0,13-5-27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0:20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0 4562 0 0,'-80'27'2321'0'0,"54"7"-2001"0"0,-28 5-400 0 0,1 7 160 0 0,26-7-80 0 0,1-5-240 0 0,26 5-960 0 0,0-5-3362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0:21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6 320 0 0,'0'0'6803'0'0,"0"-5"-6403"0"0,27 5-79 0 0,0 0-241 0 0,-1 0-80 0 0,-4 5 80 0 0,4 0-80 0 0,1 2 0 0 0,0-2 0 0 0,-1-5-240 0 0,1 5-321 0 0,-27 2-1280 0 0,0 3-800 0 0,0-3 160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0:22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449 73 400 0 0,'0'-72'6363'0'0,"-5"71"-6029"0"0,1 2-310 0 0,0 0 0 0 0,-1 0 1 0 0,1 1-1 0 0,0-1 1 0 0,0 1-1 0 0,0 0 0 0 0,0 0 1 0 0,0 0-1 0 0,0 1 1 0 0,0-1-1 0 0,1 1 0 0 0,-1 0 1 0 0,1 0-1 0 0,0 0 1 0 0,0 0-1 0 0,0 1 0 0 0,0-1 1 0 0,1 1-1 0 0,-4 7 1 0 0,-6 8 83 0 0,1 1 1 0 0,-15 38-1 0 0,22-29 165 0 0,4-26-260 0 0,0 0-1 0 0,0 1 1 0 0,0-1 0 0 0,0 1-1 0 0,-1-1 1 0 0,0 0 0 0 0,0 1-1 0 0,-1 2 1 0 0,-9 21-13 0 0,5-10 0 0 0,-1-1 0 0 0,-18 30 0 0 0,18-34-7 0 0,0 1-1 0 0,1 0 1 0 0,0 0-1 0 0,-6 24 1 0 0,-8 17-9 0 0,12-39 14 0 0,6-12 3 0 0,1 0 0 0 0,-1 1 1 0 0,0-1-1 0 0,1 0 0 0 0,0 1 0 0 0,0-1 1 0 0,0 1-1 0 0,0-1 0 0 0,0 1 1 0 0,1 0-1 0 0,-1 4 0 0 0,1-3 2 0 0,0-1-1 0 0,-1 1 1 0 0,0-1 0 0 0,0 1-1 0 0,0-1 1 0 0,-1 0 0 0 0,1 1-1 0 0,-1-1 1 0 0,-3 5 0 0 0,-3 9-30 0 0,0 3 13 0 0,6-15 14 0 0,0 1 0 0 0,-1-1 0 0 0,0 1 1 0 0,0-1-1 0 0,-7 10 0 0 0,7-12 4 0 0,0-1 1 0 0,0 1-1 0 0,1 1 1 0 0,-1-1-1 0 0,1 0 0 0 0,0 1 1 0 0,0-1-1 0 0,1 1 1 0 0,-1-1-1 0 0,1 1 1 0 0,0 0-1 0 0,0 0 1 0 0,1-1-1 0 0,-1 7 0 0 0,0-3 2 0 0,-1-1 0 0 0,0 1 0 0 0,0 0 0 0 0,0-1 0 0 0,-1 0 0 0 0,-1 1 0 0 0,1-1 0 0 0,-1 0 0 0 0,0-1 0 0 0,-1 1 0 0 0,1-1 0 0 0,-1 0 0 0 0,-8 7 1 0 0,-8 15 15 0 0,17-8 31 0 0,5-19-49 0 0,-1 0-1 0 0,0-1 1 0 0,0 1 0 0 0,0 0-1 0 0,0 0 1 0 0,0 0 0 0 0,0 0-1 0 0,0 0 1 0 0,0 0 0 0 0,-1 0-1 0 0,1 0 1 0 0,0-1 0 0 0,0 1-1 0 0,-1 0 1 0 0,1 0 0 0 0,-1 0-1 0 0,1 0 1 0 0,-1-1 0 0 0,1 1-1 0 0,-1 0 1 0 0,0 1 0 0 0,-9 2 12 0 0,15-7-6 0 0,-14 2 57 0 0,18 1 0 0 0,-22 0-41 0 0,93 17 294 0 0,182 2-22 0 0,-45-7-142 0 0,-68 7-142 0 0,-44-5-14 0 0,112 2-1 0 0,610 20 419 0 0,-785-33-462 0 0,136 18-1837 0 0,-169-21-947 0 0,-9-4-2281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0:25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32 1841 0 0,'0'-1'221'0'0,"0"0"0"0"0,0 0 0 0 0,0 0 0 0 0,-1 0 0 0 0,1 0 0 0 0,0 0 1 0 0,-1 0-1 0 0,1 0 0 0 0,-1 0 0 0 0,1 0 0 0 0,-1 0 0 0 0,0 0 0 0 0,1 0 0 0 0,-1 0 0 0 0,0 0 0 0 0,0 1 1 0 0,0-1-1 0 0,1 0 0 0 0,-1 1 0 0 0,0-1 0 0 0,0 0 0 0 0,0 1 0 0 0,0-1 0 0 0,0 1 0 0 0,0 0 0 0 0,-1-1 1 0 0,47 7 678 0 0,22-3-740 0 0,96-7-1 0 0,-25-1 2 0 0,-70 0-145 0 0,-53 3-17 0 0,0 0 1 0 0,0 1-1 0 0,1 1 1 0 0,-1 0 0 0 0,23 4-1 0 0,-33 1-12 0 0,-5-3-40 0 0,0 1 53 0 0,0-1 53 0 0,4 1-40 0 0,14-1-13 0 0,-14 3 14 0 0,-4-4 52 0 0,-4 5 28 0 0,-3 0-75 0 0,0 0 0 0 0,0 0 1 0 0,0 0-1 0 0,1 1 1 0 0,0 0-1 0 0,1 0 0 0 0,-1 0 1 0 0,1 1-1 0 0,1 0 1 0 0,-7 14-1 0 0,4-5-6 0 0,7-14-8 0 0,-1 0-1 0 0,0 0 1 0 0,-1 0 0 0 0,1-1 0 0 0,0 1 0 0 0,-1 0-1 0 0,1-1 1 0 0,-1 1 0 0 0,0-1 0 0 0,0 0 0 0 0,0 1-1 0 0,0-1 1 0 0,-3 2 0 0 0,-5 4 10 0 0,7-6-18 0 0,0 0 0 0 0,0 0 0 0 0,0 0 1 0 0,0 0-1 0 0,1 1 0 0 0,-1-1 0 0 0,1 1 0 0 0,-1 0 0 0 0,1 0 1 0 0,0 0-1 0 0,0 0 0 0 0,0 0 0 0 0,0 0 0 0 0,1 0 0 0 0,-1 1 0 0 0,1-1 1 0 0,0 1-1 0 0,0-1 0 0 0,0 1 0 0 0,0-1 0 0 0,1 1 0 0 0,0 0 1 0 0,-1 4-1 0 0,1-7 4 0 0,0-1 0 0 0,0 1 1 0 0,0-1-1 0 0,0 1 0 0 0,0-1 0 0 0,0 1 1 0 0,0-1-1 0 0,-1 1 0 0 0,1-1 0 0 0,0 1 1 0 0,0-1-1 0 0,-1 1 0 0 0,1-1 0 0 0,0 1 1 0 0,-1-1-1 0 0,1 1 0 0 0,-1-1 1 0 0,1 1-1 0 0,0-1 0 0 0,-1 0 0 0 0,1 1 1 0 0,-1-1-1 0 0,1 0 0 0 0,-1 0 0 0 0,1 1 1 0 0,-1-1-1 0 0,1 0 0 0 0,-1 0 0 0 0,0 0 1 0 0,1 1-1 0 0,-1-1 0 0 0,0 0 1 0 0,0 0-2 0 0,1 0 1 0 0,-1 0 0 0 0,0 0-1 0 0,1 0 1 0 0,-1 1 0 0 0,0-1 0 0 0,1 0-1 0 0,-1 0 1 0 0,1 1 0 0 0,-1-1 0 0 0,0 0-1 0 0,1 1 1 0 0,-1-1 0 0 0,1 1 0 0 0,-1-1-1 0 0,1 1 1 0 0,-1-1 0 0 0,1 1-1 0 0,0-1 1 0 0,-1 1 0 0 0,1-1 0 0 0,0 1-1 0 0,-1-1 1 0 0,1 1 0 0 0,0 0 0 0 0,0-1-1 0 0,-1 1 1 0 0,1-1 0 0 0,0 1-1 0 0,0 0 1 0 0,0-1 0 0 0,0 1 0 0 0,0 1-1 0 0,0 27-66 0 0,-1-28 68 0 0,0 1 0 0 0,1-1 1 0 0,-1 0-1 0 0,0 0 0 0 0,0 0 1 0 0,0 1-1 0 0,0-1 0 0 0,0 0 0 0 0,0 0 1 0 0,0 0-1 0 0,-1 0 0 0 0,1-1 1 0 0,0 1-1 0 0,0 0 0 0 0,-1-1 0 0 0,-1 2 1 0 0,-4 2 11 0 0,5-3-15 0 0,0 1-1 0 0,0-1 1 0 0,0 1-1 0 0,0 0 1 0 0,1-1-1 0 0,-1 1 1 0 0,1 0-1 0 0,-1 0 1 0 0,1 0-1 0 0,-1 0 1 0 0,1 0-1 0 0,0 1 1 0 0,-1 3-1 0 0,-2 35-33 0 0,4-39 38 0 0,0-1-2 0 0,0 0 1 0 0,0 0 0 0 0,0 0 0 0 0,0 0-1 0 0,0 0 1 0 0,0 0 0 0 0,-1 0 0 0 0,1 0-1 0 0,0 0 1 0 0,-1 0 0 0 0,1 0-1 0 0,-1 0 1 0 0,1-1 0 0 0,-1 1 0 0 0,1 0-1 0 0,-1 0 1 0 0,0 0 0 0 0,1-1-1 0 0,-1 1 1 0 0,0 0 0 0 0,0-1 0 0 0,1 1-1 0 0,-1 0 1 0 0,-2 0 0 0 0,2-1-1 0 0,0 1 0 0 0,1-1 0 0 0,-1 1 0 0 0,0 0-1 0 0,0-1 1 0 0,0 1 0 0 0,1 0 0 0 0,-1 0 0 0 0,0-1 0 0 0,0 1 0 0 0,1 0 0 0 0,-1 0 0 0 0,1 0 0 0 0,-1 0 0 0 0,1 0 0 0 0,-1 0 0 0 0,1 0 0 0 0,0 0 0 0 0,-1 0 0 0 0,1 0 0 0 0,0 0 0 0 0,0 0 0 0 0,0 0-1 0 0,0 2 1 0 0,0-2-1 0 0,0 0 0 0 0,0 0 0 0 0,0 0 0 0 0,0 0 0 0 0,-1 0 0 0 0,1 1 0 0 0,0-1 0 0 0,0 0 0 0 0,-1 0 0 0 0,1 0 0 0 0,-1 0 0 0 0,1 0 0 0 0,-1 0 0 0 0,1 0 0 0 0,-1 0 0 0 0,0 0 0 0 0,1-1 0 0 0,-1 1 0 0 0,0 0 0 0 0,0 0 0 0 0,0 0 0 0 0,1-1 0 0 0,-3 2 0 0 0,2-1 0 0 0,0-1 0 0 0,0 1 0 0 0,0 0 0 0 0,0 0 0 0 0,0 0 0 0 0,0-1 0 0 0,0 1 0 0 0,1 0 0 0 0,-1 0 0 0 0,0 0 0 0 0,1 0 0 0 0,-1 0 0 0 0,1 0 0 0 0,-1 0 0 0 0,1 1 0 0 0,-1-1 0 0 0,1 0 0 0 0,0 0 0 0 0,-1 0 0 0 0,1 0 0 0 0,0 1 0 0 0,0-1 0 0 0,0 0 0 0 0,0 1 0 0 0,1 2 0 0 0,-1-1 0 0 0,0 0 0 0 0,0 1 0 0 0,0-1 0 0 0,-1 1 0 0 0,1-1 0 0 0,-1 0 0 0 0,1 0 0 0 0,-1 1 0 0 0,0-1 0 0 0,-1 0 0 0 0,1 0 0 0 0,0 0 0 0 0,-1 0 0 0 0,0 0 0 0 0,0 0 0 0 0,1 0 0 0 0,-2-1 0 0 0,-2 4 0 0 0,4-4 0 0 0,0-1 0 0 0,0 1 0 0 0,0-1 0 0 0,1 1 0 0 0,-1 0-1 0 0,1-1 1 0 0,-1 1 0 0 0,1 0 0 0 0,-1 0 0 0 0,1-1 0 0 0,0 1-1 0 0,0 0 1 0 0,0 0 0 0 0,0-1 0 0 0,0 1 0 0 0,0 0 0 0 0,0 0-1 0 0,1-1 1 0 0,0 4 0 0 0,0-3 1 0 0,-1 0 0 0 0,1 0 0 0 0,-1 0 0 0 0,0 0 0 0 0,1 0 0 0 0,-1 0 0 0 0,0 0 0 0 0,0 0-1 0 0,-1 0 1 0 0,1 0 0 0 0,0 0 0 0 0,-1 0 0 0 0,1 0 0 0 0,-1 0 0 0 0,0 0 0 0 0,1 0 0 0 0,-3 3 0 0 0,-4 2 20 0 0,6-6-18 0 0,0 0-1 0 0,0 0 0 0 0,-1 0 0 0 0,1 0 1 0 0,0 1-1 0 0,0-1 0 0 0,0 1 0 0 0,0-1 1 0 0,0 1-1 0 0,1-1 0 0 0,-1 1 0 0 0,0-1 1 0 0,1 1-1 0 0,-1 0 0 0 0,1-1 0 0 0,-1 1 1 0 0,1 0-1 0 0,0-1 0 0 0,0 3 0 0 0,0-2-1 0 0,0-1-1 0 0,0 1 0 0 0,-1-1 0 0 0,1 1 0 0 0,0-1 0 0 0,-1 1 1 0 0,1-1-1 0 0,-1 1 0 0 0,1-1 0 0 0,-1 0 0 0 0,0 1 0 0 0,0-1 1 0 0,1 0-1 0 0,-1 0 0 0 0,0 1 0 0 0,0-1 0 0 0,0 0 0 0 0,0 0 1 0 0,-2 1-1 0 0,2-1-1 0 0,0 0 0 0 0,0 0 0 0 0,0 0 0 0 0,0 0 1 0 0,0 0-1 0 0,0 0 0 0 0,0 1 0 0 0,1-1 0 0 0,-1 0 0 0 0,0 1 1 0 0,1-1-1 0 0,-1 0 0 0 0,1 1 0 0 0,-1-1 0 0 0,1 1 0 0 0,0-1 1 0 0,-1 1-1 0 0,1-1 0 0 0,0 2 0 0 0,0 88 1 0 0,0-92-67 0 0,0 0 1 0 0,0 1 77 0 0,0-1-1 0 0,0 0 1 0 0,0 0 0 0 0,-1 0 0 0 0,1 1 0 0 0,0-1-1 0 0,-1 0 1 0 0,1 0 0 0 0,0 1 0 0 0,-1-1 0 0 0,1 0 0 0 0,-1 1-1 0 0,1-1 1 0 0,-1 0 0 0 0,1 1 0 0 0,-1-1 0 0 0,1 1-1 0 0,-1-1 1 0 0,0 1 0 0 0,1-1 0 0 0,-1 1 0 0 0,0-1 0 0 0,1 1-1 0 0,-1 0 1 0 0,0-1 0 0 0,0 1 0 0 0,0 0 0 0 0,1 0-1 0 0,-1-1 1 0 0,0 1 0 0 0,0 0 0 0 0,0 0 0 0 0,-1 0 0 0 0,-38 0 132 0 0,21 1-27 0 0,-130 9 427 0 0,116-7-526 0 0,17 0-31 0 0,27-2-28 0 0,-11-1 18 0 0,5 0-56 0 0,-3 0 73 0 0,0 1 1 0 0,0-1-1 0 0,1 1 0 0 0,-1-1 1 0 0,0 1-1 0 0,0 0 1 0 0,0-1-1 0 0,0 1 0 0 0,0 0 1 0 0,0 0-1 0 0,0 1 1 0 0,2 1-1 0 0,20 9 26 0 0,186 40 130 0 0,130 25-244 0 0,-286-68 14 0 0,-50-10-17 0 0,1-3-110 0 0,-4 4 206 0 0,0 0 0 0 0,0 0-1 0 0,0 0 1 0 0,0 0 0 0 0,1 0 0 0 0,-1 0 0 0 0,0 0 0 0 0,0-1 0 0 0,0 1 0 0 0,0 0 0 0 0,0-1 0 0 0,0 1 0 0 0,0-1 0 0 0,0 1 0 0 0,0-1 0 0 0,0 0 0 0 0,0 1-1 0 0,0-1 1 0 0,1-1 0 0 0,-7 0 44 0 0,-8-2 16 0 0,0 1 0 0 0,0 0 0 0 0,-1 1 0 0 0,0 1 1 0 0,1 0-1 0 0,-1 1 0 0 0,-25 3 0 0 0,12-2 24 0 0,-44 4 38 0 0,-84 17 0 0 0,142-20-100 0 0,1 2 0 0 0,0-1 0 0 0,0 2 1 0 0,-15 7-1 0 0,23-10-15 0 0,4-2-4 0 0,0 0-1 0 0,0 0 1 0 0,0 0-1 0 0,0 1 1 0 0,0-1-1 0 0,0 0 1 0 0,0 0-1 0 0,0 0 1 0 0,0 0-1 0 0,0 0 1 0 0,0 0-1 0 0,1 0 1 0 0,-1 0-1 0 0,0 1 1 0 0,0-1-1 0 0,0 0 1 0 0,0 0-1 0 0,0 0 1 0 0,0 0-1 0 0,0 0 1 0 0,0 0-1 0 0,0 1 1 0 0,0-1-1 0 0,0 0 1 0 0,0 0-1 0 0,-1 0 1 0 0,1 0-1 0 0,0 0 1 0 0,0 0-1 0 0,0 0 1 0 0,0 1-1 0 0,0-1 0 0 0,0 0 1 0 0,0 0-1 0 0,0 0 1 0 0,0 0-1 0 0,0 0 1 0 0,0 0-1 0 0,0 0 1 0 0,0 0-1 0 0,-1 0 1 0 0,1 0-1 0 0,0 0 1 0 0,0 1-1 0 0,0-1 1 0 0,0 0-1 0 0,0 0 1 0 0,0 0-1 0 0,0 0 1 0 0,-1 0-1 0 0,1 0 1 0 0,0 0-1 0 0,0 0 1 0 0,0 0-1 0 0,0 0 1 0 0,0 0-1 0 0,0 0 1 0 0,0 0-1 0 0,-1 0 1 0 0,1 0-1 0 0,0 0 1 0 0,0 0-1 0 0,0 0 1 0 0,0 0-1 0 0,0 0 1 0 0,0 0-1 0 0,0-1 1 0 0,-1 1-1 0 0,1 3 23 0 0,-22 7-13 0 0,22-10-10 0 0,0 0 0 0 0,0 0-1 0 0,0 0 1 0 0,0 0 0 0 0,1 0 0 0 0,-1 0 0 0 0,0 0-1 0 0,0 1 1 0 0,0-1 0 0 0,0 0 0 0 0,0 0-1 0 0,0 0 1 0 0,0 0 0 0 0,0 0 0 0 0,0 0-1 0 0,0 0 1 0 0,0 0 0 0 0,1 0 0 0 0,-1 1 0 0 0,0-1-1 0 0,0 0 1 0 0,0 0 0 0 0,0 0 0 0 0,0 0-1 0 0,0 0 1 0 0,0 0 0 0 0,0 0 0 0 0,0 1-1 0 0,0-1 1 0 0,0 0 0 0 0,0 0 0 0 0,0 0 0 0 0,0 0-1 0 0,0 0 1 0 0,0 0 0 0 0,0 0 0 0 0,0 1-1 0 0,0-1 1 0 0,0 0 0 0 0,0 0 0 0 0,-1 0-1 0 0,1 0 1 0 0,0 0 0 0 0,0 0 0 0 0,0 0 0 0 0,0 0-1 0 0,0 0 1 0 0,0 1 0 0 0,0-1 0 0 0,0 0-1 0 0,0 0 1 0 0,0 0 0 0 0,0 0 0 0 0,-1 0-1 0 0,1 0 1 0 0,0 0 0 0 0,0 0 0 0 0,21 4-54 0 0,13-1 46 0 0,51-5 0 0 0,-47 1 9 0 0,45 3 1 0 0,99 15-162 0 0,-163-11 125 0 0,-14 2 10 0 0,-6-6 24 0 0,1-1 0 0 0,-1 0 0 0 0,0 1 0 0 0,0-1 0 0 0,0 0 0 0 0,0 0 0 0 0,0 0 0 0 0,0 0 0 0 0,-1 0-1 0 0,1 0 1 0 0,0 0 0 0 0,0 0 0 0 0,-1 0 0 0 0,1 0 0 0 0,0-1 0 0 0,-1 1 0 0 0,1 0 0 0 0,-3-1 0 0 0,-26 12 31 0 0,0-2 0 0 0,-1-1 0 0 0,-61 10 0 0 0,-101-5 90 0 0,156-12-137 0 0,1 1 1 0 0,-1 2-1 0 0,-58 17 0 0 0,46-12 71 0 0,98 8-121 0 0,239 27-26 0 0,-261-44 53 0 0,-17-2 53 0 0,-14 0 19 0 0,-21-2 47 0 0,17 2-57 0 0,-75-5 18 0 0,-112 7 0 0 0,194-1-40 0 0,-30 1-6 0 0,-49 10-1 0 0,78-11 1 0 0,2 0 4 0 0,0 0-1 0 0,-1 0 1 0 0,1 0-1 0 0,0 0 1 0 0,0 1 0 0 0,0-1-1 0 0,-1 0 1 0 0,1 0-1 0 0,0 0 1 0 0,0 0 0 0 0,0 0-1 0 0,0 0 1 0 0,-1 1-1 0 0,1-1 1 0 0,0 0 0 0 0,0 0-1 0 0,0 0 1 0 0,0 1-1 0 0,0-1 1 0 0,0 0 0 0 0,0 0-1 0 0,0 0 1 0 0,-1 1-1 0 0,1-1 1 0 0,0 0-1 0 0,0 0 1 0 0,0 0 0 0 0,0 1-1 0 0,0-1 1 0 0,0 0-1 0 0,0 0 1 0 0,0 0 0 0 0,0 1-1 0 0,0-1 1 0 0,0 0-1 0 0,0 0 1 0 0,0 1 0 0 0,1-1-1 0 0,-1 0 1 0 0,0 0-1 0 0,0 0 1 0 0,0 1 0 0 0,0-1-1 0 0,0 0 1 0 0,0 0-1 0 0,0 1 0 0 0,5 6-10 0 0,24 3 129 0 0,1-1 0 0 0,50 9 1 0 0,-46-11-39 0 0,-3-1-169 0 0,0-1 0 0 0,0-2 0 0 0,58 0 0 0 0,-57-5-2195 0 0,47-9 0 0 0,-79 11 2228 0 0,0 0 0 0 0,0 0 0 0 0,0 0-1 0 0,1 0 1 0 0,-1 0 0 0 0,0 0 0 0 0,0 0 0 0 0,0 0 0 0 0,1 0 0 0 0,-1 0 0 0 0,0 0 0 0 0,0 0-1 0 0,0 0 1 0 0,0 0 0 0 0,0 0 0 0 0,1-1 0 0 0,-1 1 0 0 0,0 0 0 0 0,0 0 0 0 0,0 0-1 0 0,0 0 1 0 0,0 0 0 0 0,1-1 0 0 0,-1 1 0 0 0,0 0 0 0 0,0 0 0 0 0,0 0 0 0 0,0 0-1 0 0,0-1 1 0 0,0 1 0 0 0,0 0 0 0 0,0 0 0 0 0,0 0 0 0 0,0 0 0 0 0,0-1 0 0 0,0 1-1 0 0,0 0 1 0 0,0 0 0 0 0,0 0 0 0 0,0-1 0 0 0,0 1 0 0 0,0 0 58 0 0,0-11-2361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0:26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19 276 2321 0 0,'-4'0'258'0'0,"-10"-1"2258"0"0,20-4-17 0 0,11-8-2023 0 0,58-32 245 0 0,1-11-621 0 0,-45 34-177 0 0,44-39 0 0 0,0 5 64 0 0,-71 47 13 0 0,-4 9 0 0 0,0-1 0 0 0,0 1 0 0 0,0 0 0 0 0,0-1 0 0 0,0 1 0 0 0,0 0 0 0 0,0 0 0 0 0,0-1 0 0 0,0 1 0 0 0,0 0 0 0 0,1-1 0 0 0,-1 1 0 0 0,0 0 0 0 0,0 0 0 0 0,0-1 0 0 0,0 1 0 0 0,0 0 0 0 0,1 0 0 0 0,-1-1 0 0 0,0 1 0 0 0,0 0 0 0 0,1 0 0 0 0,-1 0 0 0 0,0-1 0 0 0,0 1 0 0 0,1 0 0 0 0,-1 0 0 0 0,0 0 0 0 0,0 0 0 0 0,1-1 0 0 0,17 1-67 0 0,-23 2 71 0 0,0-1-1 0 0,1 1 1 0 0,-1 0 0 0 0,0 1-1 0 0,1-1 1 0 0,0 1-1 0 0,-1 0 1 0 0,1 0 0 0 0,0 0-1 0 0,1 0 1 0 0,-1 1-1 0 0,0-1 1 0 0,-2 5 0 0 0,-5 7 34 0 0,1 0 1 0 0,-12 24 0 0 0,-6 13-72 0 0,12-30 185 0 0,-25 27 0 0 0,26-33-18 0 0,1 2 0 0 0,0 0 0 0 0,-14 26 0 0 0,26-41-145 0 0,0 0 0 0 0,1 1 0 0 0,-1-1 0 0 0,1 1 0 0 0,0-1 0 0 0,0 1 0 0 0,0-1 1 0 0,1 1-1 0 0,-1-1 0 0 0,1 1 0 0 0,0 4 0 0 0,0-7 2 0 0,0 0 0 0 0,0-1 0 0 0,0 1 1 0 0,0 0-1 0 0,1 0 0 0 0,-1-1 0 0 0,0 1 1 0 0,1 0-1 0 0,-1-1 0 0 0,0 1 0 0 0,1 0 1 0 0,-1-1-1 0 0,1 1 0 0 0,-1 0 0 0 0,1-1 1 0 0,0 1-1 0 0,-1-1 0 0 0,1 1 0 0 0,-1-1 1 0 0,1 0-1 0 0,0 1 0 0 0,-1-1 0 0 0,2 1 1 0 0,0-1-26 0 0,0 1 1 0 0,0-1 0 0 0,1 0 0 0 0,-1 1-1 0 0,0-1 1 0 0,0 0 0 0 0,0-1 0 0 0,1 1-1 0 0,-1 0 1 0 0,0-1 0 0 0,0 1 0 0 0,3-2-1 0 0,6-1-297 0 0,-1-1-1 0 0,1 0 0 0 0,-1-1 0 0 0,0-1 0 0 0,0 0 0 0 0,0 0 1 0 0,16-14-1 0 0,1-16-2339 0 0,-23 30 2180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0:27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608 162 800 0 0,'-92'44'5844'0'0,"54"-28"-5321"0"0,0 2 0 0 0,1 2-1 0 0,1 1 1 0 0,-38 30 0 0 0,71-49-500 0 0,0 0 1 0 0,1 0 0 0 0,0 0 0 0 0,0 1-1 0 0,0-1 1 0 0,0 1 0 0 0,0 0 0 0 0,0-1-1 0 0,0 1 1 0 0,1 0 0 0 0,-1 0 0 0 0,1 0-1 0 0,0 0 1 0 0,0 0 0 0 0,-1 5 0 0 0,2-6-17 0 0,0 0 0 0 0,1 0 0 0 0,-1 0-1 0 0,0 0 1 0 0,1 0 0 0 0,-1-1 0 0 0,1 1 0 0 0,0 0 0 0 0,-1 0 0 0 0,1 0 0 0 0,0 0 0 0 0,0-1 0 0 0,0 1 0 0 0,0 0 0 0 0,1-1 0 0 0,-1 1-1 0 0,0-1 1 0 0,1 1 0 0 0,-1-1 0 0 0,1 0 0 0 0,-1 0 0 0 0,1 1 0 0 0,0-1 0 0 0,-1 0 0 0 0,5 1 0 0 0,6 5-15 0 0,-4-2-12 0 0,-1 0 0 0 0,2-1 1 0 0,-1-1-1 0 0,0 1 0 0 0,1-1 0 0 0,14 3 0 0 0,13-2-31 0 0,1-1 0 0 0,0-2 0 0 0,0-2 0 0 0,-1-1-1 0 0,42-8 1 0 0,-40 5 56 0 0,72-20-1 0 0,-96 21 23 0 0,0-1 1 0 0,-1 0-1 0 0,0 0 0 0 0,0-2 0 0 0,0 1 0 0 0,-1-2 0 0 0,0 0 1 0 0,16-14-1 0 0,-25 20-13 0 0,-1 0 0 0 0,0 0 0 0 0,0 0-1 0 0,0 0 1 0 0,0 0 0 0 0,0-1 0 0 0,-1 1 0 0 0,1-1 0 0 0,-1 1 0 0 0,1-1 0 0 0,-1 0 0 0 0,0 0 0 0 0,0 1 0 0 0,0-1 0 0 0,-1 0 0 0 0,1 0-1 0 0,-1 0 1 0 0,1 0 0 0 0,-1 0 0 0 0,0 0 0 0 0,0 0 0 0 0,0 0 0 0 0,-1 0 0 0 0,1 0 0 0 0,-1 1 0 0 0,-1-5 0 0 0,-1-1 25 0 0,-1 1 1 0 0,0 1 0 0 0,0-1 0 0 0,-1 0-1 0 0,0 1 1 0 0,0 0 0 0 0,-1 0 0 0 0,-12-9-1 0 0,-9-7-48 0 0,-1 2 0 0 0,0 2-1 0 0,-2 0 1 0 0,0 2 0 0 0,-1 1-1 0 0,0 2 1 0 0,-1 0 0 0 0,-1 3-1 0 0,-65-13 1 0 0,17 7-841 0 0,0 4-1 0 0,-1 4 1 0 0,-91 1-1 0 0,71 13-3684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0:29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38 2401 0 0,'0'-23'4301'0'0,"0"8"-3013"0"0,5 15-1181 0 0,60 12 391 0 0,0-2 0 0 0,93 1 0 0 0,127-21 93 0 0,-175 4-462 0 0,-59 7-80 0 0,85 12 1 0 0,-114-10-42 0 0,145 28 154 0 0,-64-10-17 0 0,102 16-78 0 0,145 25-67 0 0,-341-61-10 0 0,8 1-14 0 0,1 0 1 0 0,23-1 0 0 0,48-2-17 0 0,102-15 0 0 0,-96-3 43 0 0,-48 8 20 0 0,-20 6-4 0 0,92-15 29 0 0,-98 18-80 0 0,0 1 0 0 0,1 1 0 0 0,-1 1 0 0 0,31 5 0 0 0,-25 0-47 0 0,-25-4 74 0 0,0 2-5 0 0,16 1-43 0 0,-13-1 53 0 0,-6-4 10 0 0,0-1-1 0 0,-1 0 1 0 0,1 1 0 0 0,0-1-1 0 0,0 1 1 0 0,0-1-1 0 0,0 1 1 0 0,-1 0 0 0 0,1 0-1 0 0,0-1 1 0 0,0 1-1 0 0,0 0 1 0 0,-1 0 0 0 0,1 0-1 0 0,0 0 1 0 0,-3 1 0 0 0,-22 0 133 0 0,21 3-163 0 0,1 2-40 0 0,0-4 54 0 0,0 1 1 0 0,0-1-1 0 0,0 1 1 0 0,1 1-1 0 0,-1-1 1 0 0,1 0-1 0 0,0 1 0 0 0,0-1 1 0 0,0 1-1 0 0,0 0 1 0 0,-4 8-1 0 0,-1 18 73 0 0,-15 1 41 0 0,21-29-105 0 0,-1 1 0 0 0,1-1 0 0 0,-1 1-1 0 0,1 0 1 0 0,0 0 0 0 0,0 0 0 0 0,1 0-1 0 0,-1 0 1 0 0,0 1 0 0 0,1-1-1 0 0,0 1 1 0 0,0-1 0 0 0,-1 6 0 0 0,2-8-6 0 0,0 0 1 0 0,0 0 0 0 0,0 0-1 0 0,0 0 1 0 0,-1 0 0 0 0,1 0-1 0 0,0 0 1 0 0,0 0 0 0 0,-1 0-1 0 0,1 0 1 0 0,0-1 0 0 0,-1 1-1 0 0,1 0 1 0 0,-1 0 0 0 0,1 0-1 0 0,-1-1 1 0 0,1 1 0 0 0,-1 0-1 0 0,0 0 1 0 0,1-1 0 0 0,-1 1-1 0 0,0-1 1 0 0,0 1 0 0 0,1 0-1 0 0,-1-1 1 0 0,0 0 0 0 0,-1 1-1 0 0,1 0 4 0 0,0-1-1 0 0,0 0 1 0 0,1 1-1 0 0,-1-1 0 0 0,0 1 1 0 0,1-1-1 0 0,-1 1 1 0 0,0-1-1 0 0,1 1 1 0 0,-1-1-1 0 0,1 1 0 0 0,-1 0 1 0 0,1-1-1 0 0,-1 1 1 0 0,1 0-1 0 0,-1 0 1 0 0,1-1-1 0 0,-1 1 0 0 0,1 0 1 0 0,0 0-1 0 0,0-1 1 0 0,-1 1-1 0 0,1 0 1 0 0,0 0-1 0 0,0 0 0 0 0,0-1 1 0 0,0 2-1 0 0,0 1 13 0 0,1-2-10 0 0,-1 1 0 0 0,0 0 0 0 0,0-1 0 0 0,1 1 0 0 0,-1-1 0 0 0,0 1 0 0 0,0 0 0 0 0,-1-1 0 0 0,1 1 0 0 0,0-1 0 0 0,0 1 0 0 0,-1 0 0 0 0,1-1 0 0 0,-1 1 0 0 0,0-1 0 0 0,1 1 0 0 0,-2 2 0 0 0,-7 0 3 0 0,0 1 0 0 0,1 0 0 0 0,0 1 0 0 0,0 0 0 0 0,-12 11 0 0 0,-15 13 25 0 0,-19 31-5 0 0,48-55-12 0 0,0-1 0 0 0,0 2 1 0 0,0-1-1 0 0,-9 13 0 0 0,5-5-5 0 0,10-13-5 0 0,-1 0-1 0 0,1 0 1 0 0,-1 0-1 0 0,1 0 0 0 0,-1 0 1 0 0,1 0-1 0 0,0 0 1 0 0,0 0-1 0 0,-1 0 1 0 0,1 0-1 0 0,0 0 0 0 0,0 0 1 0 0,0 1-1 0 0,0 0 1 0 0,0-1-4 0 0,0 0 1 0 0,0 0 0 0 0,0 0 0 0 0,0-1 0 0 0,0 1 0 0 0,0 0 0 0 0,0 0-1 0 0,0 0 1 0 0,-1 0 0 0 0,1 0 0 0 0,0 0 0 0 0,-1-1 0 0 0,1 1 0 0 0,0 0-1 0 0,-1 0 1 0 0,1-1 0 0 0,-1 2 0 0 0,-8 5-1 0 0,8-6 0 0 0,0 0 0 0 0,0 0 0 0 0,0 0 0 0 0,0 0 0 0 0,0 0 0 0 0,0 0 0 0 0,0 0 0 0 0,0 0 0 0 0,1 0 0 0 0,-1 1 0 0 0,0-1 0 0 0,1 0 0 0 0,-1 0 0 0 0,1 1 0 0 0,-1-1 0 0 0,1 0 0 0 0,0 1 0 0 0,-1-1 0 0 0,1 1 0 0 0,0-1 0 0 0,0 0 0 0 0,0 1 0 0 0,0 2 0 0 0,1-1-1 0 0,-1 0 0 0 0,0 0 0 0 0,-1-1 0 0 0,1 1 0 0 0,0 0 1 0 0,-1 0-1 0 0,0 0 0 0 0,-1 3 0 0 0,-13 8-51 0 0,12-12 45 0 0,2-1 10 0 0,1 0 1 0 0,-1 0-1 0 0,0 0 0 0 0,1 0 0 0 0,-1 0 0 0 0,1 0 0 0 0,-1 0 0 0 0,1 0 0 0 0,-1 0 0 0 0,1 1 0 0 0,0-1 1 0 0,-1 0-1 0 0,1 0 0 0 0,0 0 0 0 0,0 1 0 0 0,0-1 0 0 0,0 0 0 0 0,1 2 0 0 0,-4 12-8 0 0,-5-6-20 0 0,7-8 27 0 0,-1 0-1 0 0,1 0 0 0 0,0 0 0 0 0,0 0 0 0 0,1 0 0 0 0,-1 0 0 0 0,0 0 0 0 0,0 0 0 0 0,0 0 0 0 0,1 0 1 0 0,-1 1-1 0 0,0-1 0 0 0,1 0 0 0 0,0 0 0 0 0,-1 1 0 0 0,1-1 0 0 0,0 0 0 0 0,-1 1 0 0 0,1-1 1 0 0,0 1-1 0 0,0 0 0 0 0,0 1 3 0 0,0-1 0 0 0,-1 1 0 0 0,1 0 0 0 0,-1-1 0 0 0,0 1 0 0 0,1-1 0 0 0,-1 0 0 0 0,0 1 0 0 0,0-1 0 0 0,-1 0 0 0 0,1 0 0 0 0,-3 4 0 0 0,-5 10 37 0 0,0 15 26 0 0,-1-17-51 0 0,9-13-17 0 0,0 0 1 0 0,0 0 0 0 0,0 0 0 0 0,0 1 0 0 0,0-1 0 0 0,0 0 0 0 0,0 1-1 0 0,0-1 1 0 0,1 1 0 0 0,-1-1 0 0 0,1 1 0 0 0,-1 0 0 0 0,1-1 0 0 0,-1 1-1 0 0,1-1 1 0 0,0 4 0 0 0,-1-3-31 0 0,1 0 0 0 0,0 0 0 0 0,-1 0 0 0 0,1-1 0 0 0,-1 1 0 0 0,1 0 0 0 0,-1 0 0 0 0,0-1 0 0 0,0 1 0 0 0,0 0 0 0 0,0-1 0 0 0,0 1 0 0 0,0-1 0 0 0,0 1 0 0 0,-1-1 0 0 0,1 0 0 0 0,0 0 0 0 0,-1 1 0 0 0,1-1 0 0 0,-3 1 0 0 0,-1 3-492 0 0,5-6 374 0 0,0-1 0 0 0,0 1 0 0 0,0 0 0 0 0,0 0 1 0 0,0 0-1 0 0,1 0 0 0 0,-1 0 0 0 0,0 0 0 0 0,1 0 0 0 0,-1 0 0 0 0,1 0 0 0 0,-1 0 0 0 0,1 0 0 0 0,-1 0 0 0 0,1 0 0 0 0,0 0 0 0 0,-1 1 0 0 0,1-1 0 0 0,0 0 0 0 0,0 0 0 0 0,-1 1 0 0 0,1-1 0 0 0,0 0 0 0 0,0 1 0 0 0,0-1 1 0 0,0 1-1 0 0,0-1 0 0 0,0 1 0 0 0,2-1 0 0 0,9-6-2573 0 0,10-4 441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0:29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508 219 1121 0 0,'0'0'56'0'0,"0"0"0"0"0,0 0 1 0 0,0 0-1 0 0,1-1 1 0 0,-1 1-1 0 0,0 0 1 0 0,0 0-1 0 0,0 0 1 0 0,0 0-1 0 0,0-1 1 0 0,0 1-1 0 0,0 0 1 0 0,0 0-1 0 0,0 0 1 0 0,0 0-1 0 0,0-1 1 0 0,0 1-1 0 0,0 0 1 0 0,0 0-1 0 0,0 0 1 0 0,0 0-1 0 0,0-1 1 0 0,0 1-1 0 0,0 0 1 0 0,0 0-1 0 0,0 0 1 0 0,0 0-1 0 0,0-1 1 0 0,0 1-1 0 0,0 0 1 0 0,0 0-1 0 0,0 0 0 0 0,-1 0 1 0 0,1 0-1 0 0,0-1 1 0 0,0 1-1 0 0,0 0 1 0 0,0 0-1 0 0,0 0 1 0 0,0 0-1 0 0,-1 0 1 0 0,1 0-1 0 0,0 0 1 0 0,0-1-1 0 0,0 1 1 0 0,0 0-1 0 0,-1 0 1 0 0,1 0-1 0 0,0 0 1 0 0,0 0-1 0 0,0 0 1 0 0,0 0-1 0 0,-1 0 1 0 0,1 0-1 0 0,0 0 1 0 0,0 0-1 0 0,0 0 1 0 0,0 0-1 0 0,-1 0 1 0 0,1 0-1 0 0,0 0 1 0 0,0 0-1 0 0,0 1 1 0 0,-13-7 516 0 0,-1 1 1 0 0,1 0-1 0 0,-1 1 1 0 0,1 1-1 0 0,-23-3 1 0 0,13 4-465 0 0,-1-1 0 0 0,0 1 1 0 0,1 2-1 0 0,-47 4 1 0 0,40 0-10 0 0,-47 12 0 0 0,65-13-68 0 0,1 1 0 0 0,0 0-1 0 0,0 1 1 0 0,1 0 0 0 0,-1 1-1 0 0,1 0 1 0 0,-16 13 0 0 0,24-18-40 0 0,0 1 0 0 0,-1 0 1 0 0,1 0-1 0 0,0 0 1 0 0,1 0-1 0 0,-1 0 1 0 0,0 1-1 0 0,1-1 1 0 0,-1 0-1 0 0,1 1 0 0 0,-1-1 1 0 0,1 1-1 0 0,0 0 1 0 0,0-1-1 0 0,1 1 1 0 0,-1 0-1 0 0,0-1 0 0 0,1 1 1 0 0,0 0-1 0 0,-1 0 1 0 0,1 0-1 0 0,0 0 1 0 0,1-1-1 0 0,-1 1 1 0 0,0 0-1 0 0,1 0 0 0 0,-1-1 1 0 0,1 1-1 0 0,2 4 1 0 0,0-1 40 0 0,0 0 1 0 0,1-1-1 0 0,0 1 0 0 0,0-1 1 0 0,1 0-1 0 0,-1 0 0 0 0,1 0 1 0 0,0-1-1 0 0,0 1 1 0 0,1-1-1 0 0,-1-1 0 0 0,1 1 1 0 0,0-1-1 0 0,0 0 0 0 0,8 3 1 0 0,18 7-88 0 0,53 15 0 0 0,-78-26 55 0 0,17 5-41 0 0,1-2 1 0 0,-1 0 0 0 0,1-1 0 0 0,1-2 0 0 0,43 0-1 0 0,-55-3 32 0 0,-1-1-1 0 0,1 0 1 0 0,-1 0-1 0 0,1-2 0 0 0,-1 1 1 0 0,0-2-1 0 0,0 0 1 0 0,-1 0-1 0 0,1-1 1 0 0,-1-1-1 0 0,-1 0 0 0 0,14-10 1 0 0,-12 7 35 0 0,-1-1 0 0 0,0 0 0 0 0,0 0 0 0 0,14-21-1 0 0,-22 28-15 0 0,-2 0-1 0 0,1-1 0 0 0,-1 1 1 0 0,1-1-1 0 0,-1 0 0 0 0,0 0 1 0 0,-1 0-1 0 0,1 0 0 0 0,-1 0 0 0 0,0 0 1 0 0,0 0-1 0 0,-1 0 0 0 0,0 0 1 0 0,0 0-1 0 0,0-1 0 0 0,0 1 1 0 0,-2-8-1 0 0,-2-1 14 0 0,0 1 1 0 0,-1 0-1 0 0,0 1 1 0 0,-1-1-1 0 0,0 1 0 0 0,-1 0 1 0 0,0 0-1 0 0,-1 1 1 0 0,-1 0-1 0 0,0 1 0 0 0,0-1 1 0 0,-1 2-1 0 0,-15-13 1 0 0,16 15-125 0 0,0 0-1 0 0,-1 1 1 0 0,1 0 0 0 0,-1 0 0 0 0,-1 1 0 0 0,1 0 0 0 0,-1 1 0 0 0,0 0-1 0 0,0 1 1 0 0,0 0 0 0 0,0 1 0 0 0,0 0 0 0 0,-1 1 0 0 0,1 0 0 0 0,0 1-1 0 0,-13 1 1 0 0,22-1-162 0 0,-1 0-1 0 0,1 1 0 0 0,0-1 0 0 0,-1 1 0 0 0,1-1 1 0 0,0 1-1 0 0,0 0 0 0 0,-1 0 0 0 0,-3 2 0 0 0,6-2 46 0 0,0-1 0 0 0,-1 1 0 0 0,1-1 0 0 0,0 1 0 0 0,-1-1-1 0 0,1 0 1 0 0,0 1 0 0 0,-1-1 0 0 0,1 1 0 0 0,0-1 0 0 0,0 1-1 0 0,-1-1 1 0 0,1 1 0 0 0,0 0 0 0 0,0-1 0 0 0,0 1 0 0 0,0-1-1 0 0,0 1 1 0 0,0-1 0 0 0,0 1 0 0 0,0 0 0 0 0,0-1 192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0:30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315 17 240 0 0,'0'0'2001'0'0,"0"0"-1930"0"0,1 0 0 0 0,-1 0 0 0 0,0 0-1 0 0,0 0 1 0 0,0-1 0 0 0,0 1 0 0 0,0 0 0 0 0,0 0 0 0 0,0 0 0 0 0,0 0 0 0 0,0 0-1 0 0,0-1 1 0 0,0 1 0 0 0,0 0 0 0 0,0 0 0 0 0,0 0 0 0 0,0 0 0 0 0,0-1-1 0 0,0 1 1 0 0,0 0 0 0 0,0 0 0 0 0,0 0 0 0 0,0 0 0 0 0,0-1 0 0 0,0 1 0 0 0,0 0-1 0 0,0 0 1 0 0,0 0 0 0 0,0 0 0 0 0,0 0 0 0 0,0-1 0 0 0,0 1 0 0 0,0 0-1 0 0,0 0 1 0 0,-1 0 0 0 0,1 0 0 0 0,0 0 0 0 0,0 0 0 0 0,0-1 0 0 0,0 1 0 0 0,0 0-1 0 0,-1 0 1 0 0,1 0 0 0 0,0 0 0 0 0,0 0 0 0 0,0 0 0 0 0,0 0 0 0 0,0 0-1 0 0,-1 0 1 0 0,1 0 0 0 0,0 0 0 0 0,0 0 0 0 0,0 0 0 0 0,0 0 0 0 0,-1 0 0 0 0,1 0-1 0 0,0 0 1 0 0,0 0 0 0 0,0 0 0 0 0,0 0 0 0 0,-1 0 0 0 0,1 0 0 0 0,0 0-1 0 0,-3-1 69 0 0,-16-2 549 0 0,19 2-506 0 0,0 1-177 0 0,0 0-1 0 0,0-1 1 0 0,0 1-1 0 0,0 0 1 0 0,0 0-1 0 0,0 0 1 0 0,0 0-1 0 0,0 0 0 0 0,0 0 1 0 0,0-1-1 0 0,0 1 1 0 0,0 0-1 0 0,0 0 1 0 0,0 0-1 0 0,0 0 1 0 0,0 0-1 0 0,0-1 1 0 0,0 1-1 0 0,0 0 0 0 0,0 0 1 0 0,0 0-1 0 0,0 0 1 0 0,0 0-1 0 0,0 0 1 0 0,0-1-1 0 0,0 1 1 0 0,0 0-1 0 0,0 0 1 0 0,0 0-1 0 0,0 0 0 0 0,-1 0 1 0 0,1 0-1 0 0,0 0 1 0 0,0-1-1 0 0,0 1 1 0 0,0 0-1 0 0,0 0 1 0 0,0 0-1 0 0,0 0 0 0 0,-1 0 1 0 0,1 0-1 0 0,0 0 1 0 0,0 0-1 0 0,0 0 1 0 0,0 0-1 0 0,0 0 1 0 0,-1 0-1 0 0,1 0 1 0 0,0 0-1 0 0,0 0 0 0 0,0 0 1 0 0,0 0-1 0 0,0 0 1 0 0,0 0-1 0 0,-1 0 1 0 0,1 0-1 0 0,0 0 1 0 0,0 0-1 0 0,0 0 1 0 0,0 0-1 0 0,0 0 0 0 0,-1 0 1 0 0,1 0-1 0 0,-18 8 10 0 0,5 9-1 0 0,1-8 5 0 0,4-3 2 0 0,0 1 1 0 0,0 0-1 0 0,0 0 0 0 0,1 1 1 0 0,0 0-1 0 0,-6 10 0 0 0,12-16-12 0 0,-9 14 42 0 0,1-1 0 0 0,-2-1 0 0 0,0 0-1 0 0,-1 0 1 0 0,-13 12 0 0 0,17-20-32 0 0,0 1 21 0 0,0 0 0 0 0,1 1 0 0 0,0 0 0 0 0,-8 10 0 0 0,10-13-14 0 0,1-1 0 0 0,-1 0 0 0 0,0-1-1 0 0,0 1 1 0 0,-1-1 0 0 0,-9 5 0 0 0,11-1-12 0 0,4-7-12 0 0,0-8 11 0 0,4 3-25 0 0,14 4 26 0 0,-14 1 27 0 0,-8-1-1027 0 0,3 1 1036 0 0,-15-5-1595 0 0,16 5 1467 0 0,-1 0 0 0 0,1 0-1 0 0,-1 0 1 0 0,1-1 0 0 0,0 1 0 0 0,-1 0 0 0 0,1 0 0 0 0,0-1 0 0 0,0 1-1 0 0,-1 0 1 0 0,1-1 0 0 0,0 1 0 0 0,0 0 0 0 0,-1-1 0 0 0,1 1 0 0 0,0 0-1 0 0,0-1 1 0 0,0 1 0 0 0,0-1 0 0 0,-1 1 0 0 0,1 0 0 0 0,0-1-1 0 0,0 1 1 0 0,0-1 0 0 0,0 1 0 0 0,0 0 0 0 0,0-1 0 0 0,0 1 0 0 0,0-1-1 0 0,0 1 1 0 0,0-1 0 0 0,1 1 0 0 0,-1 0 0 0 0,0-1 0 0 0,0 1 0 0 0,0-1-1 0 0,0 1 1 0 0,1 0 0 0 0,-1-1 0 0 0,0 1 0 0 0,0 0 0 0 0,1-1-1 0 0,-1 1 1 0 0,0 0 0 0 0,0 0 0 0 0,1-1 0 0 0,-1 1 0 0 0,1-1 0 0 0,21-15-2096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0:32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608 15 1040 0 0,'0'-1'136'0'0,"0"1"-1"0"0,0-1 0 0 0,-1 0 1 0 0,1 1-1 0 0,0-1 0 0 0,0 0 1 0 0,-1 1-1 0 0,1-1 0 0 0,0 0 0 0 0,-1 1 1 0 0,1-1-1 0 0,0 1 0 0 0,-1-1 1 0 0,1 1-1 0 0,-1-1 0 0 0,1 1 1 0 0,-1-1-1 0 0,1 1 0 0 0,-1-1 0 0 0,0 1 1 0 0,1 0-1 0 0,-1-1 0 0 0,0 1 1 0 0,1 0-1 0 0,-1 0 0 0 0,0-1 1 0 0,1 1-1 0 0,-1 0 0 0 0,0 0 0 0 0,1 0 1 0 0,-1 0-1 0 0,0 0 0 0 0,1 0 1 0 0,-1 0-1 0 0,0 0 0 0 0,1 0 1 0 0,-1 0-1 0 0,0 0 0 0 0,0 1 0 0 0,-2-1-106 0 0,0 0-1 0 0,1 1 1 0 0,-1-1-1 0 0,1 1 0 0 0,-1 0 1 0 0,1-1-1 0 0,0 1 1 0 0,-1 0-1 0 0,-2 2 0 0 0,-14 24 190 0 0,7-8-102 0 0,-37 40 404 0 0,14-2-120 0 0,29-49-376 0 0,4-5-18 0 0,0-1 0 0 0,1 1 0 0 0,-1 0 0 0 0,0 0 0 0 0,1 0 0 0 0,0 0 0 0 0,-1 1 0 0 0,1-1 0 0 0,0 0 0 0 0,1 1 0 0 0,-1-1 0 0 0,1 0 0 0 0,-1 1 0 0 0,1-1 0 0 0,0 4 0 0 0,0 88 288 0 0,0-94-292 0 0,0 0-1 0 0,0 0 1 0 0,0 0 0 0 0,0-1-1 0 0,-1 1 1 0 0,1 0 0 0 0,0 0-1 0 0,-1 0 1 0 0,1 0 0 0 0,0-1-1 0 0,-1 1 1 0 0,1 0 0 0 0,-1 0-1 0 0,0-1 1 0 0,1 1 0 0 0,-1 0-1 0 0,1-1 1 0 0,-1 1 0 0 0,0-1-1 0 0,0 1 1 0 0,1-1 0 0 0,-1 1-1 0 0,0-1 1 0 0,0 1 0 0 0,1-1 0 0 0,-1 0-1 0 0,-1 1 1 0 0,-5 2 18 0 0,7-2-20 0 0,0-1 1 0 0,-1 0 0 0 0,1 0 0 0 0,0 1 0 0 0,0-1-1 0 0,-1 0 1 0 0,1 1 0 0 0,0-1 0 0 0,0 0 0 0 0,0 1 0 0 0,0-1-1 0 0,0 0 1 0 0,-1 1 0 0 0,1-1 0 0 0,0 0 0 0 0,0 1-1 0 0,0-1 1 0 0,0 0 0 0 0,0 1 0 0 0,0-1 0 0 0,0 0 0 0 0,0 1-1 0 0,0-1 1 0 0,0 0 0 0 0,0 1 0 0 0,1-1 0 0 0,-1 0 0 0 0,0 1-1 0 0,0-1 1 0 0,0 0 0 0 0,0 1 0 0 0,0-1 0 0 0,1 0-1 0 0,-1 1 1 0 0,0-1 0 0 0,0 0 0 0 0,0 0 0 0 0,1 1 0 0 0,-1-1-1 0 0,0 0 1 0 0,1 0 0 0 0,-1 0 0 0 0,0 1 0 0 0,0-1-1 0 0,1 0 1 0 0,-1 0 0 0 0,15 8 34 0 0,-14-7-28 0 0,-1-1-7 0 0,0 0 0 0 0,0 0 1 0 0,1 0-1 0 0,-1 0 1 0 0,0 0-1 0 0,0 0 0 0 0,0 0 1 0 0,0 0-1 0 0,0 0 1 0 0,1 0-1 0 0,-1 1 0 0 0,0-1 1 0 0,0 0-1 0 0,0 0 1 0 0,0 0-1 0 0,0 0 0 0 0,0 0 1 0 0,0 0-1 0 0,1 0 1 0 0,-1 1-1 0 0,0-1 0 0 0,0 0 1 0 0,0 0-1 0 0,0 0 1 0 0,0 0-1 0 0,0 0 0 0 0,0 1 1 0 0,0-1-1 0 0,0 0 1 0 0,0 0-1 0 0,0 0 1 0 0,0 0-1 0 0,0 1 0 0 0,0-1 1 0 0,0 0-1 0 0,0 0 1 0 0,0 0-1 0 0,0 0 0 0 0,0 1 1 0 0,0-1-1 0 0,0 0 1 0 0,0 0-1 0 0,0 0 0 0 0,0 0 1 0 0,0 0-1 0 0,0 1 1 0 0,0-1-1 0 0,-1 0 0 0 0,1 0 1 0 0,0 0-1 0 0,0 0 1 0 0,0 0-1 0 0,0 0 0 0 0,0 0 1 0 0,0 1-1 0 0,-1-1 1 0 0,1 0-1 0 0,0 0 0 0 0,0 0 1 0 0,0 0-1 0 0,0 0 1 0 0,0 0-1 0 0,-1 0 0 0 0,1 0 1 0 0,0 0-1 0 0,-5 2 5 0 0,4-2-12 0 0,1 1 1 0 0,-1-1-1 0 0,0 0 1 0 0,0 1-1 0 0,0-1 0 0 0,0 0 1 0 0,0 1-1 0 0,1-1 1 0 0,-1 1-1 0 0,0-1 0 0 0,0 1 1 0 0,1 0-1 0 0,-1-1 1 0 0,0 1-1 0 0,1 0 0 0 0,-1-1 1 0 0,0 1-1 0 0,1 0 1 0 0,-1 0-1 0 0,1 0 0 0 0,0 0 1 0 0,-1-1-1 0 0,1 1 1 0 0,0 0-1 0 0,-1 0 0 0 0,1 0 1 0 0,0 0-1 0 0,0 1 1 0 0,-1 2 57 0 0,0 0 1 0 0,-1-1 0 0 0,1 1 0 0 0,-1 0 0 0 0,0-1 0 0 0,0 0 0 0 0,0 1 0 0 0,0-1 0 0 0,0 0 0 0 0,-1 0 0 0 0,1 0 0 0 0,-1 0 0 0 0,0-1 0 0 0,-3 4 0 0 0,-9 9 49 0 0,11-10-96 0 0,-12 19 3 0 0,17-23-7 0 0,-1 0 0 0 0,0 0-1 0 0,0 0 1 0 0,1 0 0 0 0,-1 0-1 0 0,0-1 1 0 0,1 1 0 0 0,-1 0 0 0 0,1 0-1 0 0,-1 0 1 0 0,1 0 0 0 0,-1-1-1 0 0,1 1 1 0 0,0 0 0 0 0,-1 0-1 0 0,1-1 1 0 0,0 1 0 0 0,1 0 0 0 0,0 4 7 0 0,-1 0 0 0 0,0 0 0 0 0,0 0 1 0 0,0 0-1 0 0,0 0 0 0 0,-1 0 0 0 0,0 0 0 0 0,0 0 1 0 0,0 0-1 0 0,-2 8 0 0 0,1 2-98 0 0,1-14 91 0 0,0 0 0 0 0,1 0 0 0 0,-1 0 1 0 0,0 0-1 0 0,0 0 0 0 0,1 0 0 0 0,-1 0 1 0 0,0 0-1 0 0,1 0 0 0 0,-1 0 0 0 0,1 0 1 0 0,-1 0-1 0 0,1 0 0 0 0,0 0 0 0 0,-1 0 1 0 0,1 0-1 0 0,0-1 0 0 0,-1 1 0 0 0,1 0 1 0 0,0-1-1 0 0,0 1 0 0 0,0 0 0 0 0,1 0 1 0 0,7 6 21 0 0,-8-5-23 0 0,-1 0 1 0 0,1 0-1 0 0,0 0 1 0 0,0 0 0 0 0,-1 1-1 0 0,1-1 1 0 0,-1 0-1 0 0,0 0 1 0 0,0 0-1 0 0,0 0 1 0 0,0 1-1 0 0,0-1 1 0 0,0 0-1 0 0,0 0 1 0 0,-1 0-1 0 0,1 0 1 0 0,-1 1-1 0 0,0-1 1 0 0,1 0-1 0 0,-1 0 1 0 0,0 0-1 0 0,0 0 1 0 0,0-1-1 0 0,-1 1 1 0 0,1 0-1 0 0,-2 2 1 0 0,1-1-1 0 0,0 0 0 0 0,0 0 0 0 0,1 0 0 0 0,-1 0 0 0 0,1 0-1 0 0,0 0 1 0 0,0 0 0 0 0,0 1 0 0 0,-1 6 0 0 0,3 11-5 0 0,0-15 14 0 0,0-1 0 0 0,-1 1 0 0 0,1 0 0 0 0,-2-1 0 0 0,1 1 0 0 0,0 0 0 0 0,-1-1 0 0 0,0 1 0 0 0,-1-1 0 0 0,-1 7 0 0 0,-5-2 20 0 0,6-8-23 0 0,1 0 0 0 0,-1 0-1 0 0,1 0 1 0 0,0 1 0 0 0,-1-1 0 0 0,1 0 0 0 0,0 1-1 0 0,1-1 1 0 0,-1 0 0 0 0,0 1 0 0 0,0-1-1 0 0,1 1 1 0 0,0-1 0 0 0,-1 1 0 0 0,1 0 0 0 0,0-1-1 0 0,1 4 1 0 0,-1-4-4 0 0,0 1 0 0 0,-1-1-1 0 0,1 0 1 0 0,0 1 0 0 0,-1-1 0 0 0,0 0 0 0 0,1 0-1 0 0,-1 1 1 0 0,0-1 0 0 0,0 0 0 0 0,0 0 0 0 0,0 0 0 0 0,-1 0-1 0 0,1 0 1 0 0,0 0 0 0 0,-1-1 0 0 0,-2 4 0 0 0,-9 12-8 0 0,-32 49 152 0 0,36-39-79 0 0,-9-2-53 0 0,10-4-15 0 0,6-16 3 0 0,0 0 0 0 0,0-1 0 0 0,0 1 0 0 0,-1 0 0 0 0,1-1 0 0 0,-7 8 0 0 0,6-8 7 0 0,-1 1-1 0 0,1 0 1 0 0,1 0 0 0 0,-1 0 0 0 0,0 0 0 0 0,-2 10 0 0 0,4-11-8 0 0,-1 1 1 0 0,0-1 0 0 0,0 0 0 0 0,0 0 0 0 0,0 0 0 0 0,0 0-1 0 0,-1 0 1 0 0,0 0 0 0 0,-4 4 0 0 0,-13 8 51 0 0,18-15-46 0 0,0 1 1 0 0,-1-1-1 0 0,1 1 1 0 0,0-1 0 0 0,0 1-1 0 0,0 0 1 0 0,0 0-1 0 0,1-1 1 0 0,-1 1-1 0 0,0 1 1 0 0,1-1-1 0 0,0 0 1 0 0,-1 0 0 0 0,1 1-1 0 0,0-1 1 0 0,0 0-1 0 0,0 1 1 0 0,0-1-1 0 0,1 1 1 0 0,-1-1 0 0 0,1 1-1 0 0,-1 3 1 0 0,3-3-19 0 0,-2-3 4 0 0,-24 14-55 0 0,23-14-25 0 0,0 1 1 0 0,0 0-1 0 0,1-1 1 0 0,-1 1 0 0 0,0 0-1 0 0,0-1 1 0 0,0 1-1 0 0,0-1 1 0 0,0 1-1 0 0,0-1 1 0 0,0 0 0 0 0,0 1-1 0 0,0-1 1 0 0,0 0-1 0 0,-1 0 1 0 0,1 0-1 0 0,0 0 1 0 0,0 0 0 0 0,0 0-1 0 0,0 0 1 0 0,0 0-1 0 0,0 0 1 0 0,0 0 0 0 0,-2-1-1 0 0,-1 0-247 0 0,-23-9-1974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0:33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16 720 0 0,'-27'-7'3002'0'0,"27"0"92"0"0,0 5-2460 0 0,0 8-561 0 0,0 108 248 0 0,0-111-313 0 0,0 0 0 0 0,0 0 0 0 0,0 1 1 0 0,-1-1-1 0 0,1 0 0 0 0,-1 0 0 0 0,0 0 1 0 0,0 0-1 0 0,0 0 0 0 0,-1 0 0 0 0,1 0 1 0 0,-1 0-1 0 0,-1 2 0 0 0,1-2 0 0 0,1-1 0 0 0,-1 1 0 0 0,1-1 0 0 0,-1 1 0 0 0,1 0 0 0 0,0 0 0 0 0,0-1 0 0 0,1 1 0 0 0,-1 0 0 0 0,1 0 0 0 0,-1 0-1 0 0,1 0 1 0 0,0 3 0 0 0,0 100 86 0 0,0-103-94 0 0,0-1 0 0 0,-1 0 0 0 0,1 1 0 0 0,0-1 0 0 0,-1 0 0 0 0,0 1 0 0 0,1-1 0 0 0,-1 0 0 0 0,0 0 0 0 0,0 1 0 0 0,0-1 0 0 0,0 0 0 0 0,-1 0 0 0 0,-2 3 0 0 0,3-3 0 0 0,-1 0 0 0 0,1-1 0 0 0,0 1 0 0 0,0 0 0 0 0,0 0 0 0 0,0 1 0 0 0,0-1 0 0 0,0 0 0 0 0,0 0 0 0 0,1 0 0 0 0,-1 0 0 0 0,1 1 0 0 0,-1-1 0 0 0,1 4 0 0 0,0 5 3 0 0,1-7 4 0 0,-1-1 1 0 0,0 0 0 0 0,0 0-1 0 0,-1 0 1 0 0,1 0 0 0 0,0 0 0 0 0,-1 1-1 0 0,0-1 1 0 0,-1 4 0 0 0,-2-1 8 0 0,4-5-16 0 0,-1 1 0 0 0,0-1 0 0 0,0 0 0 0 0,1 0 0 0 0,-1 1 0 0 0,1-1 0 0 0,-1 0 0 0 0,1 1-1 0 0,-1-1 1 0 0,1 0 0 0 0,0 1 0 0 0,-1-1 0 0 0,1 1 0 0 0,0-1 0 0 0,0 0 0 0 0,0 1 0 0 0,0-1 0 0 0,1 1-1 0 0,-1-1 1 0 0,0 1 0 0 0,1-1 0 0 0,-1 0 0 0 0,1 1 0 0 0,-1-1 0 0 0,1 0 0 0 0,-1 0 0 0 0,1 1 0 0 0,0-1 0 0 0,0 0-1 0 0,-1 0 1 0 0,1 0 0 0 0,2 2 0 0 0,-2-1 4 0 0,0 1-1 0 0,0 0 1 0 0,0-1-1 0 0,-1 1 1 0 0,1 0 0 0 0,-1 0-1 0 0,0 0 1 0 0,1-1-1 0 0,-1 1 1 0 0,0 0-1 0 0,-1 5 1 0 0,0-6 3 0 0,1 1 1 0 0,0-1 0 0 0,0 1-1 0 0,0 0 1 0 0,0-1-1 0 0,0 1 1 0 0,1-1-1 0 0,-1 1 1 0 0,1-1-1 0 0,0 0 1 0 0,1 4 0 0 0,7 4 3 0 0,-8-9-11 0 0,0 0 0 0 0,0 0 1 0 0,0-1-1 0 0,0 1 0 0 0,0 0 0 0 0,-1 0 0 0 0,1 0 0 0 0,0 0 0 0 0,0 0 0 0 0,-1 0 0 0 0,1 1 0 0 0,-1-1 0 0 0,1 0 0 0 0,-1 0 0 0 0,1 0 0 0 0,-1 1 0 0 0,0-1 1 0 0,0 0-1 0 0,1 0 0 0 0,-1 1 0 0 0,0 1 0 0 0,0 6-66 0 0,0 40 206 0 0,0-34-309 0 0,0-22-497 0 0,0 4 420 0 0,0 3 142 0 0,0-1 1 0 0,0 0-1 0 0,1 1 1 0 0,-1-1-1 0 0,0 1 1 0 0,0-1-1 0 0,0 1 1 0 0,0-1-1 0 0,0 0 1 0 0,-1 1-1 0 0,1-1 1 0 0,0 1-1 0 0,0-1 1 0 0,0 1-1 0 0,0-1 1 0 0,-1 1-1 0 0,1-1 1 0 0,0 1-1 0 0,0-1 1 0 0,-1 1-1 0 0,1-1 1 0 0,0 1-1 0 0,-1-1 1 0 0,1 1-1 0 0,-1-1 1 0 0,0 1-1 0 0,-21-10-2497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0:34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448 0 1521 0 0,'0'5'1360'0'0,"-26"0"-239"0"0,26 2-481 0 0,0 10-160 0 0,0 0-79 0 0,-27 5-161 0 0,27-5-80 0 0,0 0 0 0 0,-53 0 0 0 0,26 5 80 0 0,-26-5-80 0 0,31-12-80 0 0,-31 0-160 0 0,26-5-80 0 0,-26 0-240 0 0,0 0-481 0 0,26-5-719 0 0,0 5-1682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0:35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1761 0 0,'23'-1'1321'0'0,"-14"1"-766"0"0,-1-1-1 0 0,1 1 1 0 0,-1 1 0 0 0,11 1 0 0 0,32 4 366 0 0,32-10-435 0 0,-30 1-319 0 0,138-1 259 0 0,87 2 14 0 0,-223 4-356 0 0,-1 4 0 0 0,0 1-1 0 0,59 17 1 0 0,-61-12-31 0 0,0-3 1 0 0,56 2 0 0 0,-76-8-29 0 0,172 9 55 0 0,-138-8-57 0 0,312 36 181 0 0,-266-21-44 0 0,0-6 0 0 0,1-4 0 0 0,1-5 0 0 0,203-20 1 0 0,-264 9-85 0 0,-26 3-65 0 0,0 0 1 0 0,0 2-1 0 0,0 1 1 0 0,30 3-1 0 0,-57-2-26 0 0,5 0-12 0 0,-1 1 0 0 0,1-1 0 0 0,-1 1 0 0 0,0 0 0 0 0,1 0 0 0 0,6 3 0 0 0,-10-3-36 0 0,0-1 0 0 0,0 1 0 0 0,0 0 0 0 0,-1-1 1 0 0,1 1-1 0 0,0 0 0 0 0,0 0 0 0 0,0 0 1 0 0,-1-1-1 0 0,1 1 0 0 0,0 0 0 0 0,-1 0 1 0 0,1 0-1 0 0,-1 0 0 0 0,1 0 0 0 0,-1 0 1 0 0,1 0-1 0 0,-1 0 0 0 0,0 1 0 0 0,0-1 1 0 0,1 0-1 0 0,-1 0 0 0 0,0 0 0 0 0,0 0 0 0 0,0 0 1 0 0,0 0-1 0 0,0 0 0 0 0,-1 1 0 0 0,1-1 1 0 0,0 0-1 0 0,0 0 0 0 0,-1 0 0 0 0,1 0 1 0 0,-1 2-1 0 0,-22 47-4873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0:43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1032 174 1521 0 0,'0'-1'131'0'0,"0"0"1"0"0,0 0-1 0 0,-1 0 1 0 0,1 0-1 0 0,0 0 1 0 0,-1 1-1 0 0,1-1 1 0 0,0 0-1 0 0,-1 0 0 0 0,1 0 1 0 0,-1 0-1 0 0,1 1 1 0 0,-1-1-1 0 0,0 0 1 0 0,1 0-1 0 0,-1 1 1 0 0,0-1-1 0 0,0 1 1 0 0,1-1-1 0 0,-1 0 1 0 0,-2 0-1 0 0,-21-9 1071 0 0,12 5-414 0 0,9 4-676 0 0,1-1-1 0 0,-1 1 1 0 0,0 0 0 0 0,0 0-1 0 0,0 0 1 0 0,0 1 0 0 0,0-1-1 0 0,0 1 1 0 0,0 0 0 0 0,0-1-1 0 0,0 1 1 0 0,0 1-1 0 0,0-1 1 0 0,0 0 0 0 0,-5 2-1 0 0,-39 16 74 0 0,35-12-75 0 0,-14 14-34 0 0,23-17-55 0 0,-1 0 1 0 0,1 0-1 0 0,-1 0 1 0 0,1-1 0 0 0,-1 1-1 0 0,-7 3 1 0 0,-9 1-22 0 0,0-1 0 0 0,-28 6 0 0 0,19-6 86 0 0,-35 13 1 0 0,49-14-28 0 0,11-4-43 0 0,0 0 1 0 0,1 0 0 0 0,-1 0 0 0 0,0 1 0 0 0,1-1 0 0 0,0 1-1 0 0,-1 0 1 0 0,1 0 0 0 0,-3 3 0 0 0,-2-1-15 0 0,-1 1 0 0 0,1-1 0 0 0,-1 0 0 0 0,0 0 0 0 0,-15 3 0 0 0,-7 4 13 0 0,30-11-15 0 0,1 1 0 0 0,-1 0 0 0 0,1-1 0 0 0,-1 1 0 0 0,1 0 0 0 0,-1 0 0 0 0,1-1 0 0 0,-1 1 0 0 0,1 0 0 0 0,0 0 0 0 0,-1 0 0 0 0,1 0 0 0 0,0-1 0 0 0,0 1 0 0 0,0 0 0 0 0,0 0 0 0 0,0 0 0 0 0,0 0 0 0 0,0 0 0 0 0,0 1 0 0 0,-3 14 0 0 0,-2-9 5 0 0,-1-1 0 0 0,0 1 0 0 0,0-2 1 0 0,0 1-1 0 0,-1-1 0 0 0,0 0 0 0 0,0 0 1 0 0,-11 5-1 0 0,8-4-1 0 0,-1 1 0 0 0,1 0-1 0 0,1 0 1 0 0,-12 11 0 0 0,11-9-4 0 0,0 0 0 0 0,0 0 0 0 0,-13 7 0 0 0,14-9 0 0 0,-1 0 0 0 0,1 0 0 0 0,1 0 0 0 0,-10 11 0 0 0,-137 174 80 0 0,146-178-101 0 0,1 0-1 0 0,-12 28 0 0 0,9-16 7 0 0,9-21 17 0 0,1 0-1 0 0,0 0 1 0 0,0 1-1 0 0,0-1 1 0 0,0 1-1 0 0,1-1 1 0 0,0 0-1 0 0,0 1 1 0 0,1-1-1 0 0,1 7 1 0 0,-1-7-10 0 0,-1 0 1 0 0,1 0-1 0 0,-1 0 1 0 0,0 0-1 0 0,0 0 0 0 0,0-1 1 0 0,-1 1-1 0 0,0 0 1 0 0,0 0-1 0 0,-3 9 1 0 0,-5 0-134 0 0,8-12 142 0 0,-1 0 0 0 0,1 0 1 0 0,-1 0-1 0 0,1 1 1 0 0,0-1-1 0 0,0 0 0 0 0,0 1 1 0 0,0-1-1 0 0,1 0 1 0 0,-1 1-1 0 0,1-1 0 0 0,-1 1 1 0 0,1-1-1 0 0,0 5 0 0 0,-1 3 128 0 0,1-7-98 0 0,-1-1 0 0 0,1 1 0 0 0,0 0 0 0 0,0-1-1 0 0,0 1 1 0 0,0 0 0 0 0,0-1 0 0 0,1 1 0 0 0,-1-1-1 0 0,1 1 1 0 0,-1-1 0 0 0,1 1 0 0 0,2 4 0 0 0,10 15-4 0 0,-9-15-25 0 0,0-1 0 0 0,0 1 0 0 0,0-1 1 0 0,1 1-1 0 0,10 10 0 0 0,-5-8-2 0 0,1 0 0 0 0,0-1 0 0 0,0 0 0 0 0,1-1 0 0 0,0 0 0 0 0,0 0 0 0 0,1-2 0 0 0,23 9 0 0 0,146 46 66 0 0,-99-25-46 0 0,-62-25 10 0 0,35 13 0 0 0,-25-16 10 0 0,0-1 0 0 0,-1-1 0 0 0,2-2-1 0 0,32-1 1 0 0,119-11 188 0 0,-75 1-108 0 0,84 2-106 0 0,-135 1-14 0 0,63-15 0 0 0,-112 18 38 0 0,1-1 1 0 0,-2 0 0 0 0,1 0-1 0 0,0-1 1 0 0,-1 0 0 0 0,12-9-1 0 0,21-10 159 0 0,-36 22-180 0 0,1-1-1 0 0,-1 0 1 0 0,0 0 0 0 0,0 0 0 0 0,0 0 0 0 0,0-1 0 0 0,0 0 0 0 0,-1 0 0 0 0,1 0 0 0 0,-1 0-1 0 0,1 0 1 0 0,-1-1 0 0 0,-1 1 0 0 0,4-5 0 0 0,38-26 143 0 0,-32 18-94 0 0,-11 13-63 0 0,1 1 0 0 0,-1-1 0 0 0,1 1 0 0 0,0 0 0 0 0,0 0 0 0 0,0 0 0 0 0,1 0 0 0 0,1-2 1 0 0,0 1 13 0 0,0-1 0 0 0,0 1 0 0 0,-1-1 0 0 0,0 0 0 0 0,0 0 1 0 0,5-7-1 0 0,17-20 89 0 0,-19 25-76 0 0,0 0 0 0 0,0-1-1 0 0,0 0 1 0 0,-1 0 0 0 0,7-13 0 0 0,5-6 5 0 0,-10 17-49 0 0,-6 8 7 0 0,1-1 0 0 0,-1 1 0 0 0,0-1 0 0 0,0 0 0 0 0,1 1 0 0 0,-1-1 0 0 0,0 0 0 0 0,-1 0-1 0 0,1 0 1 0 0,0 0 0 0 0,0 0 0 0 0,-1 0 0 0 0,1 0 0 0 0,-1 0 0 0 0,0 0 0 0 0,1-2 0 0 0,-1 2 2 0 0,0 1-1 0 0,0 0 0 0 0,0-1 0 0 0,0 1 1 0 0,1 0-1 0 0,-1-1 0 0 0,0 1 0 0 0,1 0 0 0 0,-1 0 1 0 0,1-1-1 0 0,-1 1 0 0 0,1 0 0 0 0,0 0 1 0 0,0 0-1 0 0,-1 0 0 0 0,1 0 0 0 0,0 0 1 0 0,0 0-1 0 0,0 0 0 0 0,2-2 0 0 0,6-6-33 0 0,0-12-41 0 0,0 10 38 0 0,-8 10 36 0 0,0 0 1 0 0,0 0-1 0 0,0 0 1 0 0,0-1-1 0 0,0 1 1 0 0,0 0-1 0 0,0 0 1 0 0,0-1-1 0 0,0 1 1 0 0,-1-1-1 0 0,1 1 1 0 0,-1-1-1 0 0,1 1 1 0 0,-1-1-1 0 0,0 1 1 0 0,1-1-1 0 0,-1 1 1 0 0,0-4-1 0 0,0 3 3 0 0,0 1 0 0 0,0-1 0 0 0,0 0 0 0 0,1 0 0 0 0,-1 0 0 0 0,0 0 0 0 0,1 0-1 0 0,0 0 1 0 0,-1 1 0 0 0,1-1 0 0 0,0 0 0 0 0,0 1 0 0 0,0-1 0 0 0,0 0 0 0 0,0 1-1 0 0,0-1 1 0 0,2-1 0 0 0,-2 2 0 0 0,1-1 1 0 0,-1 0-1 0 0,0 1 0 0 0,0-1 0 0 0,1 0 0 0 0,-1 0 1 0 0,-1 0-1 0 0,1 0 0 0 0,0 0 0 0 0,0 0 0 0 0,-1 0 1 0 0,1 0-1 0 0,-1 0 0 0 0,0 0 0 0 0,1 0 0 0 0,-1 0 1 0 0,0-3-1 0 0,-1-3-8 0 0,0 0 0 0 0,0 0 0 0 0,-1 0 0 0 0,0 1 1 0 0,-5-14-1 0 0,-1-6 9 0 0,1 0 2 0 0,6 18 2 0 0,-1 1 0 0 0,-1 0 0 0 0,1-1 0 0 0,-1 1 0 0 0,-1 0 0 0 0,-6-11-1 0 0,-9-9 32 0 0,13 21-25 0 0,0-1 1 0 0,1 0 0 0 0,-7-15-1 0 0,-11-51-11 0 0,10 25 19 0 0,4 26 11 0 0,7 17-22 0 0,-1 1 0 0 0,1-1 0 0 0,1 1 0 0 0,-1-1 0 0 0,1 0 0 0 0,0 0 0 0 0,0-9 0 0 0,1 10-5 0 0,-1 0 0 0 0,0-1 0 0 0,1 1 0 0 0,-2 0 0 0 0,1 0 0 0 0,0 0 0 0 0,-1 0 0 0 0,-5-9 0 0 0,0-4 0 0 0,-20-55 67 0 0,23 44-63 0 0,4 26-10 0 0,1 0 0 0 0,-2 0 1 0 0,1 0-1 0 0,0 0 0 0 0,0 1 0 0 0,-1-1 1 0 0,0 0-1 0 0,0 0 0 0 0,-1-3 0 0 0,-20-20-9 0 0,20 24 19 0 0,0 1-1 0 0,-1-1 1 0 0,2 0-1 0 0,-1 0 0 0 0,0 0 1 0 0,0 0-1 0 0,1 0 1 0 0,-1 0-1 0 0,1 0 1 0 0,-1 0-1 0 0,1-1 0 0 0,0 1 1 0 0,0-1-1 0 0,0 1 1 0 0,0-1-1 0 0,1 1 1 0 0,-1-1-1 0 0,1 0 0 0 0,-1-2 1 0 0,1 3-13 0 0,0 0 0 0 0,-1 0 1 0 0,1 0-1 0 0,-1-1 0 0 0,0 1 1 0 0,1 0-1 0 0,-1 1 0 0 0,0-1 1 0 0,0 0-1 0 0,0 0 0 0 0,-1 0 1 0 0,1 0-1 0 0,0 1 0 0 0,0-1 1 0 0,-1 1-1 0 0,1-1 0 0 0,-1 1 1 0 0,0-1-1 0 0,1 1 0 0 0,-1 0 1 0 0,0 0-1 0 0,0 0 0 0 0,0 0 1 0 0,0 0-1 0 0,0 0 0 0 0,0 1 1 0 0,0-1-1 0 0,0 0 0 0 0,0 1 0 0 0,-2-1 1 0 0,2 1-123 0 0,0 0 1 0 0,0 0-1 0 0,1 0 0 0 0,-1 0 1 0 0,0 0-1 0 0,0 0 0 0 0,1 1 1 0 0,-1-1-1 0 0,0 0 0 0 0,1 1 1 0 0,-1 0-1 0 0,0-1 1 0 0,1 1-1 0 0,-1 0 0 0 0,1 0 1 0 0,-1-1-1 0 0,1 1 0 0 0,-1 0 1 0 0,1 1-1 0 0,0-1 0 0 0,0 0 1 0 0,-1 0-1 0 0,1 1 1 0 0,-1 1-1 0 0,-21 23-4004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0:44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1036 128 2321 0 0,'-1'-1'102'0'0,"1"1"0"0"0,0-1 0 0 0,0 0 0 0 0,0 1-1 0 0,0-1 1 0 0,0 0 0 0 0,0 1 0 0 0,0-1 0 0 0,0 0 0 0 0,0 1 0 0 0,1-1-1 0 0,-1 0 1 0 0,0 1 0 0 0,0-1 0 0 0,1 1 0 0 0,-1-1 0 0 0,0 0 0 0 0,1 1-1 0 0,-1-1 1 0 0,0 1 0 0 0,1-1 0 0 0,-1 1 0 0 0,1-1 0 0 0,-1 1 0 0 0,1-1 0 0 0,-1 1-1 0 0,1 0 1 0 0,-1-1 0 0 0,1 1 0 0 0,-1-1 0 0 0,1 1 0 0 0,0 0 0 0 0,-1 0-1 0 0,1-1 1 0 0,0 1 0 0 0,-1 0 0 0 0,1 0 0 0 0,1 0 0 0 0,10-5 1328 0 0,-12 8-959 0 0,0-11-409 0 0,0-53 645 0 0,0 60-701 0 0,0-1 0 0 0,-1 1 0 0 0,1 0 0 0 0,-1 0 0 0 0,1 0 0 0 0,-1 0 0 0 0,1 0 0 0 0,-1 0 0 0 0,0 0 1 0 0,1 0-1 0 0,-1 0 0 0 0,0 0 0 0 0,0 0 0 0 0,0 0 0 0 0,0 0 0 0 0,0 0 0 0 0,0 1 0 0 0,0-1 0 0 0,0 1 0 0 0,0-1 0 0 0,0 0 0 0 0,0 1 0 0 0,0 0 0 0 0,-1-1 0 0 0,1 1 0 0 0,-2-1 0 0 0,-40-8 102 0 0,30 7-59 0 0,4 1-26 0 0,-1 0 0 0 0,1 0-1 0 0,-1 1 1 0 0,1 0 0 0 0,-17 2-1 0 0,10 0-11 0 0,-33 3 31 0 0,0 2 0 0 0,0 2 1 0 0,1 2-1 0 0,0 3 0 0 0,-69 28 0 0 0,55-2 52 0 0,38-27-98 0 0,1 1 1 0 0,1 2 0 0 0,-32 27-1 0 0,45-36 14 0 0,0 0-1 0 0,0-1 1 0 0,0 1-1 0 0,-15 6 0 0 0,8-4-2 0 0,13-8-9 0 0,1 1 0 0 0,-1 0 0 0 0,0 0 0 0 0,1 0 0 0 0,-1 1 0 0 0,1-1 0 0 0,0 1 0 0 0,0-1 0 0 0,0 1 1 0 0,0 0-1 0 0,0-1 0 0 0,1 1 0 0 0,-1 0 0 0 0,0 4 0 0 0,0-3 0 0 0,0 0-1 0 0,1-1 1 0 0,-1 1 0 0 0,-1-1 0 0 0,1 1 0 0 0,0-1-1 0 0,-1 0 1 0 0,0 0 0 0 0,0 0 0 0 0,-3 3-1 0 0,-3 0-4 0 0,1 1 0 0 0,-1 0-1 0 0,1 1 1 0 0,1 0-1 0 0,-1 0 1 0 0,2 0 0 0 0,-1 1-1 0 0,-7 13 1 0 0,-92 158-7 0 0,102-175 16 0 0,1 1 0 0 0,-1-1-1 0 0,1 1 1 0 0,1 0 0 0 0,-1 0-1 0 0,1 1 1 0 0,0-1 0 0 0,1 0-1 0 0,-2 7 1 0 0,3-10 4 0 0,0 0 1 0 0,0 0-1 0 0,0-1 0 0 0,0 1 0 0 0,0 0 1 0 0,1 0-1 0 0,-1-1 0 0 0,1 1 1 0 0,0 0-1 0 0,0-1 0 0 0,0 1 0 0 0,0-1 1 0 0,0 1-1 0 0,0-1 0 0 0,1 0 0 0 0,-1 1 1 0 0,1-1-1 0 0,0 0 0 0 0,0 0 0 0 0,-1 0 1 0 0,1 0-1 0 0,1 0 0 0 0,-1 0 1 0 0,4 2-1 0 0,25 13 18 0 0,2-2 1 0 0,-1-1 0 0 0,38 11-1 0 0,-31-12 25 0 0,78 28-29 0 0,212 44 1 0 0,-258-72 16 0 0,1-4 0 0 0,-1-2 0 0 0,2-4 0 0 0,99-8 0 0 0,299-41 123 0 0,-442 44-155 0 0,0-1-1 0 0,37-10 1 0 0,-61 12 8 0 0,0-1 0 0 0,0 0 0 0 0,0-1-1 0 0,0 1 1 0 0,0-1 0 0 0,0 0 0 0 0,-1 0 0 0 0,1 0 0 0 0,-1-1 0 0 0,0 0 0 0 0,0 0 0 0 0,5-7 0 0 0,0-1 48 0 0,-1-1-1 0 0,0 0 1 0 0,5-15 0 0 0,-1 6-19 0 0,-8 15-24 0 0,0-1-1 0 0,-1 1 1 0 0,0-1-1 0 0,0 0 1 0 0,0 0-1 0 0,-1 0 1 0 0,0 0-1 0 0,-1 0 1 0 0,0 0-1 0 0,0-1 1 0 0,-1 1-1 0 0,0 0 1 0 0,0-1-1 0 0,-1 1 1 0 0,-3-16-1 0 0,-14-33-110 0 0,12 29 19 0 0,5 18 64 0 0,-1 1-1 0 0,0-1 1 0 0,-1 1-1 0 0,0 0 1 0 0,0 0 0 0 0,-8-14-1 0 0,-10-11 68 0 0,-1 1-1 0 0,-38-44 0 0 0,44 59-28 0 0,-1 1-1 0 0,-1 1 0 0 0,-1 0 1 0 0,0 2-1 0 0,-24-14 1 0 0,11 9 112 0 0,-1 1-1 0 0,0 3 1 0 0,-2 0 0 0 0,0 2-1 0 0,-52-12 1 0 0,68 21-303 0 0,0 1 0 0 0,0 1 0 0 0,0 0 0 0 0,0 1 0 0 0,0 1 0 0 0,0 1 0 0 0,0 1 0 0 0,0 1 0 0 0,0 0 0 0 0,0 1 0 0 0,1 1 0 0 0,-24 10 0 0 0,34-11-124 0 0,1-1 1 0 0,-1 1-1 0 0,1 1 0 0 0,0-1 0 0 0,-9 9 0 0 0,-15 25-2821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1:08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823 218 960 0 0,'21'-15'1487'0'0,"-18"14"-1204"0"0,0-1 0 0 0,0 0 1 0 0,0 0-1 0 0,0 0 0 0 0,-1-1 1 0 0,1 1-1 0 0,3-6 0 0 0,-5 7-126 0 0,0-1-1 0 0,0 0 0 0 0,-1 1 1 0 0,1-1-1 0 0,0 0 1 0 0,-1 0-1 0 0,1 1 0 0 0,-1-1 1 0 0,0 0-1 0 0,0 0 0 0 0,0-2 1 0 0,0 3-137 0 0,1 0-1 0 0,-1 1 1 0 0,0-1 0 0 0,0 1 0 0 0,0-1 0 0 0,0 1-1 0 0,0-1 1 0 0,1 1 0 0 0,-1-1 0 0 0,0 0 0 0 0,1 1 0 0 0,-1 0-1 0 0,0-1 1 0 0,1 1 0 0 0,-1-1 0 0 0,0 1 0 0 0,1-1 0 0 0,-1 1-1 0 0,1 0 1 0 0,-1-1 0 0 0,1 1 0 0 0,-1 0 0 0 0,1-1-1 0 0,-1 1 1 0 0,1 0 0 0 0,-1 0 0 0 0,1 0 0 0 0,-1-1 0 0 0,1 1-1 0 0,0 0 1 0 0,-1 0 0 0 0,1 0 0 0 0,0 0 0 0 0,0 0-13 0 0,-1 0 1 0 0,1 0-1 0 0,-1 0 1 0 0,1 0-1 0 0,-1 0 0 0 0,1 0 1 0 0,-1-1-1 0 0,1 1 1 0 0,-1 0-1 0 0,1 0 1 0 0,-1 0-1 0 0,1-1 1 0 0,-1 1-1 0 0,1 0 1 0 0,-1-1-1 0 0,1 1 1 0 0,-1 0-1 0 0,1-1 1 0 0,-1 1-1 0 0,0-1 0 0 0,1 1 1 0 0,-1 0-1 0 0,0-1 1 0 0,0 1-1 0 0,1-1 1 0 0,-1 1-1 0 0,0-1 1 0 0,0 1-1 0 0,1-1 1 0 0,-1 1-1 0 0,0-1 1 0 0,0 0-1 0 0,1 0-3 0 0,-1 0 0 0 0,1 0 1 0 0,0 0-1 0 0,0 1 0 0 0,-1-1 0 0 0,1 0 0 0 0,0 1 0 0 0,0-1 0 0 0,0 0 1 0 0,0 1-1 0 0,0-1 0 0 0,0 1 0 0 0,0 0 0 0 0,0-1 0 0 0,0 1 0 0 0,0 0 1 0 0,0-1-1 0 0,0 1 0 0 0,0 0 0 0 0,2 0 0 0 0,-2 0 2 0 0,4-6 75 0 0,-5 11-1 0 0,0-4 80 0 0,4-2-80 0 0,14-4 0 0 0,-14 4 80 0 0,-3 1-147 0 0,0-1 0 0 0,0 0 0 0 0,0 1 0 0 0,0-1 0 0 0,-1 1 0 0 0,1-1 0 0 0,0 1 1 0 0,0 0-1 0 0,0-1 0 0 0,0 1 0 0 0,0 0 0 0 0,0 0 0 0 0,0-1 0 0 0,0 1 0 0 0,0 0 0 0 0,0 0 0 0 0,0 0 0 0 0,0 0 1 0 0,0 0-1 0 0,0 1 0 0 0,1-1 0 0 0,-1 0 6 0 0,-1-1-4 0 0,1 0 0 0 0,0 0 0 0 0,-1 0 0 0 0,1 0 0 0 0,-1 0 1 0 0,1 0-1 0 0,-1 0 0 0 0,0 0 0 0 0,1 0 0 0 0,-1-1 0 0 0,0 1 1 0 0,0 0-1 0 0,0 0 0 0 0,1 0 0 0 0,-2 0 0 0 0,1-1 0 0 0,0 1 1 0 0,0 0-1 0 0,0 0 0 0 0,-1-2 0 0 0,1 0 13 0 0,0 2-21 0 0,0 0 0 0 0,0 0-1 0 0,0 0 1 0 0,0 1 0 0 0,-1-1-1 0 0,1 0 1 0 0,0 0 0 0 0,-1 0-1 0 0,1 0 1 0 0,0 1 0 0 0,-1-1-1 0 0,1 0 1 0 0,-1 0 0 0 0,1 1-1 0 0,-1-1 1 0 0,1 0 0 0 0,-1 1-1 0 0,0-1 1 0 0,1 1 0 0 0,-1-1-1 0 0,0 1 1 0 0,1-1 0 0 0,-1 1-1 0 0,0-1 1 0 0,0 1 0 0 0,1 0-1 0 0,-1-1 1 0 0,0 1-1 0 0,0 0 1 0 0,0 0 0 0 0,0-1-1 0 0,1 1 1 0 0,-1 0 0 0 0,0 0-1 0 0,0 0 1 0 0,-1 0 0 0 0,-7-2 53 0 0,-13 0 20 0 0,-17-5 2 0 0,28 8-77 0 0,-19 7 55 0 0,-74 13-2 0 0,-134 36 391 0 0,181-34-382 0 0,55-23-67 0 0,1 0 0 0 0,0 0 0 0 0,0 0 0 0 0,0 1 0 0 0,0-1 0 0 0,0 0 0 0 0,0 0 0 0 0,0 1 0 0 0,0-1 0 0 0,0 0 0 0 0,0 1 0 0 0,0-1 0 0 0,0 1 0 0 0,0-1 0 0 0,0 1 0 0 0,0-1 0 0 0,1 1 0 0 0,-1 0 0 0 0,0 0 0 0 0,0-1 0 0 0,-1 3 0 0 0,2-3 0 0 0,0 1 0 0 0,-1 0 0 0 0,1 0 0 0 0,-1 0 0 0 0,1 0 0 0 0,-1 0 1 0 0,1-1-1 0 0,-1 1 0 0 0,1 0 0 0 0,-1-1 0 0 0,0 1 0 0 0,0 0 1 0 0,1-1-1 0 0,-1 1 0 0 0,0-1 0 0 0,0 1 0 0 0,0-1 0 0 0,0 1 0 0 0,1-1 1 0 0,-1 0-1 0 0,-2 1 0 0 0,-3 2 10 0 0,-20 25 57 0 0,21-17-64 0 0,1 2-20 0 0,-6-1-21 0 0,7-7 43 0 0,0 0 0 0 0,-1 0-1 0 0,0 0 1 0 0,0-1 0 0 0,0 0 0 0 0,-1 0 0 0 0,-7 5-1 0 0,9-7 2 0 0,0 0 0 0 0,0 1-1 0 0,0-1 1 0 0,0 0 0 0 0,0 1 0 0 0,1 0-1 0 0,-1-1 1 0 0,1 1 0 0 0,-4 6-1 0 0,-17 18-35 0 0,11-17 19 0 0,7-6 22 0 0,0 0-1 0 0,0 0 1 0 0,0 1 0 0 0,0-1 0 0 0,-6 11-1 0 0,1 5-4 0 0,8-14-16 0 0,-1-1 0 0 0,0 0 0 0 0,1 0 1 0 0,-2-1-1 0 0,-4 7 0 0 0,3-4 2 0 0,-4 2 23 0 0,1 1 1 0 0,0 0-1 0 0,-10 20 0 0 0,-9 32-1 0 0,26-58-14 0 0,0 1 0 0 0,0-1 1 0 0,0 0-1 0 0,1 1 1 0 0,0-1-1 0 0,-1 1 1 0 0,2 5-1 0 0,0-6-2 0 0,-1 0 0 0 0,0 0 0 0 0,0 0 1 0 0,-1 0-1 0 0,1 0 0 0 0,-1 0 0 0 0,0 0 0 0 0,-2 8 0 0 0,-5 3-25 0 0,6-13 23 0 0,0 1 0 0 0,1-1 0 0 0,-1 1 0 0 0,1 0 0 0 0,0 0 0 0 0,0 0 0 0 0,0 0-1 0 0,0 0 1 0 0,0 0 0 0 0,1 0 0 0 0,-1 0 0 0 0,1 4 0 0 0,0 6-23 0 0,1-9 23 0 0,-1 0 0 0 0,0 0-1 0 0,0 0 1 0 0,-1 0-1 0 0,1 0 1 0 0,-1 0-1 0 0,1 0 1 0 0,-4 7 0 0 0,0-1 24 0 0,-2 4-112 0 0,-1 1 0 0 0,-1-1 1 0 0,-16 22-1 0 0,21-31 82 0 0,0 0 1 0 0,0 0 0 0 0,0 0-1 0 0,0 0 1 0 0,1 1 0 0 0,0-1-1 0 0,0 1 1 0 0,0 0 0 0 0,1-1-1 0 0,-1 1 1 0 0,1 0 0 0 0,1 0 0 0 0,-1 0-1 0 0,1 0 1 0 0,0 0 0 0 0,2 8-1 0 0,-2 3-125 0 0,0-12 99 0 0,0 1 0 0 0,0-1-1 0 0,1 1 1 0 0,-1-1-1 0 0,1 1 1 0 0,1-1 0 0 0,-1 1-1 0 0,1-1 1 0 0,0 0-1 0 0,0 0 1 0 0,0 0 0 0 0,1 0-1 0 0,0 0 1 0 0,0 0 0 0 0,0-1-1 0 0,0 1 1 0 0,1-1-1 0 0,0 0 1 0 0,0 0 0 0 0,0 0-1 0 0,5 3 1 0 0,0 3-27 0 0,13 9-101 0 0,0-9 151 0 0,-1-4 39 0 0,16 7 28 0 0,8 3-41 0 0,-36-6 147 0 0,3-5-71 0 0,1-1-1 0 0,0 0 1 0 0,0-1-1 0 0,0-1 0 0 0,14 1 1 0 0,79 2 227 0 0,-46-3-149 0 0,-25-1-67 0 0,0-1 0 0 0,-1-2 0 0 0,1-2 1 0 0,-1-1-1 0 0,40-11 0 0 0,-7-3 173 0 0,94-42 0 0 0,-135 48-120 0 0,0-1-1 0 0,-2-1 1 0 0,38-30-1 0 0,-36 26-41 0 0,-22 16-76 0 0,0-1 0 0 0,0 1 0 0 0,-1-1 0 0 0,0 1 1 0 0,0-1-1 0 0,5-7 0 0 0,17-19 199 0 0,-22 27-189 0 0,0 0 1 0 0,1-1-1 0 0,-2 1 1 0 0,1-1-1 0 0,0 1 0 0 0,3-8 1 0 0,-3 6 9 0 0,0 1 0 0 0,-1-1 1 0 0,2 1-1 0 0,-1 0 0 0 0,0 0 1 0 0,1 1-1 0 0,8-8 0 0 0,41-33 92 0 0,48-35-267 0 0,-73 61 111 0 0,5-3 57 0 0,-1-2-1 0 0,53-48 0 0 0,-13-17-21 0 0,-52 62 1 0 0,1 0 0 0 0,30-29 0 0 0,-31 37-2 0 0,-5 6 23 0 0,-1-1 0 0 0,16-19 0 0 0,-27 28-25 0 0,0 0-1 0 0,0 0 0 0 0,0 0 0 0 0,-1-1 0 0 0,1 1 1 0 0,-1-1-1 0 0,-1 1 0 0 0,1-1 0 0 0,0 0 0 0 0,-1 1 1 0 0,0-1-1 0 0,0 0 0 0 0,0-8 0 0 0,-1 11-24 0 0,-1 1 1 0 0,1-1-1 0 0,0 1 0 0 0,-1 0 0 0 0,0-1 1 0 0,1 1-1 0 0,-1 0 0 0 0,0-1 0 0 0,0 1 1 0 0,1 0-1 0 0,-1 0 0 0 0,0-1 1 0 0,0 1-1 0 0,0 0 0 0 0,-1 0 0 0 0,1 0 1 0 0,0 0-1 0 0,0 1 0 0 0,-1-1 0 0 0,1 0 1 0 0,0 0-1 0 0,-1 1 0 0 0,1-1 0 0 0,0 1 1 0 0,-1-1-1 0 0,1 1 0 0 0,-1-1 0 0 0,1 1 1 0 0,-1 0-1 0 0,-1 0 0 0 0,-59-5-181 0 0,47 5 180 0 0,-74-3-76 0 0,-266-18-149 0 0,288 9 290 0 0,23 2 10 0 0,28 8-62 0 0,-29-8-3 0 0,42 10-2 0 0,0-1 0 0 0,1 0-1 0 0,-1 0 1 0 0,0-1 0 0 0,1 1 0 0 0,-1 0 0 0 0,1-1 0 0 0,-1 0-1 0 0,1 1 1 0 0,0-1 0 0 0,-1 0 0 0 0,-2-4 0 0 0,-18-33 8 0 0,28 32-13 0 0,-3 6 0 0 0,-1 0 0 0 0,0 0 0 0 0,0 0 0 0 0,0 0 0 0 0,0 0 0 0 0,-1-1 0 0 0,1 1 0 0 0,0 0 0 0 0,0 0 0 0 0,-1-1 0 0 0,1 1 0 0 0,-1 0 0 0 0,1-1 0 0 0,-1 1 0 0 0,0-1 0 0 0,1 1 0 0 0,-1-1 0 0 0,0-1 0 0 0,1 1 2 0 0,0 0 0 0 0,0 0 0 0 0,0 0 0 0 0,0 0 0 0 0,0 0 0 0 0,1 1 0 0 0,-1-1 0 0 0,1 0 0 0 0,-1 1 0 0 0,1-1 0 0 0,-1 1 0 0 0,1 0 0 0 0,0 0 0 0 0,0-1 0 0 0,0 1 0 0 0,0 0 0 0 0,0 0 0 0 0,4-1 0 0 0,10-8 27 0 0,-12 5-96 0 0,1 1 0 0 0,0-1 1 0 0,0 1-1 0 0,0 0 0 0 0,1 0 1 0 0,-1 0-1 0 0,1 1 0 0 0,6-4 0 0 0,-8 4 60 0 0,-8 3-4374 0 0,-18 8 1139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1:10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396 176 320 0 0,'0'1'42'0'0,"0"0"0"0"0,0 0-1 0 0,0 0 1 0 0,1 0 0 0 0,-1 0 0 0 0,0 0 0 0 0,0 0-1 0 0,1 0 1 0 0,-1 0 0 0 0,0 0 0 0 0,1 0-1 0 0,-1 0 1 0 0,1 0 0 0 0,-1-1 0 0 0,1 1-1 0 0,0 0 1 0 0,-1 0 0 0 0,1 0 0 0 0,0-1-1 0 0,-1 1 1 0 0,1 0 0 0 0,0-1 0 0 0,0 1 0 0 0,1 0-1 0 0,1 0 24 0 0,-1 0-1 0 0,1 0 0 0 0,0 0 1 0 0,-1-1-1 0 0,1 1 0 0 0,0-1 1 0 0,0 0-1 0 0,-1 1 0 0 0,4-2 1 0 0,5 1 140 0 0,0-2 0 0 0,1 1 0 0 0,14-5 0 0 0,107-33 3370 0 0,-129 38-2375 0 0,1 1-1039 0 0,17 0 79 0 0,-22-1-212 0 0,0 0 0 0 0,1 0 0 0 0,-1 0 0 0 0,0 0 0 0 0,0-1 1 0 0,0 1-1 0 0,-1 0 0 0 0,1 0 0 0 0,0 0 0 0 0,0 0 0 0 0,-1 0 1 0 0,1 0-1 0 0,0 0 0 0 0,-1 0 0 0 0,1 0 0 0 0,-1 0 0 0 0,0-2 1 0 0,-42-4 106 0 0,0 3 0 0 0,0 1 0 0 0,-1 2 0 0 0,1 2 0 0 0,0 1 0 0 0,0 3 0 0 0,-72 17 0 0 0,96-17-110 0 0,1 0 1 0 0,-18 9-1 0 0,31-12-36 0 0,1 0 1 0 0,-1 1-1 0 0,0-1 0 0 0,1 1 0 0 0,-1 0 0 0 0,1 1 1 0 0,0-1-1 0 0,0 1 0 0 0,0-1 0 0 0,1 1 0 0 0,-6 8 1 0 0,-12 35-3 0 0,6-11-1 0 0,9-23-8 0 0,3-9 18 0 0,1 0 0 0 0,0 0 0 0 0,1 1-1 0 0,-1-1 1 0 0,0 0 0 0 0,1 1 0 0 0,0-1 0 0 0,0 1 0 0 0,1-1 0 0 0,-1 7 0 0 0,1 13 14 0 0,-2 43-64 0 0,1-61 44 0 0,0-1 0 0 0,-1 1-1 0 0,0 0 1 0 0,1-1 0 0 0,-2 1 0 0 0,1-1-1 0 0,-1 0 1 0 0,1 0 0 0 0,-6 6 0 0 0,5-7 6 0 0,1-1 1 0 0,-1 1 0 0 0,0-1-1 0 0,1 1 1 0 0,0 0 0 0 0,0 0-1 0 0,0 0 1 0 0,0 0 0 0 0,1 0-1 0 0,-1 0 1 0 0,1 0 0 0 0,0 1-1 0 0,1-1 1 0 0,-1 0 0 0 0,1 1-1 0 0,-1-1 1 0 0,1 1 0 0 0,1-1-1 0 0,-1 0 1 0 0,1 1 0 0 0,-1-1-1 0 0,1 0 1 0 0,2 6 0 0 0,4 5-110 0 0,-5-11 112 0 0,1 1 0 0 0,-1 0 1 0 0,0 0-1 0 0,-1 0 0 0 0,1 0 0 0 0,-1 0 1 0 0,0 0-1 0 0,0 1 0 0 0,-1 7 1 0 0,0 4 158 0 0,-1-12-144 0 0,1 1 0 0 0,0-1 0 0 0,-1 1 0 0 0,2 0 1 0 0,-1-1-1 0 0,1 1 0 0 0,0-1 0 0 0,0 1 0 0 0,0-1 0 0 0,1 0 0 0 0,0 1 0 0 0,0-1 1 0 0,0 0-1 0 0,1 0 0 0 0,-1 0 0 0 0,1-1 0 0 0,0 1 0 0 0,6 6 0 0 0,14 12-62 0 0,-7-7 52 0 0,-1 0 1 0 0,2-1-1 0 0,0-1 0 0 0,29 18 1 0 0,-6-10-23 0 0,2-3 0 0 0,79 26 0 0 0,-71-33-8 0 0,1-2 0 0 0,77 5 0 0 0,-41-6 38 0 0,211 13 21 0 0,-261-23-27 0 0,0-1-1 0 0,0-2 1 0 0,0-1-1 0 0,0-2 1 0 0,66-22-1 0 0,99-50-6 0 0,-155 58 6 0 0,0-3 0 0 0,51-36 0 0 0,-76 44 32 0 0,-2-2-1 0 0,25-26 1 0 0,2-2-1 0 0,-27 24-33 0 0,0-1-1 0 0,-1-2 0 0 0,-1 0 0 0 0,-2 0 1 0 0,19-40-1 0 0,-25 47-8 0 0,-1 0 0 0 0,-2 0-1 0 0,1-1 1 0 0,-2 0 0 0 0,6-30 0 0 0,-11 40 8 0 0,0 0-1 0 0,0-1 1 0 0,-1 1-1 0 0,0 0 1 0 0,0-1-1 0 0,-1 1 1 0 0,-1 0 0 0 0,1 0-1 0 0,-2 0 1 0 0,1 0-1 0 0,-1 0 1 0 0,0 0-1 0 0,-1 1 1 0 0,-5-10-1 0 0,-2 0 34 0 0,-2-1-1 0 0,0 2 0 0 0,-1 0 1 0 0,0 1-1 0 0,-1 0 0 0 0,-1 1 1 0 0,-1 1-1 0 0,0 0 0 0 0,-1 1 0 0 0,0 1 1 0 0,-1 1-1 0 0,0 1 0 0 0,-26-11 1 0 0,16 11 18 0 0,-2 0 0 0 0,1 2 1 0 0,-1 2-1 0 0,0 0 0 0 0,0 2 1 0 0,-1 2-1 0 0,1 0 0 0 0,-51 6 1 0 0,13 3-454 0 0,-1 4-1 0 0,1 2 1 0 0,-100 34 0 0 0,102-25-1387 0 0,10 6-1788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9:22.5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 14 2481 0 0,'0'0'57'0'0,"0"-1"-1"0"0,0 1 0 0 0,0-1 1 0 0,0 1-1 0 0,0-1 0 0 0,0 1 1 0 0,0-1-1 0 0,0 1 0 0 0,0-1 1 0 0,0 1-1 0 0,0-1 1 0 0,-1 1-1 0 0,1-1 0 0 0,0 1 1 0 0,0-1-1 0 0,0 1 0 0 0,-1-1 1 0 0,1 1-1 0 0,0 0 0 0 0,-1-1 1 0 0,1 1-1 0 0,0-1 1 0 0,-1 1-1 0 0,1 0 0 0 0,0-1 1 0 0,-1 1-1 0 0,1 0 0 0 0,-1 0 1 0 0,1-1-1 0 0,-1 1 0 0 0,1 0 1 0 0,-1 0-1 0 0,1 0 1 0 0,0 0-1 0 0,-1-1 0 0 0,1 1 1 0 0,-1 0-1 0 0,1 0 0 0 0,-1 0 1 0 0,1 0-1 0 0,-1 0 0 0 0,1 0 1 0 0,-1 0-1 0 0,1 0 1 0 0,-2 1-1 0 0,-5 1 1526 0 0,25 1-1035 0 0,-18-3-507 0 0,0 0 0 0 0,0 1 0 0 0,1-1 0 0 0,-1 0 0 0 0,0 0 0 0 0,0 0 0 0 0,0 0 0 0 0,1 0 0 0 0,-1 0 0 0 0,0 0 0 0 0,0 1 1 0 0,1-1-1 0 0,-1 0 0 0 0,0 0 0 0 0,0 0 0 0 0,0 0 0 0 0,0 1 0 0 0,1-1 0 0 0,-1 0 0 0 0,0 0 0 0 0,0 1 0 0 0,0-1 0 0 0,0 0 0 0 0,0 0 0 0 0,0 1 0 0 0,0-1 0 0 0,1 0 0 0 0,-1 0 0 0 0,0 1 0 0 0,0-1 0 0 0,0 0 0 0 0,0 0 0 0 0,0 1 0 0 0,0-1 0 0 0,0 0 0 0 0,0 0 0 0 0,0 1 0 0 0,-1-1 0 0 0,1 0 0 0 0,0 0 0 0 0,0 1 0 0 0,0-1 0 0 0,0 0 0 0 0,0 0 0 0 0,0 1 0 0 0,0-1 0 0 0,-1 0 0 0 0,1 0 0 0 0,0 0 0 0 0,0 1 0 0 0,0-1 0 0 0,-1 0 0 0 0,1 0 0 0 0,0 0 0 0 0,0 0 0 0 0,0 1 0 0 0,-1-1 0 0 0,1 0 0 0 0,0 0 0 0 0,0 0 0 0 0,-1 0 0 0 0,1 0 0 0 0,0 0 0 0 0,-1 0 36 0 0,0 0-46 0 0,0 0 0 0 0,0 0 0 0 0,0 0 0 0 0,0 0 1 0 0,0 0-1 0 0,0 0 0 0 0,0 0 0 0 0,0 0 0 0 0,0 0 0 0 0,0 1 0 0 0,0-1 0 0 0,0 0 0 0 0,0 0 0 0 0,0 1 0 0 0,0-1 0 0 0,0 1 0 0 0,0-1 0 0 0,0 1 0 0 0,1 0 0 0 0,-3 0 0 0 0,3 0-17 0 0,0-1-1 0 0,0 1 1 0 0,0-1-1 0 0,0 1 0 0 0,0-1 1 0 0,-1 1-1 0 0,1-1 1 0 0,0 0-1 0 0,0 1 0 0 0,0-1 1 0 0,-1 1-1 0 0,1-1 1 0 0,0 0-1 0 0,-1 1 0 0 0,1-1 1 0 0,0 0-1 0 0,-1 1 1 0 0,1-1-1 0 0,0 0 0 0 0,-1 0 1 0 0,1 1-1 0 0,0-1 0 0 0,-1 0 1 0 0,1 0-1 0 0,-1 0 1 0 0,1 0-1 0 0,-1 1 0 0 0,1-1 1 0 0,0 0-1 0 0,-1 0 1 0 0,1 0-1 0 0,-1 0 0 0 0,0 0 1 0 0,-5 3 139 0 0,10 3 23 0 0,-3-5-153 0 0,0 0 0 0 0,0 0 0 0 0,0 1 0 0 0,0-1 0 0 0,0 0 1 0 0,0 1-1 0 0,0-1 0 0 0,0 1 0 0 0,0-1 0 0 0,-1 1 0 0 0,1-1 1 0 0,0 1-1 0 0,-1-1 0 0 0,0 1 0 0 0,1-1 0 0 0,-1 1 0 0 0,0 3 1 0 0,0 6 89 0 0,-1-7-78 0 0,1-1-1 0 0,0 1 0 0 0,0 0 1 0 0,0-1-1 0 0,0 1 1 0 0,1 0-1 0 0,-1-1 1 0 0,1 1-1 0 0,0 0 0 0 0,2 4 1 0 0,3 3 44 0 0,-4-10-62 0 0,-1 1 0 0 0,1 0 0 0 0,-1-1-1 0 0,0 1 1 0 0,0 0 0 0 0,0 0 0 0 0,0 0-1 0 0,0 0 1 0 0,-1 0 0 0 0,1 0-1 0 0,0 0 1 0 0,-1 0 0 0 0,0 0 0 0 0,1 0-1 0 0,-1 1 1 0 0,0-1 0 0 0,0 0-1 0 0,0 0 1 0 0,0 0 0 0 0,-1 0 0 0 0,1 0-1 0 0,-1 4 1 0 0,-7 9 42 0 0,6-11-57 0 0,0-1 0 0 0,0 0-1 0 0,1 1 1 0 0,-1 0 0 0 0,1-1 0 0 0,0 1 0 0 0,0 0-1 0 0,0 0 1 0 0,0-1 0 0 0,0 8 0 0 0,3 18 47 0 0,-1-21-31 0 0,0 0 0 0 0,-1 0 0 0 0,0 0-1 0 0,0 1 1 0 0,-1-1 0 0 0,0 0 0 0 0,0-1 0 0 0,-4 12 0 0 0,-3-4-8 0 0,6-12-5 0 0,0 0 0 0 0,0 1-1 0 0,1-1 1 0 0,-1 0 0 0 0,1 1-1 0 0,0-1 1 0 0,0 1 0 0 0,0-1-1 0 0,1 1 1 0 0,-1-1 0 0 0,1 6-1 0 0,0 114-150 0 0,-1-118 144 0 0,1 0 0 0 0,-1-1 0 0 0,1 1 0 0 0,-1 0 0 0 0,-1-1 0 0 0,1 1 0 0 0,-1-1 0 0 0,1 0 0 0 0,-4 6 0 0 0,3-6 2 0 0,0-1 0 0 0,0 1 0 0 0,1 0 0 0 0,-1 0 0 0 0,1 0 0 0 0,0 0 0 0 0,0 1 0 0 0,1-1 0 0 0,-1 5 0 0 0,1 99 522 0 0,0-106-520 0 0,0 1 0 0 0,-1-1 0 0 0,1 0 0 0 0,-1 0 0 0 0,1 0 0 0 0,-1 0 0 0 0,0 0 0 0 0,1 0 0 0 0,-1 0 0 0 0,0 0 0 0 0,0 0 0 0 0,-1-1 0 0 0,1 1 0 0 0,-2 2 0 0 0,1-2-2 0 0,1-1 0 0 0,0 1 0 0 0,-1 0 0 0 0,1 0 0 0 0,0 0 0 0 0,0 0 0 0 0,0 0 0 0 0,0 1 0 0 0,1-1 0 0 0,-1 0 0 0 0,0 0 0 0 0,1 0 0 0 0,0 1 0 0 0,-1 2 0 0 0,1-2-4 0 0,0-1 1 0 0,0 1-1 0 0,-1-1 1 0 0,1 1-1 0 0,-1-1 1 0 0,1 1-1 0 0,-1-1 0 0 0,0 0 1 0 0,0 1-1 0 0,0-1 1 0 0,0 0-1 0 0,-1 0 1 0 0,1 0-1 0 0,-2 3 1 0 0,1-3 5 0 0,1 0 0 0 0,0 0 0 0 0,-1 0 0 0 0,1 0 0 0 0,0 0 0 0 0,0 0 0 0 0,0 1 0 0 0,0-1 0 0 0,1 0-1 0 0,-1 1 1 0 0,0-1 0 0 0,1 1 0 0 0,0-1 0 0 0,0 3 0 0 0,-1 0 2 0 0,1-1 1 0 0,-1 1-1 0 0,0-1 0 0 0,0 1 0 0 0,0-1 0 0 0,0 0 0 0 0,-4 8 0 0 0,3-8-9 0 0,0 0-1 0 0,1 0 1 0 0,-1 0-1 0 0,1 1 1 0 0,0-1-1 0 0,0 0 1 0 0,0 9 0 0 0,1-9-4 0 0,0-1 0 0 0,-1 1-1 0 0,1 0 1 0 0,-1 0 0 0 0,0-1 0 0 0,0 1 0 0 0,-1 0 0 0 0,1-1 0 0 0,-1 1 0 0 0,-2 4 0 0 0,2-5 8 0 0,0 0 0 0 0,1 1 0 0 0,-1 0 0 0 0,1-1 0 0 0,-1 1-1 0 0,1 0 1 0 0,1 0 0 0 0,-1 0 0 0 0,0 0 0 0 0,1 5 0 0 0,1 22 56 0 0,0-18-43 0 0,-1 0 0 0 0,0 0 0 0 0,-1 0 0 0 0,0-1 0 0 0,-4 16 0 0 0,-3-5-58 0 0,5-15 35 0 0,1-1-1 0 0,-1 1 1 0 0,1 0 0 0 0,1 0-1 0 0,0 0 1 0 0,-1 12 0 0 0,3 21 13 0 0,0-25-15 0 0,0 1 1 0 0,-1 0-1 0 0,-1-1 1 0 0,-5 28-1 0 0,-2-18-34 0 0,5-15 34 0 0,-1 0 0 0 0,2 0-1 0 0,0 1 1 0 0,0-1 0 0 0,0 15 0 0 0,2 0 54 0 0,-1-13 27 0 0,1 0 0 0 0,0 0-1 0 0,1 0 1 0 0,4 20-1 0 0,1-8 164 0 0,20 47 1 0 0,-23-65-161 0 0,0-1 0 0 0,1 1 0 0 0,-1-1 1 0 0,1 1-1 0 0,1-1 0 0 0,-1 0 1 0 0,1-1-1 0 0,0 1 0 0 0,0-1 0 0 0,1 0 1 0 0,0 0-1 0 0,7 4 0 0 0,-12-8-144 0 0,1 0 0 0 0,0 0 0 0 0,0 0 0 0 0,0 0 0 0 0,0 0-1 0 0,0-1 1 0 0,0 1 0 0 0,0-1 0 0 0,0 1 0 0 0,0-1 0 0 0,0 0-1 0 0,0 0 1 0 0,0 0 0 0 0,0 0 0 0 0,0 0 0 0 0,0 0 0 0 0,0-1 0 0 0,0 1-1 0 0,0-1 1 0 0,0 1 0 0 0,0-1 0 0 0,0 0 0 0 0,0 0 0 0 0,-1 0-1 0 0,1 0 1 0 0,0 0 0 0 0,0 0 0 0 0,-1 0 0 0 0,1-1 0 0 0,-1 1 0 0 0,1 0-1 0 0,1-3 1 0 0,4-5-841 0 0,0-1 0 0 0,0 0 0 0 0,-1 0-1 0 0,8-20 1 0 0,-8 19 161 0 0,43-86-5582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9:24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7 640 0 0,'-1'-5'1876'0'0,"6"3"2398"0"0,17 2-3314 0 0,-22 2-836 0 0,0-2-122 0 0,0 0 0 0 0,0 0 0 0 0,0 0 0 0 0,0 0 0 0 0,0 1 0 0 0,0-1 0 0 0,0 0 0 0 0,0 0 0 0 0,0 0 0 0 0,0 0 0 0 0,0 1 0 0 0,0-1 0 0 0,0 0 0 0 0,0 0 0 0 0,0 0 0 0 0,0 0 0 0 0,0 0 0 0 0,0 1 0 0 0,0-1 0 0 0,0 0 0 0 0,0 0 0 0 0,0 0 0 0 0,0 0 0 0 0,0 0 0 0 0,0 1 0 0 0,0-1 0 0 0,0 0 0 0 0,0 0 0 0 0,1 0 0 0 0,-1 0 0 0 0,0 0 0 0 0,0 0 0 0 0,0 1 0 0 0,0-1 0 0 0,0 0 0 0 0,0 0 0 0 0,1 0 0 0 0,-1 0 0 0 0,0 0 0 0 0,0 0 0 0 0,0 0 0 0 0,0 0 0 0 0,0 0 0 0 0,1 0 0 0 0,-1 0 0 0 0,0 0 0 0 0,0 0 0 0 0,0 0 0 0 0,0 0 0 0 0,0 0 0 0 0,1 0 0 0 0,-1 0 0 0 0,0 0 0 0 0,0 0 0 0 0,0 0 0 0 0,0 0 0 0 0,1 0 0 0 0,208 10 652 0 0,159-10-241 0 0,-186-5 361 0 0,44 3 635 0 0,191 3 237 0 0,-80 0-1073 0 0,-315-1-506 0 0,-19 0-20 0 0,0 0 78 0 0,-26 6-57 0 0,22-6-68 0 0,1 0 0 0 0,0 1 0 0 0,0-1 0 0 0,-1 0 0 0 0,1 0 0 0 0,0 0 0 0 0,-1 0 0 0 0,1 0 0 0 0,0 1 0 0 0,0-1 0 0 0,0 0 0 0 0,-1 0 0 0 0,1 0 0 0 0,0 1 0 0 0,0-1 0 0 0,0 0 0 0 0,-1 0 0 0 0,1 1 0 0 0,0-1 0 0 0,0 0 0 0 0,0 0 0 0 0,0 1 0 0 0,0-1 0 0 0,0 0 0 0 0,0 1 0 0 0,0-1 0 0 0,0 0 0 0 0,-1 0 0 0 0,1 1 0 0 0,0-1 0 0 0,1 1 0 0 0,-5 7 0 0 0,-3-3-5 0 0,6-4 3 0 0,0 0 0 0 0,0-1 0 0 0,0 1 1 0 0,0 0-1 0 0,0 0 0 0 0,0 0 0 0 0,0 0 1 0 0,0 0-1 0 0,0 0 0 0 0,0 0 0 0 0,1 0 0 0 0,-1 0 1 0 0,0 0-1 0 0,1 1 0 0 0,-1-1 0 0 0,1 0 1 0 0,-1 0-1 0 0,1 1 0 0 0,0-1 0 0 0,0 0 1 0 0,-1 1-1 0 0,1-1 0 0 0,0 0 0 0 0,0 0 0 0 0,0 1 1 0 0,1 1-1 0 0,-2 13 18 0 0,1-7 13 0 0,0 0-1 0 0,0 0 0 0 0,0 0 1 0 0,1 0-1 0 0,3 10 1 0 0,5 3-2 0 0,-7-18-19 0 0,0-1 0 0 0,0 1 0 0 0,-1 0 0 0 0,1 0-1 0 0,-1 0 1 0 0,0 0 0 0 0,0 1 0 0 0,-1-1 0 0 0,1 8 0 0 0,0-6 10 0 0,-1 0 0 0 0,1 1 0 0 0,1-1 0 0 0,-1 0 0 0 0,1 1 0 0 0,4 9-1 0 0,-3-9-4 0 0,-1-1 0 0 0,0 0-1 0 0,0 1 1 0 0,0-1 0 0 0,-1 1-1 0 0,1 12 1 0 0,-2 103-13 0 0,0-116 5 0 0,1 0-1 0 0,0 0 1 0 0,1 0 0 0 0,-1 0-1 0 0,1-1 1 0 0,0 1 0 0 0,4 7 0 0 0,-4-10 1 0 0,0 0 0 0 0,-1 1 1 0 0,1-1-1 0 0,-1 1 1 0 0,1 0-1 0 0,-1-1 1 0 0,0 1-1 0 0,-1 0 1 0 0,1-1-1 0 0,-1 1 1 0 0,1 0-1 0 0,-1 0 1 0 0,0 0-1 0 0,0-1 0 0 0,-1 1 1 0 0,1 0-1 0 0,-1 0 1 0 0,0-1-1 0 0,0 1 1 0 0,-2 4-1 0 0,-6 6 47 0 0,8-12-51 0 0,-1 0 0 0 0,1 0-1 0 0,-1 0 1 0 0,1 1 0 0 0,0-1 0 0 0,0 0 0 0 0,0 0 0 0 0,0 1-1 0 0,1-1 1 0 0,-1 1 0 0 0,1-1 0 0 0,-1 1 0 0 0,1-1-1 0 0,0 4 1 0 0,0 7-28 0 0,1-9 23 0 0,-1 0 0 0 0,0 1 0 0 0,0-1 0 0 0,-1 0 0 0 0,1 1 0 0 0,-1-1 0 0 0,0 0 0 0 0,-2 6 0 0 0,-4 5 28 0 0,5-11-11 0 0,0 0-1 0 0,0 1 1 0 0,0-1-1 0 0,0 0 1 0 0,1 1-1 0 0,0-1 1 0 0,0 1-1 0 0,0-1 1 0 0,0 7-1 0 0,1-8-6 0 0,0 0 1 0 0,0 0-1 0 0,-1 0 0 0 0,1-1 0 0 0,-1 1 1 0 0,0 0-1 0 0,1 0 0 0 0,-1 0 1 0 0,-1-1-1 0 0,1 1 0 0 0,0 0 1 0 0,-1-1-1 0 0,-1 4 0 0 0,1-4-8 0 0,0 0-1 0 0,1 0 0 0 0,0 1 1 0 0,-1-1-1 0 0,1 1 1 0 0,0-1-1 0 0,0 1 1 0 0,1-1-1 0 0,-1 1 0 0 0,1 0 1 0 0,-1-1-1 0 0,1 1 1 0 0,0 3-1 0 0,-1 0 19 0 0,1 0 0 0 0,-1-1 0 0 0,0 1 0 0 0,-1 0 0 0 0,1-1 0 0 0,-4 9 0 0 0,3-9-3 0 0,0 0-1 0 0,0 1 1 0 0,1-1-1 0 0,-1 1 1 0 0,1-1-1 0 0,0 9 0 0 0,1-9-15 0 0,0 0-1 0 0,-1 0 1 0 0,0 0-1 0 0,0 0 1 0 0,0 0-1 0 0,-1 0 1 0 0,1-1-1 0 0,-5 8 0 0 0,4-7 7 0 0,0 0 0 0 0,0-1 1 0 0,0 1-1 0 0,1 0 0 0 0,-1 0 0 0 0,1 0 0 0 0,1 0 0 0 0,-1 9 0 0 0,0-9-1 0 0,0 1 1 0 0,1 0 0 0 0,-2-1-1 0 0,1 1 1 0 0,-1-1 0 0 0,1 1-1 0 0,-2-1 1 0 0,1 0 0 0 0,0 0-1 0 0,-1 0 1 0 0,-6 8 0 0 0,6-8 3 0 0,-1 0 0 0 0,1 0 1 0 0,1 0-1 0 0,-1 0 1 0 0,1 0-1 0 0,0 1 1 0 0,0-1-1 0 0,0 1 1 0 0,1-1-1 0 0,0 1 1 0 0,-1 10-1 0 0,2-10-23 0 0,-1 0-1 0 0,0 0 1 0 0,0 0 0 0 0,0 0-1 0 0,-1-1 1 0 0,0 1-1 0 0,-4 10 1 0 0,-2 4-40 0 0,-11 41 72 0 0,12-36-11 0 0,-1 0 0 0 0,-2 0 0 0 0,0-1 0 0 0,-20 35-1 0 0,26-53 2 0 0,0 0 0 0 0,1 0 0 0 0,0 1-1 0 0,0 0 1 0 0,1-1 0 0 0,-1 1-1 0 0,2 0 1 0 0,-1 0 0 0 0,1 0 0 0 0,0 0-1 0 0,0 1 1 0 0,1-1 0 0 0,1 12 0 0 0,-1-16-10 0 0,0 0 0 0 0,-1-1 0 0 0,1 1 0 0 0,0-1 1 0 0,-1 1-1 0 0,0 0 0 0 0,0-1 0 0 0,1 1 0 0 0,-1-1 1 0 0,-1 0-1 0 0,1 1 0 0 0,0-1 0 0 0,-1 0 0 0 0,1 0 1 0 0,-1 0-1 0 0,-2 3 0 0 0,0 0 2 0 0,3-4 2 0 0,1 0 0 0 0,0-1 0 0 0,0 1 0 0 0,0 0 0 0 0,-1-1 0 0 0,1 1 0 0 0,0 0 0 0 0,0-1 0 0 0,0 1 0 0 0,0 0 0 0 0,0-1 0 0 0,0 1 1 0 0,1 0-1 0 0,-1 0 0 0 0,0-1 0 0 0,0 1 0 0 0,0 0 0 0 0,1-1 0 0 0,-1 1 0 0 0,0-1 0 0 0,1 1 0 0 0,-1 0 0 0 0,0-1 0 0 0,1 1 0 0 0,-1-1 0 0 0,1 1 0 0 0,-1-1 0 0 0,1 1 0 0 0,-1-1 0 0 0,1 1 1 0 0,-1-1-1 0 0,1 0 0 0 0,0 1 0 0 0,-1-1 0 0 0,1 0 0 0 0,-1 1 0 0 0,1-1 0 0 0,0 0 0 0 0,-1 0 0 0 0,1 0 0 0 0,0 1 0 0 0,0-1 0 0 0,0 0 0 0 0,2 1 11 0 0,-2 1-7 0 0,0 0 0 0 0,0 0-1 0 0,0 0 1 0 0,0 0 0 0 0,-1 0 0 0 0,1 0-1 0 0,-1 0 1 0 0,1 0 0 0 0,-1 0 0 0 0,0 0 0 0 0,0 0-1 0 0,0 1 1 0 0,0-1 0 0 0,0 0 0 0 0,-1 0-1 0 0,1 2 1 0 0,-1 5-14 0 0,1 102 516 0 0,0-110-505 0 0,0 0 0 0 0,0-1 0 0 0,0 1 0 0 0,0 0 0 0 0,0 0 0 0 0,0 0-1 0 0,0-1 1 0 0,1 1 0 0 0,-1 0 0 0 0,0 0 0 0 0,0-1 0 0 0,1 1 0 0 0,-1 0-1 0 0,1-1 1 0 0,-1 1 0 0 0,0 0 0 0 0,1-1 0 0 0,-1 1 0 0 0,1-1 0 0 0,0 1-1 0 0,-1-1 1 0 0,1 1 0 0 0,-1-1 0 0 0,1 1 0 0 0,0-1 0 0 0,-1 1 0 0 0,1-1 0 0 0,0 0-1 0 0,1 1 1 0 0,-1-1 2 0 0,-1 1 1 0 0,1-1-1 0 0,0 0 0 0 0,0 1 0 0 0,-1-1 0 0 0,1 1 0 0 0,0-1 0 0 0,0 1 1 0 0,-1-1-1 0 0,1 1 0 0 0,-1-1 0 0 0,1 1 0 0 0,0 0 0 0 0,-1 0 0 0 0,1-1 1 0 0,-1 1-1 0 0,0 0 0 0 0,1 0 0 0 0,-1-1 0 0 0,0 1 0 0 0,1 0 0 0 0,-1 0 0 0 0,0 0 1 0 0,0-1-1 0 0,1 1 0 0 0,-1 0 0 0 0,0 0 0 0 0,0 0 0 0 0,0 1 0 0 0,0 0-275 0 0,0-4 47 0 0,0-9-65 0 0,0-16 464 0 0,0 26 66 0 0,0 35 787 0 0,0-34-1058 0 0,0 1 0 0 0,0-1-1 0 0,0 1 1 0 0,0-1 0 0 0,0 1-1 0 0,-1-1 1 0 0,1 1 0 0 0,0-1-1 0 0,0 1 1 0 0,0-1 0 0 0,0 1 0 0 0,0-1-1 0 0,-1 0 1 0 0,1 1 0 0 0,0-1-1 0 0,0 1 1 0 0,-1-1 0 0 0,1 0-1 0 0,0 1 1 0 0,-1-1 0 0 0,1 0 0 0 0,0 1-1 0 0,-1-1 1 0 0,1 0 0 0 0,0 1-1 0 0,-1-1 1 0 0,1 0 0 0 0,-1 0-1 0 0,1 0 1 0 0,-1 1 0 0 0,1-1 0 0 0,-1 0-1 0 0,1 0 1 0 0,0 0 0 0 0,-1 0-1 0 0,0 0 1 0 0,-26-2-2605 0 0,2-2-920 0 0,-46 3-3087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9:25.9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7 640 0 0,'-76'-7'3829'0'0,"72"7"-3429"0"0,8 1-80 0 0,84 16 790 0 0,121 9 1 0 0,-133-19-677 0 0,230 15 593 0 0,13-21-547 0 0,-203 1-389 0 0,-14 2 18 0 0,-53-1 136 0 0,0 2-1 0 0,58 13 1 0 0,181 40 128 0 0,-173-42-60 0 0,-17-3-79 0 0,3 3 75 0 0,2-4 1 0 0,167-1-1 0 0,-101-8 70 0 0,306-17 795 0 0,-236 7-292 0 0,-162 7-657 0 0,224 19 661 0 0,-266-16-811 0 0,328 47 775 0 0,-91-10-6 0 0,-203-31-778 0 0,5 0-59 0 0,139 1 0 0 0,66-31 540 0 0,-246 17-491 0 0,58-7-37 0 0,131-30-1 0 0,-111 7 49 0 0,-88 28-174 0 0,-23 6 51 0 0,0 0 0 0 0,0 0 0 0 0,1 0 0 0 0,-1 0 0 0 0,0 0 0 0 0,0 0 0 0 0,1 0 0 0 0,-1 0 0 0 0,0-1 0 0 0,0 1 0 0 0,0 0 0 0 0,1 0 0 0 0,-1 0 1 0 0,0 0-1 0 0,0 0 0 0 0,0-1 0 0 0,0 1 0 0 0,1 0 0 0 0,-1 0 0 0 0,0 0 0 0 0,0-1 0 0 0,0 1 0 0 0,0 0 0 0 0,0 0 0 0 0,0-1 0 0 0,1 1 0 0 0,-1 0 0 0 0,0 0 0 0 0,0-1 0 0 0,0 1 0 0 0,0 0 0 0 0,0 0 0 0 0,0-1 0 0 0,0 1 0 0 0,0 0 0 0 0,0 0 0 0 0,0-1 0 0 0,0 1 0 0 0,0 0 0 0 0,-1 0 0 0 0,1 0 0 0 0,0-1 0 0 0,0 1 0 0 0,0 0 0 0 0,0 0 0 0 0,0-1 0 0 0,0 1 0 0 0,0 0 0 0 0,-1 0 0 0 0,1 0 0 0 0,0-1 0 0 0,0 1 0 0 0,0 0 0 0 0,-1 0 0 0 0,1 0 0 0 0,0 0 0 0 0,0 0 0 0 0,0-1 0 0 0,-1 1 0 0 0,1 0 0 0 0,0 0 0 0 0,0 0 0 0 0,-1 0 0 0 0,1 0 0 0 0,0 0 0 0 0,-45-10-4479 0 0,-93-19-3922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9:26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608 1 1281 0 0,'-80'22'2321'0'0,"-26"29"80"0"0,26 5-1361 0 0,0 0-720 0 0,0-5-240 0 0,26-2-80 0 0,28 2 80 0 0,-22 0 0 0 0,21-5-240 0 0,0-14-720 0 0,27-20-1201 0 0,54-12-480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9:27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422 1 800 0 0,'-75'51'4402'0'0,"-32"0"-2161"0"0,54 0-1600 0 0,-27-2-561 0 0,27 2 80 0 0,-1-22-80 0 0,54-12-80 0 0,0-12-400 0 0,27-10-561 0 0,26-2-800 0 0,1-15-400 0 0,26 0-160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9:27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449 28 2561 0 0,'-102'56'3202'0'0,"22"-5"-1442"0"0,0 0-1119 0 0,0-7-321 0 0,27-3-320 0 0,26-14 0 0 0,1-22-240 0 0,52-10-561 0 0,28-7-559 0 0,-28-10-561 0 0,28 0 160 0 0,-28 0 80 0 0</inkml:trace>
  <inkml:trace contextRef="#ctx0" brushRef="#br0" timeOffset="1">902 1 2321 0 0,'-80'66'4402'0'0,"-53"7"-1761"0"0,53-10-1920 0 0,26-12-561 0 0,1-7 160 0 0,0-10-400 0 0,-1-7-721 0 0,54-3-479 0 0,0-2-961 0 0,-21-10-2081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9:28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18 696 480 0 0,'0'-26'4363'0'0,"0"-13"-2976"0"0,0 38-1383 0 0,0 1 1 0 0,0-1 0 0 0,0 1 0 0 0,0-1 0 0 0,0 1 0 0 0,0-1 0 0 0,0 1 0 0 0,-1 0 0 0 0,1-1 0 0 0,0 1 0 0 0,0-1 0 0 0,-1 1 0 0 0,1 0 0 0 0,0-1 0 0 0,0 1 0 0 0,-1-1 0 0 0,1 1 0 0 0,0 0 0 0 0,-1 0 0 0 0,1-1 0 0 0,0 1 0 0 0,-1 0 0 0 0,1 0 0 0 0,-1-1-1 0 0,1 1 1 0 0,0 0 0 0 0,-1 0 0 0 0,1 0 0 0 0,-1 0 0 0 0,1-1 0 0 0,-1 1 0 0 0,1 0 0 0 0,-1 0 0 0 0,1 0 0 0 0,-1 0 0 0 0,-6-3 70 0 0,13-2 3 0 0,-5 5-73 0 0,-1 0 0 0 0,1 0 0 0 0,0-1 1 0 0,-1 1-1 0 0,1 0 0 0 0,0-1 0 0 0,-1 1 1 0 0,1 0-1 0 0,-1-1 0 0 0,1 1 0 0 0,-1-1 1 0 0,1 1-1 0 0,-1-1 0 0 0,1 1 0 0 0,-1-1 0 0 0,1 0 1 0 0,-1 1-1 0 0,0-1 0 0 0,1 1 0 0 0,-1-1 1 0 0,0 0-1 0 0,0 1 0 0 0,1-1 0 0 0,-1 0 1 0 0,0 1-1 0 0,0-1 0 0 0,0 0 0 0 0,0 1 1 0 0,0-1-1 0 0,0-1 0 0 0,0-256 956 0 0,0 256-956 0 0,0 0 0 0 0,1 0 0 0 0,-1 0 0 0 0,0 0 0 0 0,1 0 0 0 0,-1 0 0 0 0,1 0 0 0 0,-1 1 0 0 0,1-1 0 0 0,0 0 0 0 0,0 0 0 0 0,0 1 0 0 0,0-1 0 0 0,0 0 0 0 0,0 1 0 0 0,2-3 0 0 0,-1 3 0 0 0,-1-1 0 0 0,0 1 0 0 0,1-1 0 0 0,-1 0 1 0 0,0 1-1 0 0,0-1 0 0 0,0 0 0 0 0,-1 0 0 0 0,1 0 1 0 0,0 0-1 0 0,-1 0 0 0 0,1 0 0 0 0,-1 0 0 0 0,1 0 1 0 0,-1 0-1 0 0,0-3 0 0 0,-1-14 59 0 0,0 13-56 0 0,0 1 1 0 0,1 0 0 0 0,-1 0 0 0 0,1-1-1 0 0,1 1 1 0 0,-1 0 0 0 0,1 0 0 0 0,0 0-1 0 0,0-1 1 0 0,3-8 0 0 0,-1 10 1 0 0,0 0 0 0 0,-1 0-1 0 0,1 0 1 0 0,-1 0 0 0 0,0-1 0 0 0,-1 1-1 0 0,1-1 1 0 0,-1 0 0 0 0,0 1 0 0 0,0-1 0 0 0,0 0-1 0 0,0 0 1 0 0,-1 0 0 0 0,0-8 0 0 0,0-78 950 0 0,-2 89-934 0 0,7-1 9 0 0,14-4 51 0 0,-15 3-99 0 0,-4 3-148 0 0,-4 1-225 0 0,-45 1-2216 0 0,22 3-65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9:29.4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524 263 400 0 0,'0'-22'3739'0'0,"0"-30"-1942"0"0,0 51-1769 0 0,0 0 0 0 0,-1 0 0 0 0,1 0-1 0 0,0 0 1 0 0,0 1 0 0 0,0-1 0 0 0,-1 0 0 0 0,1 0 0 0 0,0 0 0 0 0,-1 0-1 0 0,1 0 1 0 0,-1 0 0 0 0,1 0 0 0 0,-1 1 0 0 0,1-1 0 0 0,-1 0-1 0 0,0 0 1 0 0,1 1 0 0 0,-1-1 0 0 0,0 0 0 0 0,0 1 0 0 0,1-1 0 0 0,-1 1-1 0 0,0-1 1 0 0,-1 0 0 0 0,-7-5 208 0 0,2-2 122 0 0,5 5-246 0 0,-1 1 0 0 0,0-1 0 0 0,1 1 0 0 0,-1-1 0 0 0,0 1 0 0 0,0 0-1 0 0,0 0 1 0 0,0 0 0 0 0,0 0 0 0 0,-1 1 0 0 0,1-1 0 0 0,0 1 0 0 0,-1 0-1 0 0,1 0 1 0 0,-7-1 0 0 0,-110-21 2516 0 0,5-17-400 0 0,115 40-2225 0 0,-151-49 887 0 0,107 41-3884 0 0,35 6-281 0 0,27 8-20 0 0,-18-5 3087 0 0,1-1 0 0 0,-1 1 1 0 0,1 0-1 0 0,-1-1 0 0 0,1 1 0 0 0,-1 0 0 0 0,0-1 1 0 0,0 1-1 0 0,1 0 0 0 0,-1 0 0 0 0,0-1 0 0 0,0 1 0 0 0,0 0 1 0 0,0 0-1 0 0,1-1 0 0 0,-1 1 0 0 0,0 0 0 0 0,-1 1 1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9:29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54 457 2001 0 0,'-53'5'3935'0'0,"57"-10"-3802"0"0,115-63-26 0 0,26-14 811 0 0,88-45 312 0 0,-189 107-1194 0 0,1 2-1 0 0,75-19 1 0 0,-36 12 30 0 0,71-29-319 0 0,-106 37-342 0 0,-23 9-3519 0 0,-48 14 1379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9:30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155 339 240 0 0,'0'0'1187'0'0,"5"0"-66"0"0,17 0 800 0 0,-1-7 225 0 0,-21 6-2115 0 0,0 1 1 0 0,1 0-1 0 0,-1 0 1 0 0,1 0-1 0 0,-1 0 1 0 0,0 0-1 0 0,1-1 0 0 0,-1 1 1 0 0,0 0-1 0 0,1 0 1 0 0,-1-1-1 0 0,0 1 1 0 0,1 0-1 0 0,-1 0 1 0 0,0-1-1 0 0,0 1 1 0 0,1 0-1 0 0,-1-1 0 0 0,0 1 1 0 0,0 0-1 0 0,1-1 1 0 0,-1 1-1 0 0,0 0 1 0 0,0-1-1 0 0,0 1 1 0 0,0-1-1 0 0,0 1 0 0 0,0 0 1 0 0,0-1-1 0 0,0 1 1 0 0,0-1-1 0 0,0 1 1 0 0,0-1-1 0 0,0 1 1 0 0,0 0-1 0 0,0-1 1 0 0,0 1-1 0 0,0-1 0 0 0,0 1 1 0 0,0 0-1 0 0,0-1 1 0 0,-1 1-1 0 0,1 0 1 0 0,0-1-1 0 0,0 1 1 0 0,0 0-1 0 0,-1-1 1 0 0,1 1-1 0 0,0 0 0 0 0,0-1 1 0 0,-1 1-1 0 0,1 0 1 0 0,0-1-1 0 0,-1 1 1 0 0,1 0-1 0 0,-1 0 1 0 0,1 0-1 0 0,-1-1 1 0 0,-7-4 173 0 0,1 0 0 0 0,-1 0 1 0 0,1-1-1 0 0,0 0 1 0 0,0 0-1 0 0,1-1 1 0 0,0 0-1 0 0,0 0 0 0 0,-7-12 1 0 0,-59-102 1448 0 0,44 67-1131 0 0,4 11-499 0 0,24 42-43 0 0,-1 1-1 0 0,1 0 1 0 0,0-1 0 0 0,-1 1 0 0 0,1-1 0 0 0,0 1 0 0 0,-1 0 0 0 0,1-1-1 0 0,0 1 1 0 0,0-1 0 0 0,0 1 0 0 0,-1-1 0 0 0,1 1 0 0 0,0-1-1 0 0,0 1 1 0 0,0-1 0 0 0,0 1 0 0 0,0-1 0 0 0,0 1 0 0 0,0-1-1 0 0,0 1 1 0 0,0-1 0 0 0,0 0 0 0 0,0 1 0 0 0,0-1 0 0 0,1 1-1 0 0,-1-1 1 0 0,0 1 0 0 0,0 0 0 0 0,0-1 0 0 0,1 1 0 0 0,-1-1-1 0 0,0 1 1 0 0,1-1 0 0 0,-1 1 0 0 0,0 0 0 0 0,1-1 0 0 0,-1 1-1 0 0,0 0 1 0 0,1-1 0 0 0,-1 1 0 0 0,1 0 0 0 0,-1-1 0 0 0,1 1-1 0 0,-1 0 1 0 0,1 0 0 0 0,-1 0 0 0 0,1-1 0 0 0,-1 1 0 0 0,1 0-1 0 0,-1 0 1 0 0,1 0 0 0 0,-1 0 0 0 0,2 0 0 0 0,-2 0-39 0 0,1 0 0 0 0,-1 0 1 0 0,1 0-1 0 0,-1 0 0 0 0,1 0 1 0 0,-1 0-1 0 0,1 0 0 0 0,-1 0 1 0 0,1 0-1 0 0,-1 0 0 0 0,0 1 1 0 0,1-1-1 0 0,-1 0 0 0 0,1 0 0 0 0,-1 1 1 0 0,1-1-1 0 0,-1 0 0 0 0,0 0 1 0 0,1 1-1 0 0,-1-1 0 0 0,1 0 1 0 0,-1 1-1 0 0,1 0 0 0 0,-1 0-113 0 0,0 0 0 0 0,1 0 0 0 0,-1 0 0 0 0,0-1 0 0 0,0 1 0 0 0,0 0 0 0 0,0 0 0 0 0,0 0 0 0 0,0 0 0 0 0,0 0 0 0 0,0 0 0 0 0,0 0 0 0 0,0 0 0 0 0,0 0 0 0 0,-1-1 0 0 0,1 1 0 0 0,0 0 0 0 0,-1 0 0 0 0,1 0 0 0 0,-1 0 0 0 0,-21 38-5324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9:31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1 557 2001 0 0,'0'0'1761'0'0,"0"-5"-1361"0"0,27-7-80 0 0,-1 2 0 0 0,1-14 80 0 0,26-15 241 0 0,81-61 1119 0 0,-1 15-479 0 0,-32 22-1121 0 0,-21 7-240 0 0,-26 7 0 0 0,-1 3-480 0 0,-26 7-561 0 0,-27 17-800 0 0,0 15-2080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9:47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1780 154 1521 0 0,'0'-1'181'0'0,"0"0"-1"0"0,0-1 1 0 0,0 1 0 0 0,0-1 0 0 0,-1 1 0 0 0,1 0 0 0 0,0-1-1 0 0,-1 1 1 0 0,1 0 0 0 0,-1 0 0 0 0,1-1 0 0 0,-1 1 0 0 0,0 0-1 0 0,0-1 1 0 0,0 1-126 0 0,1 1-1 0 0,-1-1 1 0 0,1 1-1 0 0,-1-1 1 0 0,0 1-1 0 0,1 0 1 0 0,-1-1-1 0 0,1 1 1 0 0,-1 0-1 0 0,0 0 1 0 0,1 0-1 0 0,-1-1 1 0 0,0 1-1 0 0,1 0 1 0 0,-1 0-1 0 0,0 0 1 0 0,0 0-1 0 0,1 0 1 0 0,-1 0-1 0 0,0 0 1 0 0,1 0-1 0 0,-1 1 1 0 0,0-1-1 0 0,1 0 1 0 0,-1 0-1 0 0,0 0 1 0 0,1 1-1 0 0,-1-1 1 0 0,1 0-1 0 0,-2 1 1 0 0,2 0 11 0 0,0 2-66 0 0,0-2-66 0 0,-22-6 79 0 0,22 5 6 0 0,0 0-1 0 0,-1 0 1 0 0,1 0 0 0 0,0 0-1 0 0,0 0 1 0 0,-1 0 0 0 0,1 0-1 0 0,0 0 1 0 0,0 0 0 0 0,0 0-1 0 0,-1 0 1 0 0,1-1 0 0 0,0 1-1 0 0,0 0 1 0 0,0 0 0 0 0,0 0-1 0 0,-1 0 1 0 0,1 0 0 0 0,0-1-1 0 0,0 1 1 0 0,0 0 0 0 0,0 0-1 0 0,0 0 1 0 0,-1 0 0 0 0,1-1-1 0 0,0 1 1 0 0,0 0-1 0 0,0 0 1 0 0,0-1 0 0 0,0 1-1 0 0,0 0 1 0 0,0 0 0 0 0,0 0-1 0 0,0-1 1 0 0,0 1 0 0 0,-4-6 336 0 0,-156-50 2673 0 0,82 31-2576 0 0,27 11-157 0 0,29 8-162 0 0,0 1 0 0 0,0 1 0 0 0,-33-3 0 0 0,35 5-51 0 0,-36 0-24 0 0,-1 2 0 0 0,-71 10 0 0 0,-40 0 8 0 0,57-13 94 0 0,9 6 174 0 0,97-3-254 0 0,1 0-14 0 0,-14 0-66 0 0,14 0-66 0 0,5 2-20 0 0,-7 0 78 0 0,-15-1-59 0 0,-2 0 1 0 0,5 1 58 0 0,0 1 0 0 0,1 1 0 0 0,0 0 0 0 0,-1 1 0 0 0,-21 10 1 0 0,7-2-40 0 0,19-8 23 0 0,1 0 0 0 0,0 1 0 0 0,0 0 0 0 0,-19 14 0 0 0,23-15 56 0 0,1-1-1 0 0,0 0 1 0 0,-1-1 0 0 0,0 0-1 0 0,-13 4 1 0 0,12-4-60 0 0,0 0 1 0 0,1 0 0 0 0,-1 1 0 0 0,-8 5 0 0 0,-28 7 13 0 0,45-16 11 0 0,-1 0 0 0 0,1 0 0 0 0,0 1 0 0 0,-1-1 0 0 0,1 0 0 0 0,-1 1 0 0 0,1-1 0 0 0,0 0-1 0 0,0 1 1 0 0,-1-1 0 0 0,1 0 0 0 0,0 1 0 0 0,0-1 0 0 0,-1 0 0 0 0,1 1 0 0 0,0-1 0 0 0,0 1 0 0 0,0-1-1 0 0,0 1 1 0 0,-1-1 0 0 0,1 0 0 0 0,0 1 0 0 0,0-1 0 0 0,0 1 0 0 0,0-1 0 0 0,0 1 0 0 0,0-1 0 0 0,1 1-1 0 0,-5 9-66 0 0,-3-7 70 0 0,7-3 0 0 0,-1 0 0 0 0,0 0 0 0 0,0 0 0 0 0,1 0 0 0 0,-1 0 0 0 0,0 1 0 0 0,1-1 0 0 0,-1 0 0 0 0,1 0 0 0 0,-1 1 0 0 0,0-1 0 0 0,1 1 0 0 0,-1-1 0 0 0,1 0 0 0 0,-1 1 0 0 0,1-1 0 0 0,-1 1 0 0 0,1-1 0 0 0,-1 1 0 0 0,1-1 0 0 0,-1 1 0 0 0,1 0 0 0 0,0-1 0 0 0,-1 1 0 0 0,1 0 0 0 0,0-1 0 0 0,0 1 0 0 0,-1 0 0 0 0,1-1 0 0 0,0 1 0 0 0,0 1 0 0 0,-1 0 0 0 0,0 0 0 0 0,-1 0 1 0 0,1 0-1 0 0,0 0 0 0 0,-1 0 0 0 0,0 0 0 0 0,1 0 0 0 0,-1 0 0 0 0,0-1 0 0 0,0 1 0 0 0,0-1 0 0 0,0 1 0 0 0,0-1 1 0 0,0 0-1 0 0,0 0 0 0 0,-5 2 0 0 0,-8 6-15 0 0,0 1-23 0 0,14-9 42 0 0,0-1 1 0 0,0 1-1 0 0,0-1 0 0 0,1 1 1 0 0,-1-1-1 0 0,0 1 1 0 0,0-1-1 0 0,0 1 0 0 0,0 0 1 0 0,1 0-1 0 0,-1-1 0 0 0,0 1 1 0 0,1 0-1 0 0,-1 0 1 0 0,0 0-1 0 0,1 0 0 0 0,-1 0 1 0 0,1 0-1 0 0,0 0 0 0 0,-1 0 1 0 0,1 0-1 0 0,0 0 1 0 0,-1 0-1 0 0,1 0 0 0 0,0 0 1 0 0,0 2-1 0 0,-4 3-71 0 0,-2-2 33 0 0,5-4 33 0 0,0 1 0 0 0,0-1 0 0 0,0 1 1 0 0,0-1-1 0 0,0 1 0 0 0,0 0 0 0 0,1-1 0 0 0,-1 1 0 0 0,0 0 1 0 0,0 0-1 0 0,1 0 0 0 0,-1-1 0 0 0,0 1 0 0 0,1 0 0 0 0,-1 0 1 0 0,0 2-1 0 0,-2 37-4 0 0,3-38 14 0 0,0 0-1 0 0,0 0 1 0 0,-1 0 0 0 0,1 0 0 0 0,-1 0-1 0 0,1 0 1 0 0,-1 0 0 0 0,0 0 0 0 0,0 0-1 0 0,0 0 1 0 0,0-1 0 0 0,0 1 0 0 0,0 0 0 0 0,-3 2-1 0 0,3-2-12 0 0,-1-1 0 0 0,1 1-1 0 0,0 0 1 0 0,0 0 0 0 0,0-1-1 0 0,0 1 1 0 0,0 0 0 0 0,0 0-1 0 0,0 0 1 0 0,1 0 0 0 0,-1 0 0 0 0,1 0-1 0 0,-1 0 1 0 0,1 4 0 0 0,-1-5 3 0 0,1 1 0 0 0,0-1 0 0 0,-1 0 0 0 0,1 0 1 0 0,-1 0-1 0 0,1 0 0 0 0,-1 0 0 0 0,0 0 0 0 0,1 0 1 0 0,-1 0-1 0 0,0 0 0 0 0,0 0 0 0 0,1 0 0 0 0,-1 0 1 0 0,0-1-1 0 0,0 1 0 0 0,0 0 0 0 0,0-1 0 0 0,0 1 1 0 0,-2 0-1 0 0,-3 3-9 0 0,5 1 5 0 0,-1-1 0 0 0,1 1-1 0 0,0-1 1 0 0,0 1 0 0 0,0-1 0 0 0,1 1 0 0 0,0 0 0 0 0,0-1-1 0 0,0 1 1 0 0,0 0 0 0 0,2 6 0 0 0,-1 8 0 0 0,-1 147-155 0 0,0-165 80 0 0,22-1-293 0 0,-17 0 266 0 0,-1 0 107 0 0,19 0 129 0 0,-1-2 0 0 0,40-7 0 0 0,-57 8-115 0 0,-3 0-12 0 0,40 2-5 0 0,-35-1 54 0 0,-6-1-81 0 0,0 1 0 0 0,0 0 0 0 0,0 0-1 0 0,0 0 1 0 0,0 0 0 0 0,-1 0-1 0 0,1 0 1 0 0,0 0 0 0 0,0 0 0 0 0,0 1-1 0 0,0-1 1 0 0,0 0 0 0 0,0 0-1 0 0,0 1 1 0 0,-1-1 0 0 0,1 1 0 0 0,0-1-1 0 0,0 1 1 0 0,0-1 0 0 0,-1 1-1 0 0,1-1 1 0 0,0 1 0 0 0,-1 0 0 0 0,1-1-1 0 0,-1 1 1 0 0,1 0 0 0 0,0-1-1 0 0,0 2 1 0 0,21 22-3145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9:48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27 100 400 0 0,'27'-15'1441'0'0,"-1"-2"-241"0"0,-26 0-239 0 0,0 5-241 0 0,0 0-160 0 0,0 2-159 0 0,0 5-161 0 0,0-2-80 0 0,0 2-160 0 0,-26 10-160 0 0,26 2-240 0 0,0 3-1 0 0,-27-5-239 0 0,27 2-240 0 0,0 3-721 0 0,-27-3-320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9:51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1060 36 960 0 0,'-5'-1'112'0'0,"4"1"-37"0"0,0-1 0 0 0,0 1 0 0 0,0 0 0 0 0,0 0 0 0 0,0-1 0 0 0,0 1 0 0 0,0-1 0 0 0,0 1 0 0 0,0-1 0 0 0,0 1 0 0 0,0-1 0 0 0,0 1 0 0 0,1-1 0 0 0,-1 0 0 0 0,0 1 0 0 0,0-1 0 0 0,1 0 1 0 0,-1 0-1 0 0,0 0 0 0 0,1 1 0 0 0,-1-1 0 0 0,1 0 0 0 0,-1 0 0 0 0,1 0 0 0 0,-1 0 0 0 0,1 0 0 0 0,0 0 0 0 0,0 0 0 0 0,-1 0 0 0 0,1 0 0 0 0,0 0 0 0 0,0-2 0 0 0,0 2-60 0 0,-1 1 0 0 0,1-1 1 0 0,0 1-1 0 0,0-1 0 0 0,-1 1 0 0 0,1-1 0 0 0,0 1 0 0 0,-1-1 0 0 0,1 1 0 0 0,-1-1 0 0 0,1 1 0 0 0,0 0 0 0 0,-1-1 0 0 0,1 1 0 0 0,-1 0 1 0 0,1-1-1 0 0,-1 1 0 0 0,1 0 0 0 0,-1 0 0 0 0,1 0 0 0 0,-1-1 0 0 0,0 1 0 0 0,1 0 0 0 0,-1 0 0 0 0,1 0 0 0 0,-1 0 0 0 0,1 0 1 0 0,-1 0-1 0 0,0 0 0 0 0,1 0 0 0 0,-1 0 0 0 0,1 0 0 0 0,-1 0 0 0 0,1 0 0 0 0,-2 1 0 0 0,-28 5 356 0 0,25-5-351 0 0,-8 2-18 0 0,0 0 0 0 0,0 1 0 0 0,0 0 0 0 0,1 1 0 0 0,0 1-1 0 0,-19 12 1 0 0,22-14 12 0 0,0 1-1 0 0,0-1 1 0 0,-16 4 0 0 0,1 1-2 0 0,16 2-12 0 0,-6-4-2 0 0,-2 0 1 0 0,1 0-1 0 0,-1-1 0 0 0,0-1 1 0 0,0-1-1 0 0,0 0 0 0 0,-26 2 1 0 0,-38 14-79 0 0,72-19 89 0 0,1 1 1 0 0,-1-1 0 0 0,0 1-1 0 0,0 1 1 0 0,1-1 0 0 0,0 1-1 0 0,-14 8 1 0 0,-11 5 6 0 0,25-13-3 0 0,1 1 0 0 0,0 0 0 0 0,0 0 0 0 0,1 0 0 0 0,0 1 0 0 0,-8 8 0 0 0,12-12-11 0 0,0-1 1 0 0,1 1-1 0 0,-1 0 1 0 0,1-1-1 0 0,-1 1 0 0 0,1 0 1 0 0,-1 0-1 0 0,1-1 1 0 0,0 1-1 0 0,-1 0 0 0 0,1 0 1 0 0,0-1-1 0 0,0 1 1 0 0,0 0-1 0 0,0 0 0 0 0,-1 0 1 0 0,1 0-1 0 0,0-1 1 0 0,1 2-1 0 0,-5 11 19 0 0,-4-6-21 0 0,7-7 0 0 0,0 1 0 0 0,0-1 0 0 0,0 1 0 0 0,0 0 0 0 0,0-1 0 0 0,0 1 0 0 0,1 0 0 0 0,-1 0 0 0 0,0-1 0 0 0,1 1 0 0 0,-1 0 0 0 0,0 0 0 0 0,1 0 0 0 0,-1 0 0 0 0,1 0 0 0 0,-1 0 0 0 0,1 0 0 0 0,0 0 0 0 0,-1 0 0 0 0,1 0 0 0 0,0 0 0 0 0,0 0 0 0 0,0 0 0 0 0,0 2 0 0 0,0-2-2 0 0,0 0 1 0 0,-1 1-1 0 0,1-1 0 0 0,0 0 0 0 0,0 0 0 0 0,-1 1 1 0 0,1-1-1 0 0,-1 0 0 0 0,1 0 0 0 0,-1 0 0 0 0,1 0 1 0 0,-1 0-1 0 0,0 1 0 0 0,1-1 0 0 0,-1 0 0 0 0,0 0 1 0 0,0-1-1 0 0,0 1 0 0 0,0 0 0 0 0,-2 1 0 0 0,-6 7-27 0 0,-1 7 26 0 0,8-10 10 0 0,-1-1 0 0 0,0-1 0 0 0,-1 1 0 0 0,1 0 0 0 0,-1-1 0 0 0,0 0 0 0 0,0 1 0 0 0,0-2 0 0 0,-8 6 0 0 0,12-8-7 0 0,-1-1 0 0 0,1 0 0 0 0,0 0 0 0 0,-1 1 0 0 0,1-1 0 0 0,0 0 0 0 0,-1 0 0 0 0,1 1 0 0 0,0-1 0 0 0,-1 0 0 0 0,1 1 0 0 0,0-1 0 0 0,0 0 0 0 0,-1 1 0 0 0,1-1 0 0 0,0 1 0 0 0,0-1 0 0 0,0 0 0 0 0,0 1 0 0 0,0-1 0 0 0,-1 1 0 0 0,1-1 0 0 0,0 1 0 0 0,0-1 0 0 0,0 1 0 0 0,-3 8 0 0 0,-14 5-15 0 0,13-12 7 0 0,1 1 1 0 0,-1 0 0 0 0,1-1-1 0 0,0 1 1 0 0,0 0 0 0 0,-4 6-1 0 0,0 3-3 0 0,6-10 12 0 0,0 0 0 0 0,0 0-1 0 0,0 0 1 0 0,0 0 0 0 0,-1 0 0 0 0,1 0-1 0 0,-1-1 1 0 0,1 1 0 0 0,-1 0 0 0 0,1-1-1 0 0,-1 0 1 0 0,0 1 0 0 0,0-1 0 0 0,-2 2-1 0 0,2-2 2 0 0,0-1 6 0 0,1 1-1 0 0,-1 0 1 0 0,1-1-1 0 0,-1 1 1 0 0,1 0-1 0 0,0 0 1 0 0,-1 0-1 0 0,1 0 1 0 0,0 1-1 0 0,0-1 1 0 0,0 0-1 0 0,0 0 1 0 0,0 1-1 0 0,0-1 1 0 0,0 0-1 0 0,0 1 1 0 0,0-1-1 0 0,1 1 1 0 0,-1-1-1 0 0,0 1 1 0 0,1 0-1 0 0,0-1 1 0 0,-1 1-1 0 0,1-1 1 0 0,0 1-1 0 0,0 0 1 0 0,0-1-1 0 0,0 1 1 0 0,0 2-1 0 0,-1-1-3 0 0,1 0 0 0 0,-1 0 0 0 0,0 0 0 0 0,0 0 1 0 0,-1 0-1 0 0,1 0 0 0 0,-1 0 0 0 0,1-1 0 0 0,-1 1 0 0 0,0 0 0 0 0,0-1 0 0 0,0 1 0 0 0,0-1 0 0 0,0 0 0 0 0,-1 0 0 0 0,1 0 0 0 0,-1 0 0 0 0,1 0 0 0 0,-7 3 0 0 0,-21 21-5 0 0,26-10 1 0 0,0-3 0 0 0,-4-8 0 0 0,7-5 0 0 0,0 0 0 0 0,1 1 0 0 0,-1-1 0 0 0,0 1 0 0 0,0-1 0 0 0,1 0 0 0 0,-1 1 0 0 0,0-1 0 0 0,0 1 0 0 0,1 0 0 0 0,-1-1 0 0 0,1 1 0 0 0,-1-1 0 0 0,1 1 0 0 0,-1 0 0 0 0,1 0 0 0 0,-1-1 0 0 0,1 1 0 0 0,-1 0 0 0 0,1 0 0 0 0,0-1 0 0 0,-1 1 0 0 0,1 0 0 0 0,0 0 0 0 0,0 0 0 0 0,0 1 0 0 0,0-1 0 0 0,-1 0 0 0 0,1 0 0 0 0,0 0 0 0 0,0-1 0 0 0,0 1 0 0 0,-1 0 0 0 0,1 0 0 0 0,0 0 0 0 0,-1-1 0 0 0,1 1 0 0 0,0 0 0 0 0,-1 0 0 0 0,1-1 0 0 0,-1 1 0 0 0,0 0 0 0 0,1-1 0 0 0,-1 1 0 0 0,1 0 0 0 0,-1-1 0 0 0,0 1 0 0 0,1-1 0 0 0,-1 0 0 0 0,0 1 0 0 0,0-1 0 0 0,0 1 0 0 0,-1-1 0 0 0,-6 5 0 0 0,-18 32 67 0 0,22-22-46 0 0,4-15-18 0 0,0 1-1 0 0,0 0 1 0 0,0 0 0 0 0,0-1-1 0 0,0 1 1 0 0,0 0 0 0 0,0-1-1 0 0,0 1 1 0 0,0 0 0 0 0,0-1-1 0 0,-1 1 1 0 0,1 0 0 0 0,0-1 0 0 0,-1 1-1 0 0,1-1 1 0 0,0 1 0 0 0,-1-1-1 0 0,1 1 1 0 0,-1 0 0 0 0,1-1-1 0 0,-1 1 1 0 0,-3 1-1 0 0,-13 9 29 0 0,16-11-27 0 0,1 1-1 0 0,-1-1 1 0 0,1 1-1 0 0,0-1 0 0 0,-1 1 1 0 0,1 0-1 0 0,0-1 1 0 0,0 1-1 0 0,-1 0 1 0 0,1-1-1 0 0,0 1 0 0 0,0 0 1 0 0,0 0-1 0 0,0-1 1 0 0,0 1-1 0 0,0 0 1 0 0,0-1-1 0 0,0 1 0 0 0,0 0 1 0 0,0-1-1 0 0,1 1 1 0 0,-1 0-1 0 0,0-1 1 0 0,0 1-1 0 0,1 0 0 0 0,-1-1 1 0 0,0 1-1 0 0,1-1 1 0 0,-1 1-1 0 0,0 0 1 0 0,1-1-1 0 0,-1 1 0 0 0,1-1 1 0 0,-1 1-1 0 0,1-1 1 0 0,0 1-1 0 0,13 11 15 0 0,-12-10-17 0 0,1 0 1 0 0,0 0-1 0 0,-1 0 0 0 0,1 0 1 0 0,-1 0-1 0 0,0 1 0 0 0,1-1 0 0 0,-1 1 1 0 0,0 0-1 0 0,-1-1 0 0 0,1 1 1 0 0,0 0-1 0 0,-1 0 0 0 0,0 0 1 0 0,0 1-1 0 0,2 4 0 0 0,-3-7 0 0 0,0 0 0 0 0,0 0-1 0 0,0-1 1 0 0,0 1 0 0 0,0 0 0 0 0,1 0 0 0 0,-1-1-1 0 0,0 1 1 0 0,0 0 0 0 0,1-1 0 0 0,-1 1-1 0 0,1 0 1 0 0,-1-1 0 0 0,0 1 0 0 0,1 0-1 0 0,-1-1 1 0 0,1 1 0 0 0,-1-1 0 0 0,1 1 0 0 0,0-1-1 0 0,-1 1 1 0 0,1-1 0 0 0,-1 1 0 0 0,1-1-1 0 0,0 0 1 0 0,-1 1 0 0 0,2-1 0 0 0,-1 1 0 0 0,0-1 1 0 0,0 0-1 0 0,0 1 1 0 0,0-1 0 0 0,-1 1-1 0 0,1-1 1 0 0,0 1-1 0 0,-1-1 1 0 0,1 1-1 0 0,0 0 1 0 0,-1-1-1 0 0,1 1 1 0 0,0 0-1 0 0,-1 0 1 0 0,1-1 0 0 0,-1 1-1 0 0,0 0 1 0 0,1 0-1 0 0,-1 0 1 0 0,1-1-1 0 0,-1 1 1 0 0,0 0-1 0 0,0 0 1 0 0,0 0 0 0 0,1 0-1 0 0,-1 0 1 0 0,0 0-1 0 0,0 1 1 0 0,0-1 0 0 0,0 0 1 0 0,0 0 0 0 0,0 0-1 0 0,0 0 1 0 0,0 0-1 0 0,0 0 1 0 0,1 0 0 0 0,-1 0-1 0 0,0 0 1 0 0,1 0-1 0 0,-1 0 1 0 0,1 0 0 0 0,-1 0-1 0 0,1-1 1 0 0,-1 1-1 0 0,1 0 1 0 0,0 0 0 0 0,-1 0-1 0 0,1-1 1 0 0,0 1-1 0 0,0 0 1 0 0,0-1 0 0 0,0 1-1 0 0,1 0 1 0 0,-1 0-3 0 0,0-1 1 0 0,0 1 0 0 0,0-1-1 0 0,-1 1 1 0 0,1 0-1 0 0,0-1 1 0 0,0 1 0 0 0,-1 0-1 0 0,1 0 1 0 0,0-1-1 0 0,-1 1 1 0 0,1 0 0 0 0,-1 0-1 0 0,1 0 1 0 0,-1 0-1 0 0,1 0 1 0 0,-1 0 0 0 0,0-1-1 0 0,1 1 1 0 0,-1 0-1 0 0,0 0 1 0 0,0 0 0 0 0,0 0-1 0 0,0 2 1 0 0,0-2 1 0 0,0 0-1 0 0,0 0 1 0 0,0 0 0 0 0,0 0 0 0 0,0 0-1 0 0,1 0 1 0 0,-1 0 0 0 0,0 0 0 0 0,0-1-1 0 0,1 1 1 0 0,-1 0 0 0 0,0 0-1 0 0,1 0 1 0 0,-1 0 0 0 0,1-1 0 0 0,-1 1-1 0 0,1 0 1 0 0,0 0 0 0 0,-1-1 0 0 0,1 1-1 0 0,0 0 1 0 0,-1-1 0 0 0,1 1 0 0 0,1 0-1 0 0,-1-1 0 0 0,0 1 0 0 0,-1 0 0 0 0,1-1 0 0 0,0 1 0 0 0,-1-1 0 0 0,1 1 0 0 0,0 0 0 0 0,-1-1 0 0 0,1 1 0 0 0,-1 0 0 0 0,1 0-1 0 0,-1-1 1 0 0,1 1 0 0 0,-1 0 0 0 0,0 0 0 0 0,1 0 0 0 0,-1 0 0 0 0,0-1 0 0 0,0 1 0 0 0,1 0 0 0 0,-1 0 0 0 0,0 0 0 0 0,0 0 0 0 0,0 1 0 0 0,0 0-3 0 0,0-1 0 0 0,0 0 0 0 0,0 1 0 0 0,0-1 0 0 0,1 0 0 0 0,-1 1 0 0 0,0-1 0 0 0,1 0 0 0 0,-1 0 0 0 0,1 1 0 0 0,0-1 0 0 0,-1 0 1 0 0,1 0-1 0 0,0 0 0 0 0,0 0 0 0 0,0 0 0 0 0,-1 0 0 0 0,1 0 0 0 0,2 2 0 0 0,-1-2 0 0 0,-1 0 0 0 0,0 0 0 0 0,0 0 0 0 0,0 0 0 0 0,0 0 0 0 0,0 0 0 0 0,0 1 0 0 0,-1-1 0 0 0,1 0 0 0 0,0 0 0 0 0,0 1 0 0 0,-1-1 0 0 0,1 1 0 0 0,-1-1 0 0 0,0 1 0 0 0,1-1 0 0 0,-1 1 0 0 0,0-1 0 0 0,0 1 0 0 0,0 1 0 0 0,0-3 2 0 0,0 1 0 0 0,1-1 0 0 0,-1 1 0 0 0,0-1 0 0 0,0 1 0 0 0,0-1 0 0 0,0 0 0 0 0,1 1 0 0 0,-1-1 0 0 0,0 1 0 0 0,1-1 0 0 0,-1 1 0 0 0,0-1 0 0 0,1 0 0 0 0,-1 1 0 0 0,0-1 0 0 0,1 0 0 0 0,-1 1 0 0 0,0-1 0 0 0,1 0 0 0 0,-1 0 0 0 0,1 1 0 0 0,-1-1 0 0 0,1 0 0 0 0,-1 0 0 0 0,1 0 0 0 0,-1 1 0 0 0,1-1 0 0 0,-1 0-1 0 0,1 0 1 0 0,-1 0 0 0 0,1 0 0 0 0,-1 0 0 0 0,1 0 0 0 0,-1 0 0 0 0,1 0 0 0 0,0-1 1 0 0,-1 1-1 0 0,1 0 0 0 0,-1 0 1 0 0,1 0-1 0 0,-1 0 1 0 0,1 0-1 0 0,-1 0 0 0 0,0 0 1 0 0,1 0-1 0 0,-1 0 1 0 0,1 1-1 0 0,-1-1 1 0 0,1 0-1 0 0,-1 0 0 0 0,0 0 1 0 0,1 0-1 0 0,-1 1 1 0 0,1-1-1 0 0,-1 0 0 0 0,0 0 1 0 0,1 1-1 0 0,-1-1 1 0 0,0 0-1 0 0,1 1 0 0 0,-1-1 1 0 0,0 0-1 0 0,0 1 1 0 0,1-1-1 0 0,-1 0 0 0 0,0 1 1 0 0,0-1-1 0 0,0 1 1 0 0,1-1-1 0 0,-1 1 0 0 0,0-1 1 0 0,1 2 4 0 0,0-1-1 0 0,1 0 1 0 0,-1 0 0 0 0,1 0 0 0 0,-1 0 0 0 0,1 0-1 0 0,-1 0 1 0 0,1 0 0 0 0,-1 0 0 0 0,1-1-1 0 0,0 1 1 0 0,-1 0 0 0 0,1-1 0 0 0,0 0 0 0 0,-1 1-1 0 0,1-1 1 0 0,2 0 0 0 0,24 9 136 0 0,52 24 259 0 0,-55-24-221 0 0,-18-7-103 0 0,-1 0-1 0 0,1 1 0 0 0,-1-1 1 0 0,0 1-1 0 0,1 0 0 0 0,9 7 1 0 0,28 8 177 0 0,-37-13-129 0 0,26 17 227 0 0,-32-21-332 0 0,1 0 0 0 0,-1 0 0 0 0,1 0 1 0 0,-1 1-1 0 0,0-1 0 0 0,0 0 0 0 0,0 1 0 0 0,0-1 0 0 0,0 1 1 0 0,0-1-1 0 0,0 1 0 0 0,0 0 0 0 0,0-1 0 0 0,-1 1 0 0 0,1 0 0 0 0,0 2 1 0 0,-1-3-12 0 0,0 0 0 0 0,0 0 0 0 0,0-1 0 0 0,0 1 0 0 0,0 0 1 0 0,0 0-1 0 0,0-1 0 0 0,1 1 0 0 0,-1 0 0 0 0,0 0 1 0 0,0-1-1 0 0,1 1 0 0 0,-1 0 0 0 0,0-1 0 0 0,1 1 0 0 0,-1 0 1 0 0,1-1-1 0 0,-1 1 0 0 0,1-1 0 0 0,-1 1 0 0 0,1-1 1 0 0,0 1-1 0 0,-1-1 0 0 0,1 1 0 0 0,-1-1 0 0 0,1 1 0 0 0,0-1 1 0 0,-1 0-1 0 0,3 1 0 0 0,-3-1 5 0 0,1 1-1 0 0,0-1 1 0 0,0 0 0 0 0,0 1 0 0 0,-1-1-1 0 0,1 1 1 0 0,0-1 0 0 0,0 1 0 0 0,-1-1-1 0 0,1 1 1 0 0,-1 0 0 0 0,1-1 0 0 0,0 1-1 0 0,-1 0 1 0 0,1 0 0 0 0,-1-1 0 0 0,1 1-1 0 0,-1 0 1 0 0,0 0 0 0 0,1 0-1 0 0,-1-1 1 0 0,0 1 0 0 0,0 0 0 0 0,1 0-1 0 0,-1 0 1 0 0,0 0 0 0 0,0 0 0 0 0,0 0-1 0 0,0-1 1 0 0,0 2 0 0 0,-1 2 69 0 0,1-2-60 0 0,0-1 0 0 0,-1 1-1 0 0,1-1 1 0 0,0 1 0 0 0,0-1-1 0 0,0 1 1 0 0,0-1-1 0 0,0 1 1 0 0,0-1 0 0 0,1 1-1 0 0,-1-1 1 0 0,0 1 0 0 0,1-1-1 0 0,-1 1 1 0 0,1-1 0 0 0,0 0-1 0 0,-1 1 1 0 0,2 0-1 0 0,42 15 273 0 0,-39-13-272 0 0,-5-1 6 0 0,22 7 82 0 0,94 24 143 0 0,-94-29-253 0 0,45 13 83 0 0,-33-11-19 0 0,-32-7-63 0 0,-1 0 21 0 0,0 0 0 0 0,0-1 0 0 0,0 1 0 0 0,-1 0 0 0 0,1 0 0 0 0,0 0 0 0 0,0 0 0 0 0,0 0 0 0 0,0 1 0 0 0,-1-1 0 0 0,1 0 0 0 0,0 0 0 0 0,0 0 0 0 0,0 1 0 0 0,0-1 0 0 0,-1 0 0 0 0,1 1 0 0 0,0-1 0 0 0,-1 1 0 0 0,1-1 0 0 0,0 1 0 0 0,0-1 0 0 0,-1 1 0 0 0,1-1 0 0 0,-1 1 0 0 0,1 0 0 0 0,-1-1 0 0 0,1 1 0 0 0,-1 0 0 0 0,1 0 0 0 0,-1-1 0 0 0,0 1 0 0 0,1 0 0 0 0,-1 0 0 0 0,0-1 0 0 0,1 1 0 0 0,-1 0 0 0 0,0 0 0 0 0,0 0 0 0 0,0 0 0 0 0,0 0 0 0 0,0 1 0 0 0,0-2-9 0 0,0 1 0 0 0,1 0 1 0 0,-1-1-1 0 0,1 1 0 0 0,-1-1 0 0 0,0 1 0 0 0,1-1 0 0 0,-1 1 0 0 0,1-1 0 0 0,-1 1 0 0 0,1-1 0 0 0,-1 0 0 0 0,1 1 1 0 0,-1-1-1 0 0,1 1 0 0 0,0-1 0 0 0,-1 0 0 0 0,1 0 0 0 0,-1 1 0 0 0,1-1 0 0 0,0 0 0 0 0,-1 0 0 0 0,1 0 1 0 0,0 0-1 0 0,-1 0 0 0 0,1 0 0 0 0,0 0 0 0 0,-1 0 0 0 0,1 0 0 0 0,1 0 0 0 0,11 2 168 0 0,-6 1-170 0 0,0-1 0 0 0,1-1-1 0 0,-1 0 1 0 0,0 0 0 0 0,1 0-1 0 0,-1-1 1 0 0,1 0 0 0 0,12-1 0 0 0,3-1 52 0 0,142-5 898 0 0,-144 8-852 0 0,-18 1-86 0 0,-1 1 5 0 0,17 0 130 0 0,37 2 0 0 0,-2-1 166 0 0,-30-2-197 0 0,0-1 1 0 0,0-1-1 0 0,-1-1 0 0 0,36-6 0 0 0,-54 6-109 0 0,50-6 135 0 0,21-2 50 0 0,109-27 1 0 0,6-14-511 0 0,-160 43 286 0 0,-10 3 51 0 0,1-2-1 0 0,24-9 0 0 0,-4-1 222 0 0,78-18 1 0 0,-16 5 19 0 0,-64 16-229 0 0,0-3 0 0 0,-2-1 0 0 0,1-1 1 0 0,-2-3-1 0 0,40-28 0 0 0,-42 21 102 0 0,40-42 1 0 0,-4 4 46 0 0,-67 62-179 0 0,0 0-1 0 0,0 0 1 0 0,-1-1-1 0 0,0 1 1 0 0,4-8 0 0 0,-4 8-19 0 0,-1 0 0 0 0,1 0 0 0 0,0 0 0 0 0,0 0 0 0 0,0 1 0 0 0,0-1 0 0 0,5-3 0 0 0,-2 3-1 0 0,-4 3 4 0 0,-1 0 0 0 0,0 1 1 0 0,1-1-1 0 0,-1 0 0 0 0,0 0 1 0 0,0 0-1 0 0,0 0 0 0 0,1 0 0 0 0,-1 0 1 0 0,0 0-1 0 0,-1 0 0 0 0,1-1 0 0 0,0 1 1 0 0,0 0-1 0 0,0-1 0 0 0,-1 1 1 0 0,1 0-1 0 0,-1-1 0 0 0,1 1 0 0 0,-1-1 1 0 0,1 1-1 0 0,-1-4 0 0 0,0 5 0 0 0,0-1 1 0 0,0 0-1 0 0,0 0 0 0 0,0 1 0 0 0,0-1 0 0 0,0 0 0 0 0,1 1 1 0 0,-1-1-1 0 0,0 0 0 0 0,0 0 0 0 0,1 1 0 0 0,-1-1 0 0 0,0 1 1 0 0,1-1-1 0 0,-1 0 0 0 0,1 1 0 0 0,-1-1 0 0 0,0 1 0 0 0,1-1 1 0 0,0 1-1 0 0,-1-1 0 0 0,1 1 0 0 0,-1-1 0 0 0,1 1 0 0 0,-1-1 1 0 0,1 1-1 0 0,0 0 0 0 0,-1-1 0 0 0,1 1 0 0 0,0 0 0 0 0,1 0 1 0 0,-2-1-3 0 0,1 1 0 0 0,0 0 0 0 0,-1 0 0 0 0,1 0 1 0 0,0-1-1 0 0,-1 1 0 0 0,1 0 0 0 0,-1-1 1 0 0,1 1-1 0 0,0-1 0 0 0,-1 1 0 0 0,1 0 1 0 0,-1-1-1 0 0,1 1 0 0 0,-1-1 0 0 0,1 0 1 0 0,-1 1-1 0 0,0-1 0 0 0,1 1 0 0 0,-1-1 1 0 0,0 0-1 0 0,1 1 0 0 0,-1-1 0 0 0,0 0 1 0 0,0 1-1 0 0,1-1 0 0 0,-1 0 0 0 0,0 1 1 0 0,0-1-1 0 0,0 0 0 0 0,0 0 0 0 0,0 0 2 0 0,0 0 0 0 0,0 0-1 0 0,0 1 1 0 0,0-1 0 0 0,0 0 0 0 0,0 1-1 0 0,0-1 1 0 0,1 0 0 0 0,-1 1-1 0 0,0-1 1 0 0,1 0 0 0 0,-1 1-1 0 0,0-1 1 0 0,1 1 0 0 0,-1-1 0 0 0,0 0-1 0 0,1 1 1 0 0,-1-1 0 0 0,1 1-1 0 0,-1-1 1 0 0,1 1 0 0 0,0 0-1 0 0,-1-1 1 0 0,1 1 0 0 0,-1-1-1 0 0,1 1 1 0 0,0 0 0 0 0,-1 0 0 0 0,1-1-1 0 0,0 1 1 0 0,0 0 0 0 0,0 0 2 0 0,-1-1 1 0 0,1 1-1 0 0,0 0 1 0 0,-1 0-1 0 0,1-1 0 0 0,0 1 1 0 0,-1 0-1 0 0,1-1 1 0 0,0 1-1 0 0,-1 0 1 0 0,1-1-1 0 0,-1 1 1 0 0,1-1-1 0 0,-1 1 1 0 0,1-1-1 0 0,-1 0 1 0 0,1 1-1 0 0,-1-1 1 0 0,0 1-1 0 0,1-1 0 0 0,-1 0 1 0 0,0 1-1 0 0,1-1 1 0 0,-1 0-1 0 0,0 1 1 0 0,0-1-1 0 0,0 0 1 0 0,0 1-1 0 0,0-1 1 0 0,1 0-1 0 0,-2 0 1 0 0,2-1-2 0 0,-1 1 0 0 0,0 0 1 0 0,0 0-1 0 0,1 0 0 0 0,-1 0 1 0 0,0 0-1 0 0,1 0 0 0 0,-1 0 0 0 0,1 0 1 0 0,-1 0-1 0 0,1 0 0 0 0,0 0 1 0 0,-1 0-1 0 0,1 0 0 0 0,0 0 1 0 0,0 1-1 0 0,-1-1 0 0 0,1 0 1 0 0,0 0-1 0 0,0 1 0 0 0,0-1 1 0 0,0 1-1 0 0,1-2 0 0 0,5-2 1 0 0,14-20 2 0 0,0-1 0 0 0,17-28 0 0 0,-12 13 53 0 0,-24 37-65 0 0,-1-1 0 0 0,0 1 0 0 0,0-1 0 0 0,0 0 0 0 0,0 1 0 0 0,-1-1 0 0 0,0 0 0 0 0,1 0 0 0 0,-1 1-1 0 0,-1-1 1 0 0,1 0 0 0 0,-1-4 0 0 0,0-9-17 0 0,2-3 55 0 0,0 14-7 0 0,-1 0-1 0 0,1 0 1 0 0,-1 0 0 0 0,0 0 0 0 0,-1 0-1 0 0,1 0 1 0 0,-1 0 0 0 0,0 0-1 0 0,-4-8 1 0 0,-2 2 22 0 0,5 10-44 0 0,0-1-1 0 0,1 1 0 0 0,-1 0 1 0 0,1-1-1 0 0,0 0 0 0 0,0 1 1 0 0,0-1-1 0 0,0 0 1 0 0,0 0-1 0 0,0 1 0 0 0,1-1 1 0 0,0 0-1 0 0,-1 0 0 0 0,1-4 1 0 0,0 6 0 0 0,0 1 1 0 0,0-1-1 0 0,0 0 1 0 0,-1 0-1 0 0,1 0 1 0 0,0 0 0 0 0,0 0-1 0 0,-1 0 1 0 0,1 1-1 0 0,-1-1 1 0 0,1 0-1 0 0,-1 0 1 0 0,1 0 0 0 0,-1 1-1 0 0,1-1 1 0 0,-1 0-1 0 0,0 1 1 0 0,1-1-1 0 0,-1 0 1 0 0,0 1 0 0 0,0-1-1 0 0,1 1 1 0 0,-1-1-1 0 0,0 1 1 0 0,0 0-1 0 0,0-1 1 0 0,-1 1 0 0 0,-4-4-10 0 0,3 2-11 0 0,-1-1 1 0 0,1 1-1 0 0,-1 0 1 0 0,0 0 0 0 0,0 0-1 0 0,-5-2 1 0 0,-13-7-115 0 0,16 7 114 0 0,1 0 0 0 0,-1 1 0 0 0,0 0 0 0 0,0 0 0 0 0,0 1 0 0 0,0 0 0 0 0,-11-3-1 0 0,-55-8 11 0 0,37 7-42 0 0,-90-11 167 0 0,90 14-55 0 0,-1-1 1 0 0,1-2 0 0 0,0-2-1 0 0,-62-21 1 0 0,55 17-289 0 0,21 7 8 0 0,-32 0 263 0 0,31 4-26 0 0,-9 5-14 0 0,13-4 13 0 0,-13-4 214 0 0,9-1-54 0 0,16 2-102 0 0,3 0-62 0 0,-6-1 16 0 0,-33-15 144 0 0,41 18-163 0 0,-1 0-1 0 0,0 0 0 0 0,1 0 1 0 0,-1 0-1 0 0,1 0 1 0 0,-1-1-1 0 0,1 1 0 0 0,-1 0 1 0 0,1-1-1 0 0,0 1 0 0 0,0-1 1 0 0,0 1-1 0 0,0-1 0 0 0,0 0 1 0 0,0 1-1 0 0,0-1 1 0 0,0 0-1 0 0,1 0 0 0 0,-1 0 1 0 0,0-2-1 0 0,-3 2-5 0 0,0 0 0 0 0,0 0 0 0 0,0 1 0 0 0,0 0 0 0 0,0 0 0 0 0,-1 0 0 0 0,1 0 0 0 0,-7 1 0 0 0,6-1 0 0 0,-20-4 0 0 0,13 4 22 0 0,-1-1 1 0 0,1 2-1 0 0,0-1 1 0 0,-16 3-1 0 0,-2-2-1 0 0,-10-7-414 0 0,3-1-1896 0 0,-2 8-4380 0 0,-32 6 1320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9:54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125 196 640 0 0,'0'0'21'0'0,"0"-1"-1"0"0,0 1 0 0 0,0 0 0 0 0,0 0 1 0 0,0-1-1 0 0,0 1 0 0 0,1 0 0 0 0,-1-1 1 0 0,0 1-1 0 0,0 0 0 0 0,0 0 0 0 0,1-1 1 0 0,-1 1-1 0 0,0 0 0 0 0,0 0 1 0 0,1 0-1 0 0,-1-1 0 0 0,0 1 0 0 0,1 0 1 0 0,-1 0-1 0 0,0 0 0 0 0,1 0 0 0 0,-1 0 1 0 0,0 0-1 0 0,0-1 0 0 0,1 1 0 0 0,-1 0 1 0 0,0 0-1 0 0,1 0 0 0 0,-1 0 0 0 0,0 0 1 0 0,1 0-1 0 0,-1 0 0 0 0,0 1 1 0 0,1-1-1 0 0,-1 0 0 0 0,1 0 0 0 0,-1 0-7 0 0,1 0-1 0 0,-1 0 1 0 0,0 0-1 0 0,1 1 0 0 0,-1-1 1 0 0,0 0-1 0 0,1 0 1 0 0,-1 0-1 0 0,0 0 0 0 0,1 0 1 0 0,-1 0-1 0 0,0 0 1 0 0,1 0-1 0 0,-1-1 0 0 0,0 1 1 0 0,1 0-1 0 0,-1 0 1 0 0,0 0-1 0 0,1 0 0 0 0,-1 0 1 0 0,0 0-1 0 0,1-1 1 0 0,-1 1-1 0 0,0 0 1 0 0,0 0-1 0 0,1 0 0 0 0,-1-1 1 0 0,0 1-1 0 0,0 0 1 0 0,1 0-1 0 0,-1-1 0 0 0,0 1 1 0 0,0 0-1 0 0,0-1 1 0 0,0 1-1 0 0,0 0 0 0 0,1-1 1 0 0,-1 1-1 0 0,0-1 1 0 0,1 0 1 0 0,-1 1-1 0 0,1-1 0 0 0,-1 1 1 0 0,1-1-1 0 0,0 1 0 0 0,-1-1 1 0 0,1 1-1 0 0,0-1 0 0 0,-1 1 0 0 0,1 0 1 0 0,0-1-1 0 0,0 1 0 0 0,-1 0 1 0 0,1 0-1 0 0,0-1 0 0 0,0 1 0 0 0,-1 0 1 0 0,1 0-1 0 0,0 0 0 0 0,0 0 1 0 0,0 0-1 0 0,-1 0 0 0 0,1 0 1 0 0,0 0-1 0 0,0 0 0 0 0,1 1 0 0 0,-1-1 29 0 0,4 0 144 0 0,-5-1-57 0 0,0-1-1 0 0,0 1 0 0 0,1-1 0 0 0,-1 1 1 0 0,0 0-1 0 0,0-1 0 0 0,0 1 0 0 0,-1-1 0 0 0,1 1 1 0 0,0-1-1 0 0,0 1 0 0 0,-1 0 0 0 0,1-1 0 0 0,-1 1 1 0 0,1 0-1 0 0,-1-1 0 0 0,-1-1 0 0 0,-4 0-5 0 0,5 2-107 0 0,0 1 0 0 0,0 0 0 0 0,0-1 0 0 0,1 1 0 0 0,-1-1 0 0 0,0 1 0 0 0,0-1 1 0 0,0 1-1 0 0,1-1 0 0 0,-1 1 0 0 0,0-1 0 0 0,1 0 0 0 0,-1 1 0 0 0,0-1 0 0 0,1 0 0 0 0,-1 1 1 0 0,1-1-1 0 0,-1 0 0 0 0,1 0 0 0 0,0 0 0 0 0,-1 0 0 0 0,1 1 0 0 0,0-1 0 0 0,-1 0 0 0 0,1 0 1 0 0,0 0-1 0 0,0-1 0 0 0,-1-1 44 0 0,1 0 0 0 0,-1 0 0 0 0,0 0 0 0 0,1 1 0 0 0,-1-1 0 0 0,-1 0 1 0 0,1 1-1 0 0,0-1 0 0 0,-1 0 0 0 0,1 1 0 0 0,-1 0 0 0 0,0-1 0 0 0,0 1 0 0 0,0 0 0 0 0,0 0 0 0 0,-4-4 1 0 0,1 3 0 0 0,1 0 0 0 0,0 0 1 0 0,-1 0-1 0 0,1 0 0 0 0,-1 1 1 0 0,0-1-1 0 0,0 1 0 0 0,-6-1 1 0 0,8 2-75 0 0,0 1 0 0 0,0-1 0 0 0,0 1 0 0 0,-1 0 0 0 0,1 0 0 0 0,0 1 0 0 0,0-1 0 0 0,-5 2 0 0 0,7-2 10 0 0,0 0 0 0 0,0 0 0 0 0,0 1 0 0 0,0-1-1 0 0,0 0 1 0 0,0 1 0 0 0,0-1 0 0 0,0 1-1 0 0,0-1 1 0 0,1 1 0 0 0,-1 0 0 0 0,0-1-1 0 0,0 1 1 0 0,0 0 0 0 0,1-1 0 0 0,-1 1-1 0 0,0 0 1 0 0,1 0 0 0 0,-1 0 0 0 0,1 0 0 0 0,-1 0-1 0 0,1-1 1 0 0,-1 1 0 0 0,1 0 0 0 0,0 0-1 0 0,0 0 1 0 0,-1 0 0 0 0,1 0 0 0 0,0 2-1 0 0,0-2 11 0 0,0 1-1 0 0,-1 0 1 0 0,1-1-1 0 0,0 1 1 0 0,-1-1-1 0 0,0 1 0 0 0,1 0 1 0 0,-1-1-1 0 0,0 1 1 0 0,1-1-1 0 0,-1 0 0 0 0,0 1 1 0 0,0-1-1 0 0,-2 2 1 0 0,-4 10 43 0 0,14 1 9 0 0,-6-13-52 0 0,0 1 0 0 0,0-1-1 0 0,1 1 1 0 0,-2-1 0 0 0,1 1 0 0 0,0-1-1 0 0,0 1 1 0 0,0 0 0 0 0,-1 0 0 0 0,1-1-1 0 0,-1 1 1 0 0,1 3 0 0 0,-1-5-7 0 0,0 1 0 0 0,0 0 1 0 0,0-1 0 0 0,0 1-1 0 0,0-1 1 0 0,0 1 0 0 0,0 0-1 0 0,0-1 1 0 0,0 1-1 0 0,0 0 1 0 0,0-1 0 0 0,0 1-1 0 0,1-1 1 0 0,-1 1-1 0 0,0 0 1 0 0,0-1 0 0 0,1 1-1 0 0,-1-1 1 0 0,0 1-1 0 0,1-1 1 0 0,-1 1 0 0 0,1 0-1 0 0,22 9-13 0 0,-20-10 11 0 0,1 1-1 0 0,0-1 1 0 0,0 1-1 0 0,0-1 1 0 0,0 0 0 0 0,0-1-1 0 0,0 1 1 0 0,0-1-1 0 0,-1 1 1 0 0,1-1 0 0 0,0 0-1 0 0,0-1 1 0 0,-1 1 0 0 0,1-1-1 0 0,-1 1 1 0 0,1-1-1 0 0,-1 0 1 0 0,0 0 0 0 0,1-1-1 0 0,-1 1 1 0 0,0-1-1 0 0,-1 1 1 0 0,1-1 0 0 0,0 0-1 0 0,-1 0 1 0 0,1 0 0 0 0,1-5-1 0 0,6-5 90 0 0,-9 11-74 0 0,1 0 0 0 0,0 1 0 0 0,-1-1 0 0 0,0 0 0 0 0,1 0 0 0 0,-1 0 0 0 0,0 0 0 0 0,0 0 0 0 0,0 0 0 0 0,0 0 0 0 0,0-1 1 0 0,0 1-1 0 0,-1 0 0 0 0,1 0 0 0 0,-1-1 0 0 0,0 1 0 0 0,1 0 0 0 0,-1-1 0 0 0,0 1 0 0 0,0 0 0 0 0,-1-1 0 0 0,1 1 0 0 0,-1-3 0 0 0,-39-51 1 0 0,39 55-112 0 0,-1 0 0 0 0,1 0-1 0 0,-1-1 1 0 0,1 1 0 0 0,-1 1 0 0 0,1-1 0 0 0,-1 0 0 0 0,0 0 0 0 0,0 0 0 0 0,1 1 0 0 0,-1-1 0 0 0,0 1-1 0 0,0 0 1 0 0,0-1 0 0 0,1 1 0 0 0,-1 0 0 0 0,0 0 0 0 0,-3 0 0 0 0,-34 6-1592 0 0,34-5 1309 0 0,-26 8-2501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9:54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0 560 0 0,'0'7'721'0'0,"0"-2"-241"0"0,0 7-80 0 0,0 3-80 0 0,0 2-80 0 0,0 12 0 0 0,0 22-240 0 0,0-12-640 0 0,-21-17-1441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9:55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1 160 0 0,'0'0'2081'0'0,"0"5"-1281"0"0,-27 0-159 0 0,0 7 159 0 0,1-2 0 0 0,-1 2-239 0 0,27 0-401 0 0,-27-7-320 0 0,1 7-721 0 0,26-2-559 0 0,-27-3-801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9:56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1 240 0 0,'0'0'1934'0'0,"5"0"-1547"0"0,17 0 1347 0 0,-18 5-1293 0 0,72 17 506 0 0,-34-8-740 0 0,-34-12-173 0 0,0 1 1 0 0,0 0-1 0 0,0 0 0 0 0,0 0 1 0 0,11 8-1 0 0,45 25 135 0 0,-58-32-617 0 0,1-1 0 0 0,0 0 0 0 0,0-1 0 0 0,1 0 0 0 0,-1 0 0 0 0,0 0 0 0 0,13 0 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9:57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0 800 0 0,'0'0'801'0'0,"-27"0"960"0"0,0 7-1121 0 0,27-2-320 0 0,0 7 160 0 0,0 10 160 0 0,0-5-159 0 0,-26 5-241 0 0,26 7-160 0 0,0 5-80 0 0,0-7-80 0 0,-27 2-480 0 0,27-7-1121 0 0,0-5-960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9:57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348 6 640 0 0,'0'-5'1201'0'0,"-27"5"-161"0"0,0 5-79 0 0,-26 12 159 0 0,-27 5-239 0 0,0 2-481 0 0,27-9-480 0 0,26-8-80 0 0,27 3-1441 0 0,0-3-800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19:58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1 160 0 0,'26'22'1121'0'0,"1"-10"-641"0"0,0-2-400 0 0,-1-5-160 0 0,1 2-1361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0:00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741 119 1281 0 0,'0'-9'248'0'0,"0"7"-231"0"0,-1 0 0 0 0,1 0-1 0 0,0 0 1 0 0,0-1-1 0 0,0 1 1 0 0,0 0-1 0 0,1 0 1 0 0,-1 0-1 0 0,1 0 1 0 0,-1 0-1 0 0,1 0 1 0 0,0-1-1 0 0,1-2 1 0 0,3-2-85 0 0,-2 1 75 0 0,1 0 0 0 0,0 1 0 0 0,0-1-1 0 0,1 1 1 0 0,-1 0 0 0 0,1 0 0 0 0,10-7-1 0 0,-4 8 40 0 0,-10 4-42 0 0,-1-1 0 0 0,1 1 1 0 0,0 0-1 0 0,-1 0 0 0 0,1 0 0 0 0,0 0 1 0 0,-1-1-1 0 0,1 1 0 0 0,0 0 0 0 0,-1 0 1 0 0,1-1-1 0 0,0 1 0 0 0,-1-1 1 0 0,1 1-1 0 0,-1-1 0 0 0,1 1 0 0 0,-1-1 1 0 0,1 1-1 0 0,-1-1 0 0 0,1 1 0 0 0,-1-1 1 0 0,0 1-1 0 0,1-1 0 0 0,-1 0 1 0 0,0 1-1 0 0,1-1 0 0 0,-1 0 0 0 0,0 1 1 0 0,0-2-1 0 0,0 0 76 0 0,1 3-61 0 0,-1 0 1 0 0,0 0-1 0 0,0 0 1 0 0,1 0-1 0 0,-1 0 0 0 0,0 0 1 0 0,0 0-1 0 0,0 0 1 0 0,-1 0-1 0 0,1 0 0 0 0,0 0 1 0 0,0 0-1 0 0,0 0 1 0 0,-1 0-1 0 0,1 0 0 0 0,0 0 1 0 0,-1 0-1 0 0,1 0 1 0 0,-1 0-1 0 0,1-1 0 0 0,-2 2 1 0 0,-74 48 834 0 0,70-46-776 0 0,0 0 1 0 0,0-1-1 0 0,-1 1 1 0 0,1-2 0 0 0,-1 1-1 0 0,0-1 1 0 0,0 0 0 0 0,-14 2-1 0 0,-62 1 312 0 0,26-2-207 0 0,41-2-137 0 0,6 0-26 0 0,1 0 0 0 0,-1 0 1 0 0,0 1-1 0 0,-10 3 0 0 0,19-5-20 0 0,1 0 1 0 0,-1 1-1 0 0,1-1 1 0 0,-1 0-1 0 0,1 1 1 0 0,0-1-1 0 0,-1 0 1 0 0,1 1-1 0 0,-1-1 1 0 0,1 1-1 0 0,0-1 1 0 0,0 1-1 0 0,-1-1 1 0 0,1 1-1 0 0,0-1 1 0 0,0 1-1 0 0,0-1 1 0 0,-1 1-1 0 0,1-1 0 0 0,0 1 1 0 0,0-1-1 0 0,0 1 1 0 0,0 0-1 0 0,0-1 1 0 0,0 1-1 0 0,-2 8-12 0 0,-43 31-55 0 0,41-29 67 0 0,0 1 0 0 0,-39 34-19 0 0,33-38 11 0 0,1 1-1 0 0,1-1 1 0 0,0 2 0 0 0,0-1 0 0 0,1 1-1 0 0,0 0 1 0 0,0 0 0 0 0,-6 15 0 0 0,6-1-27 0 0,4-14 26 0 0,0-1 0 0 0,-1 1 0 0 0,0-1 0 0 0,-6 10 0 0 0,-9 17-31 0 0,-20 29-14 0 0,23-43 15 0 0,3-3-19 0 0,-1 0 0 0 0,-18 39 0 0 0,-48 113-22 0 0,76-163 88 0 0,0 1 0 0 0,0-1 0 0 0,1 1 0 0 0,0 0 0 0 0,1 0 0 0 0,-1 0 0 0 0,2 0 0 0 0,0 0 0 0 0,-1 13 0 0 0,3-16 29 0 0,0-1 0 0 0,0 1 0 0 0,1-1 0 0 0,-1 1 1 0 0,1-1-1 0 0,1 0 0 0 0,-1 0 0 0 0,1 0 0 0 0,-1 0 0 0 0,1 0 0 0 0,1 0 1 0 0,-1-1-1 0 0,1 1 0 0 0,0-1 0 0 0,0 0 0 0 0,0 0 0 0 0,0-1 0 0 0,1 1 1 0 0,7 4-1 0 0,13 8 170 0 0,0-2 0 0 0,39 18 1 0 0,-56-29-199 0 0,386 163 871 0 0,-385-162-851 0 0,0-1 0 0 0,0-1-1 0 0,0 1 1 0 0,0-2-1 0 0,0 1 1 0 0,0-1 0 0 0,15 0-1 0 0,-20-2-17 0 0,0 1 0 0 0,0-1-1 0 0,0 0 1 0 0,0 0 0 0 0,0 0 0 0 0,-1 0-1 0 0,1-1 1 0 0,0 0 0 0 0,-1 0-1 0 0,1 0 1 0 0,-1 0 0 0 0,0 0-1 0 0,1 0 1 0 0,-1-1 0 0 0,0 0-1 0 0,0 0 1 0 0,-1 0 0 0 0,1 0-1 0 0,-1 0 1 0 0,3-5 0 0 0,0-1 4 0 0,-1 0 0 0 0,0 0 0 0 0,-1 0-1 0 0,0 0 1 0 0,-1-1 0 0 0,0 1 0 0 0,0-1 0 0 0,-1 0 0 0 0,0-11 0 0 0,4-17 49 0 0,1-4 28 0 0,1-5-352 0 0,2-74 1 0 0,-9 121 259 0 0,-5-120-2334 0 0,-17 2-1908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0:02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 46 1040 0 0,'0'-45'6390'0'0,"0"44"-6003"0"0,-4 12-280 0 0,-14 26-214 0 0,1 0 0 0 0,-14 48 0 0 0,16-41 40 0 0,-36 73 1 0 0,25-76-17 0 0,20-34 65 0 0,1 0 0 0 0,0 0-1 0 0,1 1 1 0 0,0 0 0 0 0,0 0 0 0 0,0 0-1 0 0,1 0 1 0 0,1 1 0 0 0,-1-1 0 0 0,1 1-1 0 0,1-1 1 0 0,-2 10 0 0 0,3-17-12 0 0,0-1 0 0 0,0 0 1 0 0,0 1-1 0 0,0-1 0 0 0,0 0 0 0 0,0 1 0 0 0,0-1 1 0 0,0 0-1 0 0,0 1 0 0 0,0-1 0 0 0,0 0 0 0 0,0 1 1 0 0,0-1-1 0 0,0 0 0 0 0,0 1 0 0 0,0-1 0 0 0,0 1 1 0 0,0-1-1 0 0,0 0 0 0 0,0 0 0 0 0,1 1 0 0 0,-1-1 1 0 0,0 0-1 0 0,0 1 0 0 0,0-1 0 0 0,1 0 0 0 0,-1 0 1 0 0,0 1-1 0 0,0-1 0 0 0,1 0 0 0 0,-1 0 0 0 0,0 1 1 0 0,1-1-1 0 0,-1 0 0 0 0,0 0 0 0 0,0 0 0 0 0,1 0 1 0 0,-1 1-1 0 0,0-1 0 0 0,1 0 0 0 0,-1 0 0 0 0,0 0 1 0 0,1 0-1 0 0,-1 0 0 0 0,1 0 0 0 0,-1 0 0 0 0,5 0-273 0 0,-1-1-1 0 0,0 0 1 0 0,0 0-1 0 0,0 0 1 0 0,0 0-1 0 0,0-1 1 0 0,4-2 0 0 0,-4 2-211 0 0,1-1 0 0 0,-1 0 1 0 0,0-1-1 0 0,0 1 1 0 0,5-6-1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0:03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635 30 560 0 0,'0'-30'3028'0'0,"9"33"-1043"0"0,-9-3-1969 0 0,1 0-1 0 0,0 0 1 0 0,0 0-1 0 0,-1 0 1 0 0,1 0-1 0 0,0 0 1 0 0,-1 0-1 0 0,1 0 1 0 0,0 0-1 0 0,-1 0 1 0 0,1 1-1 0 0,0-1 1 0 0,-1 0-1 0 0,1 0 1 0 0,0 1-1 0 0,-1-1 1 0 0,1 0-1 0 0,-1 1 1 0 0,1-1-1 0 0,-1 1 1 0 0,1-1-1 0 0,-1 1 1 0 0,1-1-1 0 0,-1 1 1 0 0,1-1-1 0 0,-1 1 1 0 0,0-1-1 0 0,1 1 1 0 0,-1 0-1 0 0,0-1 1 0 0,1 2-1 0 0,-1-1 2 0 0,1 0 0 0 0,-1 1 0 0 0,1-1-1 0 0,0 0 1 0 0,-1 0 0 0 0,1 0 0 0 0,0 0-1 0 0,-1 0 1 0 0,1 0 0 0 0,0 0 0 0 0,0 0-1 0 0,0-1 1 0 0,0 1 0 0 0,0 0 0 0 0,0 0-1 0 0,0-1 1 0 0,0 1 0 0 0,0-1 0 0 0,0 1-1 0 0,0-1 1 0 0,1 1 0 0 0,-1-1 0 0 0,2 1-1 0 0,36 10 87 0 0,-25-8-34 0 0,28 10-6 0 0,1-1-1 0 0,0-2 1 0 0,1-3 0 0 0,63 4 0 0 0,-20-8-100 0 0,97-9 0 0 0,-143 1 78 0 0,42-10 0 0 0,-16 3 117 0 0,-14 5-11 0 0,-44 12-267 0 0,-8-5 123 0 0,18 10 116 0 0,-18-9-115 0 0,-1-1 0 0 0,0 1 0 0 0,1-1 0 0 0,-1 1 0 0 0,1 0 0 0 0,-1-1 0 0 0,0 1 0 0 0,1-1 0 0 0,-1 1 0 0 0,0 0 0 0 0,0-1 0 0 0,0 1 0 0 0,1 0 0 0 0,-1-1 0 0 0,0 1 0 0 0,0 0-1 0 0,0-1 1 0 0,0 1 0 0 0,0 0 0 0 0,0-1 0 0 0,0 1 0 0 0,0 0 0 0 0,0-1 0 0 0,-1 1 0 0 0,1 0 0 0 0,0-1 0 0 0,0 1 0 0 0,-1 0 0 0 0,1-1 0 0 0,0 1 0 0 0,-1-1 0 0 0,1 1-1 0 0,0-1 1 0 0,-1 1 0 0 0,1-1 0 0 0,-1 1 0 0 0,1-1 0 0 0,-1 1 0 0 0,0 0 0 0 0,-6 5 36 0 0,6-6-31 0 0,0 1-1 0 0,0 0 0 0 0,0 0 1 0 0,0 0-1 0 0,0 0 0 0 0,0 0 1 0 0,0 0-1 0 0,0 0 0 0 0,0 0 1 0 0,0 0-1 0 0,1 1 0 0 0,-1-1 1 0 0,0 0-1 0 0,1 0 0 0 0,-1 1 1 0 0,1-1-1 0 0,0 0 0 0 0,-1 1 1 0 0,1-1-1 0 0,0 0 0 0 0,0 1 1 0 0,0-1-1 0 0,0 2 0 0 0,0 141 86 0 0,-1-139-86 0 0,1 0 1 0 0,-1 0 0 0 0,0 0 0 0 0,0 0 0 0 0,0 0 0 0 0,-1 0 0 0 0,0 0-1 0 0,-3 7 1 0 0,-4 9 58 0 0,2 2-6 0 0,6-16-43 0 0,-1-1 0 0 0,-1 1 0 0 0,1-1 0 0 0,-1 0 0 0 0,0 0 0 0 0,-7 10 0 0 0,-22 24 148 0 0,-18 26 410 0 0,46-61-529 0 0,1 0-1 0 0,0 0 1 0 0,1 0-1 0 0,0 1 1 0 0,-1-1-1 0 0,2 1 1 0 0,-1-1-1 0 0,1 1 1 0 0,-1 0-1 0 0,1 10 1 0 0,1 34 53 0 0,0-27 240 0 0,-3-25-258 0 0,0 0 0 0 0,-1 1 1 0 0,1 0-1 0 0,0 0 0 0 0,-1 0 0 0 0,1 0 0 0 0,0 0 0 0 0,-1 1 0 0 0,1-1 1 0 0,-1 1-1 0 0,-5 0 0 0 0,1 0 13 0 0,-250-41 1682 0 0,15 3-446 0 0,56 24 603 0 0,-309 16 0 0 0,461-1-1768 0 0,13 0 121 0 0,0 0 0 0 0,-33 7 0 0 0,51-7-847 0 0,8-1-3815 0 0,35 0 580 0 0,78-9 0 0 0,-37-11-234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1:16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1931 4 2241 0 0,'17'-3'1322'0'0,"-34"6"-735"0"0,-1 2-337 0 0,19-4-128 0 0,11 0 65 0 0,-11 0-159 0 0,-1 0 0 0 0,1-1 0 0 0,-1 1 0 0 0,1 0-1 0 0,-1 0 1 0 0,1-1 0 0 0,-1 1 0 0 0,0 0 0 0 0,1 0 0 0 0,-1 0 0 0 0,0 0 0 0 0,0 0 0 0 0,0 0 0 0 0,1-1 0 0 0,-1 1 0 0 0,0 0 0 0 0,0 0 0 0 0,-1 0-1 0 0,1 0 1 0 0,0 0 0 0 0,0 0 0 0 0,0 0 0 0 0,0-1 0 0 0,-1 1 0 0 0,1 0 0 0 0,-1 0 0 0 0,1 0 0 0 0,0 0 0 0 0,-1-1 0 0 0,1 1 0 0 0,-2 1 0 0 0,1-2-8 0 0,0 0-12 0 0,0 0-1 0 0,-1 0 1 0 0,1 1 0 0 0,0-1-1 0 0,0 0 1 0 0,0 0 0 0 0,0 1-1 0 0,0-1 1 0 0,0 1 0 0 0,0-1-1 0 0,0 1 1 0 0,0 0-1 0 0,0-1 1 0 0,0 1 0 0 0,0 0-1 0 0,0-1 1 0 0,1 1 0 0 0,-1 0-1 0 0,-1 1 1 0 0,2-1-2 0 0,0-1 0 0 0,0 1-1 0 0,0-1 1 0 0,-1 1 0 0 0,1 0 0 0 0,0-1 0 0 0,0 1 0 0 0,-1-1 0 0 0,1 1-1 0 0,0-1 1 0 0,-1 0 0 0 0,1 1 0 0 0,0-1 0 0 0,-1 1 0 0 0,1-1-1 0 0,-1 0 1 0 0,1 1 0 0 0,-1-1 0 0 0,1 0 0 0 0,-1 1 0 0 0,1-1-1 0 0,-1 0 1 0 0,1 0 0 0 0,-1 1 0 0 0,1-1 0 0 0,-1 0 0 0 0,1 0-1 0 0,-1 0 1 0 0,1 0 0 0 0,-1 0 0 0 0,0 0 0 0 0,0 0 0 0 0,1 0-1 0 0,-1 0 1 0 0,1 0 0 0 0,-1 1 0 0 0,0-1 0 0 0,1 0 0 0 0,-1 0-1 0 0,1 0 1 0 0,-1 0 0 0 0,1 1 0 0 0,-1-1 0 0 0,1 0 0 0 0,-1 0-1 0 0,1 1 1 0 0,-1-1 0 0 0,1 0 0 0 0,-1 1 0 0 0,1-1 0 0 0,0 1-1 0 0,-1-1 1 0 0,1 1 0 0 0,0-1 0 0 0,-1 0 0 0 0,1 1 0 0 0,0-1-1 0 0,-1 1 1 0 0,1 0 0 0 0,0-1 0 0 0,0 1 0 0 0,0-1 0 0 0,-1 1-1 0 0,1 0 0 0 0,0-1-1 0 0,0 1 0 0 0,0-1 0 0 0,0 1 0 0 0,-1-1 0 0 0,1 1 0 0 0,0-1 0 0 0,0 0 0 0 0,-1 1 0 0 0,1-1 0 0 0,0 1 0 0 0,-1-1 0 0 0,1 0 1 0 0,-1 1-1 0 0,1-1 0 0 0,0 0 0 0 0,-1 0 0 0 0,1 1 0 0 0,-1-1 0 0 0,1 0 0 0 0,-1 0 0 0 0,1 0 0 0 0,-1 1 0 0 0,1-1 0 0 0,-1 0 1 0 0,1 0-1 0 0,-1 0 0 0 0,1 0 0 0 0,-1 0 0 0 0,1 0 0 0 0,-1 0 0 0 0,0 0 0 0 0,1 0 0 0 0,-1 0-1 0 0,1 0 1 0 0,-1 0-1 0 0,1 0 1 0 0,-1 0 0 0 0,1 0-1 0 0,-1 0 1 0 0,1 0-1 0 0,-1 0 1 0 0,1 0 0 0 0,-1 0-1 0 0,1 0 1 0 0,-1 1-1 0 0,1-1 1 0 0,-1 0 0 0 0,1 0-1 0 0,-1 1 1 0 0,1-1-1 0 0,0 0 1 0 0,-1 1 0 0 0,1-1-1 0 0,0 0 1 0 0,-1 1 0 0 0,1-1-1 0 0,0 0 1 0 0,-1 1-1 0 0,1-1 1 0 0,0 1 0 0 0,0-1-1 0 0,-1 1 1 0 0,1-1-1 0 0,0 1 1 0 0,-1 0 0 0 0,1 0 0 0 0,-1 0-1 0 0,0 0 1 0 0,1-1 0 0 0,-1 1 0 0 0,0 0 0 0 0,0 0 0 0 0,0-1 0 0 0,1 1-1 0 0,-1-1 1 0 0,0 1 0 0 0,0-1 0 0 0,0 1 0 0 0,0-1 0 0 0,0 0 0 0 0,0 1-1 0 0,0-1 1 0 0,0 0 0 0 0,0 0 0 0 0,-2 1 0 0 0,-4 1 8 0 0,-148 80 135 0 0,146-77-108 0 0,0 1 0 0 0,0 1 0 0 0,1 0 0 0 0,-7 7-1 0 0,-24 20 168 0 0,-14-2-49 0 0,36-23-99 0 0,0 1-1 0 0,1 0 1 0 0,-27 24-1 0 0,16-12 23 0 0,27-22-80 0 0,0 0 1 0 0,-1 1-1 0 0,1-1 0 0 0,-1 0 1 0 0,1 0-1 0 0,0 0 0 0 0,0 1 1 0 0,-1-1-1 0 0,1 0 1 0 0,0 1-1 0 0,-1-1 0 0 0,1 0 1 0 0,0 1-1 0 0,0-1 0 0 0,-1 0 1 0 0,1 1-1 0 0,0-1 0 0 0,0 0 1 0 0,0 1-1 0 0,0-1 0 0 0,0 0 1 0 0,0 1-1 0 0,-1-1 0 0 0,1 1 1 0 0,0-1-1 0 0,0 0 0 0 0,0 1 1 0 0,0-1-1 0 0,0 1 0 0 0,0-1 1 0 0,0 0-1 0 0,1 1 0 0 0,-1-1 1 0 0,0 1-1 0 0,0-1 0 0 0,0 0 1 0 0,0 1-1 0 0,1 0 0 0 0,-3 1 3 0 0,1 0 0 0 0,-1 1-1 0 0,0-1 1 0 0,0 0-1 0 0,0 0 1 0 0,0 0-1 0 0,-1-1 1 0 0,1 1 0 0 0,0 0-1 0 0,-1-1 1 0 0,1 0-1 0 0,-1 1 1 0 0,1-1-1 0 0,-1 0 1 0 0,-3 1 0 0 0,-9 5-31 0 0,3 0 12 0 0,1 1 1 0 0,-22 20-1 0 0,-22 15-31 0 0,36-32 13 0 0,10-6 15 0 0,1 0 0 0 0,0 0 1 0 0,0 1-1 0 0,0 0 0 0 0,-7 8 1 0 0,-3 4 14 0 0,0-1 1 0 0,-1-1 0 0 0,-33 22-1 0 0,-6 12 71 0 0,51-45-44 0 0,0-1 0 0 0,0 1 0 0 0,1 1 0 0 0,-1-1-1 0 0,1 1 1 0 0,-7 9 0 0 0,-7 0-10 0 0,-4 4 1 0 0,21-14-8 0 0,0-2 1 0 0,0 1 0 0 0,0 0 0 0 0,0 0-1 0 0,0-1 1 0 0,-1 0 0 0 0,0 0-1 0 0,1 0 1 0 0,-1 0 0 0 0,-7 3 0 0 0,-25 19 52 0 0,30-21-69 0 0,1 0 1 0 0,0 0-1 0 0,-1-1 0 0 0,0 0 1 0 0,0 0-1 0 0,-11 3 0 0 0,11-4 2 0 0,1 0 0 0 0,-1 0 1 0 0,1 0-1 0 0,0 1 0 0 0,0 0 0 0 0,0 0 0 0 0,1 0 0 0 0,-1 0 0 0 0,-4 5 0 0 0,-11 13 249 0 0,13-13-213 0 0,-1 0 0 0 0,0-1 0 0 0,0 1 0 0 0,0-2 0 0 0,-1 1 1 0 0,0-1-1 0 0,0-1 0 0 0,-16 8 0 0 0,20-11-14 0 0,4-2-12 0 0,0 0 0 0 0,1 0-1 0 0,-1 0 1 0 0,0 0 0 0 0,0 0-1 0 0,1 0 1 0 0,-1 0-1 0 0,0 1 1 0 0,1-1 0 0 0,-1 0-1 0 0,0 1 1 0 0,1-1 0 0 0,-1 0-1 0 0,0 1 1 0 0,1-1 0 0 0,-1 1-1 0 0,1-1 1 0 0,-1 1-1 0 0,1-1 1 0 0,-1 1 0 0 0,1 0-1 0 0,-1-1 1 0 0,1 1 0 0 0,-1-1-1 0 0,1 1 1 0 0,0 0 0 0 0,-1-1-1 0 0,1 1 1 0 0,0 0-1 0 0,0 0 1 0 0,0 0 0 0 0,-1 0-2 0 0,1 0 0 0 0,-1 1 0 0 0,1-1 0 0 0,-1 0 0 0 0,1 0 0 0 0,-1 0 0 0 0,0 0 0 0 0,1 0 0 0 0,-1 0 0 0 0,0 0 0 0 0,0 0 0 0 0,0 0 0 0 0,0 0 0 0 0,1-1 0 0 0,-1 1 0 0 0,-1 0 0 0 0,1 0 0 0 0,0-1 0 0 0,-1 1 0 0 0,-4 3 0 0 0,-16 29 53 0 0,17-24-34 0 0,0-2-1 0 0,0 1 1 0 0,-1 0 0 0 0,-8 8-1 0 0,-173 169 89 0 0,183-181-97 0 0,0 0-1 0 0,1 1 1 0 0,-1-1 0 0 0,1 1-1 0 0,-3 7 1 0 0,4-8-9 0 0,-1 0 0 0 0,1 0 0 0 0,-1 0 0 0 0,0 0 0 0 0,0 0 0 0 0,0-1 0 0 0,0 0 0 0 0,-4 4 0 0 0,0-3 2 0 0,6-3 0 0 0,-1-1 0 0 0,1 1 0 0 0,0-1 0 0 0,0 1 0 0 0,0 0 0 0 0,0-1 0 0 0,0 1 0 0 0,-1 0 0 0 0,1 0 0 0 0,1 0 0 0 0,-1 0 0 0 0,0 0 0 0 0,0 0 0 0 0,0 0 0 0 0,0 0 0 0 0,1 0 0 0 0,-1 0 0 0 0,0 0 0 0 0,1 0 1 0 0,-1 2-1 0 0,-4 8 10 0 0,-10 4 13 0 0,12-11-13 0 0,-1-1 0 0 0,1 1 1 0 0,-1-1-1 0 0,0 0 1 0 0,0 0-1 0 0,0 0 1 0 0,-1 0-1 0 0,1-1 0 0 0,-1 0 1 0 0,-6 3-1 0 0,0-2 81 0 0,-1 0-1 0 0,1-1 0 0 0,0-1 1 0 0,-23 1-1 0 0,33-1-84 0 0,0 1 0 0 0,0-1-1 0 0,1 0 1 0 0,-1 1 0 0 0,1-1-1 0 0,-1 0 1 0 0,1 1 0 0 0,0-1-1 0 0,-1 1 1 0 0,1-1 0 0 0,0 1 0 0 0,0-1-1 0 0,0 1 1 0 0,0-1 0 0 0,0 0-1 0 0,0 1 1 0 0,1 2 0 0 0,-1-3-6 0 0,-4 21 28 0 0,-8-17 13 0 0,6-4-39 0 0,6-1-5 0 0,0 0 0 0 0,-1 0 0 0 0,1 1 0 0 0,0-1 0 0 0,0 0 0 0 0,-1 0 0 0 0,1 0 0 0 0,0 0 0 0 0,0 0 0 0 0,0 0 0 0 0,-1 0 0 0 0,1 0 0 0 0,0 1 0 0 0,0-1 0 0 0,0 0 0 0 0,0 0 0 0 0,-1 0 0 0 0,1 0 0 0 0,0 0 0 0 0,0 1 0 0 0,0-1 0 0 0,0 0 0 0 0,0 0 0 0 0,0 0 0 0 0,0 1 0 0 0,-1-1 0 0 0,1 0 0 0 0,0 0 0 0 0,0 0 0 0 0,0 1 0 0 0,0-1 0 0 0,0 0 0 0 0,0 0 0 0 0,0 1 0 0 0,0-1 0 0 0,0 0 0 0 0,0 0 0 0 0,0 0 0 0 0,0 1 0 0 0,0-1 0 0 0,0 0 0 0 0,1 1 0 0 0,-1-1 0 0 0,0 0 0 0 0,0 0 0 0 0,0 1 0 0 0,0-1 0 0 0,0 0 0 0 0,0 1 0 0 0,0-1 0 0 0,0 0 0 0 0,0 1 0 0 0,0-1 0 0 0,0 0 0 0 0,0 0 0 0 0,0 1 0 0 0,0-1 0 0 0,0 0 0 0 0,-1 1 0 0 0,1-1 0 0 0,0 0 0 0 0,0 0 0 0 0,0 1 0 0 0,0-1 0 0 0,0 0 0 0 0,-1 0 0 0 0,1 1 0 0 0,0-1 0 0 0,0 0 0 0 0,0 0 0 0 0,-1 0 0 0 0,1 1 0 0 0,0-1 0 0 0,0 0 0 0 0,-1 0 0 0 0,1 0 0 0 0,0 0 0 0 0,-1 1 0 0 0,-17 5 0 0 0,14-2 14 0 0,4-2 39 0 0,1 3-15 0 0,-2 0-17 0 0,-21 0 27 0 0,17-4-8 0 0,10-1-80 0 0,-5 0 36 0 0,1 0 1 0 0,0 0 0 0 0,0 0-1 0 0,0 0 1 0 0,-1 0-1 0 0,1 0 1 0 0,0 0 0 0 0,0 0-1 0 0,0 0 1 0 0,-1 0-1 0 0,1-1 1 0 0,0 1 0 0 0,0 0-1 0 0,-1-1 1 0 0,1 1-1 0 0,0-1 1 0 0,-1 1 0 0 0,1 0-1 0 0,0-1 1 0 0,-1 1-1 0 0,1-1 1 0 0,-1 0 0 0 0,1 1-1 0 0,-1-1 1 0 0,1 1-1 0 0,-1-1 1 0 0,1 0 0 0 0,0-1-1 0 0,1-27-60 0 0,-2 19 120 0 0,0 8-49 0 0,0 1-1 0 0,0-1 1 0 0,0 1-1 0 0,0-1 1 0 0,0 1 0 0 0,1-1-1 0 0,-1 1 1 0 0,1-1 0 0 0,-1 1-1 0 0,1-1 1 0 0,-1 1 0 0 0,1-1-1 0 0,0 1 1 0 0,0-1-1 0 0,-1 1 1 0 0,1 0 0 0 0,0 0-1 0 0,0 0 1 0 0,1-1 0 0 0,-1 1-1 0 0,1-1 1 0 0,6-6 34 0 0,1-4 66 0 0,-7 9-95 0 0,-1 1 0 0 0,1 0 0 0 0,0 0 0 0 0,0 0 0 0 0,0 0 0 0 0,0 0 0 0 0,0 0 0 0 0,0 1 0 0 0,3-3 0 0 0,41-22-302 0 0,2 2 1 0 0,0 2 0 0 0,63-19 0 0 0,-89 33-8 0 0,151-51-2652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1:17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0 236 4882 0 0,'0'-5'2802'0'0,"0"-7"-2162"0"0,27 2-640 0 0,0-2-80 0 0,-1-10-80 0 0,81-12 80 0 0,0-17-240 0 0,20 7-1441 0 0,-20-2-3922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1:20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1300 13 640 0 0,'18'6'1795'0'0,"-25"-6"717"0"0,-36-7-336 0 0,6 3-1986 0 0,-1 1-1 0 0,1 2 1 0 0,-1 2-1 0 0,-47 6 0 0 0,49-5-30 0 0,-41-5 0 0 0,9 0 4 0 0,-30-1-59 0 0,60 2-64 0 0,0 1 1 0 0,0 1 0 0 0,-53 8-1 0 0,5 5 38 0 0,-107 19 84 0 0,153-25-47 0 0,30-6-103 0 0,1 0 1 0 0,-1 1-1 0 0,0 1 0 0 0,1-1 1 0 0,0 1-1 0 0,0 1 1 0 0,-14 6-1 0 0,23-9-11 0 0,0-1-1 0 0,-1 0 1 0 0,1 1 0 0 0,0-1-1 0 0,-1 0 1 0 0,1 1 0 0 0,0-1-1 0 0,-1 0 1 0 0,1 1 0 0 0,0-1-1 0 0,0 1 1 0 0,0-1 0 0 0,-1 1-1 0 0,1-1 1 0 0,0 0 0 0 0,0 1-1 0 0,0-1 1 0 0,0 1 0 0 0,0-1-1 0 0,0 1 1 0 0,0-1 0 0 0,0 1-1 0 0,0-1 1 0 0,0 1 0 0 0,0 0-2 0 0,0-1 1 0 0,0 1 0 0 0,0-1 0 0 0,0 1 0 0 0,0-1 0 0 0,0 0 0 0 0,0 1 0 0 0,0-1-1 0 0,0 1 1 0 0,0-1 0 0 0,-1 1 0 0 0,1-1 0 0 0,0 1 0 0 0,0-1 0 0 0,0 0-1 0 0,-1 1 1 0 0,1-1 0 0 0,0 1 0 0 0,0-1 0 0 0,-1 0 0 0 0,1 1 0 0 0,0-1 0 0 0,-1 0-1 0 0,0 1 1 0 0,1-1 0 0 0,-7 5-2 0 0,0-1-1 0 0,0 1 0 0 0,1 0 1 0 0,-11 11-1 0 0,14-12-3 0 0,2-2 0 0 0,-1 0-1 0 0,0 1 1 0 0,0-1 0 0 0,0 0 0 0 0,0 0 0 0 0,0 0 0 0 0,0 0 0 0 0,0-1 0 0 0,-5 3 0 0 0,-1 10 6 0 0,6-14 0 0 0,0 1 0 0 0,1 0 0 0 0,0 0 0 0 0,-1 0 0 0 0,1 1 0 0 0,0-1 0 0 0,-1 0 0 0 0,1 0 0 0 0,0 1 0 0 0,0-1 0 0 0,0 0 0 0 0,0 1 0 0 0,0-1 0 0 0,1 1 0 0 0,-2 2 0 0 0,-1 34 0 0 0,4-26 2 0 0,-1-9-3 0 0,1 0-1 0 0,-1 0 1 0 0,0 0 0 0 0,0 0 0 0 0,0 0-1 0 0,-1 1 1 0 0,1-1 0 0 0,-1 0 0 0 0,1 0-1 0 0,-1 0 1 0 0,-2 4 0 0 0,0-2-4 0 0,0-1 0 0 0,0 1-1 0 0,1 0 1 0 0,0 0 0 0 0,0 0 0 0 0,0 0 0 0 0,1 0 0 0 0,-1 1 0 0 0,1-1 0 0 0,1 0-1 0 0,-1 1 1 0 0,1 8 0 0 0,-2 7 5 0 0,2-17 0 0 0,-1-1 0 0 0,1 1 0 0 0,0 0 0 0 0,0-1 0 0 0,0 1 0 0 0,0-1 0 0 0,1 1 0 0 0,0-1 0 0 0,-1 1 0 0 0,1-1 0 0 0,3 7 0 0 0,0-2-1 0 0,-1-4 0 0 0,-1 1 0 0 0,0 0 0 0 0,1 0 0 0 0,-2 0 0 0 0,1 0 0 0 0,0 0 0 0 0,-1 0 0 0 0,0 0 0 0 0,0 0 0 0 0,-1 1 0 0 0,0 9 0 0 0,0-5-20 0 0,-1-7 17 0 0,1 0 0 0 0,0 0 0 0 0,0 0 1 0 0,0 0-1 0 0,0 0 0 0 0,0-1 0 0 0,1 1 0 0 0,-1 0 1 0 0,1 0-1 0 0,0 0 0 0 0,2 4 0 0 0,5 3 5 0 0,-6-9 2 0 0,-1 0 0 0 0,0 1 1 0 0,0-1-1 0 0,0 0 0 0 0,0 0 1 0 0,0 1-1 0 0,0-1 0 0 0,0 1 1 0 0,-1-1-1 0 0,1 0 0 0 0,0 1 0 0 0,-1 0 1 0 0,1-1-1 0 0,-1 1 0 0 0,0-1 1 0 0,1 1-1 0 0,-1-1 0 0 0,0 1 1 0 0,0 2-1 0 0,0 120-137 0 0,0-120 137 0 0,0-1-1 0 0,1 1 1 0 0,0-1-1 0 0,-1 0 0 0 0,1 1 1 0 0,0-1-1 0 0,1 0 0 0 0,-1 0 1 0 0,0 0-1 0 0,4 5 0 0 0,-3-5 1 0 0,0 0-1 0 0,-1 0 1 0 0,1 1-1 0 0,-1-1 1 0 0,0 0-1 0 0,0 1 1 0 0,0-1-1 0 0,0 1 1 0 0,0-1-1 0 0,0 7 1 0 0,-1 98-150 0 0,0-107 147 0 0,0 1 0 0 0,-1 0-1 0 0,1-1 1 0 0,0 1 0 0 0,0-1 0 0 0,-1 1 0 0 0,1 0 0 0 0,-1-1-1 0 0,0 1 1 0 0,1-1 0 0 0,-1 0 0 0 0,0 1 0 0 0,0-1-1 0 0,0 0 1 0 0,0 1 0 0 0,0-1 0 0 0,0 0 0 0 0,-1 2-1 0 0,0-2-2 0 0,1 0 0 0 0,0 0-1 0 0,0 1 1 0 0,0-1 0 0 0,0 1 0 0 0,0-1-1 0 0,0 1 1 0 0,0-1 0 0 0,0 1-1 0 0,1-1 1 0 0,-1 1 0 0 0,1 0-1 0 0,-1-1 1 0 0,1 1 0 0 0,-1 0-1 0 0,1 0 1 0 0,0-1 0 0 0,0 3-1 0 0,0-1 4 0 0,0-1 0 0 0,0 0-1 0 0,0 1 1 0 0,0-1 0 0 0,1 0-1 0 0,-1 0 1 0 0,1 1-1 0 0,-1-1 1 0 0,1 0 0 0 0,0 0-1 0 0,0 0 1 0 0,0 0 0 0 0,0 0-1 0 0,0 0 1 0 0,3 4 0 0 0,0 1-12 0 0,-16 3 29 0 0,11-8-28 0 0,0 1-1 0 0,0-1 0 0 0,0 1 0 0 0,1 0 0 0 0,-1 0 1 0 0,0-1-1 0 0,1 1 0 0 0,0 0 0 0 0,0 0 1 0 0,0 0-1 0 0,0-1 0 0 0,0 1 0 0 0,0 0 0 0 0,1 3 1 0 0,0 0 107 0 0,-1 68 358 0 0,17-67-522 0 0,-3-2 69 0 0,-1-2 38 0 0,-1-1 0 0 0,1 0-1 0 0,0-1 1 0 0,-1 0 0 0 0,1-1-1 0 0,25-2 1 0 0,4 0 24 0 0,115-9 188 0 0,-4 0-22 0 0,-108 9-159 0 0,-21 3-77 0 0,-9 1 11 0 0,39 6-4 0 0,32 5 29 0 0,-57-7 0 0 0,0-1 0 0 0,0-2-1 0 0,0-1 1 0 0,35-2 0 0 0,-21-4 71 0 0,0-2 0 0 0,-1-2 0 0 0,69-23 0 0 0,-39 9 120 0 0,65-24 94 0 0,-81 22-312 0 0,146-68 316 0 0,-175 77-251 0 0,0 1-1 0 0,2 2 1 0 0,-1 0 0 0 0,47-11-1 0 0,-66 19-66 0 0,13-2 0 0 0,-10 4 11 0 0,0-1 0 0 0,0 0 0 0 0,0-1-1 0 0,21-10 1 0 0,19-6 15 0 0,-23 3 20 0 0,-4 1-12 0 0,-20 13-30 0 0,1 0-1 0 0,-1-1 1 0 0,0 0 0 0 0,0 0-1 0 0,0 0 1 0 0,0 0-1 0 0,4-7 1 0 0,26-20 34 0 0,-32 28-36 0 0,1 0 0 0 0,0 0 0 0 0,-1 0 0 0 0,1-1 0 0 0,-1 1 0 0 0,4-7 0 0 0,18-16-3 0 0,-21 23 1 0 0,0-1 0 0 0,-1 1 0 0 0,1-1 0 0 0,-1 0 0 0 0,0 0 0 0 0,4-6 0 0 0,18-20 0 0 0,-16 22 21 0 0,0 1-1 0 0,-1-1 0 0 0,0-1 0 0 0,0 1 0 0 0,-1-2 0 0 0,0 1 0 0 0,8-16 0 0 0,11-25 60 0 0,-24 45-74 0 0,-1 1 0 0 0,1-1 0 0 0,-1 0 0 0 0,0 0 0 0 0,-1 0 0 0 0,1 0 0 0 0,-1 0 0 0 0,0 0 0 0 0,0 0 0 0 0,-2-10 0 0 0,0-5 8 0 0,3 17-9 0 0,-1 0 1 0 0,0 0 0 0 0,0 0 0 0 0,0 0-1 0 0,-1 0 1 0 0,1 0 0 0 0,-1 0-1 0 0,0 0 1 0 0,1 0 0 0 0,-1 0 0 0 0,-1 0-1 0 0,1 1 1 0 0,-2-5 0 0 0,-2 3 5 0 0,0-1 1 0 0,0 1-1 0 0,0 0 0 0 0,-1 0 1 0 0,1 0-1 0 0,-8-2 1 0 0,-35-26-12 0 0,-32-19 0 0 0,10 15 53 0 0,-3 4 0 0 0,-77-24 1 0 0,136 52-41 0 0,11 3-17 0 0,0 1 1 0 0,0-1-1 0 0,1 0 0 0 0,-1 0 1 0 0,0 0-1 0 0,1-1 0 0 0,-1 1 0 0 0,1 0 1 0 0,0-1-1 0 0,-1 0 0 0 0,1 1 1 0 0,0-1-1 0 0,0 0 0 0 0,0 0 1 0 0,0-1-1 0 0,0 1 0 0 0,-1-3 0 0 0,0 2 11 0 0,-1 1-1 0 0,0-1 1 0 0,0 1-1 0 0,1 0 1 0 0,-1 0-1 0 0,-1 0 1 0 0,1 0-1 0 0,0 1 1 0 0,0-1-1 0 0,-1 1 1 0 0,-7-1-1 0 0,1 0 36 0 0,-4-3-63 0 0,0 2-1 0 0,-1 0 0 0 0,0 1 0 0 0,0 0 0 0 0,-20 1 1 0 0,-83 10-58 0 0,100-7 75 0 0,-523 96 57 0 0,330-68-267 0 0,162-25-92 0 0,41-5 69 0 0,0 1 1 0 0,0 0-1 0 0,0 1 0 0 0,0 0 0 0 0,1 0 1 0 0,-1 1-1 0 0,-9 4 0 0 0,18-7 203 0 0,0 0 1 0 0,-1 0-1 0 0,1 1 0 0 0,-1-1 1 0 0,1 0-1 0 0,0 0 1 0 0,-1 0-1 0 0,1 1 0 0 0,0-1 1 0 0,-1 0-1 0 0,1 1 0 0 0,0-1 1 0 0,-1 0-1 0 0,1 1 0 0 0,0-1 1 0 0,0 0-1 0 0,-1 1 0 0 0,1-1 1 0 0,0 1-1 0 0,0-1 1 0 0,0 0-1 0 0,-1 1 0 0 0,1-1 1 0 0,0 1-1 0 0,0-1 0 0 0,0 1 1 0 0,0-1-1 0 0,0 0 0 0 0,0 1 1 0 0,0-1-1 0 0,0 1 1 0 0,0-1-1 0 0,0 1 0 0 0,0-1 1 0 0,0 0-1 0 0,1 1 0 0 0,-1-1 1 0 0,0 1-1 0 0,0-1 0 0 0,0 1 1 0 0,1-1-1 0 0,-1 0 1 0 0,0 1-1 0 0,0-1 0 0 0,1 1 1 0 0,21 20-2395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1:22.0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1116 12 1681 0 0,'0'0'142'0'0,"0"1"1"0"0,0-1-1 0 0,0 0 1 0 0,0 0-1 0 0,0 1 1 0 0,0-1-1 0 0,0 0 0 0 0,0 0 1 0 0,-1 1-1 0 0,1-1 1 0 0,0 0-1 0 0,0 0 1 0 0,0 0-1 0 0,0 1 1 0 0,-1-1-1 0 0,1 0 1 0 0,0 0-1 0 0,0 0 1 0 0,0 0-1 0 0,-1 1 0 0 0,1-1 1 0 0,0 0-1 0 0,0 0 1 0 0,0 0-1 0 0,-1 0 1 0 0,1 0-1 0 0,0 0 1 0 0,0 0-1 0 0,-1 1 1 0 0,1-1-1 0 0,0 0 1 0 0,0 0-1 0 0,-1 0 0 0 0,1 0 1 0 0,-1 0-1 0 0,-14-2 964 0 0,-12-7-1271 0 0,25 5 121 0 0,-1 2 3 0 0,-23 1-87 0 0,10 2 149 0 0,1 0 1 0 0,-1 0-1 0 0,0 2 1 0 0,1 0-1 0 0,0 1 1 0 0,-1 0-1 0 0,-17 9 1 0 0,-6 5 145 0 0,-48 32 0 0 0,35-19-46 0 0,41-25-98 0 0,0 0-1 0 0,1 1 1 0 0,0 0 0 0 0,0 1 0 0 0,0 0 0 0 0,1 0 0 0 0,1 1 0 0 0,-1 1 0 0 0,1-1-1 0 0,1 1 1 0 0,0 1 0 0 0,0-1 0 0 0,-5 13 0 0 0,5 2 33 0 0,5-19-43 0 0,1 0 0 0 0,-1 0 0 0 0,0 0 0 0 0,-1 0 0 0 0,1-1 0 0 0,-5 8 0 0 0,-3 4-9 0 0,1 1 0 0 0,-9 25 0 0 0,7-16-3 0 0,9-24-1 0 0,1 0 0 0 0,1 0 0 0 0,-1 1 0 0 0,0-1 0 0 0,1 0 0 0 0,-1 1 0 0 0,1-1 0 0 0,0 4 0 0 0,-3 23 0 0 0,-15 8-13 0 0,9 0-41 0 0,-35 70-26 0 0,8 17 54 0 0,18-80-41 0 0,9-3 0 0 0,0-19 55 0 0,7-19 12 0 0,0 0 0 0 0,0 0-1 0 0,1 0 1 0 0,-1 0 0 0 0,1 0 0 0 0,0 0 0 0 0,0 1 0 0 0,0 7 0 0 0,1 158-174 0 0,1-165 168 0 0,-1 0-1 0 0,1-1 0 0 0,0 1 0 0 0,0 0 1 0 0,1-1-1 0 0,-1 1 0 0 0,1-1 0 0 0,3 6 1 0 0,-4-8 4 0 0,1 1 1 0 0,-1 0 0 0 0,1 0 0 0 0,-1 0 0 0 0,0 0 0 0 0,0 0 0 0 0,0 1 0 0 0,-1-1 0 0 0,1 0 0 0 0,-1 0 0 0 0,0 1 0 0 0,0-1 0 0 0,0 0 0 0 0,0 0 0 0 0,0 1-1 0 0,-1-1 1 0 0,-1 5 0 0 0,-2 4-20 0 0,0-1 13 0 0,0 1-1 0 0,0-1 1 0 0,-2 1-1 0 0,1-1 1 0 0,-2-1 0 0 0,-7 12-1 0 0,-3-2-26 0 0,11-12 33 0 0,0 0-1 0 0,-1-1 1 0 0,0 0 0 0 0,0 0 0 0 0,0 0-1 0 0,-1-1 1 0 0,-12 7 0 0 0,-135 76 242 0 0,148-86-216 0 0,0 0 0 0 0,0 0 0 0 0,-1-1 0 0 0,1 0 0 0 0,0-1 0 0 0,-10 1 0 0 0,1 1 35 0 0,15-2-54 0 0,0 0-1 0 0,1 1 1 0 0,-1-1 0 0 0,1 1-1 0 0,-1-1 1 0 0,1 1 0 0 0,-1-1 0 0 0,1 1-1 0 0,0-1 1 0 0,0 1 0 0 0,-1-1-1 0 0,1 1 1 0 0,0-1 0 0 0,1 1-1 0 0,-1-1 1 0 0,1 4 0 0 0,-1-3-5 0 0,0 0 0 0 0,0 0 0 0 0,1 0 0 0 0,0 0 0 0 0,-1 1 0 0 0,1-1 0 0 0,0 0 0 0 0,0 0 0 0 0,0 0 0 0 0,0 0 0 0 0,0-1 0 0 0,0 1 0 0 0,1 0 0 0 0,-1 0 0 0 0,1-1 0 0 0,-1 1 0 0 0,1-1 0 0 0,0 1 0 0 0,-1-1 0 0 0,1 0 0 0 0,0 1 0 0 0,0-1 0 0 0,2 1 0 0 0,14 12 0 0 0,-6 0 0 0 0,8 6 13 0 0,1-4-14 0 0,1-1-1 0 0,0-1 1 0 0,2 0-1 0 0,-1-2 1 0 0,2-1-1 0 0,-1-1 1 0 0,2-1-1 0 0,31 7 1 0 0,-18-8 1 0 0,28 8 0 0 0,0-4 0 0 0,119 7 0 0 0,-175-18 27 0 0,1-1 0 0 0,-1-1 0 0 0,1 0 0 0 0,-1 0 0 0 0,0-1 1 0 0,0 0-1 0 0,12-5 0 0 0,-9 3 9 0 0,110-30 445 0 0,-103 25-405 0 0,0-1 0 0 0,0 0 0 0 0,-2-2 0 0 0,1 0 0 0 0,26-22 0 0 0,2-1 28 0 0,-28 22-58 0 0,6-4 21 0 0,-1-1 1 0 0,0-1 0 0 0,-1-1 0 0 0,-1-1 0 0 0,37-45 0 0 0,-12 10 251 0 0,-39 47-361 0 0,0-1 0 0 0,-1 0 0 0 0,0 0 0 0 0,0 0 0 0 0,9-19 0 0 0,19-40 23 0 0,31-68 137 0 0,-61 121-109 0 0,-1 0 0 0 0,0-1-1 0 0,-1 1 1 0 0,0-1 0 0 0,-1 0-1 0 0,0-29 1 0 0,-1-10-94 0 0,-1 32 110 0 0,0-1-1 0 0,-2 0 1 0 0,-6-42-1 0 0,-1 30 83 0 0,-2 0 0 0 0,-26-67 0 0 0,30 96-102 0 0,-1-1 1 0 0,0 1 0 0 0,0 0 0 0 0,-1 1 0 0 0,0 0 0 0 0,0 0-1 0 0,-13-7 1 0 0,-9-10 41 0 0,11 10 13 0 0,-11-12 107 0 0,20 10-107 0 0,9 13-56 0 0,-1 0-1 0 0,0 0 1 0 0,0 0 0 0 0,0 0-1 0 0,0 1 1 0 0,0-1 0 0 0,-1 1-1 0 0,-2-3 1 0 0,-24-18 13 0 0,14 12-18 0 0,2 0 0 0 0,-1 0 0 0 0,-13-17 0 0 0,24 25-105 0 0,0 0-1 0 0,-1 1 1 0 0,1-1-1 0 0,-1 1 1 0 0,0 0-1 0 0,0-1 0 0 0,0 2 1 0 0,0-1-1 0 0,0 0 1 0 0,0 1-1 0 0,-5-1 1 0 0,-1-1-1155 0 0,0 1 0 0 0,1 0 0 0 0,-17 0 0 0 0,21 2-1874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3:37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0 2001 0 0,'-2'8'5519'0'0,"1"-7"-5506"0"0,1 0 0 0 0,-1 0 0 0 0,0 0 0 0 0,0 0-1 0 0,1 0 1 0 0,-1 0 0 0 0,0 0 0 0 0,0-1 0 0 0,0 1-1 0 0,0 0 1 0 0,0-1 0 0 0,0 1 0 0 0,0-1 0 0 0,0 1-1 0 0,-1-1 1 0 0,1 1 0 0 0,0-1 0 0 0,-2 1 0 0 0,-3 2 250 0 0,4 1-206 0 0,-20 12 169 0 0,4-11-199 0 0,13-4 40 0 0,5-2 0 0 0,0-3-41 0 0,5 4 28 0 0,13 4-28 0 0,-14-3 41 0 0,14 0 80 0 0,3 3-92 0 0,-1-1 1 0 0,2 0 0 0 0,-1-2 0 0 0,36-2-1 0 0,19 0 67 0 0,84-4 211 0 0,-76 0 148 0 0,18-2-81 0 0,106 2-160 0 0,-177 7-243 0 0,51 8 0 0 0,-8 0 76 0 0,10-5 7 0 0,0-3 0 0 0,117-13 0 0 0,-174 4 6 0 0,-19 5-65 0 0,1-1-1 0 0,-1 1 1 0 0,1 1 0 0 0,0-1 0 0 0,-1 2 0 0 0,1-1 0 0 0,10 1 0 0 0,1 0-21 0 0,-17 0 0 0 0,1-1 0 0 0,0 1 1 0 0,0 0-1 0 0,0 0 0 0 0,0 0 1 0 0,0 0-1 0 0,-1 1 0 0 0,1 0 1 0 0,0 0-1 0 0,0 0 0 0 0,0 0 1 0 0,3 2-1 0 0,4 2 9 0 0,0 0 2 0 0,1 0 32 0 0,-8-5-30 0 0,13 0 1 0 0,10 0 132 0 0,-27 0-137 0 0,0 0-1 0 0,0 0 0 0 0,0 0 0 0 0,0 0 1 0 0,-1 0-1 0 0,1 0 0 0 0,0 0 1 0 0,0-1-1 0 0,0 1 0 0 0,0 0 1 0 0,0 0-1 0 0,0 0 0 0 0,0 0 0 0 0,0 0 1 0 0,0 0-1 0 0,0-1 0 0 0,0 1 1 0 0,0 0-1 0 0,0 0 0 0 0,-1 0 1 0 0,1 0-1 0 0,0-1 0 0 0,0 1 0 0 0,0 0 1 0 0,0 0-1 0 0,1 0 0 0 0,-1 0 1 0 0,0 0-1 0 0,0-1 0 0 0,0 1 1 0 0,0 0-1 0 0,0 0 0 0 0,0 0 0 0 0,0 0 1 0 0,0 0-1 0 0,0-1 0 0 0,0 1 1 0 0,0 0-1 0 0,0 0 0 0 0,0 0 1 0 0,1 0-1 0 0,-1 0 0 0 0,0 0 0 0 0,0-1 1 0 0,-53-22-4158 0 0,4 1-159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4:00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0 146 1841 0 0,'54'-39'2241'0'0,"-1"17"-2081"0"0,-53 5-240 0 0,0 5 400 0 0,27 7-160 0 0,-27-2 0 0 0,26 2-80 0 0,1-7-80 0 0,26 2-80 0 0,-26 5-240 0 0,26-7-800 0 0,-26 12-561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4:01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135 171 2081 0 0,'-12'2'579'0'0,"1"-1"1"0"0,-1-1 0 0 0,0 0-1 0 0,1-1 1 0 0,-1 0-1 0 0,1 0 1 0 0,-1-1-1 0 0,-20-7 1 0 0,32 9-579 0 0,-1 0 0 0 0,1 0 0 0 0,-1-1 0 0 0,1 1 0 0 0,-1 0 1 0 0,1 0-1 0 0,-1-1 0 0 0,1 1 0 0 0,-1 0 0 0 0,1-1 0 0 0,0 1 0 0 0,-1-1 1 0 0,1 1-1 0 0,-1 0 0 0 0,1-1 0 0 0,0 1 0 0 0,0-1 0 0 0,-1 1 0 0 0,1-1 1 0 0,0 1-1 0 0,0-1 0 0 0,-1 1 0 0 0,1-1 0 0 0,0 1 0 0 0,0-1 0 0 0,0 1 1 0 0,0-1-1 0 0,0 0 0 0 0,0 1 0 0 0,0-1 0 0 0,0 0 0 0 0,0-2 56 0 0,0 2 170 0 0,5 1 80 0 0,17 0 800 0 0,-22 0-1099 0 0,0 0 0 0 0,0 0 0 0 0,0 0 1 0 0,0 0-1 0 0,0 0 0 0 0,0 0 0 0 0,0 0 0 0 0,0 0 1 0 0,0 0-1 0 0,0 0 0 0 0,0 0 0 0 0,0 0 0 0 0,0 0 1 0 0,0 0-1 0 0,0-1 0 0 0,0 1 0 0 0,0 0 1 0 0,0 0-1 0 0,0 0 0 0 0,0 0 0 0 0,0 0 0 0 0,0 0 1 0 0,0 0-1 0 0,0 0 0 0 0,-2-2 3 0 0,31 0 253 0 0,36 2-205 0 0,-1-3 0 0 0,1-3 0 0 0,-1-3 0 0 0,0-3 0 0 0,-1-2 0 0 0,84-31 1 0 0,-106 33-48 0 0,0 1 0 0 0,0 2 1 0 0,1 2-1 0 0,0 2 1 0 0,0 2-1 0 0,71 3 1 0 0,251 40-21 0 0,-358-39 9 0 0,36 3 25 0 0,0-2 0 0 0,61-5 0 0 0,-18 0 42 0 0,47-4-54 0 0,-8 13-14 0 0,67 4 66 0 0,-35 9-66 0 0,-153-18 9 0 0,-1-1-1 0 0,1 1 1 0 0,0 0-1 0 0,-1 0 1 0 0,1 0-1 0 0,-1 0 1 0 0,1 1-1 0 0,-1-1 1 0 0,0 1-1 0 0,4 2 1 0 0,-6-3 164 0 0,0 0-149 0 0,0-1 1 0 0,0 0-1 0 0,0 0 0 0 0,-1 1 0 0 0,1-1 0 0 0,0 0 1 0 0,0 1-1 0 0,0-1 0 0 0,0 0 0 0 0,0 0 0 0 0,0 1 1 0 0,0-1-1 0 0,0 0 0 0 0,0 1 0 0 0,0-1 0 0 0,0 0 0 0 0,0 1 1 0 0,0-1-1 0 0,0 0 0 0 0,0 0 0 0 0,1 1 0 0 0,-1-1 1 0 0,0 0-1 0 0,0 1 0 0 0,0-1 0 0 0,0 0 0 0 0,0 0 1 0 0,1 1-1 0 0,-1-1 0 0 0,0 0 0 0 0,0 0 0 0 0,0 0 1 0 0,1 1-1 0 0,-1-1 0 0 0,0 0 0 0 0,0 0 0 0 0,1 0 1 0 0,-1 0-1 0 0,0 1 0 0 0,1-1 0 0 0,-1 0 0 0 0,1 0 1 0 0,6 1-35 0 0,-7-1 30 0 0,1 0 0 0 0,-1 0 1 0 0,1 0-1 0 0,-1 0 1 0 0,1 0-1 0 0,0 0 0 0 0,-1 0 1 0 0,1 0-1 0 0,-1 0 1 0 0,1 1-1 0 0,-1-1 0 0 0,1 0 1 0 0,0 0-1 0 0,-1 0 1 0 0,1 1-1 0 0,-1-1 0 0 0,1 0 1 0 0,-1 1-1 0 0,0-1 1 0 0,1 1-1 0 0,-1-1 0 0 0,1 0 1 0 0,-1 1-1 0 0,0-1 1 0 0,1 1-1 0 0,-1-1 0 0 0,0 1 1 0 0,1-1-1 0 0,-1 1 0 0 0,0-1 1 0 0,0 1-1 0 0,1-1 1 0 0,-1 1-1 0 0,0 0 0 0 0,0-1 1 0 0,0 1-1 0 0,0-1 1 0 0,0 1-1 0 0,0 0 0 0 0,0-1 1 0 0,0 1-1 0 0,0 0 1 0 0,4 0 139 0 0,14-1-14 0 0,-12 1-65 0 0,-8 1 58 0 0,2-2-132 0 0,0 0 0 0 0,0 1-1 0 0,0-1 1 0 0,0 0 0 0 0,0 0 0 0 0,0 0-1 0 0,-1 0 1 0 0,1 0 0 0 0,0 0 0 0 0,0 0-1 0 0,0 0 1 0 0,0 0 0 0 0,0 0 0 0 0,0 0-1 0 0,0 0 1 0 0,0 0 0 0 0,0 1 0 0 0,0-1-1 0 0,0 0 1 0 0,0 0 0 0 0,0 0 0 0 0,-1 0-1 0 0,1 0 1 0 0,0 0 0 0 0,0 0 0 0 0,0 0-1 0 0,0 1 1 0 0,0-1 0 0 0,0 0-1 0 0,0 0 1 0 0,0 0 0 0 0,0 0 0 0 0,0 0-1 0 0,0 0 1 0 0,0 0 0 0 0,0 0 0 0 0,0 1-1 0 0,0-1 1 0 0,1 0 0 0 0,-1 0 0 0 0,0 0-1 0 0,0 0 1 0 0,0 0 0 0 0,0 0 0 0 0,0 0-1 0 0,0 0 1 0 0,0 0 0 0 0,0 1 0 0 0,0-1-1 0 0,0 0 1 0 0,0 0 0 0 0,0 0-1 0 0,1 0 1 0 0,25 2 543 0 0,-8-2-470 0 0,9-6 80 0 0,62-9 174 0 0,-83 14-313 0 0,0-1 0 0 0,0 1-1 0 0,1 1 1 0 0,-1-1 0 0 0,0 1 0 0 0,9 1 0 0 0,13-4-87 0 0,-9-2 52 0 0,16-4 67 0 0,0 2 1 0 0,58-4 0 0 0,-44 9 12 0 0,-47-1-8 0 0,0 1 2 0 0,20 1-31 0 0,-17 1-136 0 0,-10 0-319 0 0,3-1 223 0 0,1 1 133 0 0,0 0 0 0 0,0 0 0 0 0,1 0 0 0 0,-1 0 0 0 0,0 0 0 0 0,0 0 0 0 0,1 0 0 0 0,-1 0 0 0 0,0 0 0 0 0,0-1 1 0 0,1 1-1 0 0,-1 0 0 0 0,0-1 0 0 0,1 1 0 0 0,-1 0 0 0 0,0-1 0 0 0,1 1 0 0 0,-1-1 0 0 0,0 1 0 0 0,1-1 0 0 0,-1 1 0 0 0,1-1 0 0 0,-1 0 0 0 0,1 1 0 0 0,-1-1 0 0 0,1 1 0 0 0,0-1 0 0 0,-1 0 0 0 0,1 0 0 0 0,0 1 0 0 0,-1-2 0 0 0,1 1-97 0 0,-1 0 0 0 0,1 0 0 0 0,-1 0 0 0 0,1 0 0 0 0,-1 0 0 0 0,0 0-1 0 0,0 0 1 0 0,1 0 0 0 0,-1 1 0 0 0,0-1 0 0 0,0 0 0 0 0,0 0 0 0 0,0 1-1 0 0,0-1 1 0 0,1 1 0 0 0,-1-1 0 0 0,0 1 0 0 0,-1-1 0 0 0,1 1 0 0 0,0 0-1 0 0,0-1 1 0 0,0 1 0 0 0,0 0 0 0 0,0 0 0 0 0,0 0 0 0 0,0 0-1 0 0,-2 0 1 0 0,-2-1-475 0 0,-44-6-2773 0 0,-4 1 347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4:34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215 146 960 0 0,'-32'-4'2364'0'0,"17"2"-1386"0"0,-1 0-1 0 0,-28 0 0 0 0,44 3-834 0 0,0-1-140 0 0,0 1 0 0 0,0-1 0 0 0,0 0 0 0 0,0 1 0 0 0,0-1 0 0 0,0 0 0 0 0,0 1 0 0 0,0-1 0 0 0,0 1 0 0 0,0-1 0 0 0,0 0 0 0 0,0 1 0 0 0,0-1 0 0 0,0 0 0 0 0,-1 1 0 0 0,1-1 0 0 0,0 0 0 0 0,0 1 0 0 0,0-1 0 0 0,-1 0 0 0 0,1 1 0 0 0,0-1 0 0 0,0 0 0 0 0,-1 1 0 0 0,1-1 0 0 0,0 0 0 0 0,-1 1 0 0 0,-44 20-3 0 0,19-21 1214 0 0,25 0-1209 0 0,1 0 1 0 0,0 0-1 0 0,0 0 1 0 0,0 1-1 0 0,0-1 1 0 0,-1 0-1 0 0,1-1 1 0 0,0 1-1 0 0,0 0 1 0 0,0 0-1 0 0,0 0 1 0 0,-1 0-1 0 0,1 0 1 0 0,0 0-1 0 0,0 0 1 0 0,0 0-1 0 0,0 0 1 0 0,0 0-1 0 0,-1 0 0 0 0,1 0 1 0 0,0 0-1 0 0,0 0 1 0 0,0-1-1 0 0,0 1 1 0 0,0 0-1 0 0,0 0 1 0 0,-1 0-1 0 0,1 0 1 0 0,0 0-1 0 0,0-1 1 0 0,0 1-1 0 0,0 0 1 0 0,0 0-1 0 0,0 0 1 0 0,0 0-1 0 0,0 0 1 0 0,0-1-1 0 0,0 1 1 0 0,0 0-1 0 0,0 0 1 0 0,0 0-1 0 0,0 0 1 0 0,0-1-1 0 0,-4-5 61 0 0,1 5-48 0 0,2 1-4 0 0,0 0 0 0 0,0-1 1 0 0,0 1-1 0 0,0 0 0 0 0,0-1 0 0 0,0 1 1 0 0,0-1-1 0 0,0 1 0 0 0,0-1 0 0 0,0 0 1 0 0,0 1-1 0 0,0-1 0 0 0,1 0 0 0 0,-1 0 1 0 0,0 1-1 0 0,0-1 0 0 0,1 0 1 0 0,-1 0-1 0 0,1 0 0 0 0,-1 0 0 0 0,1 0 1 0 0,-1 0-1 0 0,1 0 0 0 0,-1 0 0 0 0,1 0 1 0 0,0 0-1 0 0,0 0 0 0 0,0 0 1 0 0,-1 0-1 0 0,1 0 0 0 0,0 0 0 0 0,0-1 1 0 0,0 1-1 0 0,1 0 0 0 0,-1 0 0 0 0,0 0 1 0 0,0-1-1 0 0,0 1 560 0 0,1 2-400 0 0,-2 0-172 0 0,1-1 0 0 0,0 0 0 0 0,0 0 0 0 0,0 0 0 0 0,0 0 0 0 0,0 0 1 0 0,0 0-1 0 0,0 1 0 0 0,0-1 0 0 0,0 0 0 0 0,0 0 0 0 0,0 0 0 0 0,0 0 0 0 0,0 0 0 0 0,0 0 0 0 0,0 1 0 0 0,0-1 0 0 0,0 0 0 0 0,0 0 0 0 0,0 0 0 0 0,0 0 1 0 0,0 0-1 0 0,0 0 0 0 0,0 0 0 0 0,1 1 0 0 0,-1-1 0 0 0,0 0 0 0 0,0 0 0 0 0,0 0 0 0 0,0 0 0 0 0,0 0 0 0 0,0 0 0 0 0,0 0 0 0 0,0 0 0 0 0,0 1 0 0 0,1-1 1 0 0,-1 0-1 0 0,0 0 0 0 0,0 0 0 0 0,0 0 0 0 0,0 0 0 0 0,0 0 0 0 0,0 0 0 0 0,0 0 0 0 0,1 0 0 0 0,-1 0 0 0 0,0 0 0 0 0,0 0 0 0 0,0 0 0 0 0,0 0 0 0 0,0 0 1 0 0,1 0-1 0 0,-1 0 0 0 0,0 0 0 0 0,0 0 0 0 0,0 0 0 0 0,0 0 0 0 0,0 0 0 0 0,0 0 0 0 0,0 0 0 0 0,1 0 0 0 0,-1-1 0 0 0,0 1 0 0 0,62 7 284 0 0,-35-2-195 0 0,44 0-1 0 0,-48-4-76 0 0,-4-1 2 0 0,0 0 0 0 0,1-1 0 0 0,-1 0 0 0 0,36-9 0 0 0,-17 0 11 0 0,41-6 1 0 0,-9 3-3 0 0,-43 8-4 0 0,44-1 1 0 0,8-1 15 0 0,268-48 43 0 0,-236 54-80 0 0,-104 1 0 0 0,1 0 0 0 0,-1 0 0 0 0,1 0 0 0 0,-1 1 0 0 0,12 3 0 0 0,0-2 0 0 0,136 4 66 0 0,-121-3-27 0 0,42 11-1 0 0,-22-4-8 0 0,186 18 184 0 0,-44-17-158 0 0,3-1-19 0 0,-135-8-37 0 0,-17-3 0 0 0,253-10 23 0 0,-1 0 21 0 0,-183 6 36 0 0,247-7-67 0 0,90 3-13 0 0,-329 1 0 0 0,-122 8 0 0 0,24 0 0 0 0,-1-1 0 0 0,35-6 0 0 0,-35 4 0 0 0,240-18 0 0 0,-152 15 0 0 0,6 9-120 0 0,-123-5-114 0 0,0 0 0 0 0,0 1-1 0 0,0 0 1 0 0,-1 0 0 0 0,1 0 0 0 0,0 0 0 0 0,-1 0-1 0 0,-5 1 1 0 0,-123-11-5462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4:37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1 297 1361 0 0,'4'0'1147'0'0,"6"0"-704"0"0,-5 0 274 0 0,-9-1-131 0 0,-7-3-451 0 0,11 4-128 0 0,0 0 1 0 0,-1 0-1 0 0,1 0 1 0 0,0 0-1 0 0,0 0 1 0 0,0 0-1 0 0,-1 0 1 0 0,1 0-1 0 0,0-1 0 0 0,0 1 1 0 0,-1 0-1 0 0,1 0 1 0 0,0 0-1 0 0,0 0 1 0 0,0 0-1 0 0,0-1 1 0 0,-1 1-1 0 0,1 0 1 0 0,0 0-1 0 0,0 0 1 0 0,0-1-1 0 0,0 1 1 0 0,0 0-1 0 0,0 0 1 0 0,0 0-1 0 0,-1-1 1 0 0,1 1-1 0 0,0 0 1 0 0,0 0-1 0 0,0-1 1 0 0,0 1-1 0 0,0 0 0 0 0,0 0 1 0 0,0-1-1 0 0,0 1 1 0 0,0 0-1 0 0,0 0 1 0 0,0 0-1 0 0,0-1 1 0 0,0 1-1 0 0,1 0 1 0 0,-1 0-1 0 0,0-1 1 0 0,0 1-1 0 0,0 0 1 0 0,0 0-1 0 0,0 0 1 0 0,0-1-1 0 0,0 1 1 0 0,1 0-1 0 0,-1 0 1 0 0,0 0-1 0 0,0 0 1 0 0,0-1-1 0 0,1 1 0 0 0,-1 0 1 0 0,0 0-1 0 0,0 0 1 0 0,0 0-1 0 0,1 0 1 0 0,-1 0-1 0 0,0 0 1 0 0,0 0-1 0 0,0-1 1 0 0,1 1-1 0 0,0 0 31 0 0,1 0-20 0 0,-1 1 0 0 0,0-1-1 0 0,1 0 1 0 0,-1-1 0 0 0,0 1-1 0 0,0 0 1 0 0,1 0-1 0 0,-1 0 1 0 0,0-1 0 0 0,0 1-1 0 0,0-1 1 0 0,1 1 0 0 0,-1-1-1 0 0,0 1 1 0 0,1-2-1 0 0,-2 1 157 0 0,13 0 92 0 0,5 1 1122 0 0,4-5-1435 0 0,-20 3 6 0 0,1-1-5 0 0,68-3-514 0 0,-66 5 467 0 0,-10-2 40 0 0,-13 2 119 0 0,14 1 81 0 0,0 0 13 0 0,1 0-141 0 0,-39 1 588 0 0,40-1-558 0 0,0 0 0 0 0,0 0 0 0 0,1 0 0 0 0,-1 0 0 0 0,0 0 0 0 0,0 0 0 0 0,0 0 0 0 0,0-1 0 0 0,0 1 0 0 0,0-1 0 0 0,0 1 0 0 0,1-1 0 0 0,-1 0 0 0 0,-3-2 0 0 0,1 1 177 0 0,2 2-207 0 0,1 0 0 0 0,0 0 0 0 0,0 0-1 0 0,0 0 1 0 0,0-1 0 0 0,-1 1-1 0 0,1-1 1 0 0,0 1 0 0 0,0 0 0 0 0,0-1-1 0 0,0 0 1 0 0,0 1 0 0 0,0-1-1 0 0,-1-1 1 0 0,1 0 20 0 0,0 1 0 0 0,1-1 0 0 0,-1 0 0 0 0,0 0-1 0 0,1 0 1 0 0,0 1 0 0 0,-1-1 0 0 0,1 0 0 0 0,0 0 0 0 0,0 0 0 0 0,0-3-1 0 0,0 4-34 0 0,0 1-1 0 0,0-1 0 0 0,0 1 0 0 0,0 0 0 0 0,0-1 0 0 0,-1 1 0 0 0,1-1 0 0 0,0 1 0 0 0,0 0 0 0 0,0-1 0 0 0,-1 1 0 0 0,1 0 1 0 0,0-1-1 0 0,0 1 0 0 0,-1 0 0 0 0,1-1 0 0 0,0 1 0 0 0,-1 0 0 0 0,1 0 0 0 0,-1-1 0 0 0,1 1 0 0 0,0 0 0 0 0,-1 0 0 0 0,1 0 1 0 0,0 0-1 0 0,-1 0 0 0 0,1-1 0 0 0,-1 1 0 0 0,1 0 0 0 0,-1 0 0 0 0,1 0 0 0 0,0 0 0 0 0,-1 0 0 0 0,1 0 0 0 0,-1 0 1 0 0,0 0 3 0 0,1 1 0 0 0,-1-1 0 0 0,0 0 1 0 0,1 0-1 0 0,-1-1 0 0 0,1 1 0 0 0,-1 0 1 0 0,1 0-1 0 0,-1 0 0 0 0,0 0 0 0 0,1 0 1 0 0,-1-1-1 0 0,1 1 0 0 0,-1 0 0 0 0,1 0 1 0 0,-1-1-1 0 0,1 1 0 0 0,0 0 0 0 0,-1-1 1 0 0,1 1-1 0 0,-1 0 0 0 0,1-1 0 0 0,0 1 1 0 0,-1-1-1 0 0,1 1 0 0 0,0-1 0 0 0,-1 1 1 0 0,1-1-1 0 0,0 1 0 0 0,0-1 0 0 0,-1 1 1 0 0,1-1-1 0 0,0 1 0 0 0,0-1 0 0 0,0 1 1 0 0,0-1-1 0 0,0-1 0 0 0,0 1 313 0 0,4 1-240 0 0,14 0 0 0 0,160 8 506 0 0,-104-3-485 0 0,104-6-1 0 0,-112-4-148 0 0,-1-4-1 0 0,89-22 0 0 0,-114 20 22 0 0,1 2 0 0 0,1 1 1 0 0,-1 3-1 0 0,1 1 0 0 0,44 1 1 0 0,-37 6 52 0 0,0 1 0 0 0,76 17 0 0 0,-75-11 1 0 0,1-2 1 0 0,82 2-1 0 0,-87-8 34 0 0,63 11-1 0 0,-69-6 27 0 0,1-3-1 0 0,-1-1 0 0 0,53-3 1 0 0,37-9-75 0 0,130-11 122 0 0,-157 3-180 0 0,-66 9 17 0 0,1 2 0 0 0,46-2 0 0 0,139 24 167 0 0,-47-2-36 0 0,9-12 74 0 0,79 4 128 0 0,-243-5-288 0 0,38-3-1 0 0,-6-1 21 0 0,146-8 21 0 0,-3 0-21 0 0,-80 4-22 0 0,140 3 52 0 0,-90 6-35 0 0,-97 0 0 0 0,70-6 1 0 0,-91 2 24 0 0,-31 2-33 0 0,0-1-1 0 0,-1 0 1 0 0,23-5 0 0 0,-21 5-23 0 0,65 0 106 0 0,0-5 1 0 0,150-28 0 0 0,34-21 66 0 0,-264 55-168 0 0,19-5 15 0 0,0 1 1 0 0,32-2 0 0 0,-54 9-8 0 0,5-2 40 0 0,13-1-26 0 0,142 5 760 0 0,-156-5-667 0 0,-8-1-1107 0 0,-36-5-1894 0 0,-76-9-4656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4:20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107 287 400 0 0,'0'-1'263'0'0,"-1"1"-1"0"0,0-1 1 0 0,1 0-1 0 0,-1 0 0 0 0,0 1 1 0 0,1-1-1 0 0,-1 1 1 0 0,0-1-1 0 0,0 1 1 0 0,1-1-1 0 0,-1 1 0 0 0,0-1 1 0 0,0 1-1 0 0,0-1 1 0 0,0 1-1 0 0,0 0 1 0 0,0 0-1 0 0,0-1 1 0 0,0 1-1 0 0,1 0 0 0 0,-1 0 1 0 0,0 0-1 0 0,0 0 1 0 0,-2 1-1 0 0,-24-1 1474 0 0,-30 4-682 0 0,56-5-1043 0 0,1 0-1 0 0,0 0 1 0 0,0 1-1 0 0,1-1 1 0 0,-1 0-1 0 0,0 0 1 0 0,0 0 0 0 0,0 0-1 0 0,0 1 1 0 0,1-1-1 0 0,-1 0 1 0 0,0 0-1 0 0,1 0 1 0 0,-1 1 0 0 0,1-1-1 0 0,-1 0 1 0 0,1 1-1 0 0,-1-1 1 0 0,1 0-1 0 0,-1 1 1 0 0,1-1-1 0 0,0 1 1 0 0,0-2 0 0 0,119-81 149 0 0,-4-9-80 0 0,-97 78-78 0 0,-11 9-5 0 0,-2 0 1 0 0,1-1 0 0 0,0 1 0 0 0,-1-1 0 0 0,0-1 0 0 0,6-7-1 0 0,-11 12 0 0 0,-1 0-1 0 0,1 1 0 0 0,0-1 1 0 0,0 1-1 0 0,0-1 0 0 0,0 1 1 0 0,0 0-1 0 0,0-1 1 0 0,0 1-1 0 0,1 0 0 0 0,-1 0 1 0 0,0 0-1 0 0,1 0 0 0 0,-1 0 1 0 0,1 0-1 0 0,-1 0 0 0 0,3-1 1 0 0,0 0 2 0 0,-7 4-1 0 0,2-2-3 0 0,-1 1 1 0 0,1 0 0 0 0,0 0 0 0 0,-1 0 0 0 0,1-1 0 0 0,0 1 0 0 0,0 0 0 0 0,0 1 0 0 0,0-1 0 0 0,0 0 0 0 0,0 0 0 0 0,0 0 0 0 0,0 1 0 0 0,0-1-1 0 0,0 2 1 0 0,-14 17 32 0 0,-5 5 25 0 0,4-6 21 0 0,1 0-1 0 0,1 1 0 0 0,0 0 1 0 0,2 1-1 0 0,-12 28 0 0 0,0 35-188 0 0,20-63 127 0 0,-1-1 0 0 0,-2 0 0 0 0,-11 27 0 0 0,-4 7 3 0 0,19-43-32 0 0,-2 0 0 0 0,1 0 0 0 0,-11 18 0 0 0,15-29 8 0 0,-1 0 0 0 0,1 0 0 0 0,0 0 0 0 0,-1 1 0 0 0,1-1 0 0 0,0 0-1 0 0,-1 0 1 0 0,1 1 0 0 0,0-1 0 0 0,-1 0 0 0 0,1 1 0 0 0,0-1 0 0 0,0 0 0 0 0,0 1 0 0 0,-1-1-1 0 0,1 0 1 0 0,0 1 0 0 0,0-1 0 0 0,0 1 0 0 0,0-1 0 0 0,0 0 0 0 0,0 1 0 0 0,-1-1 0 0 0,1 1 0 0 0,0-1-1 0 0,0 0 1 0 0,0 1 0 0 0,0-1 0 0 0,1 1 0 0 0,-1-1 0 0 0,0 0 0 0 0,0 1 0 0 0,0-1 0 0 0,0 0-1 0 0,0 1 1 0 0,0-1 0 0 0,1 1 0 0 0,-1-1 0 0 0,0 0 0 0 0,0 1 0 0 0,0-1 0 0 0,1 0 0 0 0,-1 1 0 0 0,0-1-1 0 0,1 0 1 0 0,-1 0 0 0 0,0 1 0 0 0,1-1 0 0 0,-1 0 0 0 0,0 0 0 0 0,1 0 0 0 0,-1 1 0 0 0,0-1 0 0 0,1 0-1 0 0,-1 0 1 0 0,1 0 0 0 0,-1 0 0 0 0,0 0 0 0 0,1 0 0 0 0,-1 0 0 0 0,1 0 0 0 0,-1 0 0 0 0,94-8-1806 0 0,-91 7 1689 0 0,-2 1-9 0 0,1 0 0 0 0,-1 0 0 0 0,1 0 0 0 0,-1 0 0 0 0,1-1 0 0 0,-1 1-1 0 0,1 0 1 0 0,-1-1 0 0 0,1 0 0 0 0,-1 1 0 0 0,1-1 0 0 0,-1 0-1 0 0,0 1 1 0 0,0-1 0 0 0,1 0 0 0 0,-1 0 0 0 0,0 0 0 0 0,0 0-1 0 0,0 0 1 0 0,2-3 0 0 0,-1 2-476 0 0,21-14-1923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4:20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344 85 1361 0 0,'0'1'117'0'0,"-1"-1"0"0"0,1 1 0 0 0,-1 0 0 0 0,1-1 1 0 0,0 1-1 0 0,-1 0 0 0 0,1-1 0 0 0,-1 1 0 0 0,1-1 1 0 0,-1 1-1 0 0,0-1 0 0 0,1 0 0 0 0,-1 1 0 0 0,1-1 0 0 0,-1 1 1 0 0,0-1-1 0 0,1 0 0 0 0,-1 0 0 0 0,0 1 0 0 0,0-1 1 0 0,1 0-1 0 0,-1 0 0 0 0,-1 0 0 0 0,-25 6 830 0 0,16-5-331 0 0,-50 8 770 0 0,49-8-1306 0 0,1 0 0 0 0,-1 1 1 0 0,0 0-1 0 0,1 1 0 0 0,-1 0 0 0 0,1 1 0 0 0,-12 6 1 0 0,10-4 0 0 0,0 1 0 0 0,0 1 0 0 0,1-1 0 0 0,0 2 0 0 0,1 0 0 0 0,-17 17 0 0 0,25-24-63 0 0,1 0 0 0 0,0 1 1 0 0,0-1-1 0 0,0 1 0 0 0,0 0 0 0 0,1 0 0 0 0,-1-1 0 0 0,1 1 0 0 0,0 0 0 0 0,-1 0 0 0 0,1 0 0 0 0,0 1 0 0 0,1-1 0 0 0,-1 0 0 0 0,1 0 0 0 0,-1 0 0 0 0,1 1 0 0 0,0-1 0 0 0,0 0 0 0 0,0 0 1 0 0,1 0-1 0 0,-1 1 0 0 0,1-1 0 0 0,0 0 0 0 0,0 0 0 0 0,0 0 0 0 0,0 0 0 0 0,0 0 0 0 0,1 0 0 0 0,-1 0 0 0 0,1 0 0 0 0,0-1 0 0 0,0 1 0 0 0,0-1 0 0 0,0 1 0 0 0,0-1 0 0 0,4 3 0 0 0,4 4-7 0 0,1 0-1 0 0,0-2 0 0 0,0 1 1 0 0,1-1-1 0 0,0-1 0 0 0,0 0 0 0 0,0-1 1 0 0,1 0-1 0 0,-1-1 0 0 0,1 0 0 0 0,0-1 1 0 0,16 2-1 0 0,-1-2 1 0 0,-1-1-1 0 0,1-1 1 0 0,0-1 0 0 0,46-6-1 0 0,-64 4-6 0 0,0 0 0 0 0,1 0 0 0 0,-1-2-1 0 0,0 1 1 0 0,-1-1 0 0 0,1 0 0 0 0,-1-1-1 0 0,0 0 1 0 0,0-1 0 0 0,0 0 0 0 0,0 0 0 0 0,-1-1-1 0 0,-1 0 1 0 0,9-9 0 0 0,-5 4 0 0 0,-1-1 1 0 0,-1-1 0 0 0,0 0-1 0 0,0 0 1 0 0,-2-1-1 0 0,0 0 1 0 0,6-18 0 0 0,-11 28-4 0 0,0 0 0 0 0,0 0 0 0 0,-1 0 0 0 0,0 0 0 0 0,0 0 0 0 0,0 0 0 0 0,0-1 0 0 0,-1 1 0 0 0,0 0 0 0 0,0 0 0 0 0,-1-1 0 0 0,1 1 0 0 0,-1 0 0 0 0,-2-7 0 0 0,0 6 3 0 0,0 0 1 0 0,-1 0-1 0 0,0 0 0 0 0,0 0 0 0 0,-1 1 1 0 0,1 0-1 0 0,-1 0 0 0 0,-1 0 0 0 0,1 1 1 0 0,0-1-1 0 0,-11-5 0 0 0,6 5 0 0 0,-1-1 0 0 0,0 1 0 0 0,0 1 0 0 0,-1 0-1 0 0,1 1 1 0 0,-1 0 0 0 0,0 0 0 0 0,0 1 0 0 0,0 1-1 0 0,0 0 1 0 0,0 1 0 0 0,0 0 0 0 0,-15 3 0 0 0,24-3-35 0 0,3 0-3 0 0,-1 0 0 0 0,0 0 0 0 0,0 0 0 0 0,0-1 0 0 0,0 1 0 0 0,1 1 0 0 0,-1-1 0 0 0,0 0 0 0 0,0 0 0 0 0,0 0 0 0 0,1 0 0 0 0,-1 1 0 0 0,0-1 0 0 0,0 0 0 0 0,0 0 0 0 0,1 1 0 0 0,-1-1 0 0 0,0 1-1 0 0,1-1 1 0 0,-1 1 0 0 0,0-1 0 0 0,1 1 0 0 0,-1-1 0 0 0,0 1 0 0 0,1 0 0 0 0,-1-1 0 0 0,1 1 0 0 0,-1 0 0 0 0,1 0 0 0 0,0-1 0 0 0,-1 1 0 0 0,1 0 0 0 0,0 0 0 0 0,-1-1 0 0 0,1 1 0 0 0,0 0 0 0 0,0 0 0 0 0,0 0 0 0 0,0 0 0 0 0,0-1 0 0 0,0 1 0 0 0,0 1 0 0 0,1-1-84 0 0,-1 0 0 0 0,1 0 0 0 0,0 1 0 0 0,0-1 0 0 0,0 0 0 0 0,0-1 0 0 0,0 1 1 0 0,0 0-1 0 0,0 0 0 0 0,1 0 0 0 0,-1-1 0 0 0,0 1 0 0 0,0 0 0 0 0,1-1 0 0 0,-1 1 0 0 0,0-1 1 0 0,1 0-1 0 0,-1 1 0 0 0,0-1 0 0 0,1 0 0 0 0,2 0 0 0 0,-2 1-143 0 0,43 5-2140 0 0,8-1-27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4:21.4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422 78 1121 0 0,'0'0'4442'0'0,"-1"-1"-3683"0"0,7-2-625 0 0,10 0 187 0 0,-31 7 217 0 0,-40 6-63 0 0,10 0 25 0 0,-54 18 0 0 0,0 0 61 0 0,88-25-517 0 0,-49 15 171 0 0,55-16-185 0 0,-1 0 1 0 0,1 1-1 0 0,0-1 0 0 0,0 1 0 0 0,0 0 0 0 0,0 1 0 0 0,1-1 0 0 0,0 1 0 0 0,-6 5 0 0 0,10-8-26 0 0,-1 0 0 0 0,0 0 0 0 0,1 0 0 0 0,-1 0 0 0 0,1 0 1 0 0,0 0-1 0 0,-1 1 0 0 0,1-1 0 0 0,0 0 0 0 0,0 0 0 0 0,-1 0 0 0 0,1 0 0 0 0,0 0 0 0 0,0 0 0 0 0,0 0 0 0 0,0 1 0 0 0,1-1 0 0 0,-1 0 0 0 0,0 0 0 0 0,0 0 0 0 0,1 0 0 0 0,-1 0 0 0 0,0 0 0 0 0,1 0 0 0 0,-1 0 1 0 0,1 0-1 0 0,0 0 0 0 0,-1 0 0 0 0,1 0 0 0 0,0 0 0 0 0,-1 0 0 0 0,1 0 0 0 0,0-1 0 0 0,0 1 0 0 0,0 0 0 0 0,1 0 0 0 0,41 28 138 0 0,-40-28-127 0 0,10 6-21 0 0,1-2-1 0 0,1 1 1 0 0,-1-2 0 0 0,1 0-1 0 0,0 0 1 0 0,0-1-1 0 0,0-1 1 0 0,21 0 0 0 0,-14-2-45 0 0,-1 0 1 0 0,1-2-1 0 0,-1 0 1 0 0,0-2-1 0 0,35-9 1 0 0,-53 12 49 0 0,0 0-1 0 0,0 0 1 0 0,0 0 0 0 0,0 0-1 0 0,-1 0 1 0 0,1-1 0 0 0,0 1 0 0 0,-1-1-1 0 0,1 1 1 0 0,-1-1 0 0 0,3-3-1 0 0,-2 1 4 0 0,-1 0 0 0 0,0 0 0 0 0,0-1 0 0 0,0 1 0 0 0,0-1 0 0 0,-1 1 0 0 0,3-9 0 0 0,0-4 17 0 0,1-1-9 0 0,-1 1 1 0 0,0-1 0 0 0,1-19 0 0 0,-5 31-10 0 0,0 0 0 0 0,0 1 0 0 0,0-1 1 0 0,-1 0-1 0 0,0 1 0 0 0,0-1 0 0 0,0 1 0 0 0,-1-1 1 0 0,0 1-1 0 0,0 0 0 0 0,0-1 0 0 0,-1 1 0 0 0,1 0 1 0 0,-7-8-1 0 0,6 10 2 0 0,0 1 1 0 0,0-1-1 0 0,0 0 0 0 0,-1 1 1 0 0,1 0-1 0 0,-1 0 1 0 0,0 0-1 0 0,1 0 0 0 0,-1 0 1 0 0,0 1-1 0 0,0 0 1 0 0,0 0-1 0 0,0 0 0 0 0,0 0 1 0 0,0 0-1 0 0,-1 1 1 0 0,1 0-1 0 0,-5 0 0 0 0,-13-2-14 0 0,22 2-28 0 0,0 0 0 0 0,-1 1 0 0 0,1-1-1 0 0,0 0 1 0 0,-1 0 0 0 0,1 1 0 0 0,0-1 0 0 0,-1 0-1 0 0,1 1 1 0 0,0-1 0 0 0,0 0 0 0 0,-1 1 0 0 0,1-1-1 0 0,0 0 1 0 0,0 1 0 0 0,0-1 0 0 0,0 0 0 0 0,-1 1-1 0 0,1-1 1 0 0,0 1 0 0 0,0-1 0 0 0,0 0 0 0 0,0 1-1 0 0,0-1 1 0 0,0 1 0 0 0,0-1 0 0 0,0 1 0 0 0,0-1-1 0 0,0 0 1 0 0,0 1 0 0 0,0-1 0 0 0,1 1 0 0 0,-1-1-1 0 0,0 0 1 0 0,0 1 0 0 0,0-1 0 0 0,0 0 0 0 0,1 1-1 0 0,-1-1 1 0 0,0 0 0 0 0,0 1 0 0 0,1-1 0 0 0,-1 0-1 0 0,0 1 1 0 0,1-1 0 0 0,-1 0 0 0 0,0 0 0 0 0,1 1-1 0 0,48 19-3588 0 0,-22-14 1027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4:21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452 19 720 0 0,'-45'0'2598'0'0,"0"-1"-453"0"0,-65 8 0 0 0,94-5-2009 0 0,0 1 0 0 0,0 0 0 0 0,1 2-1 0 0,0 0 1 0 0,0 0 0 0 0,0 2 0 0 0,0 0 0 0 0,-13 8 0 0 0,10-4 12 0 0,10-6-95 0 0,0-1 0 0 0,0 1 0 0 0,0 0 1 0 0,1 0-1 0 0,0 1 0 0 0,0 0 0 0 0,0 1 1 0 0,1-1-1 0 0,-7 11 0 0 0,12-16-50 0 0,1 0 0 0 0,-1 0 0 0 0,1 0 0 0 0,-1 0 0 0 0,1 0 0 0 0,0 1 0 0 0,0-1 0 0 0,-1 0 0 0 0,1 0 0 0 0,0 0-1 0 0,0 0 1 0 0,0 1 0 0 0,0-1 0 0 0,0 0 0 0 0,1 0 0 0 0,-1 0 0 0 0,0 0 0 0 0,1 1 0 0 0,-1-1 0 0 0,0 0 0 0 0,1 0 0 0 0,-1 0 0 0 0,1 0 0 0 0,0 0 0 0 0,0 1 0 0 0,23 20 13 0 0,-7-11-25 0 0,0-1 0 0 0,0-1 0 0 0,1 0-1 0 0,0-1 1 0 0,1-1 0 0 0,0 0 0 0 0,0-2-1 0 0,27 5 1 0 0,-14-6-20 0 0,0-1 1 0 0,0-2-1 0 0,0-1 0 0 0,50-7 1 0 0,-52 4 1 0 0,7-1 9 0 0,-1-1 0 0 0,57-16 1 0 0,-91 21 19 0 0,0-1 0 0 0,-1 1 0 0 0,1-1-1 0 0,0 0 1 0 0,0 1 0 0 0,-1-1 0 0 0,1 0 0 0 0,0 0 0 0 0,-1 0 0 0 0,1 0 0 0 0,-1-1 0 0 0,1 1 0 0 0,-1 0 0 0 0,1 0 0 0 0,-1-1 0 0 0,0 1 0 0 0,0-1 0 0 0,0 0 0 0 0,0 1 0 0 0,0-1 0 0 0,0 0 0 0 0,0 1 0 0 0,-1-1 0 0 0,1 0 0 0 0,0 0 0 0 0,-1 0 0 0 0,0 0 0 0 0,1 1 0 0 0,-1-1 0 0 0,0 0 0 0 0,0 0 0 0 0,0 0 0 0 0,0 0 0 0 0,-1-3 0 0 0,0-1-1 0 0,-1 0 0 0 0,0 0 0 0 0,-1 0 0 0 0,1 0 0 0 0,-1 0 0 0 0,-1 1 0 0 0,1-1 0 0 0,-1 1 1 0 0,-4-5-1 0 0,-2-3 45 0 0,-2 1 1 0 0,0 1 0 0 0,0 0 0 0 0,-1 0 0 0 0,0 1 0 0 0,0 1 0 0 0,-2 0 0 0 0,1 1-1 0 0,-20-8 1 0 0,20 11-185 0 0,0 0 1 0 0,0 1-1 0 0,0 0 0 0 0,-22-2 0 0 0,25 5-478 0 0,0 0-1 0 0,-1 1 1 0 0,1 1-1 0 0,0 0 1 0 0,0 0 0 0 0,-14 4-1 0 0,20-4-2144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4:23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161 140 2081 0 0,'45'-59'4509'0'0,"-36"35"-2594"0"0,-9 21-1417 0 0,0 10-764 0 0,0-6 253 0 0,-1-1 20 0 0,1 1 0 0 0,0-1-1 0 0,0 0 1 0 0,-1 0 0 0 0,1 0 0 0 0,0 1-1 0 0,-1-1 1 0 0,1 0 0 0 0,0 0 0 0 0,-1 0 0 0 0,1 0-1 0 0,-1 0 1 0 0,1 1 0 0 0,0-1 0 0 0,-1 0 0 0 0,1 0-1 0 0,0 0 1 0 0,-1 0 0 0 0,1 0 0 0 0,-1 0-1 0 0,1 0 1 0 0,0 0 0 0 0,-1-1 0 0 0,1 1 0 0 0,-1 0-1 0 0,1 0 1 0 0,0 0 0 0 0,-1 0 0 0 0,1-1 0 0 0,-1 1-1 0 0,0 0 1 0 0,0-1-1 0 0,0 1 0 0 0,0 0 1 0 0,0 0-1 0 0,0 0 1 0 0,0 0-1 0 0,0-1 1 0 0,0 1-1 0 0,0 1 1 0 0,-1-1-1 0 0,1 0 1 0 0,0 0-1 0 0,0 0 1 0 0,0 0-1 0 0,0 1 1 0 0,-1 0-1 0 0,-176 68 408 0 0,173-67-374 0 0,4-3-96 0 0,7-3 58 0 0,149-81 92 0 0,-106 51-201 0 0,-41 23 27 0 0,-8 11 78 0 0,0 1-1 0 0,0-1 1 0 0,0 0-1 0 0,0 0 1 0 0,0 0 0 0 0,0 0-1 0 0,0 1 1 0 0,0-1-1 0 0,0 0 1 0 0,0 0 0 0 0,0 0-1 0 0,0 0 1 0 0,0 0 0 0 0,0 1-1 0 0,0-1 1 0 0,1 0-1 0 0,-1 0 1 0 0,0 0 0 0 0,0 0-1 0 0,0 0 1 0 0,0 0 0 0 0,0 0-1 0 0,0 1 1 0 0,0-1-1 0 0,0 0 1 0 0,0 0 0 0 0,1 0-1 0 0,-1 0 1 0 0,0 0-1 0 0,0 0 1 0 0,0 0 0 0 0,0 0-1 0 0,0 0 1 0 0,0 0 0 0 0,1 0-1 0 0,-1 1 1 0 0,0-1-1 0 0,0 0 1 0 0,0 0 0 0 0,-6 11-50 0 0,5-10 52 0 0,1 0 0 0 0,-1 0 0 0 0,1 0 0 0 0,-1 0 0 0 0,1 0 0 0 0,-1 0 0 0 0,0-1 0 0 0,1 1 0 0 0,-1 0 0 0 0,0 0 0 0 0,0-1 0 0 0,1 1 0 0 0,-1 0 0 0 0,0-1 0 0 0,0 1 0 0 0,0-1 0 0 0,0 1 0 0 0,0-1 0 0 0,0 0 0 0 0,0 1 0 0 0,0-1 0 0 0,-1 0 0 0 0,-2 2 0 0 0,4-2-3 0 0,-1 1 0 0 0,1-1 0 0 0,-1 1 0 0 0,1-1 0 0 0,0 1 0 0 0,-1-1 0 0 0,1 1 0 0 0,-1 0 0 0 0,1-1 0 0 0,0 1 0 0 0,0 0 0 0 0,-1-1 0 0 0,1 1 0 0 0,0 0 0 0 0,0 0 0 0 0,0-1 0 0 0,0 1 0 0 0,0 0 0 0 0,0 0 0 0 0,0 1-27 0 0,1-11 40 0 0,3 4 57 0 0,22 0-54 0 0,-7 4-13 0 0,-7 2-6 0 0,-1 0 0 0 0,1 0-1 0 0,0 1 1 0 0,-1 1 0 0 0,0 0-1 0 0,0 1 1 0 0,0 0 0 0 0,21 11 0 0 0,-27-13 3 0 0,1 1 1 0 0,-1 0 0 0 0,0 1 0 0 0,0-1 0 0 0,0 1 0 0 0,0 0 0 0 0,-1 0 0 0 0,0 1 0 0 0,1-1 0 0 0,-1 1 0 0 0,-1 0 0 0 0,1 0 0 0 0,-1 0 0 0 0,0 1 0 0 0,0-1 0 0 0,-1 1 0 0 0,3 6 0 0 0,-4-6 18 0 0,-1-1-1 0 0,0 0 1 0 0,0 0 0 0 0,-1 0-1 0 0,1 0 1 0 0,-1 1 0 0 0,0-1 0 0 0,0 0-1 0 0,-1 0 1 0 0,0-1 0 0 0,1 1 0 0 0,-2 0-1 0 0,1 0 1 0 0,0-1 0 0 0,-5 6-1 0 0,-6 8 59 0 0,0 0-1 0 0,-18 18 0 0 0,21-25-77 0 0,1 0 1 0 0,0 1 0 0 0,1 0 1 0 0,-8 16-1 0 0,10-17 27 0 0,-1 1-1 0 0,-1-1 1 0 0,1 0-1 0 0,-11 10 0 0 0,6-9 0 0 0,7-6-11 0 0,-1 0 0 0 0,1 0 0 0 0,0 0-1 0 0,0 1 1 0 0,-6 11 0 0 0,3-5 7 0 0,-6 15 15 0 0,14-30-144 0 0,0 1-1 0 0,0 0 1 0 0,0 0-1 0 0,0-1 0 0 0,-1 1 1 0 0,1 0-1 0 0,0 0 1 0 0,-1 0-1 0 0,1 0 1 0 0,-1-1-1 0 0,1 1 1 0 0,-1 0-1 0 0,0 0 1 0 0,1 0-1 0 0,-1 0 0 0 0,0 0 1 0 0,0 0-1 0 0,0 1 1 0 0,0-1-1 0 0,1 0 1 0 0,-3-1-1 0 0,-6-8-1405 0 0,8 7 1104 0 0,0 1-1 0 0,0 0 1 0 0,1-1 0 0 0,-1 1 0 0 0,1-1 0 0 0,-1 1-1 0 0,1-1 1 0 0,0 1 0 0 0,0-4 0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4:23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74 2001 0 0,'0'-1'135'0'0,"0"1"0"0"0,0-1 0 0 0,0 0 1 0 0,0 0-1 0 0,0 0 0 0 0,0 1 0 0 0,0-1 0 0 0,0 0 0 0 0,0 1 0 0 0,0-1 1 0 0,1 0-1 0 0,-1 0 0 0 0,0 1 0 0 0,1-1 0 0 0,-1 0 0 0 0,0 1 1 0 0,1-1-1 0 0,-1 1 0 0 0,1-1 0 0 0,-1 0 0 0 0,1 1 0 0 0,-1-1 0 0 0,1 1 1 0 0,0-1-1 0 0,-1 1 0 0 0,1 0 0 0 0,0-1 0 0 0,-1 1 0 0 0,1 0 0 0 0,0-1 1 0 0,-1 1-1 0 0,1 0 0 0 0,1-1 0 0 0,6-2 165 0 0,7-4-56 0 0,0 1-1 0 0,0 0 0 0 0,1 1 1 0 0,0 1-1 0 0,20-4 0 0 0,-21 5-208 0 0,6-1-108 0 0,1 0 0 0 0,-1 2 0 0 0,1 0 1 0 0,38 3-1 0 0,-53-1 53 0 0,1 1 0 0 0,-1 0-1 0 0,0 0 1 0 0,0 1 0 0 0,0 0 0 0 0,0 0 0 0 0,0 1-1 0 0,0-1 1 0 0,-1 2 0 0 0,1-1 0 0 0,-1 1 0 0 0,0 0-1 0 0,0 0 1 0 0,0 0 0 0 0,0 1 0 0 0,8 9 0 0 0,-14-13 21 0 0,0 0 0 0 0,1 0 0 0 0,-1-1 1 0 0,0 1-1 0 0,0 0 0 0 0,0 0 0 0 0,1 0 1 0 0,-1 0-1 0 0,0 0 0 0 0,0 0 0 0 0,0 0 1 0 0,0 0-1 0 0,-1 0 0 0 0,1-1 0 0 0,0 1 1 0 0,0 0-1 0 0,-1 0 0 0 0,1 0 0 0 0,0 0 1 0 0,-1 0-1 0 0,1-1 0 0 0,0 1 0 0 0,-1 0 1 0 0,0 0-1 0 0,1-1 0 0 0,-1 1 0 0 0,1 0 1 0 0,-1-1-1 0 0,0 1 0 0 0,1 0 0 0 0,-1-1 1 0 0,0 1-1 0 0,0-1 0 0 0,1 1 0 0 0,-3 0 1 0 0,-3 5 46 0 0,-2 3 38 0 0,0 0-1 0 0,-1 0 1 0 0,0-1 0 0 0,0 0-1 0 0,-1 0 1 0 0,0-1-1 0 0,-13 6 1 0 0,3-1 219 0 0,-1-1 0 0 0,-43 15 1 0 0,47-21-244 0 0,-1 0 0 0 0,1-2 0 0 0,-1 0 1 0 0,1-1-1 0 0,-21 0 0 0 0,18-4-99 0 0,13-5-167 0 0,8 6 139 0 0,-1-1 0 0 0,1 1 0 0 0,-1-1 0 0 0,1 1 0 0 0,-1-1 0 0 0,1 1 0 0 0,0-1 0 0 0,-1 1 0 0 0,1 0 0 0 0,0-1 0 0 0,0 1 0 0 0,2-2 0 0 0,5-9-583 0 0,0-2-860 0 0,-7 11 1126 0 0,1 0-1 0 0,-1 0 1 0 0,1 1 0 0 0,-1-1-1 0 0,1 1 1 0 0,0 0 0 0 0,0-1-1 0 0,4-3 1 0 0,20-19-2286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4:24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14 2481 0 0,'-24'7'1220'0'0,"16"-5"-549"0"0,0 0 0 0 0,0 0 0 0 0,0 0 0 0 0,-16 0 1 0 0,24-1-480 0 0,0-1-194 0 0,0 0 0 0 0,0 0 0 0 0,0 1 0 0 0,0-1 0 0 0,0 0 0 0 0,0 0 0 0 0,0 0 0 0 0,0 0 0 0 0,0 1 0 0 0,0-1 0 0 0,0 0 0 0 0,0 0 0 0 0,0 0-1 0 0,0 0 1 0 0,0 0 0 0 0,0 1 0 0 0,0-1 0 0 0,0 0 0 0 0,0 0 0 0 0,0 0 0 0 0,0 0 0 0 0,0 1 0 0 0,0-1 0 0 0,0 0 0 0 0,0 0 0 0 0,0 0 0 0 0,0 0 0 0 0,1 0 0 0 0,-1 0 0 0 0,0 1 0 0 0,0-1 0 0 0,0 0 0 0 0,0 0 0 0 0,0 0 0 0 0,0 0-1 0 0,1 0 1 0 0,-1 0 0 0 0,0 0 0 0 0,0 0 0 0 0,0 0 0 0 0,0 0 0 0 0,0 0 0 0 0,1 0 0 0 0,-1 0 0 0 0,0 0 0 0 0,0 1 0 0 0,0-1 0 0 0,0 0 0 0 0,0 0 0 0 0,1-1 0 0 0,-1 1 0 0 0,0 0 0 0 0,0 0 0 0 0,0 0 0 0 0,18 6 147 0 0,-1 0 1 0 0,23 12 0 0 0,-28-12-56 0 0,0 0 0 0 0,0 0 0 0 0,1-1 0 0 0,0-1 0 0 0,0 0 0 0 0,1-1 0 0 0,-1 0 0 0 0,0-1 0 0 0,1-1 0 0 0,17 0 0 0 0,-27-1-81 0 0,45-5 87 0 0,-45 4-91 0 0,-1 0-1 0 0,1 1 1 0 0,-1-1-1 0 0,1-1 1 0 0,-1 1 0 0 0,1 0-1 0 0,-1-1 1 0 0,0 0-1 0 0,1 0 1 0 0,-1 0-1 0 0,4-3 1 0 0,4-6-5 0 0,-10 10 0 0 0,1 0 0 0 0,-1-1 0 0 0,1 1 0 0 0,-1-1 0 0 0,1 1 0 0 0,-1-1 0 0 0,0 0 0 0 0,1 1 0 0 0,-1-1 0 0 0,0 0 0 0 0,0 0 0 0 0,-1 0 0 0 0,1 0 0 0 0,0 0 0 0 0,-1 0 0 0 0,1 0 0 0 0,-1 0 0 0 0,1-3 0 0 0,-1 4 0 0 0,0 0 0 0 0,0 0 0 0 0,0 1 0 0 0,0-1 0 0 0,-1 0 0 0 0,1 0 0 0 0,0 0 0 0 0,-1 0 0 0 0,1 0 0 0 0,0 1 0 0 0,-1-1 0 0 0,1 0 0 0 0,-1 0 0 0 0,1 1 0 0 0,-1-1 0 0 0,1 0 0 0 0,-1 1 0 0 0,0-1 0 0 0,1 0 0 0 0,-1 1 0 0 0,0-1 0 0 0,0 1 0 0 0,1-1 0 0 0,-1 1 0 0 0,0-1 0 0 0,0 1 0 0 0,-1-1 0 0 0,-27-4 0 0 0,20 4 0 0 0,-22-3 8 0 0,0 1 1 0 0,0 1-1 0 0,0 2 0 0 0,0 1 1 0 0,0 1-1 0 0,0 2 0 0 0,-55 14 1 0 0,84-18-9 0 0,1 1 1 0 0,-1-1-1 0 0,0 1 0 0 0,0-1 1 0 0,0 1-1 0 0,0 0 1 0 0,0 0-1 0 0,0 0 1 0 0,1 0-1 0 0,-1 0 1 0 0,0 0-1 0 0,1 0 1 0 0,-1 0-1 0 0,1 1 0 0 0,-1-1 1 0 0,1 1-1 0 0,0-1 1 0 0,0 1-1 0 0,-1-1 1 0 0,1 1-1 0 0,-1 2 1 0 0,3-3-7 0 0,-1 0 0 0 0,0 0 1 0 0,1 0-1 0 0,-1 0 0 0 0,1 0 1 0 0,-1 0-1 0 0,1 0 0 0 0,-1-1 1 0 0,1 1-1 0 0,-1 0 0 0 0,1 0 1 0 0,0 0-1 0 0,0-1 0 0 0,-1 1 1 0 0,1 0-1 0 0,0-1 0 0 0,0 1 1 0 0,0-1-1 0 0,0 1 0 0 0,0-1 1 0 0,0 1-1 0 0,0-1 0 0 0,0 0 1 0 0,0 1-1 0 0,0-1 0 0 0,0 0 1 0 0,0 0-1 0 0,0 0 0 0 0,1 0 1 0 0,47 13-178 0 0,-32-8-253 0 0,-1-1 1 0 0,2 0-1 0 0,-1-1 0 0 0,0 0 0 0 0,1-2 1 0 0,-1 0-1 0 0,22-2 0 0 0,14-10-2072 0 0,1-4 134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4:24.7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555 36 1921 0 0,'-1'-1'128'0'0,"0"1"0"0"0,1-1 0 0 0,-1 0 0 0 0,0 0 1 0 0,0 1-1 0 0,1-1 0 0 0,-1 0 0 0 0,0 1 0 0 0,0-1 0 0 0,0 1 0 0 0,0-1 0 0 0,0 1 1 0 0,0 0-1 0 0,0-1 0 0 0,0 1 0 0 0,0 0 0 0 0,0 0 0 0 0,0-1 0 0 0,0 1 1 0 0,0 0-1 0 0,-1 0 0 0 0,-4-1 361 0 0,-17-6 76 0 0,0 2 0 0 0,0 0-1 0 0,-1 2 1 0 0,-44-1 0 0 0,58 4-534 0 0,-1 0 0 0 0,1 0-1 0 0,-1 1 1 0 0,1 1 0 0 0,0 0 0 0 0,0 0-1 0 0,-1 1 1 0 0,1 0 0 0 0,1 1 0 0 0,-1 0 0 0 0,0 0-1 0 0,1 1 1 0 0,-9 7 0 0 0,18-12-29 0 0,-1 0 1 0 0,1 1-1 0 0,0-1 0 0 0,0 0 1 0 0,-1 1-1 0 0,1-1 0 0 0,0 0 1 0 0,0 1-1 0 0,0-1 0 0 0,0 0 1 0 0,0 1-1 0 0,0-1 0 0 0,0 0 1 0 0,-1 1-1 0 0,1-1 0 0 0,0 0 1 0 0,0 1-1 0 0,0-1 0 0 0,1 1 1 0 0,-1-1-1 0 0,0 0 0 0 0,0 1 1 0 0,0-1-1 0 0,0 0 0 0 0,0 1 1 0 0,0-1-1 0 0,0 0 0 0 0,1 1 1 0 0,-1-1-1 0 0,0 0 0 0 0,0 1 1 0 0,0-1-1 0 0,1 0 0 0 0,-1 1 1 0 0,0-1-1 0 0,0 0 0 0 0,1 0 1 0 0,-1 1-1 0 0,0-1 0 0 0,1 0 1 0 0,-1 0-1 0 0,0 0 0 0 0,1 0 1 0 0,-1 1-1 0 0,0-1 0 0 0,1 0 1 0 0,13 7 34 0 0,-10-4-36 0 0,1-1-1 0 0,-1 0 1 0 0,1 1 0 0 0,0-1 0 0 0,0-1 0 0 0,0 1 0 0 0,0-1 0 0 0,0 0 0 0 0,0 0 0 0 0,0-1 0 0 0,0 1 0 0 0,1-1-1 0 0,7-1 1 0 0,25 2 0 0 0,22 6-40 0 0,-53-7 34 0 0,-1 2 1 0 0,0-1-1 0 0,0 1 1 0 0,0-1-1 0 0,0 2 1 0 0,0-1-1 0 0,-1 1 0 0 0,7 3 1 0 0,-11-5 6 0 0,-1-1 0 0 0,0 1 1 0 0,1 0-1 0 0,-1-1 0 0 0,1 1 1 0 0,-1-1-1 0 0,0 1 0 0 0,0 0 0 0 0,1-1 1 0 0,-1 1-1 0 0,0 0 0 0 0,0-1 1 0 0,0 1-1 0 0,0 0 0 0 0,0-1 0 0 0,0 1 1 0 0,0 0-1 0 0,0 0 0 0 0,0-1 0 0 0,0 1 1 0 0,0 0-1 0 0,0-1 0 0 0,0 1 1 0 0,-1 0-1 0 0,1-1 0 0 0,0 1 0 0 0,0 0 1 0 0,-1-1-1 0 0,1 1 0 0 0,-1-1 1 0 0,1 1-1 0 0,0 0 0 0 0,-1-1 0 0 0,1 1 1 0 0,-1-1-1 0 0,1 1 0 0 0,-1-1 0 0 0,1 0 1 0 0,-1 1-1 0 0,0 0 0 0 0,-15 9 109 0 0,-1 0-1 0 0,1-1 1 0 0,-1-1-1 0 0,-1 0 1 0 0,0-2-1 0 0,-31 9 1 0 0,16-6 44 0 0,-1-2-1 0 0,1-2 1 0 0,-1-1 0 0 0,-37 0 0 0 0,60-4-151 0 0,-1 0 1 0 0,1-1 0 0 0,-15-4-1 0 0,23 5-25 0 0,-1-1 1 0 0,1 0-1 0 0,0 0 0 0 0,0 0 0 0 0,0 0 0 0 0,0-1 1 0 0,0 0-1 0 0,0 1 0 0 0,0-1 0 0 0,1 0 0 0 0,-1 0 1 0 0,0 0-1 0 0,1-1 0 0 0,-4-3 0 0 0,6 6 9 0 0,0-1 1 0 0,-1 1-1 0 0,1-1 0 0 0,-1 0 1 0 0,1 1-1 0 0,0-1 0 0 0,0 0 1 0 0,-1 1-1 0 0,1-1 0 0 0,0 0 0 0 0,0 0 1 0 0,0 1-1 0 0,0-1 0 0 0,0 0 1 0 0,0 1-1 0 0,0-1 0 0 0,0 0 0 0 0,0 0 1 0 0,0 1-1 0 0,0-1 0 0 0,0 0 1 0 0,1 1-1 0 0,-1-1 0 0 0,0 0 0 0 0,0 1 1 0 0,1-1-1 0 0,-1 0 0 0 0,0 1 1 0 0,1-1-1 0 0,-1 1 0 0 0,1-1 1 0 0,0 0-1 0 0,24-17-562 0 0,24-8-1200 0 0,4-7-1881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4:25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444 22 1201 0 0,'-30'-6'2473'0'0,"4"1"-1417"0"0,0 0 0 0 0,-1 2-1 0 0,-28 0 1 0 0,25 4-849 0 0,0 1-1 0 0,0 1 1 0 0,-36 9 0 0 0,55-10-175 0 0,-30 11 113 0 0,40-12-136 0 0,-1-1 0 0 0,1 1 0 0 0,0-1 0 0 0,0 1 0 0 0,-1 0 0 0 0,1 0-1 0 0,0-1 1 0 0,0 1 0 0 0,0 0 0 0 0,0 0 0 0 0,0 0 0 0 0,0 0 0 0 0,0 0 0 0 0,0 0 0 0 0,0 1 0 0 0,1-1 0 0 0,-1 0 0 0 0,0 0 0 0 0,1 1 0 0 0,-1-1-1 0 0,1 0 1 0 0,-1 1 0 0 0,1-1 0 0 0,-1 2 0 0 0,2-1-7 0 0,-1-1 0 0 0,0 1 1 0 0,0-1-1 0 0,1 1 0 0 0,-1-1 0 0 0,1 0 0 0 0,0 1 0 0 0,-1-1 0 0 0,1 0 1 0 0,0 1-1 0 0,0-1 0 0 0,0 0 0 0 0,0 0 0 0 0,0 0 0 0 0,0 0 0 0 0,0 0 1 0 0,0 0-1 0 0,0 0 0 0 0,0 0 0 0 0,1 0 0 0 0,-1 0 0 0 0,0-1 0 0 0,1 1 1 0 0,-1-1-1 0 0,1 1 0 0 0,-1-1 0 0 0,2 1 0 0 0,5 2 2 0 0,0-1 0 0 0,1-1 0 0 0,-1 1 0 0 0,10-1 0 0 0,116-4-3 0 0,-90 1-15 0 0,20-5-60 0 0,-53 5 43 0 0,0 0-1 0 0,0 1 1 0 0,1 0 0 0 0,-1 1-1 0 0,1 0 1 0 0,16 3-1 0 0,-28-3 32 0 0,0 0 0 0 0,1 0 0 0 0,-1 0 0 0 0,0 0 0 0 0,0 1 0 0 0,0-1 0 0 0,0 0 0 0 0,1 0 0 0 0,-1 0 0 0 0,0 0 0 0 0,0 0 0 0 0,0 0 0 0 0,0 0 0 0 0,0 0 0 0 0,0 0 0 0 0,1 0 0 0 0,-1 1 0 0 0,0-1 0 0 0,0 0 0 0 0,0 0 0 0 0,0 0 0 0 0,0 0 0 0 0,0 0 0 0 0,0 0 0 0 0,0 1 0 0 0,0-1 0 0 0,1 0 0 0 0,-1 0 0 0 0,0 0 0 0 0,0 0 0 0 0,0 1 0 0 0,0-1 0 0 0,0 0 0 0 0,0 0 0 0 0,0 0 0 0 0,0 0 0 0 0,0 1 0 0 0,0-1 0 0 0,0 0 0 0 0,0 0 0 0 0,-1 0 0 0 0,1 0 0 0 0,0 0 0 0 0,0 1 0 0 0,0-1 0 0 0,0 0 0 0 0,0 0 0 0 0,0 0 0 0 0,0 0 0 0 0,0 0 0 0 0,0 1 0 0 0,0-1 0 0 0,-1 0 0 0 0,1 0 0 0 0,0 0 0 0 0,0 0 0 0 0,0 0 0 0 0,0 0 0 0 0,0 0 0 0 0,0 0 0 0 0,-1 0 0 0 0,1 0 0 0 0,0 1 0 0 0,0-1 0 0 0,0 0 0 0 0,0 0 0 0 0,-1 0 0 0 0,-3 3 12 0 0,-1 0-1 0 0,1-1 1 0 0,-1 1-1 0 0,0-1 1 0 0,0 0-1 0 0,-7 2 0 0 0,-250 77 750 0 0,178-57-321 0 0,79-22-432 0 0,0-1-1 0 0,0 1 1 0 0,0-1-1 0 0,-1 0 1 0 0,1-1-1 0 0,0 1 1 0 0,-1-1-1 0 0,1 0 1 0 0,0-1-1 0 0,-7 0 1 0 0,1-1-24 0 0,11 2 7 0 0,0 0 0 0 0,1-1 1 0 0,-1 1-1 0 0,0 0 0 0 0,0 0 1 0 0,1 0-1 0 0,-1 0 0 0 0,0-1 1 0 0,0 1-1 0 0,0 0 0 0 0,1 0 1 0 0,-1-1-1 0 0,0 1 0 0 0,0 0 1 0 0,0 0-1 0 0,0-1 0 0 0,0 1 1 0 0,0 0-1 0 0,1 0 0 0 0,-1-1 1 0 0,0 1-1 0 0,0 0 0 0 0,0 0 1 0 0,0-1-1 0 0,0 1 0 0 0,0 0 1 0 0,0-1-1 0 0,0 1 0 0 0,0 0 1 0 0,0 0-1 0 0,0-1 0 0 0,0 1 1 0 0,-1 0-1 0 0,1-1 0 0 0,0 1 1 0 0,0 0-1 0 0,0 0 1 0 0,0-1-1 0 0,0 1 0 0 0,0 0 1 0 0,-1 0-1 0 0,1-1 0 0 0,0 1 1 0 0,0 0-1 0 0,0 0 0 0 0,-1 0 1 0 0,1-1-1 0 0,0 1 0 0 0,0 0 1 0 0,-1 0-1 0 0,1 0 0 0 0,0 0 1 0 0,0 0-1 0 0,-1 0 0 0 0,1-1 1 0 0,0 1-1 0 0,0 0 0 0 0,-1 0 1 0 0,1 0-1 0 0,0 0 0 0 0,-1 0 1 0 0,1 0-1 0 0,0 0 0 0 0,0 0 1 0 0,-1 0-1 0 0,0 0 0 0 0,1 0-11 0 0,4-2-254 0 0,0 0 0 0 0,0 0-1 0 0,0 0 1 0 0,0 0-1 0 0,0 1 1 0 0,6-2 0 0 0,28-11-3288 0 0,-13-2 921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4:25.7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316 79 2401 0 0,'-34'4'1062'0'0,"-16"0"443"0"0,0 3-1 0 0,-64 17 1 0 0,109-22-1479 0 0,0-1 1 0 0,1 1-1 0 0,-1 0 1 0 0,1 0-1 0 0,-1 1 1 0 0,1-1-1 0 0,0 1 1 0 0,0 0-1 0 0,0 0 1 0 0,-4 5-1 0 0,6-6-26 0 0,1 0-1 0 0,-1 0 0 0 0,1 1 0 0 0,-1-1 1 0 0,1 0-1 0 0,0 1 0 0 0,0-1 0 0 0,0 1 1 0 0,0-1-1 0 0,1 1 0 0 0,-1-1 0 0 0,1 1 1 0 0,-1 0-1 0 0,1 4 0 0 0,0-5 10 0 0,1 0-1 0 0,-1 0 0 0 0,0 0 1 0 0,1 0-1 0 0,0 0 1 0 0,0 0-1 0 0,-1 0 0 0 0,1 0 1 0 0,0 0-1 0 0,0-1 1 0 0,1 1-1 0 0,-1 0 0 0 0,0-1 1 0 0,1 1-1 0 0,-1-1 1 0 0,0 1-1 0 0,1-1 0 0 0,0 0 1 0 0,-1 0-1 0 0,1 0 1 0 0,0 0-1 0 0,0 0 0 0 0,-1 0 1 0 0,1 0-1 0 0,0 0 1 0 0,0-1-1 0 0,0 1 0 0 0,0-1 1 0 0,2 1-1 0 0,8 4 20 0 0,18 5 12 0 0,1 0 0 0 0,0-2 0 0 0,0-1 0 0 0,1-2 0 0 0,0-1 0 0 0,0-1 0 0 0,34-2 0 0 0,-57-2-6 0 0,0 1 0 0 0,0-1 0 0 0,0 0-1 0 0,15-5 1 0 0,-21 5-38 0 0,1 0-1 0 0,-1 0 1 0 0,0 0-1 0 0,1-1 1 0 0,-1 0-1 0 0,0 1 1 0 0,0-1 0 0 0,0-1-1 0 0,0 1 1 0 0,0 0-1 0 0,-1-1 1 0 0,1 1 0 0 0,2-5-1 0 0,-2 4-13 0 0,-1 1-1 0 0,0-2 1 0 0,0 1-1 0 0,-1 0 0 0 0,1 0 1 0 0,-1 0-1 0 0,0-1 1 0 0,1 1-1 0 0,-2-1 1 0 0,1 1-1 0 0,0-1 1 0 0,-1 1-1 0 0,1-1 1 0 0,-1 0-1 0 0,0 1 1 0 0,0-1-1 0 0,-1 1 1 0 0,1-1-1 0 0,-1 1 0 0 0,1-1 1 0 0,-1 1-1 0 0,0-1 1 0 0,-2-4-1 0 0,-3-2-102 0 0,-1-1-1 0 0,0 2 1 0 0,0-1-1 0 0,-1 1 1 0 0,-17-17-1 0 0,14 15-331 0 0,0 1-1 0 0,-24-18 1 0 0,-30-4-1662 0 0,59 29 1882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4:26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319 52 1681 0 0,'0'-2'210'0'0,"1"0"0"0"0,-1 0 0 0 0,0 0 1 0 0,0 0-1 0 0,0 0 0 0 0,0 1 0 0 0,0-1 0 0 0,0 0 1 0 0,-1 0-1 0 0,1 0 0 0 0,-1 0 0 0 0,1 0 1 0 0,-1 0-1 0 0,0 1 0 0 0,1-1 0 0 0,-1 0 0 0 0,0 0 1 0 0,0 1-1 0 0,0-1 0 0 0,-1 1 0 0 0,1-1 0 0 0,0 1 1 0 0,-1-1-1 0 0,1 1 0 0 0,0 0 0 0 0,-1 0 0 0 0,0-1 1 0 0,-1 0-1 0 0,3 0 1742 0 0,5 2-1527 0 0,12 5-401 0 0,-8 2-29 0 0,-1 0-1 0 0,1 0 1 0 0,-1 1 0 0 0,-1 1-1 0 0,1-1 1 0 0,5 10 0 0 0,5 5-38 0 0,-14-18 34 0 0,1 0 4 0 0,0 0-1 0 0,-1 0 1 0 0,0 1 0 0 0,0-1 0 0 0,0 1-1 0 0,0 0 1 0 0,-1 0 0 0 0,0 0-1 0 0,-1 0 1 0 0,1 1 0 0 0,-1-1 0 0 0,0 1-1 0 0,-1-1 1 0 0,1 1 0 0 0,-1 8 0 0 0,-1 41 5 0 0,1-55 0 0 0,-1 0 0 0 0,0 0 1 0 0,0 0-1 0 0,0 0 1 0 0,0 0-1 0 0,0 0 1 0 0,0 0-1 0 0,0-1 0 0 0,0 1 1 0 0,0 0-1 0 0,0 0 1 0 0,0 0-1 0 0,0 0 1 0 0,-1 0-1 0 0,1 0 0 0 0,0-1 1 0 0,-1 1-1 0 0,1 0 1 0 0,-1 0-1 0 0,1 0 1 0 0,-1-1-1 0 0,1 1 0 0 0,-1 0 1 0 0,1-1-1 0 0,-1 1 1 0 0,0 0-1 0 0,1-1 1 0 0,-1 1-1 0 0,0-1 0 0 0,0 1 1 0 0,1-1-1 0 0,-1 1 1 0 0,0-1-1 0 0,0 0 0 0 0,0 1 1 0 0,0-1-1 0 0,1 0 1 0 0,-1 0-1 0 0,0 1 1 0 0,0-1-1 0 0,-2 0 0 0 0,1-1 7 0 0,0 1-1 0 0,-1-1 0 0 0,1 1 1 0 0,0-1-1 0 0,-1 0 0 0 0,1 0 0 0 0,0 0 1 0 0,0-1-1 0 0,0 1 0 0 0,0 0 1 0 0,-3-3-1 0 0,-17-13 27 0 0,-35-22 0 0 0,52 36-32 0 0,-2-1-1 0 0,1 1 0 0 0,-1-1 0 0 0,0 2 0 0 0,0-1 0 0 0,-1 1 0 0 0,1 0 0 0 0,-9-1 0 0 0,5 1 0 0 0,6 1 1 0 0,-1 0-1 0 0,1 0 1 0 0,-1 1 0 0 0,0-1 0 0 0,0 1 0 0 0,1 1 0 0 0,-1-1 0 0 0,0 1 0 0 0,1 0-1 0 0,-1 0 1 0 0,1 1 0 0 0,-8 2 0 0 0,0 0 14 0 0,3-2-4 0 0,-61 22 104 0 0,65-22-92 0 0,1 1-1 0 0,-1-1 0 0 0,0 1 0 0 0,1 1 0 0 0,-1-1 0 0 0,1 1 0 0 0,0 0 0 0 0,0 0 0 0 0,-7 9 0 0 0,11-11-15 0 0,0-1 0 0 0,0 1-1 0 0,0-1 1 0 0,0 1 0 0 0,1-1 0 0 0,-1 1-1 0 0,1 0 1 0 0,-1-1 0 0 0,1 1 0 0 0,0 0-1 0 0,-1 0 1 0 0,1-1 0 0 0,0 1 0 0 0,0 0-1 0 0,0 0 1 0 0,0 0 0 0 0,1-1-1 0 0,-1 1 1 0 0,0 0 0 0 0,1-1 0 0 0,0 3-1 0 0,18 29 156 0 0,-15-28-125 0 0,0 1-27 0 0,1-1 0 0 0,0 1 0 0 0,0-1 0 0 0,0-1 0 0 0,1 1 0 0 0,-1-1 0 0 0,1 0 0 0 0,0 0 0 0 0,0-1-1 0 0,1 0 1 0 0,-1 0 0 0 0,1 0 0 0 0,0-1 0 0 0,0 0 0 0 0,-1 0 0 0 0,10 1 0 0 0,6 0-252 0 0,0-1-1 0 0,0-1 1 0 0,43-3 0 0 0,19-10-2146 0 0,18-8-2748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4:26.7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598 241 1040 0 0,'32'-24'1464'0'0,"2"1"0"0"0,0 2 0 0 0,69-30 0 0 0,-60 31-457 0 0,74-48 1 0 0,-63 35-195 0 0,-90 53-279 0 0,-212 161-401 0 0,57-29-26 0 0,-151 65 400 0 0,317-204-395 0 0,1 1 0 0 0,0 1 0 0 0,1 1 0 0 0,-40 37 0 0 0,57-47-100 0 0,1-1-23 0 0,0 0 1 0 0,0 0 0 0 0,0 1 0 0 0,-7 10-1 0 0,12-15 6 0 0,0-1-1 0 0,0 0 1 0 0,0 1-1 0 0,0-1 1 0 0,-1 0-1 0 0,1 1 0 0 0,0-1 1 0 0,0 1-1 0 0,0-1 1 0 0,0 0-1 0 0,0 1 1 0 0,0-1-1 0 0,0 1 1 0 0,0-1-1 0 0,0 1 1 0 0,0-1-1 0 0,0 0 1 0 0,0 1-1 0 0,1-1 0 0 0,-1 0 1 0 0,0 1-1 0 0,0-1 1 0 0,0 1-1 0 0,0-1 1 0 0,1 0-1 0 0,-1 1 1 0 0,0-1-1 0 0,0 0 1 0 0,1 1-1 0 0,-1-1 1 0 0,18 4-237 0 0,6-7-178 0 0,0-1 0 0 0,0-1 0 0 0,0-1-1 0 0,31-13 1 0 0,-25 9-454 0 0,99-32-4222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4:27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236 103 2481 0 0,'-13'1'962'0'0,"-1"0"-1"0"0,1 1 1 0 0,0 0 0 0 0,-18 6-1 0 0,12-2-402 0 0,1-2-1 0 0,-21 2 0 0 0,17-4-260 0 0,13 0-36 0 0,-1-1 0 0 0,1-1 1 0 0,-16 0-1 0 0,42-8 72 0 0,15-12-267 0 0,29-7-61 0 0,77-29-104 0 0,-125 51 49 0 0,0 2 0 0 0,0-1 0 0 0,0 2 0 0 0,1 0 0 0 0,0 0-1 0 0,-1 2 1 0 0,1-1 0 0 0,16 3 0 0 0,-28-2 41 0 0,1 1 0 0 0,-1-1 0 0 0,0 0 0 0 0,0 1 0 0 0,0 0 0 0 0,0-1 0 0 0,-1 1 0 0 0,1 0 0 0 0,0 0 0 0 0,0 0 0 0 0,2 2 0 0 0,-4-3 4 0 0,1 1-1 0 0,-1 0 1 0 0,1 0-1 0 0,-1-1 0 0 0,1 1 1 0 0,-1 0-1 0 0,0 0 0 0 0,0-1 1 0 0,1 1-1 0 0,-1 0 0 0 0,0 0 1 0 0,0 0-1 0 0,0 0 0 0 0,0 0 1 0 0,0-1-1 0 0,0 1 1 0 0,0 0-1 0 0,0 0 0 0 0,0 0 1 0 0,-1 0-1 0 0,1-1 0 0 0,0 1 1 0 0,0 0-1 0 0,-1 0 0 0 0,1 0 1 0 0,-1-1-1 0 0,1 1 0 0 0,-1 0 1 0 0,1-1-1 0 0,-1 1 0 0 0,1 0 1 0 0,-1-1-1 0 0,0 2 1 0 0,-9 9-1 0 0,0 0 0 0 0,0 0 0 0 0,-1-1 0 0 0,-1 0 1 0 0,0-1-1 0 0,0 0 0 0 0,0-1 0 0 0,-1 0 1 0 0,0-1-1 0 0,-1-1 0 0 0,0 0 0 0 0,0-1 1 0 0,-24 6-1 0 0,19-7 49 0 0,19-4-26 0 0,4-2-11 0 0,-16-2 4 0 0,12 3-4 0 0,-1-1 1 0 0,0 1-1 0 0,0 0 1 0 0,1 0-1 0 0,-1-1 1 0 0,1 1-1 0 0,0 0 1 0 0,-1-1-1 0 0,1 1 0 0 0,0-1 1 0 0,0 1-1 0 0,-1 0 1 0 0,1-1-1 0 0,0 1 1 0 0,1-1-1 0 0,-1 1 1 0 0,0 0-1 0 0,1-3 1 0 0,-1 2-3 0 0,0 1-5 0 0,0 0 0 0 0,0 0 0 0 0,0 0 0 0 0,1 0 0 0 0,-1 0 0 0 0,0 0 0 0 0,1 0 0 0 0,-1 0 0 0 0,1 0 0 0 0,-1 0 0 0 0,1 0 0 0 0,0 0 0 0 0,-1 0 0 0 0,1 0 0 0 0,0 0 0 0 0,-1 1 0 0 0,1-1 0 0 0,0 0 0 0 0,0 1 0 0 0,0-1 0 0 0,0 0 0 0 0,2 0 0 0 0,4-5 0 0 0,-3 1 0 0 0,0-1 0 0 0,0 1 0 0 0,1 0 0 0 0,0 1 0 0 0,0-1 0 0 0,0 1 0 0 0,0 0 0 0 0,1 1 0 0 0,9-6 0 0 0,-14 8 0 0 0,8-4-10 0 0,1 0 1 0 0,0 0 0 0 0,19-5 0 0 0,-24 8 4 0 0,1 2 0 0 0,-1-1 0 0 0,0 1 1 0 0,1-1-1 0 0,-1 1 0 0 0,0 1 1 0 0,0-1-1 0 0,1 1 0 0 0,-1 0 1 0 0,0 0-1 0 0,6 2 0 0 0,-7 0 1 0 0,-1-1 0 0 0,1 1 0 0 0,0 0 0 0 0,-1 0-1 0 0,0 0 1 0 0,0 0 0 0 0,0 1 0 0 0,0-1 0 0 0,0 1 0 0 0,-1 0-1 0 0,1 0 1 0 0,-1 0 0 0 0,0 0 0 0 0,0 0 0 0 0,2 8 0 0 0,-3-10 4 0 0,0 2 0 0 0,0-1 0 0 0,0 1 0 0 0,-1 0 0 0 0,1 0 0 0 0,-1-1 0 0 0,1 1 0 0 0,-1 0 0 0 0,-1 3 0 0 0,1 1 0 0 0,0-7 0 0 0,-1 0 0 0 0,1-1 1 0 0,-1 1-1 0 0,1 0 0 0 0,-1-1 1 0 0,1 1-1 0 0,-1 0 0 0 0,0-1 1 0 0,1 1-1 0 0,-1-1 0 0 0,0 1 1 0 0,1-1-1 0 0,-1 1 0 0 0,0-1 1 0 0,0 1-1 0 0,0-1 0 0 0,1 0 1 0 0,-1 1-1 0 0,0-1 1 0 0,0 0-1 0 0,0 0 0 0 0,0 0 1 0 0,0 1-1 0 0,1-1 0 0 0,-1 0 1 0 0,0 0-1 0 0,-1-1 0 0 0,1 1 4 0 0,-3 0 63 0 0,3-6-47 0 0,1-1 0 0 0,0 1 0 0 0,1-1 0 0 0,-1 1 0 0 0,1-1 0 0 0,1 1 0 0 0,-1 0 0 0 0,4-9 0 0 0,-2 10-6 0 0,1 0 0 0 0,-1 1 0 0 0,1-1 0 0 0,-1 1 0 0 0,1 0 0 0 0,1 0 0 0 0,-1 1 0 0 0,0-1 0 0 0,6-2 0 0 0,39-28-28 0 0,-47 33 10 0 0,-1-1-1 0 0,1 1 1 0 0,0-1-1 0 0,1 1 0 0 0,-1 0 1 0 0,0 0-1 0 0,0 0 1 0 0,0 0-1 0 0,1 1 1 0 0,-1-1-1 0 0,0 0 0 0 0,1 1 1 0 0,-1 0-1 0 0,1-1 1 0 0,2 1-1 0 0,41 5-55 0 0,-43-4 62 0 0,0 0 0 0 0,0 0 0 0 0,0 0 0 0 0,0 0 1 0 0,0 1-1 0 0,0-1 0 0 0,-1 1 0 0 0,1 0 0 0 0,0 0 0 0 0,-1 0 0 0 0,0 0 0 0 0,1 1 1 0 0,-1-1-1 0 0,0 1 0 0 0,0-1 0 0 0,0 1 0 0 0,-1-1 0 0 0,1 1 0 0 0,-1 0 0 0 0,1 0 0 0 0,-1 0 1 0 0,0 0-1 0 0,0 0 0 0 0,0 0 0 0 0,-1 0 0 0 0,1 1 0 0 0,-1-1 0 0 0,1 0 0 0 0,-1 4 1 0 0,0-2 3 0 0,0 1 0 0 0,0-1 0 0 0,0 1 0 0 0,0-1 0 0 0,-1 0 0 0 0,0 1 0 0 0,0-1 0 0 0,0 0 0 0 0,-1 0 0 0 0,0 1 0 0 0,0-1 0 0 0,0 0 0 0 0,-1-1 0 0 0,1 1 0 0 0,-6 6 0 0 0,8-10-8 0 0,-1-1-1 0 0,1 1 1 0 0,-1 0-1 0 0,0-1 1 0 0,1 1-1 0 0,-1-1 1 0 0,0 1-1 0 0,1-1 1 0 0,-1 0-1 0 0,0 1 1 0 0,0-1-1 0 0,1 0 1 0 0,-1 0 0 0 0,0 1-1 0 0,0-1 1 0 0,0 0-1 0 0,1 0 1 0 0,-1 0-1 0 0,0 0 1 0 0,0 0-1 0 0,0 0 1 0 0,1 0-1 0 0,-1 0 1 0 0,0 0-1 0 0,0 0 1 0 0,0-1 0 0 0,1 1-1 0 0,-1 0 1 0 0,-1-1-1 0 0,-1 0-16 0 0,3 1 14 0 0,0 0 0 0 0,0 0 1 0 0,0 0-1 0 0,0 0 0 0 0,0 0 0 0 0,1-1 1 0 0,-1 1-1 0 0,0 0 0 0 0,0 0 1 0 0,0 0-1 0 0,0 0 0 0 0,0 0 1 0 0,0 0-1 0 0,0 0 0 0 0,1-1 1 0 0,-1 1-1 0 0,0 0 0 0 0,0 0 0 0 0,0 0 1 0 0,0 0-1 0 0,0 0 0 0 0,0 0 1 0 0,0-1-1 0 0,0 1 0 0 0,0 0 1 0 0,0 0-1 0 0,0 0 0 0 0,0 0 0 0 0,0-1 1 0 0,0 1-1 0 0,0 0 0 0 0,0 0 1 0 0,0 0-1 0 0,0 0 0 0 0,0 0 1 0 0,0-1-1 0 0,0 1 0 0 0,0 0 0 0 0,0 0 1 0 0,0 0-1 0 0,0 0 0 0 0,0 0 1 0 0,-1-1-1 0 0,1 1 0 0 0,0 0 1 0 0,0 0-1 0 0,0 0 0 0 0,0 0 0 0 0,0 0 1 0 0,0 0-1 0 0,0 0 0 0 0,-1 0 1 0 0,1-1-1 0 0,0 1 0 0 0,0 0 1 0 0,0 0-1 0 0,0 0 0 0 0,0 0 0 0 0,-1 0 1 0 0,2 0-21 0 0,3-3-92 0 0,-2 2-34 0 0,0 0 1 0 0,-1 0 0 0 0,1-1 0 0 0,-1 1-1 0 0,1-1 1 0 0,-1 1 0 0 0,1-1 0 0 0,-1 1-1 0 0,0-1 1 0 0,1 0 0 0 0,-1 0 0 0 0,0 0-1 0 0,0 1 1 0 0,-1-1 0 0 0,2-4 0 0 0,20-29-3265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4:28.1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208 0 1281 0 0,'-53'68'5522'0'0,"5"-2"-3201"0"0,21-15-2321 0 0,27-5-320 0 0,-26-7 240 0 0,26-5 160 0 0,-27-17-160 0 0,27-2-160 0 0,-27-3-801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4:28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12 880 0 0,'-26'-12'5603'0'0,"-1"12"-2882"0"0,27 7-2241 0 0,0 3-400 0 0,27-3-960 0 0,-1-2-1681 0 0,1 0-641 0 0,0 2 561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4:29.0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19 199 960 0 0,'-4'0'3255'0'0,"-11"0"-1252"0"0,30 0-1498 0 0,-14-2-383 0 0,-1 0 1 0 0,1 1-1 0 0,0-1 0 0 0,0 0 0 0 0,-1 0 1 0 0,0 0-1 0 0,1 0 0 0 0,-1 0 1 0 0,0 0-1 0 0,0 0 0 0 0,0 0 0 0 0,0 1 1 0 0,0-1-1 0 0,0 0 0 0 0,-1-2 1 0 0,1 2 1 0 0,0-3-84 0 0,1 1 0 0 0,-1 0 0 0 0,1 0 0 0 0,0-1 0 0 0,0 1 0 0 0,1 0 0 0 0,-1 0 0 0 0,1 0 0 0 0,0 0 1 0 0,0 1-1 0 0,0-1 0 0 0,1 0 0 0 0,-1 1 0 0 0,6-7 0 0 0,5-2 25 0 0,-1 0-1 0 0,22-14 1 0 0,-10 6 7 0 0,-20 18-78 0 0,0 1 0 0 0,0-1 0 0 0,0 0 0 0 0,0 1 0 0 0,0 0 0 0 0,0 0 0 0 0,1 0 0 0 0,-1 0 0 0 0,0 1 0 0 0,8 0 0 0 0,-8 0-20 0 0,-1-1-1 0 0,1 1 0 0 0,-1 1 0 0 0,1-1 1 0 0,-1 0-1 0 0,1 1 0 0 0,-1 0 0 0 0,1 0 1 0 0,-1 0-1 0 0,0 0 0 0 0,0 0 0 0 0,1 1 1 0 0,-1 0-1 0 0,3 1 0 0 0,-2 2-13 0 0,-2-5 32 0 0,-1 1 0 0 0,0 0 0 0 0,1 1 1 0 0,-1-1-1 0 0,0 0 0 0 0,0 0 0 0 0,0 0 0 0 0,0 1 0 0 0,0-1 1 0 0,0 1-1 0 0,0-1 0 0 0,0 1 0 0 0,0-1 0 0 0,-1 1 0 0 0,1-1 1 0 0,-1 1-1 0 0,1 0 0 0 0,-1-1 0 0 0,0 1 0 0 0,0 0 0 0 0,1-1 0 0 0,-1 1 1 0 0,0 0-1 0 0,0-1 0 0 0,-1 1 0 0 0,1 0 0 0 0,0-1 0 0 0,-1 1 1 0 0,1 0-1 0 0,-1-1 0 0 0,1 1 0 0 0,-1-1 0 0 0,0 2 0 0 0,-4 5 24 0 0,-1 0-1 0 0,1 0 0 0 0,-1-1 1 0 0,0 0-1 0 0,-1 0 0 0 0,-12 9 1 0 0,15-12 59 0 0,0-1-1 0 0,-1 0 1 0 0,1 1 0 0 0,-1-2 0 0 0,0 1 0 0 0,0 0 0 0 0,0-1 0 0 0,0 0-1 0 0,0 0 1 0 0,-1-1 0 0 0,1 1 0 0 0,-8 0 0 0 0,11-3-66 0 0,0 1 0 0 0,0-1 0 0 0,0 0 0 0 0,0 0 0 0 0,0 0 1 0 0,0 0-1 0 0,0 0 0 0 0,0 0 0 0 0,0 0 0 0 0,1-1 0 0 0,-3-1 0 0 0,3 2 2 0 0,-4-3-1 0 0,-19-21 117 0 0,23 24-124 0 0,1 0 0 0 0,-1 0 1 0 0,0 0-1 0 0,1-1 0 0 0,0 1 1 0 0,-1 0-1 0 0,1 0 0 0 0,0-1 1 0 0,-1 1-1 0 0,1 0 0 0 0,0-1 1 0 0,0 1-1 0 0,0 0 0 0 0,0-1 1 0 0,1 1-1 0 0,-1 0 0 0 0,0-1 1 0 0,0 1-1 0 0,1 0 0 0 0,-1 0 1 0 0,1-1-1 0 0,-1 1 0 0 0,1 0 1 0 0,-1 0-1 0 0,1 0 0 0 0,1-2 1 0 0,3-4-3 0 0,2-4 21 0 0,0 1 0 0 0,1-1 0 0 0,17-16 0 0 0,-20 24-17 0 0,-1-1-1 0 0,1 1 0 0 0,0 0 1 0 0,-1 0-1 0 0,1 0 1 0 0,1 1-1 0 0,-1 0 0 0 0,0 0 1 0 0,0 0-1 0 0,1 0 1 0 0,-1 1-1 0 0,12-1 0 0 0,28 0-124 0 0,-37 4 94 0 0,-7-2 24 0 0,1 0 0 0 0,-1 0 0 0 0,0 0 0 0 0,0 1 0 0 0,0-1 0 0 0,1 0 0 0 0,-1 1 0 0 0,0-1 0 0 0,0 1 0 0 0,0 0 0 0 0,0-1 1 0 0,0 1-1 0 0,0 0 0 0 0,0-1 0 0 0,0 1 0 0 0,0 0 0 0 0,0 0 0 0 0,0 0 0 0 0,-1 0 0 0 0,1 0 0 0 0,0 0 0 0 0,0 0 0 0 0,-1 0 0 0 0,1 0 0 0 0,-1 0 0 0 0,1 0 1 0 0,-1 0-1 0 0,0 1 0 0 0,1-1 0 0 0,-1 0 0 0 0,0 0 0 0 0,0 2 0 0 0,1 1 7 0 0,-1 0-1 0 0,-1 0 1 0 0,1-1-1 0 0,0 1 1 0 0,-1 0-1 0 0,0 0 1 0 0,0 0 0 0 0,0 0-1 0 0,0-1 1 0 0,-3 6-1 0 0,-37 57 117 0 0,27-47 105 0 0,2 0 1 0 0,-14 30 0 0 0,14-25-358 0 0,-3-15-739 0 0,10-7-1971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4:45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1058 517 1441 0 0,'22'-15'3761'0'0,"-17"9"-2623"0"0,-5 6-1135 0 0,-1 8-130 0 0,1-7 1034 0 0,-7-2-865 0 0,-1 0 0 0 0,1 0-1 0 0,-1 1 1 0 0,0 0-1 0 0,-12 2 1 0 0,-10 0 28 0 0,-22 4 26 0 0,1 2 0 0 0,-61 17 0 0 0,30-5 3 0 0,11-3-79 0 0,2 4 0 0 0,1 3 0 0 0,-79 39 0 0 0,129-54-14 0 0,1 0 0 0 0,-19 14-1 0 0,30-20-21 0 0,1 1 0 0 0,0 0 0 0 0,0 0 0 0 0,1 0 0 0 0,-1 1 0 0 0,1-1 0 0 0,0 1 0 0 0,0 0-1 0 0,1 1 1 0 0,-5 8 0 0 0,-4 21 120 0 0,9-25-33 0 0,0 0-1 0 0,0-1 1 0 0,-8 14 0 0 0,-149 262 102 0 0,157-281-161 0 0,0 1 0 0 0,0 0 0 0 0,0 1 0 0 0,0-1 0 0 0,1 0 1 0 0,0 1-1 0 0,0-1 0 0 0,0 1 0 0 0,1 0 0 0 0,0 0 0 0 0,0-1 0 0 0,0 1 0 0 0,1 0 0 0 0,0 0 0 0 0,0 0 0 0 0,0 0 0 0 0,1 0 0 0 0,0 0 0 0 0,2 9 0 0 0,3-2-11 0 0,0-1 1 0 0,1 0 0 0 0,1 0 0 0 0,-1 0 0 0 0,2-1-1 0 0,15 16 1 0 0,60 53 79 0 0,-70-69-73 0 0,0-2 0 0 0,1 1-1 0 0,0-2 1 0 0,1 0 0 0 0,0 0 0 0 0,0-2 0 0 0,0 0 0 0 0,1-1 0 0 0,24 5-1 0 0,-7-1-5 0 0,203 43 99 0 0,-124-30-42 0 0,148 41 23 0 0,28 6-4 0 0,200 15 159 0 0,-344-68-162 0 0,206-2 0 0 0,351-65 98 0 0,-503 22-29 0 0,68-7 33 0 0,156 17 86 0 0,-115 8 47 0 0,510-45 290 0 0,-286 12-1440 0 0,-474 39 811 0 0,0 3 0 0 0,1 2 0 0 0,-1 2 0 0 0,0 4 1 0 0,68 14-1 0 0,-66-5 29 0 0,99 26 0 0 0,208 27 0 0 0,-204-51 80 0 0,255-7 0 0 0,-404-10-76 0 0,709-26 232 0 0,1 36 4 0 0,-352-15-209 0 0,-114-1 5 0 0,145 4 57 0 0,734 16 134 0 0,-964-5-242 0 0,173 8 136 0 0,-301-17-132 0 0,-1-2 0 0 0,68-12-1 0 0,79-27-40 0 0,-183 39 58 0 0,44-14 48 0 0,1-2-1 0 0,77-38 1 0 0,-106 43 13 0 0,-1-1 0 0 0,25-19 0 0 0,-36 24-55 0 0,50-52-12 0 0,-44 49-21 0 0,0 1 0 0 0,30-13 0 0 0,-4 2 44 0 0,369-169 130 0 0,17 42-39 0 0,-385 135-168 0 0,-45 14 52 0 0,1 0 0 0 0,-1 0 0 0 0,1 0 0 0 0,-1 0 0 0 0,0 0 0 0 0,1 0 0 0 0,-1-1 0 0 0,1 1 0 0 0,-1 0 0 0 0,0 0 0 0 0,1-1 0 0 0,-1 1 0 0 0,0 0 1 0 0,1 0-1 0 0,-1-1 0 0 0,0 1 0 0 0,0 0 0 0 0,1-1 0 0 0,-1 1 0 0 0,0 0 0 0 0,0-1 0 0 0,0 1 0 0 0,1 0 0 0 0,-1-1 0 0 0,0 1 0 0 0,0-1 0 0 0,0 1 0 0 0,0-1 0 0 0,0 1 0 0 0,0 0 0 0 0,0-2 0 0 0,5-5-15 0 0,13-2-49 0 0,-14 6-63 0 0,19-2 41 0 0,34-4-16 0 0,267-26 331 0 0,-124 5-133 0 0,-76-5-41 0 0,-61 15-40 0 0,-60 19-16 0 0,1 0 0 0 0,-1 0 1 0 0,0 0-1 0 0,1-1 0 0 0,-1 0 0 0 0,0 1 0 0 0,0-1 0 0 0,0-1 0 0 0,0 1 0 0 0,0 0 0 0 0,-1-1 0 0 0,1 1 0 0 0,-1-1 0 0 0,5-5 0 0 0,6-8-19 0 0,-9 14 13 0 0,9-7 4 0 0,-12 9 5 0 0,-1 0 0 0 0,0 0 0 0 0,0-1 0 0 0,1 1 0 0 0,-1 0 0 0 0,0-1 0 0 0,0 1 0 0 0,0 0 0 0 0,1-1 0 0 0,-1 1 0 0 0,0 0 0 0 0,0-1 0 0 0,0 1 0 0 0,0 0 0 0 0,0-1 0 0 0,0 1 0 0 0,0 0 0 0 0,0-1 0 0 0,1 1 0 0 0,-1 0 0 0 0,0-1 0 0 0,-1 1 0 0 0,1-1 0 0 0,0 1 0 0 0,0 0 0 0 0,0-1 0 0 0,0 1 0 0 0,0 0 0 0 0,0-1 0 0 0,0 1 0 0 0,0 0 0 0 0,-1-1 0 0 0,1 1 0 0 0,0 0 0 0 0,0-1 0 0 0,0 1 0 0 0,-1 0 0 0 0,1-1 0 0 0,-7-3-2 0 0,6 3-1 0 0,0 1 1 0 0,0-1-1 0 0,0 1 0 0 0,0-1 1 0 0,1 0-1 0 0,-1 1 0 0 0,0-1 1 0 0,0 0-1 0 0,0 0 0 0 0,0 0 0 0 0,1 1 1 0 0,-1-1-1 0 0,0 0 0 0 0,1 0 1 0 0,-1 0-1 0 0,1 0 0 0 0,-1 0 1 0 0,1 0-1 0 0,0 0 0 0 0,-1 0 1 0 0,1-1-1 0 0,0 1 0 0 0,-1-1 1 0 0,1 0 4 0 0,0 1 0 0 0,-1 0 0 0 0,1 0 0 0 0,-1-1 0 0 0,0 1 0 0 0,1 0 0 0 0,-1 0 0 0 0,0 0 0 0 0,0 0 0 0 0,0 0 0 0 0,0 0 0 0 0,0 0 0 0 0,0 0 0 0 0,0 0 0 0 0,0 1 0 0 0,0-1 0 0 0,0 0 0 0 0,0 0 0 0 0,-2 0 0 0 0,-33-17 27 0 0,10 6-58 0 0,11 1-72 0 0,0-1 0 0 0,0-1 1 0 0,1 0-1 0 0,-14-17 0 0 0,9 9 18 0 0,12 15 78 0 0,0 0 0 0 0,0 0 1 0 0,-1 0-1 0 0,1 1 1 0 0,-1 0-1 0 0,-16-7 1 0 0,-19-11 9 0 0,32 18 3 0 0,-1 0-1 0 0,1 1 1 0 0,-1 0 0 0 0,-12-2-1 0 0,-8-3 22 0 0,-42-17 7 0 0,5 2-21 0 0,-1 2-1 0 0,-112-19 1 0 0,-459-13 13 0 0,435 42 24 0 0,-36 0-115 0 0,-100-8-93 0 0,239 9 112 0 0,-134-31 0 0 0,-318-66-116 0 0,151 52 227 0 0,225 28-157 0 0,-484-55 100 0 0,134 59-91 0 0,234 12 38 0 0,-124-2 33 0 0,-30 17-70 0 0,-278 31 2 0 0,-81-1 9 0 0,-142-15 109 0 0,160 55-106 0 0,524-28-81 0 0,140-24 148 0 0,-68 8 38 0 0,-67 18-49 0 0,-6 2-20 0 0,191-39 15 0 0,41-4 55 0 0,-1-2 1 0 0,0-1-1 0 0,-48-2 1 0 0,-76-15 199 0 0,-104 4-263 0 0,187 11 19 0 0,35 1-9 0 0,-1 2 0 0 0,-44 9 0 0 0,49-6 6 0 0,1-1 0 0 0,-1-2 0 0 0,-54-2 0 0 0,65-4 25 0 0,2 0-32 0 0,1 0 0 0 0,-1 2 0 0 0,0 1 0 0 0,0 1 0 0 0,1 1 0 0 0,-32 8 0 0 0,13 3-241 0 0,11-3 408 0 0,-46 10-1 0 0,65-19-600 0 0,1-1 0 0 0,-1 1 0 0 0,0-2 0 0 0,0 0 0 0 0,0 0 0 0 0,0-2-1 0 0,-15-2 1 0 0,-21-7-2566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4:50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2621 332 800 0 0,'32'-11'3297'0'0,"-31"11"-3170"0"0,0-1 0 0 0,0 0 0 0 0,0 0-1 0 0,0 1 1 0 0,0-1 0 0 0,0 0 0 0 0,0 0 0 0 0,0 0 0 0 0,0 0 0 0 0,0 0 0 0 0,-1-1 0 0 0,1 1 0 0 0,0 0 0 0 0,-1 0 0 0 0,1 0 0 0 0,-1-1 0 0 0,0 1 0 0 0,1 0 0 0 0,-1 0 0 0 0,0-1 0 0 0,0 1 0 0 0,1-2 0 0 0,-1 2-106 0 0,0 0 1 0 0,0 0 0 0 0,-1 0 0 0 0,1 1 0 0 0,0-1 0 0 0,0 0 0 0 0,0 0 0 0 0,-1 1 0 0 0,1-1 0 0 0,0 0 0 0 0,-1 0-1 0 0,1 1 1 0 0,0-1 0 0 0,-1 0 0 0 0,1 1 0 0 0,-1-1 0 0 0,1 1 0 0 0,-1-1 0 0 0,0 1 0 0 0,1-1 0 0 0,-1 1 0 0 0,1-1-1 0 0,-1 1 1 0 0,-1-1 0 0 0,1 0-18 0 0,1 1 1 0 0,-1 0-1 0 0,0-1 0 0 0,1 1 0 0 0,-1-1 1 0 0,0 0-1 0 0,1 1 0 0 0,-1-1 0 0 0,1 1 1 0 0,-1-1-1 0 0,1 0 0 0 0,-1 1 0 0 0,1-1 1 0 0,-1 0-1 0 0,1 0 0 0 0,0 1 0 0 0,-1-1 1 0 0,1 0-1 0 0,0 0 0 0 0,0 0 0 0 0,0 0 0 0 0,-1 1 1 0 0,1-1-1 0 0,0-1 0 0 0,1 0 0 0 0,-1 0-1 0 0,0 1 1 0 0,0-1-1 0 0,0 0 1 0 0,0 1-1 0 0,-1-1 1 0 0,1 0-1 0 0,0 1 1 0 0,-1-1-1 0 0,1 0 1 0 0,-1 1 0 0 0,1-1-1 0 0,-1 1 1 0 0,0-1-1 0 0,1 1 1 0 0,-1-1-1 0 0,0 1 1 0 0,0 0-1 0 0,0-1 1 0 0,-3-1-1 0 0,1 1 5 0 0,-1 1 0 0 0,1 0 0 0 0,-1 0 0 0 0,1 0-1 0 0,-1 0 1 0 0,1 0 0 0 0,-1 1 0 0 0,0 0 0 0 0,1-1-1 0 0,-7 2 1 0 0,-261 20 205 0 0,-13 0-12 0 0,224-18-181 0 0,39-2-5 0 0,-1 0 0 0 0,1-1 0 0 0,-33-5 0 0 0,-7-9-11 0 0,-58-11-13 0 0,104 23 19 0 0,-1 1-1 0 0,1 0 1 0 0,0 1 0 0 0,0 1-1 0 0,-27 4 1 0 0,-170 50-63 0 0,125-31 53 0 0,59-14 0 0 0,-1-2 0 0 0,-36 6 0 0 0,-72 6 23 0 0,-50 5-113 0 0,-146-8 63 0 0,249-24 41 0 0,77 7-19 0 0,-1 0 0 0 0,1 1 0 0 0,0-1 1 0 0,0 1-1 0 0,0 0 0 0 0,0 1 0 0 0,0 0 1 0 0,0 0-1 0 0,1 0 0 0 0,-1 1 0 0 0,0 0 1 0 0,1 1-1 0 0,-11 6 0 0 0,5 0 10 0 0,0-1 0 0 0,-1 0 0 0 0,0-2 1 0 0,-1 1-1 0 0,1-1 0 0 0,-1-1 0 0 0,-1-1 0 0 0,1 0 0 0 0,-1 0 0 0 0,0-2 1 0 0,0 0-1 0 0,-29 2 0 0 0,37-4 4 0 0,1-1 1 0 0,-1 1-1 0 0,0 1 1 0 0,0-1-1 0 0,1 1 1 0 0,-7 3-1 0 0,8 1-62 0 0,-4 1 77 0 0,-3 2 13 0 0,12-9-37 0 0,0 0 0 0 0,0 0 1 0 0,-1 1-1 0 0,1-1 0 0 0,0 0 0 0 0,0 0 0 0 0,0 1 0 0 0,0-1 0 0 0,0 0 0 0 0,0 1 1 0 0,0-1-1 0 0,0 0 0 0 0,0 1 0 0 0,0-1 0 0 0,0 0 0 0 0,0 1 0 0 0,0-1 1 0 0,0 0-1 0 0,0 0 0 0 0,0 1 0 0 0,0-1 0 0 0,0 0 0 0 0,0 1 0 0 0,0-1 1 0 0,1 0-1 0 0,-1 0 0 0 0,0 1 0 0 0,0-1 0 0 0,0 0 0 0 0,0 0 0 0 0,1 1 0 0 0,-1-1 1 0 0,0 0-1 0 0,0 0 0 0 0,1 0 0 0 0,-1 1 0 0 0,0-1 0 0 0,0 0 0 0 0,1 0 1 0 0,-1 0-1 0 0,1 1 0 0 0,5 3 1 0 0,-5-4-1 0 0,0 1 1 0 0,0-1-1 0 0,0 1 0 0 0,-1-1 1 0 0,1 1-1 0 0,0 0 1 0 0,-1-1-1 0 0,1 1 0 0 0,0 0 1 0 0,-1 0-1 0 0,1-1 1 0 0,-1 1-1 0 0,1 0 0 0 0,-1 0 1 0 0,1 0-1 0 0,-1 0 1 0 0,0 0-1 0 0,1 0 0 0 0,-1 0 1 0 0,0 0-1 0 0,0 0 1 0 0,0 0-1 0 0,1 0 0 0 0,-1 0 1 0 0,0 0-1 0 0,-1 0 1 0 0,1 0-1 0 0,0 0 0 0 0,0 0 1 0 0,-1 1-1 0 0,1 5 8 0 0,0 0-1 0 0,-1 0 0 0 0,0 0 1 0 0,0 0-1 0 0,-1 0 1 0 0,0 0-1 0 0,0 0 0 0 0,-6 12 1 0 0,7-17-9 0 0,0 0 1 0 0,1 0-1 0 0,-1 1 0 0 0,1-1 1 0 0,-1 0-1 0 0,1 0 1 0 0,0 0-1 0 0,0 0 1 0 0,0 0-1 0 0,0 0 0 0 0,0 0 1 0 0,1 0-1 0 0,-1 0 1 0 0,1 0-1 0 0,-1 0 0 0 0,1 0 1 0 0,0 0-1 0 0,0 0 1 0 0,0 0-1 0 0,0 0 0 0 0,0 0 1 0 0,0 0-1 0 0,0-1 1 0 0,3 4-1 0 0,3 2-6 0 0,1 0 0 0 0,-1 0 0 0 0,18 11 0 0 0,-11-8 37 0 0,12 9 8 0 0,49 26 0 0 0,-38-24-8 0 0,-15-11-32 0 0,2 0 0 0 0,0-1 0 0 0,37 8 0 0 0,12 5-3 0 0,-36-10 13 0 0,1-1-1 0 0,66 8 1 0 0,77-1 40 0 0,-169-17-52 0 0,454 13 19 0 0,-221-10-4 0 0,238-4 56 0 0,-85 4-16 0 0,-139 2-22 0 0,-72-7-29 0 0,-110 3-3 0 0,37 3 19 0 0,-28 3 20 0 0,378 16 395 0 0,-92-39-31 0 0,-270 7-246 0 0,192 9-1 0 0,-227 3-106 0 0,130-11-1 0 0,-191 7-45 0 0,332-1 12 0 0,190 34 454 0 0,-322-38-61 0 0,-88 0-265 0 0,136-1-128 0 0,-57 4 140 0 0,142 3-66 0 0,-163 1-58 0 0,-86-3 9 0 0,398 32-10 0 0,5 44 211 0 0,-213-48-93 0 0,-5-26-66 0 0,-63-2-48 0 0,313 6 110 0 0,-244-3-42 0 0,-38-1 0 0 0,31-1-7 0 0,-34 19-79 0 0,-195-15-14 0 0,14 6 12 0 0,-40-6 15 0 0,-1-1 0 0 0,23 0 0 0 0,102 5 124 0 0,105 2 85 0 0,23-15-76 0 0,-179 1-69 0 0,393-21-22 0 0,-63-9 158 0 0,-17 11-79 0 0,-96 7-43 0 0,-202 9-51 0 0,211-20 119 0 0,118-13-160 0 0,74-11 214 0 0,-391 28-182 0 0,127-43-1 0 0,-211 56-26 0 0,-24 7-3 0 0,70-24 25 0 0,-74 25-57 0 0,0-1 0 0 0,0 0 0 0 0,0-1 0 0 0,-1 0 1 0 0,1 0-1 0 0,-1 0 0 0 0,10-9 0 0 0,-16 12 19 0 0,1 1 0 0 0,0-1 0 0 0,-1 0-1 0 0,1 0 1 0 0,0 0 0 0 0,-1 1 0 0 0,1-1 0 0 0,-1 0 0 0 0,1 0 0 0 0,-1 0 0 0 0,0 0 0 0 0,1 0 0 0 0,-1 0 0 0 0,0 0 0 0 0,0 0 0 0 0,1 0-1 0 0,-1 0 1 0 0,0 0 0 0 0,0 0 0 0 0,0 0 0 0 0,0 0 0 0 0,-1 0 0 0 0,1 0 0 0 0,0 0 0 0 0,0 0 0 0 0,-1 0 0 0 0,1 0 0 0 0,0 0-1 0 0,-1 0 1 0 0,1 0 0 0 0,-1 0 0 0 0,1 0 0 0 0,-2-1 0 0 0,0 0 7 0 0,0-1-1 0 0,-1 1 1 0 0,1 0-1 0 0,-1 0 1 0 0,1 0-1 0 0,-1 0 1 0 0,-5-3-1 0 0,-15-6-12 0 0,-1 0-1 0 0,0 2 1 0 0,-45-12-1 0 0,-75-6-41 0 0,118 23 43 0 0,-27-4-8 0 0,23 4-6 0 0,0 0 0 0 0,0-2 0 0 0,-49-17-1 0 0,5-1 40 0 0,41 14-17 0 0,-31-10-11 0 0,-106-28-15 0 0,-66-13-45 0 0,76 16-14 0 0,125 36 96 0 0,1-1 1 0 0,0-1 0 0 0,-44-22-1 0 0,41 18-18 0 0,0 2-1 0 0,0 2 0 0 0,-1 1 1 0 0,-53-6-1 0 0,-109-9-96 0 0,50 8 51 0 0,86 8 39 0 0,-77-9 5 0 0,-289-23 69 0 0,-121-8-183 0 0,33-8 16 0 0,-47-2 30 0 0,-442 42 86 0 0,910 18 14 0 0,-117-4 50 0 0,-35-7-86 0 0,148 8 70 0 0,-560 2-249 0 0,318 6 27 0 0,204-8 174 0 0,-23 0-82 0 0,-256 29 122 0 0,-68-9-113 0 0,373-19 118 0 0,81 2-59 0 0,-1-2 0 0 0,1-2 0 0 0,-57-11 0 0 0,44 4 39 0 0,-1 1-1 0 0,1 3 1 0 0,-51-2 0 0 0,93 8-34 0 0,-190-2-173 0 0,124 3 122 0 0,-131 1 113 0 0,-75 8-147 0 0,0 7 307 0 0,-22 8-240 0 0,-179 11 119 0 0,331-25-213 0 0,39-2 47 0 0,-140-5 0 0 0,232-5 78 0 0,-47-3 53 0 0,-77-15 1 0 0,113 15-2 0 0,-78-13 153 0 0,-144 17-80 0 0,232 0-126 0 0,-17 1-24 0 0,0 2 1 0 0,1 1-1 0 0,-61 15 0 0 0,90-19-51 0 0,1 0 0 0 0,-1 1-1 0 0,1-1 1 0 0,-1 1-1 0 0,0-1 1 0 0,1 1-1 0 0,-1 0 1 0 0,1-1 0 0 0,-1 1-1 0 0,1 0 1 0 0,0 0-1 0 0,-1 0 1 0 0,1 0-1 0 0,0 0 1 0 0,0 0 0 0 0,0 1-1 0 0,0-1 1 0 0,0 0-1 0 0,0 1 1 0 0,0-1-1 0 0,0 0 1 0 0,0 1 0 0 0,0-1-1 0 0,1 1 1 0 0,-1 0-1 0 0,1-1 1 0 0,-1 1-1 0 0,1-1 1 0 0,0 1 0 0 0,0 0-1 0 0,-1-1 1 0 0,1 1-1 0 0,0 0 1 0 0,0-1-1 0 0,1 1 1 0 0,-1 0 0 0 0,0-1-1 0 0,1 1 1 0 0,-1-1-1 0 0,0 1 1 0 0,1 0 0 0 0,0-1-1 0 0,-1 1 1 0 0,1-1-1 0 0,0 1 1 0 0,0-1-1 0 0,0 0 1 0 0,0 1 0 0 0,2 1-1 0 0,2 2-282 0 0,0 1 0 0 0,0-1 0 0 0,1 0 0 0 0,0-1 0 0 0,-1 1-1 0 0,12 5 1 0 0,58 25-3034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3:53.2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0 3362 0 0,'-37'0'2814'0'0,"21"0"-6482"0"0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3:54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1 263 800 0 0,'0'0'5923'0'0,"0"-29"-4722"0"0,0 28-1194 0 0,0 0 0 0 0,0 0 1 0 0,0 0-1 0 0,0 0 1 0 0,0 0-1 0 0,0 0 0 0 0,0 0 1 0 0,0 0-1 0 0,0 0 1 0 0,1 0-1 0 0,-1 0 0 0 0,1 1 1 0 0,-1-1-1 0 0,0 0 1 0 0,1 0-1 0 0,-1 0 0 0 0,1 0 1 0 0,0 1-1 0 0,-1-1 1 0 0,1 0-1 0 0,0 1 1 0 0,-1-1-1 0 0,1 0 0 0 0,0 1 1 0 0,0-1-1 0 0,-1 1 1 0 0,3-1-1 0 0,-2 0-3 0 0,0 1 0 0 0,-1-1 0 0 0,1 0 0 0 0,0 1 0 0 0,0-1 0 0 0,0 0 0 0 0,0 1 0 0 0,-1-1 0 0 0,1 0 0 0 0,0 0 0 0 0,-1 0 0 0 0,1 1 0 0 0,-1-1 0 0 0,1 0 0 0 0,-1 0 0 0 0,1 0 0 0 0,-1 0 0 0 0,1 0 1 0 0,-1 0-1 0 0,0 0 0 0 0,0 0 0 0 0,0 0 0 0 0,1 0 0 0 0,-1 0 0 0 0,0 0 0 0 0,0 0 0 0 0,-1-2 0 0 0,1 2-1 0 0,1 0 0 0 0,-1 0 0 0 0,0 0 0 0 0,0 0 0 0 0,0 0 0 0 0,1 0 1 0 0,-1 1-1 0 0,1-1 0 0 0,-1 0 0 0 0,0 0 0 0 0,1 0 0 0 0,-1 0 0 0 0,1 1 0 0 0,0-1 0 0 0,-1 0 1 0 0,1 1-1 0 0,0-1 0 0 0,-1 0 0 0 0,1 1 0 0 0,0-1 0 0 0,0 1 0 0 0,-1-1 0 0 0,1 1 0 0 0,0 0 0 0 0,1-1 1 0 0,6-5 8 0 0,-1-2 29 0 0,-2 3-36 0 0,-1 0 0 0 0,1 0 0 0 0,0 0-1 0 0,0 1 1 0 0,1 0 0 0 0,-1 0 0 0 0,10-5 0 0 0,16-13 56 0 0,-26 17-61 0 0,0 1 1 0 0,0 0 0 0 0,1 0 0 0 0,0 0 0 0 0,-1 1-1 0 0,1 0 1 0 0,10-4 0 0 0,7-1 4 0 0,7-3 10 0 0,0 2 1 0 0,0 1-1 0 0,34-5 1 0 0,-55 11-7 0 0,31-1-85 0 0,-40 3 74 0 0,0-1 1 0 0,0 1 0 0 0,0 0-1 0 0,0 0 1 0 0,1 0-1 0 0,-1 0 1 0 0,0 1 0 0 0,0-1-1 0 0,0 0 1 0 0,0 0-1 0 0,1 0 1 0 0,-1 0-1 0 0,0 0 1 0 0,0 0 0 0 0,0 0-1 0 0,0 0 1 0 0,1 0-1 0 0,-1 0 1 0 0,0 0 0 0 0,0 0-1 0 0,0 1 1 0 0,0-1-1 0 0,0 0 1 0 0,0 0-1 0 0,1 0 1 0 0,-1 0 0 0 0,0 0-1 0 0,0 0 1 0 0,0 1-1 0 0,0-1 1 0 0,0 0-1 0 0,0 0 1 0 0,0 0 0 0 0,0 0-1 0 0,0 1 1 0 0,0-1-1 0 0,0 0 1 0 0,0 0 0 0 0,0 0-1 0 0,0 0 1 0 0,0 1-1 0 0,0-1 1 0 0,0 0-1 0 0,0 0 1 0 0,0 0 0 0 0,0 1-1 0 0,0 2 5 0 0,0 0 0 0 0,-1 0 0 0 0,1 0-1 0 0,-1 0 1 0 0,0 0 0 0 0,0 0 0 0 0,0 0 0 0 0,0 0-1 0 0,0-1 1 0 0,-1 1 0 0 0,1 0 0 0 0,-1-1-1 0 0,-3 4 1 0 0,-5 10 25 0 0,-43 90 119 0 0,48-95-135 0 0,0 1 1 0 0,-6 21 0 0 0,1-3 42 0 0,1-9-7 0 0,7-18-29 0 0,0 1-1 0 0,0 0 0 0 0,1 0 1 0 0,-1 0-1 0 0,1 0 0 0 0,0 0 1 0 0,0 0-1 0 0,0 8 0 0 0,1-10-16 0 0,0 0 0 0 0,-1 0-1 0 0,1 0 1 0 0,0 0 0 0 0,-1 0-1 0 0,1 0 1 0 0,-1 0-1 0 0,1 0 1 0 0,-1-1 0 0 0,0 1-1 0 0,0 0 1 0 0,0-1 0 0 0,0 1-1 0 0,-2 2 1 0 0,3-4 0 0 0,0 1 1 0 0,0-1-1 0 0,0 0 0 0 0,-1 0 0 0 0,1 0 1 0 0,0 0-1 0 0,0 0 0 0 0,0 1 1 0 0,0-1-1 0 0,-1 0 0 0 0,1 0 1 0 0,0 0-1 0 0,0 0 0 0 0,0 0 1 0 0,-1 0-1 0 0,1 0 0 0 0,0 0 1 0 0,0 0-1 0 0,0 0 0 0 0,-1 0 1 0 0,1 0-1 0 0,0 0 0 0 0,0 0 1 0 0,0 0-1 0 0,-1 0 0 0 0,1 0 0 0 0,0 0 1 0 0,0 0-1 0 0,0 0 0 0 0,-1 0 1 0 0,1 0-1 0 0,0 0 0 0 0,0 0 1 0 0,0 0-1 0 0,-1 0 0 0 0,1-1 1 0 0,0 1-1 0 0,0 0 0 0 0,-4-16 297 0 0,5 3-170 0 0,0 9-118 0 0,-1 1-1 0 0,1 0 1 0 0,-1-1-1 0 0,0 1 1 0 0,0 0 0 0 0,0-1-1 0 0,-1 1 1 0 0,1 0-1 0 0,-1 0 1 0 0,0-1 0 0 0,0 1-1 0 0,-2-5 1 0 0,-4 0 16 0 0,5 7-22 0 0,1-1 0 0 0,0 1 0 0 0,-1-1 0 0 0,1 1 0 0 0,0-1 0 0 0,0 1 0 0 0,0-1 0 0 0,0 0 0 0 0,0 1 0 0 0,1-1 1 0 0,-1 0-1 0 0,0 0 0 0 0,1 0 0 0 0,-1 0 0 0 0,1 1 0 0 0,0-1 0 0 0,0 0 0 0 0,-1 0 0 0 0,1 0 0 0 0,1-3 0 0 0,-1 4-4 0 0,0 0-1 0 0,0-1 1 0 0,0 1 0 0 0,0 0-1 0 0,0 0 1 0 0,0 0 0 0 0,1-1-1 0 0,-1 1 1 0 0,0 0-1 0 0,1 0 1 0 0,-1 0 0 0 0,1 0-1 0 0,-1 0 1 0 0,1 0 0 0 0,0 0-1 0 0,-1 0 1 0 0,1 0 0 0 0,0 0-1 0 0,0 0 1 0 0,0 0 0 0 0,0 0-1 0 0,0 1 1 0 0,1-2-1 0 0,7-6-2 0 0,0-3 2 0 0,-8 10 0 0 0,0-1 0 0 0,0 1 0 0 0,0-1 0 0 0,0 1 0 0 0,1-1 0 0 0,-1 1 0 0 0,1 0 0 0 0,-1 0 0 0 0,1 0 0 0 0,3-2 0 0 0,15-15 0 0 0,-17 15 0 0 0,-1 1 0 0 0,1-1 0 0 0,0 1 0 0 0,0-1 0 0 0,-1 1 0 0 0,2 0 0 0 0,-1 0 0 0 0,0 0 0 0 0,0 1 0 0 0,5-3 0 0 0,14-2 0 0 0,-13 5 0 0 0,-1-2 0 0 0,0 1 0 0 0,1-1 0 0 0,10-6 0 0 0,-10 5-6 0 0,0 0 0 0 0,0 0-1 0 0,0 1 1 0 0,0 0-1 0 0,0 0 1 0 0,13-1-1 0 0,9-2-28 0 0,-24 5 28 0 0,0 0 0 0 0,0 0-1 0 0,1 1 1 0 0,-1 0-1 0 0,0 0 1 0 0,0 0 0 0 0,1 1-1 0 0,9 3 1 0 0,-15-4 12 0 0,0 1 0 0 0,0 0 0 0 0,-1 0-1 0 0,1 0 1 0 0,0-1 0 0 0,-1 1 0 0 0,1 1 0 0 0,-1-1 0 0 0,1 0 0 0 0,-1 0 0 0 0,0 1 0 0 0,1-1 0 0 0,-1 0 0 0 0,0 1 0 0 0,0-1 0 0 0,0 1 0 0 0,0 0 0 0 0,0-1-1 0 0,0 1 1 0 0,-1 0 0 0 0,1 0 0 0 0,0-1 0 0 0,-1 1 0 0 0,1 0 0 0 0,-1 0 0 0 0,0 0 0 0 0,0 2 0 0 0,1 4 26 0 0,-1 1 1 0 0,-1-1-1 0 0,1 0 1 0 0,-4 12-1 0 0,4-17-19 0 0,-2 8 23 0 0,-1 0 1 0 0,0 1-1 0 0,-1-1 1 0 0,0-1-1 0 0,0 1 1 0 0,-1-1 0 0 0,-1 0-1 0 0,-12 19 1 0 0,7-17-10 0 0,10-11-37 0 0,-1 0 0 0 0,1 0 0 0 0,0 0 0 0 0,0 1 0 0 0,0-1-1 0 0,0 0 1 0 0,0 1 0 0 0,0-1 0 0 0,0 1 0 0 0,0-1 0 0 0,0 1 0 0 0,1-1 0 0 0,-1 1 0 0 0,1 0 0 0 0,-1-1-1 0 0,1 1 1 0 0,-1 3 0 0 0,2-5-46 0 0,-1 1-1 0 0,0 0 0 0 0,1 0 0 0 0,-1-1 0 0 0,0 1 1 0 0,1 0-1 0 0,-1-1 0 0 0,1 1 0 0 0,-1 0 1 0 0,1-1-1 0 0,0 1 0 0 0,-1-1 0 0 0,1 1 0 0 0,0-1 1 0 0,-1 1-1 0 0,1-1 0 0 0,0 1 0 0 0,-1-1 1 0 0,1 0-1 0 0,0 1 0 0 0,0-1 0 0 0,0 0 0 0 0,-1 0 1 0 0,1 0-1 0 0,0 1 0 0 0,0-1 0 0 0,0 0 1 0 0,-1 0-1 0 0,1 0 0 0 0,0 0 0 0 0,0 0 0 0 0,1-1 1 0 0,2 1-358 0 0,23 1-2293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3:54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479 52 80 0 0,'0'-1'290'0'0,"1"0"1"0"0,-1 0-1 0 0,1-1 0 0 0,0 1 1 0 0,-1 0-1 0 0,1 0 0 0 0,0 0 1 0 0,0 0-1 0 0,0 0 0 0 0,-1 0 1 0 0,1 0-1 0 0,0 0 0 0 0,0 1 1 0 0,0-1-1 0 0,1 0 0 0 0,-1 0 1 0 0,0 1-1 0 0,2-2 0 0 0,24-11 1111 0 0,-23 12-1008 0 0,5-10 367 0 0,-2 5-640 0 0,-17 5-133 0 0,-23 3-80 0 0,-60 16 366 0 0,-147 47 1 0 0,238-64-254 0 0,0-1-3 0 0,0 0-1 0 0,0 1 1 0 0,1-1 0 0 0,-1 0-1 0 0,0 1 1 0 0,1 0 0 0 0,-1-1-1 0 0,0 1 1 0 0,1 0 0 0 0,-1 0-1 0 0,1 0 1 0 0,-1 0 0 0 0,1 0-1 0 0,-1 0 1 0 0,1 0 0 0 0,0 0-1 0 0,0 1 1 0 0,-1-1 0 0 0,1 0-1 0 0,0 1 1 0 0,-1 1 0 0 0,8-1-14 0 0,-1 0 0 0 0,1 0 1 0 0,0-1-1 0 0,-1 0 1 0 0,1 0-1 0 0,9 0 1 0 0,-10 0-2 0 0,104 4-39 0 0,-73-5-24 0 0,63 8-1 0 0,-73-3 13 0 0,0 0 0 0 0,47 17 0 0 0,-72-21 47 0 0,1-1 0 0 0,0 1 0 0 0,-1 0-1 0 0,1-1 1 0 0,-1 1 0 0 0,1 0 0 0 0,-1 0-1 0 0,1 0 1 0 0,-1 0 0 0 0,1 0 0 0 0,-1 1-1 0 0,0-1 1 0 0,0 0 0 0 0,1 1 0 0 0,-1-1-1 0 0,0 0 1 0 0,0 1 0 0 0,-1-1 0 0 0,1 1-1 0 0,0 0 1 0 0,0 1 0 0 0,-1-1 5 0 0,0-1 1 0 0,0 1-1 0 0,0 0 0 0 0,0-1 1 0 0,0 1-1 0 0,-1-1 0 0 0,1 1 1 0 0,-1-1-1 0 0,1 1 1 0 0,-1-1-1 0 0,0 1 0 0 0,0-1 1 0 0,1 1-1 0 0,-1-1 1 0 0,0 0-1 0 0,0 1 0 0 0,0-1 1 0 0,-2 2-1 0 0,-4 3 39 0 0,-1 0 0 0 0,1 0-1 0 0,-1 0 1 0 0,0-1 0 0 0,-1 0-1 0 0,-14 6 1 0 0,-10 3 47 0 0,0-2-1 0 0,-1-1 0 0 0,0-2 1 0 0,-1-1-1 0 0,0-2 0 0 0,0-1 1 0 0,-68 0-1 0 0,96-5-87 0 0,2 0-6 0 0,0 1 0 0 0,0-1 1 0 0,0-1-1 0 0,0 1 0 0 0,0-1 0 0 0,-1 0 1 0 0,1 0-1 0 0,0 0 0 0 0,1-1 1 0 0,-1 1-1 0 0,0-1 0 0 0,0-1 1 0 0,1 1-1 0 0,-1-1 0 0 0,1 1 1 0 0,0-1-1 0 0,-1-1 0 0 0,2 1 0 0 0,-7-6 1 0 0,2-1-76 0 0,0-1 1 0 0,1 0-1 0 0,-10-19 1 0 0,15 26 21 0 0,0 0 0 0 0,1 0 0 0 0,-1 0 0 0 0,1 0 0 0 0,0 0 0 0 0,0-1 0 0 0,0 1 0 0 0,1-1 0 0 0,-1 1 0 0 0,1-1 0 0 0,0 1 0 0 0,1 0 0 0 0,-1-1 1 0 0,2-6-1 0 0,1 4-343 0 0,0 1 1 0 0,0-1 0 0 0,0 1 0 0 0,8-11 0 0 0,15-19-4069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3:55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8 1281 0 0,'-31'1'2253'0'0,"21"-1"-1746"0"0,1 0 0 0 0,-1 0 0 0 0,1-1 0 0 0,0 0 0 0 0,-15-4 0 0 0,2 4 857 0 0,17 1-1154 0 0,1 0 337 0 0,0 0-133 0 0,-14 0-107 0 0,13 0-107 0 0,10 0 0 0 0,259 0-523 0 0,-85 0-6184 0 0,-152 0 4159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3:55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7 2641 0 0,'-6'1'1107'0'0,"-24"4"1414"0"0,29-5-2475 0 0,1 0 0 0 0,-1 0 0 0 0,0 0 0 0 0,1 0 0 0 0,-1 0 0 0 0,1 0 0 0 0,-1 0 0 0 0,0 0 0 0 0,1 0 0 0 0,-1 0 0 0 0,1 0 0 0 0,-1 0 0 0 0,1-1 0 0 0,-1 1 0 0 0,1 0 0 0 0,-1 0 0 0 0,1-1 0 0 0,-1 1 0 0 0,1 0 0 0 0,-1-1 0 0 0,1 1 0 0 0,-1 0 0 0 0,1-1 0 0 0,-1 1 0 0 0,1 0 0 0 0,0-1 0 0 0,-1 1 0 0 0,1-1 0 0 0,0 1 0 0 0,-1-1 0 0 0,1 1 0 0 0,0-1 0 0 0,0 1 0 0 0,0-1 0 0 0,-1 0 0 0 0,1 1 0 0 0,0-2 0 0 0,0 1 261 0 0,107 19 1440 0 0,36-10-2289 0 0,-51-11-2704 0 0,-57-3 605 0 0,9-4 120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3:56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536 28 880 0 0,'17'0'1457'0'0,"0"-2"-1"0"0,-1 0 0 0 0,29-7 0 0 0,10-3 843 0 0,-50 9-2272 0 0,-10 3-81 0 0,-74 14 11 0 0,-98 22 393 0 0,-10 16 117 0 0,178-49-455 0 0,0 0-1 0 0,0 0 1 0 0,1 1 0 0 0,-1 0-1 0 0,1 1 1 0 0,0-1 0 0 0,-8 8 0 0 0,15-11-12 0 0,1 0 0 0 0,-1 0 0 0 0,0 1 0 0 0,0-1 0 0 0,1 0 0 0 0,-1 1 0 0 0,1-1 0 0 0,-1 1 0 0 0,1-1 0 0 0,0 0 0 0 0,-1 1 0 0 0,1-1 0 0 0,0 1 0 0 0,0-1 0 0 0,0 1 0 0 0,0-1 0 0 0,0 1 0 0 0,1 1 0 0 0,-4 19 0 0 0,-15 3-1 0 0,11-17 15 0 0,0 1-1 0 0,1 0 0 0 0,-9 18 1 0 0,3-5 163 0 0,-2-1-1 0 0,0-1 1 0 0,-21 24 0 0 0,32-41-175 0 0,0 0 0 0 0,0 0 0 0 0,1 1 0 0 0,0-1 0 0 0,-1 1 0 0 0,2 0 0 0 0,-1-1 0 0 0,0 1 0 0 0,1 0 0 0 0,-1 0 0 0 0,1 0 0 0 0,0 0 0 0 0,0 0 0 0 0,1 0 0 0 0,-1 1 0 0 0,1-1 0 0 0,0 0 0 0 0,0 0 0 0 0,1 4 0 0 0,-2 3 32 0 0,0-7-29 0 0,1 0 0 0 0,-1 0 0 0 0,1 0 0 0 0,0 0 0 0 0,0 0 0 0 0,1 0 0 0 0,-1 0 0 0 0,1 0 0 0 0,0 0-1 0 0,0 0 1 0 0,2 7 0 0 0,5-4 5 0 0,1-1-1 0 0,-1-1 1 0 0,1 1-1 0 0,0-1 1 0 0,1-1-1 0 0,17 7 1 0 0,-9-7-14 0 0,0-1-1 0 0,0 0 1 0 0,0-1-1 0 0,0-1 1 0 0,0 0-1 0 0,0-2 1 0 0,1 0-1 0 0,-1-1 1 0 0,0-1-1 0 0,0 0 1 0 0,-1-1 0 0 0,1-2-1 0 0,-1 1 1 0 0,0-2-1 0 0,-1 0 1 0 0,1-1-1 0 0,20-14 1 0 0,-34 20 6 0 0,-1 0 0 0 0,1-1-1 0 0,-1 1 1 0 0,1 0 0 0 0,-1-1 0 0 0,0 0 0 0 0,0 1-1 0 0,0-1 1 0 0,-1 0 0 0 0,1 0 0 0 0,-1 0 0 0 0,1 0 0 0 0,-1 0-1 0 0,0-1 1 0 0,0 1 0 0 0,0 0 0 0 0,-1 0 0 0 0,1-1-1 0 0,-1 1 1 0 0,0 0 0 0 0,0-1 0 0 0,0 1 0 0 0,0 0 0 0 0,0-1-1 0 0,-1 1 1 0 0,0 0 0 0 0,1-1 0 0 0,-1 1 0 0 0,0 0-1 0 0,-1 0 1 0 0,1 0 0 0 0,-1 0 0 0 0,1 0 0 0 0,-1 0 0 0 0,0 0-1 0 0,0 0 1 0 0,0 1 0 0 0,0-1 0 0 0,-1 1 0 0 0,1 0 0 0 0,-1-1-1 0 0,1 1 1 0 0,-4-2 0 0 0,-7-4 27 0 0,1 1-1 0 0,-1 0 1 0 0,0 1-1 0 0,-1 0 1 0 0,1 1 0 0 0,-1 1-1 0 0,0 0 1 0 0,-26-3 0 0 0,15 4 2 0 0,-1 0 0 0 0,0 3 0 0 0,0 0 0 0 0,-32 4 0 0 0,44-2-75 0 0,-19 3 53 0 0,33-5-12 0 0,1 0 0 0 0,-1 0 0 0 0,0 0 0 0 0,0 0 0 0 0,0 0-1 0 0,0 0 1 0 0,0 0 0 0 0,0 0 0 0 0,0 0 0 0 0,0 0 0 0 0,0 0 0 0 0,0 0 0 0 0,0 0 0 0 0,1 0 0 0 0,-1 0-1 0 0,0 0 1 0 0,0 0 0 0 0,0 0 0 0 0,0 0 0 0 0,0 0 0 0 0,0 0 0 0 0,0 0 0 0 0,0 1 0 0 0,0-1 0 0 0,0 0-1 0 0,0 0 1 0 0,0 0 0 0 0,0 0 0 0 0,0 0 0 0 0,0 0 0 0 0,0 0 0 0 0,0 0 0 0 0,0 0 0 0 0,0 0-1 0 0,0 0 1 0 0,0 0 0 0 0,0 1 0 0 0,0-1 0 0 0,0 0 0 0 0,0 0 0 0 0,0 0 0 0 0,0 0 0 0 0,0 0 0 0 0,0 0-1 0 0,0 0 1 0 0,0 0 0 0 0,0 0 0 0 0,0 0 0 0 0,0 0 0 0 0,0 0 0 0 0,0 1 0 0 0,0-1 0 0 0,0 0 0 0 0,0 0-1 0 0,23 3-470 0 0,22-1-1505 0 0,0-1 1 0 0,56-7-1 0 0,46-9-2383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4:39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 4322 0 0,'0'-7'1441'0'0,"0"2"-1441"0"0,27 5 80 0 0,0 0 160 0 0,-6 5-240 0 0,6-5-560 0 0,-1-5-3042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4:41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1431 386 2161 0 0,'-75'-4'3335'0'0,"70"3"-3068"0"0,1 0-41 0 0,-13-2 33 0 0,0 0-1 0 0,-1 1 0 0 0,1 1 0 0 0,-22 1 0 0 0,-72 10-72 0 0,100-9-129 0 0,-75 11 46 0 0,1 3-1 0 0,-144 47 0 0 0,166-46-64 0 0,47-13-31 0 0,-1 1 0 0 0,1 1 0 0 0,-1 0 0 0 0,2 1 0 0 0,-23 12 0 0 0,-16 6-74 0 0,24-12 81 0 0,-23 12 53 0 0,23-11-67 0 0,22-10 0 0 0,0 0 0 0 0,0 0 0 0 0,1 1 0 0 0,-8 5 0 0 0,-16 14 0 0 0,-125 83 0 0 0,110-71-15 0 0,8-5-37 0 0,-2-7 52 0 0,39-21 4 0 0,0-1 0 0 0,0 1 0 0 0,-1-1 1 0 0,2 1-1 0 0,-1 0 0 0 0,0-1 0 0 0,0 1 0 0 0,0 0 0 0 0,1 0 1 0 0,-1-1-1 0 0,1 1 0 0 0,0 0 0 0 0,-1 0 0 0 0,1 0 0 0 0,0 0 1 0 0,0 0-1 0 0,0-1 0 0 0,0 1 0 0 0,0 0 0 0 0,1 0 0 0 0,-1 0 1 0 0,1 0-1 0 0,-1-1 0 0 0,1 1 0 0 0,0 0 0 0 0,-1 0 0 0 0,1-1 1 0 0,0 1-1 0 0,0-1 0 0 0,0 1 0 0 0,2 2 0 0 0,7 3 0 0 0,1-1-1 0 0,-1 0 1 0 0,13 5 0 0 0,-6-3-5 0 0,0 1 1 0 0,19 14 0 0 0,-9-5 92 0 0,0-1 0 0 0,39 18 1 0 0,28 16-50 0 0,35 38 37 0 0,-123-84-80 0 0,1-1 0 0 0,-1 1 0 0 0,0 1 0 0 0,10 11 0 0 0,-11-12 13 0 0,0 1 1 0 0,0-1-1 0 0,0 0 0 0 0,1-1 1 0 0,11 8-1 0 0,10 0-10 0 0,-1-1 1 0 0,2-2-1 0 0,0-1 0 0 0,36 6 1 0 0,-60-13-8 0 0,109 18 31 0 0,221 8-1 0 0,-324-27-25 0 0,302 30 74 0 0,-256-19-67 0 0,-1 1 0 0 0,-1 3 0 0 0,73 30-1 0 0,-75-19 58 0 0,-42-20-51 0 0,1-1 0 0 0,0 1-1 0 0,0-2 1 0 0,0 0-1 0 0,20 5 1 0 0,94 14 66 0 0,-103-19-80 0 0,0-1 1 0 0,1-1-1 0 0,-1-1 0 0 0,35-2 1 0 0,84-19-24 0 0,-73 8-23 0 0,47-8-1 0 0,-41 5 97 0 0,132-9 1 0 0,-157 24-74 0 0,0 2 1 0 0,66 12 0 0 0,-99-11 40 0 0,1-1 1 0 0,0-1-1 0 0,-1 0 0 0 0,1-1 1 0 0,0 0-1 0 0,-1-2 0 0 0,27-5 1 0 0,-9-3-4 0 0,192-51 385 0 0,-180 51-294 0 0,1 2 0 0 0,93-3 0 0 0,-131 11-105 0 0,-1 1 0 0 0,0-1 0 0 0,0 2 0 0 0,0-1 0 0 0,-1 1 0 0 0,1 0 0 0 0,12 5 0 0 0,-16-5 5 0 0,1 2 60 0 0,-1-4 1 0 0,5-3-49 0 0,0 0 1 0 0,0-1-1 0 0,0 0 0 0 0,-1 0 0 0 0,0-1 0 0 0,0-1 1 0 0,0 1-1 0 0,0-1 0 0 0,10-11 0 0 0,52-36 40 0 0,-1 10-53 0 0,2 4-1 0 0,109-44 1 0 0,-165 78 29 0 0,0-1 0 0 0,0 0 1 0 0,0-1-1 0 0,-1 0 0 0 0,0-1 0 0 0,18-14 1 0 0,-19 13-28 0 0,1 0 1 0 0,0 1 0 0 0,17-7-1 0 0,29-18 16 0 0,118-78-76 0 0,-177 110 58 0 0,0 0 1 0 0,0-1-1 0 0,-1 1 1 0 0,1 0 0 0 0,0-1-1 0 0,-1 1 1 0 0,1-1-1 0 0,-1 1 1 0 0,0-1-1 0 0,1 1 1 0 0,-1-1-1 0 0,0 1 1 0 0,0-1 0 0 0,0 0-1 0 0,0 1 1 0 0,0-1-1 0 0,-1-2 1 0 0,-5-24 134 0 0,-1 20-113 0 0,6 7-12 0 0,-1-1 0 0 0,1 0-1 0 0,-1 0 1 0 0,1 1 0 0 0,0-1-1 0 0,0 0 1 0 0,0 0 0 0 0,0 0 0 0 0,0-1-1 0 0,0 1 1 0 0,1 0 0 0 0,-1 0-1 0 0,1 0 1 0 0,-1-1 0 0 0,1 1 0 0 0,0 0-1 0 0,0 0 1 0 0,0-4 0 0 0,0 4-9 0 0,-1 0 0 0 0,1 1 0 0 0,0-1-1 0 0,-1 1 1 0 0,1-1 0 0 0,-1 1 0 0 0,1-1 0 0 0,-1 1 0 0 0,0-1 0 0 0,0 1 0 0 0,0 0 0 0 0,1-1 0 0 0,-1 1 0 0 0,-1 0 0 0 0,1 0 0 0 0,-2-2 0 0 0,-26-19 24 0 0,14 12 12 0 0,-105-69 38 0 0,100 67-70 0 0,0 0 0 0 0,-1 2 1 0 0,-34-12-1 0 0,12 5 29 0 0,-175-68 121 0 0,-492-152 414 0 0,652 220-425 0 0,-1 3 0 0 0,-77-9 0 0 0,-112 2 351 0 0,-23 10-327 0 0,92 4-167 0 0,-37-3-12 0 0,149 2-14 0 0,-128-33 0 0 0,141 26 20 0 0,25 7 0 0 0,-52-21 0 0 0,54 21-18 0 0,-1 1 1 0 0,0 2-1 0 0,-51-4 0 0 0,37 4-17 0 0,24 3 17 0 0,1 1 1 0 0,-1 0 0 0 0,1 2 0 0 0,-19 2-1 0 0,-80 2-349 0 0,102-3 127 0 0,12 3-222 0 0,21 13-892 0 0,9 6-218 0 0,-2 12-1016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01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950 532 1361 0 0,'37'8'3698'0'0,"-28"-6"-1364"0"0,-24-6-1830 0 0,9-2 41 0 0,4 2-450 0 0,-13-2 5 0 0,0 0-1 0 0,0 1 0 0 0,0 1 1 0 0,-21-3-1 0 0,12 1-76 0 0,-1 3-6 0 0,0 1 0 0 0,0 1-1 0 0,0 1 1 0 0,0 1-1 0 0,0 1 1 0 0,-39 9-1 0 0,38-7 15 0 0,-214 44 171 0 0,209-41-164 0 0,-71 11 282 0 0,98-17-320 0 0,-1 0 0 0 0,1 1 0 0 0,-1 0-1 0 0,1 0 1 0 0,0 0 0 0 0,-6 4-1 0 0,-11 5 17 0 0,-7 5 10 0 0,-46 34 1 0 0,67-44-47 0 0,1 0 0 0 0,-1 1 0 0 0,1-1-1 0 0,1 1 1 0 0,-9 14 0 0 0,10-16 8 0 0,1 10-2 0 0,3-14 15 0 0,0 0-1 0 0,0 0 1 0 0,0 0 0 0 0,0 0 0 0 0,0 0 0 0 0,0 0-1 0 0,0 0 1 0 0,0 0 0 0 0,-1 0 0 0 0,1 0-1 0 0,0 0 1 0 0,-1 0 0 0 0,1 0 0 0 0,-1 0-1 0 0,1 0 1 0 0,-1 0 0 0 0,-1 1 0 0 0,-2 3 12 0 0,2-4-11 0 0,0 1 0 0 0,1 0 0 0 0,-1-1 0 0 0,1 1 0 0 0,0 0 0 0 0,0 0 0 0 0,-1-1 0 0 0,1 1-1 0 0,0 0 1 0 0,1 0 0 0 0,-1 0 0 0 0,0 1 0 0 0,0-1 0 0 0,1 0 0 0 0,-1 0 0 0 0,1 0 0 0 0,0 0-1 0 0,0 1 1 0 0,0-1 0 0 0,0 3 0 0 0,0-3 2 0 0,0 0-1 0 0,0-1 1 0 0,0 1-1 0 0,0 0 1 0 0,0 0-1 0 0,0 0 1 0 0,1 0-1 0 0,-1-1 1 0 0,1 1-1 0 0,-1 0 1 0 0,1 0-1 0 0,0-1 1 0 0,0 1-1 0 0,0-1 1 0 0,0 1-1 0 0,0 0 1 0 0,0-1-1 0 0,0 0 1 0 0,0 1-1 0 0,0-1 1 0 0,3 2-1 0 0,2 3 0 0 0,-5-4-7 0 0,0-1-1 0 0,0 1 1 0 0,0-1-1 0 0,-1 1 1 0 0,1 0-1 0 0,-1-1 1 0 0,1 1 0 0 0,-1 0-1 0 0,0-1 1 0 0,0 1-1 0 0,1 0 1 0 0,-1-1-1 0 0,0 1 1 0 0,-1 0-1 0 0,1 0 1 0 0,-1 2-1 0 0,1 8 41 0 0,3 23 238 0 0,-3-33-260 0 0,1 0 1 0 0,0-1-1 0 0,0 1 1 0 0,-1 0 0 0 0,1-1-1 0 0,0 1 1 0 0,0-1-1 0 0,1 0 1 0 0,-1 1 0 0 0,0-1-1 0 0,0 0 1 0 0,1 1-1 0 0,-1-1 1 0 0,1 0-1 0 0,1 1 1 0 0,-2-1-16 0 0,-1-1 0 0 0,1 1 0 0 0,-1-1 0 0 0,1 1 0 0 0,-1 0-1 0 0,1-1 1 0 0,-1 1 0 0 0,0 0 0 0 0,1-1 0 0 0,-1 1 0 0 0,0 0 0 0 0,1 0 0 0 0,-1 0 0 0 0,0-1 0 0 0,0 1-1 0 0,0 0 1 0 0,0 0 0 0 0,0 0 0 0 0,0-1 0 0 0,0 1 0 0 0,0 0 0 0 0,0 0 0 0 0,0 0 0 0 0,0-1 0 0 0,-1 2-1 0 0,1-1 1 0 0,0 1 0 0 0,0-1 0 0 0,0 0-1 0 0,-1 0 1 0 0,1 0 0 0 0,0 0-1 0 0,1 0 1 0 0,-1 0 0 0 0,0 0-1 0 0,0 0 1 0 0,0 0 0 0 0,1 0 0 0 0,-1 0-1 0 0,0 0 1 0 0,1 0 0 0 0,-1 0-1 0 0,1 0 1 0 0,0 1 0 0 0,9 8 4 0 0,-1 1 0 0 0,0 0 1 0 0,7 13-1 0 0,-8-7 22 0 0,-7-14-21 0 0,1 1 0 0 0,0-1 0 0 0,-1 0 1 0 0,1 0-1 0 0,0 0 0 0 0,1 0 0 0 0,-1 0 0 0 0,0 0 1 0 0,4 3-1 0 0,66 68-27 0 0,-52-51-2 0 0,1-1 0 0 0,1-1 1 0 0,1-1-1 0 0,32 22 0 0 0,-39-31 9 0 0,0 0 0 0 0,-1 0 0 0 0,0 2 0 0 0,25 26 0 0 0,-30-28 12 0 0,1 0 0 0 0,0-1 0 0 0,17 12 0 0 0,19 17 7 0 0,-36-28-12 0 0,1-1 0 0 0,0 0 0 0 0,1-1 0 0 0,0 0 0 0 0,1-1 0 0 0,-1-1 0 0 0,1 0 0 0 0,19 6 1 0 0,-22-10 1 0 0,0 0 1 0 0,-1-1 0 0 0,1 0 0 0 0,0 0 0 0 0,0-1 0 0 0,0-1-1 0 0,0 0 1 0 0,1-1 0 0 0,-1 0 0 0 0,0 0 0 0 0,-1-1 0 0 0,17-5 0 0 0,30-11 59 0 0,1 3 0 0 0,115-14 1 0 0,195 6 92 0 0,-290 18-150 0 0,92-20-1 0 0,-120 17-39 0 0,59-13-12 0 0,93-14 5 0 0,-140 30 38 0 0,-1 3 0 0 0,1 3-1 0 0,0 3 1 0 0,90 16 0 0 0,-65-4 199 0 0,0-4 1 0 0,161 2 0 0 0,166-58 757 0 0,-331 32-728 0 0,161-25 478 0 0,-175 26-517 0 0,0-3 0 0 0,0-3-1 0 0,101-39 1 0 0,-121 38-130 0 0,76-41-1 0 0,-101 45 3 0 0,2 2 0 0 0,0 0 1 0 0,52-15-1 0 0,-69 24-32 0 0,13-2-17 0 0,-5 4-37 0 0,-10 3 16 0 0,32-5 12 0 0,5-7-26 0 0,58-20 0 0 0,-93 27 25 0 0,80-22-137 0 0,-60 19 65 0 0,-1-2-1 0 0,1 0 1 0 0,-2-3 0 0 0,1 0 0 0 0,26-16 0 0 0,-53 25 75 0 0,0 0 0 0 0,0 0 0 0 0,-1 0 0 0 0,1 0 0 0 0,0 0-1 0 0,-1 0 1 0 0,1 0 0 0 0,-1 0 0 0 0,0-1 0 0 0,0 1 0 0 0,0 0 0 0 0,0 0 0 0 0,0 0 0 0 0,0-1 0 0 0,-1-3 0 0 0,0-2-54 0 0,1 6 49 0 0,0 0-1 0 0,-1-1 1 0 0,1 1-1 0 0,-1 0 1 0 0,0 0-1 0 0,0 0 1 0 0,0-1-1 0 0,0 1 0 0 0,0 0 1 0 0,0 0-1 0 0,0 0 1 0 0,-1 1-1 0 0,1-1 1 0 0,0 0-1 0 0,-1 0 1 0 0,0 1-1 0 0,1-1 1 0 0,-1 1-1 0 0,0-1 0 0 0,0 1 1 0 0,0 0-1 0 0,-3-2 1 0 0,-16-14-100 0 0,-33-45-155 0 0,-52-45 161 0 0,82 86 137 0 0,12 10 3 0 0,0 0 0 0 0,-16-19 0 0 0,22 23-39 0 0,-1 0 0 0 0,0 0 0 0 0,-1 0-1 0 0,0 1 1 0 0,-11-8 0 0 0,-1 0-31 0 0,-5-6-9 0 0,18 14 56 0 0,1 1-1 0 0,-1-1 0 0 0,-1 1 0 0 0,1 1 1 0 0,-1-1-1 0 0,-13-5 0 0 0,-52-16 63 0 0,-116-26 1 0 0,79 29-67 0 0,-68-11-241 0 0,-31 1 141 0 0,-350-35 333 0 0,526 64-264 0 0,0 0 1 0 0,0-3 0 0 0,-60-19-1 0 0,52 14 41 0 0,0 1-1 0 0,-52-6 1 0 0,-46-10 13 0 0,-181-67-110 0 0,275 79 80 0 0,0 2 0 0 0,-1 2 0 0 0,-1 2 0 0 0,-58-3 0 0 0,-312 22 134 0 0,188 24-307 0 0,80-9-54 0 0,81-17-19 0 0,34-5-297 0 0,0 2 0 0 0,0 1 0 0 0,0 2-1 0 0,-54 19 1 0 0,20-3-2178 0 0,11 4-2455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4:12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288 112 1441 0 0,'0'-50'6803'0'0,"1"49"-6791"0"0,0 1 0 0 0,-1-1 0 0 0,1 0 0 0 0,0 1 0 0 0,-1-1 0 0 0,1 1 0 0 0,0-1 0 0 0,0 1 0 0 0,0 0 0 0 0,-1-1 0 0 0,1 1 0 0 0,0 0 0 0 0,0 0 0 0 0,0-1 0 0 0,0 1 0 0 0,0 0 0 0 0,-1 0 0 0 0,1 0 0 0 0,0 0 0 0 0,0 0 0 0 0,0 0 0 0 0,0 0 0 0 0,1 1 0 0 0,0-1 20 0 0,2-2 208 0 0,1-2 0 0 0,66-12 654 0 0,-45 5-174 0 0,-21 10-320 0 0,-10 0 67 0 0,-12-2 0 0 0,-9-6 740 0 0,23 7-1165 0 0,1 1 0 0 0,-1 0 0 0 0,1 0 0 0 0,-1 0-1 0 0,0 0 1 0 0,1 1 0 0 0,-1-1 0 0 0,0 1 0 0 0,1-1 0 0 0,-4 1 0 0 0,-15 1-18 0 0,0 2 0 0 0,1 0 0 0 0,0 1 0 0 0,-27 8 0 0 0,36-8-15 0 0,0 1 1 0 0,1 0 0 0 0,0 0 0 0 0,0 1 0 0 0,-11 9 0 0 0,14-10-16 0 0,-15 12-33 0 0,0 1 1 0 0,-33 38-1 0 0,43-44 35 0 0,10-10 8 0 0,0 0-1 0 0,0-1 1 0 0,1 1-1 0 0,-1 0 1 0 0,0 0 0 0 0,1 0-1 0 0,0 0 1 0 0,-1 0 0 0 0,1 0-1 0 0,0 1 1 0 0,0-1-1 0 0,0 0 1 0 0,1 1 0 0 0,-1-1-1 0 0,0 0 1 0 0,1 1 0 0 0,0-1-1 0 0,-1 1 1 0 0,1-1-1 0 0,0 1 1 0 0,0-1 0 0 0,1 5-1 0 0,1-4 1 0 0,0 0-1 0 0,-1 0 1 0 0,1 0-1 0 0,1 0 1 0 0,-1 0-1 0 0,0 0 1 0 0,1-1-1 0 0,-1 1 1 0 0,1-1 0 0 0,0 0-1 0 0,0 1 1 0 0,0-1-1 0 0,0-1 1 0 0,0 1-1 0 0,0 0 1 0 0,0-1-1 0 0,6 2 1 0 0,35 13-89 0 0,1-2 0 0 0,0-1 0 0 0,1-3 0 0 0,0-2-1 0 0,0-2 1 0 0,1-2 0 0 0,82-3 0 0 0,-109-1-11 0 0,0-2-1 0 0,0 0 0 0 0,0-1 1 0 0,0-1-1 0 0,0-1 0 0 0,-1-1 0 0 0,24-10 1 0 0,-39 14 82 0 0,-3 2 12 0 0,0 0 0 0 0,0-1 0 0 0,1 1-1 0 0,-1 0 1 0 0,0-1 0 0 0,0 1 0 0 0,0-1 0 0 0,0 0 0 0 0,0 1 0 0 0,0-1-1 0 0,0 0 1 0 0,0 1 0 0 0,0-1 0 0 0,-1 0 0 0 0,1 0 0 0 0,0 0 0 0 0,0 0-1 0 0,-1 0 1 0 0,1 0 0 0 0,0 0 0 0 0,-1 0 0 0 0,1 0 0 0 0,-1 0 0 0 0,0 0 0 0 0,1-1-1 0 0,-1 1 1 0 0,0 0 0 0 0,0 0 0 0 0,1 0 0 0 0,-1-3 0 0 0,0 1 1 0 0,0 0 1 0 0,1 0 0 0 0,0 0 0 0 0,-1 0-1 0 0,1 1 1 0 0,0-1 0 0 0,1 0 0 0 0,-1 0-1 0 0,0 1 1 0 0,1-1 0 0 0,2-3 0 0 0,-3 4 0 0 0,1 0 1 0 0,-1 0 0 0 0,1 0-1 0 0,-1 0 1 0 0,0 0-1 0 0,0 0 1 0 0,0-1 0 0 0,0 1-1 0 0,0 0 1 0 0,-1-1 0 0 0,1 1-1 0 0,-1 0 1 0 0,1-1-1 0 0,-1 1 1 0 0,0-1 0 0 0,0 1-1 0 0,0-1 1 0 0,0 1 0 0 0,-1-1-1 0 0,1 1 1 0 0,-1-1-1 0 0,1 1 1 0 0,-1 0 0 0 0,0-1-1 0 0,-1-1 1 0 0,-5-7 35 0 0,0 1 0 0 0,0 1 0 0 0,-1 0 0 0 0,0 0 0 0 0,0 0-1 0 0,-1 1 1 0 0,-1 0 0 0 0,1 0 0 0 0,-1 1 0 0 0,0 1 0 0 0,-1 0 0 0 0,-14-6 0 0 0,-50-22 284 0 0,46 19-134 0 0,36 18-372 0 0,11-3 93 0 0,-14 0-81 0 0,18 5-1507 0 0,0 1-279 0 0,-22-6 1912 0 0,0 0 0 0 0,1 0 0 0 0,-1 0 0 0 0,0 0 0 0 0,1 0 0 0 0,-1 0 1 0 0,0 1-1 0 0,0-1 0 0 0,0 0 0 0 0,1 0 0 0 0,-1 0 0 0 0,0 0 0 0 0,0 1 1 0 0,1-1-1 0 0,-1 0 0 0 0,0 0 0 0 0,0 0 0 0 0,0 1 0 0 0,0-1 0 0 0,1 0 1 0 0,-1 0-1 0 0,0 1 0 0 0,0-1 0 0 0,0 0 0 0 0,0 0 0 0 0,0 1 1 0 0,0-1-1 0 0,0 0 0 0 0,0 0 0 0 0,0 1 0 0 0,0-1 0 0 0,0 0 0 0 0,0 0 1 0 0,0 1-1 0 0,0-1 0 0 0,0 0 0 0 0,0 1 0 0 0,0-1 0 0 0,0 0 0 0 0,0 0 1 0 0,0 1-1 0 0,0-1 0 0 0,0 0 0 0 0,-1 0 0 0 0,1 1 0 0 0,0-1 0 0 0,0 0 1 0 0,0 0-1 0 0,0 0 0 0 0,-1 1 0 0 0,1-1 0 0 0,0 0 0 0 0,0 0 1 0 0,-1 0-1 0 0,1 0 0 0 0,0 1 0 0 0,0-1 0 0 0,0 0 0 0 0,-1 0 0 0 0,1 0 1 0 0,0 0-1 0 0,-1 0 0 0 0,-91 27 1982 0 0,91-27-1925 0 0,1 0-1 0 0,0 0 1 0 0,-1 1 0 0 0,1-1-1 0 0,0 0 1 0 0,0 0 0 0 0,-1 0-1 0 0,1 0 1 0 0,0 0 0 0 0,0 1-1 0 0,0-1 1 0 0,-1 0 0 0 0,1 0-1 0 0,0 0 1 0 0,0 1 0 0 0,0-1-1 0 0,0 0 1 0 0,-1 0 0 0 0,1 1-1 0 0,0-1 1 0 0,0 0 0 0 0,0 0-1 0 0,0 1 1 0 0,0-1 0 0 0,0 0-1 0 0,0 0 1 0 0,0 1 0 0 0,0-1 0 0 0,0 0-1 0 0,0 0 1 0 0,0 1 0 0 0,0-1-1 0 0,0 0 1 0 0,0 1 0 0 0,0-1-1 0 0,0 0 1 0 0,0 0 0 0 0,0 1-1 0 0,0-1 1 0 0,0 0 0 0 0,0 0-1 0 0,0 1 1 0 0,1-1 0 0 0,-1 0-1 0 0,0 0 1 0 0,0 1 0 0 0,0-1-1 0 0,1 0 1 0 0,-1 0 0 0 0,0 0-1 0 0,0 1 1 0 0,0-1 0 0 0,1 0-1 0 0,-1 0 1 0 0,0 0 0 0 0,0 0-1 0 0,1 0 1 0 0,-1 0 0 0 0,1 1-1 0 0,43 20 232 0 0,-44-21-234 0 0,1 0 1 0 0,-1 0-1 0 0,0 0 0 0 0,0 1 0 0 0,1-1 0 0 0,-1 0 0 0 0,0 0 0 0 0,1 1 0 0 0,-1-1 0 0 0,0 0 0 0 0,0 0 0 0 0,0 1 0 0 0,1-1 1 0 0,-1 0-1 0 0,0 1 0 0 0,0-1 0 0 0,0 0 0 0 0,0 0 0 0 0,1 1 0 0 0,-1-1 0 0 0,0 0 0 0 0,0 1 0 0 0,0-1 0 0 0,0 0 0 0 0,0 1 0 0 0,0-1 1 0 0,0 1-1 0 0,0-1 0 0 0,0 0 0 0 0,0 1 0 0 0,0-1 0 0 0,-1 2 26 0 0,5 5 48 0 0,15-3-13 0 0,2-3-40 0 0,-16 1 40 0 0,-5 0-67 0 0,26-1 66 0 0,-4 0-53 0 0,-17 5 1 0 0,-5-6-11 0 0,1 1 0 0 0,0 0 0 0 0,0-1 0 0 0,0 1 0 0 0,-1-1 1 0 0,1 1-1 0 0,0-1 0 0 0,0 1 0 0 0,0-1 0 0 0,0 1 0 0 0,0-1 0 0 0,0 0 1 0 0,0 0-1 0 0,0 1 0 0 0,0-1 0 0 0,0 0 0 0 0,0 0 0 0 0,0 0 0 0 0,1 0 1 0 0,1 0-1 0 0,6 11-3 0 0,1-1 5 0 0,-7-7 14 0 0,1 0-1 0 0,-1 1 1 0 0,0-1-1 0 0,0 1 1 0 0,0 0-1 0 0,-1 0 1 0 0,1 0-1 0 0,-1 0 1 0 0,0 0-1 0 0,0 1 1 0 0,2 7-1 0 0,-1 5 94 0 0,-2 0-1 0 0,0 0 0 0 0,-1 0 1 0 0,-1 0-1 0 0,0 0 1 0 0,-1 0-1 0 0,-8 28 1 0 0,5-19 242 0 0,1 0 1 0 0,-2 34-1 0 0,6-52-299 0 0,1 1 0 0 0,-1-1 0 0 0,1 0 0 0 0,1 1 0 0 0,-1-1 0 0 0,1 0 0 0 0,1 0 0 0 0,0 0 0 0 0,0 0 0 0 0,0-1 0 0 0,7 11 0 0 0,10 10-90 0 0,9 17-544 0 0,-29-43 439 0 0,1 0 0 0 0,0 0 0 0 0,0 0 0 0 0,0 0 0 0 0,0 0 0 0 0,0 0 0 0 0,0 0 0 0 0,1 0-1 0 0,-1 0 1 0 0,1 0 0 0 0,-1-1 0 0 0,1 1 0 0 0,-1-1 0 0 0,1 1 0 0 0,0-1 0 0 0,0 1 0 0 0,0-1 0 0 0,0 0 0 0 0,0 0 0 0 0,0 0 0 0 0,0 0 0 0 0,0-1 0 0 0,1 1 0 0 0,-1 0-1 0 0,0-1 1 0 0,0 0 0 0 0,1 1 0 0 0,-1-1 0 0 0,3 0 0 0 0,26 2-3968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4:13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35 1841 0 0,'53'-24'2081'0'0,"-26"14"640"0"0,-27 20-2161 0 0,0 24-240 0 0,-27 44-159 0 0,1-3 79 0 0,-1-26-160 0 0,27-3-80 0 0,-21-2 0 0 0,21-5 0 0 0,-27-5-160 0 0,27-17-321 0 0,0-5-479 0 0,27-12-1761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4:13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208 87 960 0 0,'-1'-1'204'0'0,"-1"0"0"0"0,0 0-1 0 0,0 0 1 0 0,1 0 0 0 0,-1 0-1 0 0,1 0 1 0 0,-1-1 0 0 0,1 1-1 0 0,-1 0 1 0 0,1-1 0 0 0,0 1-1 0 0,0-1 1 0 0,0 0 0 0 0,0 1-1 0 0,0-1 1 0 0,0 0-1 0 0,0 0 1 0 0,0 0 0 0 0,1 0-1 0 0,-1 1 1 0 0,1-1 0 0 0,-1 0-1 0 0,1 0 1 0 0,0 0 0 0 0,0 0-1 0 0,0 0 1 0 0,0 0 0 0 0,0 0-1 0 0,1-3 1 0 0,-1 4-163 0 0,0 0 1 0 0,1 0-1 0 0,-1 0 1 0 0,1 0-1 0 0,0 0 0 0 0,-1 1 1 0 0,1-1-1 0 0,0 0 1 0 0,-1 0-1 0 0,1 0 0 0 0,0 1 1 0 0,0-1-1 0 0,0 0 1 0 0,0 1-1 0 0,0-1 1 0 0,-1 0-1 0 0,1 1 0 0 0,0-1 1 0 0,0 1-1 0 0,1 0 1 0 0,-1-1-1 0 0,0 1 0 0 0,0 0 1 0 0,0 0-1 0 0,1-1 1 0 0,39-7 120 0 0,-24 6-80 0 0,-3-1-107 0 0,1 0 0 0 0,-1 2 0 0 0,1 0 0 0 0,0 0 0 0 0,-1 1 0 0 0,1 1 0 0 0,0 1 0 0 0,-1 0 0 0 0,1 1 1 0 0,-1 0-1 0 0,0 1 0 0 0,0 1 0 0 0,0 0 0 0 0,24 13 0 0 0,-37-18 26 0 0,0 1 0 0 0,0-1 0 0 0,0 1 0 0 0,0 0-1 0 0,0-1 1 0 0,0 1 0 0 0,0 0 0 0 0,0 0 0 0 0,0 0 0 0 0,0-1 0 0 0,0 1 0 0 0,-1 0-1 0 0,1 0 1 0 0,0 0 0 0 0,-1 1 0 0 0,1-1 0 0 0,-1 0 0 0 0,1 0 0 0 0,0 2 0 0 0,-2-2 6 0 0,0 0 0 0 0,1 1 0 0 0,-1-1 0 0 0,0 1 0 0 0,0-1 0 0 0,0 0 0 0 0,0 0 1 0 0,0 0-1 0 0,-1 0 0 0 0,1 1 0 0 0,0-2 0 0 0,0 1 0 0 0,-1 0 0 0 0,1 0 0 0 0,-1 0 1 0 0,1 0-1 0 0,-1-1 0 0 0,1 1 0 0 0,-3 0 0 0 0,-22 9 88 0 0,0-1 1 0 0,0 0-1 0 0,-1-2 0 0 0,1-2 1 0 0,-41 5-1 0 0,19-7-86 0 0,0-1 1 0 0,-67-7-1 0 0,107 4-64 0 0,-33-5-122 0 0,39 6 92 0 0,0-1 1 0 0,0 1 0 0 0,0-1 0 0 0,0 0 0 0 0,0 0 0 0 0,0 0 0 0 0,0 0 0 0 0,0 0 0 0 0,0 0 0 0 0,0 0 0 0 0,1-1 0 0 0,-1 1-1 0 0,0-1 1 0 0,-1-2 0 0 0,-2-14-2329 0 0,5 15 1945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4:14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6 2321 0 0,'-16'-2'1517'0'0,"0"1"0"0"0,-1 1 1 0 0,-25 2-1 0 0,4-1-329 0 0,34-1-375 0 0,0 0-572 0 0,-11 0-16 0 0,30 0-117 0 0,-11 0 212 0 0,-4 0-308 0 0,0 0-1 0 0,0 0 0 0 0,0 0 1 0 0,-1 0-1 0 0,1-1 1 0 0,0 1-1 0 0,0 0 1 0 0,0 0-1 0 0,0 0 1 0 0,0 0-1 0 0,0 0 0 0 0,0 0 1 0 0,0-1-1 0 0,0 1 1 0 0,0 0-1 0 0,0 0 1 0 0,0 0-1 0 0,0 0 0 0 0,0 0 1 0 0,0-1-1 0 0,0 1 1 0 0,0 0-1 0 0,0 0 1 0 0,0 0-1 0 0,0 0 0 0 0,0 0 1 0 0,0-1-1 0 0,0 1 1 0 0,0 0-1 0 0,0 0 1 0 0,0 0-1 0 0,0 0 0 0 0,1 0 1 0 0,-1-1-1 0 0,0 1 1 0 0,0 0-1 0 0,0 0 1 0 0,0 0-1 0 0,0 0 1 0 0,0 0-1 0 0,0 0 0 0 0,1 0 1 0 0,-1 0-1 0 0,0 0 1 0 0,0 0-1 0 0,0-1 1 0 0,0 1-1 0 0,0 0 0 0 0,0 0 1 0 0,1 0-1 0 0,-1 0 1 0 0,0 0-1 0 0,0 0 1 0 0,0 0-1 0 0,0 0 0 0 0,1 0 1 0 0,-1 0-1 0 0,0 0 1 0 0,0 0-1 0 0,0 0 1 0 0,0 0-1 0 0,0 0 1 0 0,1 1-1 0 0,-1-1 0 0 0,0 0 1 0 0,0 0-1 0 0,0 0 1 0 0,0 0-1 0 0,0 0 1 0 0,179 10 1448 0 0,-111-5-2524 0 0,120-4 1 0 0,-186-1 847 0 0,0 0 0 0 0,-1 0 0 0 0,1-1 1 0 0,0 1-1 0 0,0-1 0 0 0,-1 1 0 0 0,1-1 1 0 0,-1 1-1 0 0,1-1 0 0 0,0 0 0 0 0,-1 0 1 0 0,1 0-1 0 0,-1 0 0 0 0,0 0 0 0 0,1 0 1 0 0,1-2-1 0 0,-1 1-3026 0 0,-24 1 494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4:15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25 720 0 0,'-22'4'3455'0'0,"23"-4"-2841"0"0,0 0-507 0 0,0 0 0 0 0,0 0 0 0 0,0 0 0 0 0,-1-1 0 0 0,1 1 0 0 0,0 0 0 0 0,0 0 1 0 0,0-1-1 0 0,0 1 0 0 0,0-1 0 0 0,0 1 0 0 0,-1-1 0 0 0,1 1 0 0 0,0-1 0 0 0,0 1 1 0 0,-1-1-1 0 0,1 0 0 0 0,0 1 0 0 0,-1-1 0 0 0,1 0 0 0 0,0 1 0 0 0,-1-1 1 0 0,1 0-1 0 0,-1 0 0 0 0,0 0 0 0 0,1 0 0 0 0,-1 1 0 0 0,0-1 0 0 0,1 0 0 0 0,-1 0 1 0 0,0 0-1 0 0,0-1 0 0 0,0 1 520 0 0,-4 1-374 0 0,-12-1-44 0 0,22-1 45 0 0,35-2 164 0 0,-20 4-318 0 0,32 0-164 0 0,0 1-1 0 0,60 11 0 0 0,-108-12-173 0 0,0 1 0 0 0,0 0 1 0 0,-1-1-1 0 0,1 2 0 0 0,0-1 0 0 0,-1 1 0 0 0,1-1 0 0 0,-1 1 0 0 0,1 1 0 0 0,-1-1 0 0 0,7 5 1 0 0,-10-4-96 0 0,-1-1 1 0 0,1 0 0 0 0,-1 1 0 0 0,1-1 0 0 0,-1 0-1 0 0,0 1 1 0 0,0-1 0 0 0,0 0 0 0 0,-1 1-1 0 0,1-1 1 0 0,0 0 0 0 0,-1 1 0 0 0,0-1 0 0 0,1 0-1 0 0,-1 0 1 0 0,0 0 0 0 0,0 0 0 0 0,0 1 0 0 0,-1-1-1 0 0,-1 2 1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4:16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1601 0 0,'0'1'98'0'0,"0"0"-1"0"0,0 0 1 0 0,0 0 0 0 0,0 0 0 0 0,0 0 0 0 0,0 0 0 0 0,0 0-1 0 0,0 0 1 0 0,0 0 0 0 0,1-1 0 0 0,-1 1 0 0 0,0 0 0 0 0,1 0 0 0 0,-1 0-1 0 0,0 0 1 0 0,1 0 0 0 0,-1 0 0 0 0,1-1 0 0 0,-1 1 0 0 0,1 0-1 0 0,0 0 1 0 0,-1-1 0 0 0,1 1 0 0 0,0 0 0 0 0,0-1 0 0 0,-1 1 0 0 0,1-1-1 0 0,0 1 1 0 0,0-1 0 0 0,0 1 0 0 0,1 0 0 0 0,6 3 106 0 0,-7-2-113 0 0,0 0 1 0 0,0 0 0 0 0,0 1 0 0 0,-1-1-1 0 0,1 1 1 0 0,-1-1 0 0 0,1 1 0 0 0,-1-1-1 0 0,0 1 1 0 0,0-1 0 0 0,0 1-1 0 0,0-1 1 0 0,0 1 0 0 0,-1 4 0 0 0,0 4 66 0 0,0 8-5 0 0,0-13-125 0 0,0 0-1 0 0,1 1 0 0 0,0-1 1 0 0,0 0-1 0 0,0 1 0 0 0,1-1 1 0 0,0 0-1 0 0,0 0 0 0 0,4 11 0 0 0,11 4 26 0 0,12 17 41 0 0,-19-5 0 0 0,9 5 79 0 0,-10 1 107 0 0,-2-26-190 0 0,2 13 87 0 0,-16 9 103 0 0,6-29-211 0 0,0-1 0 0 0,0 1 0 0 0,1 0 0 0 0,0 0 0 0 0,-1 9 0 0 0,2-11-33 0 0,0 0 0 0 0,-1 1 0 0 0,0-1 0 0 0,0 0 1 0 0,0 0-1 0 0,0 0 0 0 0,0 0 0 0 0,-1 0 1 0 0,0 0-1 0 0,0 0 0 0 0,0-1 0 0 0,0 1 0 0 0,-1-1 1 0 0,1 1-1 0 0,-7 5 0 0 0,-10 17 105 0 0,14-4-143 0 0,5-17-213 0 0,1-12-208 0 0,-2 6 280 0 0,1 0 1 0 0,0 0 0 0 0,0 0-1 0 0,-1 0 1 0 0,1 0 0 0 0,-1 0 0 0 0,1 0-1 0 0,-1 0 1 0 0,0 0 0 0 0,1 0-1 0 0,-1 0 1 0 0,0 1 0 0 0,1-1 0 0 0,-1 0-1 0 0,0 0 1 0 0,0 1 0 0 0,0-1-1 0 0,0 0 1 0 0,-1 0 0 0 0,-6-7-1401 0 0,6 5 1081 0 0,2 0-1 0 0,-1 0 1 0 0,0 0-1 0 0,1 0 1 0 0,-1 0-1 0 0,1 0 1 0 0,0 0-1 0 0,0-4 1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04.6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742 196 320 0 0,'0'0'83'0'0,"0"0"1"0"0,0 0-1 0 0,0 1 0 0 0,0-1 1 0 0,0 0-1 0 0,0 0 0 0 0,0 0 0 0 0,1 0 1 0 0,-1 0-1 0 0,0 0 0 0 0,0 1 0 0 0,0-1 1 0 0,0 0-1 0 0,0 0 0 0 0,0 0 1 0 0,0 0-1 0 0,0 0 0 0 0,0 1 0 0 0,0-1 1 0 0,0 0-1 0 0,0 0 0 0 0,0 0 1 0 0,0 0-1 0 0,0 0 0 0 0,0 1 0 0 0,0-1 1 0 0,0 0-1 0 0,0 0 0 0 0,-1 0 0 0 0,1 0 1 0 0,0 0-1 0 0,0 1 0 0 0,0-1 1 0 0,0 0-1 0 0,0 0 0 0 0,0 0 0 0 0,0 0 1 0 0,0 0-1 0 0,0 0 0 0 0,-1 0 0 0 0,1 0 1 0 0,0 0-1 0 0,0 1 0 0 0,0-1 1 0 0,0 0-1 0 0,0 0 0 0 0,-1 0 0 0 0,1 0 1 0 0,0 0-1 0 0,0 0 0 0 0,0 0 1 0 0,0 0-1 0 0,0 0 0 0 0,-1 0 0 0 0,1 0 1 0 0,0 0-1 0 0,0 0 0 0 0,0 0 0 0 0,0 0 1 0 0,0 0-1 0 0,-1 0 0 0 0,1 0 1 0 0,0 0-1 0 0,0 0 0 0 0,0 0 0 0 0,0 0 1 0 0,0-1-1 0 0,0 1 0 0 0,-1 0 0 0 0,-48 0 184 0 0,25 1-56 0 0,-41 7-1 0 0,-5 1-4 0 0,61-8-189 0 0,6-1-13 0 0,0 0 1 0 0,-1 1 0 0 0,1-1 0 0 0,0 1 0 0 0,0-1 0 0 0,0 1 0 0 0,0 0 0 0 0,0 0 0 0 0,0 1 0 0 0,0-1-1 0 0,0 1 1 0 0,-4 3 0 0 0,0-3 6 0 0,0 0 0 0 0,0 0 0 0 0,0 0 0 0 0,0-1 0 0 0,-13 1 0 0 0,4 0 3 0 0,-37 14 146 0 0,52-16-157 0 0,1 0-1 0 0,0 0 0 0 0,0 0 0 0 0,0 0 0 0 0,-1 0 0 0 0,1 0 0 0 0,0 0 1 0 0,0 0-1 0 0,0 0 0 0 0,-1 0 0 0 0,1 0 0 0 0,0 0 0 0 0,0 0 1 0 0,0 0-1 0 0,-1 0 0 0 0,1 0 0 0 0,0 0 0 0 0,0 0 0 0 0,0 0 0 0 0,0 1 1 0 0,-1-1-1 0 0,1 0 0 0 0,0 0 0 0 0,0 0 0 0 0,0 0 0 0 0,0 0 1 0 0,0 1-1 0 0,0-1 0 0 0,-1 0 0 0 0,1 0 0 0 0,0 0 0 0 0,0 0 1 0 0,0 1-1 0 0,0-1 0 0 0,0 0 0 0 0,0 0 0 0 0,0 0 0 0 0,0 1 0 0 0,0-1 1 0 0,0 0-1 0 0,0 0 0 0 0,0 0 0 0 0,0 1 0 0 0,0-1 0 0 0,0 0 1 0 0,0 0-1 0 0,0 0 0 0 0,0 0 0 0 0,0 1 0 0 0,0-1 0 0 0,0 0 0 0 0,0 0 1 0 0,0 0-1 0 0,1 1 0 0 0,-1-1 0 0 0,0 0 0 0 0,0 0 0 0 0,0 0 0 0 0,0 0-1 0 0,0 0 1 0 0,0 1 0 0 0,0-1 0 0 0,0 0 0 0 0,0 0 0 0 0,0 0-1 0 0,0 0 1 0 0,0 0 0 0 0,0 0 0 0 0,1 1 0 0 0,-1-1 0 0 0,0 0 0 0 0,0 0-1 0 0,0 0 1 0 0,-1 0 0 0 0,1 0 0 0 0,0 1 0 0 0,0-1 0 0 0,0 0-1 0 0,0 0 1 0 0,0 0 0 0 0,0 0 0 0 0,0 0 0 0 0,0 0 0 0 0,0 1-1 0 0,0-1 1 0 0,0 0 0 0 0,0 0 0 0 0,0 0 0 0 0,0 0 0 0 0,0 0-1 0 0,-1 0 1 0 0,1 0 0 0 0,0 0 0 0 0,0 0 0 0 0,0 1 0 0 0,0-1-1 0 0,0 0 1 0 0,0 0 0 0 0,0 0 0 0 0,-1 0 0 0 0,1 0 0 0 0,0 0-1 0 0,0 0 1 0 0,0 0 0 0 0,0 0 0 0 0,0 0 0 0 0,-1 0 0 0 0,1 0-1 0 0,0 0 1 0 0,0 0 0 0 0,0 0 0 0 0,0 0 0 0 0,0 0 0 0 0,0 0-1 0 0,-1 0 1 0 0,1 0 0 0 0,0 0 0 0 0,0 0 0 0 0,0 0 0 0 0,0-1-1 0 0,-27 12 146 0 0,5-2-134 0 0,19-5-20 0 0,1 1-12 0 0,-42 32 259 0 0,41-33-215 0 0,0 0 0 0 0,0 0-1 0 0,0 0 1 0 0,0-1 0 0 0,0 1 0 0 0,-1-1-1 0 0,0 0 1 0 0,0 0 0 0 0,0 0 0 0 0,0-1-1 0 0,0 1 1 0 0,0-1 0 0 0,-8 3 0 0 0,10-5-23 0 0,1 1 1 0 0,-1-1 0 0 0,1 1-1 0 0,-1 0 1 0 0,0 0 0 0 0,1-1-1 0 0,-1 1 1 0 0,1 0 0 0 0,0 1-1 0 0,-1-1 1 0 0,1 0 0 0 0,0 0-1 0 0,0 0 1 0 0,-2 3 0 0 0,-1 27 123 0 0,4-28-119 0 0,0-1-1 0 0,0-1-1 0 0,0 0 1 0 0,0 0-1 0 0,0 0 1 0 0,0 1-1 0 0,-1-1 1 0 0,1 0-1 0 0,-1 0 0 0 0,1 0 1 0 0,-1 0-1 0 0,1 0 1 0 0,-1 1-1 0 0,1-1 1 0 0,-1 0-1 0 0,0 0 1 0 0,0-1-1 0 0,1 1 1 0 0,-1 0-1 0 0,0 0 1 0 0,-2 1-1 0 0,2-1 4 0 0,0 0-1 0 0,0 0 1 0 0,0 0-1 0 0,0 0 1 0 0,-1 1-1 0 0,2-1 1 0 0,-1 0-1 0 0,0 1 1 0 0,0-1-1 0 0,0 1 1 0 0,1-1-1 0 0,-1 1 1 0 0,0-1-1 0 0,1 1 1 0 0,0-1-1 0 0,-1 1 1 0 0,1 0-1 0 0,0-1 1 0 0,0 1-1 0 0,0 2 1 0 0,0 99 164 0 0,0-101-165 0 0,-1 0 0 0 0,1 0 0 0 0,0 0 0 0 0,-1 1 0 0 0,0-1 0 0 0,1 0 0 0 0,-1 0 1 0 0,0 0-1 0 0,0 0 0 0 0,0 0 0 0 0,0-1 0 0 0,0 1 0 0 0,-1 0 0 0 0,-1 2 0 0 0,-5 8 18 0 0,-2 6-13 0 0,-12 14-13 0 0,17-27 5 0 0,0 0-1 0 0,1 0 1 0 0,-1 0-1 0 0,1 1 0 0 0,0-1 1 0 0,1 1-1 0 0,-1 0 1 0 0,1 0-1 0 0,0 1 1 0 0,1-1-1 0 0,-1 1 1 0 0,1-1-1 0 0,0 1 0 0 0,1 0 1 0 0,0-1-1 0 0,0 1 1 0 0,0 9-1 0 0,1-15-2 0 0,0 1 0 0 0,0-1 0 0 0,0 1 0 0 0,0-1 0 0 0,-1 1 0 0 0,1-1 0 0 0,-1 1 0 0 0,1-1 0 0 0,-1 1 0 0 0,1-1 0 0 0,-1 0 0 0 0,0 1 0 0 0,1-1 0 0 0,-1 0 0 0 0,0 0 0 0 0,0 0 0 0 0,0 1 0 0 0,0-1 0 0 0,-2 1 0 0 0,2-1 0 0 0,-1 0 0 0 0,1 0 0 0 0,0 0 0 0 0,0 1 0 0 0,0-1 0 0 0,1 0 0 0 0,-1 0 0 0 0,0 0 0 0 0,0 1 0 0 0,1-1 0 0 0,-1 0 0 0 0,0 1 0 0 0,1-1 0 0 0,0 1 0 0 0,-1-1 0 0 0,1 1 0 0 0,0-1 0 0 0,0 1 0 0 0,-1 2 0 0 0,1 85-2 0 0,1-88 0 0 0,-1 0 0 0 0,0 0 0 0 0,1 1 0 0 0,-1-1 0 0 0,1 0 0 0 0,0 0 0 0 0,-1 0 0 0 0,1 0 0 0 0,0 0 0 0 0,-1 0 0 0 0,1 0 0 0 0,0 0 0 0 0,0-1 0 0 0,0 1 0 0 0,0 0 0 0 0,0 0 0 0 0,0-1 0 0 0,0 1 0 0 0,0-1 0 0 0,0 1 0 0 0,2 0 0 0 0,10 8 0 0 0,58 30 134 0 0,-71-39-138 0 0,1 1 0 0 0,0 0 0 0 0,-1 0 0 0 0,1 0 0 0 0,0 0 0 0 0,-1 0 0 0 0,1 0 0 0 0,-1 0 1 0 0,0 0-1 0 0,1 0 0 0 0,-1 0 0 0 0,0 0 0 0 0,1 0 0 0 0,-1 0 0 0 0,0 0 0 0 0,0 0 0 0 0,0 0 0 0 0,0 0 1 0 0,0 0-1 0 0,0 0 0 0 0,0 0 0 0 0,0 0 0 0 0,-1 0 0 0 0,1 2 0 0 0,-2 27-32 0 0,1-28 36 0 0,24 6 0 0 0,3 6 0 0 0,6 2 0 0 0,-12-8 20 0 0,35 18 0 0 0,-35-16-11 0 0,-1-1 0 0 0,32 11 0 0 0,11-1-37 0 0,79 22-11 0 0,46-12 39 0 0,-58-1 67 0 0,-59-16-15 0 0,-47-8-38 0 0,0 0 0 0 0,25 9-1 0 0,16 8 56 0 0,-14-3-70 0 0,1-3 1 0 0,1-2-1 0 0,72 9 1 0 0,-88-16 15 0 0,-17-3 8 0 0,0-1 0 0 0,0 0 0 0 0,26-2 0 0 0,-42 0-20 0 0,13 0 57 0 0,0 0 1 0 0,-1-2 0 0 0,1 1 0 0 0,25-8 0 0 0,13-5 113 0 0,-8 2 99 0 0,66-26 0 0 0,-63 19-65 0 0,-2-3 0 0 0,0-2 0 0 0,-2-2 0 0 0,78-58 0 0 0,-101 69-144 0 0,-19 13-55 0 0,0 1 0 0 0,0-1 0 0 0,0-1 1 0 0,0 1-1 0 0,-1 0 0 0 0,1-1 1 0 0,0 1-1 0 0,1-4 0 0 0,23-48 98 0 0,-25 47-63 0 0,-1 1 1 0 0,1-1-1 0 0,-1 0 0 0 0,0 0 1 0 0,-1 1-1 0 0,0-1 1 0 0,0 0-1 0 0,-2-10 0 0 0,1-6 24 0 0,1 18-57 0 0,0 1 1 0 0,-1 0 0 0 0,1 0-1 0 0,-1-1 1 0 0,0 1-1 0 0,-1 0 1 0 0,1 0 0 0 0,-1 0-1 0 0,-2-5 1 0 0,-6-15 45 0 0,7 8-12 0 0,-7-14 57 0 0,-26-8 40 0 0,1 2-44 0 0,32 33-91 0 0,-6-7 37 0 0,1-1-1 0 0,-13-22 1 0 0,19 28-26 0 0,0-1 0 0 0,0 1 1 0 0,0-1-1 0 0,1 1 0 0 0,-1-1 0 0 0,1 0 0 0 0,1 0 1 0 0,-1 1-1 0 0,1-7 0 0 0,0-139 249 0 0,0 145-239 0 0,-1 0 0 0 0,0 0 0 0 0,0 0 1 0 0,-1 0-1 0 0,1 0 0 0 0,-2 1 0 0 0,1-1 1 0 0,0 0-1 0 0,-1 1 0 0 0,0 0 0 0 0,0 0 0 0 0,-1 0 1 0 0,1 0-1 0 0,-6-5 0 0 0,-8-8 11 0 0,-1 0-1 0 0,-22-17 1 0 0,20 19-31 0 0,10 8 5 0 0,0 1 1 0 0,0 1-1 0 0,-1-1 1 0 0,-19-7-1 0 0,22 11-63 0 0,1 0 1 0 0,-1-1-1 0 0,1 0 0 0 0,0 0 0 0 0,0 0 0 0 0,0-1 1 0 0,1 0-1 0 0,0-1 0 0 0,0 1 0 0 0,-9-11 1 0 0,12 11 11 0 0,-1 1 0 0 0,0-1 0 0 0,0 1 1 0 0,-1 0-1 0 0,1 0 0 0 0,-1 0 1 0 0,0 1-1 0 0,0 0 0 0 0,-8-5 0 0 0,-54-14 111 0 0,22 8-22 0 0,-191-53 163 0 0,160 45-128 0 0,-1 4 1 0 0,-97-10 0 0 0,-160 1 373 0 0,263 25-215 0 0,42 2-100 0 0,0 0 1 0 0,1-3 0 0 0,-1 0 0 0 0,-46-12 0 0 0,37 11-754 0 0,32 5-808 0 0,23 2-962 0 0,63 13-4145 0 0,-27-9 3455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49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2118 642 4482 0 0,'0'1'46'0'0,"1"0"0"0"0,0-1 0 0 0,-1 1 0 0 0,1 0 0 0 0,0 0 0 0 0,0 0 1 0 0,0-1-1 0 0,0 1 0 0 0,0 0 0 0 0,0-1 0 0 0,0 1 0 0 0,0-1 0 0 0,0 1 0 0 0,0-1 0 0 0,0 0 0 0 0,0 1 0 0 0,0-1 0 0 0,0 0 0 0 0,1 0 0 0 0,-1 0 1 0 0,0 0-1 0 0,0 0 0 0 0,0 0 0 0 0,0 0 0 0 0,2 0 0 0 0,39-1-390 0 0,-36 1 597 0 0,-1-1-93 0 0,-1-2-66 0 0,2 2-59 0 0,21-5 107 0 0,-26 6-139 0 0,0 0 1 0 0,0-1-1 0 0,-1 1 0 0 0,1 0 1 0 0,0-1-1 0 0,0 1 0 0 0,-1 0 0 0 0,1-1 1 0 0,0 1-1 0 0,0-1 0 0 0,-1 1 1 0 0,1-1-1 0 0,-1 0 0 0 0,1 1 1 0 0,0-1-1 0 0,-1 0 0 0 0,1 1 1 0 0,-1-1-1 0 0,1 0 0 0 0,-1 0 1 0 0,0 1-1 0 0,1-1 0 0 0,-1 0 1 0 0,0 0-1 0 0,0 0 0 0 0,1-1 0 0 0,-1 0 13 0 0,0-1 0 0 0,1 1-1 0 0,0-1 1 0 0,-1 1-1 0 0,1 0 1 0 0,0 0-1 0 0,0-1 1 0 0,0 1-1 0 0,0 0 1 0 0,0 0-1 0 0,1 0 1 0 0,2-3-1 0 0,-3 3 2 0 0,1 1 0 0 0,-1-1 0 0 0,0 1 0 0 0,1-1 0 0 0,-1 0 0 0 0,0 0 0 0 0,0 1 0 0 0,0-1 0 0 0,-1 0 0 0 0,1 0 0 0 0,0 0 0 0 0,-1 0 0 0 0,1 0 0 0 0,-1 0 0 0 0,0 0 0 0 0,0 0 0 0 0,1-1 0 0 0,-1 1 0 0 0,-1 0-1 0 0,1 0 1 0 0,0 0 0 0 0,0 0 0 0 0,-1 0 0 0 0,1 0 0 0 0,-1 0 0 0 0,0 0 0 0 0,0 0 0 0 0,-1-2 0 0 0,-16-22 237 0 0,15 22-195 0 0,-1 0 1 0 0,0 0 0 0 0,-1 0 0 0 0,1 1 0 0 0,-1 0 0 0 0,1 0-1 0 0,-1 0 1 0 0,0 0 0 0 0,0 1 0 0 0,0 0 0 0 0,0 0 0 0 0,-1 0 0 0 0,1 1-1 0 0,-1 0 1 0 0,1 0 0 0 0,-6-1 0 0 0,-11-1 130 0 0,1 1 0 0 0,-40 1 0 0 0,-573 9 610 0 0,482-27-881 0 0,64 6 82 0 0,58 11 20 0 0,-20 3 52 0 0,38-1-45 0 0,3 0-2 0 0,-1 0 1 0 0,1 0-1 0 0,0-1 0 0 0,-18-3 1 0 0,14 0 39 0 0,-31 2 14 0 0,-6-2-13 0 0,-158 20 107 0 0,-89 18 119 0 0,279-30-305 0 0,1 0-1 0 0,0 1 1 0 0,-20 9 0 0 0,23-8 8 0 0,-5-1 129 0 0,16-5-117 0 0,-5 6-8 0 0,-6-5-14 0 0,10-1 9 0 0,0 1 0 0 0,0-1 0 0 0,0 1 0 0 0,0 0 0 0 0,1 0 1 0 0,-1 0-1 0 0,-4 2 0 0 0,-17 10-9 0 0,-79 43-146 0 0,104-56 159 0 0,-1 0 0 0 0,1 1 0 0 0,-1-1 0 0 0,1 1 0 0 0,-1-1-1 0 0,1 1 1 0 0,0-1 0 0 0,-1 1 0 0 0,1-1 0 0 0,0 1 0 0 0,-1-1-1 0 0,1 1 1 0 0,0 0 0 0 0,0-1 0 0 0,-1 1 0 0 0,1 0 0 0 0,0-1 0 0 0,0 1-1 0 0,0-1 1 0 0,0 1 0 0 0,0 0 0 0 0,0-1 0 0 0,0 2 0 0 0,-2 8 28 0 0,-20 12-32 0 0,17-18 0 0 0,1-1 0 0 0,0 1 0 0 0,1 0 0 0 0,-1 0 0 0 0,0 0 0 0 0,-4 8 0 0 0,-13 11 35 0 0,19-22-26 0 0,0 0 0 0 0,0 1 1 0 0,0 0-1 0 0,0-1 0 0 0,0 1 1 0 0,0 0-1 0 0,1 0 0 0 0,-1 0 1 0 0,1 0-1 0 0,-1 0 0 0 0,1 1 1 0 0,0-1-1 0 0,0 0 0 0 0,0 1 0 0 0,0-1 1 0 0,0 0-1 0 0,1 1 0 0 0,-1-1 1 0 0,1 1-1 0 0,-1 4 0 0 0,2-6-3 0 0,-1 0 0 0 0,0-1-1 0 0,1 1 1 0 0,-1-1 0 0 0,0 1-1 0 0,1 0 1 0 0,-1-1 0 0 0,1 1-1 0 0,-1-1 1 0 0,1 1-1 0 0,-1-1 1 0 0,1 1 0 0 0,0-1-1 0 0,-1 1 1 0 0,1-1 0 0 0,-1 0-1 0 0,1 1 1 0 0,0-1 0 0 0,-1 0-1 0 0,1 0 1 0 0,0 1 0 0 0,0-1-1 0 0,-1 0 1 0 0,2 0 0 0 0,14 7-4 0 0,31 15-1 0 0,-36-18 9 0 0,0 1-1 0 0,0 0 0 0 0,16 10 0 0 0,-23-12 1 0 0,7 3 5 0 0,-2 0 1 0 0,1 1-1 0 0,-1 1 0 0 0,0-1 0 0 0,15 17 1 0 0,78 87 135 0 0,-82-86-130 0 0,-18-21-10 0 0,0 0-1 0 0,1-1 1 0 0,0 1 0 0 0,-1-1 0 0 0,1 0 0 0 0,0 0 0 0 0,0 0 0 0 0,1 0 0 0 0,-1-1 0 0 0,6 4 0 0 0,3 1 2 0 0,26 14 38 0 0,1-1 0 0 0,58 21 0 0 0,194 26 56 0 0,-31-8-17 0 0,-185-39-53 0 0,201 60 256 0 0,34 32-194 0 0,-250-94-58 0 0,0-3 1 0 0,1-2 0 0 0,105 8-1 0 0,-65-12 118 0 0,112-5-1 0 0,-148-4-73 0 0,79 11 0 0 0,52 22-53 0 0,300 6 746 0 0,-244-34-573 0 0,124-4 203 0 0,-231-1-352 0 0,-126-1-49 0 0,-1 1-1 0 0,1 2 1 0 0,0-1 0 0 0,0 2-1 0 0,-1 1 1 0 0,0 0 0 0 0,30 11-1 0 0,133 56 306 0 0,-50-23-301 0 0,-102-38-12 0 0,-3-3-7 0 0,1 0 0 0 0,0-2-1 0 0,0 0 1 0 0,35 0-1 0 0,102-6-73 0 0,-128 0 81 0 0,559-42-68 0 0,-476 32 68 0 0,24-1 6 0 0,149-16 0 0 0,-35 10 43 0 0,-17 2-6 0 0,-49-1-117 0 0,-139 13 76 0 0,397-48-139 0 0,-400 45 116 0 0,61-11-69 0 0,-96 15 21 0 0,0-1 0 0 0,1 0 0 0 0,-1-1 0 0 0,-1 0 0 0 0,16-9 0 0 0,19-17-552 0 0,-47 31 620 0 0,-1-1 1 0 0,1 0-1 0 0,-1 0 0 0 0,1 1 0 0 0,-1-1 1 0 0,1 0-1 0 0,-1 0 0 0 0,0 0 1 0 0,1 1-1 0 0,-1-1 0 0 0,0 0 1 0 0,0 0-1 0 0,1 0 0 0 0,-1 0 1 0 0,0 0-1 0 0,0 0 0 0 0,0 1 1 0 0,0-1-1 0 0,0 0 0 0 0,0 0 0 0 0,0 0 1 0 0,-1 0-1 0 0,1-1 0 0 0,-1 1 4 0 0,1 0 0 0 0,0 0-1 0 0,0 0 1 0 0,-1 0 0 0 0,1 0 0 0 0,0 1-1 0 0,0-1 1 0 0,0 0 0 0 0,0 0-1 0 0,0 0 1 0 0,1 0 0 0 0,-1 0-1 0 0,0 0 1 0 0,0 0 0 0 0,0 1-1 0 0,1-1 1 0 0,-1 0 0 0 0,1 0-1 0 0,-1 0 1 0 0,0 1 0 0 0,1-1-1 0 0,-1 0 1 0 0,2-1 0 0 0,8-3 0 0 0,0 1 0 0 0,0 0 0 0 0,0 0 0 0 0,14-3 0 0 0,10-3-76 0 0,-12 5-114 0 0,-18 5 160 0 0,1 0-74 0 0,-1 0-40 0 0,-3 0 126 0 0,0-1 10 0 0,-1 1-1 0 0,1 0 1 0 0,0 0-1 0 0,0 0 1 0 0,0 0-1 0 0,0 0 1 0 0,0 0 0 0 0,0 0-1 0 0,0 0 1 0 0,-1 0-1 0 0,1 0 1 0 0,0 0-1 0 0,0 0 1 0 0,0 1 0 0 0,0-1-1 0 0,0 0 1 0 0,-1 1-1 0 0,1-1 1 0 0,0 1-1 0 0,0-1 1 0 0,-1 1 0 0 0,1-1-1 0 0,0 1 1 0 0,1 1-1 0 0,35 6 65 0 0,-26-6-26 0 0,0 1 11 0 0,0-1 0 0 0,1-1 0 0 0,21 1 0 0 0,12 0 24 0 0,-34-1-59 0 0,0 0 0 0 0,0-1 0 0 0,0 0 0 0 0,15-3 0 0 0,15-1-5 0 0,-30 3 3 0 0,18-1 18 0 0,0-1-1 0 0,-1-1 1 0 0,1-2-1 0 0,53-17 1 0 0,-54 14 10 0 0,1 0 0 0 0,0 2 1 0 0,52-6-1 0 0,18-4 67 0 0,26-8-83 0 0,-77 9-93 0 0,-45 16 75 0 0,-1-1-1 0 0,0 0 0 0 0,0 0 0 0 0,0 0 1 0 0,-1 0-1 0 0,1 0 0 0 0,0 0 1 0 0,0 0-1 0 0,0-1 0 0 0,-1 1 0 0 0,1 0 1 0 0,-1-1-1 0 0,2-2 0 0 0,-9-2 41 0 0,-1-1-1 0 0,-1 1 1 0 0,1 0 0 0 0,-13-7-1 0 0,-3-3 113 0 0,-5-1 24 0 0,-7-4 24 0 0,33 20-185 0 0,1 0-1 0 0,0 1 1 0 0,0-1-1 0 0,0 0 1 0 0,0 0-1 0 0,0 0 1 0 0,0-1-1 0 0,0 1 1 0 0,0 0-1 0 0,0 0 1 0 0,0 0 0 0 0,1-1-1 0 0,-1 1 1 0 0,0 0-1 0 0,1-1 1 0 0,-1 1-1 0 0,1-1 1 0 0,-1-1-1 0 0,0-7 2 0 0,1 8-15 0 0,0 0 0 0 0,-1 0 0 0 0,1-1 0 0 0,0 1 0 0 0,0 0 0 0 0,0 0 0 0 0,0 0 0 0 0,0 0 0 0 0,1 0 0 0 0,-1-1 0 0 0,1 1 0 0 0,-1 0 0 0 0,1 0 0 0 0,0 0 0 0 0,2-3 0 0 0,41-39-76 0 0,-40 31 58 0 0,-4 12 19 0 0,0 0-1 0 0,0 0 1 0 0,0 1 0 0 0,0-1 0 0 0,0 0 0 0 0,0 0-1 0 0,0 0 1 0 0,0 0 0 0 0,1 0 0 0 0,-1 1-1 0 0,0-1 1 0 0,1 0 0 0 0,-1 0 0 0 0,0 0 0 0 0,1 1-1 0 0,-1-1 1 0 0,2-1 0 0 0,3-3 3 0 0,-4 4-5 0 0,1 0 0 0 0,-1 0 0 0 0,0 0 0 0 0,0 0 0 0 0,0 0-1 0 0,0 0 1 0 0,1 0 0 0 0,-1-1 0 0 0,-1 1 0 0 0,1-1 0 0 0,0 1 0 0 0,0 0 0 0 0,0-1 0 0 0,-1 1 0 0 0,1-1-1 0 0,-1 1 1 0 0,1-1 0 0 0,-1 0 0 0 0,0 1 0 0 0,0-1 0 0 0,0 1 0 0 0,1-1 0 0 0,-1 0 0 0 0,-1 1-1 0 0,1-1 1 0 0,0 0 0 0 0,0 1 0 0 0,-1-1 0 0 0,1 1 0 0 0,-1-1 0 0 0,1 1 0 0 0,-1-1 0 0 0,0-1-1 0 0,-2-1-9 0 0,-9-19-69 0 0,-2 2-1 0 0,-20-26 1 0 0,25 38 76 0 0,0-1 0 0 0,0 2 0 0 0,-1-1-1 0 0,0 2 1 0 0,0-1 0 0 0,-1 1 0 0 0,-18-9 0 0 0,18 11-30 0 0,0-1 0 0 0,0 0 1 0 0,1-1-1 0 0,0 0 0 0 0,-13-11 0 0 0,-28-21-231 0 0,27 22 151 0 0,9 6 59 0 0,1 1-1 0 0,-1 0 1 0 0,-1 1-1 0 0,-17-7 1 0 0,-34-20 90 0 0,-119-68-138 0 0,146 80 111 0 0,-2 3 0 0 0,-64-25 0 0 0,-89-18 117 0 0,76 27-54 0 0,-59-16 53 0 0,-229-40 0 0 0,-95 34 267 0 0,382 45-305 0 0,31 2-137 0 0,-269-50 172 0 0,37 6-74 0 0,138 44 356 0 0,91 7-265 0 0,20 4-139 0 0,-93 11 0 0 0,64-2 95 0 0,39-2 24 0 0,-67 14 0 0 0,-34 5 85 0 0,-94 4 41 0 0,124-4-70 0 0,-28 4 140 0 0,125-28-258 0 0,-1-1 0 0 0,0-2 0 0 0,0-1-1 0 0,-38-9 1 0 0,4 1-17 0 0,-7 2 23 0 0,0 4 0 0 0,-107 7-1 0 0,51 6 217 0 0,-207-14-1 0 0,297 8-187 0 0,30 0-105 0 0,-30 2-61 0 0,-63 8 187 0 0,81-2 39 0 0,-28 5-11 0 0,45-11-112 0 0,-1-1 1 0 0,0-1 0 0 0,0 0 0 0 0,-13 2 0 0 0,-75 12 127 0 0,-39 6 85 0 0,130-22-251 0 0,7 0 12 0 0,-1 0 1 0 0,0 0-1 0 0,0 0 0 0 0,0-1 1 0 0,0 1-1 0 0,1 0 1 0 0,-1 0-1 0 0,0 1 0 0 0,0-1 1 0 0,0 0-1 0 0,0 0 1 0 0,0 0-1 0 0,1 0 0 0 0,-1 1 1 0 0,0-1-1 0 0,0 0 0 0 0,1 1 1 0 0,-1-1-1 0 0,0 1 1 0 0,0-1-1 0 0,1 1 0 0 0,-1-1 1 0 0,0 1-1 0 0,0 1 1 0 0,-3-1-52 0 0,-19-2 65 0 0,15 2 6 0 0,-32 9 22 0 0,-6 1-103 0 0,0 3 0 0 0,2 2 0 0 0,-45 21 1 0 0,-59 21-1163 0 0,128-51-80 0 0,27-9-876 0 0,-3 0 1825 0 0,-1 0-1 0 0,1 0 1 0 0,-1 0 0 0 0,0 0-1 0 0,0 0 1 0 0,0 0-1 0 0,0-1 1 0 0,0 0 0 0 0,-1 1-1 0 0,1-1 1 0 0,3-5-1 0 0,20-61-5271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3:28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3 365 2001 0 0,'-1'-18'4529'0'0,"1"14"-4372"0"0,-1-1 1 0 0,1 1-1 0 0,-1-1 0 0 0,1 1 0 0 0,0-1 1 0 0,1 0-1 0 0,-1 1 0 0 0,1-1 0 0 0,0 1 1 0 0,0-1-1 0 0,3-5 0 0 0,76-68 243 0 0,-17 23-142 0 0,-47 43-145 0 0,-1-1-1 0 0,0 0 1 0 0,-1-1 0 0 0,0-1-1 0 0,21-31 1 0 0,-31 31 18 0 0,-4 14-125 0 0,0 1 0 0 0,0-1-1 0 0,0 0 1 0 0,0 1 0 0 0,0-1 0 0 0,0 0 0 0 0,0 0 0 0 0,0 1 0 0 0,0-1-1 0 0,1 0 1 0 0,-1 1 0 0 0,0-1 0 0 0,0 1 0 0 0,1-1 0 0 0,-1 0-1 0 0,0 1 1 0 0,1-1 0 0 0,-1 1 0 0 0,1-1 0 0 0,0 0 0 0 0,17-5 74 0 0,-14 5-14 0 0,1-3-52 0 0,-5 4-15 0 0,1 0 0 0 0,0 0 1 0 0,-1-1-1 0 0,1 1 0 0 0,0 0 0 0 0,-1 0 1 0 0,1 0-1 0 0,0 0 0 0 0,-1 0 0 0 0,1 0 1 0 0,0 0-1 0 0,-1 0 0 0 0,1 1 1 0 0,0-1-1 0 0,-1 0 0 0 0,1 0 0 0 0,0 0 1 0 0,-1 1-1 0 0,1-1 0 0 0,-1 0 1 0 0,1 1-1 0 0,0-1 0 0 0,-1 0 0 0 0,1 1 1 0 0,-1-1-1 0 0,1 1 0 0 0,-1-1 1 0 0,0 1-1 0 0,1-1 0 0 0,-1 1 0 0 0,1 0 1 0 0,-1-1-1 0 0,0 1 0 0 0,1-1 1 0 0,-1 1-1 0 0,0 0 0 0 0,0 0 0 0 0,2 34-49 0 0,-2-18 34 0 0,1 4-23 0 0,0-11 24 0 0,-1 0-1 0 0,0 0 0 0 0,-1 0 0 0 0,1 0 1 0 0,-5 17-1 0 0,-5-7 2 0 0,9-17 8 0 0,-1 0 0 0 0,0 0 0 0 0,1 0 0 0 0,-1 1 0 0 0,1-1 0 0 0,0 1 0 0 0,0-1 0 0 0,1 1 0 0 0,-1-1 0 0 0,0 7 0 0 0,1 130-181 0 0,0-138 179 0 0,0 0 0 0 0,0 0 0 0 0,0 0 0 0 0,-1 0 1 0 0,1-1-1 0 0,0 1 0 0 0,-1 0 0 0 0,0 0 0 0 0,1-1 0 0 0,-1 1 0 0 0,0 0 0 0 0,0-1 0 0 0,0 1 0 0 0,0-1 0 0 0,0 1 0 0 0,0-1 0 0 0,-2 2 1 0 0,1-2 6 0 0,1 0 1 0 0,0 1 0 0 0,0-1 0 0 0,0 0-1 0 0,0 1 1 0 0,0-1 0 0 0,0 1 0 0 0,1-1-1 0 0,-1 1 1 0 0,0-1 0 0 0,1 1 0 0 0,-1 0 0 0 0,1-1-1 0 0,-1 1 1 0 0,1 0 0 0 0,0-1 0 0 0,0 3-1 0 0,0-3 1 0 0,0-1 0 0 0,-1 1 0 0 0,1 0 0 0 0,0-1 0 0 0,0 1 0 0 0,0-1 0 0 0,-1 1 0 0 0,1 0 0 0 0,0-1 0 0 0,-1 1 0 0 0,1-1 0 0 0,-1 1 0 0 0,1-1 0 0 0,0 1 0 0 0,-1-1 0 0 0,1 1 0 0 0,-1-1 0 0 0,1 0 0 0 0,-1 1 0 0 0,1-1 0 0 0,-1 1 0 0 0,0-1 0 0 0,1 0 0 0 0,-1 0 0 0 0,1 1 0 0 0,-1-1 0 0 0,0 0 0 0 0,1 0 0 0 0,-1 0 0 0 0,0 0 0 0 0,1 0 0 0 0,-1 0 0 0 0,0 0 0 0 0,1 0 0 0 0,-1 0 0 0 0,0 0 0 0 0,1 0 0 0 0,-1 0 0 0 0,1 0 0 0 0,-1 0 0 0 0,0-1 0 0 0,0 1 0 0 0,0 0 0 0 0,1 0-1 0 0,0-1 0 0 0,0 1 0 0 0,-1 0 0 0 0,1 0 0 0 0,0 0 0 0 0,0 0 1 0 0,0 0-1 0 0,-1 0 0 0 0,1 0 0 0 0,0 0 0 0 0,0 0 0 0 0,0 0 0 0 0,-1-1 1 0 0,1 1-1 0 0,0 0 0 0 0,0 0 0 0 0,0 0 0 0 0,0 0 0 0 0,-1-1 0 0 0,1 1 1 0 0,0 0-1 0 0,0 0 0 0 0,0 0 0 0 0,0-1 0 0 0,0 1 0 0 0,0 0 1 0 0,0 0-1 0 0,0 0 0 0 0,0-1 0 0 0,0 1 0 0 0,-1 0 0 0 0,1 0 0 0 0,0-1 1 0 0,0 1-1 0 0,0 0 0 0 0,0 0 0 0 0,1 0 0 0 0,-1-1 0 0 0,0 1 0 0 0,0 0 1 0 0,0 0-1 0 0,0-1 0 0 0,0 1 0 0 0,0 0 0 0 0,0 0 0 0 0,0 0 0 0 0,0-1 1 0 0,0 1-1 0 0,1 0 0 0 0,-1 0 0 0 0,0 0 0 0 0,0 0 0 0 0,0-1 1 0 0,0 1-1 0 0,1 0 0 0 0,-1 0 0 0 0,0 0 0 0 0,0 0 0 0 0,0 0 0 0 0,1 0 1 0 0,-1 0-1 0 0,0-1 0 0 0,0 1 0 0 0,0 0 0 0 0,1 0 0 0 0,-1 0 0 0 0,1 0-7 0 0,3-1 0 0 0,-3 1 8 0 0,0 0 0 0 0,0-1 0 0 0,-1 1 1 0 0,1 0-1 0 0,0 0 0 0 0,-1 0 0 0 0,1 0 1 0 0,0 0-1 0 0,0-1 0 0 0,-1 1 0 0 0,1 0 1 0 0,-1-1-1 0 0,1 1 0 0 0,0 0 0 0 0,-1-1 1 0 0,1 1-1 0 0,-1-1 0 0 0,1 1 0 0 0,-1-1 1 0 0,1 1-1 0 0,-1-1 0 0 0,1 1 0 0 0,-1-1 0 0 0,1 0 1 0 0,-1 1-1 0 0,0-1 0 0 0,1 0 0 0 0,-1 1 1 0 0,0-1-1 0 0,0 0 0 0 0,0 1 0 0 0,1-2 1 0 0,0-2 6 0 0,1 0 0 0 0,-1 0 1 0 0,1 0-1 0 0,0 1 1 0 0,0-1-1 0 0,1 1 0 0 0,-1-1 1 0 0,1 1-1 0 0,0 0 1 0 0,0 0-1 0 0,0 0 0 0 0,4-3 1 0 0,12-15 42 0 0,110-143 271 0 0,-122 152-325 0 0,-7 11 2 0 0,1 0-1 0 0,-1 0 1 0 0,0 0 0 0 0,1 0 0 0 0,0 0-1 0 0,-1 0 1 0 0,1 1 0 0 0,-1-1 0 0 0,1 0-1 0 0,0 0 1 0 0,0 1 0 0 0,-1-1 0 0 0,1 1-1 0 0,0-1 1 0 0,0 0 0 0 0,0 1 0 0 0,0 0-1 0 0,0-1 1 0 0,-1 1 0 0 0,1-1 0 0 0,0 1-1 0 0,0 0 1 0 0,0 0 0 0 0,0 0 0 0 0,0-1-1 0 0,0 1 1 0 0,0 0 0 0 0,0 0 0 0 0,0 0-1 0 0,0 1 1 0 0,0-1 0 0 0,0 0 0 0 0,1 0 0 0 0,16 0-79 0 0,-17 1 65 0 0,-1-1 0 0 0,1 0 0 0 0,-1 1 0 0 0,0-1 0 0 0,1 1 0 0 0,-1-1 0 0 0,1 0-1 0 0,-1 1 1 0 0,0-1 0 0 0,0 1 0 0 0,1-1 0 0 0,-1 1 0 0 0,0-1 0 0 0,0 1 0 0 0,1-1-1 0 0,-1 1 1 0 0,0-1 0 0 0,0 1 0 0 0,0-1 0 0 0,0 1 0 0 0,0-1 0 0 0,0 1 0 0 0,0 0-1 0 0,0-1 1 0 0,0 1 0 0 0,0-1 0 0 0,0 1 0 0 0,0-1 0 0 0,0 1 0 0 0,-1 0 0 0 0,-4 17-111 0 0,-2-15 117 0 0,6-3 9 0 0,0 1 1 0 0,0-1 0 0 0,0 0 0 0 0,1 1 0 0 0,-1-1 0 0 0,0 1 0 0 0,0-1 0 0 0,0 1 0 0 0,1-1 0 0 0,-1 1-1 0 0,0 0 1 0 0,1-1 0 0 0,-1 1 0 0 0,1 0 0 0 0,-1 0 0 0 0,1-1 0 0 0,-1 1 0 0 0,1 0 0 0 0,-1 0 0 0 0,1 0-1 0 0,0-1 1 0 0,-1 1 0 0 0,1 0 0 0 0,0 0 0 0 0,0 0 0 0 0,0 0 0 0 0,0 0 0 0 0,-1 0 0 0 0,1 0 0 0 0,1-1-1 0 0,-1 1 1 0 0,0 0 0 0 0,0 1 0 0 0,0-1 0 0 0,0-1 0 0 0,0 1 0 0 0,0-1 0 0 0,0 1 0 0 0,0-1 0 0 0,0 1 0 0 0,-1-1 0 0 0,1 1 0 0 0,0-1 0 0 0,0 1 0 0 0,0-1 1 0 0,-1 1-1 0 0,1-1 0 0 0,0 1 0 0 0,0-1 0 0 0,-1 0 0 0 0,1 1 0 0 0,0-1 0 0 0,-1 0 0 0 0,1 1 0 0 0,-1-1 0 0 0,1 0 0 0 0,-1 1 0 0 0,1-1 0 0 0,0 0 0 0 0,-1 0 0 0 0,1 1 0 0 0,-1-1 0 0 0,1 0 0 0 0,-1 0 0 0 0,1 0 0 0 0,-1 0 0 0 0,1 0 0 0 0,-1 1 0 0 0,0-1 0 0 0,0 0 0 0 0,1 0-1 0 0,-1 0 1 0 0,0 0 0 0 0,1 0-1 0 0,-1 0 1 0 0,0 0-1 0 0,1 1 1 0 0,-1-1 0 0 0,1 0-1 0 0,-1 0 1 0 0,0 1 0 0 0,1-1-1 0 0,-1 1 1 0 0,1-1-1 0 0,-1 0 1 0 0,1 1 0 0 0,-1-1-1 0 0,1 1 1 0 0,-1-1-1 0 0,1 1 1 0 0,0-1 0 0 0,-1 1-1 0 0,1 0 1 0 0,0-1 0 0 0,-1 1-1 0 0,1-1 1 0 0,0 1-1 0 0,0 0 1 0 0,0-1 0 0 0,0 1-1 0 0,-1 0 1 0 0,1-1-1 0 0,0 1 1 0 0,0 0 0 0 0,0-1-1 0 0,0 2 1 0 0,0 3-16 0 0,1-3 11 0 0,-1 1 0 0 0,1-1 1 0 0,-1 1-1 0 0,0-1 0 0 0,0 1 1 0 0,0-1-1 0 0,-1 0 0 0 0,1 1 1 0 0,0-1-1 0 0,-1 1 0 0 0,0-1 1 0 0,1 0-1 0 0,-1 1 0 0 0,0-1 1 0 0,0 0-1 0 0,0 0 0 0 0,-1 0 1 0 0,1 1-1 0 0,-1-1 0 0 0,1-1 1 0 0,-1 1-1 0 0,1 0 0 0 0,-1 0 1 0 0,0-1-1 0 0,0 1 0 0 0,0-1 1 0 0,-2 2-1 0 0,-19 12-8 0 0,19-9-41 0 0,4-16 28 0 0,0 9 23 0 0,0 0 0 0 0,1 0 1 0 0,-1 0-1 0 0,0 1 0 0 0,0-1 0 0 0,1 0 1 0 0,-1 0-1 0 0,1 0 0 0 0,-1 0 0 0 0,1 1 1 0 0,-1-1-1 0 0,1 0 0 0 0,-1 0 1 0 0,1 1-1 0 0,0-1 0 0 0,-1 0 0 0 0,1 1 1 0 0,0-1-1 0 0,-1 1 0 0 0,1-1 1 0 0,0 1-1 0 0,0-1 0 0 0,1 0 0 0 0,6-4 2 0 0,-1-4 6 0 0,-1 1-1 0 0,0-1 1 0 0,-1 0-1 0 0,0 0 1 0 0,6-14-1 0 0,-8 14 13 0 0,1 0 0 0 0,1 0 0 0 0,-1 1 0 0 0,2 0 1 0 0,-1 0-1 0 0,13-14 0 0 0,-12 16-15 0 0,0-1 1 0 0,-1 0-1 0 0,8-14 1 0 0,14-15 67 0 0,-10 22 34 0 0,-12 8-256 0 0,-18 12-814 0 0,-53 29-2569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3:29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711 242 480 0 0,'62'-34'1828'0'0,"1"2"-1"0"0,2 3 1 0 0,78-24-1 0 0,-133 49-1778 0 0,0 1 0 0 0,1 0 0 0 0,0 0 0 0 0,-1 1 0 0 0,1 0 0 0 0,0 1 0 0 0,0 1 0 0 0,15 0-1 0 0,-24 0-53 0 0,-1 0-1 0 0,1 1 1 0 0,0-1-1 0 0,0 1 1 0 0,-1-1-1 0 0,1 1 1 0 0,-1-1-1 0 0,1 1 1 0 0,0 0-1 0 0,-1 0 1 0 0,1 0-1 0 0,-1 0 1 0 0,0 0-1 0 0,1 0 1 0 0,-1 0-1 0 0,0 0 1 0 0,1 1-1 0 0,-1-1 1 0 0,1 3-1 0 0,-1-3 4 0 0,-1 1 0 0 0,0-1 0 0 0,0 1 0 0 0,1-1 0 0 0,-1 1 0 0 0,0-1 0 0 0,0 1 0 0 0,-1-1 0 0 0,1 1 0 0 0,0-1 0 0 0,0 0 0 0 0,-1 1 0 0 0,1-1 0 0 0,-1 1 0 0 0,1-1 0 0 0,-1 0 0 0 0,0 1 0 0 0,1-1 0 0 0,-1 0-1 0 0,0 0 1 0 0,0 1 0 0 0,0-1 0 0 0,0 0 0 0 0,0 0 0 0 0,0 0 0 0 0,0 0 0 0 0,0 0 0 0 0,-1-1 0 0 0,1 1 0 0 0,-2 1 0 0 0,-20 14 98 0 0,-1-1 0 0 0,-1-1 0 0 0,-1-1 1 0 0,1-2-1 0 0,-2 0 0 0 0,0-2 0 0 0,0-1 0 0 0,-44 8 0 0 0,-10-3 579 0 0,-149 6-1 0 0,162-17 43 0 0,0-3 0 0 0,0-3 0 0 0,-105-19 0 0 0,124 13-403 0 0,17 4-36 0 0,0-1 0 0 0,-46-16 0 0 0,77 22-267 0 0,0 1 0 0 0,1 0 0 0 0,-1 0 0 0 0,0 0 1 0 0,1-1-1 0 0,-1 1 0 0 0,0 0 0 0 0,1-1 0 0 0,-1 1 0 0 0,1 0 1 0 0,-1-1-1 0 0,1 1 0 0 0,-1-1 0 0 0,1 1 0 0 0,-1-1 1 0 0,1 1-1 0 0,-1-1 0 0 0,1 0 0 0 0,-1 1 0 0 0,1-1 1 0 0,0 1-1 0 0,0-1 0 0 0,-1 0 0 0 0,1 1 0 0 0,0-1 1 0 0,0 0-1 0 0,0 1 0 0 0,-1-1 0 0 0,1 0 0 0 0,0 1 1 0 0,0-1-1 0 0,0 0 0 0 0,0 0 0 0 0,0 1 0 0 0,0-1 1 0 0,1 0-1 0 0,-1 1 0 0 0,0-1 0 0 0,0 0 0 0 0,0 1 1 0 0,1-1-1 0 0,-1 0 0 0 0,0 1 0 0 0,1-1 0 0 0,-1 1 1 0 0,0-1-1 0 0,1 0 0 0 0,-1 1 0 0 0,1-1 0 0 0,-1 1 1 0 0,1-1-1 0 0,-1 1 0 0 0,1 0 0 0 0,0-1 0 0 0,0 0 0 0 0,8-7 37 0 0,0 1-1 0 0,0 0 0 0 0,1 0 0 0 0,0 1 0 0 0,0 0 0 0 0,0 1 0 0 0,12-5 1 0 0,85-27-150 0 0,-81 29 53 0 0,37-11-353 0 0,1 3-1 0 0,0 2 1 0 0,1 4 0 0 0,1 2-1 0 0,69 1 1 0 0,-130 7 368 0 0,64-1-770 0 0,87 9 0 0 0,-139-6 660 0 0,1 0 0 0 0,-1 1-1 0 0,-1 1 1 0 0,1 1 0 0 0,-1 0 0 0 0,1 1 0 0 0,-1 1-1 0 0,-1 0 1 0 0,0 1 0 0 0,27 19 0 0 0,-40-26 130 0 0,0 1 1 0 0,0-1 0 0 0,0 1 0 0 0,-1-1-1 0 0,1 1 1 0 0,0 0 0 0 0,-1 0 0 0 0,1 0-1 0 0,-1 0 1 0 0,0 0 0 0 0,0 0 0 0 0,1 0-1 0 0,-1 0 1 0 0,-1 0 0 0 0,1 1-1 0 0,0-1 1 0 0,0 0 0 0 0,-1 1 0 0 0,0-1-1 0 0,1 1 1 0 0,-1-1 0 0 0,0 0 0 0 0,0 1-1 0 0,0-1 1 0 0,0 1 0 0 0,-1-1 0 0 0,1 0-1 0 0,-1 1 1 0 0,1-1 0 0 0,-1 0-1 0 0,0 1 1 0 0,0-1 0 0 0,-2 4 0 0 0,-1 0 23 0 0,-1 0 1 0 0,0 0-1 0 0,0-1 0 0 0,-1 1 1 0 0,1-1-1 0 0,-1 0 1 0 0,0-1-1 0 0,0 1 0 0 0,-13 5 1 0 0,2-1 47 0 0,0-1-1 0 0,-1 0 1 0 0,0-2 0 0 0,0 0-1 0 0,0-1 1 0 0,-28 3 0 0 0,1-3 207 0 0,-77-4 0 0 0,70-2 24 0 0,-67-11 0 0 0,101 9-215 0 0,1 0 1 0 0,0-2-1 0 0,0 0 1 0 0,1 0-1 0 0,-1-2 1 0 0,1 0-1 0 0,-28-17 0 0 0,41 23-66 0 0,1-1-1 0 0,0 0 1 0 0,-1 1-1 0 0,1-1 1 0 0,0 0-1 0 0,0 0 1 0 0,0 0-1 0 0,1 0 0 0 0,-1-1 1 0 0,0 1-1 0 0,1 0 1 0 0,0-1-1 0 0,-1 1 1 0 0,1-1-1 0 0,-1-2 1 0 0,2 3-5 0 0,0 0 0 0 0,0 1-1 0 0,0-1 1 0 0,0 0 0 0 0,0 1 0 0 0,0-1 0 0 0,0 0 0 0 0,1 0 0 0 0,-1 1 0 0 0,0-1 0 0 0,1 1 0 0 0,0-1 0 0 0,-1 0 0 0 0,1 1 0 0 0,0-1 0 0 0,0 1 0 0 0,0 0 0 0 0,1-3 0 0 0,3 0-2 0 0,-1-1 0 0 0,1 1 0 0 0,0 0 0 0 0,1 0 0 0 0,-1 0 0 0 0,1 1 0 0 0,-1 0 0 0 0,1 0 0 0 0,0 0 0 0 0,10-3 0 0 0,7 0-133 0 0,0 0 0 0 0,1 1 0 0 0,-1 2 0 0 0,1 0 0 0 0,-1 2-1 0 0,44 2 1 0 0,-42 1-1090 0 0,1 2-1 0 0,-1 1 0 0 0,34 10 0 0 0,21 16-3766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3:30.4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0 113 1201 0 0,'22'-19'2465'0'0,"-20"17"-2246"0"0,0-1 1 0 0,1 1 0 0 0,-1-1 0 0 0,1 1-1 0 0,0 0 1 0 0,0 0 0 0 0,-1 0 0 0 0,2 0-1 0 0,-1 0 1 0 0,6-1 0 0 0,115-36 580 0 0,-112 35-785 0 0,0 1 0 0 0,0 0-1 0 0,0 1 1 0 0,0 0 0 0 0,0 1-1 0 0,1 0 1 0 0,13 2 0 0 0,-22 0-8 0 0,-1-1 1 0 0,1 1-1 0 0,0 1 1 0 0,-1-1-1 0 0,1 0 1 0 0,-1 1-1 0 0,0 0 1 0 0,0 0-1 0 0,1 0 1 0 0,-1 0-1 0 0,0 0 1 0 0,-1 1-1 0 0,1-1 1 0 0,0 1-1 0 0,-1 0 1 0 0,1 0-1 0 0,-1 0 1 0 0,0 0-1 0 0,0 0 1 0 0,0 0-1 0 0,0 0 1 0 0,-1 1-1 0 0,1-1 1 0 0,-1 1-1 0 0,0-1 1 0 0,1 6-1 0 0,-1-4 3 0 0,-1 1 1 0 0,1 0-1 0 0,-1-1 0 0 0,0 1 0 0 0,0 0 0 0 0,-1-1 0 0 0,0 1 1 0 0,0-1-1 0 0,0 1 0 0 0,-1-1 0 0 0,0 1 0 0 0,-4 8 0 0 0,0 4 32 0 0,3-7 68 0 0,-1 0 0 0 0,-1 0 0 0 0,0-1 0 0 0,0 0 0 0 0,-1 0 0 0 0,0 0 0 0 0,-13 15 0 0 0,-3-1 263 0 0,-4 8 121 0 0,21-22-320 0 0,4-9-158 0 0,1 0 0 0 0,0 0 0 0 0,-1 0 0 0 0,1 0 1 0 0,-1 0-1 0 0,1 0 0 0 0,-1 0 0 0 0,0 0 0 0 0,1 0 0 0 0,-1 0 0 0 0,0 0 0 0 0,0-1 0 0 0,0 1 0 0 0,1 0 0 0 0,-1-1 0 0 0,0 1 0 0 0,0-1 0 0 0,0 1 0 0 0,0-1 1 0 0,0 1-1 0 0,0-1 0 0 0,0 0 0 0 0,0 1 0 0 0,0-1 0 0 0,-1 0 0 0 0,1 0 0 0 0,0 0 0 0 0,0 0 0 0 0,0 0 0 0 0,0 0 0 0 0,0 0 0 0 0,0 0 0 0 0,-2 0 1 0 0,-41 0 596 0 0,46-1-581 0 0,-1 1-27 0 0,0 0 1 0 0,0 0 0 0 0,0 0-1 0 0,0 0 1 0 0,0-1-1 0 0,0 1 1 0 0,-1 0 0 0 0,1 0-1 0 0,0-1 1 0 0,0 1-1 0 0,0-1 1 0 0,-1 1 0 0 0,1-1-1 0 0,0 1 1 0 0,0-1-1 0 0,-1 1 1 0 0,1-1 0 0 0,0 0-1 0 0,-1 1 1 0 0,1-1-1 0 0,-1 0 1 0 0,1 0 0 0 0,-1 1-1 0 0,1-1 1 0 0,-1 0-1 0 0,1 0 1 0 0,-1 0 0 0 0,0 0-1 0 0,0 1 1 0 0,1-1-1 0 0,-1 0 1 0 0,0 0 0 0 0,0 0-1 0 0,0 0 1 0 0,0 0-1 0 0,0 0 1 0 0,0 0 0 0 0,0 0-1 0 0,0 0 1 0 0,0 1-1 0 0,-1-3 1 0 0,1 2-6 0 0,0-1 0 0 0,0 1 0 0 0,0-1 0 0 0,1 0 0 0 0,-1 1 0 0 0,0-1 0 0 0,1 1 0 0 0,-1-1 0 0 0,1 1 0 0 0,0-1 0 0 0,-1 1 0 0 0,1-1 0 0 0,0 1 0 0 0,2-3 0 0 0,41-48 13 0 0,76-99 67 0 0,-96 123-46 0 0,-21 24-32 0 0,0-1-1 0 0,0 1 0 0 0,1 0 1 0 0,0 0-1 0 0,0 1 1 0 0,0-1-1 0 0,0 1 0 0 0,0-1 1 0 0,1 1-1 0 0,-1 1 0 0 0,1-1 1 0 0,0 1-1 0 0,7-3 1 0 0,15-1-69 0 0,-5 6-13 0 0,-20 0 76 0 0,0 1-1 0 0,-1-1 1 0 0,1 1-1 0 0,0 0 1 0 0,-1-1 0 0 0,1 1-1 0 0,-1 0 1 0 0,1 0-1 0 0,-1 0 1 0 0,1 0 0 0 0,-1 0-1 0 0,0 1 1 0 0,1-1-1 0 0,-1 0 1 0 0,0 1 0 0 0,0-1-1 0 0,0 1 1 0 0,0-1-1 0 0,1 3 1 0 0,-1 0-5 0 0,0-1 1 0 0,0 1-1 0 0,0 0 0 0 0,0-1 1 0 0,-1 1-1 0 0,1 0 0 0 0,-1 0 1 0 0,0 7-1 0 0,-3 6-11 0 0,0-1 0 0 0,0 1-1 0 0,-9 21 1 0 0,7-20 27 0 0,2-6-14 0 0,0-1 0 0 0,-1 1 1 0 0,0-1-1 0 0,-1 1 0 0 0,-12 18 1 0 0,16-27 12 0 0,0-1 0 0 0,0 1 1 0 0,-1 0-1 0 0,0-1 0 0 0,1 0 1 0 0,-1 1-1 0 0,0-1 0 0 0,0 0 1 0 0,-1 0-1 0 0,1 0 0 0 0,0 0 1 0 0,0 0-1 0 0,-1-1 0 0 0,0 1 1 0 0,1-1-1 0 0,-1 1 0 0 0,0-1 1 0 0,-4 1-1 0 0,7-2-8 0 0,0 0 1 0 0,0 0-1 0 0,1 0 0 0 0,-1 0 0 0 0,0 0 1 0 0,0 0-1 0 0,0 0 0 0 0,0 0 1 0 0,0 0-1 0 0,0 0 0 0 0,0-1 1 0 0,1 1-1 0 0,-1 0 0 0 0,0 0 1 0 0,0 0-1 0 0,0 0 0 0 0,0 0 1 0 0,0 0-1 0 0,0-1 0 0 0,0 1 1 0 0,0 0-1 0 0,0 0 0 0 0,0 0 1 0 0,0 0-1 0 0,0 0 0 0 0,0-1 1 0 0,0 1-1 0 0,0 0 0 0 0,0 0 1 0 0,0 0-1 0 0,0 0 0 0 0,0 0 1 0 0,0-1-1 0 0,0 1 0 0 0,0 0 1 0 0,0 0-1 0 0,0 0 0 0 0,0 0 1 0 0,0 0-1 0 0,0 0 0 0 0,0-1 1 0 0,0 1-1 0 0,0 0 0 0 0,0 0 1 0 0,-1 0-1 0 0,1 0 0 0 0,0 0 1 0 0,0 0-1 0 0,0 0 0 0 0,0 0 1 0 0,0-1-1 0 0,0 1 0 0 0,-1 0 1 0 0,1 0-1 0 0,0 0 0 0 0,3-2-5 0 0,0-1 0 0 0,0 0-1 0 0,0 0 1 0 0,0 0 0 0 0,0 0-1 0 0,-1 0 1 0 0,1-1-1 0 0,2-4 1 0 0,25-33 20 0 0,94-109 201 0 0,-118 142-200 0 0,0 0 0 0 0,1 1 1 0 0,0 0-1 0 0,0 0 1 0 0,1 1-1 0 0,0 0 1 0 0,0 0-1 0 0,0 1 1 0 0,0 0-1 0 0,1 0 0 0 0,16-6 1 0 0,-12 7-16 0 0,18-4-42 0 0,-26 10 20 0 0,-5-2 24 0 0,1 1 0 0 0,-1-1-1 0 0,0 0 1 0 0,1 0 0 0 0,-1 0 0 0 0,0 1-1 0 0,0-1 1 0 0,1 0 0 0 0,-1 0 0 0 0,0 1-1 0 0,1-1 1 0 0,-1 0 0 0 0,0 0 0 0 0,0 1-1 0 0,0-1 1 0 0,1 0 0 0 0,-1 1-1 0 0,0-1 1 0 0,0 0 0 0 0,0 1 0 0 0,0-1-1 0 0,0 1 1 0 0,0-1 0 0 0,0 0 0 0 0,1 1-1 0 0,-1-1 1 0 0,0 0 0 0 0,0 1 0 0 0,3 9 44 0 0,0-5-36 0 0,-1 0 1 0 0,1-1-1 0 0,-1 1 1 0 0,0 0 0 0 0,0 1-1 0 0,0-1 1 0 0,-1 0-1 0 0,0 0 1 0 0,0 1-1 0 0,0-1 1 0 0,-1 1-1 0 0,1-1 1 0 0,-1 1-1 0 0,-1-1 1 0 0,0 6-1 0 0,-2 6-1 0 0,-1 0 0 0 0,-1 0-1 0 0,-10 22 1 0 0,-4 13-151 0 0,18-49 66 0 0,0 1 0 0 0,0-1 1 0 0,0 1-1 0 0,1-1 0 0 0,-1 1 0 0 0,1 0 1 0 0,0-1-1 0 0,0 1 0 0 0,0 0 0 0 0,2 4 0 0 0,-2-6-47 0 0,0-1 0 0 0,1 0-1 0 0,-1 0 1 0 0,0 0 0 0 0,1 1-1 0 0,0-1 1 0 0,-1 0 0 0 0,1 0 0 0 0,0 0-1 0 0,-1 0 1 0 0,1 0 0 0 0,0 0-1 0 0,0 0 1 0 0,0 0 0 0 0,0 0-1 0 0,0 0 1 0 0,0-1 0 0 0,0 1-1 0 0,0 0 1 0 0,0-1 0 0 0,0 1-1 0 0,1-1 1 0 0,1 2 0 0 0,-3-2 58 0 0,0 0 0 0 0,0 0 0 0 0,0 0 0 0 0,0 0 1 0 0,0 0-1 0 0,0 0 0 0 0,1 0 0 0 0,-1 0 1 0 0,0 0-1 0 0,0 0 0 0 0,0 0 0 0 0,0 0 0 0 0,0 0 1 0 0,0 0-1 0 0,0 0 0 0 0,0 0 0 0 0,1 0 1 0 0,-1 0-1 0 0,0 0 0 0 0,0 0 0 0 0,0 0 0 0 0,0 0 1 0 0,0 0-1 0 0,0 0 0 0 0,0 0 0 0 0,1 0 1 0 0,-1 0-1 0 0,0 0 0 0 0,0 0 0 0 0,0 0 0 0 0,0 0 1 0 0,0 0-1 0 0,0 0 0 0 0,0 0 0 0 0,0 0 1 0 0,1 0-1 0 0,-1 0 0 0 0,0-1 0 0 0,0 1 0 0 0,0 0 1 0 0,0 0-1 0 0,0 0 0 0 0,0 0 0 0 0,0 0 1 0 0,0 0-1 0 0,0 0 0 0 0,0 0 0 0 0,0-1 0 0 0,0 1 1 0 0,0 0-1 0 0,0 0 0 0 0,0 0 0 0 0,0 0 1 0 0,0 0-1 0 0,0 0 0 0 0,0 0 0 0 0,0-1 0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3:31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515 478 1040 0 0,'-1'0'726'0'0,"-236"20"5851"0"0,196-19-5962 0 0,-1-2 1 0 0,0-2-1 0 0,-69-14 1 0 0,104 16-527 0 0,4 1-21 0 0,0-1 0 0 0,0 1 1 0 0,1-1-1 0 0,-1 0 0 0 0,0 0 1 0 0,0 0-1 0 0,1 0 0 0 0,-1 0 0 0 0,-4-3 1 0 0,7 3-54 0 0,0 1 0 0 0,0 0 1 0 0,0-1-1 0 0,-1 1 1 0 0,1 0-1 0 0,0-1 1 0 0,0 1-1 0 0,0-1 1 0 0,0 1-1 0 0,0 0 0 0 0,0-1 1 0 0,0 1-1 0 0,0 0 1 0 0,0-1-1 0 0,0 1 1 0 0,0-1-1 0 0,0 1 1 0 0,0 0-1 0 0,0-1 0 0 0,0 1 1 0 0,0-1-1 0 0,0 1 1 0 0,0 0-1 0 0,0-1 1 0 0,0 1-1 0 0,1 0 1 0 0,-1-1-1 0 0,16-17 502 0 0,12-2-344 0 0,0 0 1 0 0,1 2-1 0 0,0 2 1 0 0,1 0-1 0 0,1 2 1 0 0,41-13-1 0 0,8 3-126 0 0,112-19-1 0 0,-188 42-47 0 0,130-18-49 0 0,-116 18-48 0 0,1 1-1 0 0,-1 1 1 0 0,1 1 0 0 0,-1 0 0 0 0,24 7 0 0 0,2 6-329 0 0,-44-14 420 0 0,1-1 1 0 0,-1 0 0 0 0,1 0-1 0 0,-1 0 1 0 0,1 1 0 0 0,-1-1-1 0 0,0 0 1 0 0,1 1 0 0 0,-1-1-1 0 0,0 0 1 0 0,1 1-1 0 0,-1-1 1 0 0,0 0 0 0 0,0 1-1 0 0,1-1 1 0 0,-1 1 0 0 0,0-1-1 0 0,0 0 1 0 0,1 1-1 0 0,-1-1 1 0 0,0 1 0 0 0,0-1-1 0 0,0 1 1 0 0,0-1 0 0 0,0 1-1 0 0,0-1 1 0 0,0 1-1 0 0,0-1 1 0 0,0 1 0 0 0,0-1-1 0 0,0 0 1 0 0,0 1 0 0 0,0-1-1 0 0,0 1 1 0 0,0-1 0 0 0,-1 1-1 0 0,1-1 1 0 0,0 1-1 0 0,0-1 1 0 0,0 0 0 0 0,-1 1-1 0 0,-16 14-32 0 0,11-11 52 0 0,3-1 6 0 0,-2 2 36 0 0,0-1 0 0 0,0-1-1 0 0,0 1 1 0 0,0-1 0 0 0,-11 5-1 0 0,-54 19 907 0 0,-2-3-1 0 0,0-4 1 0 0,-145 23-1 0 0,198-41-821 0 0,1 0-1 0 0,-1-2 1 0 0,0 0 0 0 0,-31-4 0 0 0,47 4-134 0 0,0-1 0 0 0,-1 0 1 0 0,1 1-1 0 0,0-1 0 0 0,0 0 0 0 0,0-1 1 0 0,0 1-1 0 0,0 0 0 0 0,0-1 1 0 0,0 0-1 0 0,0 1 0 0 0,0-1 1 0 0,1 0-1 0 0,-4-4 0 0 0,5 5 2 0 0,0-1 0 0 0,0 1 0 0 0,0-1 0 0 0,0 1 0 0 0,1-1 0 0 0,-1 0-1 0 0,0 1 1 0 0,1-1 0 0 0,-1 0 0 0 0,1 0 0 0 0,0 1 0 0 0,-1-1 0 0 0,1 0-1 0 0,0 0 1 0 0,0 0 0 0 0,0 1 0 0 0,1-1 0 0 0,-1 0 0 0 0,1-2 0 0 0,1-2 13 0 0,0 0 0 0 0,0 0 0 0 0,1 1 1 0 0,0-1-1 0 0,0 1 0 0 0,1-1 0 0 0,-1 1 1 0 0,1 0-1 0 0,0 1 0 0 0,1-1 0 0 0,-1 1 1 0 0,9-7-1 0 0,-3 3-15 0 0,-1 0-8 0 0,0 2 0 0 0,0-1 0 0 0,1 1 0 0 0,0 0 0 0 0,13-5-1 0 0,24-8-196 0 0,1 1-1 0 0,55-12 1 0 0,-81 25 85 0 0,-1 0 0 0 0,1 2 0 0 0,0 1 0 0 0,0 0 0 0 0,0 2 1 0 0,0 0-1 0 0,39 7 0 0 0,-56-6 58 0 0,-1 0-1 0 0,1 0 1 0 0,-1 1 0 0 0,1-1 0 0 0,-1 1-1 0 0,0 0 1 0 0,0 0 0 0 0,0 1 0 0 0,0-1-1 0 0,0 1 1 0 0,0 0 0 0 0,-1 0 0 0 0,1 1 0 0 0,-1-1-1 0 0,0 0 1 0 0,0 1 0 0 0,0 0 0 0 0,0 0-1 0 0,-1 0 1 0 0,3 6 0 0 0,-4-7 36 0 0,0 0 0 0 0,0 1 0 0 0,0-1-1 0 0,-1 0 1 0 0,1 1 0 0 0,-1-1 0 0 0,0 0 0 0 0,0 1 0 0 0,-1-1 0 0 0,1 0 0 0 0,0 1 0 0 0,-1-1-1 0 0,0 0 1 0 0,0 0 0 0 0,0 1 0 0 0,0-1 0 0 0,-1 0 0 0 0,1 0 0 0 0,-1 0 0 0 0,1 0 0 0 0,-1-1-1 0 0,0 1 1 0 0,0 0 0 0 0,-1-1 0 0 0,1 1 0 0 0,0-1 0 0 0,-1 0 0 0 0,-5 4 0 0 0,0-1 58 0 0,0 0 1 0 0,-1 0 0 0 0,0-1 0 0 0,0 0 0 0 0,0 0 0 0 0,-18 4-1 0 0,-61 9 334 0 0,82-16-339 0 0,-132 16 819 0 0,114-16-637 0 0,0-1 0 0 0,0-1 0 0 0,-37-7 0 0 0,47 6-110 0 0,0-2 0 0 0,0 0 1 0 0,0 0-1 0 0,-22-12 0 0 0,33 15-87 0 0,0-1 0 0 0,-1 1-1 0 0,1-1 1 0 0,0 0 0 0 0,0 0 0 0 0,0 0 0 0 0,0 0-1 0 0,0-1 1 0 0,1 1 0 0 0,-1-1 0 0 0,1 0 0 0 0,-1 0-1 0 0,1 0 1 0 0,0 0 0 0 0,0 0 0 0 0,1 0-1 0 0,-1 0 1 0 0,0-1 0 0 0,1 1 0 0 0,0-1 0 0 0,0 1-1 0 0,-1-7 1 0 0,2 6-5 0 0,1 0 0 0 0,0 0 0 0 0,0 0 1 0 0,0 1-1 0 0,0-1 0 0 0,1 1 0 0 0,-1-1 0 0 0,1 1 0 0 0,0-1 0 0 0,3-2 0 0 0,27-37 29 0 0,-15 25-66 0 0,1 0 0 0 0,1 1 0 0 0,0 1 0 0 0,1 0 1 0 0,1 2-1 0 0,37-20 0 0 0,-31 21-85 0 0,0 2 0 0 0,53-17 0 0 0,-65 25 47 0 0,0 0-1 0 0,1 0 1 0 0,-1 2 0 0 0,0 0-1 0 0,1 0 1 0 0,25 4-1 0 0,-37-2 56 0 0,0 0 0 0 0,0 0 0 0 0,0 0 0 0 0,0 0 0 0 0,0 1 0 0 0,0-1 0 0 0,0 1-1 0 0,-1 0 1 0 0,1 1 0 0 0,-1-1 0 0 0,1 1 0 0 0,-1-1 0 0 0,0 1 0 0 0,0 0 0 0 0,0 0-1 0 0,0 0 1 0 0,-1 0 0 0 0,1 1 0 0 0,1 3 0 0 0,-2-4 10 0 0,0 0 1 0 0,-1 0-1 0 0,0 0 0 0 0,0 0 1 0 0,0 0-1 0 0,0 0 0 0 0,0 0 1 0 0,0 0-1 0 0,-1 1 0 0 0,1-1 0 0 0,-1 0 1 0 0,0 1-1 0 0,0-1 0 0 0,-1 0 1 0 0,1 0-1 0 0,0 1 0 0 0,-1-1 1 0 0,0 0-1 0 0,0 0 0 0 0,0 0 1 0 0,0 0-1 0 0,0 0 0 0 0,-3 4 1 0 0,-3 2 1 0 0,-1 0 1 0 0,0 0 0 0 0,0-1-1 0 0,-1-1 1 0 0,-15 12 0 0 0,-59 35 127 0 0,62-42-126 0 0,-1 0 1 0 0,-1-2 0 0 0,0-1-1 0 0,0 0 1 0 0,-1-2 0 0 0,0-1-1 0 0,0 0 1 0 0,-1-2 0 0 0,-32 1 0 0 0,46-4-197 0 0,-1 0 0 0 0,0-1 0 0 0,0-1 1 0 0,0 0-1 0 0,0 0 0 0 0,0-1 0 0 0,1-1 1 0 0,-19-6-1 0 0,28 9-66 0 0,0-1-1 0 0,0 0 0 0 0,0 0 1 0 0,-1 0-1 0 0,1-1 1 0 0,1 1-1 0 0,-1 0 1 0 0,0-1-1 0 0,0 1 1 0 0,0-1-1 0 0,1 1 1 0 0,-3-4-1 0 0,3 3-246 0 0,1 0 0 0 0,-1 0 1 0 0,0 0-1 0 0,1-1 0 0 0,-1 1 0 0 0,1 0 0 0 0,0-1 0 0 0,0 1 0 0 0,0-5 0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3:32.9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28 346 2241 0 0,'-2'0'172'0'0,"1"0"0"0"0,0 0 0 0 0,0 0 0 0 0,-1-1 0 0 0,1 1-1 0 0,0 0 1 0 0,0-1 0 0 0,-1 1 0 0 0,1-1 0 0 0,0 0 0 0 0,0 1 0 0 0,0-1 0 0 0,0 0 0 0 0,0 1-1 0 0,0-1 1 0 0,0 0 0 0 0,0 0 0 0 0,0 0 0 0 0,-1-2 0 0 0,-1-24 3206 0 0,3 16-3404 0 0,0 9 39 0 0,0 1 1 0 0,0 0-1 0 0,0 0 1 0 0,0 0-1 0 0,0 0 1 0 0,1 0-1 0 0,-1 0 1 0 0,0 0-1 0 0,1 0 1 0 0,-1 0-1 0 0,1 0 1 0 0,-1 0-1 0 0,1 0 1 0 0,-1 0-1 0 0,1 0 1 0 0,-1 1-1 0 0,1-1 1 0 0,0 0-1 0 0,0 0 1 0 0,-1 0 0 0 0,1 1-1 0 0,0-1 1 0 0,2-1-1 0 0,-2 2-6 0 0,0-1 1 0 0,0 0-1 0 0,0 0 0 0 0,0 1 1 0 0,0-1-1 0 0,-1 0 0 0 0,1 0 0 0 0,0 0 1 0 0,0 0-1 0 0,-1 0 0 0 0,1 0 1 0 0,0 0-1 0 0,-1 0 0 0 0,1-1 1 0 0,-1 1-1 0 0,1 0 0 0 0,-1 0 1 0 0,0 0-1 0 0,0-1 0 0 0,1 1 0 0 0,-1 0 1 0 0,0 0-1 0 0,0 0 0 0 0,0-2 1 0 0,0-1 14 0 0,1 0 0 0 0,0 0 1 0 0,0 0-1 0 0,0 0 1 0 0,0 0-1 0 0,0 1 0 0 0,1-1 1 0 0,0 0-1 0 0,0 1 0 0 0,0-1 1 0 0,0 1-1 0 0,4-4 0 0 0,37-41 223 0 0,-28 33-167 0 0,-7 5-44 0 0,1 1-1 0 0,0-1 0 0 0,0 2 1 0 0,1-1-1 0 0,0 1 0 0 0,1 1 1 0 0,0 0-1 0 0,0 0 0 0 0,0 1 1 0 0,1 0-1 0 0,15-4 0 0 0,-14 6-54 0 0,0 1 0 0 0,0 0 0 0 0,1 1-1 0 0,-1 1 1 0 0,1 0 0 0 0,0 1 0 0 0,23 2-1 0 0,-32-1 15 0 0,0 0 0 0 0,0 0 0 0 0,-1 0 0 0 0,1 1 0 0 0,-1-1 0 0 0,1 1 0 0 0,-1 1 0 0 0,0-1 0 0 0,0 0 0 0 0,0 1 0 0 0,0 0 0 0 0,0 0 0 0 0,0 0 0 0 0,-1 0 0 0 0,1 1 0 0 0,-1 0 0 0 0,0-1 0 0 0,0 1 0 0 0,-1 0 0 0 0,1 0 0 0 0,-1 1 0 0 0,0-1-1 0 0,0 0 1 0 0,0 1 0 0 0,0-1 0 0 0,0 7 0 0 0,-1-7 10 0 0,0 0-1 0 0,0 0 1 0 0,-1 0-1 0 0,0 0 0 0 0,1-1 1 0 0,-2 1-1 0 0,1 0 1 0 0,0 0-1 0 0,-1 0 1 0 0,0 0-1 0 0,1 0 0 0 0,-2 0 1 0 0,1 0-1 0 0,0-1 1 0 0,-1 1-1 0 0,0 0 1 0 0,1-1-1 0 0,-2 0 0 0 0,1 1 1 0 0,0-1-1 0 0,-5 5 1 0 0,2-1 1 0 0,0 0 1 0 0,0 0 0 0 0,1 1-1 0 0,-6 12 1 0 0,-13 21 52 0 0,-9-7-10 0 0,25-28-43 0 0,1 1 0 0 0,-1 0 0 0 0,2 0-1 0 0,-9 12 1 0 0,7-6 2 0 0,5-9-12 0 0,0 0-1 0 0,0 0 1 0 0,0 0-1 0 0,-1 0 0 0 0,0 0 1 0 0,-3 3-1 0 0,5-5 16 0 0,0-1-1 0 0,0 1 0 0 0,0-1 1 0 0,1 1-1 0 0,-1 0 1 0 0,0-1-1 0 0,1 1 0 0 0,0 0 1 0 0,-1-1-1 0 0,1 1 0 0 0,0 0 1 0 0,0 0-1 0 0,0 0 0 0 0,0-1 1 0 0,0 1-1 0 0,0 0 0 0 0,0 0 1 0 0,1 2-1 0 0,0 5 47 0 0,-1-11-22 0 0,0 1 1 0 0,0-1-1 0 0,0 0 0 0 0,0 0 1 0 0,0 0-1 0 0,0 0 0 0 0,0 0 1 0 0,1 1-1 0 0,-1-1 0 0 0,0 0 1 0 0,1 0-1 0 0,0 1 0 0 0,1-4 1 0 0,1 2-20 0 0,-1 0 0 0 0,1 1 1 0 0,-1-1-1 0 0,0 0 1 0 0,1-1-1 0 0,-2 1 0 0 0,1 0 1 0 0,0-1-1 0 0,0 1 0 0 0,-1-1 1 0 0,0 1-1 0 0,2-6 0 0 0,7-21 63 0 0,1 0-1 0 0,2 2 0 0 0,1-1 0 0 0,1 2 1 0 0,2 0-1 0 0,26-33 0 0 0,-38 54-64 0 0,0 1 1 0 0,0 0-1 0 0,1 0 1 0 0,0 1-1 0 0,-1-1 0 0 0,2 1 1 0 0,7-3-1 0 0,-10 4-8 0 0,0 1 0 0 0,1 0 0 0 0,-1-1 0 0 0,0 0 0 0 0,0 0 0 0 0,-1 0 0 0 0,1-1 0 0 0,-1 1 0 0 0,1-1 0 0 0,-1 0 0 0 0,4-6 0 0 0,-2-1-10 0 0,-4 10 5 0 0,-1-1-1 0 0,1 1 1 0 0,0-1-1 0 0,0 1 0 0 0,0 0 1 0 0,0-1-1 0 0,0 1 0 0 0,0 0 1 0 0,0-1-1 0 0,0 1 0 0 0,0 0 1 0 0,0 0-1 0 0,1 0 0 0 0,-1 0 1 0 0,0 0-1 0 0,1 0 0 0 0,-1 1 1 0 0,1-1-1 0 0,-1 0 0 0 0,3 0 1 0 0,6-4-4 0 0,-1 2 1 0 0,0-1-1 0 0,1 1 1 0 0,0 0 0 0 0,18-2-1 0 0,-24 5-62 0 0,1-1 52 0 0,-1 1 0 0 0,1-1 1 0 0,0 1-1 0 0,-1 0 0 0 0,1 0 0 0 0,-1 0 0 0 0,9 2 0 0 0,-4-1-12 0 0,3 0-19 0 0,0 1 0 0 0,23 6 1 0 0,-33-7 38 0 0,1 0 1 0 0,0 0-1 0 0,0 0 1 0 0,-1 0 0 0 0,1 0-1 0 0,-1 1 1 0 0,1-1-1 0 0,-1 1 1 0 0,1-1-1 0 0,-1 1 1 0 0,0 0-1 0 0,0 0 1 0 0,0 0-1 0 0,0 0 1 0 0,0 1-1 0 0,0-1 1 0 0,1 3-1 0 0,-1 6 31 0 0,0-1 0 0 0,-1 1-1 0 0,0 0 1 0 0,0-1 0 0 0,-2 1-1 0 0,1 0 1 0 0,-1-1 0 0 0,-4 18 0 0 0,1-15 86 0 0,0 0 1 0 0,-1-1-1 0 0,-1 0 1 0 0,0 0 0 0 0,0 0-1 0 0,-2-1 1 0 0,1 1-1 0 0,-1-2 1 0 0,-1 1 0 0 0,-12 11-1 0 0,-20 28 354 0 0,33-39-389 0 0,-25 41 408 0 0,33-51-485 0 0,-1 0-1 0 0,1 0 1 0 0,-1 0 0 0 0,1 0 0 0 0,-1 0-1 0 0,1 0 1 0 0,-1 0 0 0 0,1 0-1 0 0,0 0 1 0 0,0 1 0 0 0,-1-1 0 0 0,1 0-1 0 0,0 0 1 0 0,0 0 0 0 0,0 1 0 0 0,0-1-1 0 0,1 0 1 0 0,-1 0 0 0 0,0 0-1 0 0,0 0 1 0 0,1 1 0 0 0,-1-1 0 0 0,0 0-1 0 0,1 0 1 0 0,0 0 0 0 0,-1 0 0 0 0,1 0-1 0 0,-1 0 1 0 0,1 0 0 0 0,0 0-1 0 0,0 0 1 0 0,0-1 0 0 0,1 2 0 0 0,-2-1-57 0 0,1-1-1 0 0,0 0 1 0 0,-1 1 0 0 0,1-1 0 0 0,-1 0 0 0 0,1 0 0 0 0,-1 1 0 0 0,1-1 0 0 0,0 0 0 0 0,-1 0 0 0 0,1 0 0 0 0,-1 0 0 0 0,1 0 0 0 0,0 0 0 0 0,-1 0-1 0 0,1 0 1 0 0,0 0 0 0 0,-1 0 0 0 0,1 0 0 0 0,0-1 0 0 0,48-6-2649 0 0,27-14-1721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3:34.0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30 114 1521 0 0,'6'-2'535'0'0,"-5"2"-426"0"0,0-1 0 0 0,0 1 0 0 0,0 0 0 0 0,0-1 0 0 0,0 1 0 0 0,0 0 0 0 0,0-1 0 0 0,0 1 0 0 0,0-1 0 0 0,0 1 0 0 0,-1-1 0 0 0,1 0 0 0 0,0 1-1 0 0,0-1 1 0 0,0 0 0 0 0,-1 0 0 0 0,1 0 0 0 0,0 1 0 0 0,-1-1 0 0 0,1 0 0 0 0,-1 0 0 0 0,1 0 0 0 0,-1 0 0 0 0,0 0 0 0 0,1 0 0 0 0,-1 0 0 0 0,0 0 0 0 0,1-1 0 0 0,-1 1-44 0 0,0 0-1 0 0,0 1 1 0 0,0-1 0 0 0,0 0 0 0 0,0 0 0 0 0,0 1 0 0 0,0-1-1 0 0,1 0 1 0 0,-1 1 0 0 0,0-1 0 0 0,0 1 0 0 0,1-1 0 0 0,-1 0-1 0 0,0 1 1 0 0,1-1 0 0 0,-1 1 0 0 0,1-1 0 0 0,-1 1 0 0 0,1-1-1 0 0,-1 1 1 0 0,1-1 0 0 0,-1 1 0 0 0,1-1 0 0 0,-1 1 0 0 0,1 0-1 0 0,0-1 1 0 0,-1 1 0 0 0,1 0 0 0 0,1-1 0 0 0,3-4 404 0 0,-7 3-114 0 0,0 1-304 0 0,1 0 0 0 0,0 0 0 0 0,0 0 0 0 0,0 0 1 0 0,0 0-1 0 0,0 0 0 0 0,0 0 0 0 0,1 0 0 0 0,-1 0 1 0 0,0 0-1 0 0,0-1 0 0 0,1 1 0 0 0,-1 0 0 0 0,1 0 1 0 0,-1-1-1 0 0,1 1 0 0 0,-1 0 0 0 0,1-1 0 0 0,0 1 0 0 0,0-1 1 0 0,0 0-1 0 0,0-37 362 0 0,0 48-391 0 0,0 0 0 0 0,-1 1 0 0 0,0-1 0 0 0,-1 0 0 0 0,1 0-1 0 0,-2 0 1 0 0,1 0 0 0 0,-1 0 0 0 0,-1 0 0 0 0,-6 12-1 0 0,5-11 39 0 0,1 0-1 0 0,0 0 0 0 0,1 0 1 0 0,0 0-1 0 0,0 1 0 0 0,1-1 0 0 0,0 1 1 0 0,1 0-1 0 0,0-1 0 0 0,1 1 0 0 0,1 14 1 0 0,-1-23-51 0 0,-1 11 75 0 0,1-9-75 0 0,-1 0 0 0 0,1-1 0 0 0,0 1-1 0 0,-1 0 1 0 0,2-1 0 0 0,-1 1 0 0 0,0 0 0 0 0,1-1 0 0 0,-1 1 0 0 0,1 0 0 0 0,0-1 0 0 0,3 6 0 0 0,0-5-299 0 0,0-1 1 0 0,0 0-1 0 0,1 0 0 0 0,-1 0 1 0 0,1 0-1 0 0,0-1 0 0 0,-1 0 1 0 0,1 0-1 0 0,0 0 0 0 0,1-1 1 0 0,-1 1-1 0 0,0-1 0 0 0,9 0 1 0 0,13-10-3780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3:34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41 400 0 0,'7'-3'1058'0'0,"-6"2"-906"0"0,0 1-1 0 0,0-1 1 0 0,0 1-1 0 0,0-1 1 0 0,0 1-1 0 0,1-1 1 0 0,-1 0 0 0 0,0 0-1 0 0,-1 1 1 0 0,1-1-1 0 0,0 0 1 0 0,0 0-1 0 0,0 0 1 0 0,0 0 0 0 0,-1 0-1 0 0,1 0 1 0 0,0 0-1 0 0,-1 0 1 0 0,1 0-1 0 0,-1 0 1 0 0,1-1 0 0 0,-1 1-1 0 0,1-2 1 0 0,0 2-48 0 0,0-1 0 0 0,-1 1 1 0 0,2 0-1 0 0,-1 0 0 0 0,0 0 0 0 0,0 0 1 0 0,0 1-1 0 0,0-1 0 0 0,1 0 1 0 0,-1 0-1 0 0,0 1 0 0 0,1-1 1 0 0,-1 1-1 0 0,0-1 0 0 0,1 1 0 0 0,-1 0 1 0 0,1-1-1 0 0,-1 1 0 0 0,1 0 1 0 0,-1 0-1 0 0,0 0 0 0 0,1 0 1 0 0,-1 0-1 0 0,4 1 0 0 0,40 0 183 0 0,-36 1-301 0 0,0 0-1 0 0,0 0 1 0 0,-1 1-1 0 0,1 0 1 0 0,0 1-1 0 0,10 6 1 0 0,-13-8 11 0 0,-1 1 0 0 0,1 1 0 0 0,-1-1 0 0 0,0 1 0 0 0,-1 0 0 0 0,1 0 0 0 0,-1 0 1 0 0,1 0-1 0 0,-1 1 0 0 0,4 5 0 0 0,-4-1 70 0 0,-1-1-1 0 0,1 1 1 0 0,-1-1 0 0 0,0 1-1 0 0,2 15 1 0 0,-6-21-37 0 0,1 0-1 0 0,-1 1 1 0 0,0-1-1 0 0,0 0 1 0 0,0 0-1 0 0,0 0 1 0 0,0-1-1 0 0,-1 1 1 0 0,1 0-1 0 0,-1 0 1 0 0,0-1 0 0 0,0 1-1 0 0,0-1 1 0 0,0 0-1 0 0,0 1 1 0 0,-1-1-1 0 0,1 0 1 0 0,-1 0-1 0 0,1 0 1 0 0,-1-1-1 0 0,0 1 1 0 0,-3 1-1 0 0,0 0 2 0 0,0 0-1 0 0,0-1 1 0 0,0 1-1 0 0,0-1 0 0 0,-1-1 1 0 0,1 1-1 0 0,0-1 1 0 0,-1 0-1 0 0,1-1 0 0 0,-13 0 1 0 0,17 0-58 0 0,1 0-1 0 0,-1-1 1 0 0,0 1 0 0 0,0-1 0 0 0,0 0 0 0 0,0 0-1 0 0,1 1 1 0 0,-1-1 0 0 0,0-1 0 0 0,1 1-1 0 0,-1 0 1 0 0,1 0 0 0 0,-1 0 0 0 0,1-1 0 0 0,-1 1-1 0 0,1-1 1 0 0,0 1 0 0 0,-1-3 0 0 0,-1 0-287 0 0,0-1 0 0 0,0 0 0 0 0,1-1 0 0 0,0 1 0 0 0,-3-7 0 0 0,4 4-501 0 0,0 1-1 0 0,0-1 1 0 0,0 0 0 0 0,1-9 0 0 0,0 12 342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3:34.9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46 2241 0 0,'-68'-11'5398'0'0,"55"10"-5024"0"0,1 0 1 0 0,-1-2-1 0 0,1 1 1 0 0,-21-8-1 0 0,12-2 612 0 0,37 14-205 0 0,16 1-694 0 0,109-4-126 0 0,-56-2-1109 0 0,-76 3 178 0 0,0 0-1 0 0,1-1 1 0 0,15-3-1 0 0,-20 2-1617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3:35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90 400 0 0,'1'-1'468'0'0,"-1"0"1"0"0,1 0-1 0 0,0 1 0 0 0,0-1 1 0 0,0 0-1 0 0,0 0 0 0 0,0 0 0 0 0,-1 1 1 0 0,1-1-1 0 0,1 0 0 0 0,-1 1 0 0 0,0-1 1 0 0,0 1-1 0 0,0-1 0 0 0,0 1 0 0 0,0 0 1 0 0,0-1-1 0 0,3 1 0 0 0,41-12-575 0 0,-4 2 601 0 0,-13 3-295 0 0,0 1-1 0 0,0 2 0 0 0,58-2 1 0 0,-55 5-1429 0 0,0-2 1 0 0,43-8 0 0 0,-73 11 1163 0 0,-1 0 1 0 0,0 0 0 0 0,0 0-1 0 0,1 0 1 0 0,-1 0 0 0 0,0 0-1 0 0,1 0 1 0 0,-1 0 0 0 0,0 0-1 0 0,0 0 1 0 0,1 0-1 0 0,-1-1 1 0 0,0 1 0 0 0,1 0-1 0 0,-1 0 1 0 0,0 0 0 0 0,0 0-1 0 0,0 0 1 0 0,1-1 0 0 0,-1 1-1 0 0,0 0 1 0 0,0 0-1 0 0,1 0 1 0 0,-1-1 0 0 0,0 1-1 0 0,0 0 1 0 0,0 0 0 0 0,0 0-1 0 0,1-1 1 0 0,-1 1 0 0 0,0 0-1 0 0,0-1 1 0 0,0 1-1 0 0,0 0 1 0 0,0 0 0 0 0,0-1-1 0 0,0 1 1 0 0,0 0 0 0 0,0-1-1 0 0,0-10-2588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3:39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19 173 2641 0 0,'-1'0'92'0'0,"1"-1"0"0"0,0 1 0 0 0,0-1 0 0 0,0 1 1 0 0,0 0-1 0 0,0-1 0 0 0,-1 1 0 0 0,1-1 0 0 0,0 1 0 0 0,0 0 0 0 0,-1-1 0 0 0,1 1 0 0 0,0 0 0 0 0,-1-1 0 0 0,1 1 0 0 0,0 0 0 0 0,-1-1 0 0 0,1 1 0 0 0,-1 0 0 0 0,1 0 0 0 0,0-1 1 0 0,-1 1-1 0 0,1 0 0 0 0,-1 0 0 0 0,1 0 0 0 0,-1 0 0 0 0,1 0 0 0 0,-1-1 0 0 0,1 1 0 0 0,-1 0 0 0 0,0 0 0 0 0,-5-3 457 0 0,50-40 972 0 0,-2 10-1557 0 0,-31 23 6 0 0,1 0-1 0 0,0 1 1 0 0,0 0-1 0 0,1 1 0 0 0,0 1 1 0 0,1 0-1 0 0,17-7 1 0 0,-4 3 737 0 0,-27 16-678 0 0,-1-1-1 0 0,0 0 1 0 0,1 0 0 0 0,-1 0 0 0 0,-1 1 0 0 0,1-1 0 0 0,-1 0-1 0 0,1-1 1 0 0,-1 1 0 0 0,-4 7 0 0 0,-4 6 54 0 0,-21 40 144 0 0,23-46-192 0 0,1-2 3 0 0,1-1-1 0 0,0 1 0 0 0,1 0 0 0 0,0 0 0 0 0,1 1 1 0 0,0 0-1 0 0,-4 13 0 0 0,5-16-2 0 0,0 0-1 0 0,0 0 0 0 0,-1 0 1 0 0,-6 10-1 0 0,6-13-23 0 0,1 0 1 0 0,1 0-1 0 0,-1 1 0 0 0,1 0 0 0 0,0-1 1 0 0,0 1-1 0 0,0 0 0 0 0,0 0 0 0 0,1 0 0 0 0,0 0 1 0 0,-1 9-1 0 0,1-3-84 0 0,1-9-54 0 0,-1 0 0 0 0,1 1 1 0 0,0-1-1 0 0,0 1 0 0 0,0-1 0 0 0,0 1 1 0 0,0-1-1 0 0,0 1 0 0 0,1-1 0 0 0,-1 1 1 0 0,1-1-1 0 0,0 0 0 0 0,-1 1 0 0 0,3 3 1 0 0,20-4-2209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3:39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371 17 3121 0 0,'0'0'103'0'0,"1"-1"-1"0"0,-1 1 0 0 0,0 0 1 0 0,0-1-1 0 0,0 1 0 0 0,1-1 1 0 0,-1 1-1 0 0,0 0 0 0 0,1-1 1 0 0,-1 1-1 0 0,0-1 0 0 0,1 1 1 0 0,-1 0-1 0 0,0-1 1 0 0,1 1-1 0 0,-1 0 0 0 0,1 0 1 0 0,-1-1-1 0 0,0 1 0 0 0,1 0 1 0 0,-1 0-1 0 0,1 0 0 0 0,-1 0 1 0 0,1-1-1 0 0,-1 1 0 0 0,1 0 1 0 0,-1 0-1 0 0,1 0 0 0 0,-1 0 1 0 0,1 0-1 0 0,-1 0 0 0 0,1 1 1 0 0,0-1-74 0 0,-1 0 0 0 0,1 0 1 0 0,-1 0-1 0 0,1 0 1 0 0,-1 0-1 0 0,1 0 1 0 0,-1 0-1 0 0,1 0 1 0 0,-1 0-1 0 0,1-1 0 0 0,-1 1 1 0 0,1 0-1 0 0,-1 0 1 0 0,1 0-1 0 0,-1 0 1 0 0,1-1-1 0 0,-1 1 1 0 0,0 0-1 0 0,1-1 0 0 0,-1 1 1 0 0,1 0-1 0 0,-1-1 1 0 0,0 1-1 0 0,1 0 1 0 0,-1-1-1 0 0,0 1 0 0 0,1 0 1 0 0,-1-1-1 0 0,0 1 1 0 0,0-1-1 0 0,0 1 1 0 0,1-1-1 0 0,-1-1 238 0 0,4 2-255 0 0,27 0-98 0 0,32 5 1 0 0,-53-4 51 0 0,-1 0 1 0 0,0 2-1 0 0,0-1 1 0 0,0 1-1 0 0,0 0 1 0 0,0 1 0 0 0,16 8-1 0 0,-23-10 39 0 0,0-1 0 0 0,0 1 1 0 0,1-1-1 0 0,-1 1 0 0 0,0 0 0 0 0,0 0 1 0 0,-1 0-1 0 0,1 0 0 0 0,2 3 0 0 0,-3-4 1 0 0,-1 1-1 0 0,0-1 0 0 0,1 0 1 0 0,-1 0-1 0 0,0 1 1 0 0,0-1-1 0 0,1 0 0 0 0,-1 0 1 0 0,0 1-1 0 0,0-1 0 0 0,0 0 1 0 0,-1 0-1 0 0,1 1 1 0 0,0-1-1 0 0,0 0 0 0 0,-1 0 1 0 0,1 1-1 0 0,-1-1 1 0 0,1 0-1 0 0,-1 0 0 0 0,1 0 1 0 0,-1 0-1 0 0,0 0 0 0 0,-1 2 1 0 0,-6 7 74 0 0,-1 0 1 0 0,0-1 0 0 0,-1 0-1 0 0,0 0 1 0 0,0-1 0 0 0,-1 0-1 0 0,0-1 1 0 0,-15 8-1 0 0,-100 42 527 0 0,107-49-552 0 0,-18 7 114 0 0,14-4-38 0 0,0-2 0 0 0,-1-1 1 0 0,-37 8-1 0 0,-90 3 349 0 0,150-19-471 0 0,0 1 1 0 0,0-1-1 0 0,-1 0 1 0 0,1 0-1 0 0,0 0 1 0 0,0 0-1 0 0,-1 0 1 0 0,1 0-1 0 0,0-1 1 0 0,0 1-1 0 0,-1 0 1 0 0,1-1-1 0 0,0 1 1 0 0,0 0-1 0 0,0-1 1 0 0,0 0-1 0 0,-1 1 1 0 0,1-1-1 0 0,0 0 1 0 0,0 1-1 0 0,0-1 1 0 0,0 0-1 0 0,1 0 1 0 0,-1 0-1 0 0,0 0 1 0 0,0 0-1 0 0,-1-1 1 0 0,2 0-2 0 0,-1 0-1 0 0,1 0 1 0 0,0 0 0 0 0,0 0 0 0 0,-1 0-1 0 0,1 0 1 0 0,0 0 0 0 0,1 0 0 0 0,-1 1 0 0 0,0-1-1 0 0,0 0 1 0 0,1 0 0 0 0,-1 0 0 0 0,1 0-1 0 0,0 0 1 0 0,0 1 0 0 0,-1-1 0 0 0,3-2-1 0 0,0 0-20 0 0,0-1 0 0 0,0 1-1 0 0,1 0 1 0 0,-1 0 0 0 0,1 0-1 0 0,0 1 1 0 0,0-1-1 0 0,1 1 1 0 0,5-3 0 0 0,50-28-147 0 0,-34 21 133 0 0,-20 10 2 0 0,1 0-1 0 0,1 0 1 0 0,-1 1-1 0 0,0 0 0 0 0,1 0 1 0 0,-1 1-1 0 0,1 0 1 0 0,-1 0-1 0 0,1 1 1 0 0,-1 0-1 0 0,14 1 1 0 0,-20-1 22 0 0,0 0 0 0 0,0 0 0 0 0,1 0 0 0 0,-1 0 1 0 0,0 1-1 0 0,0-1 0 0 0,0 0 0 0 0,0 0 0 0 0,0 1 1 0 0,0-1-1 0 0,0 1 0 0 0,0-1 0 0 0,1 1 0 0 0,-1-1 1 0 0,-1 1-1 0 0,1 0 0 0 0,0-1 0 0 0,2 3 0 0 0,-2-1 13 0 0,0 1 0 0 0,0-1-1 0 0,-1 1 1 0 0,1 0 0 0 0,-1-1-1 0 0,1 1 1 0 0,-1 0 0 0 0,0 0 0 0 0,0-1-1 0 0,0 4 1 0 0,0 203 1057 0 0,-1-207-1062 0 0,1-1 1 0 0,0 0-1 0 0,1 1 1 0 0,-1-1-1 0 0,0 0 0 0 0,0 0 1 0 0,0 1-1 0 0,1-1 1 0 0,-1 0-1 0 0,1 0 0 0 0,-1 1 1 0 0,1-1-1 0 0,-1 0 1 0 0,1 0-1 0 0,0 0 0 0 0,0 0 1 0 0,-1 0-1 0 0,1 0 1 0 0,0 0-1 0 0,0 0 1 0 0,0 0-1 0 0,2 1 0 0 0,-1-1-27 0 0,0 0-1 0 0,1 0 1 0 0,-1 0-1 0 0,0-1 1 0 0,1 1-1 0 0,-1 0 1 0 0,1-1-1 0 0,-1 0 1 0 0,1 0-1 0 0,-1 1 1 0 0,4-2-1 0 0,8 0-226 0 0,0-1-1 0 0,-1-1 1 0 0,21-6-1 0 0,-21 5 47 0 0,0 1 8 0 0,-7 1-13 0 0,0 1 0 0 0,0-1 0 0 0,0 0 0 0 0,0-1 1 0 0,0 1-1 0 0,0-1 0 0 0,0 0 0 0 0,-1-1 0 0 0,0 1 0 0 0,8-8 1 0 0,36-31-3809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3:40.3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474 190 1441 0 0,'1'-1'112'0'0,"-1"0"0"0"0,1 0 1 0 0,-1 1-1 0 0,1-1 0 0 0,-1 0 1 0 0,1 0-1 0 0,-1 0 0 0 0,1 1 1 0 0,0-1-1 0 0,-1 0 1 0 0,1 0-1 0 0,0 1 0 0 0,0-1 1 0 0,-1 1-1 0 0,1-1 0 0 0,0 1 1 0 0,0-1-1 0 0,0 1 0 0 0,0-1 1 0 0,0 1-1 0 0,0 0 0 0 0,1-1 1 0 0,3-1 384 0 0,-5 2-467 0 0,0 0 0 0 0,0-1-1 0 0,1 1 1 0 0,-1 0 0 0 0,0 0 0 0 0,0-1 0 0 0,0 1-1 0 0,1 0 1 0 0,-1 0 0 0 0,0-1 0 0 0,0 1 0 0 0,0 0 0 0 0,0-1-1 0 0,0 1 1 0 0,1 0 0 0 0,-1-1 0 0 0,0 1 0 0 0,0 0-1 0 0,0-1 1 0 0,0 1 0 0 0,0 0 0 0 0,0-1 0 0 0,0 1-1 0 0,0 0 1 0 0,0-1 0 0 0,-1 1 0 0 0,1 0 0 0 0,0 0-1 0 0,0-1 1 0 0,0 1 0 0 0,0 0 0 0 0,0-1 0 0 0,0 1-1 0 0,-1 0 1 0 0,1 0 0 0 0,0-1 0 0 0,0 1 0 0 0,0 0-1 0 0,-1 0 1 0 0,1-1 0 0 0,0 1 0 0 0,0 0 0 0 0,-1 0-1 0 0,1 0 1 0 0,0-1 0 0 0,-1 1 0 0 0,1 0 0 0 0,-15-8 477 0 0,14 8-351 0 0,-4-3-53 0 0,1 1-1 0 0,-1 0 1 0 0,0 1-1 0 0,0-1 1 0 0,0 1-1 0 0,1 0 1 0 0,-1 0-1 0 0,-1 0 1 0 0,1 1-1 0 0,0 0 1 0 0,0 0-1 0 0,0 0 1 0 0,-6 1-1 0 0,-3 0 37 0 0,-44 3 248 0 0,0 3 0 0 0,1 2 0 0 0,-102 30 0 0 0,152-38-356 0 0,1 1 1 0 0,0 1 0 0 0,1-1-1 0 0,-1 1 1 0 0,-10 7-1 0 0,15-10-27 0 0,0 1-1 0 0,1-1 0 0 0,-1 1 1 0 0,0-1-1 0 0,0 1 0 0 0,1 0 0 0 0,-1-1 1 0 0,0 1-1 0 0,1 0 0 0 0,-1 0 0 0 0,1-1 1 0 0,-1 1-1 0 0,1 0 0 0 0,-1 0 1 0 0,1 0-1 0 0,0 0 0 0 0,-1 0 0 0 0,1 0 1 0 0,0 0-1 0 0,0 0 0 0 0,-1 0 0 0 0,1-1 1 0 0,0 1-1 0 0,0 0 0 0 0,0 0 0 0 0,0 0 1 0 0,0 0-1 0 0,1 0 0 0 0,-1 0 1 0 0,0 0-1 0 0,0 0 0 0 0,1 0 0 0 0,-1 0 1 0 0,0 0-1 0 0,1 0 0 0 0,-1 0 0 0 0,1-1 1 0 0,-1 1-1 0 0,1 0 0 0 0,0 0 0 0 0,-1-1 1 0 0,1 1-1 0 0,1 1 0 0 0,8 7 22 0 0,0-1 0 0 0,1 0 0 0 0,0 0 0 0 0,0-1 0 0 0,0 0 0 0 0,1-1 0 0 0,16 6 0 0 0,98 30 15 0 0,-103-36-51 0 0,0-1 0 0 0,0-1 0 0 0,0-1-1 0 0,0-1 1 0 0,1 0 0 0 0,-1-2-1 0 0,1-1 1 0 0,-1-1 0 0 0,1-1 0 0 0,-1-1-1 0 0,0-1 1 0 0,36-13 0 0 0,-49 14 6 0 0,-1 0 1 0 0,1 0-1 0 0,-1-1 1 0 0,0-1-1 0 0,0 1 1 0 0,0-1 0 0 0,-1-1-1 0 0,0 0 1 0 0,0 0-1 0 0,-1 0 1 0 0,0-1-1 0 0,0 0 1 0 0,-1-1-1 0 0,7-9 1 0 0,-11 9 2 0 0,1-1 0 0 0,-1 1 0 0 0,-1 0 1 0 0,0-1-1 0 0,0 1 0 0 0,-1-1 0 0 0,-1-17 0 0 0,0 0 4 0 0,1 23-17 0 0,0 1 0 0 0,0-1 1 0 0,-1 0-1 0 0,1 0 0 0 0,-1 0 1 0 0,0 1-1 0 0,-1-1 1 0 0,1 0-1 0 0,-1 1 0 0 0,1-1 1 0 0,-1 1-1 0 0,0 0 0 0 0,0-1 1 0 0,0 1-1 0 0,-1 0 0 0 0,1 0 1 0 0,-5-3-1 0 0,1 1-79 0 0,-1 0 0 0 0,1 0 0 0 0,-1 1-1 0 0,0 0 1 0 0,-1 0 0 0 0,1 0 0 0 0,-15-4-1 0 0,-1 2-456 0 0,-1 0-1 0 0,1 2 1 0 0,-1 1-1 0 0,-45-1 1 0 0,38 7-3918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3:41.2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476 112 1121 0 0,'0'0'77'0'0,"1"-1"0"0"0,-1 1 1 0 0,0-1-1 0 0,0 0 1 0 0,0 1-1 0 0,0-1 1 0 0,0 1-1 0 0,1-1 1 0 0,-1 1-1 0 0,0-1 0 0 0,1 1 1 0 0,-1-1-1 0 0,0 1 1 0 0,1-1-1 0 0,-1 1 1 0 0,0 0-1 0 0,1-1 1 0 0,-1 1-1 0 0,1 0 0 0 0,-1-1 1 0 0,1 1-1 0 0,-1 0 1 0 0,1-1-1 0 0,-1 1 1 0 0,1 0-1 0 0,-1 0 1 0 0,1-1-1 0 0,-1 1 0 0 0,1 0 1 0 0,-1 0-1 0 0,1 0 1 0 0,0 0-1 0 0,4-3 516 0 0,-7 2-454 0 0,0 0 0 0 0,1 0-1 0 0,-1 0 1 0 0,0 0 0 0 0,0 0 0 0 0,-1 1 0 0 0,1-1 0 0 0,0 1 0 0 0,0 0 0 0 0,0-1 0 0 0,0 1 0 0 0,0 0 0 0 0,0 0 0 0 0,-1 0 0 0 0,1 1 0 0 0,-3 0 0 0 0,-47 2 507 0 0,49-3-666 0 0,-66 6 547 0 0,-80 17-1 0 0,122-16-285 0 0,1 1-1 0 0,-50 23 0 0 0,73-29-235 0 0,0-1 1 0 0,-1 1 0 0 0,1 0-1 0 0,0 0 1 0 0,0 0 0 0 0,0 0-1 0 0,1 1 1 0 0,-1-1 0 0 0,0 1-1 0 0,1 0 1 0 0,0-1 0 0 0,-1 1-1 0 0,1 0 1 0 0,0 1 0 0 0,1-1-1 0 0,-1 0 1 0 0,-1 5 0 0 0,1 1 7 0 0,0-1 0 0 0,1 1 0 0 0,0-1 0 0 0,1 1 0 0 0,0 14 0 0 0,1 0 47 0 0,-1-20-61 0 0,0 0 0 0 0,0 0 0 0 0,1 0-1 0 0,-1 0 1 0 0,1 0 0 0 0,0-1 0 0 0,0 1 0 0 0,0 0 0 0 0,0 0 0 0 0,0 0 0 0 0,1-1 0 0 0,-1 1-1 0 0,1-1 1 0 0,3 5 0 0 0,37 29-16 0 0,-22-21 51 0 0,-7-6-37 0 0,0-1 0 0 0,0-1 0 0 0,1 0 1 0 0,0-1-1 0 0,0 0 0 0 0,0-1 0 0 0,1-1 0 0 0,0 0 1 0 0,0-1-1 0 0,21 2 0 0 0,-4-2-34 0 0,-1-2 1 0 0,1-1-1 0 0,0-2 1 0 0,34-5-1 0 0,-26 0 43 0 0,0-1-1 0 0,0-2 0 0 0,-1-1 1 0 0,0-2-1 0 0,-1-2 0 0 0,-1-2 1 0 0,-1-1-1 0 0,0-2 1 0 0,62-46-1 0 0,-91 62-7 0 0,0-1 0 0 0,-1-1 0 0 0,0 1 0 0 0,0-1 0 0 0,0-1 0 0 0,-1 1 1 0 0,0-1-1 0 0,0 1 0 0 0,-1-1 0 0 0,0-1 0 0 0,0 1 0 0 0,0-1 0 0 0,-1 1 0 0 0,0-1 0 0 0,-1 0 0 0 0,0 0 0 0 0,0 0 1 0 0,0-1-1 0 0,-1 1 0 0 0,0-10 0 0 0,-1 15 4 0 0,0-1 1 0 0,-1 0-1 0 0,1 0 1 0 0,-1 1-1 0 0,0-1 1 0 0,0 0-1 0 0,0 0 1 0 0,0 1-1 0 0,-1-1 1 0 0,0 1-1 0 0,1 0 1 0 0,-1-1-1 0 0,0 1 1 0 0,-1 0-1 0 0,1 0 1 0 0,0 0-1 0 0,-1 0 1 0 0,-3-2-1 0 0,0 0 10 0 0,-1 0-1 0 0,1 1 1 0 0,-1 0-1 0 0,0 0 0 0 0,-1 0 1 0 0,1 1-1 0 0,-1 0 0 0 0,-8-2 1 0 0,-10-1 14 0 0,1 1 0 0 0,-1 2 0 0 0,0 0 0 0 0,-30 2 0 0 0,-68 5-92 0 0,106-2-209 0 0,1 1 0 0 0,-1 0 0 0 0,1 2 0 0 0,-29 10 0 0 0,45-15 175 0 0,0 0 0 0 0,0 0 0 0 0,0 1 0 0 0,0-1 0 0 0,0 1 0 0 0,0-1 0 0 0,0 1 0 0 0,0-1 0 0 0,0 1 0 0 0,0 0 0 0 0,0-1 0 0 0,0 1 0 0 0,1 0 0 0 0,-1 0 0 0 0,0 0 0 0 0,0-1 0 0 0,0 3-1 0 0,1-2-186 0 0,1 1-1 0 0,0-1 0 0 0,0 0 0 0 0,0 0 1 0 0,0 1-1 0 0,0-1 0 0 0,0 0 0 0 0,0 0 1 0 0,1 0-1 0 0,-1 0 0 0 0,0-1 0 0 0,0 1 1 0 0,3 1-1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3:42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555 60 560 0 0,'0'0'1641'0'0,"4"0"-187"0"0,10 0 400 0 0,-35-2 309 0 0,-3 0-1991 0 0,-12 0-4 0 0,-1 2 0 0 0,1 1 1 0 0,-1 2-1 0 0,1 1 1 0 0,0 2-1 0 0,1 1 0 0 0,-50 18 1 0 0,64-16-148 0 0,-1 1 1 0 0,1 1-1 0 0,1 1 0 0 0,-28 21 1 0 0,43-30-20 0 0,1 1 1 0 0,-1 0 0 0 0,1 0-1 0 0,0 0 1 0 0,0 0 0 0 0,1 1-1 0 0,-1-1 1 0 0,1 1 0 0 0,0 0 0 0 0,0 0-1 0 0,-4 10 1 0 0,5-5 14 0 0,-1 0 0 0 0,2 0-1 0 0,-1-1 1 0 0,1 1 0 0 0,1 17 0 0 0,0-24-18 0 0,0 0-1 0 0,1 0 1 0 0,-1 0-1 0 0,1 0 1 0 0,0 0 0 0 0,-1 0-1 0 0,1 0 1 0 0,0 0-1 0 0,1-1 1 0 0,-1 1 0 0 0,1 0-1 0 0,-1-1 1 0 0,1 1-1 0 0,0-1 1 0 0,-1 1 0 0 0,1-1-1 0 0,1 0 1 0 0,-1 0-1 0 0,0 0 1 0 0,3 2 0 0 0,6 3-28 0 0,-1-1 1 0 0,1 0-1 0 0,20 8 1 0 0,-17-9-2 0 0,3 2-26 0 0,1-2 1 0 0,0 0 0 0 0,1-1 0 0 0,-1 0 0 0 0,0-2 0 0 0,1 0 0 0 0,0-1-1 0 0,0-1 1 0 0,29-4 0 0 0,-20 0 31 0 0,0-1 1 0 0,0-1-1 0 0,0-1 0 0 0,-1-2 1 0 0,42-19-1 0 0,-39 13 26 0 0,-2-1 0 0 0,1-1 1 0 0,-2-2-1 0 0,-1 0 0 0 0,38-37 0 0 0,-61 54 1 0 0,-1 0-1 0 0,0 1 0 0 0,0-1 1 0 0,-1 0-1 0 0,1 0 0 0 0,0 0 1 0 0,-1 0-1 0 0,1-1 0 0 0,-1 1 0 0 0,0 0 1 0 0,0 0-1 0 0,1-1 0 0 0,-2 1 1 0 0,1-1-1 0 0,0 1 0 0 0,0-1 1 0 0,-1 0-1 0 0,0 1 0 0 0,1-1 1 0 0,-1 0-1 0 0,0 1 0 0 0,0-1 1 0 0,0 1-1 0 0,-1-1 0 0 0,1 0 1 0 0,-1 1-1 0 0,1-1 0 0 0,-1 1 1 0 0,0-1-1 0 0,0 1 0 0 0,-2-4 1 0 0,-1-7 2 0 0,3 8 3 0 0,0 1 0 0 0,-1 0 0 0 0,1 0 0 0 0,-1-1 0 0 0,0 1 0 0 0,0 0 0 0 0,0 1 0 0 0,0-1 0 0 0,-1 0 0 0 0,1 1 0 0 0,-1-1 0 0 0,0 1 0 0 0,0 0 0 0 0,0 0 0 0 0,-1 0 0 0 0,1 0 0 0 0,-1 0 0 0 0,0 1 0 0 0,-7-4 0 0 0,-6-4 21 0 0,-1 1 0 0 0,0 1-1 0 0,0 0 1 0 0,-1 2-1 0 0,0 0 1 0 0,0 1 0 0 0,0 0-1 0 0,-28-1 1 0 0,12 3-234 0 0,-1 3 1 0 0,1 0 0 0 0,-60 10-1 0 0,68-4-1049 0 0,27-6 1152 0 0,-1 1 0 0 0,1-1-1 0 0,0 0 1 0 0,-1 0 0 0 0,1 1 0 0 0,0-1-1 0 0,-1 0 1 0 0,1 0 0 0 0,0 1 0 0 0,0-1-1 0 0,0 0 1 0 0,-1 1 0 0 0,1-1-1 0 0,0 0 1 0 0,0 1 0 0 0,0-1 0 0 0,0 0-1 0 0,0 1 1 0 0,-1-1 0 0 0,1 1 0 0 0,0-1-1 0 0,0 0 1 0 0,0 1 0 0 0,0-1-1 0 0,0 1 1 0 0,0-1 0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3:43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424 99 960 0 0,'5'1'464'0'0,"0"-1"0"0"0,0 0-1 0 0,0-1 1 0 0,1 1-1 0 0,-1-1 1 0 0,0 0-1 0 0,8-3 1 0 0,-11 3-252 0 0,0-1 0 0 0,0 1 0 0 0,0 0 1 0 0,0 0-1 0 0,0 0 0 0 0,0 0 0 0 0,0 0 1 0 0,0 0-1 0 0,1 1 0 0 0,3-1 0 0 0,-6 1-182 0 0,0 0-1 0 0,0-1 1 0 0,0 1 0 0 0,1 0-1 0 0,-1 0 1 0 0,0 0-1 0 0,0 0 1 0 0,1 0-1 0 0,-1 0 1 0 0,0 0 0 0 0,0 0-1 0 0,0 0 1 0 0,1 0-1 0 0,-1-1 1 0 0,0 1-1 0 0,0 0 1 0 0,0 0 0 0 0,0 0-1 0 0,1 0 1 0 0,-1-1-1 0 0,0 1 1 0 0,0 0 0 0 0,0 0-1 0 0,0 0 1 0 0,0-1-1 0 0,0 1 1 0 0,0 0-1 0 0,0 0 1 0 0,1 0 0 0 0,-1-1-1 0 0,0 1 1 0 0,0 0-1 0 0,0 0 1 0 0,0-1-1 0 0,0 1 1 0 0,0 0 0 0 0,0 0-1 0 0,0 0 1 0 0,0-1-1 0 0,0 1 1 0 0,-1 0 0 0 0,1 0-1 0 0,0-1 1 0 0,0 1-1 0 0,0 0 1 0 0,0 0-1 0 0,0 0 1 0 0,0-1 0 0 0,0 1-1 0 0,0 0 1 0 0,-1 0-1 0 0,1 0 1 0 0,0 0-1 0 0,0-1 1 0 0,0 1 0 0 0,0 0-1 0 0,-1 0 1 0 0,1 0-1 0 0,0 0 1 0 0,0 0 0 0 0,0 0-1 0 0,-1-1 1 0 0,1 1-1 0 0,0 0 1 0 0,0 0-1 0 0,-1 0 1 0 0,1 0 0 0 0,0 0-1 0 0,-24-4 105 0 0,0 1 1 0 0,1 0-1 0 0,-1 2 0 0 0,0 1 1 0 0,-29 3-1 0 0,11 2 137 0 0,-81 19-1 0 0,114-23-250 0 0,1 2-1 0 0,0-1 1 0 0,0 1-1 0 0,0 0 1 0 0,0 1-1 0 0,1-1 1 0 0,-1 2-1 0 0,1-1 1 0 0,0 1-1 0 0,0 0 1 0 0,1 0-1 0 0,-10 10 1 0 0,13-11-19 0 0,-5 4-2 0 0,1 0 1 0 0,0 0 0 0 0,0 1 0 0 0,-7 14 0 0 0,12-20 3 0 0,1 0 1 0 0,-1 0-1 0 0,1 1 1 0 0,0-1-1 0 0,1 0 1 0 0,-1 1-1 0 0,0-1 1 0 0,1 1-1 0 0,0-1 1 0 0,0 1-1 0 0,0-1 1 0 0,0 0-1 0 0,0 1 1 0 0,1-1-1 0 0,0 1 1 0 0,-1-1 0 0 0,1 0-1 0 0,2 5 1 0 0,-1-5-8 0 0,0 1 1 0 0,0-1 0 0 0,0 1 0 0 0,0-1 0 0 0,1 0 0 0 0,0 0 0 0 0,-1 0 0 0 0,1 0 0 0 0,0 0 0 0 0,0-1 0 0 0,1 1 0 0 0,-1-1 0 0 0,0 0 0 0 0,1 0-1 0 0,6 3 1 0 0,2 0-31 0 0,1-1-1 0 0,25 6 0 0 0,-32-9 28 0 0,37 9-200 0 0,-1-2 0 0 0,1-1-1 0 0,1-3 1 0 0,63-1-1 0 0,-87-5 179 0 0,0 0 0 0 0,-1-1 0 0 0,0-1 0 0 0,1-1 0 0 0,-2 0 0 0 0,1-2 0 0 0,-1 0 0 0 0,0-1 0 0 0,0-1 0 0 0,-1 0 0 0 0,0-1 1 0 0,18-15-1 0 0,-15 8 42 0 0,0-1 0 0 0,-2-1 1 0 0,22-27-1 0 0,-36 40-11 0 0,1 0 0 0 0,-1 0-1 0 0,-1-1 1 0 0,1 1 0 0 0,-1-1 0 0 0,3-7 0 0 0,-5 10-1 0 0,0 1 0 0 0,-1 0-1 0 0,1-1 1 0 0,-1 1 0 0 0,1 0 0 0 0,-1-1 0 0 0,0 1 0 0 0,0 0 0 0 0,-1-1-1 0 0,1 1 1 0 0,-1 0 0 0 0,1-1 0 0 0,-1 1 0 0 0,0 0 0 0 0,-2-5 0 0 0,0 3 13 0 0,1 1 0 0 0,-1-1 0 0 0,0 1 0 0 0,0 0 0 0 0,-1 0 0 0 0,1 0 0 0 0,-1 0 0 0 0,0 1 0 0 0,0 0 0 0 0,0-1 0 0 0,0 1 0 0 0,0 1 0 0 0,-1-1 0 0 0,0 1 0 0 0,1-1 0 0 0,-1 1 0 0 0,0 1 0 0 0,0-1 0 0 0,0 1 0 0 0,-6-2 0 0 0,-9 1 27 0 0,-1 0 0 0 0,1 1 0 0 0,-38 3 0 0 0,14-1-139 0 0,35-1-140 0 0,0 0-1 0 0,0 1 1 0 0,0 0 0 0 0,0 0 0 0 0,0 1-1 0 0,-17 5 1 0 0,26-7 143 0 0,0 0-1 0 0,-1 0 0 0 0,1 0 1 0 0,0 0-1 0 0,-1 1 0 0 0,1-1 1 0 0,0 0-1 0 0,0 0 0 0 0,0 0 1 0 0,-1 1-1 0 0,1-1 0 0 0,0 0 1 0 0,0 0-1 0 0,0 0 1 0 0,-1 1-1 0 0,1-1 0 0 0,0 0 1 0 0,0 0-1 0 0,0 1 0 0 0,0-1 1 0 0,0 0-1 0 0,-1 0 0 0 0,1 1 1 0 0,0-1-1 0 0,0 0 0 0 0,0 1 1 0 0,0-1-1 0 0,0 0 0 0 0,0 1 1 0 0,0-1-1 0 0,0 0 0 0 0,0 0 1 0 0,0 1-1 0 0,0 0 1 0 0,1 1-1013 0 0,-1 4-1627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3:44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44 480 0 0,'0'-1'116'0'0,"1"0"1"0"0,-1 0-1 0 0,0 0 0 0 0,0 1 0 0 0,1-1 0 0 0,-1 0 0 0 0,0 0 0 0 0,1 0 1 0 0,-1 0-1 0 0,1 0 0 0 0,-1 1 0 0 0,1-1 0 0 0,-1 0 0 0 0,1 0 0 0 0,0 1 1 0 0,-1-1-1 0 0,1 0 0 0 0,0 1 0 0 0,0-1 0 0 0,0 1 0 0 0,1-2 1 0 0,22-8 1012 0 0,-12 5-385 0 0,-7-4 1102 0 0,-5 7-1095 0 0,0 6-667 0 0,0-3 10 0 0,-5 25 346 0 0,-61 108 681 0 0,3-5-868 0 0,25-76-588 0 0,27-40 29 0 0,6-5-598 0 0,6-14-1126 0 0,-1-10-1892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3:45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54 3922 0 0,'0'-2'155'0'0,"1"0"1"0"0,-1-1-1 0 0,1 1 1 0 0,0 0-1 0 0,0-1 1 0 0,0 1-1 0 0,0 0 1 0 0,0 0-1 0 0,0 0 1 0 0,1 0-1 0 0,-1 0 0 0 0,1 0 1 0 0,-1 0-1 0 0,1 0 1 0 0,0 0-1 0 0,0 1 1 0 0,0-1-1 0 0,0 1 1 0 0,0-1-1 0 0,0 1 1 0 0,0 0-1 0 0,0 0 1 0 0,1 0-1 0 0,-1 0 1 0 0,0 0-1 0 0,1 1 1 0 0,-1-1-1 0 0,3 0 1 0 0,2-1-159 0 0,0 1 1 0 0,-1 0-1 0 0,1 0 1 0 0,0 1-1 0 0,0-1 1 0 0,0 1 0 0 0,0 1-1 0 0,-1-1 1 0 0,1 1-1 0 0,9 3 1 0 0,-8-2 10 0 0,-1 0 0 0 0,1 1-1 0 0,-1 0 1 0 0,0 1 0 0 0,0-1 0 0 0,0 1 0 0 0,0 1 0 0 0,-1-1 0 0 0,1 1 0 0 0,-1 0 0 0 0,-1 1-1 0 0,1 0 1 0 0,-1-1 0 0 0,0 2 0 0 0,0-1 0 0 0,0 0 0 0 0,-1 1 0 0 0,0 0 0 0 0,-1 0-1 0 0,1 0 1 0 0,2 11 0 0 0,-5-14-1 0 0,-1-1 1 0 0,0 1-1 0 0,0 0 0 0 0,0 0 0 0 0,0-1 0 0 0,0 1 1 0 0,-1 0-1 0 0,0-1 0 0 0,0 1 0 0 0,0 0 0 0 0,0-1 1 0 0,0 1-1 0 0,-1-1 0 0 0,1 0 0 0 0,-1 1 0 0 0,0-1 1 0 0,0 0-1 0 0,0 0 0 0 0,-1 0 0 0 0,1 0 0 0 0,-1-1 0 0 0,0 1 1 0 0,1-1-1 0 0,-1 1 0 0 0,0-1 0 0 0,0 0 0 0 0,-5 2 1 0 0,-8 6 55 0 0,0-2 1 0 0,-1 0 0 0 0,0-1 0 0 0,-31 9 0 0 0,17-7-36 0 0,-1-1 1 0 0,-45 4 0 0 0,67-10-87 0 0,0-1 0 0 0,0-1 0 0 0,-1 0 0 0 0,1-1 0 0 0,0 0 0 0 0,0 0 0 0 0,0-1 0 0 0,0 0 1 0 0,1-1-1 0 0,-1 0 0 0 0,0 0 0 0 0,-14-9 0 0 0,-29-26-2050 0 0,0-6-2774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3:46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59 1040 0 0,'-17'10'2167'0'0,"15"-10"-2008"0"0,0 1 0 0 0,0-1 1 0 0,0 1-1 0 0,0 0 0 0 0,0 0 1 0 0,1 0-1 0 0,-1 0 0 0 0,0 0 1 0 0,0 0-1 0 0,1 1 0 0 0,-1-1 1 0 0,1 1-1 0 0,-1-1 0 0 0,1 1 1 0 0,0-1-1 0 0,-1 1 0 0 0,1 0 1 0 0,0-1-1 0 0,0 1 0 0 0,0 0 1 0 0,0 0-1 0 0,1 0 0 0 0,-1 0 1 0 0,0 2-1 0 0,2-3-164 0 0,-1 0 0 0 0,1 0 0 0 0,0-1 0 0 0,-1 1 0 0 0,1 0 0 0 0,0-1 0 0 0,0 1 0 0 0,0 0 0 0 0,-1-1 0 0 0,1 1-1 0 0,0-1 1 0 0,0 0 0 0 0,0 1 0 0 0,0-1 0 0 0,0 0 0 0 0,0 1 0 0 0,0-1 0 0 0,0 0 0 0 0,0 0 0 0 0,0 0 0 0 0,1 0 0 0 0,5 2-4 0 0,34 9 167 0 0,1-2 0 0 0,0-2 0 0 0,1-1 1 0 0,-1-3-1 0 0,1-1 0 0 0,72-6 0 0 0,-101 2-102 0 0,-1 0 1 0 0,0 0-1 0 0,17-6 0 0 0,-28 7-53 0 0,0 1 0 0 0,0-1 1 0 0,0 1-1 0 0,0-1 0 0 0,0 0 0 0 0,0 0 0 0 0,0 0 0 0 0,0 0 0 0 0,0 0 1 0 0,0 0-1 0 0,0-1 0 0 0,-1 1 0 0 0,1 0 0 0 0,0-1 0 0 0,-1 0 0 0 0,1 1 1 0 0,-1-1-1 0 0,0 0 0 0 0,0 0 0 0 0,1 0 0 0 0,-1 0 0 0 0,0 0 0 0 0,-1 0 1 0 0,1 0-1 0 0,1-2 0 0 0,-3 2-3 0 0,1 0 0 0 0,-1 0 0 0 0,1 0 0 0 0,-1 0 0 0 0,1 0 0 0 0,-1 1 0 0 0,0-1 0 0 0,0 0 0 0 0,0 0 0 0 0,0 1 0 0 0,0-1 0 0 0,-1 1 0 0 0,1-1 0 0 0,0 1 0 0 0,-1-1 0 0 0,1 1 0 0 0,-1 0 0 0 0,1 0 0 0 0,-1 0 0 0 0,1 0 0 0 0,-1 0 0 0 0,0 0 0 0 0,0 0 0 0 0,0 0 0 0 0,1 1 0 0 0,-5-2 0 0 0,-6-4 0 0 0,2 1 0 0 0,1-1 0 0 0,-1 2 0 0 0,0-1 0 0 0,0 1 0 0 0,0 1 0 0 0,0-1 0 0 0,-1 2 0 0 0,-15-3 0 0 0,-2 1 0 0 0,1-1 1 0 0,-1 2-1 0 0,-43-1 1 0 0,58 5 12 0 0,0-1 0 0 0,-1 2 0 0 0,1 0 0 0 0,1 0 0 0 0,-1 1 0 0 0,-18 7 0 0 0,27-8 7 0 0,0 1 0 0 0,1-1 0 0 0,-1 1 0 0 0,1-1 0 0 0,-1 1 0 0 0,1 0 0 0 0,0 0 0 0 0,0 0 0 0 0,1 1 0 0 0,-1-1 0 0 0,0 1 0 0 0,1-1 0 0 0,0 1 0 0 0,0 0 0 0 0,0 0 0 0 0,1 0 0 0 0,-1 0 0 0 0,1 0 0 0 0,-2 8 0 0 0,4-9-8 0 0,0 0-1 0 0,0-1 0 0 0,0 1 1 0 0,0 0-1 0 0,0 0 0 0 0,1 0 1 0 0,-1-1-1 0 0,1 1 0 0 0,0-1 0 0 0,-1 1 1 0 0,1-1-1 0 0,4 4 0 0 0,34 32 114 0 0,-30-29-116 0 0,-3-3-59 0 0,0-1 0 0 0,0 1 0 0 0,1-1-1 0 0,0-1 1 0 0,0 0 0 0 0,0 0 0 0 0,14 5 0 0 0,-11-6-224 0 0,0 1-1 0 0,1-2 0 0 0,-1 1 0 0 0,1-2 0 0 0,-1 1 0 0 0,1-2 1 0 0,0 1-1 0 0,-1-2 0 0 0,1 0 0 0 0,0 0 0 0 0,18-5 0 0 0,-22 5-148 0 0,45-10-3432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3:46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539 1 3922 0 0,'-45'0'791'0'0,"1"1"1"0"0,0 2-1 0 0,0 2 1 0 0,0 2-1 0 0,-78 23 1 0 0,20 4-446 0 0,101-34-338 0 0,1 0-1 0 0,-1 0 0 0 0,1 1 0 0 0,-1-1 0 0 0,0 0 0 0 0,1 0 0 0 0,-1 1 1 0 0,1-1-1 0 0,-1 0 0 0 0,1 1 0 0 0,-1-1 0 0 0,1 1 0 0 0,-1-1 0 0 0,1 1 0 0 0,-1-1 1 0 0,1 1-1 0 0,0-1 0 0 0,-1 1 0 0 0,1-1 0 0 0,0 1 0 0 0,-1-1 0 0 0,1 2 1 0 0,7 6 26 0 0,19 2-59 0 0,52 2-229 0 0,93 3-1 0 0,-135-13 204 0 0,-25-1 7 0 0,1 0 0 0 0,0 1 1 0 0,-1 1-1 0 0,15 4 1 0 0,-23-6 34 0 0,-2-1 8 0 0,-1 0-1 0 0,1 0 1 0 0,-1 0 0 0 0,1 0 0 0 0,-1 1 0 0 0,0-1 0 0 0,1 0-1 0 0,-1 0 1 0 0,1 0 0 0 0,-1 0 0 0 0,0 1 0 0 0,1-1-1 0 0,-1 0 1 0 0,1 0 0 0 0,-1 1 0 0 0,0-1 0 0 0,1 0 0 0 0,-1 1-1 0 0,0-1 1 0 0,0 1 0 0 0,1-1 0 0 0,-1 0 0 0 0,0 1-1 0 0,0-1 1 0 0,0 0 0 0 0,1 1 0 0 0,-1-1 0 0 0,0 1 0 0 0,0-1-1 0 0,0 1 1 0 0,0-1 0 0 0,0 1 0 0 0,0-1 0 0 0,0 0-1 0 0,0 1 1 0 0,0-1 0 0 0,0 1 0 0 0,0-1 0 0 0,0 1 0 0 0,0-1-1 0 0,0 1 1 0 0,0-1 0 0 0,-1 0 0 0 0,1 1 0 0 0,0-1-1 0 0,0 1 1 0 0,0-1 0 0 0,-1 0 0 0 0,1 1 0 0 0,0-1 0 0 0,0 0-1 0 0,-1 1 1 0 0,1-1 0 0 0,0 0 0 0 0,-1 1 0 0 0,0-1-1 0 0,1 1 3 0 0,-3 2 12 0 0,0-1 1 0 0,0 1-1 0 0,0 0 1 0 0,-1-1-1 0 0,1 0 0 0 0,-1 0 1 0 0,1 0-1 0 0,-7 2 0 0 0,-20 9 45 0 0,-2-2-1 0 0,1-1 0 0 0,-1-1 1 0 0,-1-2-1 0 0,1-1 0 0 0,-1-2 1 0 0,0-1-1 0 0,0-1 0 0 0,-38-4 1 0 0,65 2-69 0 0,1-1 0 0 0,-1 0 1 0 0,0-1-1 0 0,0 1 0 0 0,1-1 0 0 0,-1 0 1 0 0,1 0-1 0 0,-1-1 0 0 0,1 0 0 0 0,-5-3 1 0 0,8 5-18 0 0,1-1 1 0 0,-1 1-1 0 0,1 0 1 0 0,0-1-1 0 0,-1 0 1 0 0,1 1-1 0 0,0-1 0 0 0,0 0 1 0 0,0 1-1 0 0,0-1 1 0 0,0 0-1 0 0,1 0 1 0 0,-1 0-1 0 0,0 0 1 0 0,1 0-1 0 0,0 0 1 0 0,-1 0-1 0 0,1 0 1 0 0,0 0-1 0 0,0 0 1 0 0,0 0-1 0 0,0 0 1 0 0,0 0-1 0 0,0 0 1 0 0,1 0-1 0 0,-1 0 1 0 0,1 0-1 0 0,-1 0 1 0 0,1 1-1 0 0,0-1 1 0 0,0 0-1 0 0,0 0 0 0 0,2-2 1 0 0,1-2-329 0 0,0 1 0 0 0,1 0 0 0 0,0 0 0 0 0,0 0 0 0 0,1 1 0 0 0,-1 0 0 0 0,1 0 0 0 0,0 0-1 0 0,0 0 1 0 0,0 1 0 0 0,0 0 0 0 0,10-2 0 0 0,33-7-2112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3:47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451 36 240 0 0,'-25'-8'1188'0'0,"0"1"1"0"0,0 1-1 0 0,-1 1 0 0 0,1 1 1 0 0,-45-1-1 0 0,23 5-541 0 0,0 2 0 0 0,-58 10 0 0 0,60-2-514 0 0,45-10-131 0 0,-1 1 0 0 0,0-1 0 0 0,1 0-1 0 0,-1 1 1 0 0,1-1 0 0 0,-1 1 0 0 0,0-1 0 0 0,1 1-1 0 0,-1-1 1 0 0,1 1 0 0 0,0 0 0 0 0,-1-1-1 0 0,1 1 1 0 0,-1-1 0 0 0,1 1 0 0 0,0 0 0 0 0,-1-1-1 0 0,1 1 1 0 0,0 0 0 0 0,0 0 0 0 0,-1-1-1 0 0,1 1 1 0 0,0 0 0 0 0,0 0 0 0 0,0-1 0 0 0,0 1-1 0 0,0 0 1 0 0,0 0 0 0 0,0-1 0 0 0,0 1-1 0 0,1 0 1 0 0,-1-1 0 0 0,0 1 0 0 0,0 0 0 0 0,1 0-1 0 0,-1-1 1 0 0,0 1 0 0 0,1 0 0 0 0,-1-1-1 0 0,0 1 1 0 0,1-1 0 0 0,-1 1 0 0 0,1 0 0 0 0,0 0-1 0 0,4 2-9 0 0,1 0 0 0 0,0 0-1 0 0,-1 0 1 0 0,1-1-1 0 0,0 0 1 0 0,0 0 0 0 0,8 1-1 0 0,54 10-104 0 0,-39-7 67 0 0,126 21-208 0 0,-132-20 196 0 0,-22-6 58 0 0,-1-1-1 0 0,0 0 0 0 0,1 1 1 0 0,-1-1-1 0 0,1 0 0 0 0,-1 1 1 0 0,0-1-1 0 0,1 0 0 0 0,-1 1 1 0 0,0-1-1 0 0,0 1 0 0 0,1-1 1 0 0,-1 1-1 0 0,0-1 0 0 0,0 0 1 0 0,1 1-1 0 0,-1-1 0 0 0,0 1 1 0 0,0-1-1 0 0,0 1 0 0 0,0-1 1 0 0,0 1-1 0 0,0-1 0 0 0,0 2 1 0 0,-1 0 4 0 0,1-1 0 0 0,-1 1 1 0 0,0 0-1 0 0,0-1 1 0 0,-1 1-1 0 0,1-1 0 0 0,0 1 1 0 0,0-1-1 0 0,-1 0 1 0 0,1 1-1 0 0,-1-1 0 0 0,1 0 1 0 0,-1 0-1 0 0,0 0 1 0 0,1 0-1 0 0,-1 0 0 0 0,0 0 1 0 0,0-1-1 0 0,-1 1 0 0 0,-174 60 597 0 0,163-57-596 0 0,0-1 0 0 0,0 0 0 0 0,0-1 0 0 0,0-1 0 0 0,0 0 0 0 0,0-1 0 0 0,-17-2 0 0 0,30-1-129 0 0,0 1 0 0 0,0 0 0 0 0,0 0 1 0 0,1-1-1 0 0,-1 1 0 0 0,1-1 0 0 0,-1 1 1 0 0,1 0-1 0 0,0-1 0 0 0,0 1 0 0 0,0-1 1 0 0,0 1-1 0 0,0-1 0 0 0,1-2 0 0 0,0-1-874 0 0,-1-15-1816 0 0,0-3-94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3:47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503 0 3121 0 0,'-158'15'4137'0'0,"-80"26"-3031"0"0,230-39-1048 0 0,0 0 1 0 0,1 1-1 0 0,-1 0 1 0 0,1 0-1 0 0,0 1 1 0 0,0 0-1 0 0,0 0 1 0 0,0 1-1 0 0,0-1 0 0 0,1 1 1 0 0,-7 8-1 0 0,11-11-41 0 0,1 0-1 0 0,-1 0 1 0 0,1 0-1 0 0,0 0 1 0 0,-1 0-1 0 0,1 0 1 0 0,0 0-1 0 0,0 1 1 0 0,1-1-1 0 0,-1 0 1 0 0,0 1-1 0 0,1-1 0 0 0,0 0 1 0 0,-1 1-1 0 0,1-1 1 0 0,0 3-1 0 0,1-2-10 0 0,-1 0-1 0 0,1 0 0 0 0,0 0 1 0 0,0 0-1 0 0,0 0 0 0 0,1 0 1 0 0,-1 0-1 0 0,1 0 1 0 0,-1-1-1 0 0,1 1 0 0 0,0 0 1 0 0,0-1-1 0 0,0 0 0 0 0,0 1 1 0 0,4 2-1 0 0,4 3-4 0 0,1-1 0 0 0,-1 0 0 0 0,1 0 0 0 0,1-1 0 0 0,-1 0 1 0 0,1-1-1 0 0,0 0 0 0 0,0-1 0 0 0,1-1 0 0 0,22 4 0 0 0,-4-2-17 0 0,1-2-1 0 0,0-1 1 0 0,40-4 0 0 0,-34 0 26 0 0,-1-2 0 0 0,53-12 1 0 0,-77 13-9 0 0,0-1 0 0 0,0-1 0 0 0,0 1 1 0 0,0-2-1 0 0,-1 0 0 0 0,1-1 0 0 0,-2 0 1 0 0,1 0-1 0 0,20-18 0 0 0,-30 23-3 0 0,0 0 0 0 0,0 0 0 0 0,0 0 0 0 0,0 0-1 0 0,-1-1 1 0 0,1 1 0 0 0,-1-1 0 0 0,1 1 0 0 0,-1-1 0 0 0,0 1 0 0 0,0-1 0 0 0,0 1 0 0 0,0-1 0 0 0,0 0-1 0 0,-1 0 1 0 0,1 1 0 0 0,-1-1 0 0 0,0 0 0 0 0,0 0 0 0 0,0 0 0 0 0,0 0 0 0 0,0 1 0 0 0,-1-1 0 0 0,1 0-1 0 0,-1 0 1 0 0,0 0 0 0 0,0 1 0 0 0,0-1 0 0 0,0 1 0 0 0,0-1 0 0 0,0 1 0 0 0,-1-1 0 0 0,1 1 0 0 0,-1-1-1 0 0,0 1 1 0 0,0 0 0 0 0,-3-4 0 0 0,-2 0-3 0 0,0 0 0 0 0,0 0-1 0 0,-1 0 1 0 0,1 1 0 0 0,-1 0-1 0 0,-1 0 1 0 0,1 1 0 0 0,0 0-1 0 0,-1 1 1 0 0,0 0 0 0 0,-11-3 0 0 0,-5 2-253 0 0,0 1 1 0 0,0 2-1 0 0,-1 0 1 0 0,1 1 0 0 0,0 2-1 0 0,0 1 1 0 0,0 0-1 0 0,-32 10 1 0 0,-23 11-2612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3:48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431 37 1121 0 0,'1'-1'154'0'0,"-1"-1"0"0"0,0 1 0 0 0,0 0 0 0 0,0-1 0 0 0,1 1 0 0 0,-1-1 1 0 0,1 1-1 0 0,-1 0 0 0 0,1 0 0 0 0,-1-1 0 0 0,1 1 0 0 0,0 0 1 0 0,0 0-1 0 0,0-1 0 0 0,0 1 0 0 0,0 0 0 0 0,0 0 0 0 0,0 0 0 0 0,0 0 1 0 0,0 1-1 0 0,0-1 0 0 0,2-1 0 0 0,2-2 316 0 0,-5 4-374 0 0,1-1 1 0 0,0 1 0 0 0,-1-1 0 0 0,1 1 0 0 0,0 0-1 0 0,-1-1 1 0 0,1 1 0 0 0,0 0 0 0 0,0-1 0 0 0,-1 1-1 0 0,1 0 1 0 0,0 0 0 0 0,0 0 0 0 0,0-1-1 0 0,-1 1 1 0 0,1 0 0 0 0,0 0 0 0 0,0 0 0 0 0,0 1-1 0 0,0-1 1 0 0,-1 0 0 0 0,1 0 0 0 0,0 0-1 0 0,0 0 1 0 0,-1 1 0 0 0,1-1 0 0 0,0 0 0 0 0,0 1-1 0 0,-1-1 1 0 0,1 1 0 0 0,0-1 0 0 0,-1 1 0 0 0,1-1-1 0 0,0 1 1 0 0,-1-1 0 0 0,1 1 0 0 0,-1 0-1 0 0,1-1 1 0 0,-1 1 0 0 0,1 1 0 0 0,19 35-186 0 0,-16-27 265 0 0,2 7-175 0 0,-1 0 1 0 0,0 1-1 0 0,-1 0 1 0 0,-1 0-1 0 0,-1 0 1 0 0,-1 0-1 0 0,0 0 1 0 0,-2 20-1 0 0,1-37-1 0 0,0 1 0 0 0,0 0 0 0 0,0-1 0 0 0,0 1 0 0 0,-1 0 0 0 0,1-1 0 0 0,0 1 0 0 0,-1-1 0 0 0,1 1 0 0 0,-1-1 0 0 0,1 1 0 0 0,-1-1 0 0 0,0 1 0 0 0,0-1 0 0 0,0 1 0 0 0,0-1 0 0 0,0 0 0 0 0,0 1 0 0 0,0-1 0 0 0,0 0 0 0 0,0 0 0 0 0,0 0 0 0 0,-3 2 0 0 0,0 0 0 0 0,3-3 1 0 0,0 1 0 0 0,0-1 0 0 0,1 1 0 0 0,-1-1 0 0 0,0 0 0 0 0,0 0 0 0 0,1 1 0 0 0,-1-1 0 0 0,0 0 0 0 0,0 0 0 0 0,0 0 0 0 0,1 0 0 0 0,-1 0 0 0 0,0 0 0 0 0,0 0 0 0 0,0 0 0 0 0,1 0 0 0 0,-1 0 0 0 0,0 0 0 0 0,0-1 0 0 0,1 1 0 0 0,-1 0 0 0 0,0-1 0 0 0,0 1 0 0 0,1 0 0 0 0,-1-1 0 0 0,0 1 0 0 0,1-1 0 0 0,-2 0 0 0 0,-19-19 52 0 0,18 15-42 0 0,2 5-7 0 0,0-1-1 0 0,1 0 1 0 0,0 0 0 0 0,-1 1 0 0 0,1-1 0 0 0,-1 0 0 0 0,1 0 0 0 0,0 0 0 0 0,0 0 0 0 0,-1 0 0 0 0,1 0 0 0 0,0 0 0 0 0,0 0-1 0 0,0 1 1 0 0,0-1 0 0 0,0-2 0 0 0,0 2 2 0 0,0 0-1 0 0,0 0 0 0 0,0 0 1 0 0,0 0-1 0 0,0 0 0 0 0,0 0 1 0 0,-1 0-1 0 0,1 0 0 0 0,0 0 1 0 0,-1 0-1 0 0,1 0 0 0 0,0 0 1 0 0,-1 0-1 0 0,0-2 0 0 0,-5-2 17 0 0,1 0-1 0 0,-1 0 0 0 0,1 0 0 0 0,-2 1 0 0 0,1 0 1 0 0,0 0-1 0 0,-1 0 0 0 0,0 1 0 0 0,1 0 0 0 0,-1 0 1 0 0,-1 1-1 0 0,1 0 0 0 0,0 0 0 0 0,0 1 0 0 0,-1-1 1 0 0,1 2-1 0 0,-1-1 0 0 0,-8 1 0 0 0,-14 1 45 0 0,1 1 0 0 0,-1 1 0 0 0,-34 9 0 0 0,48-9 6 0 0,-1 1-1 0 0,1 0 1 0 0,1 2-1 0 0,-1 0 1 0 0,-23 12-1 0 0,36-16-57 0 0,0-1 0 0 0,0 1 0 0 0,0 0 0 0 0,0 0 1 0 0,1 0-1 0 0,-1 0 0 0 0,1 1 0 0 0,-1-1 0 0 0,1 1 0 0 0,0-1 0 0 0,0 1 0 0 0,0 0 0 0 0,0 0 0 0 0,1 0 0 0 0,-1 0 0 0 0,1 0 0 0 0,0 0 0 0 0,-1 0 0 0 0,2 1 0 0 0,-1-1 0 0 0,0 0 0 0 0,1 1 0 0 0,-1-1 0 0 0,1 0 0 0 0,0 1 0 0 0,0-1 0 0 0,0 1 0 0 0,1-1 0 0 0,-1 0 1 0 0,1 1-1 0 0,0-1 0 0 0,0 0 0 0 0,0 1 0 0 0,2 4 0 0 0,-2-6-18 0 0,1 0 1 0 0,-1 0 0 0 0,0 0-1 0 0,1 0 1 0 0,-1 0-1 0 0,1-1 1 0 0,-1 1 0 0 0,1 0-1 0 0,0-1 1 0 0,0 1 0 0 0,0-1-1 0 0,0 0 1 0 0,0 1-1 0 0,0-1 1 0 0,2 1 0 0 0,36 10-211 0 0,-33-10 162 0 0,11 2-261 0 0,0-1 0 0 0,0 0 0 0 0,1-1 0 0 0,-1-1 0 0 0,0-1 0 0 0,1 0 0 0 0,-1-2 0 0 0,1 0 0 0 0,-1-1 0 0 0,0-1 0 0 0,0 0 0 0 0,29-13 0 0 0,60-30-5290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3:48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1035 6 1681 0 0,'0'0'4242'0'0,"0"0"-4190"0"0,0 0-1 0 0,0 0 1 0 0,0 0 0 0 0,0 0 0 0 0,0 0 0 0 0,0 0 0 0 0,1-1-1 0 0,-1 1 1 0 0,0 0 0 0 0,0 0 0 0 0,0 0 0 0 0,0 0 0 0 0,0 0-1 0 0,0 0 1 0 0,0-1 0 0 0,0 1 0 0 0,0 0 0 0 0,0 0 0 0 0,0 0-1 0 0,0 0 1 0 0,0-1 0 0 0,0 1 0 0 0,0 0 0 0 0,0 0 0 0 0,0 0-1 0 0,0 0 1 0 0,0 0 0 0 0,0 0 0 0 0,0-1 0 0 0,-1 1 0 0 0,1 0-1 0 0,0 0 1 0 0,0 0 0 0 0,0 0 0 0 0,0 0 0 0 0,0 0 0 0 0,0-1-1 0 0,0 1 1 0 0,0 0 0 0 0,-1 0 0 0 0,1 0 0 0 0,0 0 0 0 0,0 0-1 0 0,0 0 1 0 0,0 0 0 0 0,0 0 0 0 0,0 0 0 0 0,-1 0 0 0 0,1 0-1 0 0,0 0 1 0 0,0 0 0 0 0,0 0 0 0 0,0 0 0 0 0,0 0 0 0 0,-1 0-1 0 0,1 0 1 0 0,0 0 0 0 0,0 0 0 0 0,0 0 0 0 0,0 0 0 0 0,0 0-1 0 0,-1 0 1 0 0,1 0 0 0 0,0 0 0 0 0,0 0 0 0 0,0 0 0 0 0,0 0-1 0 0,0 0 1 0 0,-1 0 0 0 0,-79-1 878 0 0,-124 3-753 0 0,183 0-129 0 0,-5 0 74 0 0,0 1 0 0 0,-30 7 0 0 0,56-10-124 0 0,-1 1 1 0 0,1-1 0 0 0,-1 0 0 0 0,1 0-1 0 0,-1 0 1 0 0,1 0 0 0 0,-1 0 0 0 0,1 0-1 0 0,0 1 1 0 0,-1-1 0 0 0,1 0 0 0 0,-1 0-1 0 0,1 1 1 0 0,0-1 0 0 0,-1 0 0 0 0,1 1-1 0 0,0-1 1 0 0,-1 0 0 0 0,1 1 0 0 0,0-1-1 0 0,-1 0 1 0 0,1 1 0 0 0,0-1 0 0 0,0 1-1 0 0,-1 0 1 0 0,8 5-48 0 0,14 2 24 0 0,20 1-28 0 0,132 32-433 0 0,-146-34 391 0 0,0 2-1 0 0,-1 1 1 0 0,40 20 0 0 0,-64-29 97 0 0,1 0 1 0 0,-1 1 0 0 0,0-1 0 0 0,0 0 0 0 0,0 1 0 0 0,1-1-1 0 0,-1 1 1 0 0,0 0 0 0 0,-1-1 0 0 0,1 1 0 0 0,0 0 0 0 0,-1 0-1 0 0,1 0 1 0 0,-1 1 0 0 0,1-1 0 0 0,-1 0 0 0 0,0 1 0 0 0,0-1-1 0 0,0 0 1 0 0,0 1 0 0 0,-1-1 0 0 0,1 1 0 0 0,0-1-1 0 0,-1 1 1 0 0,0 0 0 0 0,0-1 0 0 0,0 1 0 0 0,0-1 0 0 0,0 1-1 0 0,0 0 1 0 0,-1-1 0 0 0,1 1 0 0 0,-1-1 0 0 0,0 1 0 0 0,1-1-1 0 0,-1 1 1 0 0,-1-1 0 0 0,1 0 0 0 0,0 0 0 0 0,-3 5 0 0 0,-5 4 36 0 0,0 1 0 0 0,-1-1 0 0 0,0 0 0 0 0,-1-1 0 0 0,-17 13-1 0 0,17-14-41 0 0,-6 5 14 0 0,12-8 10 0 0,-1-1 0 0 0,-1 0 0 0 0,1 0 0 0 0,-1 0 0 0 0,0-1 0 0 0,0 0 1 0 0,0-1-1 0 0,-13 6 0 0 0,-18 1 73 0 0,0 0 1 0 0,0-3-1 0 0,-48 3 1 0 0,-122-1-377 0 0,198-9 252 0 0,-278-7-3812 0 0,150-14-2254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56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1191 49 1601 0 0,'0'0'77'0'0,"0"0"0"0"0,0-1 0 0 0,0 1 0 0 0,0 0 0 0 0,1-1 0 0 0,-1 1 0 0 0,0 0 0 0 0,0-1 0 0 0,0 1 0 0 0,0 0 0 0 0,1-1 0 0 0,-1 1 0 0 0,0 0 0 0 0,0-1 0 0 0,0 1 0 0 0,1 0 0 0 0,-1 0 0 0 0,0-1 0 0 0,1 1 0 0 0,-1 0 0 0 0,0 0 0 0 0,1 0 0 0 0,-1 0 0 0 0,0-1 0 0 0,1 1 0 0 0,-1 0 0 0 0,0 0 0 0 0,1 0 0 0 0,-1 0 0 0 0,0 0 0 0 0,1 0 0 0 0,-1 0 0 0 0,0 0 0 0 0,1 0 0 0 0,-1 0 0 0 0,0 0 0 0 0,1 0 0 0 0,-1 0 0 0 0,1 0 0 0 0,-1 0-3 0 0,1 1 1 0 0,0-1-1 0 0,-1 0 1 0 0,1 0-1 0 0,-1 0 1 0 0,1 0-1 0 0,-1 0 1 0 0,1-1-1 0 0,0 1 1 0 0,-1 0-1 0 0,1 0 1 0 0,-1 0-1 0 0,1 0 1 0 0,-1-1-1 0 0,1 1 1 0 0,-1 0-1 0 0,1 0 1 0 0,-1-1-1 0 0,1 1 1 0 0,-1 0-1 0 0,1-1 0 0 0,-1 1 1 0 0,0 0-1 0 0,1-1 1 0 0,-1 1-1 0 0,0-1 1 0 0,1 1-1 0 0,-1-1 1 0 0,0 1-1 0 0,1-1 1 0 0,-1 1-1 0 0,0-1 1 0 0,0 1-1 0 0,0-1 1 0 0,0 1-1 0 0,1-1 1 0 0,-1 1-1 0 0,0-1 1 0 0,0 0-1 0 0,0 1 1 0 0,0-1-1 0 0,0 0 1 0 0,-5-1 258 0 0,5 2-295 0 0,-1 0-22 0 0,0 0 0 0 0,0 0-1 0 0,0 0 1 0 0,0 0 0 0 0,0 0-1 0 0,0-1 1 0 0,0 1-1 0 0,0 0 1 0 0,0-1 0 0 0,0 1-1 0 0,0 0 1 0 0,0-1 0 0 0,0 1-1 0 0,0-1 1 0 0,0 1 0 0 0,1-1-1 0 0,-1 0 1 0 0,0 1-1 0 0,0-1 1 0 0,1 0 0 0 0,-1 0-1 0 0,0 1 1 0 0,0-3 0 0 0,-9-1 39 0 0,2 3-30 0 0,-8-2 18 0 0,1 1 0 0 0,-1 0 0 0 0,0 1 0 0 0,0 0 1 0 0,0 2-1 0 0,-1 0 0 0 0,2 1 0 0 0,-32 7 0 0 0,0-1-4 0 0,-15 4 74 0 0,-112 37 0 0 0,72-9-99 0 0,97-38-10 0 0,4-1-4 0 0,-1-1 0 0 0,1 0-1 0 0,-1 1 1 0 0,1-1 0 0 0,0 1 0 0 0,-1-1 0 0 0,1 1 0 0 0,0 0-1 0 0,0-1 1 0 0,0 1 0 0 0,-1 0 0 0 0,1 0 0 0 0,0 0-1 0 0,0 0 1 0 0,0 0 0 0 0,0 0 0 0 0,1 0 0 0 0,-1 0-1 0 0,0 0 1 0 0,0 1 0 0 0,1-1 0 0 0,-2 2 0 0 0,2-1-3 0 0,0-1-1 0 0,-1 1 1 0 0,1-1 0 0 0,-1 0 0 0 0,1 0 0 0 0,-1 1 0 0 0,0-1 0 0 0,1 0 0 0 0,-1 0 0 0 0,0 0 0 0 0,0 1-1 0 0,0-1 1 0 0,0 0 0 0 0,0 0 0 0 0,0 0 0 0 0,0-1 0 0 0,0 1 0 0 0,-2 1 0 0 0,-30 17 30 0 0,11-6 45 0 0,-4 4-139 0 0,17-4 0 0 0,-19 7 67 0 0,26-18 0 0 0,0-1 0 0 0,1 0 0 0 0,-1 1 0 0 0,1-1 0 0 0,-1 1 0 0 0,1-1 0 0 0,0 1 0 0 0,-1 0 0 0 0,1 0 0 0 0,0 0 0 0 0,0-1 0 0 0,0 1 0 0 0,0 0 0 0 0,1 0 0 0 0,-2 3 0 0 0,2-4 0 0 0,0 0 0 0 0,0 0 0 0 0,0 0 0 0 0,0-1 0 0 0,-1 1 0 0 0,1 0 0 0 0,0 0 0 0 0,-1 0 0 0 0,1 0 0 0 0,-1-1 0 0 0,1 1 0 0 0,-1 0 0 0 0,1 0 0 0 0,-1-1 0 0 0,0 1 0 0 0,1 0 0 0 0,-1-1 0 0 0,0 1 0 0 0,1 0 0 0 0,-1-1 0 0 0,0 1 0 0 0,0-1 0 0 0,0 0 0 0 0,1 1 0 0 0,-1-1 0 0 0,-1 1 0 0 0,-9 6 0 0 0,4 0 0 0 0,1 0-1 0 0,-1 0 0 0 0,2 0 1 0 0,-9 14-1 0 0,9-12 4 0 0,-1-1 1 0 0,0 0-1 0 0,0 0 0 0 0,-12 11 1 0 0,-111 94 62 0 0,119-103-66 0 0,1 0 0 0 0,-14 19-1 0 0,16-19 5 0 0,0-1-1 0 0,-1 0 1 0 0,-17 16 0 0 0,12-15 13 0 0,8-7-5 0 0,1 1 1 0 0,0 0 0 0 0,0 0 0 0 0,0 0 0 0 0,0 0 0 0 0,1 0 0 0 0,0 1 0 0 0,0-1 0 0 0,-3 7 0 0 0,-39 60-13 0 0,44-70 2 0 0,1 1-1 0 0,-1-1 0 0 0,1 0 0 0 0,-1 0 0 0 0,1 0 0 0 0,-1 1 1 0 0,1-1-1 0 0,-1 0 0 0 0,1 1 0 0 0,0-1 0 0 0,0 0 0 0 0,0 1 0 0 0,0-1 1 0 0,0 1-1 0 0,0-1 0 0 0,0 0 0 0 0,0 1 0 0 0,1-1 0 0 0,-1 0 1 0 0,0 1-1 0 0,1-1 0 0 0,-1 0 0 0 0,1 0 0 0 0,-1 1 0 0 0,1-1 1 0 0,0 0-1 0 0,0 0 0 0 0,-1 0 0 0 0,1 0 0 0 0,0 0 0 0 0,0 0 1 0 0,0 0-1 0 0,0 0 0 0 0,0 0 0 0 0,0 0 0 0 0,0-1 0 0 0,2 2 1 0 0,3 3-33 0 0,30 29 84 0 0,-29-29-53 0 0,0 1-1 0 0,1-1 1 0 0,-1 0 0 0 0,12 5-1 0 0,8 5-50 0 0,2 3 49 0 0,-20-14 10 0 0,-1 1-1 0 0,1 0 1 0 0,-1 1-1 0 0,0 0 1 0 0,0 0 0 0 0,-1 1-1 0 0,0 0 1 0 0,11 14-1 0 0,-12-15 0 0 0,0-1 0 0 0,0 1 0 0 0,0-1-1 0 0,0 0 1 0 0,1-1 0 0 0,0 0 0 0 0,0 0 0 0 0,9 4-1 0 0,19 11 13 0 0,-24-13-14 0 0,-1-1-1 0 0,1 0 1 0 0,0-1-1 0 0,1-1 1 0 0,-1 1-1 0 0,1-2 1 0 0,-1 1-1 0 0,1-2 1 0 0,21 1-1 0 0,20 4 18 0 0,151 25-9 0 0,-92-12 172 0 0,1-5 0 0 0,131 0 0 0 0,-128-10-113 0 0,204-7 8 0 0,128-16 94 0 0,-180-6-120 0 0,152-5 52 0 0,-104 46-26 0 0,-291-14-79 0 0,111 11 52 0 0,0-7 0 0 0,138-11 0 0 0,396-87-23 0 0,-585 78-47 0 0,128-25 79 0 0,76-10-70 0 0,-261 45-6 0 0,392-64 28 0 0,-352 57-12 0 0,0 3 1 0 0,0 3 0 0 0,1 3-1 0 0,79 7 1 0 0,-43-2-3 0 0,-63-3 0 0 0,51 6 0 0 0,168 33 36 0 0,300 33 102 0 0,-423-58-112 0 0,-34-3-6 0 0,106-4 0 0 0,341-29 140 0 0,-265 7-195 0 0,-131 3 59 0 0,198 12 1 0 0,228 73 108 0 0,-562-70-128 0 0,153 26-10 0 0,-28-12-30 0 0,551 48 17 0 0,-554-49 59 0 0,-100-9-28 0 0,70 1-1 0 0,-84-6-12 0 0,13 3 0 0 0,26 6 0 0 0,196 40 80 0 0,-235-41-93 0 0,-22-9-107 0 0,-23-2-3228 0 0,-71-5-3335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4:57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317 41 2161 0 0,'0'0'4269'0'0,"0"0"-4216"0"0,0 0 0 0 0,0 0 1 0 0,0 1-1 0 0,0-1 0 0 0,0 0 1 0 0,0 1-1 0 0,-1-1 0 0 0,1 0 1 0 0,0 0-1 0 0,0 1 1 0 0,0-1-1 0 0,0 0 0 0 0,0 0 1 0 0,0 1-1 0 0,0-1 0 0 0,0 0 1 0 0,0 1-1 0 0,0-1 0 0 0,0 0 1 0 0,0 0-1 0 0,1 1 0 0 0,-1-1 1 0 0,0 0-1 0 0,0 0 1 0 0,0 1-1 0 0,0-1 0 0 0,0 0 1 0 0,0 0-1 0 0,1 1 0 0 0,-1-1 1 0 0,0 0-1 0 0,0 0 0 0 0,0 0 1 0 0,1 1-1 0 0,-1-1 0 0 0,0 0 1 0 0,0 0-1 0 0,1 0 1 0 0,-1 0-1 0 0,0 0 0 0 0,0 1 1 0 0,1-1-1 0 0,-1 0 0 0 0,0 0 1 0 0,1 0-1 0 0,27-3 387 0 0,42-10 0 0 0,-71 13-421 0 0,1 0-1 0 0,0 0 1 0 0,0 0-1 0 0,0 0 1 0 0,0 0-1 0 0,0-1 1 0 0,0 1-1 0 0,-1 0 1 0 0,1 0-1 0 0,0 0 1 0 0,0 0-1 0 0,0 0 1 0 0,0 0-1 0 0,0-1 1 0 0,0 1-1 0 0,0 0 0 0 0,0 0 1 0 0,0 0-1 0 0,-1 0 1 0 0,1 0-1 0 0,0-1 1 0 0,0 1-1 0 0,0 0 1 0 0,0 0-1 0 0,0 0 1 0 0,0 0-1 0 0,0-1 1 0 0,0 1-1 0 0,0 0 1 0 0,0 0-1 0 0,0 0 1 0 0,0 0-1 0 0,0-1 0 0 0,1 1 1 0 0,-1 0-1 0 0,0 0 1 0 0,0 0-1 0 0,0 0 1 0 0,0-1-1 0 0,0 1 1 0 0,0 0-1 0 0,0 0 1 0 0,0 0-1 0 0,0 0 1 0 0,1 0-1 0 0,-1 0 1 0 0,0 0-1 0 0,0-1 1 0 0,0 1-1 0 0,0 0 0 0 0,1 0 1 0 0,-72-10 1035 0 0,37 9-729 0 0,1 1 0 0 0,-1 2 0 0 0,1 1 0 0 0,-50 12 1 0 0,55-10-151 0 0,-43 12 145 0 0,69-17-311 0 0,0 1 1 0 0,0 0 0 0 0,0-1-1 0 0,0 1 1 0 0,0 0 0 0 0,0 1-1 0 0,0-1 1 0 0,0 0 0 0 0,1 0-1 0 0,-1 1 1 0 0,0-1 0 0 0,1 1-1 0 0,-1-1 1 0 0,1 1 0 0 0,-3 3-1 0 0,4-3-7 0 0,0-1 0 0 0,-1 0 0 0 0,1 1 0 0 0,0-1 0 0 0,-1 0 0 0 0,1 1-1 0 0,0-1 1 0 0,0 0 0 0 0,0 1 0 0 0,0-1 0 0 0,0 0 0 0 0,1 1 0 0 0,-1-1-1 0 0,0 0 1 0 0,1 1 0 0 0,-1-1 0 0 0,1 0 0 0 0,-1 0 0 0 0,2 2 0 0 0,1 2-2 0 0,0-1 1 0 0,0 1 0 0 0,1-1 0 0 0,0 0-1 0 0,0 0 1 0 0,0 0 0 0 0,1 0 0 0 0,-1-1-1 0 0,1 1 1 0 0,6 2 0 0 0,1 1-10 0 0,1-2 1 0 0,0 1 0 0 0,0-2-1 0 0,0 0 1 0 0,0 0-1 0 0,1-1 1 0 0,-1-1 0 0 0,1 0-1 0 0,0-1 1 0 0,25-1 0 0 0,-21-1-43 0 0,1-2 1 0 0,-1 0 0 0 0,0-1 0 0 0,0 0 0 0 0,0-2 0 0 0,0 0-1 0 0,26-14 1 0 0,-13 6-29 0 0,-26 12 56 0 0,1-1 1 0 0,-1 1-1 0 0,0-1 0 0 0,0 1 0 0 0,0-2 0 0 0,-1 1 1 0 0,1 0-1 0 0,-1-1 0 0 0,6-5 0 0 0,10-3-65 0 0,-18 12 85 0 0,-1 0-1 0 0,1-1 0 0 0,-1 1 1 0 0,0-1-1 0 0,1 1 0 0 0,-1-1 1 0 0,0 0-1 0 0,1 1 1 0 0,-1-1-1 0 0,0 0 0 0 0,0 0 1 0 0,0 0-1 0 0,1 0 0 0 0,-1 0 1 0 0,0 0-1 0 0,0 0 0 0 0,0 0 1 0 0,-1 0-1 0 0,1-1 0 0 0,0 1 1 0 0,0 0-1 0 0,-1-1 0 0 0,1 1 1 0 0,-1 0-1 0 0,1-1 0 0 0,0-2 1 0 0,-1 3 2 0 0,0 0 0 0 0,0 0 0 0 0,0 0 0 0 0,0 0 0 0 0,0 0 0 0 0,1 0 0 0 0,-1 0 0 0 0,0 0 0 0 0,1 1 0 0 0,-1-1 0 0 0,1 0 0 0 0,-1 0 1 0 0,1 0-1 0 0,-1 0 0 0 0,1 0 0 0 0,0 1 0 0 0,-1-1 0 0 0,1 0 0 0 0,0 1 0 0 0,-1-1 0 0 0,1 0 0 0 0,0 1 0 0 0,1-2 0 0 0,-1 2 3 0 0,0-1 0 0 0,0 1 0 0 0,0-1 0 0 0,0 0 0 0 0,0 0 0 0 0,0 0 1 0 0,0 1-1 0 0,-1-1 0 0 0,1 0 0 0 0,0 0 0 0 0,-1 0 0 0 0,1 0 0 0 0,0 0 0 0 0,-1-1 0 0 0,1 1 0 0 0,-1 0 0 0 0,0 0 0 0 0,1 0 0 0 0,-1 0 0 0 0,0 0 0 0 0,0-1 0 0 0,0 1 0 0 0,0-2 0 0 0,1 3-3 0 0,-1-1 1 0 0,0 1-1 0 0,0 0 0 0 0,0-1 0 0 0,0 1 0 0 0,0-1 0 0 0,0 1 0 0 0,0 0 0 0 0,0-1 0 0 0,0 1 0 0 0,0 0 0 0 0,0-1 1 0 0,0 1-1 0 0,0 0 0 0 0,0-1 0 0 0,0 1 0 0 0,0 0 0 0 0,-1-1 0 0 0,1 1 0 0 0,0 0 0 0 0,0-1 0 0 0,0 1 0 0 0,0 0 1 0 0,-1-1-1 0 0,1 1 0 0 0,0 0 0 0 0,0 0 0 0 0,-1-1 0 0 0,1 1 0 0 0,0 0 0 0 0,-1 0 0 0 0,1 0 0 0 0,0-1 0 0 0,0 1 1 0 0,-1 0-1 0 0,1 0 0 0 0,0 0 0 0 0,-1 0 0 0 0,1 0 0 0 0,0 0 0 0 0,-1-1 0 0 0,1 1 0 0 0,-1 0 0 0 0,1 0 0 0 0,-1 0 1 0 0,0 1-2 0 0,-1 0-1 0 0,0 0 1 0 0,1 0 0 0 0,-1 0 0 0 0,1 0 0 0 0,-1 0 0 0 0,1 0 0 0 0,0 0 0 0 0,-1 1 0 0 0,1-1 0 0 0,-1 2 0 0 0,-6 9 50 0 0,2 0 1 0 0,-1 0 0 0 0,2 0 0 0 0,-1 1-1 0 0,2 0 1 0 0,-5 19 0 0 0,0-3 63 0 0,3-10-31 0 0,-2 9 83 0 0,-2 0 0 0 0,-23 45 1 0 0,12-38-22 0 0,2-4 32 0 0,-17 42 0 0 0,13-30-182 0 0,19-37-31 0 0,0 1 0 0 0,1-1 0 0 0,-1 1 0 0 0,1 0 0 0 0,1-1 0 0 0,-1 2 0 0 0,1-1 0 0 0,0 0 0 0 0,-1 12 1 0 0,3-18-63 0 0,0 0 0 0 0,0 1 0 0 0,0-1 1 0 0,1 0-1 0 0,-1 0 0 0 0,0 0 1 0 0,1 0-1 0 0,-1 0 0 0 0,0 0 1 0 0,1 0-1 0 0,-1 0 0 0 0,1 0 0 0 0,0-1 1 0 0,-1 1-1 0 0,1 0 0 0 0,0 0 1 0 0,0 0-1 0 0,-1-1 0 0 0,1 1 1 0 0,0 0-1 0 0,0-1 0 0 0,0 1 1 0 0,0-1-1 0 0,0 1 0 0 0,0-1 0 0 0,0 1 1 0 0,2 0-1 0 0,1 0-433 0 0,1 0 0 0 0,0 0 0 0 0,0 0-1 0 0,-1-1 1 0 0,1 0 0 0 0,0 1 0 0 0,5-2 0 0 0,61-8-3816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4:57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11 2081 0 0,'-28'1'1044'0'0,"16"0"-477"0"0,0-1-1 0 0,0 1 0 0 0,0-2 0 0 0,0 0 1 0 0,-23-5-1 0 0,12 1-310 0 0,19 5-219 0 0,-22 0 817 0 0,127 17-53 0 0,-14-1-985 0 0,0-5 1 0 0,1-4-1 0 0,90-3 1 0 0,-160-4-347 0 0,14-4 190 0 0,-31 4 206 0 0,-1 0 1 0 0,1 0 0 0 0,0-1-1 0 0,-1 1 1 0 0,1-1 0 0 0,0 1 0 0 0,-1 0-1 0 0,1-1 1 0 0,-1 1 0 0 0,1-1-1 0 0,0 1 1 0 0,-1-1 0 0 0,1 0 0 0 0,-1 1-1 0 0,0-1 1 0 0,1 1 0 0 0,-1-1-1 0 0,0 0 1 0 0,1 0 0 0 0,-1 1 0 0 0,0-1-1 0 0,1 0 1 0 0,-1 1 0 0 0,0-1-1 0 0,0 0 1 0 0,0 0 0 0 0,0 1 0 0 0,0-1-1 0 0,0-1 1 0 0,0-9-1855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4:58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 2241 0 0,'-27'39'3362'0'0,"27"-10"-2402"0"0,0-7-1040 0 0,-27 5 80 0 0,27 7 160 0 0,-26 0 80 0 0,-1 12-80 0 0,0 3 0 0 0,-21-3 80 0 0,22-2 81 0 0,-1 2-241 0 0,0-7-80 0 0,27-5-80 0 0,0-12-241 0 0,54-10-719 0 0,-6-24-2882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4:58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 3 960 0 0,'-47'-1'1915'0'0,"19"0"-139"0"0,-1 1 0 0 0,-49 6 1 0 0,69-5-1524 0 0,-9-1-199 0 0,18 0-35 0 0,0 0 1 0 0,1 0 0 0 0,-1 0 0 0 0,0 0 0 0 0,0 0 0 0 0,0 1 0 0 0,0-1 0 0 0,0 0-1 0 0,0 0 1 0 0,0 0 0 0 0,0 0 0 0 0,1 0 0 0 0,-1 0 0 0 0,0 1 0 0 0,0-1-1 0 0,0 0 1 0 0,0 0 0 0 0,0 0 0 0 0,0 0 0 0 0,0 0 0 0 0,0 1 0 0 0,0-1 0 0 0,0 0-1 0 0,0 0 1 0 0,0 0 0 0 0,0 0 0 0 0,0 1 0 0 0,0-1 0 0 0,0 0 0 0 0,0 0-1 0 0,0 0 1 0 0,0 0 0 0 0,0 0 0 0 0,0 1 0 0 0,-1-1 0 0 0,1 0 0 0 0,0 0 0 0 0,0 0-1 0 0,0 0 1 0 0,0 0 0 0 0,0 0 0 0 0,0 1 0 0 0,0-1 0 0 0,0 0 0 0 0,-1 0-1 0 0,1 0 1 0 0,53 11 154 0 0,58 7-69 0 0,76 8-504 0 0,-165-24-23 0 0,10 1 37 0 0,53-3 0 0 0,-69-1-764 0 0,0-1-1 0 0,0-1 1 0 0,23-7 0 0 0,-12-1-1265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4:59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 3522 0 0,'-27'10'2721'0'0,"27"-3"-2161"0"0,0-2-720 0 0,27-5 160 0 0,-1 0 80 0 0,1 0 80 0 0,0-5-80 0 0,26 5 0 0 0,54 0 0 0 0,-1 5-240 0 0,54-5-400 0 0,-53 0-2642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18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45 446 2161 0 0,'-37'4'1736'0'0,"30"-3"-996"0"0,24-2-695 0 0,37 2 1116 0 0,-30 5-526 0 0,1 0-403 0 0,-21-6-139 0 0,0-1 0 0 0,19-5 134 0 0,-23 5-88 0 0,0 1-136 0 0,0 0 0 0 0,0-1 0 0 0,0 1 0 0 0,0 0 1 0 0,0 0-1 0 0,0 0 0 0 0,0 0 0 0 0,0 0 0 0 0,0 0 0 0 0,0-1 0 0 0,0 1 0 0 0,0 0 0 0 0,0 0 0 0 0,0 0 0 0 0,0 0 1 0 0,0 0-1 0 0,0 0 0 0 0,0-1 0 0 0,0 1 0 0 0,0 0 0 0 0,0 0 0 0 0,0 0 0 0 0,0 0 0 0 0,0 0 0 0 0,0 0 0 0 0,-1-1 1 0 0,1 1-1 0 0,0 0 0 0 0,0 0 0 0 0,0 0 0 0 0,0 0 0 0 0,0 0 0 0 0,0 0 0 0 0,0 0 0 0 0,0 0 0 0 0,0 0 0 0 0,-1 0 1 0 0,1-1-1 0 0,0 1 0 0 0,0 0 0 0 0,0 0 0 0 0,0 0 0 0 0,0 0 0 0 0,0 0 0 0 0,-1 0 0 0 0,1 0 0 0 0,0 0 0 0 0,0 0 1 0 0,0 0-1 0 0,0 0 0 0 0,0 0 0 0 0,0 0 0 0 0,-1 0 0 0 0,1 0 0 0 0,0 0 0 0 0,0 0 0 0 0,0 0 0 0 0,0 0 0 0 0,0 0 0 0 0,0 1 1 0 0,-1-1-1 0 0,1 0 0 0 0,-2 0 15 0 0,0 0 0 0 0,1 0 0 0 0,-1 0 0 0 0,0 0 0 0 0,0 0 1 0 0,0-1-1 0 0,0 1 0 0 0,0 0 0 0 0,0-1 0 0 0,1 1 0 0 0,-1-1 0 0 0,0 0 0 0 0,0 0 1 0 0,1 0-1 0 0,-1 0 0 0 0,1 0 0 0 0,-1 0 0 0 0,1 0 0 0 0,-1 0 0 0 0,1-1 0 0 0,0 1 1 0 0,-1 0-1 0 0,1-1 0 0 0,0 1 0 0 0,0-1 0 0 0,0 0 0 0 0,0 1 0 0 0,0-1 0 0 0,0 0 1 0 0,1 1-1 0 0,-1-1 0 0 0,1 0 0 0 0,-1 0 0 0 0,1 0 0 0 0,0 0 0 0 0,-1 0 0 0 0,1 1 1 0 0,0-4-1 0 0,-1-18 198 0 0,0 17-177 0 0,1-1 1 0 0,0 1 0 0 0,0-1 0 0 0,0 1-1 0 0,1 0 1 0 0,-1-1 0 0 0,2 1 0 0 0,2-10-1 0 0,14-12 95 0 0,-10-4-41 0 0,-3 21-49 0 0,0 1 0 0 0,0 0 0 0 0,1 0-1 0 0,0 1 1 0 0,1-1 0 0 0,8-9 0 0 0,8-10 66 0 0,-21 25-94 0 0,0 1 0 0 0,1-1 0 0 0,0 1-1 0 0,-1-1 1 0 0,1 1 0 0 0,1 0 0 0 0,-1 0 0 0 0,6-4 0 0 0,-8 6-13 0 0,6-3 21 0 0,0 0 0 0 0,-1-1 0 0 0,1 0 0 0 0,-1 0 0 0 0,8-9 0 0 0,-8 8-17 0 0,-1 1 0 0 0,1 0 0 0 0,0 0 0 0 0,0 0 1 0 0,0 1-1 0 0,0 0 0 0 0,1 0 0 0 0,0 0 0 0 0,0 1 0 0 0,9-3 0 0 0,21-12 8 0 0,-32 17-15 0 0,0 0 0 0 0,0 0 0 0 0,-1 0 0 0 0,1 0 0 0 0,0 1 0 0 0,0 0 0 0 0,6 0 0 0 0,15 3 14 0 0,-21-1-14 0 0,-1 0 0 0 0,0 0 0 0 0,0 0 0 0 0,0 1 0 0 0,0 0 0 0 0,0 0 0 0 0,-1 0 0 0 0,1 0 0 0 0,-1 1 0 0 0,0-1 0 0 0,0 1 0 0 0,0 0 0 0 0,0 0 0 0 0,-1 0 0 0 0,0 0 0 0 0,1 0 0 0 0,-2 1 0 0 0,1-1 0 0 0,2 7 1 0 0,0 2-15 0 0,-1 1 1 0 0,0-1-1 0 0,-1 1 1 0 0,0 0-1 0 0,-1 18 1 0 0,-1-24 4 0 0,-1 0 1 0 0,0 0 0 0 0,0 1-1 0 0,-1-2 1 0 0,0 1 0 0 0,-5 11-1 0 0,5-12 4 0 0,-1 0 0 0 0,1 0 0 0 0,1 0 0 0 0,-1 0 0 0 0,1 0 0 0 0,0 10 0 0 0,1-14 2 0 0,0-1 0 0 0,0 1-1 0 0,0 0 1 0 0,-1 0 0 0 0,1 0-1 0 0,-1 0 1 0 0,1 0 0 0 0,-1-1-1 0 0,0 1 1 0 0,0 0 0 0 0,0 0-1 0 0,0-1 1 0 0,-1 1 0 0 0,1-1-1 0 0,-1 1 1 0 0,1-1 0 0 0,-1 0-1 0 0,0 0 1 0 0,-4 4 0 0 0,4 0-57 0 0,10-7 32 0 0,-6 1 28 0 0,-1-1-1 0 0,0 1 1 0 0,-1-1 0 0 0,1 1 0 0 0,0-1-1 0 0,0 0 1 0 0,0 1 0 0 0,0-1 0 0 0,0 0 0 0 0,-1 0-1 0 0,1 0 1 0 0,0 0 0 0 0,-1 1 0 0 0,1-1-1 0 0,0 0 1 0 0,-1 0 0 0 0,1 0 0 0 0,-1 0-1 0 0,0 0 1 0 0,1 0 0 0 0,-1-1 0 0 0,0 1 0 0 0,1-1-1 0 0,-2-16 27 0 0,0 13-19 0 0,1 0-1 0 0,-1 0 1 0 0,1 0 0 0 0,1 0 0 0 0,-1 0 0 0 0,1 0-1 0 0,-1 0 1 0 0,2 0 0 0 0,1-7 0 0 0,15-20 46 0 0,-9-1-26 0 0,8 4 26 0 0,-13 22-47 0 0,-3 2-1 0 0,0 1 0 0 0,1 0 0 0 0,0 0 0 0 0,0 0-1 0 0,0 0 1 0 0,1 0 0 0 0,-1 1 0 0 0,1-1 0 0 0,0 1 0 0 0,0-1 0 0 0,0 1-1 0 0,0 0 1 0 0,1 0 0 0 0,-1 1 0 0 0,1-1 0 0 0,0 1 0 0 0,5-3-1 0 0,11-10-4 0 0,-19 13 0 0 0,1 1 0 0 0,0-1 0 0 0,0 0 0 0 0,0 1 0 0 0,0-1 0 0 0,1 1 0 0 0,-1 0 0 0 0,0 0 0 0 0,1 0 0 0 0,-1 0 0 0 0,0 0 0 0 0,1 0 0 0 0,-1 1 0 0 0,1-1 0 0 0,2 0 0 0 0,-3 1 0 0 0,26 2-3 0 0,-27-2 4 0 0,0 0-1 0 0,-1 0 1 0 0,1 0-1 0 0,0 1 1 0 0,0-1-1 0 0,0 0 1 0 0,-1 0 0 0 0,1 0-1 0 0,0 1 1 0 0,0-1-1 0 0,-1 0 1 0 0,1 1-1 0 0,0-1 1 0 0,-1 1-1 0 0,1-1 1 0 0,0 1 0 0 0,-1-1-1 0 0,1 1 1 0 0,0-1-1 0 0,-1 1 1 0 0,1 0-1 0 0,-1-1 1 0 0,1 1-1 0 0,-1 0 1 0 0,0-1 0 0 0,1 1-1 0 0,-1 0 1 0 0,0 0-1 0 0,1 1 1 0 0,-1 0 7 0 0,0 1 0 0 0,0-1 0 0 0,1 1 0 0 0,-1 0 0 0 0,1-1-1 0 0,0 1 1 0 0,-1-1 0 0 0,1 0 0 0 0,0 1 0 0 0,1-1 0 0 0,-1 0 0 0 0,2 4 0 0 0,8 17 36 0 0,-8-8-2 0 0,-1 0 0 0 0,-1 0 0 0 0,-1 0 0 0 0,-1 19 0 0 0,1 2 134 0 0,0-33-177 0 0,0-1 0 0 0,0 0 0 0 0,0 0 0 0 0,1 0 0 0 0,-1 0 0 0 0,1 0 0 0 0,-1 0 0 0 0,1 1 0 0 0,0-1 0 0 0,0-1-1 0 0,0 1 1 0 0,0 0 0 0 0,0 0 0 0 0,0 0 0 0 0,1 0 0 0 0,2 2 0 0 0,3 5-114 0 0,-2-2-100 0 0,-5-6 155 0 0,1 0 1 0 0,-1 0-1 0 0,1 0 0 0 0,-1 0 1 0 0,1 0-1 0 0,0 0 1 0 0,0 0-1 0 0,-1-1 1 0 0,1 1-1 0 0,0 0 1 0 0,0 0-1 0 0,0-1 1 0 0,0 1-1 0 0,0-1 0 0 0,0 1 1 0 0,0-1-1 0 0,0 1 1 0 0,0-1-1 0 0,0 0 1 0 0,0 1-1 0 0,0-1 1 0 0,0 0-1 0 0,0 0 0 0 0,0 0 1 0 0,1 0-1 0 0,-1 0 1 0 0,0 0-1 0 0,0 0 1 0 0,0 0-1 0 0,0 0 1 0 0,1-1-1 0 0,5 1-365 0 0,-1 0 1 0 0,0-1-1 0 0,0 0 0 0 0,0 0 1 0 0,8-2-1 0 0,-10 1-2 0 0,-1 0 0 0 0,1 0 0 0 0,-1 0 0 0 0,1 0 0 0 0,-1 0 0 0 0,0-1 0 0 0,4-3 0 0 0,-7 6 415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19.2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478 47 80 0 0,'4'-16'4409'0'0,"7"10"-2871"0"0,-13 4-1377 0 0,-7-2 414 0 0,5-1-80 0 0,-1 0-69 0 0,-38 0-159 0 0,1 1 0 0 0,-80 5 0 0 0,45 1 119 0 0,70-2-331 0 0,6-1-37 0 0,0 1-1 0 0,0 0 0 0 0,-1 0 0 0 0,1 0 1 0 0,0 0-1 0 0,0 0 0 0 0,-1 0 0 0 0,1 0 0 0 0,0 0 1 0 0,0 0-1 0 0,0 0 0 0 0,-1 1 0 0 0,1-1 1 0 0,0 0-1 0 0,0 1 0 0 0,0-1 0 0 0,0 1 0 0 0,0 0 1 0 0,-1 0-1 0 0,2 0 143 0 0,-1-1-150 0 0,1 1 0 0 0,0 0 0 0 0,0-1 0 0 0,0 1 0 0 0,0-1 0 0 0,0 1 0 0 0,0-1 0 0 0,0 1 0 0 0,1-1 0 0 0,-1 1 0 0 0,0-1 0 0 0,0 1 0 0 0,0-1 0 0 0,1 1 0 0 0,-1-1 0 0 0,0 1 0 0 0,0-1 0 0 0,1 1 0 0 0,-1-1 0 0 0,0 1 0 0 0,1-1 0 0 0,-1 0 0 0 0,1 1 0 0 0,9 4-8 0 0,0-1 1 0 0,0 0-1 0 0,0-1 0 0 0,0 0 1 0 0,1-1-1 0 0,19 2 0 0 0,35 9-5 0 0,-63-12 3 0 0,4 0-1 0 0,-1 1 0 0 0,0 0 0 0 0,1 0 0 0 0,-1 1 0 0 0,6 3 0 0 0,-10-5 2 0 0,0 0-1 0 0,0-1 1 0 0,0 1 0 0 0,-1-1 0 0 0,1 1 0 0 0,0 0-1 0 0,-1 0 1 0 0,1-1 0 0 0,0 1 0 0 0,-1 0 0 0 0,1 0 0 0 0,-1 0-1 0 0,0 0 1 0 0,1-1 0 0 0,-1 1 0 0 0,0 0 0 0 0,1 0-1 0 0,-1 0 1 0 0,0 0 0 0 0,0 0 0 0 0,0 0 0 0 0,0 0-1 0 0,0 0 1 0 0,0 0 0 0 0,0 0 0 0 0,0 0 0 0 0,0 0 0 0 0,0 0-1 0 0,0 0 1 0 0,-1 0 0 0 0,1 0 0 0 0,0 0 0 0 0,-1 0-1 0 0,1-1 1 0 0,-1 1 0 0 0,1 0 0 0 0,-1 0 0 0 0,1 0-1 0 0,-1-1 1 0 0,-1 2 0 0 0,-9 9 51 0 0,0-2 0 0 0,0 1 1 0 0,-25 14-1 0 0,12-8 19 0 0,12-8-66 0 0,0-1 0 0 0,0 0 0 0 0,-1-1-1 0 0,0 0 1 0 0,0-1 0 0 0,-1-1 0 0 0,1 0-1 0 0,-1-1 1 0 0,0 0 0 0 0,0-1 0 0 0,0 0-1 0 0,0-1 1 0 0,-27-2 0 0 0,38 1-43 0 0,-1-1 0 0 0,1 1 0 0 0,0-1 0 0 0,-1 0 0 0 0,1 0 0 0 0,0 0 0 0 0,0-1 0 0 0,0 1 1 0 0,0-1-1 0 0,0 0 0 0 0,0 1 0 0 0,-3-4 0 0 0,5 4-26 0 0,0 0 1 0 0,0 0 0 0 0,0 0-1 0 0,0 0 1 0 0,0-1 0 0 0,0 1-1 0 0,0 0 1 0 0,1-1-1 0 0,-1 1 1 0 0,1-1 0 0 0,-1 1-1 0 0,1-1 1 0 0,-1 1 0 0 0,1-1-1 0 0,0 1 1 0 0,0-1-1 0 0,0 1 1 0 0,0-1 0 0 0,0 1-1 0 0,0-1 1 0 0,0 1 0 0 0,0-1-1 0 0,0 1 1 0 0,1-1-1 0 0,-1 1 1 0 0,1-1 0 0 0,-1 1-1 0 0,1-1 1 0 0,0 1 0 0 0,-1-1-1 0 0,2-1 1 0 0,21-26-2352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19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13 1681 0 0,'-27'-5'2321'0'0,"0"-2"-640"0"0,1 7-561 0 0,-1 0 81 0 0,0 0-721 0 0,54 7-320 0 0,0-2-80 0 0,53 29 0 0 0,53 27-80 0 0,-26 2 0 0 0,-54-31 0 0 0,21-8-80 0 0,-47-2-240 0 0,26-17-400 0 0,-26 2-401 0 0,0-2-1920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20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1 281 960 0 0,'27'-17'4162'0'0,"-27"0"-2161"0"0,53 0-1440 0 0,-26-5-481 0 0,79-22-321 0 0,54-36-239 0 0,-53 24-1040 0 0,-54 29-3603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20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1 560 0 0,'-27'56'5043'0'0,"27"7"-2642"0"0,-26-7-2081 0 0,-1 5-400 0 0,0 7 320 0 0,27-12 0 0 0,27-17-240 0 0,0-10-80 0 0,26-12-400 0 0,-26-12-1041 0 0,-1-15-3441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20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52 880 0 0,'0'0'2802'0'0,"0"-5"-1042"0"0,0-2-639 0 0,27-3-241 0 0,-27 5-239 0 0,26-7-161 0 0,1 7-80 0 0,53-2-160 0 0,80 7 0 0 0,107 7-480 0 0,-113 10-1521 0 0,-74 5-3761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22.3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639 129 1681 0 0,'0'-1'77'0'0,"0"1"1"0"0,0-1-1 0 0,0 0 1 0 0,0 1 0 0 0,0-1-1 0 0,0 1 1 0 0,0-1-1 0 0,-1 0 1 0 0,1 1-1 0 0,0-1 1 0 0,-1 1 0 0 0,1-1-1 0 0,0 1 1 0 0,-1-1-1 0 0,1 1 1 0 0,0-1-1 0 0,-1 1 1 0 0,1-1 0 0 0,-1 1-1 0 0,1 0 1 0 0,-1-1-1 0 0,1 1 1 0 0,-1 0 0 0 0,1-1-1 0 0,-1 1 1 0 0,1 0-1 0 0,-1 0 1 0 0,0-1-1 0 0,1 1 1 0 0,-1 0 0 0 0,1 0-1 0 0,-1 0 1 0 0,0 0-1 0 0,1 0 1 0 0,-2 0-1 0 0,2 0 22 0 0,-1 0 1 0 0,1 0-1 0 0,-1 0 0 0 0,1 0 0 0 0,-1 0 0 0 0,1 0 0 0 0,0 0 0 0 0,-1 0 0 0 0,1 0 1 0 0,-1-1-1 0 0,1 1 0 0 0,-1 0 0 0 0,1 0 0 0 0,0 0 0 0 0,-1-1 0 0 0,1 1 0 0 0,0 0 1 0 0,-1 0-1 0 0,1-1 0 0 0,0 1 0 0 0,-1 0 0 0 0,1 0 0 0 0,0-1 0 0 0,-1 1 0 0 0,1-1 1 0 0,0 1-1 0 0,0 0 0 0 0,0-1 0 0 0,-1 1 0 0 0,1 0 0 0 0,0-1 0 0 0,0 1 0 0 0,0-1 1 0 0,-5 1 126 0 0,-12 0-66 0 0,14-1-103 0 0,1 1 0 0 0,0-1 0 0 0,0 1 0 0 0,0-1 0 0 0,0 0 0 0 0,0 0 0 0 0,0 0 0 0 0,0 0 0 0 0,0 0-1 0 0,0 0 1 0 0,0 0 0 0 0,1-1 0 0 0,-1 1 0 0 0,-1-2 0 0 0,-24-16-17 0 0,11 14 17 0 0,0-1 1 0 0,0 2-1 0 0,0 0 0 0 0,-1 1 1 0 0,0 1-1 0 0,-18-1 0 0 0,-10 3 176 0 0,-48 6 0 0 0,73-4-179 0 0,-1-1 16 0 0,0 2-1 0 0,1 0 0 0 0,-1 1 0 0 0,-32 11 0 0 0,44-12-32 0 0,0 0-1 0 0,0 1 1 0 0,1 0-1 0 0,-1 1 0 0 0,1 0 1 0 0,0 0-1 0 0,0 1 0 0 0,1 0 1 0 0,-1 0-1 0 0,-11 15 1 0 0,18-21-37 0 0,1 1 1 0 0,-1 0-1 0 0,1 0 1 0 0,0 0-1 0 0,-1 0 1 0 0,1 0-1 0 0,0 0 1 0 0,0 0-1 0 0,0 0 1 0 0,-1 0-1 0 0,1 0 1 0 0,0 0-1 0 0,0 0 1 0 0,0 0-1 0 0,1 0 1 0 0,-1 0-1 0 0,0 0 1 0 0,0 0-1 0 0,0 0 1 0 0,1 0-1 0 0,-1 0 1 0 0,0-1-1 0 0,1 1 1 0 0,-1 0-1 0 0,1 0 1 0 0,-1 0-1 0 0,1 0 1 0 0,0 0-1 0 0,24 21-14 0 0,-10-14 11 0 0,1 0 1 0 0,0 0 0 0 0,0-2 0 0 0,1 0-1 0 0,0-1 1 0 0,0 0 0 0 0,21 2-1 0 0,-2-3-39 0 0,-1-1-1 0 0,53-2 0 0 0,-74-2 6 0 0,0 0-1 0 0,1-1 1 0 0,23-6 0 0 0,-33 6 20 0 0,0 1 0 0 0,-1-1 0 0 0,1 1 0 0 0,-1-1 0 0 0,0-1 0 0 0,0 1 0 0 0,0-1 0 0 0,0 1 0 0 0,0-1 0 0 0,0 0 0 0 0,-1 0 0 0 0,1-1 0 0 0,3-4 0 0 0,9-10-4 0 0,-13 15 13 0 0,1 0 0 0 0,-1-1 0 0 0,0 1 0 0 0,-1-1 0 0 0,1 1 0 0 0,-1-1 0 0 0,1 0 0 0 0,2-8 0 0 0,4-35-72 0 0,-6 36 62 0 0,-1 8 16 0 0,-1 1-1 0 0,0-1 0 0 0,0 0 0 0 0,-1 0 0 0 0,1 1 0 0 0,0-1 0 0 0,-1 0 1 0 0,0 0-1 0 0,0 1 0 0 0,0-1 0 0 0,0 0 0 0 0,0 0 0 0 0,0 0 0 0 0,-1 0 1 0 0,1 1-1 0 0,-1-1 0 0 0,0 0 0 0 0,0 1 0 0 0,0-1 0 0 0,0 0 0 0 0,-3-3 1 0 0,1-8 2 0 0,3 14 0 0 0,0-1 0 0 0,0 1 0 0 0,0-1 0 0 0,0 1 0 0 0,0-1 0 0 0,0 1 0 0 0,0-1 0 0 0,0 1 0 0 0,0-1 0 0 0,0 1 0 0 0,-1 0 0 0 0,1-1 0 0 0,0 1 0 0 0,0-1 0 0 0,0 1 0 0 0,-1-1 0 0 0,1 1 0 0 0,0 0 0 0 0,0-1 0 0 0,-1 1 0 0 0,1 0 0 0 0,0-1 0 0 0,-1 1 0 0 0,1 0 0 0 0,-1-1 0 0 0,1 1 0 0 0,-1 0 0 0 0,-21 0 13 0 0,19 0-10 0 0,1 0 0 0 0,-1 1 0 0 0,1 0 0 0 0,-1-1-1 0 0,1 1 1 0 0,-1 0 0 0 0,1 0 0 0 0,0 0 0 0 0,-1 1 0 0 0,1-1 0 0 0,0 1 0 0 0,0-1 0 0 0,0 1 0 0 0,0 0-1 0 0,0-1 1 0 0,0 1 0 0 0,1 0 0 0 0,-1 0 0 0 0,1 1 0 0 0,-1-1 0 0 0,1 0 0 0 0,-2 3 0 0 0,-9 31-3 0 0,10-29 0 0 0,0 1 0 0 0,0-1 0 0 0,-1 0 0 0 0,-7 13 0 0 0,6-14 6 0 0,1 0 0 0 0,-1 0 0 0 0,1 0 1 0 0,1 1-1 0 0,-1 0 0 0 0,1-1 0 0 0,0 1 0 0 0,1 0 1 0 0,-1 0-1 0 0,1 0 0 0 0,1 0 0 0 0,-1 0 1 0 0,1 0-1 0 0,1 10 0 0 0,-1-4 38 0 0,-2-1 1 0 0,0 1-1 0 0,0 0 0 0 0,-5 14 1 0 0,-2 6 26 0 0,3-2-20 0 0,4-18-40 0 0,-1 0 0 0 0,0 0 1 0 0,0 0-1 0 0,-11 21 0 0 0,9-23-47 0 0,1 0 0 0 0,0 0 0 0 0,0 0 0 0 0,1 1 0 0 0,1-1 0 0 0,0 1 0 0 0,0 0 0 0 0,1-1 0 0 0,1 21 0 0 0,2-30-336 0 0,5-2-230 0 0,38-8-1786 0 0,8-7-2227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23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56 1921 0 0,'0'-4'3736'0'0,"0"-15"-2537"0"0,0 19-1174 0 0,0-1-1 0 0,0 0 0 0 0,0 0 0 0 0,0 0 1 0 0,1 0-1 0 0,-1 1 0 0 0,0-1 0 0 0,0 0 0 0 0,0 0 1 0 0,1 0-1 0 0,-1 0 0 0 0,0 1 0 0 0,1-1 1 0 0,-1 0-1 0 0,1 1 0 0 0,-1-1 0 0 0,1 0 0 0 0,-1 0 1 0 0,1 1-1 0 0,0-1 0 0 0,-1 1 0 0 0,1-1 0 0 0,0 1 1 0 0,-1-1-1 0 0,1 1 0 0 0,0-1 0 0 0,0 1 1 0 0,-1 0-1 0 0,1-1 0 0 0,0 1 0 0 0,0 0 0 0 0,1-1 1 0 0,4-1-11 0 0,-7 2-11 0 0,1 0-1 0 0,0 0 1 0 0,0 0-1 0 0,0 0 1 0 0,-1 0-1 0 0,1 0 1 0 0,0 0-1 0 0,0 0 1 0 0,0 0-1 0 0,-1 0 1 0 0,1-1-1 0 0,0 1 1 0 0,0 0-1 0 0,0 0 1 0 0,0 0-1 0 0,-1 0 1 0 0,1 0-1 0 0,0 0 1 0 0,0-1-1 0 0,0 1 1 0 0,0 0-1 0 0,0 0 1 0 0,0 0-1 0 0,-1-1 1 0 0,1 1 0 0 0,0 0-1 0 0,0 0 1 0 0,0 0-1 0 0,0-1 1 0 0,0 1-1 0 0,0 0 1 0 0,0 0-1 0 0,0 0 1 0 0,0-1-1 0 0,0 1 1 0 0,0 0-1 0 0,0 0 1 0 0,0 0-1 0 0,0-1 1 0 0,0 1-1 0 0,0 0 1 0 0,0 0-1 0 0,0 0 1 0 0,0-1-1 0 0,1 1 1 0 0,-1 0-1 0 0,0 0 1 0 0,0 0-1 0 0,0 0 1 0 0,0-1-1 0 0,0 1 1 0 0,0 0-1 0 0,1 0 1 0 0,-1 0-1 0 0,0 0 1 0 0,0-1-1 0 0,0 1 1 0 0,0 0-1 0 0,1 0 1 0 0,-1 0-1 0 0,0 0 1 0 0,0 0 0 0 0,0 0-1 0 0,1 0 1 0 0,-1 0-1 0 0,0 0 1 0 0,0 0-1 0 0,1 0 1 0 0,-2 0 0 0 0,0 0 1 0 0,0 0 0 0 0,0 0 0 0 0,0 0 0 0 0,0 1 0 0 0,0-1 0 0 0,0 0 0 0 0,1 1 0 0 0,-1-1 0 0 0,0 0 0 0 0,0 1-1 0 0,0-1 1 0 0,1 1 0 0 0,-1-1 0 0 0,0 1 0 0 0,1 0 0 0 0,-1-1 0 0 0,0 1 0 0 0,1 0 0 0 0,-1-1 0 0 0,1 1-1 0 0,-1 0 1 0 0,1 0 0 0 0,-1 0 0 0 0,1-1 0 0 0,0 1 0 0 0,-1 2 0 0 0,-11 18 73 0 0,-29 27 98 0 0,27-33-136 0 0,1-1 1 0 0,-12 19 0 0 0,14-14-14 0 0,1 1 1 0 0,-14 40-1 0 0,11-27-25 0 0,7-15-7 0 0,-1-1 1 0 0,2 1-1 0 0,-5 31 0 0 0,9-43-12 0 0,0 0 0 0 0,1 0 0 0 0,0 0 0 0 0,1 0 0 0 0,-1 0 0 0 0,1 0-1 0 0,2 7 1 0 0,-3-11-9 0 0,1 1 0 0 0,0-1 0 0 0,0 1 0 0 0,1-1 0 0 0,-1 1 0 0 0,0-1 0 0 0,1 0 0 0 0,0 1 0 0 0,-1-1 0 0 0,1 0 0 0 0,0 0 0 0 0,0 0 0 0 0,0-1 0 0 0,0 1 0 0 0,0 0 0 0 0,4 1 0 0 0,34 12-894 0 0,-40-15 869 0 0,0 1 0 0 0,1-1-1 0 0,-1 0 1 0 0,1 0-1 0 0,-1 0 1 0 0,0 0-1 0 0,1 0 1 0 0,-1 0-1 0 0,0 0 1 0 0,1 0-1 0 0,-1 0 1 0 0,0 0-1 0 0,1 0 1 0 0,-1 0-1 0 0,1 0 1 0 0,-1 0-1 0 0,0 0 1 0 0,1 0-1 0 0,-1 0 1 0 0,0 0-1 0 0,1 0 1 0 0,-1-1-1 0 0,0 1 1 0 0,1 0-1 0 0,-1 0 1 0 0,0 0-1 0 0,1-1 1 0 0,-1 1-1 0 0,0 0 1 0 0,0 0-1 0 0,1-1 1 0 0,-1 1 0 0 0,0 0-1 0 0,0-1 1 0 0,1 1-1 0 0,0-2-312 0 0,21-23-4157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23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308 11 4562 0 0,'0'-1'110'0'0,"0"1"-1"0"0,1-1 1 0 0,-1 0-1 0 0,1 1 0 0 0,-1-1 1 0 0,1 0-1 0 0,-1 1 1 0 0,1-1-1 0 0,-1 1 1 0 0,1-1-1 0 0,0 1 1 0 0,-1-1-1 0 0,1 1 1 0 0,-1-1-1 0 0,1 1 1 0 0,0 0-1 0 0,0-1 1 0 0,-1 1-1 0 0,1 0 1 0 0,0 0-1 0 0,0 0 0 0 0,-1-1 1 0 0,1 1-1 0 0,0 0 1 0 0,0 0-1 0 0,0 0 1 0 0,-1 0-1 0 0,1 0 1 0 0,0 0-1 0 0,0 1 1 0 0,1-1-1 0 0,40 4-762 0 0,-23-2 844 0 0,-11-2-199 0 0,-1 1 0 0 0,0-1-1 0 0,0 2 1 0 0,0-1 0 0 0,0 1-1 0 0,0 0 1 0 0,10 5 0 0 0,-17-7 15 0 0,1 1 0 0 0,-1-1 0 0 0,1 0 0 0 0,-1 1 0 0 0,0-1 0 0 0,1 1 0 0 0,-1-1 1 0 0,0 1-1 0 0,1 0 0 0 0,-1-1 0 0 0,0 1 0 0 0,0-1 0 0 0,0 1 0 0 0,1-1 0 0 0,-1 1 0 0 0,0 0 0 0 0,0-1 1 0 0,0 1-1 0 0,0-1 0 0 0,0 1 0 0 0,0 0 0 0 0,0-1 0 0 0,0 1 0 0 0,0 0 0 0 0,-1-1 0 0 0,1 1 0 0 0,0-1 0 0 0,0 1 1 0 0,0-1-1 0 0,-1 1 0 0 0,1 0 0 0 0,0-1 0 0 0,-1 1 0 0 0,1-1 0 0 0,0 1 0 0 0,-1-1 0 0 0,1 0 0 0 0,-1 1 1 0 0,1-1-1 0 0,-1 1 0 0 0,1-1 0 0 0,-1 0 0 0 0,1 1 0 0 0,-1-1 0 0 0,1 0 0 0 0,-2 1 0 0 0,-7 4 62 0 0,-1 1-1 0 0,0-1 1 0 0,-1-1 0 0 0,1 0-1 0 0,-1-1 1 0 0,0 0 0 0 0,1 0-1 0 0,-14 1 1 0 0,-95 7 154 0 0,119-11-223 0 0,-2 0 2 0 0,-27 2 17 0 0,-1-1 1 0 0,1-2-1 0 0,-41-5 1 0 0,53 3-8 0 0,11 3-72 0 0,-1-1 0 0 0,0 0 0 0 0,0-1 0 0 0,-10-3 0 0 0,17 5 48 0 0,0 0-1 0 0,-1-1 1 0 0,1 1-1 0 0,-1 0 1 0 0,1 0-1 0 0,0 0 1 0 0,-1-1-1 0 0,1 1 1 0 0,0 0-1 0 0,0 0 1 0 0,-1-1-1 0 0,1 1 1 0 0,0 0-1 0 0,-1-1 1 0 0,1 1-1 0 0,0 0 1 0 0,0-1-1 0 0,0 1 1 0 0,-1 0-1 0 0,1-1 1 0 0,0 1-1 0 0,0-1 1 0 0,0 1-1 0 0,0 0 1 0 0,0-1-1 0 0,0 1 1 0 0,0-1-1 0 0,0 1 1 0 0,0-1-1 0 0,0 0-26 0 0,1 0 0 0 0,-1 0-1 0 0,1-1 1 0 0,0 1-1 0 0,0 0 1 0 0,-1 0 0 0 0,1 0-1 0 0,0 0 1 0 0,0 0-1 0 0,0 0 1 0 0,0 0 0 0 0,0 1-1 0 0,2-2 1 0 0,51-33-3056 0 0,-28 18 534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24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36 4562 0 0,'-133'-10'4602'0'0,"128"10"-4581"0"0,5 0-20 0 0,-1 0 0 0 0,0 1 1 0 0,0-1-1 0 0,0 0 0 0 0,0 0 1 0 0,0 0-1 0 0,0 0 0 0 0,0 0 1 0 0,0 0-1 0 0,1 0 0 0 0,-1 0 1 0 0,0-1-1 0 0,0 1 0 0 0,0 0 0 0 0,0 0 1 0 0,0-1-1 0 0,1 1 0 0 0,-1 0 1 0 0,0-1-1 0 0,0 1 0 0 0,0-1 1 0 0,1 1-1 0 0,-1-1 0 0 0,-1-1 1 0 0,2 1 64 0 0,4 0 28 0 0,16-4 86 0 0,-12 2-95 0 0,0 1 1 0 0,0 0-1 0 0,0 1 1 0 0,0-1 0 0 0,12 1-1 0 0,18 1-7 0 0,2-1-784 0 0,1 2 0 0 0,75 11-1 0 0,-113-12 466 0 0,-2 0 114 0 0,0 0 0 0 0,-1 0 0 0 0,1 0-1 0 0,0 0 1 0 0,0 0 0 0 0,-1 1 0 0 0,1-1-1 0 0,0 0 1 0 0,-1 0 0 0 0,1 0 0 0 0,0 1 0 0 0,-1-1-1 0 0,1 0 1 0 0,0 1 0 0 0,-1-1 0 0 0,1 0-1 0 0,0 1 1 0 0,-1-1 0 0 0,1 1 0 0 0,-1-1-1 0 0,1 1 1 0 0,-1-1 0 0 0,1 1 0 0 0,-1 0-1 0 0,1-1 1 0 0,-1 1 0 0 0,0 0 0 0 0,1-1-1 0 0,-1 1 1 0 0,0 0 0 0 0,1-1 0 0 0,-1 1-1 0 0,0 0 1 0 0,0-1 0 0 0,0 1 0 0 0,0 1-1 0 0,0 10-2553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24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71 113 480 0 0,'0'-1'180'0'0,"-1"1"-1"0"0,1-1 0 0 0,-1 1 1 0 0,0-1-1 0 0,1 1 0 0 0,-1-1 1 0 0,0 1-1 0 0,0 0 0 0 0,1-1 1 0 0,-1 1-1 0 0,0 0 0 0 0,0-1 1 0 0,1 1-1 0 0,-1 0 0 0 0,0 0 1 0 0,0 0-1 0 0,0 0 0 0 0,1 0 1 0 0,-1 0-1 0 0,0 0 0 0 0,-1 0 1 0 0,-25 1 2491 0 0,22-1-2351 0 0,-17 0 430 0 0,36 2-239 0 0,48 1 175 0 0,20-7-802 0 0,0-3-1 0 0,0-4 0 0 0,111-30 0 0 0,-161 32-2478 0 0,37-17 0 0 0,-63 24 2236 0 0,25-10-2589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29.8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1 800 0 0,'26'10'7284'0'0,"-26"-15"-7604"0"0,27 5 79 0 0,0 0 402 0 0,-1 5-81 0 0,28 2 80 0 0,-1-7-160 0 0,-26 5 80 0 0,26 0 0 0 0,-32-5-160 0 0,33 0-160 0 0,-28 5-401 0 0,1-5-1280 0 0,0 12-880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30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1040 0 0,'0'5'5283'0'0,"0"2"-3682"0"0,0-2-1441 0 0,26 0-80 0 0,28 7 80 0 0,26 10-80 0 0,21 7-400 0 0,32-2-2161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25.5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585 81 960 0 0,'1'-1'267'0'0,"0"-1"-1"0"0,0 1 1 0 0,1 0 0 0 0,-1 0-1 0 0,0 0 1 0 0,0 1-1 0 0,1-1 1 0 0,-1 0-1 0 0,1 0 1 0 0,-1 1-1 0 0,1-1 1 0 0,-1 1-1 0 0,1-1 1 0 0,-1 1-1 0 0,1 0 1 0 0,2-1-1 0 0,38-8 2260 0 0,-31 7-2419 0 0,-2 0-6 0 0,0 0 0 0 0,-1-1 0 0 0,1 0 0 0 0,10-6 1 0 0,-2 1-8 0 0,10-4 79 0 0,-27 12-161 0 0,-1 0 0 0 0,1 0 0 0 0,0 0-1 0 0,0 0 1 0 0,-1 0 0 0 0,1 0 0 0 0,0 0-1 0 0,0 0 1 0 0,-1 0 0 0 0,1 0 0 0 0,0 0-1 0 0,0 0 1 0 0,-1-1 0 0 0,1 1 0 0 0,0 0-1 0 0,0 0 1 0 0,0 0 0 0 0,-1 0 0 0 0,1 0-1 0 0,0 0 1 0 0,0-1 0 0 0,0 1-1 0 0,0 0 1 0 0,-1 0 0 0 0,1 0 0 0 0,0-1-1 0 0,0 1 1 0 0,0 0 0 0 0,0 0 0 0 0,0 0-1 0 0,0-1 1 0 0,0 1 0 0 0,-1 0 0 0 0,1 0-1 0 0,0-1 1 0 0,0 1 0 0 0,0 0 0 0 0,0 0-1 0 0,0-1 1 0 0,0 1 0 0 0,0 0 0 0 0,0 0-1 0 0,0-1 1 0 0,0 1 0 0 0,0 0 0 0 0,1 0-1 0 0,-1 0 1 0 0,0-1 0 0 0,0 1 0 0 0,0 0-1 0 0,0 0 1 0 0,0-1 0 0 0,0 1 0 0 0,0 0-1 0 0,1 0 1 0 0,-1 0 0 0 0,0 0-1 0 0,0-1 1 0 0,0 1 0 0 0,0 0 0 0 0,1 0-1 0 0,-1 0 1 0 0,0 0 0 0 0,0 0 0 0 0,1-1-1 0 0,-1 1 1 0 0,0 0 0 0 0,1 0 0 0 0,-26-6 525 0 0,-2 7-375 0 0,0 1 0 0 0,-1 1 1 0 0,1 1-1 0 0,1 2 0 0 0,-47 15 0 0 0,-158 71-1 0 0,137-43-147 0 0,81-42-15 0 0,-71 56 134 0 0,72-56-133 0 0,0 1 0 0 0,0 0 0 0 0,1 1 0 0 0,0 0 0 0 0,1 1 0 0 0,0 0 0 0 0,-10 13 0 0 0,19-20-2 0 0,0 0-1 0 0,0-1 0 0 0,0 1 0 0 0,1 0 0 0 0,-1 0 1 0 0,1-1-1 0 0,-1 1 0 0 0,1 0 0 0 0,0 0 1 0 0,0 0-1 0 0,0 0 0 0 0,0 0 0 0 0,1-1 1 0 0,-1 1-1 0 0,1 0 0 0 0,0 0 0 0 0,0-1 1 0 0,0 1-1 0 0,0 0 0 0 0,0-1 0 0 0,1 1 1 0 0,-1-1-1 0 0,1 1 0 0 0,-1-1 0 0 0,1 0 1 0 0,0 0-1 0 0,0 0 0 0 0,4 4 0 0 0,4 1-5 0 0,0-1-1 0 0,0 0 1 0 0,1-1-1 0 0,0 0 1 0 0,0 0-1 0 0,0-1 1 0 0,14 3-1 0 0,84 15-47 0 0,-83-17 34 0 0,-5-1 5 0 0,0-2 1 0 0,0 0 0 0 0,0-1 0 0 0,37-3-1 0 0,-45 0 14 0 0,0 0 1 0 0,0-1-1 0 0,0-1 0 0 0,0 0 0 0 0,-1 0 0 0 0,0-1 0 0 0,0-1 1 0 0,17-10-1 0 0,-27 15 1 0 0,0-1 0 0 0,-1 1 0 0 0,1-1 0 0 0,0 1 0 0 0,0-1 0 0 0,-1 1 1 0 0,1-1-1 0 0,-1 0 0 0 0,1 0 0 0 0,-1 0 0 0 0,0 0 0 0 0,0 0 0 0 0,0 0 0 0 0,0 0 1 0 0,0 0-1 0 0,0-1 0 0 0,0 1 0 0 0,-1 0 0 0 0,1 0 0 0 0,-1-1 0 0 0,0 1 0 0 0,0-4 0 0 0,0 3 1 0 0,-1 0 0 0 0,1 0 0 0 0,-1-1 0 0 0,0 1 0 0 0,0 0-1 0 0,0 1 1 0 0,-1-1 0 0 0,1 0 0 0 0,-1 0 0 0 0,1 0 0 0 0,-1 1-1 0 0,0-1 1 0 0,0 1 0 0 0,0 0 0 0 0,-1-1 0 0 0,1 1 0 0 0,0 0-1 0 0,-1 0 1 0 0,-3-2 0 0 0,-8-4 1 0 0,0 0-1 0 0,0 1 1 0 0,-1 1-1 0 0,0 0 1 0 0,0 1 0 0 0,-1 0-1 0 0,-28-4 1 0 0,2 4 8 0 0,-76-1 0 0 0,76 8 27 0 0,-58 11-1 0 0,60-7-49 0 0,36-5-355 0 0,10 2 201 0 0,14 1-146 0 0,33 3-1926 0 0,76 0 0 0 0,5-6-2655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26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68 4002 0 0,'-106'-62'4962'0'0,"105"62"-4960"0"0,1-1-1 0 0,0 1 0 0 0,-1-1 1 0 0,1 1-1 0 0,0 0 1 0 0,-1-1-1 0 0,1 1 0 0 0,-1 0 1 0 0,1-1-1 0 0,0 1 1 0 0,-1 0-1 0 0,1 0 0 0 0,-1 0 1 0 0,1-1-1 0 0,-1 1 1 0 0,1 0-1 0 0,-1 0 0 0 0,1 0 1 0 0,-1 0-1 0 0,1 0 1 0 0,-1 0-1 0 0,1 0 0 0 0,-1 0 1 0 0,0 0-1 0 0,1 0 1 0 0,-1 0-1 0 0,1 0 0 0 0,-1 0 1 0 0,1 0-1 0 0,-1 0 1 0 0,1 1-1 0 0,-1-1 0 0 0,1 0 1 0 0,-1 0-1 0 0,1 1 1 0 0,0-1-1 0 0,-1 0 0 0 0,1 1 1 0 0,-1-1-1 0 0,1 0 1 0 0,0 1-1 0 0,-1-1 0 0 0,1 1 1 0 0,0-1-1 0 0,-1 0 1 0 0,1 1-1 0 0,0-1 1 0 0,0 1-1 0 0,-1-1 0 0 0,1 1 1 0 0,0-1-1 0 0,0 1 1 0 0,0-1-1 0 0,0 1 0 0 0,0-1 1 0 0,0 2-1 0 0,8 3 79 0 0,9 0-44 0 0,-1-1 38 0 0,-1 1 1 0 0,0 1-1 0 0,24 12 1 0 0,44 28 153 0 0,92 57 171 0 0,-158-93-384 0 0,1-1 0 0 0,26 9 0 0 0,-21-9-7 0 0,-15-5-13 0 0,-2-1-114 0 0,1 0 0 0 0,0 0 1 0 0,0 0-1 0 0,0-1 1 0 0,1 0-1 0 0,-1 0 0 0 0,0-1 1 0 0,1 0-1 0 0,-1-1 0 0 0,1 1 1 0 0,-1-1-1 0 0,14-2 1 0 0,19-3-1763 0 0,-39 5 1796 0 0,-1 0 1 0 0,0 0-1 0 0,1 0 0 0 0,-1-1 1 0 0,1 1-1 0 0,-1 0 0 0 0,0 0 1 0 0,1 0-1 0 0,-1 0 1 0 0,1 0-1 0 0,-1-1 0 0 0,0 1 1 0 0,1 0-1 0 0,-1 0 1 0 0,0-1-1 0 0,0 1 0 0 0,1 0 1 0 0,-1 0-1 0 0,0-1 1 0 0,0 1-1 0 0,1 0 0 0 0,-1-1 1 0 0,0 1-1 0 0,0-1 0 0 0,0 1 1 0 0,1 0-1 0 0,-1-1 1 0 0,0 1-1 0 0,0 0 0 0 0,0-1 1 0 0,0 1-1 0 0,0-1 1 0 0,0 1-1 0 0,0-1 0 0 0,0-5-2863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26.5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1 339 5282 0 0,'0'-12'2962'0'0,"0"2"-2242"0"0,26-7-800 0 0,28-5 0 0 0,47-24-80 0 0,59-44 80 0 0,-27 22 160 0 0,-26 24-160 0 0,-27 27-400 0 0,-53 5-2402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27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77 2481 0 0,'-5'2'945'0'0,"-1"0"1"0"0,0 0-1 0 0,0 0 0 0 0,0-1 0 0 0,0 0 0 0 0,-8 1 0 0 0,15-2-952 0 0,-1 0 0 0 0,0 0 0 0 0,1 0-1 0 0,-1 1 1 0 0,0-1 0 0 0,1 0 0 0 0,-1 0-1 0 0,0 0 1 0 0,1 0 0 0 0,-1 0-1 0 0,0 0 1 0 0,1 0 0 0 0,-1 0 0 0 0,0 0-1 0 0,1 0 1 0 0,-1 0 0 0 0,0 0 0 0 0,1 0-1 0 0,-1 0 1 0 0,0-1 0 0 0,1 1-1 0 0,-1 0 1 0 0,0 0 0 0 0,1 0 0 0 0,-1 0-1 0 0,0-1 1 0 0,1 1 0 0 0,-1 0-1 0 0,0 0 1 0 0,0-1 0 0 0,1 1 0 0 0,-1 0-1 0 0,0 0 1 0 0,0-1 0 0 0,0 1 0 0 0,1 0-1 0 0,-1-1 1 0 0,-12-7-10 0 0,11 7 21 0 0,1-1 0 0 0,-1 1 0 0 0,0 0 0 0 0,1-1-1 0 0,-1 0 1 0 0,1 1 0 0 0,-1-1 0 0 0,1 1 0 0 0,0-1 0 0 0,0 1 0 0 0,0-1 0 0 0,0 0 0 0 0,0 1 0 0 0,0-1-1 0 0,0 1 1 0 0,0-1 0 0 0,0 0 0 0 0,1 1 0 0 0,-1-1 0 0 0,1 1 0 0 0,-1-1 0 0 0,1 1 0 0 0,1-3-1 0 0,2 2 16 0 0,-3 1-16 0 0,0 1 0 0 0,0 0 0 0 0,0-1-1 0 0,0 1 1 0 0,0-1 0 0 0,0 0 0 0 0,0 1 0 0 0,0-1 0 0 0,0 0-1 0 0,0 1 1 0 0,0-1 0 0 0,0 0 0 0 0,0 0 0 0 0,-1 0-1 0 0,1 0 1 0 0,0 0 0 0 0,-1 0 0 0 0,1 0 0 0 0,-1 0-1 0 0,1 0 1 0 0,-1 0 0 0 0,1 0 0 0 0,-1 0 0 0 0,0-1 0 0 0,1 1-1 0 0,-1 0 1 0 0,0 0 0 0 0,0 0 0 0 0,0 0 0 0 0,0-1-1 0 0,0 1 1 0 0,0 0 0 0 0,0 0 0 0 0,-1 0 0 0 0,0-2-1 0 0,-25 35-68 0 0,-45 78-14 0 0,64-103 82 0 0,1 0 0 0 0,1 1-1 0 0,0 0 1 0 0,0 0 0 0 0,0 0 0 0 0,1 1 0 0 0,0-1 0 0 0,1 1 0 0 0,0 0 0 0 0,0 0 0 0 0,1 1 0 0 0,0-1-1 0 0,-1 17 1 0 0,3-21 4 0 0,-1 0-1 0 0,1-1 0 0 0,-1 1 0 0 0,1-1 1 0 0,-2 1-1 0 0,1-1 0 0 0,0 1 0 0 0,-1-1 0 0 0,0 0 1 0 0,0 1-1 0 0,0-1 0 0 0,-5 6 0 0 0,6-7-6 0 0,0-2-2 0 0,1-1 0 0 0,0 1 0 0 0,-1-1 0 0 0,1 1 0 0 0,0-1 1 0 0,-1 1-1 0 0,1-1 0 0 0,0 1 0 0 0,0-1 0 0 0,0 1 0 0 0,0 0 0 0 0,0-1 0 0 0,0 1 0 0 0,-1-1 0 0 0,1 1 0 0 0,1 0 0 0 0,-1-1 0 0 0,0 1 1 0 0,0-1-1 0 0,0 1 0 0 0,0 0 0 0 0,0-1 0 0 0,0 1 0 0 0,1-1 0 0 0,-1 1 0 0 0,0-1 0 0 0,0 1 0 0 0,1-1 0 0 0,-1 1 0 0 0,0-1 0 0 0,1 1 1 0 0,-1-1-1 0 0,1 1 0 0 0,23 9-213 0 0,17-5-665 0 0,-41-5 837 0 0,0 0-5 0 0,1 0 1 0 0,-1 1 0 0 0,0-1 0 0 0,0 0 0 0 0,1 0-1 0 0,-1 0 1 0 0,0 0 0 0 0,0 0 0 0 0,0 0-1 0 0,1 0 1 0 0,-1 0 0 0 0,0 0 0 0 0,0 0 0 0 0,1 0-1 0 0,-1 0 1 0 0,0 0 0 0 0,0 0 0 0 0,1 0 0 0 0,-1 0-1 0 0,0 0 1 0 0,0 0 0 0 0,1 0 0 0 0,-1 0 0 0 0,0 0-1 0 0,0 0 1 0 0,1-1 0 0 0,-1 1 0 0 0,0 0 0 0 0,0 0-1 0 0,0 0 1 0 0,1 0 0 0 0,-1-1 0 0 0,0 1 0 0 0,0 0-1 0 0,0 0 1 0 0,0 0 0 0 0,0-1 0 0 0,1 1 0 0 0,-1 0-1 0 0,0 0 1 0 0,0 0 0 0 0,0-1 0 0 0,0 1 0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27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340 112 960 0 0,'0'0'154'0'0,"0"-1"0"0"0,-1 1 0 0 0,1-1-1 0 0,0 1 1 0 0,0-1 0 0 0,0 1 0 0 0,0-1-1 0 0,-1 1 1 0 0,1 0 0 0 0,0-1 0 0 0,0 1-1 0 0,-1-1 1 0 0,1 1 0 0 0,0 0 0 0 0,-1-1-1 0 0,1 1 1 0 0,0 0 0 0 0,-1 0 0 0 0,1-1-1 0 0,-1 1 1 0 0,1 0 0 0 0,0 0 0 0 0,-1-1-1 0 0,1 1 1 0 0,-1 0 0 0 0,1 0-1 0 0,-1 0 1 0 0,1 0 0 0 0,-1 0 0 0 0,-23-2 1176 0 0,-22 8-643 0 0,-7 5-238 0 0,1 3 0 0 0,-51 21 0 0 0,95-32-413 0 0,-26 14 73 0 0,34-17-105 0 0,-1 1-1 0 0,0-1 1 0 0,1 1-1 0 0,-1-1 1 0 0,0 1-1 0 0,1-1 1 0 0,-1 1-1 0 0,0 0 0 0 0,1-1 1 0 0,-1 1-1 0 0,1 0 1 0 0,-1 0-1 0 0,1-1 1 0 0,0 1-1 0 0,-1 0 1 0 0,1 0-1 0 0,0 0 1 0 0,0 0-1 0 0,-1-1 1 0 0,1 1-1 0 0,0 0 1 0 0,0 0-1 0 0,0 0 1 0 0,0 0-1 0 0,0 0 1 0 0,0 0-1 0 0,0-1 1 0 0,0 1-1 0 0,1 0 1 0 0,-1 0-1 0 0,0 0 1 0 0,0 0-1 0 0,1 0 1 0 0,0 1-1 0 0,6 9 3 0 0,0 0 1 0 0,1-1-1 0 0,1 0 0 0 0,0 0 0 0 0,0-1 1 0 0,0 0-1 0 0,2 0 0 0 0,-1-1 0 0 0,1 0 0 0 0,0-1 1 0 0,0-1-1 0 0,21 10 0 0 0,-19-11-7 0 0,0 1 0 0 0,0-2 0 0 0,0 0-1 0 0,1-1 1 0 0,-1 0 0 0 0,1-1 0 0 0,0 0 0 0 0,0-1-1 0 0,0-1 1 0 0,-1 0 0 0 0,27-5 0 0 0,-36 5 7 0 0,-1-1 0 0 0,0 0 0 0 0,0-1 0 0 0,0 1 0 0 0,0-1 0 0 0,0 1 0 0 0,0-1 0 0 0,-1 0 0 0 0,1 0 0 0 0,-1 0 0 0 0,1 0 0 0 0,-1 0 0 0 0,1-1 0 0 0,-1 1 1 0 0,2-5-1 0 0,8-6-10 0 0,-9 10 4 0 0,0-1 0 0 0,-1 1 0 0 0,1-1 0 0 0,-1 0 0 0 0,0 0 0 0 0,0 1 0 0 0,0-1 0 0 0,0-1 0 0 0,-1 1 0 0 0,0 0 0 0 0,1 0 0 0 0,-2 0 0 0 0,2-9 0 0 0,-2 0 3 0 0,0 1 0 0 0,-1 0 0 0 0,-2-16 0 0 0,2 25-1 0 0,-1-9 7 0 0,0 0 1 0 0,-1 0 0 0 0,0 0-1 0 0,-1 0 1 0 0,-1 1 0 0 0,1-1-1 0 0,-2 1 1 0 0,0 0 0 0 0,-14-19-1 0 0,17 26-9 0 0,-1 0-1 0 0,1-1 0 0 0,-1 1 0 0 0,0 1 1 0 0,-1-1-1 0 0,1 1 0 0 0,-1-1 0 0 0,1 1 1 0 0,-1 1-1 0 0,0-1 0 0 0,0 1 1 0 0,-1-1-1 0 0,1 1 0 0 0,0 1 0 0 0,-1-1 1 0 0,1 1-1 0 0,-1 0 0 0 0,1 0 1 0 0,-1 1-1 0 0,1 0 0 0 0,-1 0 0 0 0,-10 1 1 0 0,14-1-17 0 0,0 0 1 0 0,1 1-1 0 0,-1-1 1 0 0,1 1-1 0 0,-1-1 1 0 0,1 1 0 0 0,-1 0-1 0 0,1-1 1 0 0,-1 1-1 0 0,1 0 1 0 0,0 0-1 0 0,-1 0 1 0 0,1 0-1 0 0,0 0 1 0 0,0 0 0 0 0,0 1-1 0 0,0-1 1 0 0,0 0-1 0 0,0 0 1 0 0,0 1-1 0 0,0-1 1 0 0,0 1-1 0 0,1-1 1 0 0,-1 1 0 0 0,0-1-1 0 0,0 3 1 0 0,1-1-263 0 0,-1 1 0 0 0,1-1 0 0 0,0 0 0 0 0,0 0 0 0 0,0 0 0 0 0,0 0 0 0 0,0 0 0 0 0,1 0 1 0 0,-1 1-1 0 0,1-1 0 0 0,0 0 0 0 0,0 0 0 0 0,2 3 0 0 0,19 23-3950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28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452 111 160 0 0,'-4'0'2121'0'0,"-94"-6"4535"0"0,85 4-6624 0 0,0 1-1 0 0,-1 0 0 0 0,1 0 1 0 0,0 2-1 0 0,0-1 0 0 0,-1 2 1 0 0,1 0-1 0 0,-24 7 0 0 0,24-6 34 0 0,-16 5 102 0 0,-1 2 0 0 0,2 1 0 0 0,-38 20 0 0 0,60-28-141 0 0,4-2-14 0 0,-1 0-1 0 0,1 1 1 0 0,0-1-1 0 0,0 1 1 0 0,0 0 0 0 0,0 0-1 0 0,0 0 1 0 0,0 0-1 0 0,0 0 1 0 0,1 0 0 0 0,-1 1-1 0 0,1-1 1 0 0,-1 0 0 0 0,1 1-1 0 0,0-1 1 0 0,0 1-1 0 0,0-1 1 0 0,0 1 0 0 0,1 0-1 0 0,-1-1 1 0 0,1 1-1 0 0,-1 0 1 0 0,1 0 0 0 0,0-1-1 0 0,0 1 1 0 0,1 5 0 0 0,-1-3-4 0 0,1 0 0 0 0,0 0 0 0 0,0 0 0 0 0,1 0 0 0 0,-1-1 0 0 0,1 1 0 0 0,0 0 0 0 0,1-1 0 0 0,-1 0 0 0 0,1 1 1 0 0,-1-1-1 0 0,1 0 0 0 0,7 7 0 0 0,0-1-8 0 0,0-1 0 0 0,1-1 0 0 0,0 1 0 0 0,1-2 0 0 0,0 1 0 0 0,0-2 0 0 0,0 0 0 0 0,1 0 0 0 0,13 4 0 0 0,-13-8 8 0 0,0-1 0 0 0,-1 0 0 0 0,1 0 1 0 0,0-1-1 0 0,15-2 0 0 0,-23 1-4 0 0,-1 0 0 0 0,1 0 0 0 0,-1 0 0 0 0,1 0 0 0 0,-1-1 0 0 0,0 0 0 0 0,0 0-1 0 0,5-3 1 0 0,-7 4-3 0 0,-1 0-1 0 0,0 0 1 0 0,1 0-1 0 0,-1 0 0 0 0,0 0 1 0 0,0-1-1 0 0,0 1 1 0 0,0 0-1 0 0,0-1 0 0 0,0 1 1 0 0,0-1-1 0 0,0 1 1 0 0,0-1-1 0 0,-1 0 0 0 0,1 1 1 0 0,-1-1-1 0 0,1 0 1 0 0,-1 1-1 0 0,0-1 0 0 0,1 0 1 0 0,-1-2-1 0 0,0-9 24 0 0,1 0 0 0 0,1 1-1 0 0,4-22 1 0 0,-3 24-11 0 0,-1 0 0 0 0,0-1 0 0 0,0-15 0 0 0,-3 16 0 0 0,0 0 0 0 0,0-1 0 0 0,-1 1 0 0 0,-1 0 1 0 0,1 0-1 0 0,-2 0 0 0 0,1 1 0 0 0,-1-1 0 0 0,-10-15 0 0 0,10 17-20 0 0,-1 1 0 0 0,0 0 0 0 0,0 0 0 0 0,0 0 0 0 0,-1 1 0 0 0,0 0 0 0 0,-1 0 0 0 0,1 1 0 0 0,-1-1 0 0 0,0 1 0 0 0,0 1 0 0 0,-8-4 0 0 0,-60-15-1967 0 0,119 49-3722 0 0,-43-25 5591 0 0,-1-1 1 0 0,1 0 0 0 0,-1 1 0 0 0,0-1-1 0 0,1 1 1 0 0,-1-1 0 0 0,0 1-1 0 0,0-1 1 0 0,1 1 0 0 0,-1-1 0 0 0,0 1-1 0 0,0-1 1 0 0,0 1 0 0 0,1-1-1 0 0,-1 1 1 0 0,0-1 0 0 0,0 1-1 0 0,0-1 1 0 0,0 1 0 0 0,0 0 0 0 0,0 0-1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28.5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477 228 480 0 0,'0'0'2548'0'0,"0"0"-2482"0"0,0 0 0 0 0,0 0-1 0 0,0 0 1 0 0,0 0 0 0 0,0 0 0 0 0,0 1-1 0 0,0-1 1 0 0,1 0 0 0 0,-1 0-1 0 0,0 0 1 0 0,0 0 0 0 0,0 0 0 0 0,0 1-1 0 0,0-1 1 0 0,0 0 0 0 0,0 0 0 0 0,0 0-1 0 0,0 0 1 0 0,0 0 0 0 0,0 1 0 0 0,0-1-1 0 0,0 0 1 0 0,0 0 0 0 0,0 0 0 0 0,0 0-1 0 0,0 0 1 0 0,0 1 0 0 0,0-1 0 0 0,-1 0-1 0 0,1 0 1 0 0,0 0 0 0 0,0 0 0 0 0,0 0-1 0 0,0 0 1 0 0,0 1 0 0 0,0-1 0 0 0,0 0-1 0 0,0 0 1 0 0,0 0 0 0 0,-1 0 0 0 0,1 0-1 0 0,0 0 1 0 0,0 0 0 0 0,0 0 0 0 0,0 0-1 0 0,0 0 1 0 0,-1 0 0 0 0,1 1 0 0 0,0-1-1 0 0,0 0 1 0 0,0 0 0 0 0,0 0 0 0 0,0 0-1 0 0,-1 0 1 0 0,1 0 0 0 0,0 0-1 0 0,0 0 1 0 0,0 0 0 0 0,0 0 0 0 0,0 0-1 0 0,-1-1 1 0 0,1 1 0 0 0,0 0 0 0 0,0 0-1 0 0,0 0 1 0 0,0 0 0 0 0,0 0 0 0 0,0 0-1 0 0,-1 0 1 0 0,-48-9 1225 0 0,-13-5-1074 0 0,26 9-72 0 0,0 1 1 0 0,-45 3 0 0 0,66 1-66 0 0,1 1 0 0 0,0 0 1 0 0,0 1-1 0 0,0 1 1 0 0,0 0-1 0 0,0 1 0 0 0,1 0 1 0 0,-24 12-1 0 0,33-14-59 0 0,0 1-1 0 0,0-1 1 0 0,0 1-1 0 0,0 0 1 0 0,0 0-1 0 0,1 1 1 0 0,0-1 0 0 0,0 1-1 0 0,0-1 1 0 0,0 1-1 0 0,0 0 1 0 0,1 0-1 0 0,-1 1 1 0 0,1-1-1 0 0,0 0 1 0 0,1 1 0 0 0,-1-1-1 0 0,1 1 1 0 0,0 0-1 0 0,-1 6 1 0 0,1-4-9 0 0,1-1 0 0 0,1 1 0 0 0,-1 0 0 0 0,1-1-1 0 0,0 1 1 0 0,1-1 0 0 0,-1 1 0 0 0,1-1 0 0 0,0 1 0 0 0,1-1 0 0 0,0 0 0 0 0,4 8 0 0 0,-3-9-4 0 0,0 0 0 0 0,0 0-1 0 0,0 0 1 0 0,1 0 0 0 0,0-1 0 0 0,-1 1 0 0 0,1-1 0 0 0,1 0-1 0 0,-1-1 1 0 0,1 0 0 0 0,-1 1 0 0 0,1-2 0 0 0,0 1 0 0 0,0-1-1 0 0,0 0 1 0 0,13 3 0 0 0,-16-4-8 0 0,12 3-6 0 0,1-1-1 0 0,0 0 0 0 0,0-1 0 0 0,0-1 1 0 0,0 0-1 0 0,0-1 0 0 0,28-3 1 0 0,-39 2 6 0 0,7 0 7 0 0,1-1 1 0 0,0 0-1 0 0,-1-1 0 0 0,1 0 0 0 0,-1-1 1 0 0,0 0-1 0 0,0-1 0 0 0,0-1 1 0 0,-1 0-1 0 0,0 0 0 0 0,0-1 0 0 0,0 0 1 0 0,-1-1-1 0 0,0 0 0 0 0,14-16 1 0 0,-14 11 10 0 0,1-1 1 0 0,-2 0-1 0 0,0 0 1 0 0,-1-1-1 0 0,0 0 1 0 0,-1-1-1 0 0,-1 1 1 0 0,0-1-1 0 0,-1-1 1 0 0,5-30-1 0 0,-10 40-5 0 0,1 1-1 0 0,-1-1 1 0 0,0 1-1 0 0,0 0 0 0 0,0-1 1 0 0,-1 1-1 0 0,0-1 1 0 0,-1 1-1 0 0,1 0 1 0 0,-1 0-1 0 0,0 0 1 0 0,-1 0-1 0 0,1 0 1 0 0,-1 0-1 0 0,-1 1 1 0 0,1-1-1 0 0,-1 1 1 0 0,0 0-1 0 0,0 0 0 0 0,0 0 1 0 0,-1 1-1 0 0,1-1 1 0 0,-1 1-1 0 0,-9-6 1 0 0,4 4-7 0 0,0 0 0 0 0,0 0 1 0 0,-1 1-1 0 0,1 0 0 0 0,-1 1 1 0 0,0 0-1 0 0,-1 1 0 0 0,1 0 1 0 0,-1 1-1 0 0,1 0 0 0 0,-1 1 1 0 0,0 0-1 0 0,-13 2 0 0 0,13-1-154 0 0,0 1-1 0 0,0 1 1 0 0,0 0-1 0 0,0 1 1 0 0,0 0-1 0 0,1 1 1 0 0,0 0-1 0 0,-1 1 1 0 0,2 0-1 0 0,-1 1 1 0 0,0 0-1 0 0,1 1 1 0 0,0 0-1 0 0,-10 10 1 0 0,5-1-1339 0 0,-26 36 1 0 0,39-50 1404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08.8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346 17 4962 0 0,'-72'-13'3335'0'0,"39"10"-726"0"0,25 3-2408 0 0,0 1 0 0 0,1 0 0 0 0,-1 1-1 0 0,-13 4 1 0 0,8-1-163 0 0,0 1 0 0 0,0 0-1 0 0,0 1 1 0 0,-18 13 0 0 0,19-11 47 0 0,0 0 0 0 0,0 1 0 0 0,-11 12 0 0 0,19-17-51 0 0,0 0 0 0 0,0 1 0 0 0,0-1 0 0 0,0 1 0 0 0,1 0-1 0 0,0 0 1 0 0,0 0 0 0 0,1 0 0 0 0,0 0 0 0 0,0 1 0 0 0,-1 6 0 0 0,-2 30 56 0 0,2 0 1 0 0,4 73-1 0 0,1-37-94 0 0,-4-11-68 0 0,1-40-170 0 0,0 1 0 0 0,2-1-1 0 0,7 45 1 0 0,-7-68 0 0 0,0 0 0 0 0,1 0 0 0 0,0-1 0 0 0,0 1 1 0 0,0 0-1 0 0,0-1 0 0 0,1 1 0 0 0,0-1 0 0 0,0 0 0 0 0,0 0 0 0 0,0 0 0 0 0,1 0 0 0 0,-1 0 0 0 0,1-1 0 0 0,0 0 0 0 0,0 1 0 0 0,0-1 0 0 0,1-1 1 0 0,-1 1-1 0 0,1-1 0 0 0,6 3 0 0 0,-2-2-1280 0 0,0-1-1 0 0,0 0 1 0 0,17 1 0 0 0,-25-3 1501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09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214 18 480 0 0,'-80'-5'3842'0'0,"27"5"-561"0"0,-1 0-1520 0 0,28 5-1040 0 0,52 2-401 0 0,1-2-80 0 0,26 5-80 0 0,54 7 80 0 0,106-5 80 0 0,-5-17-560 0 0,-74-24-2001 0 0,-1-5-3842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09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19 4082 0 0,'-37'-2'1686'0'0,"3"0"33"0"0,0-1 0 0 0,-39-8 0 0 0,95 11-1426 0 0,316 58-92 0 0,-281-44-336 0 0,-42-9-126 0 0,0-2 0 0 0,0 1 0 0 0,0-2 0 0 0,1 0 0 0 0,-1 0 1 0 0,28-2-1 0 0,6-10-4381 0 0,-45 9 1747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10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13 3362 0 0,'-27'-5'2561'0'0,"27"-2"-560"0"0,-27 7-1361 0 0,54 0-80 0 0,0 0-400 0 0,-1 0 80 0 0,28 7-160 0 0,-1-7 0 0 0,0 10-160 0 0,1 2-480 0 0,52 0-3122 0 0,-4 10-1600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30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878 7 640 0 0,'-1'-1'191'0'0,"0"1"-1"0"0,0-1 0 0 0,0 0 0 0 0,0 1 1 0 0,0-1-1 0 0,0 1 0 0 0,0-1 0 0 0,1 1 1 0 0,-1 0-1 0 0,0-1 0 0 0,-1 1 0 0 0,1 0 1 0 0,0 0-1 0 0,0 0 0 0 0,0 0 0 0 0,0 0 1 0 0,0 0-1 0 0,0 0 0 0 0,0 0 0 0 0,-1 0 1 0 0,-30 2 1816 0 0,-68 13-1090 0 0,54-7-793 0 0,1 0-54 0 0,-243 50 553 0 0,241-47-535 0 0,5-1 74 0 0,0 1 0 0 0,-40 18 0 0 0,64-22-74 0 0,6-3-67 0 0,1 1-1 0 0,-1 0 1 0 0,1 0 0 0 0,0 1-1 0 0,0 0 1 0 0,1 1 0 0 0,-19 16-1 0 0,28-19-6 0 0,-1 0 0 0 0,1 0 0 0 0,0 1 0 0 0,0-1 1 0 0,1 1-1 0 0,-1-1 0 0 0,1 0 0 0 0,0 1 0 0 0,0-1 0 0 0,1 1 0 0 0,0 5 0 0 0,0 4 44 0 0,-1-12-57 0 0,0-1-1 0 0,0 1 1 0 0,1 0 0 0 0,-1-1-1 0 0,0 1 1 0 0,1 0 0 0 0,-1-1-1 0 0,1 1 1 0 0,0 0 0 0 0,-1-1-1 0 0,1 1 1 0 0,0-1 0 0 0,0 0-1 0 0,0 1 1 0 0,0-1 0 0 0,0 0-1 0 0,0 1 1 0 0,3 1 0 0 0,3 5-1 0 0,-1-1 12 0 0,0 0 1 0 0,1 0-1 0 0,-1-1 0 0 0,2 1 0 0 0,-1-2 0 0 0,0 1 0 0 0,1-1 0 0 0,0 0 0 0 0,0-1 0 0 0,1 0 0 0 0,15 6 0 0 0,-21-9-10 0 0,6 3-9 0 0,0-1 0 0 0,0 1 0 0 0,0-2 0 0 0,1 1 0 0 0,-1-1 0 0 0,1-1 0 0 0,0 1 0 0 0,-1-2 0 0 0,1 1 0 0 0,0-2 0 0 0,-1 1 0 0 0,1-1 0 0 0,0-1 0 0 0,-1 1 0 0 0,1-2 0 0 0,-1 1 0 0 0,0-1 0 0 0,12-6 0 0 0,-16 7 5 0 0,-1-1 1 0 0,1 0 0 0 0,-1 0 0 0 0,0-1 0 0 0,0 1-1 0 0,0-1 1 0 0,0 0 0 0 0,0 0 0 0 0,-1 0 0 0 0,5-7-1 0 0,-8 9 1 0 0,1 1-1 0 0,-1-1 0 0 0,0 1 0 0 0,1-1 1 0 0,-1 1-1 0 0,0-1 0 0 0,0 1 1 0 0,0-1-1 0 0,0 1 0 0 0,0-1 0 0 0,0 1 1 0 0,-1-1-1 0 0,1 1 0 0 0,0-1 1 0 0,-1 1-1 0 0,1-1 0 0 0,-1 1 0 0 0,0 0 1 0 0,1-1-1 0 0,-1 1 0 0 0,0 0 1 0 0,0-1-1 0 0,0 1 0 0 0,0 0 0 0 0,0 0 1 0 0,-2-2-1 0 0,-4-7-18 0 0,4 4 19 0 0,-1 1 0 0 0,0-1 0 0 0,0 1 0 0 0,0 0 1 0 0,-1 0-1 0 0,0 0 0 0 0,0 1 0 0 0,0-1 0 0 0,0 1 0 0 0,0 0 1 0 0,-1 1-1 0 0,0 0 0 0 0,0-1 0 0 0,-8-1 0 0 0,-12-9 0 0 0,19 10-27 0 0,0 0 1 0 0,-1 1-1 0 0,1 0 0 0 0,-1 1 0 0 0,0-1 1 0 0,0 2-1 0 0,0-1 0 0 0,0 1 0 0 0,0 0 0 0 0,0 0 1 0 0,-13 2-1 0 0,30 0-615 0 0,0 0 0 0 0,-1 1 0 0 0,16 4 0 0 0,1 1-560 0 0,29 5-1652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31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423 91 960 0 0,'-61'5'5487'0'0,"-6"2"-4504"0"0,26-6-759 0 0,0 1-1 0 0,0 3 0 0 0,-45 10 1 0 0,76-12-173 0 0,0 0-1 0 0,0 0 1 0 0,-14 7 0 0 0,22-9-42 0 0,0 0 0 0 0,0 0-1 0 0,0 0 1 0 0,0 0 0 0 0,1 1 0 0 0,-1-1-1 0 0,0 0 1 0 0,1 1 0 0 0,-1-1 0 0 0,1 1-1 0 0,0 0 1 0 0,-1-1 0 0 0,1 1 0 0 0,0 0-1 0 0,0 0 1 0 0,0 0 0 0 0,0 0 0 0 0,0 0 0 0 0,1 0-1 0 0,-1 0 1 0 0,0 0 0 0 0,1 0 0 0 0,-1 3-1 0 0,1 10 75 0 0,0-8-53 0 0,-1 0 0 0 0,2 0 0 0 0,-1 0-1 0 0,1 1 1 0 0,0-1 0 0 0,0 0 0 0 0,3 7 0 0 0,-2-10-27 0 0,0-1 1 0 0,0 1 0 0 0,0-1 0 0 0,1 0 0 0 0,-1 0 0 0 0,1 1 0 0 0,0-2-1 0 0,0 1 1 0 0,0 0 0 0 0,0 0 0 0 0,0-1 0 0 0,0 0 0 0 0,1 0 0 0 0,0 0-1 0 0,-1 0 1 0 0,7 2 0 0 0,9 3-3 0 0,-1-1-1 0 0,1 0 0 0 0,-1-2 1 0 0,2 0-1 0 0,20 1 1 0 0,-30-4-18 0 0,0 0 1 0 0,-1-1-1 0 0,1 0 1 0 0,0-1 0 0 0,0 0-1 0 0,-1 0 1 0 0,1-1 0 0 0,0-1-1 0 0,-1 1 1 0 0,0-2 0 0 0,0 1-1 0 0,0-1 1 0 0,9-5-1 0 0,-13 4-1 0 0,0 1-1 0 0,-1-1 0 0 0,1 0 0 0 0,-1 0 1 0 0,0-1-1 0 0,-1 1 0 0 0,1-1 0 0 0,-1 0 0 0 0,0 0 1 0 0,0 0-1 0 0,-1-1 0 0 0,0 1 0 0 0,2-11 1 0 0,2 0-26 0 0,-4 10 37 0 0,3-7-18 0 0,0 0 0 0 0,-1 0 0 0 0,-1-1 0 0 0,0 1 0 0 0,0-18 0 0 0,-3 28 23 0 0,0 1 1 0 0,0-1-1 0 0,0 0 1 0 0,0 1-1 0 0,-1-1 1 0 0,0 1-1 0 0,0-1 1 0 0,0 1-1 0 0,0 0 1 0 0,0-1-1 0 0,-1 1 1 0 0,1 0-1 0 0,-1 0 1 0 0,0 0-1 0 0,0 0 1 0 0,0 0-1 0 0,0 0 1 0 0,-1 0-1 0 0,1 1 1 0 0,-1-1-1 0 0,1 1 1 0 0,-1 0-1 0 0,0 0 1 0 0,0 0 0 0 0,0 0-1 0 0,0 0 1 0 0,-1 1-1 0 0,-3-2 1 0 0,-4-1 6 0 0,0 0 1 0 0,-1 1 0 0 0,1 1-1 0 0,-1 0 1 0 0,1 0 0 0 0,-1 1 0 0 0,1 1-1 0 0,-1 0 1 0 0,0 1 0 0 0,1 0-1 0 0,-1 0 1 0 0,1 1 0 0 0,-14 4 0 0 0,25-5-11 0 0,0-1 0 0 0,0 0 0 0 0,0 1 0 0 0,0-1 0 0 0,0 0 0 0 0,0 1 0 0 0,0-1 0 0 0,0 0 0 0 0,0 1 1 0 0,0-1-1 0 0,0 0 0 0 0,1 1 0 0 0,-1-1 0 0 0,0 0 0 0 0,0 0 0 0 0,0 1 0 0 0,0-1 0 0 0,0 0 0 0 0,1 1 1 0 0,-1-1-1 0 0,0 0 0 0 0,0 0 0 0 0,1 1 0 0 0,-1-1 0 0 0,0 0 0 0 0,0 0 0 0 0,1 0 0 0 0,-1 1 0 0 0,0-1 1 0 0,0 0-1 0 0,1 0 0 0 0,-1 0 0 0 0,0 0 0 0 0,1 0 0 0 0,-1 0 0 0 0,1 0 0 0 0,10 7-187 0 0,-4-3-186 0 0,-1 0-1 0 0,1 0 1 0 0,0-1 0 0 0,1 0-1 0 0,-1 0 1 0 0,1-1-1 0 0,-1 0 1 0 0,1 0 0 0 0,-1-1-1 0 0,12 1 1 0 0,0 1-702 0 0,30 5-1535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32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691 181 1201 0 0,'-26'-11'616'0'0,"-1"0"0"0"0,0 2 0 0 0,0 1 1 0 0,-1 2-1 0 0,0 0 0 0 0,0 2 1 0 0,0 1-1 0 0,-1 1 0 0 0,-43 4 0 0 0,53-1-579 0 0,1 1-1 0 0,-1 1 0 0 0,1 1 0 0 0,0 0 0 0 0,0 2 1 0 0,-27 11-1 0 0,-18 9 137 0 0,48-21-109 0 0,1 1 1 0 0,-1 0 0 0 0,1 1 0 0 0,0 0 0 0 0,1 2 0 0 0,-21 15 0 0 0,31-21-33 0 0,-1 1 0 0 0,1 0 0 0 0,0 0 1 0 0,0 0-1 0 0,1 0 0 0 0,0 0 0 0 0,-1 1 0 0 0,1-1 1 0 0,1 1-1 0 0,-1 0 0 0 0,1 0 0 0 0,-1-1 1 0 0,1 1-1 0 0,1 0 0 0 0,-1 9 0 0 0,0-11-8 0 0,1 1 0 0 0,0 0-1 0 0,1 0 1 0 0,-1 0 0 0 0,1-1 0 0 0,-1 1-1 0 0,1 0 1 0 0,0-1 0 0 0,1 1-1 0 0,-1 0 1 0 0,1-1 0 0 0,-1 0 0 0 0,1 1-1 0 0,0-1 1 0 0,0 0 0 0 0,1 0 0 0 0,-1 0-1 0 0,0 0 1 0 0,1 0 0 0 0,5 4 0 0 0,-6-6-17 0 0,2 2 0 0 0,1 0-1 0 0,-1 0 1 0 0,1 0 0 0 0,-1-1-1 0 0,1 0 1 0 0,0 0-1 0 0,0 0 1 0 0,0 0 0 0 0,0-1-1 0 0,0 0 1 0 0,0 0-1 0 0,1 0 1 0 0,-1-1 0 0 0,9 0-1 0 0,1 0-1 0 0,-1-2 0 0 0,0 1-1 0 0,0-2 1 0 0,0 0 0 0 0,0 0 0 0 0,0-2-1 0 0,-1 0 1 0 0,0 0 0 0 0,0-1-1 0 0,0 0 1 0 0,0-2 0 0 0,-1 1-1 0 0,-1-1 1 0 0,1-1 0 0 0,-1 0 0 0 0,11-12-1 0 0,-14 11-4 0 0,0 0 0 0 0,-1 0 0 0 0,0-1 0 0 0,0 0 0 0 0,-1-1 0 0 0,-1 1 0 0 0,0-1 0 0 0,7-23 0 0 0,-11 29 0 0 0,0 1 0 0 0,0-1 0 0 0,-1 1 0 0 0,1-1 0 0 0,-1 1 0 0 0,0-1 0 0 0,-1 0 0 0 0,1 1 0 0 0,-1-1 0 0 0,0 1 0 0 0,0-1 0 0 0,-1 1 0 0 0,0 0 0 0 0,0 0 0 0 0,0-1 0 0 0,0 1 0 0 0,-1 1 0 0 0,0-1 0 0 0,0 0 0 0 0,0 1 0 0 0,-1-1 0 0 0,0 1 0 0 0,1 0 0 0 0,-7-5 0 0 0,-1 2 7 0 0,1 1 0 0 0,-1 0-1 0 0,0 0 1 0 0,-1 1 0 0 0,1 1-1 0 0,-1 0 1 0 0,-17-3-1 0 0,11 2 8 0 0,-7-3-18 0 0,17 4-13 0 0,-1 1-1 0 0,0 1 0 0 0,0-1 0 0 0,0 1 0 0 0,0 1 0 0 0,0 0 0 0 0,0 0 1 0 0,0 1-1 0 0,-1 0 0 0 0,-8 1 0 0 0,17-1-25 0 0,1 1 1 0 0,0-1-1 0 0,-1 1 1 0 0,1-1-1 0 0,-1 1 1 0 0,1 0-1 0 0,0-1 1 0 0,-1 1-1 0 0,1-1 1 0 0,0 1-1 0 0,0-1 0 0 0,0 1 1 0 0,-1 0-1 0 0,1-1 1 0 0,0 1-1 0 0,0 0 1 0 0,0-1-1 0 0,0 1 1 0 0,0 0-1 0 0,0-1 1 0 0,0 1-1 0 0,0 0 0 0 0,0-1 1 0 0,0 1-1 0 0,1-1 1 0 0,-1 1-1 0 0,0 0 1 0 0,0-1-1 0 0,0 1 1 0 0,1-1-1 0 0,-1 1 1 0 0,0 0-1 0 0,1-1 1 0 0,-1 1-1 0 0,1-1 0 0 0,0 1 1 0 0,5 3-329 0 0,1 0 0 0 0,-1-1-1 0 0,1-1 1 0 0,-1 1 0 0 0,1-1 0 0 0,0 0 0 0 0,8 1 0 0 0,0 1-422 0 0,38 9-1981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32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533 215 960 0 0,'0'-1'77'0'0,"0"1"-1"0"0,-1-1 0 0 0,1 1 0 0 0,0-1 0 0 0,0 1 0 0 0,0-1 0 0 0,-1 1 0 0 0,1-1 0 0 0,0 1 0 0 0,0 0 0 0 0,-1-1 1 0 0,1 1-1 0 0,0 0 0 0 0,-1-1 0 0 0,1 1 0 0 0,0 0 0 0 0,-1-1 0 0 0,1 1 0 0 0,-1 0 0 0 0,1-1 0 0 0,-1 1 0 0 0,1 0 1 0 0,0 0-1 0 0,-1 0 0 0 0,1 0 0 0 0,-1-1 0 0 0,1 1 0 0 0,-1 0 0 0 0,1 0 0 0 0,-1 0 0 0 0,1 0 0 0 0,-1 0 0 0 0,1 0 1 0 0,-1 0-1 0 0,0 0 0 0 0,1 1-17 0 0,-1-1 0 0 0,1 0 1 0 0,-1 0-1 0 0,1 0 0 0 0,-1 0 1 0 0,1 0-1 0 0,-1 0 0 0 0,1 0 1 0 0,-1-1-1 0 0,1 1 0 0 0,-1 0 1 0 0,1 0-1 0 0,0 0 0 0 0,-1 0 1 0 0,1 0-1 0 0,-1-1 0 0 0,1 1 1 0 0,0 0-1 0 0,-1 0 0 0 0,1-1 0 0 0,-1 1 1 0 0,1 0-1 0 0,0-1 0 0 0,0 1 1 0 0,-1 0-1 0 0,1-1 0 0 0,0 1 1 0 0,-1 0-1 0 0,1-1 0 0 0,0 1 1 0 0,0-1-1 0 0,0 1 0 0 0,-1 0 1 0 0,1-2-1 0 0,-1 0 81 0 0,-1 0 0 0 0,1 0 0 0 0,-1 1 0 0 0,0-1 0 0 0,0 0 0 0 0,1 1 0 0 0,-1-1 0 0 0,0 1 1 0 0,-1-1-1 0 0,1 1 0 0 0,0 0 0 0 0,0 0 0 0 0,-5-2 0 0 0,-5-1-58 0 0,0 0 0 0 0,0 1 0 0 0,0 1 0 0 0,0 0 0 0 0,0 0 0 0 0,-1 1 0 0 0,1 1 0 0 0,-1 0 0 0 0,1 1 0 0 0,-1 0 0 0 0,1 1 0 0 0,0 0 0 0 0,-17 6 0 0 0,5-1 28 0 0,1 1 1 0 0,0 1-1 0 0,1 1 1 0 0,0 2-1 0 0,1 0 0 0 0,-20 15 1 0 0,29-19-59 0 0,1 1 0 0 0,1 0 0 0 0,0 1 0 0 0,0 0 0 0 0,1 0 1 0 0,0 1-1 0 0,1 0 0 0 0,0 1 0 0 0,1 0 0 0 0,-6 14 0 0 0,12-25-43 0 0,1 1-1 0 0,-1-1 0 0 0,1 1 1 0 0,0-1-1 0 0,-1 1 0 0 0,1-1 0 0 0,0 1 1 0 0,0 0-1 0 0,0-1 0 0 0,0 1 1 0 0,0-1-1 0 0,0 1 0 0 0,0 0 1 0 0,1-1-1 0 0,-1 1 0 0 0,1-1 0 0 0,-1 1 1 0 0,1-1-1 0 0,-1 1 0 0 0,1-1 1 0 0,0 0-1 0 0,2 3 0 0 0,-1-1 2 0 0,1 0 0 0 0,0 0 0 0 0,0 0 0 0 0,0-1 0 0 0,1 0 0 0 0,-1 1 0 0 0,1-1 0 0 0,-1 0 0 0 0,5 1 0 0 0,7 3 17 0 0,0-1 1 0 0,1-1-1 0 0,26 5 1 0 0,-33-8-28 0 0,1 0 0 0 0,0 0 1 0 0,-1-1-1 0 0,1 0 1 0 0,0 0-1 0 0,-1-2 1 0 0,1 1-1 0 0,-1-1 1 0 0,1 0-1 0 0,-1-1 1 0 0,0 0-1 0 0,0 0 1 0 0,0-1-1 0 0,0-1 1 0 0,-1 1-1 0 0,0-1 1 0 0,0 0-1 0 0,0-1 1 0 0,0 0-1 0 0,-1-1 1 0 0,0 1-1 0 0,0-1 0 0 0,-1 0 1 0 0,0-1-1 0 0,0 0 1 0 0,-1 0-1 0 0,5-9 1 0 0,-4 3 4 0 0,-1 0 0 0 0,0 0 0 0 0,-1 0 0 0 0,-1-1 0 0 0,0 1 0 0 0,-1-1 0 0 0,0 0 1 0 0,-1 0-1 0 0,-2-20 0 0 0,1 27-7 0 0,-1 0 0 0 0,0 1 0 0 0,-1-1 1 0 0,0 0-1 0 0,0 1 0 0 0,0-1 0 0 0,-1 1 0 0 0,0 0 1 0 0,0 0-1 0 0,-1 0 0 0 0,0 0 0 0 0,0 1 1 0 0,-1-1-1 0 0,1 1 0 0 0,-2 0 0 0 0,1 1 0 0 0,0-1 1 0 0,-1 1-1 0 0,0 0 0 0 0,-9-6 0 0 0,1 4-69 0 0,-1 1 0 0 0,1 0 0 0 0,-1 0 0 0 0,-1 2-1 0 0,1 0 1 0 0,-1 0 0 0 0,1 2 0 0 0,-1 0 0 0 0,0 1 0 0 0,0 0 0 0 0,-20 3-1 0 0,12 2-972 0 0,23-4 907 0 0,1 1 0 0 0,-1 0-1 0 0,0-1 1 0 0,1 1 0 0 0,-1-1 0 0 0,1 1 0 0 0,-1 0 0 0 0,1 0 0 0 0,-1-1 0 0 0,1 1 0 0 0,0 0-1 0 0,-1 0 1 0 0,1-1 0 0 0,0 1 0 0 0,0 0 0 0 0,-1 0 0 0 0,1 0 0 0 0,0 0 0 0 0,0-1 0 0 0,0 1-1 0 0,0 0 1 0 0,0 0 0 0 0,1 1 0 0 0,-1 25-4852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33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181 135 1201 0 0,'27'-34'2161'0'0,"0"2"-561"0"0,-27 3-639 0 0,26 12-321 0 0,-26 5-240 0 0,27 2 80 0 0,-54 15-320 0 0,-26 51 161 0 0,-22 34-1 0 0,-5-5-80 0 0,54-7-160 0 0,26-15 0 0 0,-27-19 0 0 0,54-10-240 0 0,-1-12-400 0 0,28-15-561 0 0,-28-19-3281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33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 18 4322 0 0,'0'-7'2561'0'0,"0"2"-2161"0"0,27 5-480 0 0,-27-5-80 0 0,26 10 0 0 0,1-5 160 0 0,0 12 0 0 0,-1-7 0 0 0,1 12 160 0 0,0 0-80 0 0,-27 5 80 0 0,-27-5-80 0 0,-26 5 0 0 0,-54-5-80 0 0,27-17-80 0 0,5-10-320 0 0,22 3-640 0 0,26-3-2642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34.0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372 38 320 0 0,'-123'8'5469'0'0,"118"-8"-5316"0"0,1 1 0 0 0,0-1-1 0 0,0 1 1 0 0,-1 0 0 0 0,1 1 0 0 0,0-1-1 0 0,0 1 1 0 0,0 0 0 0 0,1 0-1 0 0,-7 4 1 0 0,7-4-192 0 0,-2 1 50 0 0,9 1-8 0 0,19 0 10 0 0,-19-2-7 0 0,0-1 1 0 0,0-1 0 0 0,0 1-1 0 0,0-1 1 0 0,0 1-1 0 0,0-1 1 0 0,0 0-1 0 0,0-1 1 0 0,5 0 0 0 0,0 0-7 0 0,6-1 15 0 0,0 1 0 0 0,0-2 0 0 0,0 0-1 0 0,0-1 1 0 0,18-7 0 0 0,-13 5-24 0 0,-19 6 10 0 0,0-1-1 0 0,0 1 1 0 0,1 0-1 0 0,-1 0 0 0 0,0-1 1 0 0,0 1-1 0 0,1-1 0 0 0,-1 1 1 0 0,0-1-1 0 0,0 0 1 0 0,0 1-1 0 0,0-1 0 0 0,0 0 1 0 0,0 0-1 0 0,0 1 0 0 0,0-1 1 0 0,0 0-1 0 0,-1 0 1 0 0,1 0-1 0 0,0 0 0 0 0,0 0 1 0 0,-1 0-1 0 0,1-1 0 0 0,-1 1 1 0 0,1 0-1 0 0,-1 0 0 0 0,1 0 1 0 0,-1-1-1 0 0,0 1 1 0 0,0 0-1 0 0,1 0 0 0 0,-1-1 1 0 0,0 1-1 0 0,0 0 0 0 0,-1-2 1 0 0,1 2 0 0 0,0 1 1 0 0,0 0-1 0 0,0-1 1 0 0,0 1-1 0 0,0-1 1 0 0,0 1-1 0 0,0-1 1 0 0,0 1-1 0 0,0 0 1 0 0,0-1-1 0 0,0 1 1 0 0,0 0-1 0 0,-1-1 1 0 0,1 1-1 0 0,0-1 1 0 0,0 1-1 0 0,-1 0 1 0 0,1-1-1 0 0,0 1 0 0 0,0 0 1 0 0,-1 0-1 0 0,1-1 1 0 0,0 1-1 0 0,-1 0 1 0 0,1 0-1 0 0,0-1 1 0 0,-1 1-1 0 0,1 0 1 0 0,-1 0-1 0 0,1 0 1 0 0,0-1-1 0 0,-1 1 1 0 0,1 0-1 0 0,-1 0 1 0 0,1 0-1 0 0,-15-2 29 0 0,1 0-1 0 0,-1 2 1 0 0,1-1-1 0 0,-1 2 1 0 0,1 0-1 0 0,-1 1 1 0 0,-26 6 0 0 0,28-6 0 0 0,-111 24 227 0 0,109-22-220 0 0,1 0 1 0 0,-1 1 0 0 0,2 0-1 0 0,-1 1 1 0 0,0 0 0 0 0,-16 12-1 0 0,28-16-32 0 0,0 1-1 0 0,0-1 1 0 0,0 1-1 0 0,0-1 0 0 0,0 1 1 0 0,1 0-1 0 0,-1 0 1 0 0,1-1-1 0 0,0 1 1 0 0,0 0-1 0 0,0 0 0 0 0,0 0 1 0 0,1 1-1 0 0,-1-1 1 0 0,1 0-1 0 0,0 0 1 0 0,0 0-1 0 0,0 0 1 0 0,0 0-1 0 0,0 1 0 0 0,1-1 1 0 0,0 3-1 0 0,0 9-12 0 0,-1-13 1 0 0,0 0 0 0 0,0 0 0 0 0,0 1 1 0 0,1-1-1 0 0,-1 0 0 0 0,0 0 0 0 0,1 0 1 0 0,0 0-1 0 0,-1 1 0 0 0,1-1 0 0 0,0 0 0 0 0,0 0 1 0 0,0 0-1 0 0,0-1 0 0 0,1 1 0 0 0,-1 0 1 0 0,1 0-1 0 0,-1-1 0 0 0,1 1 0 0 0,-1 0 1 0 0,4 1-1 0 0,1 1-32 0 0,0-1 0 0 0,0-1-1 0 0,0 1 1 0 0,1-1 0 0 0,10 3 0 0 0,-7-3-18 0 0,5 2-255 0 0,1 0-1 0 0,-1-1 0 0 0,0-1 0 0 0,1-1 1 0 0,0 0-1 0 0,-1-1 0 0 0,1-1 0 0 0,19-3 1 0 0,41-15-4104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34.5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456 1 1121 0 0,'-13'12'4800'0'0,"-54"32"-3398"0"0,66-43-1400 0 0,-1 0-1 0 0,0-1 0 0 0,1 1 1 0 0,-1 0-1 0 0,1 0 0 0 0,-1 0 1 0 0,1 1-1 0 0,0-1 0 0 0,-1 0 1 0 0,1 0-1 0 0,0 1 0 0 0,0-1 1 0 0,0 1-1 0 0,0-1 0 0 0,0 1 1 0 0,0-1-1 0 0,0 1 0 0 0,0 0 1 0 0,1-1-1 0 0,-1 1 0 0 0,1 0 1 0 0,-1 0-1 0 0,1-1 0 0 0,0 1 1 0 0,-1 0-1 0 0,1 0 0 0 0,0 0 1 0 0,0-1-1 0 0,1 4 0 0 0,3 0-1 0 0,14 1 14 0 0,-18-6-11 0 0,1 0 1 0 0,-1 1 0 0 0,0-1 0 0 0,1 0 0 0 0,-1 1-1 0 0,0-1 1 0 0,1 1 0 0 0,-1-1 0 0 0,0 1-1 0 0,0-1 1 0 0,1 1 0 0 0,-1-1 0 0 0,0 1-1 0 0,0-1 1 0 0,0 1 0 0 0,0-1 0 0 0,0 1-1 0 0,0-1 1 0 0,0 1 0 0 0,0-1 0 0 0,0 1-1 0 0,0-1 1 0 0,0 1 0 0 0,0 0 0 0 0,0-1 0 0 0,0 1-1 0 0,0-1 1 0 0,0 1 0 0 0,-1-1 0 0 0,1 1-1 0 0,0-1 1 0 0,0 0 0 0 0,-1 1 0 0 0,1-1-1 0 0,0 1 1 0 0,-1-1 0 0 0,1 1 0 0 0,-1-1-1 0 0,-5 7 24 0 0,1 0-1 0 0,-2 0 0 0 0,1-1 0 0 0,-1 0 0 0 0,0-1 1 0 0,-13 9-1 0 0,-46 22 111 0 0,53-30-130 0 0,1-1 1 0 0,0 0 0 0 0,-1-1 0 0 0,0-1 0 0 0,0 0 0 0 0,0-1-1 0 0,0 0 1 0 0,-23 0 0 0 0,14-1-12 0 0,14-1-22 0 0,0 0-1 0 0,0 0 1 0 0,0 0-1 0 0,0-1 1 0 0,0-1 0 0 0,-8-2-1 0 0,15 4-9 0 0,0 0 1 0 0,0 0-1 0 0,0 0 0 0 0,0-1 0 0 0,0 1 0 0 0,-1 0 1 0 0,1-1-1 0 0,0 1 0 0 0,0-1 0 0 0,1 1 1 0 0,-1-1-1 0 0,0 0 0 0 0,0 1 0 0 0,0-1 0 0 0,0 0 1 0 0,0 0-1 0 0,1 0 0 0 0,-1 1 0 0 0,0-1 0 0 0,1 0 1 0 0,-1 0-1 0 0,1 0 0 0 0,-1 0 0 0 0,1 0 1 0 0,-1 0-1 0 0,1 0 0 0 0,0 0 0 0 0,-1 0 0 0 0,1-1 1 0 0,0 1-1 0 0,0 0 0 0 0,0 0 0 0 0,0 0 1 0 0,0 0-1 0 0,0 0 0 0 0,0 0 0 0 0,0 0 0 0 0,0 0 1 0 0,0-1-1 0 0,1 1 0 0 0,-1 0 0 0 0,1 0 1 0 0,-1 0-1 0 0,0 0 0 0 0,1 0 0 0 0,0 0 0 0 0,-1 0 1 0 0,1 0-1 0 0,1 0 0 0 0,20-22-2045 0 0,4 1-493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36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556 74 1281 0 0,'-6'0'531'0'0,"5"0"-436"0"0,1 1 0 0 0,-1-1 0 0 0,1 0 0 0 0,-1 0 0 0 0,0 0 0 0 0,1 1 0 0 0,-1-1 0 0 0,1 0 0 0 0,-1 0 0 0 0,0 0 0 0 0,1 0 0 0 0,-1 0 0 0 0,1 0 1 0 0,-1 0-1 0 0,0-1 0 0 0,1 1 0 0 0,-1 0 0 0 0,1 0 0 0 0,-1 0 0 0 0,1-1 0 0 0,-1 1 0 0 0,0 0 0 0 0,1 0 0 0 0,-1-1 0 0 0,1 1 0 0 0,-1 0 0 0 0,1-1 0 0 0,0 1 1 0 0,-1-1-1 0 0,1 1 0 0 0,-1-1 0 0 0,1 1 0 0 0,0-1 0 0 0,-1 1 0 0 0,1-1 0 0 0,0 1 0 0 0,-1-1 0 0 0,1 1 0 0 0,0-1 0 0 0,0 0 0 0 0,0 0 332 0 0,0 0-173 0 0,4-3-121 0 0,-2 4-152 0 0,-1 0 0 0 0,1 0 1 0 0,-1 0-1 0 0,1-1 0 0 0,-1 1 0 0 0,1-1 0 0 0,-1 1 1 0 0,1-1-1 0 0,-1 1 0 0 0,0-1 0 0 0,1 0 0 0 0,-1 0 1 0 0,2-1-1 0 0,-3 2 18 0 0,0-1-1 0 0,0 1 1 0 0,0 0 0 0 0,0-1 0 0 0,0 1 0 0 0,0 0-1 0 0,0 0 1 0 0,0-1 0 0 0,0 1 0 0 0,0 0 0 0 0,0-1-1 0 0,0 1 1 0 0,0 0 0 0 0,0 0 0 0 0,0-1 0 0 0,0 1 0 0 0,0 0-1 0 0,-1-1 1 0 0,1 1 0 0 0,0 0 0 0 0,0 0 0 0 0,0-1-1 0 0,0 1 1 0 0,-1 0 0 0 0,1 0 0 0 0,0 0 0 0 0,0-1-1 0 0,0 1 1 0 0,-1 0 0 0 0,1 0 0 0 0,0 0 0 0 0,0 0 0 0 0,-1-1-1 0 0,0 1 1 0 0,-16-7 39 0 0,17 7-36 0 0,0 0 0 0 0,-1 0 0 0 0,1 0 0 0 0,0 0 0 0 0,0-1 0 0 0,-1 1 0 0 0,1 0 0 0 0,0 0 0 0 0,0 0 0 0 0,-1 0 1 0 0,1-1-1 0 0,0 1 0 0 0,0 0 0 0 0,0 0 0 0 0,-1 0 0 0 0,1-1 0 0 0,0 1 0 0 0,0 0 0 0 0,0 0 0 0 0,0-1 0 0 0,0 1 0 0 0,-1 0 0 0 0,1-1 0 0 0,0 1 0 0 0,0 0 0 0 0,0 0 0 0 0,0-1 0 0 0,0 1 0 0 0,0 0 0 0 0,0-1 0 0 0,0 1 0 0 0,0 0 0 0 0,0 0 0 0 0,0-1 0 0 0,1 0 0 0 0,-1 1 0 0 0,0 0 0 0 0,0 0-1 0 0,0-1 1 0 0,0 1 0 0 0,0 0-1 0 0,0 0 1 0 0,0-1 0 0 0,0 1-1 0 0,0 0 1 0 0,0-1 0 0 0,0 1-1 0 0,0 0 1 0 0,0 0 0 0 0,0-1-1 0 0,0 1 1 0 0,-1 0 0 0 0,1 0-1 0 0,0-1 1 0 0,0 1 0 0 0,0 0-1 0 0,0 0 1 0 0,0-1 0 0 0,-1 1-1 0 0,1 0 1 0 0,0 0 0 0 0,0 0 0 0 0,0-1-1 0 0,-1 1 1 0 0,1 0 0 0 0,0 0-1 0 0,0 0 1 0 0,0 0 0 0 0,-1 0-1 0 0,1-1 1 0 0,-1 1 0 0 0,1 0-2 0 0,0 0 1 0 0,-1 0 0 0 0,1 0 0 0 0,0 0 0 0 0,-1 0-1 0 0,1 0 1 0 0,0 0 0 0 0,0 0 0 0 0,-1 0-1 0 0,1-1 1 0 0,0 1 0 0 0,0 0 0 0 0,-1 0 0 0 0,1 0-1 0 0,0 0 1 0 0,0-1 0 0 0,-1 1 0 0 0,1 0-1 0 0,0 0 1 0 0,0-1 0 0 0,0 1 0 0 0,-1 0 0 0 0,1 0-1 0 0,0-1 1 0 0,0 1 0 0 0,0 0 0 0 0,0 0 0 0 0,0-1-1 0 0,0 1 1 0 0,0 0 0 0 0,-1-1 0 0 0,1 1-1 0 0,0 0 1 0 0,0 0 0 0 0,0-1 0 0 0,10-5 43 0 0,14 2-10 0 0,-24 4-32 0 0,0 0 0 0 0,0 0 0 0 0,1 0 1 0 0,-1 0-1 0 0,0 0 0 0 0,0 0 0 0 0,0 0 0 0 0,0 0 0 0 0,1 0 0 0 0,-1 0 0 0 0,0 0 0 0 0,0 0 0 0 0,0 0 0 0 0,0 0 0 0 0,0 0 0 0 0,1 0 0 0 0,-1 0 0 0 0,0 0 0 0 0,0 0 0 0 0,0 0 0 0 0,0 1 0 0 0,0-1 0 0 0,1 0 0 0 0,-1 0 1 0 0,0 0-1 0 0,0 0 0 0 0,0 0 0 0 0,0 0 0 0 0,0 0 0 0 0,0 1 0 0 0,0-1 0 0 0,0 0 0 0 0,1 0 0 0 0,-1 0 0 0 0,0 0 0 0 0,0 1 0 0 0,0-1 0 0 0,0 0 0 0 0,0 0 0 0 0,0 0 0 0 0,0 0 0 0 0,0 0 0 0 0,0 1 0 0 0,0-1 1 0 0,0 0-1 0 0,0 0 0 0 0,0 0 0 0 0,0 0 0 0 0,0 1 0 0 0,-1-1 1 0 0,1 0 0 0 0,0 0 1 0 0,0 1-1 0 0,0-1 1 0 0,0 0-1 0 0,0 0 0 0 0,0 0 1 0 0,0 1-1 0 0,0-1 0 0 0,0 0 1 0 0,0 0-1 0 0,0 0 0 0 0,1 1 1 0 0,-1-1-1 0 0,0 0 0 0 0,0 0 1 0 0,0 0-1 0 0,0 1 1 0 0,0-1-1 0 0,0 0 0 0 0,0 0 1 0 0,0 0-1 0 0,1 0 0 0 0,-1 1 1 0 0,0-1-1 0 0,0 0 0 0 0,0 0 1 0 0,0 0-1 0 0,0 0 0 0 0,1 0 1 0 0,-1 0-1 0 0,0 0 1 0 0,0 1-1 0 0,0-1 0 0 0,1 0 1 0 0,-1 0-1 0 0,0 0 0 0 0,0 0 1 0 0,0 0-1 0 0,1 0 0 0 0,0 0 8 0 0,16 3 123 0 0,-17-3-131 0 0,0 0 0 0 0,1 1 0 0 0,-1-1 0 0 0,0 0 0 0 0,1 0 1 0 0,-1 0-1 0 0,0 1 0 0 0,0-1 0 0 0,1 0 0 0 0,-1 0 0 0 0,0 1 0 0 0,0-1 0 0 0,1 0 0 0 0,-1 1 0 0 0,0-1 0 0 0,0 0 0 0 0,0 1 0 0 0,0-1 0 0 0,0 0 0 0 0,1 1 0 0 0,-1-1 0 0 0,0 0 0 0 0,0 1 1 0 0,0-1-1 0 0,0 0 0 0 0,0 1 0 0 0,0-1 0 0 0,0 1 0 0 0,0-1 0 0 0,0 0 0 0 0,0 1 0 0 0,0-1 0 0 0,-1 0 0 0 0,1 1 0 0 0,0-1 0 0 0,0 0 0 0 0,0 1 0 0 0,0-1 0 0 0,0 0 0 0 0,-1 1 1 0 0,1-1-1 0 0,0 0 0 0 0,0 0 0 0 0,-1 1 0 0 0,1-1 0 0 0,0 0 0 0 0,0 0 0 0 0,-1 1 0 0 0,1-1 0 0 0,0 0 0 0 0,-1 0 0 0 0,1 1 0 0 0,-3 2 12 0 0,0 1 0 0 0,0 0 0 0 0,0-1 0 0 0,1 1 0 0 0,0 1 0 0 0,-1-1 0 0 0,2 0 0 0 0,-1 0 0 0 0,-1 6 0 0 0,1-4-5 0 0,-1 0 11 0 0,0 0 0 0 0,-1 0 0 0 0,1 0 1 0 0,-1-1-1 0 0,0 1 0 0 0,-1-1 0 0 0,1 0 0 0 0,-1 0 0 0 0,0-1 0 0 0,-1 1 0 0 0,1-1 0 0 0,-1 0 0 0 0,1 0 0 0 0,-1-1 0 0 0,0 0 0 0 0,-1 0 0 0 0,1 0 0 0 0,-8 2 0 0 0,-33-1 237 0 0,0-1 0 0 0,-59-5 0 0 0,99 2-210 0 0,0-1-1 0 0,0 1 1 0 0,1-1 0 0 0,-1 0-1 0 0,1-1 1 0 0,-12-4 0 0 0,18 6-47 0 0,-1 0 1 0 0,1 0-1 0 0,0 0 1 0 0,0 0-1 0 0,-1 0 1 0 0,1 0-1 0 0,0 0 1 0 0,0-1-1 0 0,-1 1 0 0 0,1 0 1 0 0,0 0-1 0 0,0 0 1 0 0,0 0-1 0 0,0-1 1 0 0,-1 1-1 0 0,1 0 1 0 0,0 0-1 0 0,0 0 1 0 0,0-1-1 0 0,0 1 1 0 0,-1 0-1 0 0,1 0 1 0 0,0-1-1 0 0,0 1 1 0 0,0 0-1 0 0,0 0 1 0 0,0-1-1 0 0,0 1 1 0 0,0 0-1 0 0,0 0 1 0 0,0-1-1 0 0,0 1 1 0 0,0 0-1 0 0,0 0 1 0 0,0-1-1 0 0,0 1 1 0 0,0 0-1 0 0,0 0 0 0 0,0-1 1 0 0,0 1-1 0 0,0 0 1 0 0,1 0-1 0 0,-1 0 1 0 0,0-1-1 0 0,0 1 1 0 0,0 0-1 0 0,0 0 1 0 0,0-1-1 0 0,1 1 1 0 0,-1 0-1 0 0,0 0 1 0 0,0 0-1 0 0,0 0 1 0 0,1-1-1 0 0,-1 1 1 0 0,0 0-1 0 0,0 0 1 0 0,0 0-1 0 0,1 0 1 0 0,-1 0-1 0 0,0 0 1 0 0,1 0-1 0 0,19-13-54 0 0,0 1-1 0 0,1 1 1 0 0,1 1 0 0 0,0 1-1 0 0,33-9 1 0 0,-14 8-227 0 0,69-9 0 0 0,-81 17 177 0 0,-55 11 366 0 0,21-12-178 0 0,28 0-104 0 0,-18 4-34 0 0,-1 4 40 0 0,18-4-1 0 0,1-2-39 0 0,-24 0 53 0 0,1 1-1 0 0,0 0 1 0 0,0 0 0 0 0,0 0 0 0 0,0 0-1 0 0,0 0 1 0 0,0 0 0 0 0,0 0 0 0 0,0 0-1 0 0,0 0 1 0 0,0 0 0 0 0,0 0 0 0 0,-1 0-1 0 0,1-1 1 0 0,0 1 0 0 0,0 0 0 0 0,0 0-1 0 0,0 0 1 0 0,0 0 0 0 0,0 0 0 0 0,0 0-1 0 0,0 0 1 0 0,0 0 0 0 0,0-1 0 0 0,0 1-1 0 0,0 0 1 0 0,0 0 0 0 0,0 0 0 0 0,0 0-1 0 0,0 0 1 0 0,0 0 0 0 0,0 0 0 0 0,0 0-1 0 0,0-1 1 0 0,0 1 0 0 0,0 0 0 0 0,0 0-1 0 0,0 0 1 0 0,0 0 0 0 0,0 0 0 0 0,1 0-1 0 0,-1 0 1 0 0,0 0 0 0 0,0 0 0 0 0,0-1-1 0 0,0 1 1 0 0,0 0 0 0 0,0 0 0 0 0,0 0-1 0 0,0 0 1 0 0,0 0 0 0 0,1 0 0 0 0,-5 0 4 0 0,-5 1-11 0 0,22-4 90 0 0,-9-1-83 0 0,-4-2 0 0 0,0 1-14 0 0,0 4-26 0 0,-53-6 208 0 0,40 4-80 0 0,0 0 0 0 0,0 2 0 0 0,-24-1 1 0 0,30 2-67 0 0,-18 2 99 0 0,0 0 0 0 0,0 2 0 0 0,-25 6 0 0 0,-52 27 253 0 0,100-36-369 0 0,0-1 0 0 0,0 1 0 0 0,0 0 0 0 0,0-1 0 0 0,1 1 0 0 0,-1 0 0 0 0,0 0 0 0 0,1 0 0 0 0,-1 1 0 0 0,1-1 0 0 0,-1 0 0 0 0,1 0 0 0 0,0 1 0 0 0,-3 2 0 0 0,4-3-5 0 0,0-1 1 0 0,0 1 0 0 0,0-1-1 0 0,0 1 1 0 0,0-1 0 0 0,1 1 0 0 0,-1-1-1 0 0,0 1 1 0 0,0-1 0 0 0,0 1-1 0 0,0 0 1 0 0,0-1 0 0 0,1 1-1 0 0,-1-1 1 0 0,0 0 0 0 0,1 1-1 0 0,-1-1 1 0 0,0 1 0 0 0,1-1-1 0 0,-1 1 1 0 0,0-1 0 0 0,1 0-1 0 0,-1 1 1 0 0,1-1 0 0 0,-1 0 0 0 0,1 1-1 0 0,-1-1 1 0 0,1 0 0 0 0,-1 0-1 0 0,1 1 1 0 0,0-1 0 0 0,9 4-3 0 0,-1 0 0 0 0,2-1 1 0 0,17 4-1 0 0,-21-6 5 0 0,73 11-69 0 0,-77-12 64 0 0,-1 0 1 0 0,1 1-1 0 0,-1-1 1 0 0,1 1-1 0 0,-1 0 1 0 0,1 0-1 0 0,-1 0 1 0 0,0 0-1 0 0,4 2 1 0 0,-5-2 1 0 0,-1-1 0 0 0,0 0 0 0 0,0 0 0 0 0,0 0 0 0 0,0 0 0 0 0,0 1 0 0 0,0-1 1 0 0,0 0-1 0 0,0 0 0 0 0,1 0 0 0 0,-1 0 0 0 0,0 1 0 0 0,0-1 0 0 0,0 0 0 0 0,0 0 0 0 0,0 0 0 0 0,0 1 0 0 0,0-1 0 0 0,0 0 0 0 0,0 0 0 0 0,0 0 0 0 0,0 1 1 0 0,0-1-1 0 0,0 0 0 0 0,-1 0 0 0 0,1 0 0 0 0,0 1 0 0 0,0-1 0 0 0,0 0 0 0 0,0 0 0 0 0,0 0 0 0 0,0 0 0 0 0,0 1 0 0 0,0-1 0 0 0,-1 0 0 0 0,1 0 0 0 0,0 0 0 0 0,-1 2-1 0 0,1 5 26 0 0,0 1 1 0 0,-1 0-1 0 0,0 0 0 0 0,0-1 0 0 0,-1 1 0 0 0,0-1 0 0 0,0 1 0 0 0,-1-1 1 0 0,0 0-1 0 0,0 0 0 0 0,-1 0 0 0 0,0 0 0 0 0,0 0 0 0 0,0-1 0 0 0,-1 0 1 0 0,0 0-1 0 0,0 0 0 0 0,-1-1 0 0 0,1 1 0 0 0,-1-1 0 0 0,-1-1 0 0 0,1 1 1 0 0,-1-1-1 0 0,1 0 0 0 0,-9 3 0 0 0,-140 76 522 0 0,150-80-542 0 0,-1 0 0 0 0,1 0-1 0 0,-1-1 1 0 0,0 0 0 0 0,1 0 0 0 0,-1 0 0 0 0,0 0 0 0 0,0-1 0 0 0,0 0-1 0 0,-13 0 1 0 0,8-5-141 0 0,9 3 85 0 0,0-1-31 0 0,0 0-1 0 0,0 0 0 0 0,0 0 0 0 0,0 0 0 0 0,1 0 0 0 0,-1-1 0 0 0,1 1 0 0 0,-1 0 0 0 0,1-1 0 0 0,0 1 0 0 0,0-1 0 0 0,0 0 0 0 0,0 1 0 0 0,0-1 0 0 0,1 0 0 0 0,-1 1 0 0 0,1-1 0 0 0,0 0 0 0 0,-1 0 0 0 0,1 1 0 0 0,1-1 0 0 0,-1 0 1 0 0,0 0-1 0 0,1 1 0 0 0,-1-1 0 0 0,1 0 0 0 0,0 1 0 0 0,0-1 0 0 0,0 1 0 0 0,0-1 0 0 0,3-3 0 0 0,2-2-362 0 0,0 1 1 0 0,1 0-1 0 0,0 0 1 0 0,10-7-1 0 0,-16 14 414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37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478 30 3041 0 0,'-121'20'4227'0'0,"113"-19"-4518"0"0,0 0 210 0 0,-10-1 55 0 0,-9-4-54 0 0,18-3 13 0 0,-62-10 307 0 0,67 16 147 0 0,-1 1-214 0 0,-39 0 401 0 0,39 0-507 0 0,1 0-1 0 0,-23 6 14 0 0,5-5-66 0 0,21-2-14 0 0,8-1 0 0 0,23-3 0 0 0,36-3 0 0 0,41 2 0 0 0,-76 5 0 0 0,-4-4 0 0 0,-12 4-41 0 0,-21 1 15 0 0,14 0 26 0 0,-25 0 53 0 0,-48 2 20 0 0,-77 13 0 0 0,55-4 102 0 0,16 1-2 0 0,67-8-139 0 0,10 0-2 0 0,6 0-18 0 0,103 18 53 0 0,31 18-54 0 0,-56-14-13 0 0,65 31 80 0 0,-153-57-80 0 0,0 1 0 0 0,0 0 0 0 0,-1 0 0 0 0,1-1 0 0 0,0 1 0 0 0,-1 0 0 0 0,1 0 0 0 0,-1 1 0 0 0,1-1 0 0 0,-1 0 0 0 0,0 0 0 0 0,1 1 0 0 0,-1-1 0 0 0,0 1 0 0 0,0-1-1 0 0,0 1 1 0 0,0 0 0 0 0,0-1 0 0 0,0 1 0 0 0,0 0 0 0 0,-1 0 0 0 0,1-1 0 0 0,-1 1 0 0 0,1 0 0 0 0,-1 0 0 0 0,0 0 0 0 0,0 2 0 0 0,0-2 1 0 0,0 1-1 0 0,-1-1 1 0 0,0 1 0 0 0,0-1-1 0 0,1 1 1 0 0,-1-1 0 0 0,-1 0 0 0 0,1 1-1 0 0,0-1 1 0 0,-1 0 0 0 0,1 0-1 0 0,-1 0 1 0 0,1 0 0 0 0,-1 0-1 0 0,0 0 1 0 0,0-1 0 0 0,0 1-1 0 0,0-1 1 0 0,0 1 0 0 0,-3 1-1 0 0,-9 5 12 0 0,0 0 0 0 0,-1-1 0 0 0,0-1 0 0 0,-1 0 0 0 0,-22 5 0 0 0,-85 7 50 0 0,116-17-62 0 0,-31 3 10 0 0,-58-1 0 0 0,87-3-18 0 0,0 0 1 0 0,0-1-1 0 0,0 0 0 0 0,0-1 1 0 0,1 0-1 0 0,-1-1 0 0 0,1 1 0 0 0,-1-1 1 0 0,1-1-1 0 0,0 0 0 0 0,0 0 1 0 0,-10-7-1 0 0,16 9-13 0 0,-1-1 1 0 0,1 1 0 0 0,-1-1-1 0 0,1 0 1 0 0,0 0-1 0 0,0 0 1 0 0,0 0-1 0 0,0 0 1 0 0,1 0-1 0 0,-1 0 1 0 0,1 0 0 0 0,0-1-1 0 0,0 1 1 0 0,0-1-1 0 0,0 1 1 0 0,1-1-1 0 0,-1 1 1 0 0,1-1-1 0 0,0 1 1 0 0,0-1 0 0 0,0 1-1 0 0,0-1 1 0 0,1 1-1 0 0,0-1 1 0 0,-1 1-1 0 0,1-1 1 0 0,0 1-1 0 0,1 0 1 0 0,1-5 0 0 0,1-1-56 0 0,1 1 1 0 0,-1 0 0 0 0,1 0 0 0 0,1 1-1 0 0,-1 0 1 0 0,1 0 0 0 0,0 0 0 0 0,1 0 0 0 0,0 1-1 0 0,11-8 1 0 0,115-64-2593 0 0,-57 44-1534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38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584 7 400 0 0,'0'0'5549'0'0,"-4"0"-4895"0"0,-3-2-464 0 0,-39 10 447 0 0,13-2-582 0 0,1 2-1 0 0,0 2 0 0 0,-31 13 1 0 0,-17 6 74 0 0,-120 45 324 0 0,190-70-413 0 0,-1 1 0 0 0,1 0 0 0 0,0 1 0 0 0,-14 9 0 0 0,23-13-31 0 0,-1-1-1 0 0,1 0 0 0 0,-1 0 1 0 0,1 0-1 0 0,-1 1 1 0 0,1-1-1 0 0,0 1 0 0 0,0-1 1 0 0,-1 1-1 0 0,1-1 0 0 0,0 1 1 0 0,1 0-1 0 0,-1-1 1 0 0,0 1-1 0 0,0 0 0 0 0,1 0 1 0 0,-1 0-1 0 0,1 0 1 0 0,-1 0-1 0 0,1-1 0 0 0,0 1 1 0 0,0 0-1 0 0,0 0 1 0 0,0 0-1 0 0,0 0 0 0 0,0 0 1 0 0,1 0-1 0 0,-1 0 1 0 0,1 0-1 0 0,-1 0 0 0 0,1-1 1 0 0,0 1-1 0 0,0 0 1 0 0,0 1-1 0 0,4 2 0 0 0,-1 0 0 0 0,0-1-1 0 0,1 0 1 0 0,0 0 0 0 0,0-1 0 0 0,0 1-1 0 0,0-1 1 0 0,1 0 0 0 0,-1 0 0 0 0,10 3 0 0 0,-3-1-1 0 0,4 2 3 0 0,1 0 0 0 0,0-2 0 0 0,0 0 0 0 0,0-1 0 0 0,0-1 0 0 0,1 0 0 0 0,0-2-1 0 0,28 0 1 0 0,-16-2 2 0 0,0-2-1 0 0,0-1 1 0 0,0-2 0 0 0,31-9-1 0 0,-42 9-23 0 0,1 0 0 0 0,22-12 0 0 0,-39 17 10 0 0,0 0 0 0 0,0-1 0 0 0,0 1 0 0 0,-1-1 0 0 0,1 1 1 0 0,-1-1-1 0 0,1 0 0 0 0,-1 0 0 0 0,1 0 0 0 0,-1 0 0 0 0,0 0 0 0 0,0-1 0 0 0,0 1 0 0 0,-1-1 0 0 0,1 1 0 0 0,0-1 1 0 0,-1 0-1 0 0,0 1 0 0 0,1-1 0 0 0,-1 0 0 0 0,0 0 0 0 0,0-5 0 0 0,-3-3-6 0 0,-1 1 0 0 0,0-1 0 0 0,0 1 0 0 0,-1 0 0 0 0,-1 0 0 0 0,0 0 0 0 0,0 0 0 0 0,-1 1 0 0 0,-11-14 0 0 0,8 14-11 0 0,-1 0 1 0 0,0 0-1 0 0,0 1 0 0 0,0 0 0 0 0,-1 1 0 0 0,-1 1 1 0 0,1-1-1 0 0,-1 2 0 0 0,0 0 0 0 0,-18-6 1 0 0,3 3-111 0 0,0 1 1 0 0,-1 1-1 0 0,-55-4 1 0 0,71 10 37 0 0,0 0 1 0 0,0 0 0 0 0,-20 4-1 0 0,30-4 56 0 0,0 0 0 0 0,0 1 0 0 0,0-1 0 0 0,1 0 0 0 0,-1 1 0 0 0,0-1 0 0 0,0 1 0 0 0,0-1 0 0 0,1 1-1 0 0,-1 0 1 0 0,0 0 0 0 0,1 0 0 0 0,-1 0 0 0 0,1 0 0 0 0,-1 0 0 0 0,1 0 0 0 0,-1 1 0 0 0,1-1 0 0 0,0 0 0 0 0,0 1-1 0 0,0-1 1 0 0,0 1 0 0 0,0-1 0 0 0,0 1 0 0 0,0 0 0 0 0,0-1 0 0 0,0 1 0 0 0,1 0 0 0 0,-1 3 0 0 0,1-4-42 0 0,0-1-1 0 0,0 1 1 0 0,0 0 0 0 0,1 0 0 0 0,-1 0 0 0 0,0 0-1 0 0,1 0 1 0 0,-1 0 0 0 0,1 0 0 0 0,-1 0 0 0 0,1 0-1 0 0,-1-1 1 0 0,1 1 0 0 0,0 0 0 0 0,-1 0 0 0 0,1-1-1 0 0,0 1 1 0 0,0 0 0 0 0,0-1 0 0 0,-1 1 0 0 0,1-1-1 0 0,0 1 1 0 0,0-1 0 0 0,0 1 0 0 0,0-1-1 0 0,0 0 1 0 0,0 1 0 0 0,0-1 0 0 0,0 0 0 0 0,0 0-1 0 0,1 0 1 0 0,2 2-347 0 0,23 4-1830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38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294 34 400 0 0,'-53'-3'4587'0'0,"0"1"-2171"0"0,-23-6-1589 0 0,76 8-825 0 0,1 0-1 0 0,-1 0 0 0 0,0 0 1 0 0,0 0-1 0 0,0 0 0 0 0,1 0 1 0 0,-1 0-1 0 0,0 0 0 0 0,0 0 1 0 0,0-1-1 0 0,0 1 0 0 0,1 0 1 0 0,-1 0-1 0 0,0 0 0 0 0,0 0 1 0 0,0 0-1 0 0,0 0 0 0 0,1-1 1 0 0,-1 1-1 0 0,0 0 0 0 0,0 0 1 0 0,0 0-1 0 0,0 0 0 0 0,0-1 1 0 0,0 1-1 0 0,0 0 0 0 0,1 0 1 0 0,-1 0-1 0 0,0-1 0 0 0,0 1 1 0 0,0 0-1 0 0,0 0 0 0 0,0 0 1 0 0,0-1-1 0 0,0 1 0 0 0,0 0 1 0 0,0 0-1 0 0,0-1 0 0 0,0 1 1 0 0,0 0-1 0 0,0 0 0 0 0,0 0 1 0 0,0-1-1 0 0,-1 1 0 0 0,1 0 1 0 0,0 0-1 0 0,0 0 0 0 0,0 0 1 0 0,0-1-1 0 0,0 1 0 0 0,0 0 1 0 0,0 0-1 0 0,-1 0 0 0 0,1 0 1 0 0,0-1-1 0 0,0 1 0 0 0,0 0 1 0 0,0 0-1 0 0,-1 0 0 0 0,1 0 1 0 0,0 0-1 0 0,0 0 0 0 0,0 0 1 0 0,-1 0-1 0 0,1 0 0 0 0,0-1 1 0 0,0 1-1 0 0,0 0 0 0 0,-1 0 1 0 0,7-2-2 0 0,0 0 0 0 0,0 0 0 0 0,0 1 0 0 0,1-1 0 0 0,-1 1 0 0 0,0 1 0 0 0,1-1 0 0 0,-1 1 0 0 0,0 0 0 0 0,1 1 0 0 0,-1-1 0 0 0,1 1 0 0 0,-1 0 0 0 0,0 1 0 0 0,0 0 0 0 0,0 0 0 0 0,0 0 0 0 0,0 0 0 0 0,0 1 0 0 0,-1 0 0 0 0,1 1 0 0 0,-1-1 0 0 0,0 1 0 0 0,0 0 0 0 0,0 0 0 0 0,0 0 0 0 0,-1 1 0 0 0,0 0 0 0 0,1 0 0 0 0,-2 0 0 0 0,1 0 0 0 0,-1 1 0 0 0,0-1 0 0 0,0 1 0 0 0,0 0 0 0 0,-1 0 0 0 0,0 0 0 0 0,2 9 0 0 0,-2-6 19 0 0,-1 0 1 0 0,0 0-1 0 0,-1 0 1 0 0,1 0-1 0 0,-2 0 1 0 0,1 0-1 0 0,-1 0 1 0 0,-1 0-1 0 0,0-1 1 0 0,0 1-1 0 0,-1 0 1 0 0,-5 13-1 0 0,5-7 86 0 0,4-14-100 0 0,-1 0 0 0 0,0 0 0 0 0,0 0 0 0 0,0 0 0 0 0,0-1 0 0 0,-1 1 0 0 0,1 0 0 0 0,0 0 0 0 0,0 0 0 0 0,0 0 0 0 0,-1 0 0 0 0,1 0 0 0 0,0 0 0 0 0,-1 0 0 0 0,1 0 0 0 0,-1-1 0 0 0,1 1 0 0 0,-2 1 0 0 0,1-2-5 0 0,0 0-1 0 0,1 1 0 0 0,-1-2 0 0 0,0 1 1 0 0,0 0-1 0 0,0 0 0 0 0,1 0 0 0 0,-1 0 0 0 0,0 0 1 0 0,0-1-1 0 0,1 1 0 0 0,-1 0 0 0 0,0-1 1 0 0,1 1-1 0 0,-1 0 0 0 0,0-1 0 0 0,1 1 1 0 0,-1-1-1 0 0,0 1 0 0 0,1-1 0 0 0,-1 1 1 0 0,1-1-1 0 0,-1 0 0 0 0,1 1 0 0 0,0-1 1 0 0,-1 0-1 0 0,1 1 0 0 0,-1-1 0 0 0,1 0 1 0 0,-3-28-49 0 0,3 23 41 0 0,0 1 0 0 0,-1-1 0 0 0,1 0 0 0 0,-1 0-1 0 0,-2-6 1 0 0,0 2 8 0 0,-1 0 0 0 0,0 0 0 0 0,-1 0 0 0 0,0 1 0 0 0,0 0-1 0 0,-1-1 1 0 0,0 2 0 0 0,-8-9 0 0 0,11 14 3 0 0,0 0 0 0 0,0 0 0 0 0,-1 1 0 0 0,1-1 0 0 0,0 1 0 0 0,-1 0 0 0 0,0 0 0 0 0,1 0 0 0 0,-1 0 0 0 0,0 0 0 0 0,0 1 0 0 0,0 0 0 0 0,0 0 0 0 0,0 0 0 0 0,0 0 0 0 0,0 1 0 0 0,-1 0 0 0 0,1 0 0 0 0,0 0 0 0 0,0 0 0 0 0,0 0 0 0 0,0 1 0 0 0,0 0 0 0 0,0 0 0 0 0,0 0 0 0 0,-5 2 0 0 0,2 1 14 0 0,0-1 0 0 0,-1 2-1 0 0,2-1 1 0 0,-1 1 0 0 0,0 0-1 0 0,1 0 1 0 0,0 1-1 0 0,0 0 1 0 0,1 0 0 0 0,0 0-1 0 0,0 1 1 0 0,-7 11 0 0 0,10-15-13 0 0,0 0 1 0 0,1 0 0 0 0,-1 0-1 0 0,0 1 1 0 0,1-1-1 0 0,0 0 1 0 0,0 1 0 0 0,0-1-1 0 0,0 1 1 0 0,0-1 0 0 0,1 1-1 0 0,0-1 1 0 0,0 1-1 0 0,0-1 1 0 0,0 1 0 0 0,0 0-1 0 0,1-1 1 0 0,-1 1 0 0 0,1-1-1 0 0,0 0 1 0 0,0 1-1 0 0,0-1 1 0 0,1 1 0 0 0,-1-1-1 0 0,1 0 1 0 0,-1 0-1 0 0,1 0 1 0 0,0 0 0 0 0,1 0-1 0 0,-1-1 1 0 0,0 1 0 0 0,1 0-1 0 0,3 2 1 0 0,4 2-61 0 0,0-1 0 0 0,0 0 0 0 0,1 0-1 0 0,-1-1 1 0 0,1-1 0 0 0,0 0 0 0 0,1 0 0 0 0,-1-1 0 0 0,1 0 0 0 0,-1-1 0 0 0,1-1 0 0 0,0 0 0 0 0,22 0-1 0 0,-11-3-431 0 0,0 0 0 0 0,-1-2 0 0 0,1 0 0 0 0,-1-1 0 0 0,0-2 0 0 0,30-11 0 0 0,28-19-3140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39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1062 1 2081 0 0,'-103'13'4722'0'0,"104"-13"-4700"0"0,-1 0 0 0 0,0 0-1 0 0,0 0 1 0 0,0 0 0 0 0,0 0 0 0 0,1 0-1 0 0,-1 0 1 0 0,0 0 0 0 0,0 0 0 0 0,0 0-1 0 0,0 0 1 0 0,1 1 0 0 0,-1-1 0 0 0,0 0-1 0 0,0 0 1 0 0,0 0 0 0 0,0 0 0 0 0,0 0-1 0 0,0 1 1 0 0,1-1 0 0 0,-1 0 0 0 0,0 0-1 0 0,0 0 1 0 0,0 0 0 0 0,0 1 0 0 0,0-1-1 0 0,0 0 1 0 0,0 0 0 0 0,0 0 0 0 0,0 0-1 0 0,0 1 1 0 0,0-1 0 0 0,0 0 0 0 0,0 0-1 0 0,0 0 1 0 0,0 1 0 0 0,0-1 0 0 0,0 0 0 0 0,0 0-1 0 0,0 0 1 0 0,0 0 0 0 0,0 1 0 0 0,0-1-1 0 0,0 0 1 0 0,-1 0 0 0 0,1 0 0 0 0,0 0-1 0 0,0 1 1 0 0,0-1 0 0 0,0 0 0 0 0,0 0-1 0 0,0 0 1 0 0,-1 0 0 0 0,1 0 0 0 0,0 0-1 0 0,0 1 1 0 0,0-1 0 0 0,0 0 0 0 0,-1 0-1 0 0,1 0 1 0 0,0 0 0 0 0,0 0 0 0 0,0 0-1 0 0,-1 0 1 0 0,37 6 109 0 0,42 8-152 0 0,-72-13 13 0 0,0 1 0 0 0,0 0-1 0 0,0 0 1 0 0,-1 1-1 0 0,1 0 1 0 0,0 0 0 0 0,-1 0-1 0 0,0 0 1 0 0,7 7 0 0 0,-10-9 5 0 0,-1 0 0 0 0,1 1 0 0 0,-1-1 0 0 0,1 1-1 0 0,-1 0 1 0 0,0-1 0 0 0,0 1 0 0 0,0 0 0 0 0,0 0 0 0 0,0 0 0 0 0,0 0 0 0 0,0 0 0 0 0,-1 0 0 0 0,1 0 0 0 0,-1 0 0 0 0,0 0 0 0 0,1 0 0 0 0,-1 0 0 0 0,0 0 0 0 0,0 0 0 0 0,-1 4-1 0 0,1-3 4 0 0,-2 0 0 0 0,1 1 0 0 0,0-1 0 0 0,-1 0 0 0 0,1 0 0 0 0,-1 0 0 0 0,0 0 0 0 0,0 0 0 0 0,0 0 0 0 0,-1-1 0 0 0,1 1 0 0 0,-4 2 0 0 0,-7 6 27 0 0,0-1 0 0 0,-1-1 0 0 0,0 0 0 0 0,-1-1-1 0 0,-17 7 1 0 0,-359 153 520 0 0,273-117-647 0 0,-159 46 0 0 0,255-90-180 0 0,0-1 0 0 0,0-1 0 0 0,-1-1-1 0 0,1-1 1 0 0,-1-1 0 0 0,-25 0 0 0 0,38-4-576 0 0,-1 1 0 0 0,1-1 1 0 0,-16-6-1 0 0,25 8 838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39.9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30 5523 0 0,'-80'17'2161'0'0,"80"-29"-2882"0"0,53-5-559 0 0,-53 12 239 0 0,27 0-400 0 0,-27-2-399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40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920 1 560 0 0,'0'0'3148'0'0,"-5"0"-1934"0"0,-17 0 1227 0 0,-14 11-2107 0 0,3-1-199 0 0,0 2 0 0 0,1 0 0 0 0,1 3 0 0 0,0 0 0 0 0,0 3 0 0 0,2 0 0 0 0,-31 25 0 0 0,-25 30 182 0 0,-105 116 1 0 0,173-171-286 0 0,-24 21 56 0 0,-2-2-1 0 0,-52 35 0 0 0,-10 9-2 0 0,176-113-1912 0 0,-53 22 1146 0 0,-1 0 1 0 0,28-21 0 0 0,35-38-3722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41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214 16 1601 0 0,'-80'12'3281'0'0,"53"-7"-2801"0"0,1-5-960 0 0,-1 0 240 0 0,27-5 160 0 0,0 0 0 0 0,-27-2-240 0 0,27 2-560 0 0,-26-5-801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43.4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18 327 4642 0 0,'-18'4'2420'0'0,"36"-3"-1865"0"0,-19-2-719 0 0,1 0 159 0 0,0 1 1 0 0,0-1 0 0 0,0 0 0 0 0,0 0-1 0 0,0 0 1 0 0,0 1 0 0 0,0-1 0 0 0,0 0-1 0 0,0 0 1 0 0,0 0 0 0 0,0 1 0 0 0,0-1-1 0 0,1 0 1 0 0,-1 0 0 0 0,0 1 0 0 0,1-1-1 0 0,-1 0 1 0 0,0 1 0 0 0,1-1 0 0 0,0-1-1 0 0,4-1 6 0 0,-4 3 0 0 0,0 0-1 0 0,-1-1 1 0 0,1 1-1 0 0,0-1 0 0 0,0 1 1 0 0,-1-1-1 0 0,1 1 1 0 0,0-1-1 0 0,-1 1 1 0 0,1-1-1 0 0,-1 0 1 0 0,1 1-1 0 0,0-1 0 0 0,-1 0 1 0 0,0 0-1 0 0,1 1 1 0 0,-1-1-1 0 0,1 0 1 0 0,-1 0-1 0 0,0 0 1 0 0,0 1-1 0 0,1-1 0 0 0,-1 0 1 0 0,0 0-1 0 0,0 0 1 0 0,0 0-1 0 0,0-1 1 0 0,0 0 2 0 0,1 0 0 0 0,-1 0 0 0 0,1 0 0 0 0,-1-1 0 0 0,1 1 0 0 0,0 0 0 0 0,0 0 0 0 0,0 0 0 0 0,0 1 0 0 0,0-1 0 0 0,0 0 1 0 0,1 0-1 0 0,-1 1 0 0 0,0-1 0 0 0,1 0 0 0 0,0 1 0 0 0,-1 0 0 0 0,1-1 0 0 0,0 1 0 0 0,0 0 0 0 0,2-1 0 0 0,17-18-4 0 0,5-20 1 0 0,-22 26 6 0 0,-4 14-3 0 0,0-1 0 0 0,0 0 0 0 0,0 0 0 0 0,0 1 0 0 0,0-1 0 0 0,0 0 0 0 0,0 0 1 0 0,0 1-1 0 0,0-1 0 0 0,1 0 0 0 0,-1 0 0 0 0,0 1 0 0 0,1-1 0 0 0,-1 0 0 0 0,0 1 0 0 0,1-1 0 0 0,-1 1 0 0 0,1-1 0 0 0,0-1 0 0 0,4-1 5 0 0,0-1-1 0 0,0 1 1 0 0,1-1 0 0 0,-1 2-1 0 0,1-1 1 0 0,-1 0-1 0 0,1 1 1 0 0,0 0 0 0 0,0 1-1 0 0,0-1 1 0 0,0 1 0 0 0,0 0-1 0 0,0 1 1 0 0,1-1-1 0 0,-1 1 1 0 0,0 1 0 0 0,0-1-1 0 0,0 1 1 0 0,0 0 0 0 0,7 2-1 0 0,-4-1 3 0 0,0 1-1 0 0,0-1 1 0 0,0 2 0 0 0,15 8-1 0 0,-20-10 12 0 0,-1 0 0 0 0,1 0 0 0 0,-1 1 0 0 0,1 0 0 0 0,-1-1 0 0 0,0 1 0 0 0,0 0 0 0 0,0 1 0 0 0,-1-1 0 0 0,1 0-1 0 0,-1 1 1 0 0,3 6 0 0 0,1 5 64 0 0,-5-13-59 0 0,0 1 1 0 0,0 0-1 0 0,0 0 0 0 0,1-1 0 0 0,-1 1 1 0 0,1-1-1 0 0,-1 0 0 0 0,1 1 1 0 0,0-1-1 0 0,0 0 0 0 0,3 4 1 0 0,-1-8 618 0 0,-3-9-530 0 0,3-16-142 0 0,3 9 22 0 0,1 1-1 0 0,0 0 1 0 0,2 0-1 0 0,-1 1 0 0 0,2 0 1 0 0,0 1-1 0 0,1 0 1 0 0,1 1-1 0 0,0 1 1 0 0,1 0-1 0 0,21-16 0 0 0,-31 27 2 0 0,0 0-1 0 0,0 1 0 0 0,0-1 0 0 0,0 1 0 0 0,0 0 0 0 0,1 0 0 0 0,-1 0 1 0 0,0 1-1 0 0,0-1 0 0 0,1 1 0 0 0,-1 0 0 0 0,0 1 0 0 0,1-1 0 0 0,5 2 1 0 0,-8-2 3 0 0,0 0 1 0 0,0 0 0 0 0,-1 1 0 0 0,1-1-1 0 0,0 1 1 0 0,0-1 0 0 0,0 1 0 0 0,0 0 0 0 0,-1 0-1 0 0,1 0 1 0 0,0 0 0 0 0,0 0 0 0 0,-1 0-1 0 0,1 0 1 0 0,-1 0 0 0 0,1 1 0 0 0,-1-1-1 0 0,0 1 1 0 0,0-1 0 0 0,1 1 0 0 0,-1-1 0 0 0,0 1-1 0 0,0 0 1 0 0,-1 0 0 0 0,1-1 0 0 0,0 1-1 0 0,0 0 1 0 0,-1 0 0 0 0,1 0 0 0 0,-1 2-1 0 0,2 26 109 0 0,-2-17-14 0 0,1 1 0 0 0,-3 22 1 0 0,2-33-72 0 0,-1 0 1 0 0,0 1-1 0 0,1-1 0 0 0,-1 0 1 0 0,0 0-1 0 0,-1-1 0 0 0,1 1 1 0 0,0 0-1 0 0,-1 0 0 0 0,1 0 1 0 0,-1-1-1 0 0,0 1 0 0 0,0-1 0 0 0,0 0 1 0 0,0 1-1 0 0,-4 2 0 0 0,-43 24 391 0 0,48-29-395 0 0,0 1 0 0 0,1-1 0 0 0,-1 1 0 0 0,0-1 0 0 0,0 1 0 0 0,0-1 0 0 0,1 0 0 0 0,-1 1 0 0 0,0-1-1 0 0,0 0 1 0 0,0 0 0 0 0,0 0 0 0 0,0 1 0 0 0,0-1 0 0 0,0 0 0 0 0,0 0 0 0 0,1 0 0 0 0,-1 0 0 0 0,0-1 0 0 0,0 1 0 0 0,0 0 0 0 0,0 0 0 0 0,0 0 0 0 0,-1-1 0 0 0,-2-1 41 0 0,-5-5 33 0 0,3 6-93 0 0,5 1 0 0 0,1 0 0 0 0,-1 0 0 0 0,0 0 0 0 0,1-1 0 0 0,-1 1 0 0 0,0 0 0 0 0,1 0 0 0 0,-1 0 0 0 0,0 0 0 0 0,1-1 0 0 0,-1 1 0 0 0,1 0 0 0 0,-1-1 0 0 0,0 1 0 0 0,1 0 0 0 0,-1-1 0 0 0,1 1 0 0 0,-1-1 0 0 0,1 1 0 0 0,-1-1 0 0 0,1 1 0 0 0,0-1 0 0 0,-1 1 0 0 0,1-1 0 0 0,0 0 0 0 0,-1 1 0 0 0,1-1 0 0 0,0 1 0 0 0,0-1 0 0 0,-1 0 0 0 0,1 1 0 0 0,0-1 0 0 0,0 0 0 0 0,0 1 0 0 0,0-1 0 0 0,0 0 0 0 0,0 1 0 0 0,0-2 0 0 0,0-4 0 0 0,-1 3 0 0 0,1 1 0 0 0,0-1 0 0 0,0 1 0 0 0,0 0 0 0 0,0-1 0 0 0,0 1 0 0 0,0-1 0 0 0,1 1 0 0 0,-1 0 0 0 0,1-1 0 0 0,0 1 0 0 0,1-4 0 0 0,43-33 0 0 0,-42 36-6 0 0,0 0 0 0 0,0 0 1 0 0,1 0-1 0 0,-1 1 0 0 0,1 0 0 0 0,0-1 1 0 0,4-1-1 0 0,13-8-41 0 0,-19 10 44 0 0,0 1 0 0 0,-1-1 0 0 0,1 1 1 0 0,0 0-1 0 0,0-1 0 0 0,0 1 0 0 0,1 0 0 0 0,-1 0 1 0 0,0 1-1 0 0,0-1 0 0 0,0 0 0 0 0,1 1 1 0 0,-1-1-1 0 0,0 1 0 0 0,1 0 0 0 0,-1 0 1 0 0,0 0-1 0 0,1 0 0 0 0,-1 0 0 0 0,0 0 1 0 0,1 0-1 0 0,-1 1 0 0 0,0 0 0 0 0,0-1 0 0 0,1 1 1 0 0,-1 0-1 0 0,0 0 0 0 0,0 0 0 0 0,0 0 1 0 0,0 0-1 0 0,3 3 0 0 0,5 4 26 0 0,0 1 0 0 0,-1 0 0 0 0,0 0 0 0 0,14 18 0 0 0,-6-5 48 0 0,-1 0 1 0 0,26 45-1 0 0,-39-47-54 0 0,-2-14-43 0 0,0-6-59 0 0,-1-10-146 0 0,1 1 0 0 0,0-1 0 0 0,0 1-1 0 0,1 0 1 0 0,1 0 0 0 0,3-11 0 0 0,6-20-792 0 0,15-79-2392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43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214 1 720 0 0,'-27'0'2321'0'0,"-26"10"401"0"0,-1 29-161 0 0,1 7-1521 0 0,26-2-960 0 0,27-3-80 0 0,0-14 0 0 0,0-10 80 0 0,27-5-320 0 0,0-7-480 0 0,26-5-641 0 0,0-5-2080 0 0,-26-2-241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5:44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79 153 2561 0 0,'-49'23'5229'0'0,"52"-24"-5228"0"0,6-2 56 0 0,-16 1 53 0 0,2 1-78 0 0,5 1-26 0 0,-1 0 0 0 0,1-1 0 0 0,0 1 0 0 0,-1 0-1 0 0,1 0 1 0 0,0-1 0 0 0,-1 1 0 0 0,1 0 0 0 0,0-1 0 0 0,-1 1-1 0 0,1 0 1 0 0,0-1 0 0 0,0 1 0 0 0,-1 0 0 0 0,1-1 0 0 0,0 1-1 0 0,0-1 1 0 0,0 1 0 0 0,0 0 0 0 0,0-1 0 0 0,0 1 0 0 0,-1-1-1 0 0,1 1 1 0 0,0-1 0 0 0,0 1 0 0 0,0 0 0 0 0,1-2 0 0 0,-5-8 4 0 0,-1 7-10 0 0,4 3 0 0 0,0 0 0 0 0,1 0 0 0 0,-1 0 0 0 0,0-1 0 0 0,1 1 0 0 0,-1 0 0 0 0,0-1 0 0 0,1 1 0 0 0,-1 0 0 0 0,0-1 0 0 0,1 1 0 0 0,-1-1 0 0 0,1 1 0 0 0,-1-1 0 0 0,1 1 0 0 0,-1-1 0 0 0,1 1 0 0 0,-1-1 0 0 0,1 1 0 0 0,-1-1 0 0 0,1 0 0 0 0,0 1 0 0 0,-1-1 0 0 0,1 0 0 0 0,0 1 0 0 0,0-1 0 0 0,-1 0 0 0 0,1 0 0 0 0,0 1 0 0 0,0-1 0 0 0,0 0 0 0 0,0 0 0 0 0,0 1 0 0 0,0-1 0 0 0,0 0 0 0 0,0 0 0 0 0,0 1 0 0 0,0-1 0 0 0,1 0 0 0 0,-1 1 0 0 0,0-1 0 0 0,0 0 0 0 0,1 0 0 0 0,7-8 0 0 0,-7 7 0 0 0,0 1 0 0 0,1 0 0 0 0,-1-1 0 0 0,0 1 0 0 0,0 0 0 0 0,0-1 0 0 0,0 0 0 0 0,0 1 0 0 0,0-1 0 0 0,-1 1 0 0 0,1-1 0 0 0,0 0 0 0 0,-1 0 0 0 0,1 1 0 0 0,-1-1 0 0 0,0 0 0 0 0,1-2 0 0 0,-1 2-4 0 0,0 0-1 0 0,1 0 1 0 0,0 0 0 0 0,-1 0 0 0 0,1 0 0 0 0,0 1-1 0 0,0-1 1 0 0,0 0 0 0 0,0 0 0 0 0,1 1 0 0 0,-1-1 0 0 0,0 0-1 0 0,1 1 1 0 0,-1-1 0 0 0,1 1 0 0 0,-1 0 0 0 0,1 0-1 0 0,0-1 1 0 0,3 0 0 0 0,41-22-84 0 0,-38 21 86 0 0,0-1-15 0 0,19-6-60 0 0,-26 10 75 0 0,0 0 0 0 0,0 0 0 0 0,0 0 0 0 0,0 0 0 0 0,0 0 0 0 0,0 0 0 0 0,0 0 0 0 0,0 1 0 0 0,0-1 0 0 0,-1 0 0 0 0,1 1 0 0 0,0-1 0 0 0,0 0 0 0 0,0 1 0 0 0,0-1 0 0 0,0 1 0 0 0,0 0 0 0 0,-1-1 0 0 0,1 1 0 0 0,0 0 0 0 0,-1-1 0 0 0,1 1 0 0 0,0 0 0 0 0,-1 0 0 0 0,1 0 0 0 0,5 7 13 0 0,-1-1 0 0 0,0 1 1 0 0,-1 0-1 0 0,1 0 0 0 0,-2 1 1 0 0,5 11-1 0 0,-8-16 11 0 0,1 1-1 0 0,-1-1 1 0 0,1 0 0 0 0,-1 1 0 0 0,-1-1-1 0 0,1 0 1 0 0,-1 1 0 0 0,1-1-1 0 0,-1 0 1 0 0,-1 1 0 0 0,1-1 0 0 0,0 0-1 0 0,-1 0 1 0 0,0 0 0 0 0,-2 4-1 0 0,-13 27 329 0 0,14-27-226 0 0,-1 0 0 0 0,0 0 0 0 0,0 0 0 0 0,-1-1 0 0 0,-7 10 0 0 0,11-17-113 0 0,1 1-1 0 0,-1 0 0 0 0,1-1 1 0 0,-1 1-1 0 0,0-1 0 0 0,1 1 1 0 0,-1-1-1 0 0,1 0 0 0 0,-1 1 1 0 0,0-1-1 0 0,1 1 0 0 0,-1-1 1 0 0,0 0-1 0 0,0 0 0 0 0,1 0 1 0 0,-1 1-1 0 0,0-1 0 0 0,0 0 0 0 0,1 0 1 0 0,-1 0-1 0 0,0 0 0 0 0,0 0 1 0 0,0 0-1 0 0,1 0 0 0 0,-1 0 1 0 0,0-1-1 0 0,0 1 0 0 0,1 0 1 0 0,-1 0-1 0 0,0-1 0 0 0,1 1 1 0 0,-1 0-1 0 0,0-1 0 0 0,1 1 1 0 0,-1-1-1 0 0,0 1 0 0 0,1-1 1 0 0,-1 1-1 0 0,1-1 0 0 0,-1 1 1 0 0,1-1-1 0 0,-1 1 0 0 0,1-1 1 0 0,-1 0-1 0 0,1 1 0 0 0,0-1 1 0 0,-1 0-1 0 0,1 1 0 0 0,0-1 1 0 0,0 0-1 0 0,-1 0 0 0 0,1 1 1 0 0,0-1-1 0 0,0 0 0 0 0,0 0 1 0 0,0 1-1 0 0,0-1 0 0 0,0 0 1 0 0,0 0-1 0 0,0 1 0 0 0,1-2 1 0 0,-2-1-14 0 0,1 0 0 0 0,0 1 0 0 0,0-1 0 0 0,-1 1 0 0 0,1-1 0 0 0,-1 1 1 0 0,0-1-1 0 0,0 1 0 0 0,0 0 0 0 0,0-1 0 0 0,0 1 0 0 0,-3-3 0 0 0,-7-19-39 0 0,10 16 32 0 0,0 1 0 0 0,1 0 0 0 0,-1-1 0 0 0,1 1 0 0 0,1-1 0 0 0,-1 1 0 0 0,1-1 0 0 0,1 1 0 0 0,-1 0 1 0 0,1 0-1 0 0,4-9 0 0 0,-5 11-4 0 0,1 0 0 0 0,0 1-1 0 0,0-1 1 0 0,1 1 0 0 0,-1-1 0 0 0,1 1 0 0 0,0 0 0 0 0,0 0 0 0 0,0 0 0 0 0,1 1 0 0 0,0-1-1 0 0,-1 1 1 0 0,1 0 0 0 0,0 0 0 0 0,0 0 0 0 0,1 0 0 0 0,-1 1 0 0 0,6-3 0 0 0,-6 4 8 0 0,-1 0 0 0 0,1 1 0 0 0,0-1 0 0 0,0 1 0 0 0,0 0 0 0 0,-1 0 0 0 0,1 1 0 0 0,0-1 0 0 0,0 1 0 0 0,0-1 0 0 0,-1 1 1 0 0,1 0-1 0 0,-1 1 0 0 0,1-1 0 0 0,0 1 0 0 0,4 2 0 0 0,5 4 11 0 0,-1 1 0 0 0,1-1 0 0 0,13 15 1 0 0,-5-4 23 0 0,0 1 0 0 0,-2 1 1 0 0,0 1-1 0 0,21 33 0 0 0,-38-51-34 0 0,-1-1 0 0 0,1 0 0 0 0,-1 1-1 0 0,0-1 1 0 0,0 1 0 0 0,0-1 0 0 0,-1 1 0 0 0,1-1-1 0 0,-1 1 1 0 0,0 0 0 0 0,0-1 0 0 0,0 5-1 0 0,-1 3-513 0 0,-3-12-588 0 0,-41-14-2988 0 0,41 10 1481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17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57 160 0 0,'26'0'5282'0'0,"-26"5"-4161"0"0,-26-5 320 0 0,26 5-641 0 0,0-10-1120 0 0,0-5-240 0 0,26-2-1121 0 0,1-10-640 0 0,-27 5-160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43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1484 372 3682 0 0,'0'1'128'0'0,"0"0"1"0"0,0 0-1 0 0,-1-1 1 0 0,1 1-1 0 0,0 0 1 0 0,-1 0-1 0 0,1 0 1 0 0,-1 0 0 0 0,1 0-1 0 0,-1-1 1 0 0,0 1-1 0 0,1 0 1 0 0,-1 0-1 0 0,0-1 1 0 0,0 1-1 0 0,1-1 1 0 0,-1 1-1 0 0,0 0 1 0 0,0-1-1 0 0,0 0 1 0 0,0 1-1 0 0,1-1 1 0 0,-1 1 0 0 0,0-1-1 0 0,0 0 1 0 0,0 0-1 0 0,0 0 1 0 0,-2 1-1 0 0,-38 5-228 0 0,19-4 8 0 0,-43 6 389 0 0,-130 0 0 0 0,86-7-104 0 0,-197 12 354 0 0,302-13-510 0 0,0 0 0 0 0,0 0 1 0 0,0 1-1 0 0,0-1 0 0 0,0 1 1 0 0,1 0-1 0 0,-1 1 0 0 0,0-1 0 0 0,-4 3 1 0 0,-11 2 69 0 0,-32 2 146 0 0,39-8-204 0 0,0 2 0 0 0,-24 5 0 0 0,26-4-43 0 0,-2 0 13 0 0,0 1-1 0 0,1 0 1 0 0,-19 9-1 0 0,-32 13 71 0 0,52-23-73 0 0,0 0 1 0 0,1 0-1 0 0,0 2 1 0 0,0-1-1 0 0,0 1 1 0 0,0 0-1 0 0,1 1 1 0 0,0 0-1 0 0,-9 8 0 0 0,-111 104 78 0 0,111-101-58 0 0,7-7-31 0 0,0 1 0 0 0,1 0 0 0 0,0 1 0 0 0,0-1 0 0 0,-12 26 1 0 0,15-25-8 0 0,4-8 9 0 0,-1 0-1 0 0,1 0 0 0 0,1 0 0 0 0,-1 0 0 0 0,1 1 0 0 0,-1-1 1 0 0,1 1-1 0 0,0-1 0 0 0,1 1 0 0 0,-1 6 0 0 0,1-6 0 0 0,-1 0 0 0 0,0 0 0 0 0,1 0-1 0 0,-2 0 1 0 0,1 0 0 0 0,-1 0 0 0 0,1 0 0 0 0,-5 7-1 0 0,-2 9 23 0 0,1-1-15 0 0,5-13-4 0 0,1-1 1 0 0,-2 0 0 0 0,1 0-1 0 0,-1 0 1 0 0,0 0 0 0 0,-7 11-1 0 0,6-12-7 0 0,0 0-1 0 0,1 1 0 0 0,0-1 1 0 0,1 1-1 0 0,-1 0 0 0 0,1 0 1 0 0,0 0-1 0 0,0 0 0 0 0,1 1 1 0 0,0-1-1 0 0,0 0 0 0 0,1 1 1 0 0,-1-1-1 0 0,1 0 0 0 0,1 1 1 0 0,-1-1-1 0 0,1 1 0 0 0,0-1 1 0 0,2 6-1 0 0,15 32 52 0 0,-12-24-40 0 0,-5-15-13 0 0,1 1 0 0 0,-1-1 0 0 0,1 0 0 0 0,0 0 0 0 0,1 0 0 0 0,-1 0 1 0 0,1 0-1 0 0,6 8 0 0 0,5 5-2 0 0,-7-8 6 0 0,1 0-1 0 0,0-1 1 0 0,13 12 0 0 0,9 4 48 0 0,6 7 2 0 0,76 51 0 0 0,-45-45 6 0 0,56 37-53 0 0,-35-22-8 0 0,-53-33 35 0 0,51 37-1 0 0,-41-22-26 0 0,70 41 0 0 0,-31-20-12 0 0,-58-36-16 0 0,1-2 1 0 0,44 22-1 0 0,47 5 93 0 0,26 12-91 0 0,-15-6 21 0 0,-67-29 77 0 0,-32-12-63 0 0,0-1 0 0 0,41 6 0 0 0,37 9-51 0 0,135 31 31 0 0,-146-36 199 0 0,110 36 1 0 0,-162-40-246 0 0,7 2 115 0 0,94 46 0 0 0,-8 10 28 0 0,-120-65-69 0 0,1 0 0 0 0,-1-1-1 0 0,1-1 1 0 0,1-1 0 0 0,-1-1 0 0 0,1 0 0 0 0,0-2-1 0 0,-1 0 1 0 0,1-1 0 0 0,0-1 0 0 0,40-5 0 0 0,14-7-123 0 0,131-38 1 0 0,-157 37 103 0 0,35-7-86 0 0,0 4 1 0 0,146-10 0 0 0,-207 26 76 0 0,0 0 0 0 0,41 7-1 0 0,-23 4 18 0 0,1 4 27 0 0,0 2 0 0 0,-1 2 0 0 0,0 1 0 0 0,-2 2 0 0 0,46 35 1 0 0,-39-26 1 0 0,2-2 1 0 0,1-2 0 0 0,1-2-1 0 0,1-2 1 0 0,1-3 0 0 0,85 23-1 0 0,-69-27 21 0 0,0-4 0 0 0,1-2 0 0 0,1-3 0 0 0,134-4 0 0 0,322-52 40 0 0,-286 22 61 0 0,-139 19-52 0 0,0 5 0 0 0,0 4 0 0 0,0 5 0 0 0,135 24 0 0 0,53 16 115 0 0,-141-28-104 0 0,-102-14-86 0 0,167 12 110 0 0,-87-12-178 0 0,206-18 0 0 0,-311 13 39 0 0,327-31 84 0 0,68-4-50 0 0,-240 25-35 0 0,573-30 2 0 0,-6 51-12 0 0,-599 0 17 0 0,197 12 65 0 0,433-2 93 0 0,-258-17-90 0 0,-1-19 4 0 0,-309 3-48 0 0,-68 3-29 0 0,136-20-65 0 0,-142 10 4 0 0,149-44 0 0 0,1-38-62 0 0,-145 49 55 0 0,166-54-155 0 0,-241 85 139 0 0,-23 10 26 0 0,67-33 0 0 0,-68 30 5 0 0,-29 13 41 0 0,0-1 1 0 0,0-1 0 0 0,15-8 0 0 0,4 1 21 0 0,-19 8-12 0 0,-1 0 0 0 0,0 0-1 0 0,0-1 1 0 0,8-4 0 0 0,18-20-12 0 0,1 2-1 0 0,1 1 1 0 0,1 2 0 0 0,42-20 0 0 0,156-56-35 0 0,-45 21 39 0 0,-5-8 32 0 0,157-67 5 0 0,-133 68-169 0 0,-173 69 173 0 0,-24 10-72 0 0,-13 2-60 0 0,1 4 88 0 0,0-1 0 0 0,1 1-1 0 0,-1 0 1 0 0,1-1 0 0 0,-1 1-1 0 0,1 0 1 0 0,-1-1 0 0 0,1 1-1 0 0,0-1 1 0 0,-1 1 0 0 0,1-1 0 0 0,-1 1-1 0 0,1-1 1 0 0,0 0 0 0 0,-1 1-1 0 0,1-1 1 0 0,0 1 0 0 0,0-1-1 0 0,0 0 1 0 0,-1 1 0 0 0,1-1-1 0 0,0 0 1 0 0,0 0 0 0 0,1-10-8 0 0,-1 9 7 0 0,0-1 1 0 0,1 1-1 0 0,-1 0 1 0 0,0 0-1 0 0,0 0 1 0 0,0 0-1 0 0,-1 0 1 0 0,1 0-1 0 0,0-1 0 0 0,-1 1 1 0 0,1 0-1 0 0,-1 0 1 0 0,0 0-1 0 0,-1-3 1 0 0,-6-2 4 0 0,7 6 0 0 0,0 1 0 0 0,0-1 0 0 0,0 0 0 0 0,0 0 0 0 0,0 0 0 0 0,0 0 0 0 0,0 0 0 0 0,0 0 0 0 0,0 0 0 0 0,1-1 0 0 0,-1 1 0 0 0,0 0 0 0 0,1 0 0 0 0,-1-1 0 0 0,1 1 0 0 0,0 0 0 0 0,-1-1 0 0 0,1 1 0 0 0,0 0 0 0 0,-1-3 0 0 0,1 1-2 0 0,-1 0-1 0 0,0 1 1 0 0,0-1 0 0 0,0 1 0 0 0,0-1-1 0 0,0 1 1 0 0,-1-1 0 0 0,1 1 0 0 0,-1 0 0 0 0,1 0-1 0 0,-1 0 1 0 0,0 0 0 0 0,0 0 0 0 0,0 0-1 0 0,0 0 1 0 0,0 1 0 0 0,-4-3 0 0 0,-48-29-38 0 0,3 12 23 0 0,0 2 0 0 0,-98-22 0 0 0,98 28 1 0 0,8 4 28 0 0,0 1 0 0 0,-70-3 0 0 0,65 8-3 0 0,-60-12-1 0 0,-106-17-51 0 0,11 1 20 0 0,51 1-9 0 0,-121-29-30 0 0,-151-77 36 0 0,52 14-81 0 0,24 34 49 0 0,-3 16 0 0 0,-405-32 1 0 0,384 64 70 0 0,-73 0-26 0 0,50 1-1 0 0,165 5-153 0 0,61 7-253 0 0,-124-19 554 0 0,-22 8-81 0 0,-587-14-133 0 0,222-6-113 0 0,11 1 26 0 0,578 54 163 0 0,-852-6-179 0 0,286 24 263 0 0,410-13 27 0 0,-353-43 0 0 0,-217-37-1 0 0,721 73-151 0 0,0 4-1 0 0,-1 5 0 0 0,2 4 0 0 0,-1 3 1 0 0,2 5-1 0 0,-184 56 0 0 0,41-3-6 0 0,79-24 24 0 0,20-12 28 0 0,-1-5 0 0 0,-169 11 0 0 0,115-33 17 0 0,181-6-7 0 0,-174-10 377 0 0,179 9-382 0 0,6 1-6 0 0,0 0 0 0 0,0 1 1 0 0,0-1-1 0 0,0 0 0 0 0,0 0 1 0 0,0 0-1 0 0,0-1 0 0 0,0 1 1 0 0,0 0-1 0 0,0 0 0 0 0,0 0 1 0 0,1-1-1 0 0,-1 1 0 0 0,0 0 1 0 0,0-1-1 0 0,0 1 1 0 0,0-1-1 0 0,0 1 0 0 0,0-1 1 0 0,1 0-1 0 0,-1 1 0 0 0,0-1 1 0 0,1 0-1 0 0,-1 1 0 0 0,0-1 1 0 0,1 0-1 0 0,-2-1 0 0 0,2 1-23 0 0,-1 0 0 0 0,0 0 0 0 0,0 1-1 0 0,0-1 1 0 0,0 0 0 0 0,0 0 0 0 0,0 1-1 0 0,0-1 1 0 0,0 0 0 0 0,0 1-1 0 0,-1-1 1 0 0,1 1 0 0 0,0 0 0 0 0,0-1-1 0 0,0 1 1 0 0,-1 0 0 0 0,1 0 0 0 0,0-1-1 0 0,0 1 1 0 0,-1 0 0 0 0,-1 1 0 0 0,7-12-1777 0 0,18-12-1147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12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211 165 2001 0 0,'5'-2'1761'0'0,"-4"2"-1657"0"0,0 0 1 0 0,0 0 0 0 0,0-1 0 0 0,0 1-1 0 0,0 0 1 0 0,0-1 0 0 0,0 1 0 0 0,0-1-1 0 0,0 1 1 0 0,0-1 0 0 0,-1 0 0 0 0,1 1-1 0 0,0-1 1 0 0,0 0 0 0 0,0 0 0 0 0,-1 1-1 0 0,1-1 1 0 0,0 0 0 0 0,-1 0 0 0 0,1 0-1 0 0,-1 0 1 0 0,1 0 0 0 0,-1-1 0 0 0,3-31 1458 0 0,-3 25-1732 0 0,0 7 178 0 0,-1-1 0 0 0,1 1-1 0 0,0 0 1 0 0,-1 0 0 0 0,1 0-1 0 0,-1-1 1 0 0,0 1 0 0 0,1 0-1 0 0,-1 0 1 0 0,0 0 0 0 0,0 0-1 0 0,1 0 1 0 0,-1 0 0 0 0,0 0-1 0 0,0 1 1 0 0,0-1 0 0 0,-2-1-1 0 0,3 2-3 0 0,-1 0 1 0 0,0-1-1 0 0,1 1 0 0 0,-1 0 0 0 0,1-1 1 0 0,-1 1-1 0 0,0-1 0 0 0,1 1 0 0 0,-1 0 1 0 0,1-1-1 0 0,-1 0 0 0 0,1 1 0 0 0,0-1 1 0 0,-1 1-1 0 0,1-1 0 0 0,-1 1 0 0 0,1-1 0 0 0,0 0 1 0 0,0 1-1 0 0,-1-1 0 0 0,1 0 0 0 0,0 1 1 0 0,0-1-1 0 0,0 0 0 0 0,0 1 0 0 0,0-1 1 0 0,0 0-1 0 0,0 0 0 0 0,0 1 0 0 0,0-1 0 0 0,0 0 1 0 0,0 1-1 0 0,0-1 0 0 0,0 0 0 0 0,0 1 1 0 0,1-1-1 0 0,-1 0 0 0 0,1 0 0 0 0,6-7 55 0 0,-6 6-35 0 0,1 1-1 0 0,-1-1 0 0 0,0 1 0 0 0,0-1 1 0 0,1 1-1 0 0,-1-1 0 0 0,0 0 0 0 0,0 0 0 0 0,-1 1 1 0 0,1-1-1 0 0,0 0 0 0 0,-1 0 0 0 0,1 0 0 0 0,-1 0 1 0 0,1 0-1 0 0,-1 0 0 0 0,0 0 0 0 0,0-3 1 0 0,2-12 384 0 0,-8 30 89 0 0,-18 16-344 0 0,1 2 0 0 0,2 0 1 0 0,1 1-1 0 0,1 1 0 0 0,2 1 1 0 0,-15 42-1 0 0,1 0-35 0 0,18-46-138 0 0,-19 61-1 0 0,32-86-144 0 0,-1 0-1 0 0,0 0 0 0 0,1 0 0 0 0,0 0 1 0 0,0 0-1 0 0,1 1 0 0 0,-1-1 1 0 0,1 0-1 0 0,0 0 0 0 0,1 0 1 0 0,-1-1-1 0 0,1 1 0 0 0,0 0 1 0 0,0 0-1 0 0,0-1 0 0 0,1 1 0 0 0,0-1 1 0 0,0 0-1 0 0,0 0 0 0 0,0 0 1 0 0,0 0-1 0 0,1 0 0 0 0,0-1 1 0 0,0 0-1 0 0,8 6 0 0 0,-4-5-859 0 0,1 0 1 0 0,-1 0-1 0 0,16 4 0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13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69 320 0 0,'0'-1'121'0'0,"1"0"0"0"0,-1 0 1 0 0,0 0-1 0 0,0 0 0 0 0,0 1 0 0 0,1-1 0 0 0,-1 0 0 0 0,0 0 0 0 0,1 0 0 0 0,-1 0 1 0 0,1 1-1 0 0,-1-1 0 0 0,1 0 0 0 0,-1 1 0 0 0,1-1 0 0 0,-1 0 0 0 0,1 1 0 0 0,0-1 1 0 0,-1 1-1 0 0,1-1 0 0 0,0 1 0 0 0,0-1 0 0 0,-1 1 0 0 0,1-1 0 0 0,0 1 0 0 0,0 0 1 0 0,1-1-1 0 0,5-3 476 0 0,-3 0-100 0 0,4-2 74 0 0,0 0 1 0 0,0 0 0 0 0,15-8 0 0 0,-20 12-537 0 0,1 1 1 0 0,-1-1-1 0 0,1 1 1 0 0,0 0-1 0 0,0 0 1 0 0,-1 1 0 0 0,1-1-1 0 0,0 1 1 0 0,0 0-1 0 0,0 0 1 0 0,0 0-1 0 0,0 0 1 0 0,7 2-1 0 0,-5-1-33 0 0,0 0 0 0 0,0 1 0 0 0,0 0 0 0 0,0 1 0 0 0,0-1 0 0 0,7 5-1 0 0,-5 12-1 0 0,12 10 0 0 0,-17-27 4 0 0,0 1 0 0 0,-1-1 0 0 0,0 1 0 0 0,0 0-1 0 0,1 0 1 0 0,-2 0 0 0 0,1 0 0 0 0,0 1 0 0 0,-1-1 0 0 0,1 0 0 0 0,-1 1 0 0 0,0-1 0 0 0,0 1 0 0 0,-1-1 0 0 0,1 1 0 0 0,-1 0-1 0 0,1-1 1 0 0,-1 1 0 0 0,0 0 0 0 0,-1-1 0 0 0,1 1 0 0 0,-1-1 0 0 0,0 5 0 0 0,-2-1 36 0 0,0 0 0 0 0,0-1 0 0 0,-1 1 0 0 0,0-1 0 0 0,0 1 1 0 0,-1-1-1 0 0,1 0 0 0 0,-9 7 0 0 0,-46 41 599 0 0,49-47-598 0 0,0-1 0 0 0,0 0 0 0 0,0-1 0 0 0,-1 0 0 0 0,0 0-1 0 0,0-1 1 0 0,0 0 0 0 0,0-1 0 0 0,-1-1 0 0 0,0 0 0 0 0,1 0 0 0 0,-1-1-1 0 0,-14 0 1 0 0,-10-2 75 0 0,0-1 1 0 0,-67-13-1 0 0,99 14-50 0 0,17 3 6 0 0,-1 0 1 0 0,0 2-1 0 0,0-1 0 0 0,0 1 0 0 0,0 1 0 0 0,0 0 0 0 0,-1 1 0 0 0,18 12 0 0 0,-21-14-14 0 0,29 24 130 0 0,-28-20-139 0 0,0-1 1 0 0,1 0 0 0 0,10 6 0 0 0,-13-9-112 0 0,0 0-1 0 0,0-1 1 0 0,0 0-1 0 0,0 0 1 0 0,1 0-1 0 0,-1-1 1 0 0,1-1-1 0 0,0 1 1 0 0,0-1-1 0 0,-1 0 1 0 0,1-1-1 0 0,0 0 1 0 0,0 0-1 0 0,0-1 1 0 0,0 0 0 0 0,-1 0-1 0 0,1-1 1 0 0,11-4-1 0 0,45-27-3103 0 0,-48 23 2210 0 0,38-23-2272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13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271 100 1201 0 0,'-1'0'71'0'0,"1"0"1"0"0,0 1 0 0 0,0-1 0 0 0,0 1-1 0 0,0-1 1 0 0,-1 0 0 0 0,1 1 0 0 0,0-1-1 0 0,-1 0 1 0 0,1 0 0 0 0,0 1 0 0 0,0-1-1 0 0,-1 0 1 0 0,1 0 0 0 0,0 1 0 0 0,-1-1-1 0 0,1 0 1 0 0,-1 0 0 0 0,1 0 0 0 0,0 0-1 0 0,-1 1 1 0 0,1-1 0 0 0,-1 0 0 0 0,1 0-1 0 0,0 0 1 0 0,-1 0 0 0 0,1 0 0 0 0,-1 0-1 0 0,1 0 1 0 0,0 0 0 0 0,-1 0 0 0 0,1 0-1 0 0,-1 0 1 0 0,1-1 0 0 0,0 1 0 0 0,-1 0-1 0 0,0 0 1 0 0,-16 1 1630 0 0,7 1-1398 0 0,0 0 0 0 0,1-1 0 0 0,-1-1 1 0 0,-12 1-1 0 0,8-2-114 0 0,0 2 0 0 0,1 0 0 0 0,-19 4 0 0 0,25-4-152 0 0,-3 1 123 0 0,0 0 0 0 0,0 1 0 0 0,1 0 0 0 0,-1 0 1 0 0,-14 8-1 0 0,22-10-136 0 0,0 0-1 0 0,1 1 1 0 0,-1-1 0 0 0,0 0 0 0 0,1 0-1 0 0,-1 1 1 0 0,1-1 0 0 0,0 1 0 0 0,-1-1-1 0 0,1 1 1 0 0,0-1 0 0 0,0 1 0 0 0,0 0 0 0 0,0 0-1 0 0,0 0 1 0 0,1-1 0 0 0,-1 1 0 0 0,0 0-1 0 0,1 0 1 0 0,0 0 0 0 0,-1 0 0 0 0,1 0-1 0 0,0 0 1 0 0,0 0 0 0 0,0 0 0 0 0,0 0-1 0 0,0 0 1 0 0,1 0 0 0 0,-1 0 0 0 0,0 0 0 0 0,1 0-1 0 0,0 0 1 0 0,-1 0 0 0 0,1 0 0 0 0,0 0-1 0 0,1 2 1 0 0,2 0-8 0 0,-1 0 0 0 0,0-1-1 0 0,1 1 1 0 0,-1-1 0 0 0,1 0-1 0 0,0 0 1 0 0,1 0 0 0 0,-1 0 0 0 0,0-1-1 0 0,1 0 1 0 0,-1 0 0 0 0,1 0 0 0 0,6 2-1 0 0,-2-1 4 0 0,4 3-17 0 0,1-1 0 0 0,1-1 1 0 0,-1 0-1 0 0,0-1 0 0 0,27 2 1 0 0,-32-4-6 0 0,0-1 0 0 0,-1-1 0 0 0,1 1 0 0 0,0-1 1 0 0,-1 0-1 0 0,1-1 0 0 0,-1 0 0 0 0,1-1 0 0 0,-1 1 0 0 0,12-7 1 0 0,-15 6 6 0 0,-1 0-1 0 0,0-1 1 0 0,0 1 0 0 0,0-1 0 0 0,-1 0 0 0 0,1 0 0 0 0,-1 0 0 0 0,0 0 0 0 0,5-9 0 0 0,22-50 75 0 0,-22 45-63 0 0,-5 14-20 0 0,-1-1-1 0 0,0 1 0 0 0,-1 0 0 0 0,1 0 0 0 0,-1-1 0 0 0,0 1 1 0 0,0 0-1 0 0,0-1 0 0 0,0 1 0 0 0,-1-1 0 0 0,0 0 1 0 0,0 1-1 0 0,0-1 0 0 0,-1 1 0 0 0,1-1 0 0 0,-1 1 1 0 0,0-1-1 0 0,0 1 0 0 0,-1 0 0 0 0,-2-7 0 0 0,3 8-14 0 0,0 1 1 0 0,0 0-1 0 0,0-1 0 0 0,0 1 0 0 0,0 0 0 0 0,0-1 0 0 0,-1 1 0 0 0,1 0 0 0 0,-1 0 0 0 0,1 0 1 0 0,-1 0-1 0 0,0 1 0 0 0,-3-4 0 0 0,3 5-12 0 0,0-1 0 0 0,0 1 0 0 0,0-1 0 0 0,0 1 0 0 0,0 0 0 0 0,0 0 0 0 0,0 0 0 0 0,0 0 0 0 0,0 0 0 0 0,0 0 0 0 0,0 0 0 0 0,0 1 0 0 0,0-1 0 0 0,0 1 0 0 0,0-1 0 0 0,-2 2 0 0 0,3-2-38 0 0,-1 1 0 0 0,1-1 0 0 0,-1 1 0 0 0,1-1 0 0 0,0 1 0 0 0,-1-1 0 0 0,1 1 0 0 0,0 0 0 0 0,0-1 0 0 0,0 1 0 0 0,-1 0 0 0 0,1 0 0 0 0,0 0 0 0 0,0 0 0 0 0,0 0 0 0 0,0 0 0 0 0,1 0 0 0 0,-1 0 0 0 0,0 1 0 0 0,0-1 0 0 0,1 0 0 0 0,-1 0 0 0 0,0 1 0 0 0,1-1-1 0 0,0 0 1 0 0,-1 3 0 0 0,-3 5-683 0 0,-18 28-2770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13.9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343 39 720 0 0,'-23'4'1734'0'0,"14"2"1121"0"0,-13-2-2137 0 0,-1-1 0 0 0,0-1 0 0 0,-40-2 0 0 0,30 0-153 0 0,-38 4 0 0 0,67-4-527 0 0,1 0 1 0 0,-1 1-1 0 0,1-1 0 0 0,0 1 1 0 0,-1 0-1 0 0,1 0 0 0 0,0 0 1 0 0,-1 1-1 0 0,1-1 0 0 0,0 1 1 0 0,0-1-1 0 0,0 1 0 0 0,0 0 1 0 0,0 0-1 0 0,1 1 1 0 0,-1-1-1 0 0,-4 5 0 0 0,5-2-19 0 0,0-1 1 0 0,0 1-1 0 0,0-1 0 0 0,1 1 0 0 0,-1 0 0 0 0,1 0 0 0 0,0 0 1 0 0,1-1-1 0 0,-1 1 0 0 0,1 0 0 0 0,0 8 0 0 0,0-8-12 0 0,0-1-1 0 0,0 0 0 0 0,0 1 0 0 0,0-1 0 0 0,1 1 0 0 0,0-1 0 0 0,-1 0 1 0 0,2 1-1 0 0,-1-1 0 0 0,0 0 0 0 0,1 0 0 0 0,0 0 0 0 0,0 0 1 0 0,0 0-1 0 0,0 0 0 0 0,1-1 0 0 0,0 1 0 0 0,0-1 0 0 0,0 1 0 0 0,0-1 1 0 0,0 0-1 0 0,0 0 0 0 0,1-1 0 0 0,-1 1 0 0 0,6 2 0 0 0,6 3-22 0 0,0-1 0 0 0,0 0 0 0 0,1-1-1 0 0,0-1 1 0 0,1-1 0 0 0,-1 0-1 0 0,1-1 1 0 0,-1-1 0 0 0,1 0-1 0 0,0-1 1 0 0,0-1 0 0 0,0-1-1 0 0,0 0 1 0 0,-1-1 0 0 0,1-1 0 0 0,-1 0-1 0 0,22-8 1 0 0,-32 8-2 0 0,0-1 0 0 0,-1 1 0 0 0,1-1-1 0 0,-1 0 1 0 0,0-1 0 0 0,-1 1 0 0 0,1-1 0 0 0,-1 0 0 0 0,1 0 0 0 0,-1 0-1 0 0,-1 0 1 0 0,1-1 0 0 0,-1 0 0 0 0,5-11 0 0 0,-1 0-34 0 0,-1 0 0 0 0,0-1 0 0 0,4-29 0 0 0,-9 44 47 0 0,0 0 0 0 0,0 0 1 0 0,-1 0-1 0 0,0 0 0 0 0,0 0 1 0 0,0-1-1 0 0,0 1 0 0 0,0 0 1 0 0,0 0-1 0 0,-1 0 0 0 0,1 0 1 0 0,-1 0-1 0 0,0 0 0 0 0,0 0 1 0 0,0 1-1 0 0,-1-1 1 0 0,1 0-1 0 0,-1 0 0 0 0,1 1 1 0 0,-1-1-1 0 0,0 1 0 0 0,0-1 1 0 0,0 1-1 0 0,0 0 0 0 0,0 0 1 0 0,0 0-1 0 0,-1 0 0 0 0,-4-2 1 0 0,-2-1 16 0 0,0 2 0 0 0,-1-1 0 0 0,0 1 0 0 0,0 1 0 0 0,0 0 0 0 0,0 0 0 0 0,0 1 0 0 0,-13 0 0 0 0,12 0 8 0 0,0 1 0 0 0,-1 1 0 0 0,1 0 0 0 0,0 1 0 0 0,0 0 0 0 0,-12 4-1 0 0,20-6-64 0 0,1 1 0 0 0,-1 0 0 0 0,0 0 0 0 0,0 0 0 0 0,0 0 0 0 0,1 0 0 0 0,-1 1 0 0 0,0-1 0 0 0,1 1 0 0 0,-1 0 0 0 0,1 0 0 0 0,0 0 0 0 0,0 0 0 0 0,0 0 1 0 0,0 0-1 0 0,0 0 0 0 0,0 1 0 0 0,0-1 0 0 0,1 1 0 0 0,-1-1 0 0 0,1 1 0 0 0,0 0 0 0 0,-1-1 0 0 0,1 1 0 0 0,1 0 0 0 0,-1 0 0 0 0,0 5 0 0 0,1-7-35 0 0,0 0 1 0 0,1 0-1 0 0,-1 1 1 0 0,1-1-1 0 0,-1 0 1 0 0,1 0-1 0 0,0 0 1 0 0,0 0-1 0 0,-1 1 1 0 0,1-1-1 0 0,0 0 1 0 0,0 0-1 0 0,0-1 1 0 0,0 1-1 0 0,0 0 1 0 0,0 0-1 0 0,0 0 1 0 0,1-1 0 0 0,-1 1-1 0 0,0-1 1 0 0,0 1-1 0 0,1-1 1 0 0,-1 1-1 0 0,2 0 1 0 0,35 9-1905 0 0,-34-9 1606 0 0,27 5-2463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14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426 115 1601 0 0,'0'-1'81'0'0,"0"1"1"0"0,-1-1-1 0 0,1 1 1 0 0,0-1 0 0 0,0 1-1 0 0,-1-1 1 0 0,1 1-1 0 0,0 0 1 0 0,-1-1 0 0 0,1 1-1 0 0,0-1 1 0 0,-1 1-1 0 0,1 0 1 0 0,-1-1 0 0 0,1 1-1 0 0,0 0 1 0 0,-1-1-1 0 0,1 1 1 0 0,-1 0 0 0 0,1 0-1 0 0,-1 0 1 0 0,1-1-1 0 0,-1 1 1 0 0,1 0-1 0 0,-1 0 1 0 0,1 0 0 0 0,-1 0-1 0 0,1 0 1 0 0,-1 0-1 0 0,0 0 1 0 0,0 0 0 0 0,1 0-27 0 0,-1 0 1 0 0,1 0-1 0 0,-1 0 1 0 0,1 0 0 0 0,-1 0-1 0 0,1 0 1 0 0,-1 0 0 0 0,1 0-1 0 0,-1 0 1 0 0,1 0-1 0 0,-1 0 1 0 0,1-1 0 0 0,-1 1-1 0 0,1 0 1 0 0,-1 0 0 0 0,1 0-1 0 0,0-1 1 0 0,-1 1 0 0 0,1 0-1 0 0,-1-1 1 0 0,1 1-1 0 0,0 0 1 0 0,-1-1 0 0 0,1 1-1 0 0,0 0 1 0 0,-1-1 0 0 0,1 1-1 0 0,0-1 1 0 0,0 1-1 0 0,-1-1 1 0 0,-3-1 691 0 0,-15-1-490 0 0,1 2 0 0 0,-1 0 0 0 0,0 1 0 0 0,0 1 0 0 0,1 0 0 0 0,-1 2 0 0 0,-35 9 0 0 0,17-1 236 0 0,0 1 0 0 0,-68 34 0 0 0,103-44-489 0 0,0-1 0 0 0,-1 1 0 0 0,1 0 1 0 0,0-1-1 0 0,0 1 0 0 0,0 0 0 0 0,0 0 0 0 0,1 1 0 0 0,-1-1 0 0 0,0 0 1 0 0,1 1-1 0 0,-3 4 0 0 0,4-6 0 0 0,-1 0 0 0 0,1 1 0 0 0,-1-1 0 0 0,1 1 0 0 0,0-1 1 0 0,-1 1-1 0 0,1-1 0 0 0,0 1 0 0 0,0-1 0 0 0,0 1 0 0 0,0-1 0 0 0,0 1 0 0 0,0-1 1 0 0,1 0-1 0 0,-1 1 0 0 0,0-1 0 0 0,1 1 0 0 0,-1-1 0 0 0,1 1 0 0 0,-1-1 0 0 0,1 0 1 0 0,0 1-1 0 0,0-1 0 0 0,0 0 0 0 0,-1 0 0 0 0,1 0 0 0 0,0 0 0 0 0,2 2 0 0 0,6 3-2 0 0,1 0-1 0 0,-1-1 0 0 0,1 0 1 0 0,0-1-1 0 0,0 0 0 0 0,0-1 1 0 0,0 0-1 0 0,1-1 0 0 0,-1 1 1 0 0,22 0-1 0 0,-9-1-1 0 0,-1-2-1 0 0,1 0 1 0 0,0-1 0 0 0,35-6 0 0 0,-31-1 0 0 0,0-1 0 0 0,47-22 0 0 0,-71 29 0 0 0,-1 1 0 0 0,0 0 0 0 0,0-1 0 0 0,0 1 0 0 0,0-1 0 0 0,0 1 0 0 0,0-1 0 0 0,0 0 0 0 0,0 0 0 0 0,-1 0 0 0 0,1 0 0 0 0,-1 0 0 0 0,0 0 0 0 0,1-1 0 0 0,-1 1 0 0 0,0 0 0 0 0,0-1 0 0 0,-1 1 0 0 0,1-1 0 0 0,0 1 0 0 0,-1-1 0 0 0,1 1 0 0 0,-1-1 0 0 0,0 1 0 0 0,0-1 0 0 0,0 1 0 0 0,0-1 0 0 0,0 1 0 0 0,-1-4 0 0 0,-1-2 0 0 0,0 0 0 0 0,-1 0 0 0 0,1 0 0 0 0,-1 0 0 0 0,-1 0 0 0 0,0 1 0 0 0,-9-14 0 0 0,6 10 5 0 0,-2 1 0 0 0,1 0 0 0 0,-20-18-1 0 0,22 23 4 0 0,1 1-1 0 0,-1 0 1 0 0,0 0-1 0 0,0 0 0 0 0,0 1 1 0 0,-1 0-1 0 0,1 0 0 0 0,-1 0 1 0 0,-10-2-1 0 0,13 7 16 0 0,-1 4-179 0 0,2-5 64 0 0,2-1 65 0 0,1 0 0 0 0,-1 0-1 0 0,0 0 1 0 0,1 0 0 0 0,-1 0 0 0 0,0 0-1 0 0,1 0 1 0 0,-1 0 0 0 0,1 0 0 0 0,-1 0 0 0 0,0 0-1 0 0,1 1 1 0 0,-1-1 0 0 0,1 0 0 0 0,-1 1-1 0 0,1-1 1 0 0,-1 0 0 0 0,1 1 0 0 0,-1-1 0 0 0,1 0-1 0 0,-1 1 1 0 0,1-1 0 0 0,-1 1 0 0 0,1-1-1 0 0,-1 1 1 0 0,1-1 0 0 0,0 1 0 0 0,0-1 0 0 0,-1 1-1 0 0,1 0 1 0 0,0-1 0 0 0,0 1 0 0 0,-1-1-1 0 0,1 1 1 0 0,0 0 0 0 0,0-1 0 0 0,0 1 0 0 0,0-1-1 0 0,0 1 1 0 0,0 0 0 0 0,0-1 0 0 0,0 1-1 0 0,0 0 1 0 0,0-1 0 0 0,0 1 0 0 0,1-1 0 0 0,-1 1-1 0 0,0 0 1 0 0,0-1 0 0 0,1 1 0 0 0,-1 0-1 0 0,23 24-2666 0 0,3 12-2188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15.0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451 95 480 0 0,'-1'-1'76'0'0,"1"0"0"0"0,0 0 0 0 0,0 1-1 0 0,0-1 1 0 0,0 0 0 0 0,-1 1 0 0 0,1-1 0 0 0,0 0 0 0 0,-1 0-1 0 0,1 1 1 0 0,-1-1 0 0 0,1 1 0 0 0,-1-1 0 0 0,1 0 0 0 0,-1 1-1 0 0,1-1 1 0 0,-1 1 0 0 0,1-1 0 0 0,-1 1 0 0 0,0 0-1 0 0,1-1 1 0 0,-1 1 0 0 0,0-1 0 0 0,1 1 0 0 0,-1 0 0 0 0,0 0-1 0 0,0-1 1 0 0,1 1 0 0 0,-1 0 0 0 0,0 0 0 0 0,0 0-1 0 0,1 0 1 0 0,-1 0 0 0 0,-1 0 0 0 0,-1 0 165 0 0,-6-1 2066 0 0,1 4-1707 0 0,-15 5-292 0 0,-57 9 745 0 0,44-10-650 0 0,-2 0 323 0 0,-57 18 0 0 0,54-12-378 0 0,34-12-318 0 0,1 1 0 0 0,-1-1-1 0 0,0 2 1 0 0,0-1-1 0 0,1 1 1 0 0,0 0 0 0 0,-1 0-1 0 0,1 1 1 0 0,0 0-1 0 0,1 0 1 0 0,-1 0 0 0 0,-9 11-1 0 0,14-14-26 0 0,0 1 0 0 0,0-1-1 0 0,1 1 1 0 0,-1 0 0 0 0,0-1-1 0 0,1 1 1 0 0,0 0 0 0 0,-1-1 0 0 0,1 1-1 0 0,0 0 1 0 0,0-1 0 0 0,-1 1-1 0 0,1 0 1 0 0,1 0 0 0 0,-1-1-1 0 0,0 1 1 0 0,0 0 0 0 0,1 0-1 0 0,-1-1 1 0 0,1 1 0 0 0,-1-1 0 0 0,1 1-1 0 0,0 0 1 0 0,0-1 0 0 0,-1 1-1 0 0,1-1 1 0 0,0 1 0 0 0,0-1-1 0 0,1 0 1 0 0,0 2 0 0 0,2 2 5 0 0,1 0 0 0 0,-1-1-1 0 0,1 0 1 0 0,0 0 0 0 0,0 0 0 0 0,0 0 0 0 0,9 4 0 0 0,-2-2-14 0 0,0-1-1 0 0,0 0 1 0 0,0-1 0 0 0,0 0-1 0 0,1-1 1 0 0,-1-1 0 0 0,1 0-1 0 0,0 0 1 0 0,0-1 0 0 0,0-1-1 0 0,0 0 1 0 0,-1-1 0 0 0,1 0-1 0 0,0-1 1 0 0,0-1-1 0 0,-1 0 1 0 0,1 0 0 0 0,-1-1-1 0 0,0-1 1 0 0,22-11 0 0 0,-30 12 9 0 0,0 1 1 0 0,-1 0-1 0 0,1-1 1 0 0,-1 0-1 0 0,0 0 1 0 0,0 0 0 0 0,0 0-1 0 0,-1 0 1 0 0,1-1-1 0 0,-1 1 1 0 0,0-1-1 0 0,0 1 1 0 0,-1-1-1 0 0,2-6 1 0 0,1-3 23 0 0,-2 0-1 0 0,1-1 1 0 0,-2 1 0 0 0,0-15-1 0 0,-1 23-4 0 0,0-1-1 0 0,0 0 0 0 0,-1 1 0 0 0,0-1 0 0 0,0 1 1 0 0,-1-1-1 0 0,0 1 0 0 0,0 0 0 0 0,-5-11 0 0 0,4 13-7 0 0,0-1-1 0 0,0 1 1 0 0,0 0-1 0 0,0 1 1 0 0,-1-1-1 0 0,0 1 0 0 0,0-1 1 0 0,0 1-1 0 0,0 0 1 0 0,0 1-1 0 0,0-1 1 0 0,-1 1-1 0 0,0 0 0 0 0,1 0 1 0 0,-7-2-1 0 0,0 1-118 0 0,0 1 0 0 0,0 0 0 0 0,0 0 0 0 0,-1 1-1 0 0,1 0 1 0 0,0 1 0 0 0,-17 2 0 0 0,16 0-832 0 0,-1 0 0 0 0,1 1 0 0 0,-23 7 1 0 0,-17 15-4614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16.5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1 80 0 0,'-63'20'5407'0'0,"34"-12"-4102"0"0,-34 3 0 0 0,14 1 189 0 0,158-2-795 0 0,-67-5-651 0 0,540 40 179 0 0,-294-34-67 0 0,-250-9-158 0 0,138 8 76 0 0,58 7 82 0 0,-168-12-198 0 0,78-3 1 0 0,20 1 192 0 0,-122 1-155 0 0,30 4 13 0 0,48 8 54 0 0,-75-13-58 0 0,75 2 49 0 0,120 0 22 0 0,-32 0-67 0 0,-77 3 148 0 0,-45 0-82 0 0,-27-3-32 0 0,87 18 0 0 0,-8 12 646 0 0,70 4 188 0 0,-189-35-852 0 0,1-2 1 0 0,-1-1-1 0 0,1 0 1 0 0,20-2-1 0 0,2 0-3 0 0,91-4 121 0 0,-126 5-209 0 0,9-2 135 0 0,-12-9-1071 0 0,-5 10 914 0 0,1 0-1 0 0,0 1 1 0 0,0-1 0 0 0,0 0 0 0 0,0 1 0 0 0,-1-1-1 0 0,1 0 1 0 0,0 1 0 0 0,-1-1 0 0 0,1 1 0 0 0,0-1 0 0 0,-1 1-1 0 0,1-1 1 0 0,-1 1 0 0 0,1-1 0 0 0,-1 1 0 0 0,1-1 0 0 0,-1 1-1 0 0,1 0 1 0 0,-1-1 0 0 0,0 1 0 0 0,1 0 0 0 0,-1-1 0 0 0,1 1-1 0 0,-1 0 1 0 0,0 0 0 0 0,1 0 0 0 0,-2-1 0 0 0,-64-23-4559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19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584 51 2001 0 0,'0'-2'177'0'0,"0"1"0"0"0,0 0 0 0 0,0 0-1 0 0,0-1 1 0 0,0 1 0 0 0,-1 0 0 0 0,1 0 0 0 0,0-1 0 0 0,-1 1 0 0 0,1 0-1 0 0,-1 0 1 0 0,1 0 0 0 0,-1 0 0 0 0,0 0 0 0 0,1 0 0 0 0,-1 0 0 0 0,0 0 0 0 0,0 0-1 0 0,0 0 1 0 0,0 0 0 0 0,0 1 0 0 0,0-1 0 0 0,0 0 0 0 0,0 0 0 0 0,0 1 0 0 0,-1-1-1 0 0,15-1 491 0 0,-58-6-349 0 0,0 2 0 0 0,0 1 0 0 0,0 3 0 0 0,0 2 0 0 0,-46 6 0 0 0,20 9-117 0 0,45-8-149 0 0,20-6-30 0 0,0 1-1 0 0,0 0 0 0 0,1 0 0 0 0,-1 1 0 0 0,1-1 0 0 0,-1 1 0 0 0,1 0 1 0 0,0 1-1 0 0,-7 6 0 0 0,-14 9 74 0 0,21-17-76 0 0,4-2-12 0 0,0 0 1 0 0,0 1-1 0 0,0-1 1 0 0,1 0 0 0 0,-1 1-1 0 0,0-1 1 0 0,0 0 0 0 0,0 1-1 0 0,0 0 1 0 0,1-1 0 0 0,-1 1-1 0 0,0-1 1 0 0,1 1 0 0 0,-1 0-1 0 0,0-1 1 0 0,1 1 0 0 0,-1 0-1 0 0,1 0 1 0 0,-1-1-1 0 0,1 1 1 0 0,-1 0 0 0 0,1 0-1 0 0,0 0 1 0 0,-1 0 0 0 0,1 0-1 0 0,0 0 1 0 0,0 0 0 0 0,-1 1-1 0 0,1-1 1 0 0,0 0-1 0 0,0 0 0 0 0,0 0 0 0 0,0 0 0 0 0,-1 0 1 0 0,1 0-1 0 0,0 0 0 0 0,-1 0 0 0 0,1 0 0 0 0,0 0 1 0 0,-1 0-1 0 0,0 0 0 0 0,1 0 0 0 0,-1 0 0 0 0,1 0 1 0 0,-1-1-1 0 0,0 1 0 0 0,0 0 0 0 0,0 0 0 0 0,1-1 1 0 0,-1 1-1 0 0,0-1 0 0 0,-2 2 0 0 0,-5 4 7 0 0,-19 28 119 0 0,27-33-132 0 0,-1 0-1 0 0,0 0 1 0 0,0 0-1 0 0,1 0 0 0 0,-1 0 1 0 0,1 1-1 0 0,-1-1 0 0 0,1 0 1 0 0,-1 0-1 0 0,1 1 1 0 0,0-1-1 0 0,0 0 0 0 0,0 0 1 0 0,-1 1-1 0 0,1-1 0 0 0,0 0 1 0 0,1 1-1 0 0,-1-1 1 0 0,0 0-1 0 0,0 1 0 0 0,1-1 1 0 0,-1 0-1 0 0,0 1 0 0 0,1-1 1 0 0,-1 0-1 0 0,1 0 1 0 0,0 0-1 0 0,-1 0 0 0 0,1 1 1 0 0,0-1-1 0 0,0 0 0 0 0,0 0 1 0 0,-1 0-1 0 0,1-1 1 0 0,0 1-1 0 0,3 2 0 0 0,0 0 10 0 0,0 0-1 0 0,1 1 1 0 0,0-2-1 0 0,0 1 1 0 0,0 0-1 0 0,8 2 0 0 0,17 3-37 0 0,0-2 0 0 0,0-1-1 0 0,1-1 1 0 0,-1-1 0 0 0,1-2-1 0 0,0-1 1 0 0,44-7 0 0 0,-66 6 8 0 0,-1 0 0 0 0,1-1 0 0 0,-1 0 0 0 0,16-7 0 0 0,-23 9 18 0 0,-1 0 0 0 0,1 0 0 0 0,0-1 0 0 0,-1 1 0 0 0,1 0 1 0 0,0-1-1 0 0,-1 1 0 0 0,1-1 0 0 0,-1 1 0 0 0,1-1 0 0 0,-1 1 0 0 0,1-1 1 0 0,-1 0-1 0 0,1 1 0 0 0,-1-1 0 0 0,1 1 0 0 0,-1-1 0 0 0,0 0 1 0 0,1 1-1 0 0,-1-1 0 0 0,0 0 0 0 0,1 0 0 0 0,-2 0 1 0 0,1 0 1 0 0,0 0-1 0 0,-1 0 0 0 0,1 0 0 0 0,-1 0 0 0 0,1 0 1 0 0,-1 0-1 0 0,0 1 0 0 0,1-1 0 0 0,-1 0 0 0 0,0 0 1 0 0,1 1-1 0 0,-1-1 0 0 0,0 1 0 0 0,0-1 0 0 0,1 0 1 0 0,-1 1-1 0 0,0-1 0 0 0,0 1 0 0 0,0 0 0 0 0,-1-1 1 0 0,-15-8 0 0 0,-5-2 0 0 0,0 0 0 0 0,0 1 0 0 0,-1 1 0 0 0,-30-7 0 0 0,-45-8-174 0 0,93 23 1 0 0,71-4-2322 0 0,24 4-213 0 0,16-3-386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20.2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483 82 1121 0 0,'-5'0'1480'0'0,"-20"-7"647"0"0,-3-4-1159 0 0,-1 3-641 0 0,-93-23 386 0 0,93 27-482 0 0,0 0 0 0 0,-42 1-1 0 0,62 4-143 0 0,0 0 0 0 0,0 0 0 0 0,1 0 0 0 0,-1 1 0 0 0,0 1-1 0 0,1-1 1 0 0,-1 2 0 0 0,1-1 0 0 0,0 1 0 0 0,0 0 0 0 0,-14 10 0 0 0,20-13-58 0 0,0 1 1 0 0,-1 1 0 0 0,1-1-1 0 0,0 0 1 0 0,0 0 0 0 0,0 1-1 0 0,0-1 1 0 0,1 1 0 0 0,-1 0-1 0 0,1-1 1 0 0,-1 1 0 0 0,1 0-1 0 0,0 0 1 0 0,0 0 0 0 0,1 0 0 0 0,-1 0-1 0 0,0 0 1 0 0,1 0 0 0 0,0 0-1 0 0,0 0 1 0 0,0 0 0 0 0,0 0-1 0 0,0 0 1 0 0,0 0 0 0 0,1 0-1 0 0,0 0 1 0 0,-1 0 0 0 0,1 0-1 0 0,0 0 1 0 0,1 0 0 0 0,2 5-1 0 0,0 0-20 0 0,0 0-1 0 0,1 0 0 0 0,0-1 0 0 0,1 0 1 0 0,0 0-1 0 0,0 0 0 0 0,0-1 0 0 0,1 1 1 0 0,0-2-1 0 0,13 10 0 0 0,-7-8-7 0 0,0-1 1 0 0,1-1-1 0 0,0 0 1 0 0,0-1-1 0 0,0 0 0 0 0,0-1 1 0 0,0 0-1 0 0,1-2 1 0 0,-1 1-1 0 0,1-2 0 0 0,0 0 1 0 0,-1-1-1 0 0,1 0 1 0 0,-1-1-1 0 0,0-1 0 0 0,1 0 1 0 0,-1-1-1 0 0,16-6 1 0 0,-27 8-9 0 0,0 0 0 0 0,1 0 0 0 0,-1-1 0 0 0,0 1 0 0 0,0-1 0 0 0,0 1 0 0 0,0-1 0 0 0,-1 0 0 0 0,1 0 0 0 0,-1 0 0 0 0,0-1 0 0 0,0 1 0 0 0,0-1 0 0 0,0 1 0 0 0,-1-1 1 0 0,3-6-1 0 0,-1 1-16 0 0,-1 0 0 0 0,1 0 1 0 0,-2-1-1 0 0,1 1 1 0 0,-1-16-1 0 0,0 20 16 0 0,-1 1 0 0 0,0 0 0 0 0,0 0 0 0 0,-1 0 0 0 0,1-1 0 0 0,-1 1 0 0 0,0 0 0 0 0,0 0-1 0 0,0 0 1 0 0,0 0 0 0 0,-1 0 0 0 0,0 0 0 0 0,0 0 0 0 0,0 1 0 0 0,0-1 0 0 0,0 1 0 0 0,-1-1 0 0 0,0 1 0 0 0,1 0 0 0 0,-1 0-1 0 0,0 0 1 0 0,-1 0 0 0 0,1 1 0 0 0,0-1 0 0 0,-1 1 0 0 0,0 0 0 0 0,1 0 0 0 0,-1 0 0 0 0,0 0 0 0 0,0 1 0 0 0,-7-2-1 0 0,2-1 24 0 0,1 2 0 0 0,-1-1 0 0 0,1 1-1 0 0,-1 1 1 0 0,-11-1 0 0 0,17 1-47 0 0,0 1 1 0 0,0 1 0 0 0,0-1-1 0 0,0 0 1 0 0,0 1-1 0 0,0-1 1 0 0,0 1-1 0 0,0 0 1 0 0,1 0-1 0 0,-1 0 1 0 0,0 0 0 0 0,0 1-1 0 0,1-1 1 0 0,-1 1-1 0 0,1-1 1 0 0,-1 1-1 0 0,-2 3 1 0 0,-6 10-481 0 0,18-2-362 0 0,-3-8 603 0 0,10 13-1904 0 0,30 3-1562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20.7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282 78 1441 0 0,'-24'-6'1453'0'0,"0"2"0"0"0,-1 1 0 0 0,-45 1 0 0 0,62 2-1372 0 0,1 1 0 0 0,-1 0 0 0 0,1 1 0 0 0,0-1 0 0 0,-1 1 0 0 0,1 1 0 0 0,0 0 0 0 0,0 0 0 0 0,1 0 0 0 0,-1 1 0 0 0,1-1 0 0 0,-1 2 1 0 0,1-1-1 0 0,0 1 0 0 0,1 0 0 0 0,-10 10 0 0 0,14-14-64 0 0,0 0 0 0 0,-1 1 0 0 0,1-1 0 0 0,0 1 0 0 0,0-1 0 0 0,0 1 0 0 0,0-1 0 0 0,0 1 0 0 0,0-1 0 0 0,1 1 0 0 0,-1 0 0 0 0,0 0 0 0 0,1-1 0 0 0,-1 1 0 0 0,1 0 0 0 0,0 0 0 0 0,0 0 0 0 0,0-1 0 0 0,0 1 0 0 0,0 0 0 0 0,0 0-1 0 0,0 0 1 0 0,0 0 0 0 0,1 2 0 0 0,1 0 5 0 0,1-1 0 0 0,-1 0 0 0 0,0 0-1 0 0,1 0 1 0 0,0 0 0 0 0,0 0-1 0 0,0 0 1 0 0,0-1 0 0 0,0 1 0 0 0,0-1-1 0 0,1 0 1 0 0,6 4 0 0 0,4 1-7 0 0,-1-1 1 0 0,1 0 0 0 0,0-1-1 0 0,1 0 1 0 0,24 4-1 0 0,-35-8-14 0 0,1 0 0 0 0,-1 0-1 0 0,1-1 1 0 0,0 0 0 0 0,-1 0-1 0 0,1 0 1 0 0,-1 0-1 0 0,1-1 1 0 0,-1 1 0 0 0,1-1-1 0 0,-1 0 1 0 0,1-1-1 0 0,-1 1 1 0 0,1-1 0 0 0,-1 0-1 0 0,0 0 1 0 0,0 0-1 0 0,0 0 1 0 0,0-1 0 0 0,4-3-1 0 0,-7 4 0 0 0,0 0 0 0 0,0 0 0 0 0,-1 0 0 0 0,1 0 0 0 0,0 0 0 0 0,-1 0 0 0 0,0 0 0 0 0,1 0 0 0 0,-1 0 0 0 0,0-1 0 0 0,0 1 0 0 0,0 0 0 0 0,0 0 0 0 0,-1-4 0 0 0,0-3 0 0 0,1 5 0 0 0,0 0 0 0 0,-1 1 0 0 0,0-1 0 0 0,1 0 0 0 0,-1 0 0 0 0,-1 0 0 0 0,1 1 0 0 0,-1-1 0 0 0,1 1 0 0 0,-4-6 0 0 0,-3-6 0 0 0,5 8-13 0 0,-1 1-1 0 0,0-1 0 0 0,0 1 1 0 0,0 0-1 0 0,-1 0 0 0 0,0 1 1 0 0,0-1-1 0 0,0 1 0 0 0,-1 0 1 0 0,0 1-1 0 0,0-1 0 0 0,0 1 0 0 0,0 0 1 0 0,-1 1-1 0 0,-9-5 0 0 0,1 0-7 0 0,9 5 11 0 0,-1-1 0 0 0,0 1 0 0 0,0 0 0 0 0,0 1 0 0 0,0-1-1 0 0,-11-1 1 0 0,15 4 2 0 0,0 0-1 0 0,0-1 1 0 0,0 1-1 0 0,0 1 0 0 0,0-1 1 0 0,0 0-1 0 0,0 1 0 0 0,0-1 1 0 0,1 1-1 0 0,-1 0 1 0 0,0 0-1 0 0,0 0 0 0 0,0 0 1 0 0,-3 3-1 0 0,5-4 2 0 0,1 0 1 0 0,0 0-1 0 0,0 0 0 0 0,0 1 1 0 0,-1-1-1 0 0,1 0 0 0 0,0 0 0 0 0,0 0 1 0 0,0 1-1 0 0,0-1 0 0 0,-1 0 1 0 0,1 0-1 0 0,0 0 0 0 0,0 1 1 0 0,0-1-1 0 0,0 0 0 0 0,0 0 0 0 0,0 1 1 0 0,0-1-1 0 0,0 0 0 0 0,0 0 1 0 0,0 1-1 0 0,-1-1 0 0 0,1 0 0 0 0,0 1 1 0 0,1-1-1 0 0,-1 0 0 0 0,0 0 1 0 0,0 1-1 0 0,0-1 0 0 0,0 0 1 0 0,0 0-1 0 0,0 1 0 0 0,0-1 0 0 0,0 0 1 0 0,0 0-1 0 0,0 1 0 0 0,1-1 1 0 0,-1 0-1 0 0,0 0 0 0 0,0 0 0 0 0,0 1 1 0 0,0-1-1 0 0,1 0 0 0 0,-1 0 1 0 0,0 0-1 0 0,0 0 0 0 0,1 0 1 0 0,-1 1-1 0 0,0-1 0 0 0,0 0 0 0 0,1 0 1 0 0,-1 0-1 0 0,17 9-281 0 0,-13-7 151 0 0,54 32-3358 0 0,-9-11 614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21.1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662 46 2801 0 0,'1'-3'3625'0'0,"-1"3"-3593"0"0,0 0 0 0 0,0-1 0 0 0,0 1 0 0 0,0 0 0 0 0,0 0 0 0 0,0-1 0 0 0,0 1 1 0 0,0 0-1 0 0,0 0 0 0 0,-1-1 0 0 0,1 1 0 0 0,0 0 0 0 0,0 0 0 0 0,0 0 0 0 0,0-1 0 0 0,0 1 1 0 0,0 0-1 0 0,0 0 0 0 0,0 0 0 0 0,-1-1 0 0 0,1 1 0 0 0,0 0 0 0 0,0 0 0 0 0,0 0 0 0 0,0 0 1 0 0,-1-1-1 0 0,1 1 0 0 0,0 0 0 0 0,0 0 0 0 0,0 0 0 0 0,-1 0 0 0 0,1 0 0 0 0,0 0 1 0 0,0 0-1 0 0,-1 0 0 0 0,1 0 0 0 0,0-1 0 0 0,0 1 0 0 0,-1 0 0 0 0,-246-32 572 0 0,206 29-447 0 0,0 2-1 0 0,0 2 1 0 0,1 2 0 0 0,-43 8-1 0 0,66-7-62 0 0,0 1 0 0 0,1 0-1 0 0,0 1 1 0 0,-25 13-1 0 0,37-18-73 0 0,0 1 0 0 0,1 0 0 0 0,-1 0 0 0 0,1 0 0 0 0,0 0 0 0 0,0 1 0 0 0,0-1 0 0 0,0 1 0 0 0,0 0 0 0 0,0 0 0 0 0,1 0 0 0 0,-1 0 0 0 0,1 0 0 0 0,0 1 0 0 0,0-1 0 0 0,0 1 0 0 0,1-1 0 0 0,-1 1 0 0 0,1 0 0 0 0,0-1 0 0 0,-2 8 0 0 0,4-6-8 0 0,-1-1 0 0 0,1 0 1 0 0,-1 0-1 0 0,1 0 0 0 0,0 0 1 0 0,1 0-1 0 0,-1 0 1 0 0,1-1-1 0 0,0 1 0 0 0,0 0 1 0 0,0-1-1 0 0,0 1 0 0 0,1-1 1 0 0,-1 0-1 0 0,1 0 0 0 0,0 0 1 0 0,0 0-1 0 0,0 0 1 0 0,0-1-1 0 0,0 1 0 0 0,1-1 1 0 0,-1 0-1 0 0,6 3 0 0 0,5 2 9 0 0,1-1 0 0 0,0 0-1 0 0,0-1 1 0 0,29 6 0 0 0,7-2-23 0 0,1-2 0 0 0,0-2 0 0 0,-1-3 0 0 0,1-2 0 0 0,0-2 0 0 0,83-14 0 0 0,-125 14-28 0 0,0 0 0 0 0,0 0 0 0 0,0-2 0 0 0,0 1 0 0 0,17-10 0 0 0,-22 11 6 0 0,-1-1-1 0 0,0 0 1 0 0,0 0-1 0 0,-1 0 1 0 0,1 0-1 0 0,0-1 1 0 0,-1 1 0 0 0,0-1-1 0 0,0 0 1 0 0,0 0-1 0 0,-1 0 1 0 0,1-1-1 0 0,-1 1 1 0 0,3-7 0 0 0,-5 10 16 0 0,0 0 1 0 0,1-1 0 0 0,-1 1 0 0 0,0-1 0 0 0,0 1-1 0 0,0 0 1 0 0,0-1 0 0 0,0 1 0 0 0,0-1 0 0 0,0 1 0 0 0,0-1-1 0 0,0 1 1 0 0,-1 0 0 0 0,1-1 0 0 0,-1 1 0 0 0,1 0 0 0 0,-1-1-1 0 0,1 1 1 0 0,-1 0 0 0 0,-1-2 0 0 0,-1 0-13 0 0,0-1 1 0 0,0 1-1 0 0,0 0 1 0 0,0 0 0 0 0,0 0-1 0 0,-7-4 1 0 0,-1 0-113 0 0,-1 0 0 0 0,0 1 1 0 0,-23-8-1 0 0,14 8-529 0 0,-38-6 1 0 0,-43 0-2568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22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478 1 960 0 0,'-25'-1'4276'0'0,"-13"1"-1749"0"0,27 1-2531 0 0,1 0-1 0 0,0 0 1 0 0,0 1-1 0 0,0 0 1 0 0,0 1 0 0 0,1 0-1 0 0,-1 1 1 0 0,-12 6 0 0 0,10-4 30 0 0,-87 49 406 0 0,88-47-338 0 0,0-1 1 0 0,0 2 0 0 0,1-1-1 0 0,0 2 1 0 0,0-1-1 0 0,-15 22 1 0 0,-55 92 399 0 0,75-113-476 0 0,0 0 1 0 0,0 0-1 0 0,1 1 1 0 0,1 0-1 0 0,0 0 1 0 0,0 0-1 0 0,1 0 0 0 0,1 0 1 0 0,0 1-1 0 0,0-1 1 0 0,1 0-1 0 0,2 15 1 0 0,-2-2-59 0 0,0-21-9 0 0,0 0 0 0 0,0-1 0 0 0,0 1 0 0 0,0 0 1 0 0,0-1-1 0 0,1 1 0 0 0,0 0 0 0 0,-1-1 0 0 0,3 5 1 0 0,-3-7-8 0 0,1 1 1 0 0,0 0-1 0 0,-1 0 0 0 0,1-1 1 0 0,0 1-1 0 0,0 0 1 0 0,0-1-1 0 0,-1 1 1 0 0,1-1-1 0 0,0 1 1 0 0,0-1-1 0 0,0 0 1 0 0,0 1-1 0 0,0-1 1 0 0,0 0-1 0 0,0 0 0 0 0,0 1 1 0 0,0-1-1 0 0,0 0 1 0 0,0 0-1 0 0,0 0 1 0 0,0 0-1 0 0,0 0 1 0 0,0-1-1 0 0,0 1 1 0 0,2-1-1 0 0,46-15-2772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23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254 64 160 0 0,'7'-5'868'0'0,"1"1"0"0"0,0-1-1 0 0,-1 0 1 0 0,8-7 0 0 0,-12 8-698 0 0,-2 4-118 0 0,-1 0 1 0 0,1-1-1 0 0,-1 1 1 0 0,1-1-1 0 0,-1 1 0 0 0,1-1 1 0 0,-1 0-1 0 0,0 1 1 0 0,0-1-1 0 0,1 1 1 0 0,-1-1-1 0 0,0 0 0 0 0,0 1 1 0 0,1-1-1 0 0,-1 1 1 0 0,0-1-1 0 0,0 0 1 0 0,0 1-1 0 0,0-1 0 0 0,0 0 1 0 0,0 1-1 0 0,0-1 1 0 0,0 0-1 0 0,0 1 1 0 0,-1-2-1 0 0,1-10 786 0 0,27 12-585 0 0,-28 1-144 0 0,2-1-106 0 0,-1 0 0 0 0,0 1 0 0 0,0-1 0 0 0,0 0 0 0 0,0 0-1 0 0,0 0 1 0 0,0 1 0 0 0,0-1 0 0 0,0 0 0 0 0,0 0 0 0 0,0 1-1 0 0,0-1 1 0 0,0 0 0 0 0,0 0 0 0 0,0 0 0 0 0,0 1 0 0 0,0-1 0 0 0,0 0-1 0 0,0 0 1 0 0,0 0 0 0 0,-1 1 0 0 0,1-1 0 0 0,0 0 0 0 0,0 0 0 0 0,0 0-1 0 0,0 1 1 0 0,0-1 0 0 0,0 0 0 0 0,-1 0 0 0 0,1 0 0 0 0,0 0-1 0 0,0 0 1 0 0,0 1 0 0 0,0-1 0 0 0,-1 0 0 0 0,1 0 0 0 0,0 0 0 0 0,0 0-1 0 0,0 0 1 0 0,-1 0 0 0 0,1 0 0 0 0,0 0 0 0 0,0 0 0 0 0,0 0 0 0 0,-1 0-1 0 0,0 1 5 0 0,0-1 0 0 0,0 1-1 0 0,0-1 1 0 0,0 1-1 0 0,0-1 1 0 0,0 1-1 0 0,0 0 1 0 0,0-1-1 0 0,0 1 1 0 0,0 0 0 0 0,0 0-1 0 0,0 0 1 0 0,0 0-1 0 0,1 0 1 0 0,-1 0-1 0 0,0 0 1 0 0,0 1 0 0 0,-5 25 172 0 0,2-7-76 0 0,-13 63 217 0 0,13-53-212 0 0,-6 32 77 0 0,-5-19-86 0 0,-2-1 0 0 0,-37 64-1 0 0,43-84-74 0 0,-6 6-5 0 0,0-1 0 0 0,-22 26-1 0 0,25-36-16 0 0,1 1 0 0 0,1 0 0 0 0,1 1-1 0 0,0 0 1 0 0,-11 29 0 0 0,18-37-87 0 0,-9 28-53 0 0,13-39 109 0 0,0 1 0 0 0,0-1 1 0 0,0 1-1 0 0,0 0 0 0 0,0-1 0 0 0,0 1 1 0 0,0 0-1 0 0,0-1 0 0 0,0 1 0 0 0,0-1 1 0 0,0 1-1 0 0,1-1 0 0 0,-1 1 0 0 0,0 0 0 0 0,0-1 1 0 0,1 1-1 0 0,-1-1 0 0 0,0 1 0 0 0,1-1 1 0 0,-1 1-1 0 0,0-1 0 0 0,1 1 0 0 0,-1-1 1 0 0,1 0-1 0 0,-1 1 0 0 0,1-1 0 0 0,-1 1 1 0 0,1-1-1 0 0,-1 0 0 0 0,1 0 0 0 0,-1 1 1 0 0,1-1-1 0 0,-1 0 0 0 0,1 0 0 0 0,0 0 0 0 0,-1 1 1 0 0,1-1-1 0 0,-1 0 0 0 0,1 0 0 0 0,0 0 1 0 0,-1 0-1 0 0,1 0 0 0 0,-1 0 0 0 0,1 0 1 0 0,0 0-1 0 0,-1-1 0 0 0,1 1 0 0 0,-1 0 1 0 0,1 0-1 0 0,-1 0 0 0 0,1-1 0 0 0,0 1 1 0 0,44-21-2587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24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 49 1361 0 0,'12'-12'1489'0'0,"18"-15"552"0"0,-29 26-1916 0 0,1 0 1 0 0,-1 0 0 0 0,1 0 0 0 0,0 0 0 0 0,0 0 0 0 0,-1 0 0 0 0,1 0-1 0 0,0 1 1 0 0,0-1 0 0 0,0 1 0 0 0,0 0 0 0 0,0-1 0 0 0,0 1-1 0 0,0 0 1 0 0,0 0 0 0 0,2 0 0 0 0,-3 0-125 0 0,-1 0 1 0 0,0 1-1 0 0,0-1 0 0 0,1 0 1 0 0,-1 0-1 0 0,0 0 1 0 0,0 0-1 0 0,0 0 0 0 0,1 0 1 0 0,-1 0-1 0 0,0 0 1 0 0,0 0-1 0 0,0 1 0 0 0,1-1 1 0 0,-1 0-1 0 0,0 0 1 0 0,0 0-1 0 0,0 0 0 0 0,0 1 1 0 0,1-1-1 0 0,-1 0 1 0 0,0 0-1 0 0,0 0 0 0 0,0 1 1 0 0,0-1-1 0 0,0 0 1 0 0,0 0-1 0 0,0 0 0 0 0,0 1 1 0 0,0-1-1 0 0,0 0 0 0 0,0 0 1 0 0,0 1-1 0 0,0-1 1 0 0,0 0-1 0 0,0 0 0 0 0,0 0 1 0 0,0 1-1 0 0,0-1 1 0 0,0 0-1 0 0,0 0 0 0 0,0 1 1 0 0,0-1-1 0 0,0 0 1 0 0,0 0-1 0 0,0 0 0 0 0,-1 1 1 0 0,1-1-1 0 0,0 0 1 0 0,0 0-1 0 0,0 0 0 0 0,0 0 1 0 0,0 1-1 0 0,-1-1 1 0 0,1 0-1 0 0,0 0 0 0 0,0 0 1 0 0,0 0-1 0 0,-1 0 0 0 0,1 0 1 0 0,0 1-1 0 0,0-1 1 0 0,0 0-1 0 0,-1 0 0 0 0,1 0 1 0 0,-1 0-1 0 0,-13 7 14 0 0,-25 15 250 0 0,13 0-77 0 0,0 2 0 0 0,2 1-1 0 0,-23 29 1 0 0,-61 90 382 0 0,101-134-541 0 0,0 0-1 0 0,0 1 1 0 0,2 0-1 0 0,-1 0 1 0 0,1 0 0 0 0,1 1-1 0 0,0 0 1 0 0,0 0-1 0 0,1 0 1 0 0,1 0-1 0 0,0 0 1 0 0,1 1 0 0 0,0 21-1 0 0,1-33-58 0 0,0 1 1 0 0,0-1-1 0 0,0 0 0 0 0,0 1 1 0 0,0-1-1 0 0,0 0 0 0 0,1 1 1 0 0,-1-1-1 0 0,0 0 0 0 0,1 1 1 0 0,-1-1-1 0 0,1 0 0 0 0,-1 0 1 0 0,1 1-1 0 0,0-1 0 0 0,-1 0 0 0 0,1 0 1 0 0,0 0-1 0 0,0 0 0 0 0,0 0 1 0 0,0 0-1 0 0,0 0 0 0 0,0 0 1 0 0,0 0-1 0 0,2 0 0 0 0,1 1-117 0 0,1 0 0 0 0,-1-1 0 0 0,1 0-1 0 0,0 0 1 0 0,0-1 0 0 0,6 1 0 0 0,-8-1 82 0 0,73 2-2070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24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 1201 0 0,'0'-27'3201'0'0,"0"22"-1120"0"0,0 10-1681 0 0,26 34-160 0 0,1 63 80 0 0,0 10-79 0 0,-27-5-81 0 0,0-7-160 0 0,0-20 80 0 0,-27-24-80 0 0,27 5-321 0 0,0-22-639 0 0,0-10-1121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25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214 1 2881 0 0,'-26'56'4322'0'0,"-1"7"-3441"0"0,-26-2-1281 0 0,-1 7 159 0 0,54-12 321 0 0,-26-5 241 0 0,26-2-81 0 0,-27-3-400 0 0,27-17-161 0 0,27-19-399 0 0,-1-10-881 0 0,1-5-3041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26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27 560 0 0,'4'-18'4463'0'0,"-3"17"-4395"0"0,-1 0 1 0 0,1 1 0 0 0,-1-1-1 0 0,1 0 1 0 0,0 1-1 0 0,0-1 1 0 0,-1 1-1 0 0,1-1 1 0 0,0 1-1 0 0,0 0 1 0 0,0-1-1 0 0,0 1 1 0 0,0 0-1 0 0,-1-1 1 0 0,1 1-1 0 0,0 0 1 0 0,2 0-1 0 0,0-1-108 0 0,-3 1 47 0 0,0 0 1 0 0,0 0-1 0 0,0 0 0 0 0,1 0 0 0 0,-1 1 0 0 0,0-1 0 0 0,0 0 1 0 0,1 0-1 0 0,-1 0 0 0 0,0 0 0 0 0,0 0 0 0 0,1 0 1 0 0,-1 0-1 0 0,0 0 0 0 0,0 0 0 0 0,0 1 0 0 0,1-1 1 0 0,-1 0-1 0 0,0 0 0 0 0,0 0 0 0 0,0 0 0 0 0,0 1 0 0 0,1-1 1 0 0,-1 0-1 0 0,0 0 0 0 0,0 0 0 0 0,0 1 0 0 0,0-1 1 0 0,0 0-1 0 0,0 0 0 0 0,0 1 0 0 0,0-1 0 0 0,0 0 0 0 0,0 0 1 0 0,1 0-1 0 0,-1 1 0 0 0,0-1 0 0 0,0 0 0 0 0,0 0 1 0 0,-1 1-1 0 0,1-1 0 0 0,0 0 0 0 0,0 0 0 0 0,0 1 1 0 0,0-1-1 0 0,0 0 0 0 0,0 0 0 0 0,0 1 0 0 0,0-1 0 0 0,0 0 1 0 0,0 0-1 0 0,-1 1 0 0 0,1 6 66 0 0,1 7 17 0 0,1 0 0 0 0,0 0-1 0 0,6 19 1 0 0,1 8 71 0 0,0 34 79 0 0,9 1-67 0 0,-14-52-121 0 0,0 3-12 0 0,1-1 0 0 0,1 0 1 0 0,1 1-1 0 0,1-2 1 0 0,16 32-1 0 0,-22-51-68 0 0,1-1 0 0 0,0 1 1 0 0,0-1-1 0 0,1 0 0 0 0,-1 0 1 0 0,1 0-1 0 0,0 0 0 0 0,1-1 0 0 0,6 6 1 0 0,-9-8-35 0 0,1-1 1 0 0,0 1-1 0 0,0-1 1 0 0,-1 0-1 0 0,1 0 1 0 0,0 0-1 0 0,0 0 1 0 0,0-1-1 0 0,0 1 1 0 0,0-1-1 0 0,0 0 1 0 0,1 0-1 0 0,-1 0 1 0 0,0 0-1 0 0,0-1 1 0 0,0 1-1 0 0,0-1 1 0 0,0 1-1 0 0,5-3 1 0 0,46-22-2007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29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129 125 1761 0 0,'-5'2'774'0'0,"-1"0"1"0"0,1 0-1 0 0,0 0 1 0 0,-1-1-1 0 0,1 1 1 0 0,-1-1-1 0 0,-5 0 1 0 0,3 0-548 0 0,1-1 1 0 0,0 0-1 0 0,0 0 1 0 0,-1-1-1 0 0,1 0 1 0 0,0 0-1 0 0,0 0 1 0 0,-10-4 0 0 0,17 5-199 0 0,0 0 1 0 0,-1 0 0 0 0,1-1 0 0 0,0 1 0 0 0,-1 0-1 0 0,1 0 1 0 0,0-1 0 0 0,-1 1 0 0 0,1 0 0 0 0,0 0 0 0 0,0-1-1 0 0,0 1 1 0 0,-1 0 0 0 0,1-1 0 0 0,0 1 0 0 0,0 0-1 0 0,0-1 1 0 0,0 1 0 0 0,-1-1 0 0 0,1 1 0 0 0,0 0 0 0 0,0-1-1 0 0,0 1 1 0 0,0 0 0 0 0,0-1 0 0 0,0 1 0 0 0,0-1-1 0 0,0 1 1 0 0,0 0 0 0 0,0-1 0 0 0,0 1 0 0 0,0-1 0 0 0,1 1-1 0 0,-1 0 1 0 0,0-1 0 0 0,0 1 0 0 0,0 0 0 0 0,0-1-1 0 0,1 1 1 0 0,-1 0 0 0 0,0-1 0 0 0,0 1 0 0 0,1 0 0 0 0,-1 0-1 0 0,0-1 1 0 0,0 1 0 0 0,1 0 0 0 0,-1 0 0 0 0,0-1-1 0 0,1 1 1 0 0,13-2 24 0 0,-1 1 0 0 0,0 0 0 0 0,23 2 0 0 0,13 0-16 0 0,3-5-341 0 0,-1-2 1 0 0,90-23 0 0 0,-105 19-2126 0 0,-1-1 0 0 0,44-22 0 0 0,-48 15-520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29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47 960 0 0,'-27'5'4402'0'0,"1"-10"-2641"0"0,-1 5-1281 0 0,0 5-319 0 0,1 0 1039 0 0,52-5-560 0 0,28 0-399 0 0,-1 0 79 0 0,27-5-80 0 0,80 0 80 0 0,-6-7 80 0 0,33 2-160 0 0,-80-2-640 0 0,-54 0-1761 0 0,27 12-3762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32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342 79 3682 0 0,'-22'-36'2921'0'0,"13"17"-1307"0"0,-4 9-1094 0 0,31 7-453 0 0,29-2-10 0 0,0 1 0 0 0,48 2 0 0 0,-75 3-26 0 0,-1 1-1 0 0,0 1 0 0 0,0 0 0 0 0,0 2 1 0 0,0 0-1 0 0,0 1 0 0 0,31 15 1 0 0,-47-20-25 0 0,-1 0 1 0 0,0 0-1 0 0,1 0 1 0 0,-1 1-1 0 0,0-1 1 0 0,1 1 0 0 0,-1-1-1 0 0,0 1 1 0 0,0 0-1 0 0,0 0 1 0 0,-1 0-1 0 0,1 0 1 0 0,0 0-1 0 0,-1 0 1 0 0,1 1 0 0 0,-1-1-1 0 0,0 0 1 0 0,0 1-1 0 0,0-1 1 0 0,0 1-1 0 0,0 0 1 0 0,0-1 0 0 0,-1 1-1 0 0,1-1 1 0 0,-1 1-1 0 0,0 0 1 0 0,0-1-1 0 0,0 6 1 0 0,-2 1 25 0 0,-1 1 0 0 0,0 0 0 0 0,0-1 0 0 0,-1 0 0 0 0,-1 0 0 0 0,-6 13 0 0 0,1-5 20 0 0,5-8-26 0 0,0-1-1 0 0,-1 1 1 0 0,0-1-1 0 0,-1-1 1 0 0,1 1-1 0 0,-1-1 0 0 0,-8 6 1 0 0,4-3 6 0 0,1 0 1 0 0,0 0-1 0 0,-9 13 1 0 0,5-6 28 0 0,-1 0-1 0 0,-1 0 1 0 0,0-2-1 0 0,-1 0 1 0 0,-37 25-1 0 0,18-18 6 0 0,0-1 0 0 0,-48 19-1 0 0,72-36-20 0 0,1-1 0 0 0,-1 0 0 0 0,0-1-1 0 0,0 0 1 0 0,0-1 0 0 0,0 0 0 0 0,-15-1 0 0 0,-71-9 210 0 0,62 0-158 0 0,35 9-88 0 0,0 0-1 0 0,-1-1 0 0 0,1 1 1 0 0,-1 0-1 0 0,1-1 1 0 0,0 1-1 0 0,-1-1 0 0 0,1 0 1 0 0,0 1-1 0 0,0-1 1 0 0,-1 0-1 0 0,1 0 0 0 0,0 0 1 0 0,0 0-1 0 0,0 0 1 0 0,-1-2-1 0 0,1 2-8 0 0,0 1 0 0 0,1-1 0 0 0,-1 0 0 0 0,0 0 0 0 0,0 1 1 0 0,1-1-1 0 0,-1 0 0 0 0,0 1 0 0 0,0-1 0 0 0,0 1 0 0 0,0-1 0 0 0,0 1 0 0 0,0 0 0 0 0,0-1 1 0 0,0 1-1 0 0,0 0 0 0 0,0 0 0 0 0,0 0 0 0 0,0-1 0 0 0,0 1 0 0 0,-2 1 0 0 0,3-1-2 0 0,-1-1 2 0 0,1 1 0 0 0,0 0 0 0 0,-1 0 0 0 0,1 0 0 0 0,0 0 0 0 0,0 0 0 0 0,-1 0 0 0 0,1 0 0 0 0,0-1 0 0 0,0 1 0 0 0,0 0 0 0 0,-1 0 0 0 0,1 0 0 0 0,0-1 0 0 0,0 1 0 0 0,0 0 0 0 0,0 0 0 0 0,-1-1 0 0 0,1 1 0 0 0,0 0 0 0 0,0 0 0 0 0,0-1 0 0 0,0 1 0 0 0,0 0 0 0 0,0 0 0 0 0,0-1 0 0 0,0 1 0 0 0,0 0 0 0 0,0 0 0 0 0,0-1 0 0 0,0 1 0 0 0,0 0 0 0 0,0-1 0 0 0,0 1 0 0 0,0 0 0 0 0,0 0 0 0 0,0-1 0 0 0,0 1 0 0 0,0 0 0 0 0,0 0 0 0 0,0-1 0 0 0,0 1 0 0 0,1 0 0 0 0,-1 0 0 0 0,0-1 0 0 0,0 1 0 0 0,0 0 0 0 0,0 0 0 0 0,1 0 0 0 0,-1-1 0 0 0,0 1 0 0 0,0 0 0 0 0,1 0 0 0 0,-1 0 0 0 0,0 0 0 0 0,0-1 0 0 0,1 1 0 0 0,-1 0 0 0 0,1 0 0 0 0,18-6-11 0 0,0 0 1 0 0,0 1-1 0 0,1 2 0 0 0,36-4 1 0 0,-37 7 25 0 0,0 1 1 0 0,1 0 0 0 0,-1 1-1 0 0,0 2 1 0 0,30 8 0 0 0,-18-3 28 0 0,1 3 0 0 0,39 20 0 0 0,-67-30-38 0 0,13 7-67 0 0,0-1-1 0 0,0 0 1 0 0,36 9-1 0 0,-45-15-269 0 0,-1-1-1 0 0,1 0 1 0 0,0-1-1 0 0,0 0 1 0 0,0 0-1 0 0,0-1 1 0 0,0 0 0 0 0,0 0-1 0 0,0 0 1 0 0,-1-1-1 0 0,1-1 1 0 0,12-5 0 0 0,29-14-2151 0 0,4-4-412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32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502 122 1201 0 0,'-125'24'4964'0'0,"75"-16"-4319"0"0,-1 2 0 0 0,1 3 0 0 0,1 1 1 0 0,-79 35-1 0 0,118-44-581 0 0,8-5-41 0 0,0 1 0 0 0,0-1 1 0 0,0 1-1 0 0,0 0 0 0 0,0 0 0 0 0,0 0 0 0 0,1 0 0 0 0,-1 0 0 0 0,0 0 0 0 0,0 0 0 0 0,1 1 0 0 0,-1-1 0 0 0,1 1 0 0 0,-1-1 1 0 0,1 1-1 0 0,0 0 0 0 0,0-1 0 0 0,-1 1 0 0 0,1 0 0 0 0,0 0 0 0 0,0 0 0 0 0,1 0 0 0 0,-1 0 0 0 0,0 0 0 0 0,1 0 0 0 0,-1 0 0 0 0,1 0 1 0 0,-1 4-1 0 0,1 0 25 0 0,0-1 0 0 0,1 1 1 0 0,-1 0-1 0 0,1 0 0 0 0,0-1 1 0 0,0 1-1 0 0,1 0 0 0 0,2 6 0 0 0,-2-9-38 0 0,0 0-1 0 0,0 0 1 0 0,0 0-1 0 0,0 0 1 0 0,1 0 0 0 0,-1-1-1 0 0,1 1 1 0 0,-1-1-1 0 0,1 1 1 0 0,0-1-1 0 0,0 0 1 0 0,0 0-1 0 0,1-1 1 0 0,-1 1-1 0 0,6 2 1 0 0,1-1-7 0 0,0 0 0 0 0,0 0 0 0 0,1-1 0 0 0,-1-1 0 0 0,0 0 0 0 0,1 0 0 0 0,17-1 1 0 0,7-3 63 0 0,35-7 1 0 0,-38 1-56 0 0,1-1-1 0 0,-1-1 1 0 0,-1-2 0 0 0,0-1 0 0 0,-1-1 0 0 0,0-2 0 0 0,-2 0-1 0 0,35-29 1 0 0,-47 32-5 0 0,1-1 0 0 0,-2-1-1 0 0,0 0 1 0 0,-1-1 0 0 0,15-25-1 0 0,-27 40-14 0 0,0-1 0 0 0,-1 0-1 0 0,1 0 1 0 0,-1 1-1 0 0,0-1 1 0 0,0 0 0 0 0,0 0-1 0 0,0 0 1 0 0,0 0 0 0 0,-1-1-1 0 0,1 1 1 0 0,-1 0-1 0 0,0 0 1 0 0,0 0 0 0 0,0 0-1 0 0,-1 0 1 0 0,1 0-1 0 0,-1 0 1 0 0,1 0 0 0 0,-1 0-1 0 0,-1-4 1 0 0,0 4-11 0 0,-1 0 0 0 0,1 0 1 0 0,0 0-1 0 0,-1 1 0 0 0,1-1 1 0 0,-1 1-1 0 0,0-1 0 0 0,0 1 0 0 0,0 0 1 0 0,0 0-1 0 0,0 0 0 0 0,0 1 0 0 0,-1-1 1 0 0,1 1-1 0 0,-5-2 0 0 0,-4 0-139 0 0,0 0 0 0 0,0 0 0 0 0,0 2 0 0 0,-1-1-1 0 0,1 1 1 0 0,0 1 0 0 0,-1 0 0 0 0,-21 4 0 0 0,30-3 2 0 0,0 0 0 0 0,1 0-1 0 0,-1 1 1 0 0,0-1 0 0 0,1 1 0 0 0,-1 0 0 0 0,1 0 0 0 0,0 0-1 0 0,0 1 1 0 0,-1-1 0 0 0,1 1 0 0 0,1-1 0 0 0,-1 1 0 0 0,0 0 0 0 0,1 0-1 0 0,-4 5 1 0 0,-20 30-3739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34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1 315 2241 0 0,'0'-5'502'0'0,"0"0"0"0"0,0 0 0 0 0,1 0 0 0 0,-1 0 0 0 0,1 0 0 0 0,3-8 0 0 0,-1 8-423 0 0,0-1 1 0 0,0 1-1 0 0,0 1 1 0 0,1-1 0 0 0,0 0-1 0 0,0 1 1 0 0,6-7-1 0 0,3-2 146 0 0,0 0-191 0 0,0 0-1 0 0,1 1 0 0 0,1 1 1 0 0,0 0-1 0 0,26-14 0 0 0,-12 7-10 0 0,1 1-1 0 0,36-14 0 0 0,-48 25-22 0 0,44-13 0 0 0,-59 18 0 0 0,0 1 0 0 0,-1-1 0 0 0,1 1 0 0 0,0 0 0 0 0,0 0 0 0 0,0 0 0 0 0,-1 0 0 0 0,1 0 0 0 0,0 1 0 0 0,0-1 0 0 0,-1 1 0 0 0,1 0 0 0 0,0 0 0 0 0,-1 0 0 0 0,1 0 0 0 0,-1 0 0 0 0,5 3 0 0 0,-6-2-3 0 0,0-1 0 0 0,0 1 0 0 0,-1 0 0 0 0,1 0 1 0 0,0 0-1 0 0,-1 0 0 0 0,1 0 0 0 0,-1 0 0 0 0,0 0 0 0 0,0 0 0 0 0,0 0 0 0 0,0 0 0 0 0,0 0 0 0 0,0 0 0 0 0,-1 4 0 0 0,0 6-17 0 0,0-1 10 0 0,0-1 1 0 0,-1 0-1 0 0,0 1 0 0 0,0-1 0 0 0,-2 0 0 0 0,-3 10 0 0 0,4-13-1 0 0,1-2 7 0 0,2-2 3 0 0,-1-1 0 0 0,1 0-1 0 0,-1 0 1 0 0,0 0 0 0 0,1 0 0 0 0,-1 0 0 0 0,0 0 0 0 0,0 0-1 0 0,-1-1 1 0 0,1 1 0 0 0,0 0 0 0 0,0 0 0 0 0,-1-1 0 0 0,1 1-1 0 0,-1-1 1 0 0,0 1 0 0 0,1-1 0 0 0,-5 2 0 0 0,2 3-66 0 0,4-23 28 0 0,3-36 132 0 0,-2 50-86 0 0,0-1 1 0 0,0 0 0 0 0,1 1 0 0 0,-1 0-1 0 0,1-1 1 0 0,0 1 0 0 0,0 0 0 0 0,0 0-1 0 0,0 0 1 0 0,0 0 0 0 0,4-3 0 0 0,-2 1-1 0 0,-1 1 0 0 0,1-1 0 0 0,-1 0 1 0 0,0-1-1 0 0,3-6 0 0 0,-4 8-1 0 0,0 0 1 0 0,0 1-1 0 0,0-1 0 0 0,0 0 1 0 0,1 0-1 0 0,0 1 0 0 0,0 0 1 0 0,0-1-1 0 0,5-3 0 0 0,0 1 6 0 0,1 0 0 0 0,-1 1 0 0 0,1 0 0 0 0,1 1-1 0 0,16-6 1 0 0,-24 9-12 0 0,0 0 0 0 0,0 0 0 0 0,0 1 0 0 0,0-1 0 0 0,0 1 0 0 0,0 0-1 0 0,0-1 1 0 0,0 1 0 0 0,0 0 0 0 0,0 0 0 0 0,0 0 0 0 0,0 1 0 0 0,0-1 0 0 0,0 0 0 0 0,0 1-1 0 0,0-1 1 0 0,-1 1 0 0 0,1 0 0 0 0,0-1 0 0 0,0 1 0 0 0,0 0 0 0 0,-1 0 0 0 0,1 0 0 0 0,0 0-1 0 0,-1 1 1 0 0,1-1 0 0 0,-1 0 0 0 0,1 1 0 0 0,-1-1 0 0 0,0 1 0 0 0,0-1 0 0 0,1 1 0 0 0,-1 0-1 0 0,0 0 1 0 0,0 1 0 0 0,1 0 0 0 0,1 4 1 0 0,0 0 0 0 0,-1 0 0 0 0,1 0 1 0 0,-1 0-1 0 0,-1 0 0 0 0,1 0 0 0 0,-1 0 0 0 0,-1 1 0 0 0,1-1 0 0 0,-1 0 0 0 0,0 1 0 0 0,-2 6 0 0 0,-16 25 52 0 0,14-24-32 0 0,4-15-20 0 0,0 1 1 0 0,0-1 0 0 0,0 0 0 0 0,0 0-1 0 0,0 0 1 0 0,0 1 0 0 0,0-1 0 0 0,0 0 0 0 0,0 0-1 0 0,0 0 1 0 0,0 1 0 0 0,0-1 0 0 0,0 0-1 0 0,0 0 1 0 0,0 1 0 0 0,0-1 0 0 0,0 0-1 0 0,0 0 1 0 0,0 0 0 0 0,-1 0 0 0 0,1 1 0 0 0,0-1-1 0 0,0 0 1 0 0,0 0 0 0 0,0 0 0 0 0,0 0-1 0 0,-1 0 1 0 0,1 1 0 0 0,0-1 0 0 0,0 0 0 0 0,0 0-1 0 0,-1 0 1 0 0,1 0 0 0 0,0 0 0 0 0,0 0-1 0 0,0 0 1 0 0,-1 0 0 0 0,1 0 0 0 0,0 0-1 0 0,0 0 1 0 0,-18 0 78 0 0,17 0-76 0 0,0-1 0 0 0,1 0 0 0 0,-1 1 0 0 0,1-1 0 0 0,-1 0 0 0 0,1 0 0 0 0,-1 0 0 0 0,1 1 0 0 0,0-1 0 0 0,-1 0 1 0 0,1 0-1 0 0,0 0 0 0 0,0 0 0 0 0,0 0 0 0 0,0 0 0 0 0,-1 0 0 0 0,1 0 0 0 0,0 1 0 0 0,1-1 0 0 0,-1 0 0 0 0,0 0 0 0 0,0-2 0 0 0,6-20 50 0 0,1 13-58 0 0,1 1 1 0 0,1 1-1 0 0,-1 0 0 0 0,1 0 0 0 0,1 0 0 0 0,-1 1 1 0 0,12-6-1 0 0,-14 9 8 0 0,1 1-1 0 0,-1-1 1 0 0,1 1 0 0 0,0 1 0 0 0,0 0-1 0 0,0 0 1 0 0,12-2 0 0 0,-18 4-2 0 0,-1 0 0 0 0,0 0 0 0 0,1-1 0 0 0,-1 1 0 0 0,1 0-1 0 0,-1 0 1 0 0,0 0 0 0 0,1 0 0 0 0,-1 1 0 0 0,1-1 0 0 0,-1 0 0 0 0,0 1 0 0 0,1-1 0 0 0,-1 0 0 0 0,0 1-1 0 0,1 0 1 0 0,-1-1 0 0 0,0 1 0 0 0,0 0 0 0 0,0 0 0 0 0,1-1 0 0 0,-1 1 0 0 0,0 0 0 0 0,0 0 0 0 0,0 0-1 0 0,0 0 1 0 0,-1 1 0 0 0,1-1 0 0 0,0 0 0 0 0,0 0 0 0 0,-1 0 0 0 0,1 1 0 0 0,-1-1 0 0 0,1 0 0 0 0,-1 1-1 0 0,1-1 1 0 0,-1 0 0 0 0,0 1 0 0 0,1 2 0 0 0,-1 4 25 0 0,-1 0-1 0 0,1-1 1 0 0,-1 1 0 0 0,-1 0-1 0 0,-3 12 1 0 0,3-12 4 0 0,1-3-13 0 0,-2 9 55 0 0,0-1-1 0 0,-1 0 0 0 0,-11 26 0 0 0,14-38-78 0 0,0-1 1 0 0,1 1 0 0 0,-1 0 0 0 0,1 0-1 0 0,-1 0 1 0 0,1-1 0 0 0,-1 1 0 0 0,1 0-1 0 0,0 0 1 0 0,-1 0 0 0 0,1 0 0 0 0,0 0-1 0 0,0 0 1 0 0,-1 0 0 0 0,1 0 0 0 0,0 0-1 0 0,0 0 1 0 0,0 0 0 0 0,0 0 0 0 0,1 0-1 0 0,-1 0 1 0 0,0 0 0 0 0,0 0 0 0 0,0 0-1 0 0,1 0 1 0 0,-1 0 0 0 0,1 0 0 0 0,-1-1-1 0 0,0 1 1 0 0,1 0 0 0 0,0 0 0 0 0,-1 0-1 0 0,1 0 1 0 0,-1-1 0 0 0,1 1 0 0 0,0 0-1 0 0,0-1 1 0 0,-1 1 0 0 0,1-1 0 0 0,0 1-1 0 0,0 0 1 0 0,0-1 0 0 0,0 0 0 0 0,0 1-1 0 0,0-1 1 0 0,-1 0 0 0 0,1 1 0 0 0,0-1-1 0 0,0 0 1 0 0,0 0 0 0 0,0 0 0 0 0,0 0-1 0 0,0 0 1 0 0,0 0 0 0 0,1 0 0 0 0,6 0-185 0 0,-1 1 1 0 0,0-2 0 0 0,0 1-1 0 0,11-3 1 0 0,-15 2-97 0 0,0 0 1 0 0,-1 0-1 0 0,1-1 0 0 0,-1 1 0 0 0,1 0 1 0 0,-1-1-1 0 0,0 0 0 0 0,1 1 1 0 0,-1-1-1 0 0,2-2 0 0 0,-1 1-306 0 0,-3 3 483 0 0,0 0 1 0 0,1-1-1 0 0,-1 1 1 0 0,0-1-1 0 0,1 1 1 0 0,-1-1-1 0 0,0 1 1 0 0,1-1-1 0 0,-1 1 1 0 0,0-1-1 0 0,0 1 1 0 0,0-1-1 0 0,1 1 1 0 0,-1-1-1 0 0,0 1 0 0 0,0-1 1 0 0,0 1-1 0 0,0-1 1 0 0,0 0-1 0 0,0 1 1 0 0,0-1-1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34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1 80 0 0,'-48'68'4562'0'0,"21"-12"-2481"0"0,27-12-1841 0 0,-26-3-320 0 0,-1-9 240 0 0,27 2 0 0 0,-27-17-320 0 0,54-10-800 0 0,-27-24-3442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35.0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132 261 3282 0 0,'0'0'108'0'0,"0"1"1"0"0,0-1-1 0 0,0 1 1 0 0,0-1-1 0 0,0 1 1 0 0,-1-1-1 0 0,1 1 1 0 0,0-1 0 0 0,0 1-1 0 0,0-1 1 0 0,0 1-1 0 0,-1-1 1 0 0,1 0-1 0 0,0 1 1 0 0,0-1 0 0 0,-1 1-1 0 0,1-1 1 0 0,0 0-1 0 0,-1 1 1 0 0,1-1-1 0 0,0 1 1 0 0,-1-1 0 0 0,1 0-1 0 0,-1 0 1 0 0,1 1-1 0 0,0-1 1 0 0,-1 0-1 0 0,0 1 1 0 0,-27 2 891 0 0,-16-6-734 0 0,40 3-242 0 0,0-1-1 0 0,0 0 1 0 0,1 0 0 0 0,-1 0-1 0 0,1 0 1 0 0,-1 0 0 0 0,1-1-1 0 0,-1 1 1 0 0,1-1 0 0 0,0 0-1 0 0,-1 0 1 0 0,-2-3 0 0 0,5 4-18 0 0,1 0-1 0 0,0 0 1 0 0,-1 1 0 0 0,1-1 0 0 0,0 0 0 0 0,0 0 0 0 0,0 0 0 0 0,0 0 0 0 0,0 0 0 0 0,0 0 0 0 0,0 0 0 0 0,0 0-1 0 0,0 1 1 0 0,0-1 0 0 0,1 0 0 0 0,-1 0 0 0 0,0 0 0 0 0,0 0 0 0 0,1 0 0 0 0,-1 1 0 0 0,1-1 0 0 0,-1 0 0 0 0,1 0-1 0 0,-1 1 1 0 0,1-1 0 0 0,-1 0 0 0 0,1 1 0 0 0,0-1 0 0 0,-1 0 0 0 0,1 1 0 0 0,0-1 0 0 0,-1 1 0 0 0,1-1-1 0 0,0 1 1 0 0,1-1 0 0 0,4-5 35 0 0,83-114 319 0 0,-80 110-357 0 0,1 1 0 0 0,-1-1-1 0 0,2 1 1 0 0,-1 1-1 0 0,1 0 1 0 0,23-12 0 0 0,-28 16-39 0 0,0 1 1 0 0,1 0 0 0 0,-1 0-1 0 0,0 1 1 0 0,1-1 0 0 0,0 2-1 0 0,-1-1 1 0 0,1 1 0 0 0,0 0-1 0 0,0 0 1 0 0,0 1 0 0 0,0 0-1 0 0,0 0 1 0 0,-1 0 0 0 0,10 3-1 0 0,-14-3 25 0 0,-1 1-1 0 0,1-1 0 0 0,0 1 0 0 0,-1 0 1 0 0,0 0-1 0 0,1 0 0 0 0,-1 0 1 0 0,1 0-1 0 0,-1 0 0 0 0,0 0 0 0 0,0 0 1 0 0,0 1-1 0 0,1-1 0 0 0,-1 0 1 0 0,0 1-1 0 0,-1-1 0 0 0,1 1 0 0 0,0-1 1 0 0,0 1-1 0 0,-1-1 0 0 0,1 1 0 0 0,-1-1 1 0 0,1 1-1 0 0,-1 0 0 0 0,0-1 1 0 0,1 1-1 0 0,-1 0 0 0 0,0 2 0 0 0,3 11-48 0 0,1-3 17 0 0,-2-4 13 0 0,0 0 1 0 0,0 1-1 0 0,-1-1 1 0 0,1 15-1 0 0,-2-20 31 0 0,0 0-1 0 0,-1 0 0 0 0,1 1 0 0 0,-1-1 0 0 0,0 0 1 0 0,0 0-1 0 0,0 0 0 0 0,0 0 0 0 0,0 0 1 0 0,-1 0-1 0 0,1 0 0 0 0,-1-1 0 0 0,0 1 1 0 0,0 0-1 0 0,0-1 0 0 0,0 1 0 0 0,-4 2 0 0 0,0 0 23 0 0,0 0 0 0 0,-1-1-1 0 0,1 0 1 0 0,-1 0 0 0 0,-9 3 0 0 0,-29 17 281 0 0,40-21-78 0 0,5-4-66 0 0,0-2-66 0 0,0-67-94 0 0,0 69 0 0 0,0-1 0 0 0,1 1 0 0 0,-1-1 0 0 0,0 1 0 0 0,1 0 0 0 0,-1 0 0 0 0,1-1 0 0 0,-1 1 0 0 0,1 0 0 0 0,-1-1 0 0 0,1 1 0 0 0,0 0 0 0 0,0 0 0 0 0,-1 0 0 0 0,1 0 0 0 0,0 0 0 0 0,0 0 0 0 0,0 0 0 0 0,0 0 0 0 0,2 0 0 0 0,4-7 0 0 0,-4 4 0 0 0,-1 1 0 0 0,0 0 0 0 0,0 0 0 0 0,1 0 0 0 0,-1 0 0 0 0,1 1 0 0 0,-1-1 0 0 0,1 1 0 0 0,0-1 0 0 0,0 1 0 0 0,0 0 0 0 0,1 0 0 0 0,-1 0 0 0 0,0 1 0 0 0,1-1 0 0 0,-1 1 0 0 0,7-2 0 0 0,13-5 0 0 0,-20 7 0 0 0,0 0 0 0 0,0-1 0 0 0,0 1 0 0 0,1 0 0 0 0,-1 1 0 0 0,0-1 0 0 0,6 0 0 0 0,17 5 0 0 0,-23-3 0 0 0,17 6 0 0 0,-20-6 0 0 0,0-1 0 0 0,1 1 0 0 0,-1-1 0 0 0,1 1 0 0 0,-1-1 0 0 0,0 1 0 0 0,1 0 0 0 0,-1-1 0 0 0,0 1 0 0 0,0-1 0 0 0,1 1 0 0 0,-1 0 0 0 0,0-1 0 0 0,0 1 0 0 0,0 0 0 0 0,0-1 0 0 0,0 1 0 0 0,0 0 0 0 0,0-1 0 0 0,0 1 0 0 0,0 0 0 0 0,0-1 0 0 0,0 1 0 0 0,-1 0 0 0 0,1-1 0 0 0,0 1 0 0 0,0 0 0 0 0,-1-1 0 0 0,1 1 0 0 0,0 0 0 0 0,-1-1 0 0 0,1 1 0 0 0,0-1 0 0 0,-2 1 0 0 0,-95 136 227 0 0,96-137-230 0 0,1 1 1 0 0,0-1 0 0 0,0 0 0 0 0,-1 0-1 0 0,1 0 1 0 0,0 0 0 0 0,0 0 0 0 0,0 1 0 0 0,-1-1-1 0 0,1 0 1 0 0,0 0 0 0 0,0 0 0 0 0,0 1-1 0 0,-1-1 1 0 0,1 0 0 0 0,0 0 0 0 0,0 1-1 0 0,0-1 1 0 0,0 0 0 0 0,0 0 0 0 0,0 1 0 0 0,0-1-1 0 0,-1 0 1 0 0,1 1 0 0 0,0-1 0 0 0,0 0-1 0 0,0 0 1 0 0,0 1 0 0 0,0-1 0 0 0,0 0-1 0 0,0 1 1 0 0,1-1 0 0 0,-1 0 0 0 0,0 0 0 0 0,0 1-1 0 0,0-1 1 0 0,0 0 0 0 0,0 0 0 0 0,0 1-1 0 0,0-1 1 0 0,1 0 0 0 0,-1 0 0 0 0,0 1-1 0 0,0-1 1 0 0,0 0 0 0 0,0 0 0 0 0,1 0 0 0 0,-1 1-1 0 0,0-1 1 0 0,0 0 0 0 0,1 0 0 0 0,-1 0-1 0 0,0 0 1 0 0,0 0 0 0 0,1 1 0 0 0,-1-1-1 0 0,0 0 1 0 0,0 0 0 0 0,1 0 0 0 0,17-1-307 0 0,-15 1 271 0 0,5-2-483 0 0,1-1-1 0 0,-1 0 0 0 0,0 0 0 0 0,0 0 0 0 0,0-1 0 0 0,-1 0 1 0 0,12-9-1 0 0,-14 10 201 0 0,22-14-1813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35.8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23 2641 0 0,'0'-23'2527'0'0,"0"38"-959"0"0,-4-12-1421 0 0,-20 7 75 0 0,0 2-1 0 0,2 1 0 0 0,-1 1 1 0 0,-30 24-1 0 0,51-36-201 0 0,0-1 0 0 0,-1 1 0 0 0,1 0 0 0 0,0 0 0 0 0,1 1 0 0 0,-1-1 0 0 0,0 0 0 0 0,1 0 0 0 0,-1 1 0 0 0,1-1 0 0 0,0 1 0 0 0,-1 0 0 0 0,1-1 0 0 0,1 1 0 0 0,-1 0 0 0 0,0 2 0 0 0,1-1 16 0 0,0-1-1 0 0,1 1 1 0 0,-1-1 0 0 0,1 0 0 0 0,0 0 0 0 0,0 1 0 0 0,1-1 0 0 0,-1 0-1 0 0,4 5 1 0 0,0 3 13 0 0,-2-4 11 0 0,-2-5-49 0 0,0 0 0 0 0,-1 0 1 0 0,1 0-1 0 0,0 0 0 0 0,0 0 0 0 0,0 0 0 0 0,0 0 1 0 0,1 0-1 0 0,-1-1 0 0 0,0 1 0 0 0,1 0 0 0 0,-1-1 1 0 0,1 1-1 0 0,-1-1 0 0 0,1 0 0 0 0,0 1 0 0 0,0-1 0 0 0,0 0 1 0 0,0 0-1 0 0,0 0 0 0 0,-1 0 0 0 0,2-1 0 0 0,-1 1 1 0 0,0 0-1 0 0,0-1 0 0 0,0 0 0 0 0,0 1 0 0 0,0-1 1 0 0,0 0-1 0 0,0 0 0 0 0,1 0 0 0 0,-1 0 0 0 0,2-1 1 0 0,6 1-18 0 0,-1 0 0 0 0,0 0 1 0 0,1-1-1 0 0,-1 0 1 0 0,0 0-1 0 0,0-1 1 0 0,0-1-1 0 0,0 0 1 0 0,0 0-1 0 0,0 0 0 0 0,15-10 1 0 0,83-65-1262 0 0,-27 13-814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36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474 14 2721 0 0,'-1'-1'111'0'0,"1"0"0"0"0,0 1-1 0 0,0-1 1 0 0,0 1-1 0 0,0-1 1 0 0,-1 0 0 0 0,1 1-1 0 0,0-1 1 0 0,0 1 0 0 0,-1-1-1 0 0,1 1 1 0 0,0-1-1 0 0,-1 1 1 0 0,1-1 0 0 0,-1 1-1 0 0,1-1 1 0 0,-1 1 0 0 0,1 0-1 0 0,-1-1 1 0 0,1 1 0 0 0,-1 0-1 0 0,1-1 1 0 0,-1 1-1 0 0,1 0 1 0 0,-1-1 0 0 0,0 1-1 0 0,1 0 1 0 0,-1 0 0 0 0,1 0-1 0 0,-1 0 1 0 0,0 0 0 0 0,1 0-1 0 0,-1 0 1 0 0,1 0-1 0 0,-1 0 1 0 0,0 0 0 0 0,1 0-1 0 0,-1 0 1 0 0,0 0 0 0 0,0 1-1 0 0,-2-1 90 0 0,-3 2 69 0 0,3 1-298 0 0,-6 1 20 0 0,5-3 19 0 0,0 0-1 0 0,1 0 1 0 0,0 1-1 0 0,-1-1 1 0 0,1 1 0 0 0,0 0-1 0 0,0 0 1 0 0,0 1 0 0 0,0-1-1 0 0,0 0 1 0 0,-4 6 0 0 0,-41 53 439 0 0,-68 114 0 0 0,76-110-267 0 0,31-51-141 0 0,-25 38 105 0 0,3 2 1 0 0,-29 65-1 0 0,11-24-186 0 0,49-94 17 0 0,-1 0 0 0 0,1 0 1 0 0,0 0-1 0 0,-1 0 0 0 0,1 0 0 0 0,0 0 0 0 0,-1 0 0 0 0,1 1 0 0 0,0-1 0 0 0,0 0 0 0 0,0 0 0 0 0,0 0 0 0 0,0 0 1 0 0,1 0-1 0 0,-1 0 0 0 0,0 1 0 0 0,0-1 0 0 0,1 0 0 0 0,-1 0 0 0 0,0 0 0 0 0,1 0 0 0 0,-1 0 0 0 0,1 0 0 0 0,0 0 1 0 0,-1 0-1 0 0,1 0 0 0 0,0-1 0 0 0,-1 1 0 0 0,1 0 0 0 0,0 0 0 0 0,0-1 0 0 0,0 1 0 0 0,0 0 0 0 0,1 0 0 0 0,2 1-290 0 0,0 0 0 0 0,-1 0 0 0 0,1-1-1 0 0,0 1 1 0 0,0-1 0 0 0,1 0-1 0 0,5 0 1 0 0,17 1-3702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36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23 880 0 0,'0'0'2161'0'0,"26"-5"-240"0"0,1 0-400 0 0,26-2-481 0 0,1 2-399 0 0,26 5-801 0 0,0 0-1521 0 0,0 0-1280 0 0,-6 5 159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37.0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413 91 480 0 0,'-1'-2'226'0'0,"0"0"-1"0"0,0 1 0 0 0,0-1 1 0 0,0 1-1 0 0,0-1 1 0 0,-1 1-1 0 0,1-1 1 0 0,-1 1-1 0 0,1 0 0 0 0,-1-1 1 0 0,1 1-1 0 0,-1 0 1 0 0,0 0-1 0 0,1 0 1 0 0,-1 1-1 0 0,0-1 0 0 0,0 0 1 0 0,0 1-1 0 0,0-1 1 0 0,-2 0-1 0 0,-20-9 1391 0 0,13 6-1508 0 0,0 1 1 0 0,0 1-1 0 0,0 0 0 0 0,-1 0 1 0 0,1 1-1 0 0,-1 0 0 0 0,-15 2 1 0 0,11 0-18 0 0,0 1 0 0 0,0 0 0 0 0,0 2 0 0 0,0 0 0 0 0,1 0 0 0 0,-1 1 0 0 0,1 1-1 0 0,1 1 1 0 0,-1 0 0 0 0,-25 18 0 0 0,35-22-68 0 0,1 2 1 0 0,-1-1-1 0 0,1 0 0 0 0,0 1 0 0 0,0 0 0 0 0,0 0 0 0 0,1 0 0 0 0,-1 1 0 0 0,1-1 1 0 0,1 1-1 0 0,-1-1 0 0 0,1 1 0 0 0,0 0 0 0 0,-2 11 0 0 0,5-12-4 0 0,0 1 0 0 0,0-1 1 0 0,0 1-1 0 0,1-1 0 0 0,0 1 0 0 0,0-1 0 0 0,1 0 1 0 0,-1 0-1 0 0,1 0 0 0 0,0 0 0 0 0,1 0 0 0 0,-1-1 0 0 0,1 0 1 0 0,0 1-1 0 0,4 2 0 0 0,-2-4-23 0 0,1-2 0 0 0,-1 1 1 0 0,0-1-1 0 0,1 0 0 0 0,-1 0 0 0 0,1-1 0 0 0,-1 0 0 0 0,1 0 1 0 0,-1 0-1 0 0,1-1 0 0 0,-1 0 0 0 0,1 0 0 0 0,7-3 1 0 0,-11 2-15 0 0,1 1 1 0 0,-1-1-1 0 0,0 0 0 0 0,0 0 1 0 0,0 0-1 0 0,0 0 1 0 0,-1-1-1 0 0,1 1 1 0 0,-1-1-1 0 0,1 0 1 0 0,-1 0-1 0 0,0 1 1 0 0,0-1-1 0 0,0-1 0 0 0,2-4 1 0 0,9-12-169 0 0,-3 5-161 0 0,-1-1 1 0 0,-1 0-1 0 0,-1-1 1 0 0,9-25-1 0 0,-13 34 145 0 0,1-2-262 0 0,-1 1 0 0 0,0-1 0 0 0,0 1 0 0 0,2-19-1 0 0,-5 26 248 0 0,0 0 0 0 0,-1-1-1 0 0,1 1 1 0 0,-1 0 0 0 0,1 0-1 0 0,-1 0 1 0 0,0 0 0 0 0,0 0-1 0 0,0 0 1 0 0,0 0 0 0 0,0 0-1 0 0,0 0 1 0 0,0 0-1 0 0,-1 1 1 0 0,1-1 0 0 0,-4-2-1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37.3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1341 82 1281 0 0,'-11'-9'669'0'0,"0"0"1"0"0,-1 1-1 0 0,0 1 0 0 0,-1-1 1 0 0,1 2-1 0 0,-1 0 1 0 0,-26-8-1 0 0,18 9-262 0 0,-1 2 0 0 0,0-1 0 0 0,0 2 0 0 0,-29 1 0 0 0,-3 6 61 0 0,50-4-436 0 0,0-1 0 0 0,0 1 0 0 0,0 0 1 0 0,1 1-1 0 0,-1-1 0 0 0,0 1 0 0 0,1-1 0 0 0,-1 1 0 0 0,1 0 0 0 0,-1 1 0 0 0,-3 3 0 0 0,6-6-27 0 0,1 0-1 0 0,0 1 1 0 0,-1-1-1 0 0,1 1 0 0 0,0-1 1 0 0,-1 1-1 0 0,1-1 0 0 0,0 0 1 0 0,0 1-1 0 0,0-1 1 0 0,0 1-1 0 0,-1-1 0 0 0,1 1 1 0 0,0-1-1 0 0,0 1 0 0 0,0 0 1 0 0,0-1-1 0 0,0 1 1 0 0,0-1-1 0 0,0 1 0 0 0,0-1 1 0 0,0 1-1 0 0,1-1 1 0 0,-1 1-1 0 0,0-1 0 0 0,0 1 1 0 0,0-1-1 0 0,0 1 0 0 0,1-1 1 0 0,-1 0-1 0 0,0 1 1 0 0,1-1-1 0 0,-1 1 0 0 0,0-1 1 0 0,1 0-1 0 0,0 1 1 0 0,16 13 51 0 0,-13-12-48 0 0,12 6-15 0 0,0-1 0 0 0,0 0 0 0 0,0-1 0 0 0,1 0 0 0 0,25 4 0 0 0,21 7-31 0 0,-48-12 19 0 0,-1-1-4 0 0,0 1-1 0 0,0 1 1 0 0,20 10-1 0 0,-32-15 30 0 0,1 1 0 0 0,-1 0 1 0 0,1-1-1 0 0,-1 1 0 0 0,0 0 0 0 0,1 0 0 0 0,-1 0 0 0 0,0 1 0 0 0,0-1 0 0 0,0 0 0 0 0,-1 1 0 0 0,1 0 0 0 0,-1-1 0 0 0,1 1 0 0 0,-1 0 0 0 0,0-1 0 0 0,0 1 0 0 0,0 0 1 0 0,0 0-1 0 0,-1 0 0 0 0,1 0 0 0 0,-1 4 0 0 0,0-4 7 0 0,0-1 1 0 0,0 0-1 0 0,-1 0 0 0 0,1 0 1 0 0,-1 0-1 0 0,0 0 0 0 0,0 0 1 0 0,0 0-1 0 0,1 0 0 0 0,-2-1 1 0 0,1 1-1 0 0,0 0 1 0 0,0 0-1 0 0,-1-1 0 0 0,1 1 1 0 0,-1-1-1 0 0,1 1 0 0 0,-1-1 1 0 0,1 0-1 0 0,-1 1 1 0 0,0-1-1 0 0,0 0 0 0 0,0 0 1 0 0,0 0-1 0 0,0-1 0 0 0,-3 2 1 0 0,-12 7 92 0 0,-6 5 18 0 0,0-1-1 0 0,-1-2 1 0 0,-46 17 0 0 0,-76 10 135 0 0,86-24-133 0 0,-130 30 137 0 0,-167 42-16 0 0,21 19-1077 0 0,305-94-864 0 0,49-27-1814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47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192 11 3442 0 0,'-182'-10'4694'0'0,"173"10"-4213"0"0,13 0-214 0 0,4-1-222 0 0,-1 2 0 0 0,1-1 1 0 0,0 1-1 0 0,9 2 0 0 0,33 5 63 0 0,478 46 652 0 0,-325-15-597 0 0,-28-5 101 0 0,-1-14-108 0 0,77 11-5 0 0,277 25 102 0 0,139-10 121 0 0,-224-12-94 0 0,46 11 9 0 0,-179-13-45 0 0,-161-26-226 0 0,-92-6 21 0 0,1 3 0 0 0,-1 2 0 0 0,96 21 0 0 0,-47 4 34 0 0,184 26 0 0 0,-29-40-126 0 0,-212-16 200 0 0,-44 0-14 0 0,-11-5-1582 0 0,-11 4 433 0 0,4 2-2081 0 0,-31-1-1239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53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80 108 3602 0 0,'22'-40'3094'0'0,"-21"39"-3069"0"0,-1 1-1 0 0,0-1 0 0 0,0 1 1 0 0,1-1-1 0 0,-1 0 0 0 0,0 1 1 0 0,0-1-1 0 0,0 1 0 0 0,0-1 1 0 0,0 0-1 0 0,0 1 0 0 0,0-1 1 0 0,0 1-1 0 0,0-1 0 0 0,0 0 1 0 0,0 1-1 0 0,0-1 0 0 0,0 1 1 0 0,0-1-1 0 0,0 0 0 0 0,-1 1 1 0 0,1-1-1 0 0,0 1 0 0 0,0-1 1 0 0,-1 1-1 0 0,1-1 0 0 0,-1 1 0 0 0,1-1 1 0 0,0 1-1 0 0,-1-1 0 0 0,1 1 1 0 0,-1 0-1 0 0,1-1 0 0 0,-1 1 1 0 0,1-1-1 0 0,-1 1 0 0 0,1 0 1 0 0,-1 0-1 0 0,1-1 0 0 0,-1 1 1 0 0,1 0-1 0 0,-1 0 0 0 0,0 0 1 0 0,1-1-1 0 0,-1 1 0 0 0,1 0 1 0 0,-1 0-1 0 0,0 0 0 0 0,1 0 1 0 0,-1 0-1 0 0,0 0 0 0 0,0 1 1 0 0,-2-2 33 0 0,1 0-78 0 0,-1 0 0 0 0,1 0 0 0 0,-1 0 0 0 0,1 0 0 0 0,-1-1 0 0 0,1 1-1 0 0,0-1 1 0 0,-4-3 0 0 0,5 3 69 0 0,0 0 0 0 0,0 0 0 0 0,0 0-1 0 0,1 0 1 0 0,-1 0 0 0 0,1 0 0 0 0,0 0-1 0 0,-1 0 1 0 0,1 0 0 0 0,0 0 0 0 0,0 0-1 0 0,0-3 1 0 0,0 4 258 0 0,5 8-67 0 0,1-1-188 0 0,1 1 1 0 0,-1 0-1 0 0,0 1 0 0 0,-1-1 1 0 0,0 1-1 0 0,0 0 0 0 0,-1 0 1 0 0,0 1-1 0 0,0-1 0 0 0,-1 1 1 0 0,4 17-1 0 0,-3-11-5 0 0,-1 0 1 0 0,-1 0-1 0 0,0 0 1 0 0,-1 0 0 0 0,-1 1-1 0 0,-3 28 1 0 0,-6 2 83 0 0,-19 56 1 0 0,15-59 3 0 0,-8 48 0 0 0,16-61-88 0 0,3-11-21 0 0,-1 0-1 0 0,-1-1 0 0 0,0 1 0 0 0,-9 20 1 0 0,8-27-40 0 0,0-1 1 0 0,1 0 0 0 0,1 1-1 0 0,0 0 1 0 0,0 0 0 0 0,-1 21-1 0 0,7-19-444 0 0,3-12-71 0 0,12-17-858 0 0,8-21-1415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54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74 880 0 0,'0'-12'2321'0'0,"26"0"-80"0"0,1 2-480 0 0,0 5-400 0 0,26-2-401 0 0,22-3-399 0 0,5 3-561 0 0,0 2-721 0 0,0 0-1520 0 0,0 5-960 0 0,-27 5 159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55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30 276 400 0 0,'7'-12'710'0'0,"-1"0"0"0"0,0 0 0 0 0,-1 0 0 0 0,6-17 0 0 0,12-29 1143 0 0,-15 44-1536 0 0,-6 11-257 0 0,0 0 1 0 0,-1 0-1 0 0,1 0 0 0 0,-1 1 0 0 0,0-1 0 0 0,0 0 1 0 0,0-1-1 0 0,0 1 0 0 0,0 0 0 0 0,-1 0 1 0 0,1 0-1 0 0,-1 0 0 0 0,0-6 0 0 0,0-59 887 0 0,4 63-933 0 0,14 4-14 0 0,-13-3 13 0 0,-5 4 54 0 0,0 0-1 0 0,0 1-65 0 0,0-1-1 0 0,0 1 1 0 0,0-1-1 0 0,0 1 0 0 0,0-1 1 0 0,0 1-1 0 0,0-1 0 0 0,-1 1 1 0 0,1-1-1 0 0,0 1 1 0 0,0-1-1 0 0,0 1 0 0 0,-1-1 1 0 0,1 1-1 0 0,0-1 0 0 0,0 0 1 0 0,-1 1-1 0 0,1-1 1 0 0,0 1-1 0 0,-1-1 0 0 0,1 0 1 0 0,0 1-1 0 0,-1-1 1 0 0,1 0-1 0 0,-1 0 0 0 0,1 1 1 0 0,0-1-1 0 0,-1 0 0 0 0,1 0 1 0 0,-1 1-1 0 0,1-1 1 0 0,-1 0-1 0 0,1 0 0 0 0,-1 0 1 0 0,1 0-1 0 0,-1 0 0 0 0,1 0 1 0 0,-1 0-1 0 0,1 0 1 0 0,-1 0-1 0 0,0 0 2 0 0,1 0 0 0 0,-1 0 0 0 0,1 0 0 0 0,-1 0-1 0 0,0 0 1 0 0,1 0 0 0 0,-1 0 0 0 0,1 0 0 0 0,-1 0 0 0 0,1 1 0 0 0,-1-1 0 0 0,1 0 0 0 0,-1 0 0 0 0,1 0-1 0 0,0 1 1 0 0,-1-1 0 0 0,1 0 0 0 0,-1 1 0 0 0,1-1 0 0 0,0 0 0 0 0,-1 1 0 0 0,1-1 0 0 0,-1 1 0 0 0,1-1-1 0 0,0 0 1 0 0,0 1 0 0 0,-1-1 0 0 0,1 1 0 0 0,0-1 0 0 0,0 1 0 0 0,0-1 0 0 0,-1 1 0 0 0,1-1-1 0 0,0 1 1 0 0,0-1 0 0 0,0 1 0 0 0,0-1 0 0 0,0 1 0 0 0,0-1 0 0 0,0 2 0 0 0,-1 2 1 0 0,0 0 0 0 0,0 1 0 0 0,-1-1 0 0 0,1 0 1 0 0,-1 0-1 0 0,0 0 0 0 0,0 0 0 0 0,-1 0 0 0 0,1 0 0 0 0,-1-1 1 0 0,0 1-1 0 0,0-1 0 0 0,0 0 0 0 0,0 0 0 0 0,-7 5 0 0 0,6-4 2 0 0,-1 0-1 0 0,1 1 0 0 0,0-1 0 0 0,0 1 0 0 0,0 0 1 0 0,-5 9-1 0 0,5-4 32 0 0,0 0 1 0 0,-1 0 0 0 0,-8 11 0 0 0,11-17-23 0 0,1 0 1 0 0,0 0 0 0 0,0 0 0 0 0,0 0 0 0 0,0 0 0 0 0,1 0-1 0 0,-1 0 1 0 0,1 0 0 0 0,0 1 0 0 0,1-1 0 0 0,0 7 0 0 0,0 7-7 0 0,4-14 46 0 0,-4-4-54 0 0,0 1 1 0 0,0-1 0 0 0,0 0-1 0 0,0 1 1 0 0,0-1 0 0 0,0 0-1 0 0,0 0 1 0 0,0 0 0 0 0,0 0 0 0 0,0 0-1 0 0,0 0 1 0 0,0 0 0 0 0,1 0-1 0 0,-1 0 1 0 0,0 0 0 0 0,0-1-1 0 0,0 1 1 0 0,0 0 0 0 0,0-1-1 0 0,2 0 1 0 0,-5-2-2 0 0,2 2-1 0 0,0 0 1 0 0,0 0-1 0 0,0 0 0 0 0,0-1 1 0 0,0 1-1 0 0,1 0 1 0 0,-1 0-1 0 0,0 0 0 0 0,0 1 1 0 0,1-1-1 0 0,-1 0 1 0 0,1 0-1 0 0,-1 0 0 0 0,1 0 1 0 0,-1 0-1 0 0,1 0 0 0 0,0 1 1 0 0,-1-1-1 0 0,1 0 1 0 0,0 0-1 0 0,0 1 0 0 0,-1-1 1 0 0,1 0-1 0 0,0 1 0 0 0,2-2 1 0 0,5-4-24 0 0,19-32 12 0 0,-26 36 13 0 0,-1 1 0 0 0,1-1 0 0 0,0 0 0 0 0,-1 1 0 0 0,1-1 0 0 0,-1 0 0 0 0,0 1 0 0 0,0-1 0 0 0,0 0 0 0 0,1 0 0 0 0,-2-1 0 0 0,1 1 0 0 0,0 0 0 0 0,0 0 0 0 0,0 0 0 0 0,1 1 0 0 0,-1-1 0 0 0,0 0 0 0 0,1 0 0 0 0,-1 1 0 0 0,1-1 0 0 0,1-3 0 0 0,6-7 0 0 0,2-1 0 0 0,16-17 0 0 0,-16 13 35 0 0,-10 16-34 0 0,0 1 0 0 0,1 0 0 0 0,-1-1 0 0 0,0 1 1 0 0,0-1-1 0 0,0 1 0 0 0,0 0 0 0 0,1-1 0 0 0,-1 1 1 0 0,0-1-1 0 0,0 1 0 0 0,1 0 0 0 0,-1-1 0 0 0,0 1 1 0 0,0 0-1 0 0,1 0 0 0 0,-1-1 0 0 0,0 1 0 0 0,1 0 1 0 0,-1 0-1 0 0,1-1 0 0 0,-1 1 0 0 0,0 0 0 0 0,1 0 1 0 0,-1 0-1 0 0,1 0 0 0 0,-1-1 0 0 0,0 1 0 0 0,1 0 1 0 0,-1 0-1 0 0,1 0 0 0 0,-1 0 0 0 0,1 0 0 0 0,-1 0 1 0 0,0 0-1 0 0,1 0 0 0 0,-1 0 0 0 0,1 1 0 0 0,-1-1 1 0 0,1 0-1 0 0,-1 0 0 0 0,0 0 0 0 0,1 0 0 0 0,-1 1 1 0 0,0-1-1 0 0,1 0 0 0 0,-1 0 0 0 0,1 1 0 0 0,8 6 53 0 0,-5-3-40 0 0,0 1 1 0 0,1-1-1 0 0,-2 1 0 0 0,1 0 1 0 0,-1 0-1 0 0,1 0 1 0 0,-1 1-1 0 0,-1-1 1 0 0,1 1-1 0 0,-1-1 1 0 0,0 1-1 0 0,0 0 1 0 0,1 8-1 0 0,0 7 71 0 0,-1 0-1 0 0,-2 35 1 0 0,0-26-48 0 0,0-23-23 0 0,0 0-1 0 0,0 1 0 0 0,-1-1 1 0 0,-3 13-1 0 0,-3-3-4 0 0,2-3-24 0 0,6-13 9 0 0,-1 0 1 0 0,1 0-1 0 0,-1 0 0 0 0,1-1 1 0 0,0 1-1 0 0,-1 0 0 0 0,1-1 0 0 0,0 1 1 0 0,0-1-1 0 0,-1 1 0 0 0,1-1 1 0 0,0 1-1 0 0,0-1 0 0 0,0 1 0 0 0,0-1 1 0 0,0 0-1 0 0,0 1 0 0 0,-1-1 1 0 0,3 0-1 0 0,3 2-146 0 0,1-1 1 0 0,0 0 0 0 0,-1-1-1 0 0,1 1 1 0 0,0-1-1 0 0,0-1 1 0 0,-1 1-1 0 0,1-1 1 0 0,0 0 0 0 0,8-3-1 0 0,57-22-2952 0 0,-71 26 3032 0 0,57-32-4157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56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241 119 400 0 0,'-33'-7'2700'0'0,"-40"-4"1"0"0,-8 0 169 0 0,63 9-2356 0 0,-6-1-16 0 0,23 3-461 0 0,0-1 0 0 0,1 1 0 0 0,-1-1 1 0 0,0 1-1 0 0,1 0 0 0 0,-1-1 0 0 0,0 1 0 0 0,1-1 1 0 0,-1 0-1 0 0,1 1 0 0 0,-1-1 0 0 0,1 1 1 0 0,0-1-1 0 0,-1 0 0 0 0,1 1 0 0 0,-1-1 0 0 0,1 0 1 0 0,0 1-1 0 0,0-1 0 0 0,-1 0 0 0 0,1 0 1 0 0,0 1-1 0 0,0-1 0 0 0,0 0 0 0 0,0 0 0 0 0,0 0 1 0 0,0 0-1 0 0,0 0-29 0 0,0 0 1 0 0,1 0 0 0 0,-1 1-1 0 0,0-1 1 0 0,0 0-1 0 0,1 1 1 0 0,-1-1-1 0 0,1 0 1 0 0,-1 1-1 0 0,1-1 1 0 0,-1 0-1 0 0,1 1 1 0 0,-1-1-1 0 0,1 1 1 0 0,-1-1-1 0 0,1 1 1 0 0,-1-1 0 0 0,1 1-1 0 0,0 0 1 0 0,-1-1-1 0 0,1 1 1 0 0,0 0-1 0 0,1-1 1 0 0,25-8 19 0 0,-9 3-21 0 0,17-4-390 0 0,1 1-1 0 0,0 2 0 0 0,66-4 1 0 0,-85 10-575 0 0,1 1 0 0 0,-1 1 1 0 0,0 0-1 0 0,20 5 0 0 0,17 8-2083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56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8 1521 0 0,'0'0'3441'0'0,"-27"-7"-1280"0"0,6 7-640 0 0,-6 0-1281 0 0,54 0-80 0 0,-6 7 0 0 0,6-7-80 0 0,26 5 80 0 0,1-5 0 0 0,-1 12-480 0 0,54-2-2641 0 0,-27 2-1681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57.2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357 92 3121 0 0,'-44'-44'4176'0'0,"43"43"-4150"0"0,1 1 1 0 0,-1-1 0 0 0,1 0-1 0 0,0 1 1 0 0,-1-1 0 0 0,1 1-1 0 0,0-1 1 0 0,-1 0 0 0 0,1 1-1 0 0,0-1 1 0 0,0 0 0 0 0,0 1-1 0 0,-1-1 1 0 0,1 0 0 0 0,0 1 0 0 0,0-1-1 0 0,0 0 1 0 0,0 1 0 0 0,0-1-1 0 0,0 0 1 0 0,0 1 0 0 0,1-1-1 0 0,-1 0 1 0 0,0 1 0 0 0,0-1-1 0 0,0 0 1 0 0,1 1 0 0 0,-1-1-1 0 0,0 0 1 0 0,1 1 0 0 0,-1-1-1 0 0,1 1 1 0 0,-1-1 0 0 0,0 1-1 0 0,1-1 1 0 0,-1 1 0 0 0,1-1-1 0 0,-1 1 1 0 0,1-1 0 0 0,0 1 0 0 0,-1 0-1 0 0,1-1 1 0 0,-1 1 0 0 0,1 0-1 0 0,0-1 1 0 0,-1 1 0 0 0,1 0-1 0 0,0 0 1 0 0,-1 0 0 0 0,1 0-1 0 0,0 0 1 0 0,-1 0 0 0 0,1 0-1 0 0,1 0 1 0 0,12-5-127 0 0,0 1 0 0 0,0 0 0 0 0,0 2 0 0 0,1-1 1 0 0,-1 2-1 0 0,1 0 0 0 0,28 2 0 0 0,-21-1 72 0 0,-5 0 43 0 0,0 2 0 0 0,1 0 0 0 0,-1 1 1 0 0,0 0-1 0 0,28 10 0 0 0,-38-10-4 0 0,1 0-1 0 0,-1 0 1 0 0,1 0 0 0 0,-1 1-1 0 0,0 0 1 0 0,-1 0 0 0 0,1 1-1 0 0,-1 0 1 0 0,1 0-1 0 0,-1 1 1 0 0,-1-1 0 0 0,1 1-1 0 0,7 11 1 0 0,-12-15-5 0 0,0 0 0 0 0,-1 0 0 0 0,1 0 0 0 0,0 0-1 0 0,-1 0 1 0 0,1 1 0 0 0,-1-1 0 0 0,0 0 0 0 0,1 0 0 0 0,-1 1 0 0 0,0-1-1 0 0,-1 0 1 0 0,1 0 0 0 0,0 0 0 0 0,-1 1 0 0 0,1-1 0 0 0,-1 0 0 0 0,1 0 0 0 0,-1 0-1 0 0,0 0 1 0 0,0 0 0 0 0,0 0 0 0 0,0 0 0 0 0,0 0 0 0 0,-1 0 0 0 0,1 0-1 0 0,-1-1 1 0 0,1 1 0 0 0,-1-1 0 0 0,-3 3 0 0 0,-6 6 21 0 0,-2 0 0 0 0,1-2 0 0 0,-23 13 0 0 0,19-12 3 0 0,-31 19 63 0 0,0 1 14 0 0,-67 31 0 0 0,79-46-83 0 0,1-2 1 0 0,-2-1-1 0 0,1-2 1 0 0,-2-1-1 0 0,-70 5 1 0 0,100-13-30 0 0,0 0 0 0 0,1 0 0 0 0,-1-1 0 0 0,0 0 0 0 0,0-1 0 0 0,1 1 0 0 0,-1-1 0 0 0,1 0 0 0 0,-1-1 0 0 0,1 0 0 0 0,0 0 0 0 0,0 0 0 0 0,0-1 0 0 0,0 0 0 0 0,-8-7 0 0 0,13 10 1 0 0,-1 0 1 0 0,1 0 0 0 0,-1 0 0 0 0,1 0-1 0 0,0-1 1 0 0,0 1 0 0 0,0 0 0 0 0,0-1 0 0 0,0 1-1 0 0,0 0 1 0 0,0-1 0 0 0,-1-2 0 0 0,7-9-56 0 0,-3 11 56 0 0,-1 0 0 0 0,0 0-1 0 0,0 0 1 0 0,0 0 0 0 0,0 0 0 0 0,0 0-1 0 0,0 0 1 0 0,-1 0 0 0 0,1 0-1 0 0,-1-1 1 0 0,0 1 0 0 0,1 0-1 0 0,-1-4 1 0 0,0 6 4 0 0,1-1 0 0 0,-1 0 1 0 0,1 1-1 0 0,-1-1 0 0 0,1 1 1 0 0,0-1-1 0 0,-1 1 0 0 0,1-1 0 0 0,0 1 1 0 0,-1 0-1 0 0,1-1 0 0 0,0 1 0 0 0,-1 0 1 0 0,1-1-1 0 0,0 1 0 0 0,0 0 0 0 0,-1 0 1 0 0,1 0-1 0 0,0-1 0 0 0,0 1 0 0 0,-1 0 1 0 0,1 0-1 0 0,0 0 0 0 0,0 0 0 0 0,-1 1 1 0 0,1-1-1 0 0,0 0 0 0 0,0 0 0 0 0,-1 0 1 0 0,1 1-1 0 0,1-1 0 0 0,24 6 39 0 0,6 6 2 0 0,-26-10-27 0 0,0 0-1 0 0,-1 0 1 0 0,1 1 0 0 0,-1-1 0 0 0,0 1 0 0 0,1 1-1 0 0,7 6 1 0 0,1 2-8 0 0,0 0 1 0 0,1-1-1 0 0,0-1 0 0 0,1 0 0 0 0,0-1 1 0 0,1-1-1 0 0,-1 0 0 0 0,1-2 1 0 0,1 0-1 0 0,32 7 0 0 0,-38-12-544 0 0,0 0-1 0 0,0-1 1 0 0,0-1-1 0 0,-1 0 0 0 0,1-1 1 0 0,22-5-1 0 0,3-1-1115 0 0,61-12-1495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57.5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422 74 1761 0 0,'-21'0'849'0'0,"0"2"1"0"0,0 0-1 0 0,0 2 0 0 0,0 0 1 0 0,0 1-1 0 0,1 1 1 0 0,-29 13-1 0 0,8 1-331 0 0,1 1 1 0 0,-47 35-1 0 0,80-52-495 0 0,-30 25 72 0 0,36-27-88 0 0,-1 0 0 0 0,1 0-1 0 0,-1 0 1 0 0,1 0 0 0 0,0 1 0 0 0,0-1 0 0 0,0 0-1 0 0,0 1 1 0 0,0-1 0 0 0,1 0 0 0 0,-1 1 0 0 0,1-1 0 0 0,-1 1-1 0 0,1-1 1 0 0,0 4 0 0 0,0-3 0 0 0,0-1 0 0 0,1 0 0 0 0,-1 0 1 0 0,0 0-1 0 0,1 0 0 0 0,0 0 0 0 0,-1 0 0 0 0,1 0 0 0 0,0 0 0 0 0,0 0 0 0 0,0 0 1 0 0,0-1-1 0 0,0 1 0 0 0,1 0 0 0 0,-1-1 0 0 0,1 1 0 0 0,-1-1 0 0 0,1 1 0 0 0,-1-1 0 0 0,1 0 1 0 0,0 1-1 0 0,-1-1 0 0 0,1 0 0 0 0,0 0 0 0 0,0 0 0 0 0,0-1 0 0 0,0 1 0 0 0,4 1 1 0 0,4 2 12 0 0,-5-1-10 0 0,1 0 0 0 0,0-1 0 0 0,0 0 0 0 0,0 0 0 0 0,0 0 0 0 0,1 0 0 0 0,-1-1-1 0 0,0 0 1 0 0,1-1 0 0 0,-1 0 0 0 0,1 0 0 0 0,6 0 0 0 0,10-1 8 0 0,21 0-13 0 0,-1-1 1 0 0,1-2 0 0 0,47-11 0 0 0,-72 10 9 0 0,0 0 0 0 0,0-1 0 0 0,-1 0 0 0 0,0-2 0 0 0,-1 0 0 0 0,1-1 0 0 0,-2 0 0 0 0,1-2 0 0 0,18-15 0 0 0,-31 23-11 0 0,-1 0 0 0 0,1 0 0 0 0,-1 0 1 0 0,0-1-1 0 0,0 0 0 0 0,0 1 0 0 0,0-1 0 0 0,0 0 0 0 0,-1 0 1 0 0,0-1-1 0 0,0 1 0 0 0,0 0 0 0 0,0-1 0 0 0,-1 1 0 0 0,0-1 1 0 0,2-8-1 0 0,-4 8-1 0 0,1 0 1 0 0,-1 0-1 0 0,0 0 1 0 0,-1 0-1 0 0,1 0 1 0 0,-1 0-1 0 0,0 0 1 0 0,0 1-1 0 0,0-1 1 0 0,0 1-1 0 0,-1-1 0 0 0,0 1 1 0 0,0 0-1 0 0,0 0 1 0 0,-1 0-1 0 0,1 1 1 0 0,-6-5-1 0 0,-1 0-7 0 0,0 0-1 0 0,0 1 1 0 0,-1 0-1 0 0,0 1 1 0 0,0 0-1 0 0,-1 0 1 0 0,1 2-1 0 0,-1-1 1 0 0,0 1-1 0 0,0 1 1 0 0,-14-2-1 0 0,2 1-93 0 0,0 1-1 0 0,0 2 1 0 0,0 0-1 0 0,-43 4 0 0 0,56-2-138 0 0,1 1-1 0 0,-1 0 0 0 0,1 1 0 0 0,0 0 0 0 0,0 0 0 0 0,0 1 0 0 0,0 0 0 0 0,1 1 0 0 0,0 0 1 0 0,0 0-1 0 0,-16 13 0 0 0,-27 26-2977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58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449 47 3842 0 0,'-159'-5'3681'0'0,"132"-1"-3538"0"0,26 6-138 0 0,-1 0 0 0 0,1-1 0 0 0,0 1 0 0 0,-1 0 0 0 0,1-1 0 0 0,0 1 0 0 0,-1-1 0 0 0,1 0 0 0 0,0 1 0 0 0,-1-1 0 0 0,1 0-1 0 0,0 0 1 0 0,0 0 0 0 0,0 0 0 0 0,0 0 0 0 0,-1-1 0 0 0,2 2 0 0 0,-1-1-1 0 0,1 0 1 0 0,-1 1-1 0 0,1-1 1 0 0,-1 1-1 0 0,1-1 1 0 0,-1 1 0 0 0,0-1-1 0 0,1 1 1 0 0,-1 0-1 0 0,1-1 1 0 0,-1 1-1 0 0,0 0 1 0 0,1-1-1 0 0,-1 1 1 0 0,0 0-1 0 0,0 0 1 0 0,1-1 0 0 0,-1 1-1 0 0,0 0 1 0 0,1 0-1 0 0,-1 0 1 0 0,0 0-1 0 0,-1 0 1 0 0,-12-3 135 0 0,-5-1-19 0 0,0 0 1 0 0,-1 2 0 0 0,1 0 0 0 0,0 1-1 0 0,-29 3 1 0 0,14-1 108 0 0,30-1-70 0 0,-1 0 0 0 0,-17 5 467 0 0,50-1-372 0 0,6 2-163 0 0,816 55 997 0 0,-843-61-1084 0 0,197 11 322 0 0,311 57-1 0 0,-490-63-449 0 0,-1 1 0 0 0,0 0-1 0 0,36 17 1 0 0,-45-16-178 0 0,-8-4-190 0 0,0 1 1 0 0,0-1-1 0 0,0-1 1 0 0,0 1-1 0 0,1-1 0 0 0,14 2 1 0 0,4-3-4566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58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524 48 1921 0 0,'1'-1'148'0'0,"-1"0"-1"0"0,1 0 1 0 0,-1 0 0 0 0,1 0 0 0 0,0 0 0 0 0,-1 1-1 0 0,1-1 1 0 0,0 0 0 0 0,-1 0 0 0 0,1 1 0 0 0,0-1-1 0 0,0 0 1 0 0,0 1 0 0 0,0-1 0 0 0,0 1 0 0 0,1-1-1 0 0,10-9 996 0 0,-12 10-1108 0 0,1 0 0 0 0,-1 0 0 0 0,0-1 0 0 0,0 1 0 0 0,0 0 0 0 0,0-1 0 0 0,0 1 0 0 0,0 0 0 0 0,0 0 0 0 0,0-1 1 0 0,0 1-1 0 0,0 0 0 0 0,0-1 0 0 0,0 1 0 0 0,0 0 0 0 0,0 0 0 0 0,0-1 0 0 0,0 1 0 0 0,0 0 0 0 0,0-1 0 0 0,0 1 0 0 0,0 0 0 0 0,0 0 0 0 0,0-1 0 0 0,0 1 0 0 0,0 0 0 0 0,-1 0 0 0 0,1-1 1 0 0,0 1-1 0 0,0 0 0 0 0,0 0 0 0 0,-1 0 0 0 0,1-1 0 0 0,0 1 0 0 0,0 0 0 0 0,0 0 0 0 0,-1 0 0 0 0,1 0 0 0 0,0-1 0 0 0,-1 1 0 0 0,1 0 0 0 0,-1 0 0 0 0,-4-3 82 0 0,0 1 1 0 0,-1 0-1 0 0,1 0 0 0 0,-1 1 0 0 0,0-1 0 0 0,0 1 0 0 0,1 1 1 0 0,-1-1-1 0 0,-11 1 0 0 0,-65 5-149 0 0,50-2 133 0 0,-15 0 19 0 0,-75 16 0 0 0,112-16-77 0 0,-1 0 0 0 0,1 0 0 0 0,0 2 0 0 0,0-1 0 0 0,-12 8 0 0 0,2-1 19 0 0,15-9-45 0 0,4-1-11 0 0,0-1 0 0 0,0 0 0 0 0,0 1-1 0 0,-1-1 1 0 0,1 1 0 0 0,0 0-1 0 0,0-1 1 0 0,0 1 0 0 0,0 0 0 0 0,0 0-1 0 0,0-1 1 0 0,0 1 0 0 0,0 0-1 0 0,0 0 1 0 0,1 0 0 0 0,-1 0-1 0 0,0 0 1 0 0,1 0 0 0 0,-1 1 0 0 0,0-1-1 0 0,1 0 1 0 0,-1 0 0 0 0,1 0-1 0 0,-1 3 1 0 0,1-3 0 0 0,0-1 0 0 0,-1 1 1 0 0,1 0-1 0 0,-1 0 0 0 0,1 0 0 0 0,-1 0 0 0 0,1 0 0 0 0,-1 0 1 0 0,0-1-1 0 0,0 1 0 0 0,1 0 0 0 0,-1 0 0 0 0,0-1 0 0 0,0 1 1 0 0,0-1-1 0 0,1 1 0 0 0,-1 0 0 0 0,0-1 0 0 0,0 0 0 0 0,-2 1 0 0 0,-3 3 25 0 0,5 1-20 0 0,-1-1 0 0 0,1 0-1 0 0,0 0 1 0 0,1 1 0 0 0,-1-1-1 0 0,1 1 1 0 0,0-1 0 0 0,0 1-1 0 0,0-1 1 0 0,0 1 0 0 0,1-1-1 0 0,0 0 1 0 0,0 1 0 0 0,2 5-1 0 0,4 4 31 0 0,-2-2-14 0 0,0-1-1 0 0,1 1 1 0 0,0-1-1 0 0,14 17 1 0 0,-14-23-12 0 0,-1 0 0 0 0,1 0 0 0 0,1 0 1 0 0,-1-1-1 0 0,1 0 0 0 0,0 0 0 0 0,0 0 1 0 0,0-1-1 0 0,0 0 0 0 0,0-1 0 0 0,1 0 1 0 0,-1 0-1 0 0,13 2 0 0 0,24-2 1 0 0,-39-4-19 0 0,-5 0 3 0 0,1 0 0 0 0,0 0 0 0 0,0 0 0 0 0,0 1 0 0 0,-1-1 0 0 0,1 0 0 0 0,-1 0 0 0 0,0 0 0 0 0,1 0 0 0 0,-1 0 0 0 0,0 0 0 0 0,0 0 0 0 0,0 0 0 0 0,-1 0 0 0 0,0-4 0 0 0,1 1 0 0 0,1-8 2 0 0,-1 10-3 0 0,0-1 0 0 0,1 0 0 0 0,-1 0 0 0 0,0 1 0 0 0,-1-1-1 0 0,1 0 1 0 0,-1 0 0 0 0,1 1 0 0 0,-1-1 0 0 0,0 1 0 0 0,-1-1 0 0 0,1 1 0 0 0,-3-5 0 0 0,-4-2-7 0 0,0 0-1 0 0,0 1 1 0 0,-1 0 0 0 0,0 1-1 0 0,-1 0 1 0 0,0 0-1 0 0,0 1 1 0 0,-16-8-1 0 0,19 11-31 0 0,-1 0 0 0 0,0 0-1 0 0,0 1 1 0 0,0 0 0 0 0,-1 0-1 0 0,1 1 1 0 0,-1 0 0 0 0,1 0 0 0 0,-1 1-1 0 0,0 1 1 0 0,1-1 0 0 0,-1 1-1 0 0,-16 2 1 0 0,3 3-294 0 0,22-5 314 0 0,0 0 0 0 0,0 0 0 0 0,0 0-1 0 0,0 0 1 0 0,1 0 0 0 0,-1 0 0 0 0,0 0-1 0 0,0 0 1 0 0,0 1 0 0 0,0-1 0 0 0,0 0-1 0 0,0 0 1 0 0,0 0 0 0 0,0 0 0 0 0,0 0-1 0 0,1 0 1 0 0,-1 0 0 0 0,0 1 0 0 0,0-1-1 0 0,0 0 1 0 0,0 0 0 0 0,0 0 0 0 0,0 0-1 0 0,0 0 1 0 0,0 1 0 0 0,0-1 0 0 0,0 0-1 0 0,0 0 1 0 0,0 0 0 0 0,0 0 0 0 0,0 0-1 0 0,0 1 1 0 0,0-1 0 0 0,0 0 0 0 0,0 0-1 0 0,0 0 1 0 0,0 0 0 0 0,0 0 0 0 0,0 0-1 0 0,-1 1 1 0 0,1-1 0 0 0,0 0 0 0 0,0 0-1 0 0,0 0 1 0 0,0 0 0 0 0,0 0 0 0 0,0 0-1 0 0,0 0 1 0 0,0 1 0 0 0,0-1 0 0 0,-1 0-1 0 0,1 0 1 0 0,0 0 0 0 0,0 0 0 0 0,0 0-1 0 0,12 4-931 0 0,1-1 0 0 0,0 0-1 0 0,0-1 1 0 0,25 2 0 0 0,-21-3 471 0 0,59 6-1600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6:59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437 81 2081 0 0,'-5'0'1948'0'0,"-47"-2"1258"0"0,17 0-2108 0 0,-64 6 0 0 0,73-1-1017 0 0,1 0 1 0 0,1 0 0 0 0,0 1 0 0 0,-1 2 0 0 0,2 0 1 0 0,-34 14-1 0 0,53-18-50 0 0,0 0 1 0 0,0 0 0 0 0,0 0-1 0 0,0 0 1 0 0,1 1 0 0 0,-1 0 0 0 0,1-1-1 0 0,-6 7 1 0 0,9-8-26 0 0,-1 0 0 0 0,1 0-1 0 0,0 0 1 0 0,-1 0 0 0 0,1 0 0 0 0,0 1 0 0 0,0-1 0 0 0,0 0-1 0 0,0 0 1 0 0,0 0 0 0 0,0 0 0 0 0,0 0 0 0 0,0 0 0 0 0,0 0-1 0 0,0 0 1 0 0,1 0 0 0 0,-1 0 0 0 0,0 1 0 0 0,1-1 0 0 0,-1 0-1 0 0,1 0 1 0 0,-1-1 0 0 0,1 1 0 0 0,0 0 0 0 0,-1 0 0 0 0,1 0-1 0 0,0 0 1 0 0,-1 0 0 0 0,1-1 0 0 0,0 1 0 0 0,0 0 0 0 0,0-1-1 0 0,0 1 1 0 0,1 0 0 0 0,6 5 8 0 0,0 0-1 0 0,1-1 1 0 0,-1 0 0 0 0,1 0-1 0 0,0-1 1 0 0,0 0 0 0 0,1-1-1 0 0,18 5 1 0 0,3-2 19 0 0,54 3 0 0 0,-51-10 0 0 0,55-9-1 0 0,-83 9-33 0 0,-1 1 1 0 0,0-2-1 0 0,0 1 0 0 0,1 0 0 0 0,-1-1 1 0 0,0 0-1 0 0,0 0 0 0 0,0-1 1 0 0,-1 0-1 0 0,7-3 0 0 0,-9 4-1 0 0,0 0 1 0 0,0 0-1 0 0,-1 0 0 0 0,1 0 0 0 0,0-1 0 0 0,-1 1 0 0 0,1 0 1 0 0,-1-1-1 0 0,1 1 0 0 0,-1-1 0 0 0,0 1 0 0 0,0-1 0 0 0,-1 0 1 0 0,1 1-1 0 0,0-1 0 0 0,-1 0 0 0 0,0 0 0 0 0,1 0 0 0 0,-1-3 1 0 0,-1-1-33 0 0,1 0 1 0 0,-1 0 0 0 0,-1 0 0 0 0,1 0 0 0 0,-1 0-1 0 0,0 0 1 0 0,-1 0 0 0 0,0 0 0 0 0,0 1 0 0 0,0-1-1 0 0,-1 1 1 0 0,0 0 0 0 0,0 0 0 0 0,0 1 0 0 0,-1-1-1 0 0,0 1 1 0 0,0 0 0 0 0,0 0 0 0 0,-1 0 0 0 0,0 1-1 0 0,0 0 1 0 0,0 0 0 0 0,0 1 0 0 0,-1-1 0 0 0,1 1-1 0 0,-1 1 1 0 0,0-1 0 0 0,-8-1 0 0 0,11 3-180 0 0,0 0 1 0 0,1 0-1 0 0,-1 1 1 0 0,0-1-1 0 0,0 1 1 0 0,0 0-1 0 0,1 0 1 0 0,-1 0-1 0 0,0 1 1 0 0,0-1-1 0 0,1 1 1 0 0,-1 0-1 0 0,0 0 0 0 0,1 0 1 0 0,-1 1-1 0 0,1-1 1 0 0,-1 1-1 0 0,1 0 1 0 0,0 0-1 0 0,-4 3 1 0 0,6-4-40 0 0,0 1 1 0 0,1-1 0 0 0,-1 0-1 0 0,1 1 1 0 0,-1-1 0 0 0,1 1-1 0 0,0-1 1 0 0,-1 1-1 0 0,1-1 1 0 0,0 1 0 0 0,0-1-1 0 0,0 4 1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7:01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56 3121 0 0,'-22'-20'3282'0'0,"22"19"-3215"0"0,-1 0 0 0 0,0 0 1 0 0,0 0-1 0 0,0 0 0 0 0,0 0 0 0 0,0 1 0 0 0,0-1 1 0 0,0 0-1 0 0,0 0 0 0 0,0 1 0 0 0,0-1 0 0 0,0 1 1 0 0,0-1-1 0 0,0 1 0 0 0,-1-1 0 0 0,1 1 0 0 0,-2-1 1 0 0,-3 0-64 0 0,5 0-8 0 0,1 1 0 0 0,-1 0-1 0 0,1-1 1 0 0,0 1 0 0 0,-1-1 0 0 0,1 1 0 0 0,0-1 0 0 0,-1 1 0 0 0,1-1 0 0 0,0 1 0 0 0,0-1-1 0 0,0 1 1 0 0,-1-1 0 0 0,1 1 0 0 0,0-1 0 0 0,0 1 0 0 0,0-1 0 0 0,0 1 0 0 0,0-1 0 0 0,0 0-1 0 0,0 1 1 0 0,0-2 0 0 0,0 2 12 0 0,0 0 0 0 0,0 0 0 0 0,0-1 0 0 0,1 1 0 0 0,-1 0 0 0 0,0 0-1 0 0,0-1 1 0 0,0 1 0 0 0,0 0 0 0 0,0-1 0 0 0,0 1 0 0 0,0 0 0 0 0,0 0 0 0 0,0-1 0 0 0,-1 1 0 0 0,1 0-1 0 0,0 0 1 0 0,0-1 0 0 0,0 1 0 0 0,0 0 0 0 0,0 0 0 0 0,0-1 0 0 0,-1 1 0 0 0,1 0 0 0 0,0 0 0 0 0,0-1-1 0 0,0 1 1 0 0,0 0 0 0 0,-1 0 0 0 0,1 0 0 0 0,0-1 0 0 0,0 1 0 0 0,-1 0 0 0 0,1 0 0 0 0,0 0 0 0 0,0 0-1 0 0,-1 0 1 0 0,1-1 0 0 0,-6 2 29 0 0,-33 4 180 0 0,39-5-208 0 0,-1 1 1 0 0,0 0-1 0 0,1 0 1 0 0,-1 0-1 0 0,1 0 1 0 0,-1 1 0 0 0,1-1-1 0 0,-1 0 1 0 0,1 0-1 0 0,0 0 1 0 0,0 0-1 0 0,-1 0 1 0 0,1 0-1 0 0,0 0 1 0 0,0 1 0 0 0,0-1-1 0 0,0 0 1 0 0,0 0-1 0 0,1 0 1 0 0,-1 0-1 0 0,1 2 1 0 0,-1 2 6 0 0,-1 2-8 0 0,0-1-1 0 0,0 0 0 0 0,0 0 0 0 0,-1 0 0 0 0,1 0 1 0 0,-1 0-1 0 0,-5 7 0 0 0,1 4 16 0 0,-30 87 3 0 0,27-81-15 0 0,-1 0 0 0 0,-2-1-1 0 0,0-1 1 0 0,-21 28 0 0 0,7-16-51 0 0,4-16 66 0 0,48-19-66 0 0,-25 2 35 0 0,0 1 5 0 0,0-1 0 0 0,0 0-1 0 0,0 0 1 0 0,0 0-1 0 0,0 0 1 0 0,0 0 0 0 0,0 0-1 0 0,0 0 1 0 0,0-1-1 0 0,0 1 1 0 0,0 0 0 0 0,0 0-1 0 0,0-1 1 0 0,0 1-1 0 0,0-1 1 0 0,0 1-1 0 0,0-1 1 0 0,-1 1 0 0 0,1-1-1 0 0,1-1 1 0 0,-1 1 0 0 0,-1 1 0 0 0,1-1 0 0 0,-1 0 0 0 0,1 1 0 0 0,-1-1 0 0 0,1 0 0 0 0,-1 1 0 0 0,1-1 0 0 0,0 1 0 0 0,-1-1 0 0 0,1 0 0 0 0,0 1 0 0 0,0 0 0 0 0,-1-1 0 0 0,1 1 0 0 0,0-1 0 0 0,0 1 0 0 0,-1 0 0 0 0,1 0 0 0 0,0-1 0 0 0,0 1 0 0 0,0 0 0 0 0,1 0 0 0 0,3-1 0 0 0,48-27 0 0 0,-48 22 53 0 0,-1 2-26 0 0,2 4-27 0 0,-17 4 0 0 0,-11 2 0 0 0,-31 17 0 0 0,44-12 0 0 0,-11 6-3 0 0,18-15-4 0 0,0 1 1 0 0,-1-1 0 0 0,1 0-1 0 0,0 0 1 0 0,-1 0 0 0 0,0 0-1 0 0,1 0 1 0 0,-1 0 0 0 0,-4 1-1 0 0,0 1 9 0 0,0-1 0 0 0,1 1 0 0 0,-1 1 0 0 0,1-1 1 0 0,0 1-1 0 0,0 1 0 0 0,-10 10 0 0 0,9-9 10 0 0,0 0 1 0 0,0 0-1 0 0,-13 9 1 0 0,15-9-13 0 0,1-3-13 0 0,-8-1-39 0 0,24-6 37 0 0,-12 3 12 0 0,1 0 1 0 0,-1 0-1 0 0,1-1 1 0 0,-1 1-1 0 0,0 0 1 0 0,1-1-1 0 0,-1 1 1 0 0,0 0-1 0 0,1-1 1 0 0,-1 1 0 0 0,0-1-1 0 0,1 1 1 0 0,-1-1-1 0 0,0 1 1 0 0,0 0-1 0 0,0-1 1 0 0,1 1-1 0 0,-1-1 1 0 0,0 1-1 0 0,0-1 1 0 0,0 1-1 0 0,0-1 1 0 0,0 1-1 0 0,0-1 1 0 0,0 1-1 0 0,0-1 1 0 0,0 1-1 0 0,0-1 1 0 0,0 1-1 0 0,0-1 1 0 0,-1 1-1 0 0,1-1 1 0 0,0 0-1 0 0,-1 0 3 0 0,1 1 0 0 0,0-1-1 0 0,0 0 1 0 0,0 0 0 0 0,0 1-1 0 0,0-1 1 0 0,0 0 0 0 0,0 0-1 0 0,0 1 1 0 0,0-1-1 0 0,0 0 1 0 0,0 0 0 0 0,0 1-1 0 0,0-1 1 0 0,1 0 0 0 0,-1 0-1 0 0,0 1 1 0 0,1-1 0 0 0,-1 0-1 0 0,0 1 1 0 0,1-1 0 0 0,-1 0-1 0 0,1 1 1 0 0,0-2-1 0 0,1 2-12 0 0,-1 0 10 0 0,0-1 1 0 0,0 1 0 0 0,0 0-1 0 0,0-1 1 0 0,1 1-1 0 0,-1-1 1 0 0,0 1 0 0 0,0-1-1 0 0,0 1 1 0 0,-1-1-1 0 0,1 0 1 0 0,0 0 0 0 0,0 1-1 0 0,0-1 1 0 0,0 0-1 0 0,-1 0 1 0 0,1 0-1 0 0,0 0 1 0 0,-1 0 0 0 0,1 0-1 0 0,0-1 1 0 0,-1 1-1 0 0,0 0 0 0 0,0 1 1 0 0,0-1-1 0 0,0 1 0 0 0,0-1 0 0 0,0 0 1 0 0,1 1-1 0 0,-1-1 0 0 0,0 1 0 0 0,0-1 1 0 0,0 0-1 0 0,1 1 0 0 0,-1-1 0 0 0,0 1 1 0 0,1-1-1 0 0,-1 1 0 0 0,0-1 0 0 0,1 1 1 0 0,-1 0-1 0 0,1-1 0 0 0,-1 1 0 0 0,0-1 1 0 0,1 1-1 0 0,-1 0 0 0 0,1-1 1 0 0,-1 1-1 0 0,1 0 0 0 0,0-1 0 0 0,-1 1 1 0 0,1 0-1 0 0,-1 0 0 0 0,1 0 0 0 0,1-1 1 0 0,-2 1-3 0 0,1 0 1 0 0,0 0 0 0 0,-1 0 0 0 0,1 0 0 0 0,0-1-1 0 0,-1 1 1 0 0,1 0 0 0 0,0-1 0 0 0,-1 1 0 0 0,1 0-1 0 0,0-1 1 0 0,-1 1 0 0 0,1-1 0 0 0,-1 1 0 0 0,1-1-1 0 0,-1 1 1 0 0,1-1 0 0 0,-1 0 0 0 0,0 1 0 0 0,1-1-1 0 0,-1 1 1 0 0,0-1 0 0 0,1 0 0 0 0,-1 1 0 0 0,0-1-1 0 0,0 0 1 0 0,1 1 0 0 0,-1-1 0 0 0,0 0 0 0 0,0 0-1 0 0,0 1 1 0 0,0-1 0 0 0,0 0 0 0 0,0 0 0 0 0,0 0-1 0 0,0 0 1 0 0,0 0-1 0 0,1 1 1 0 0,-1-1-1 0 0,0 0 0 0 0,1 0 1 0 0,-1 1-1 0 0,1-1 1 0 0,-1 0-1 0 0,0 1 1 0 0,1-1-1 0 0,0 1 1 0 0,-1-1-1 0 0,1 0 1 0 0,-1 1-1 0 0,1-1 1 0 0,0 1-1 0 0,-1 0 1 0 0,1-1-1 0 0,0 1 0 0 0,-1-1 1 0 0,1 1-1 0 0,0 0 1 0 0,0 0-1 0 0,-1-1 1 0 0,1 1-1 0 0,0 0 1 0 0,0 0-1 0 0,-1 0 1 0 0,1 0-1 0 0,2 0 1 0 0,-1 0-11 0 0,-2-1 13 0 0,0 1 0 0 0,0 0 0 0 0,0 0 1 0 0,0 0-1 0 0,-1 0 0 0 0,1 0 1 0 0,0 0-1 0 0,0 0 0 0 0,0 0 1 0 0,0 0-1 0 0,0-1 0 0 0,0 1 0 0 0,0 0 1 0 0,0 0-1 0 0,0 0 0 0 0,0 0 1 0 0,0 0-1 0 0,0 0 0 0 0,0 0 1 0 0,0-1-1 0 0,0 1 0 0 0,0 0 0 0 0,0 0 1 0 0,0 0-1 0 0,0 0 0 0 0,0 0 1 0 0,0 0-1 0 0,0-1 0 0 0,0 1 0 0 0,0 0 1 0 0,0 0-1 0 0,0 0 0 0 0,0 0 1 0 0,0 0-1 0 0,0 0 0 0 0,0-1 1 0 0,0 1-1 0 0,0 0 0 0 0,0 0 0 0 0,0 0 1 0 0,0 0-1 0 0,1 0 0 0 0,-1 0 1 0 0,0 0-1 0 0,0 0 0 0 0,0-1 1 0 0,-18 1-13 0 0,9 5-52 0 0,7-5 62 0 0,1 0 1 0 0,0 0 1 0 0,0 0-1 0 0,0 0 1 0 0,0 0-1 0 0,0 1 1 0 0,0-1-1 0 0,1 0 1 0 0,-1 0-1 0 0,0 1 1 0 0,0-1-1 0 0,0 0 1 0 0,0 1-1 0 0,1-1 1 0 0,-1 1-1 0 0,0-1 1 0 0,1 1-1 0 0,-1-1 0 0 0,0 1 1 0 0,1 0-1 0 0,-1-1 1 0 0,0 1-1 0 0,1 0 1 0 0,-1-1-1 0 0,0 2 1 0 0,1-1 2 0 0,0-1-1 0 0,0 1 1 0 0,0-1 0 0 0,-1 1 0 0 0,1-1 0 0 0,0 0 0 0 0,0 1 0 0 0,-1-1-1 0 0,1 1 1 0 0,0-1 0 0 0,-1 0 0 0 0,1 1 0 0 0,0-1 0 0 0,-1 0-1 0 0,1 1 1 0 0,-1-1 0 0 0,1 0 0 0 0,-1 0 0 0 0,1 1 0 0 0,0-1-1 0 0,-1 0 1 0 0,1 0 0 0 0,-1 0 0 0 0,1 0 0 0 0,-1 1 0 0 0,1-1-1 0 0,-1 0 1 0 0,1 0 0 0 0,-1 0 0 0 0,1 0 0 0 0,-1 0 0 0 0,1 0 0 0 0,-1 0-1 0 0,0-1-5 0 0,1 1 0 0 0,-1 0 0 0 0,1 0 0 0 0,-1 0 0 0 0,1 0 0 0 0,-1 0 0 0 0,1 0-1 0 0,-1 0 1 0 0,1 0 0 0 0,-1 1 0 0 0,1-1 0 0 0,-1 0 0 0 0,1 0 0 0 0,0 0 0 0 0,-1 0-1 0 0,1 1 1 0 0,-1-1 0 0 0,1 0 0 0 0,0 0 0 0 0,-1 1 0 0 0,1-1 0 0 0,-1 0 0 0 0,1 1 0 0 0,0-1-1 0 0,-1 1 1 0 0,1-1 0 0 0,0 0 0 0 0,0 1 0 0 0,-1-1 0 0 0,1 1 0 0 0,0-1 0 0 0,0 1 0 0 0,0-1-1 0 0,0 2-540 0 0,0-14-5749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7:01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29 1121 0 0,'-8'3'512'0'0,"-17"9"1398"0"0,0-2 0 0 0,-50 14 0 0 0,26-27-1096 0 0,49 3-807 0 0,-1-1 0 0 0,1 1 0 0 0,0 0 0 0 0,0 0 0 0 0,-1 0-1 0 0,1 0 1 0 0,0 0 0 0 0,-1 0 0 0 0,1-1 0 0 0,0 1 0 0 0,0 0 0 0 0,0 0 0 0 0,-1 0 0 0 0,1-1-1 0 0,0 1 1 0 0,0 0 0 0 0,0 0 0 0 0,-1-1 0 0 0,1 1 0 0 0,0 0 0 0 0,0 0 0 0 0,0-1 0 0 0,0 1 0 0 0,0 0-1 0 0,0-1 1 0 0,-1 1 0 0 0,1 0 0 0 0,0 0 0 0 0,0-1 0 0 0,0 1 0 0 0,0 0 0 0 0,0-1 0 0 0,0 1-1 0 0,0 0 1 0 0,0-1 0 0 0,1 1 0 0 0,-1 0 0 0 0,0 0 0 0 0,0-1 0 0 0,0 1 0 0 0,5-12 164 0 0,3 9-134 0 0,-8 2-26 0 0,1 1 0 0 0,0 0 0 0 0,0 0 0 0 0,-1-1 0 0 0,1 1 1 0 0,0 0-1 0 0,0-1 0 0 0,-1 1 0 0 0,1 0 0 0 0,-1-1 0 0 0,1 1 0 0 0,0-1 0 0 0,-1 0 0 0 0,1 1 0 0 0,-1-1 0 0 0,1 1 0 0 0,-1-1 0 0 0,1 0 0 0 0,-1 1 0 0 0,0-1 0 0 0,1 0 0 0 0,-1 1 1 0 0,0-1-1 0 0,1 0 0 0 0,-1 0 0 0 0,0 1 0 0 0,0-1 0 0 0,0 0 0 0 0,0 0 0 0 0,0 0 0 0 0,0 1 0 0 0,0-1 0 0 0,0-1 0 0 0,0 2-7 0 0,0-1 0 0 0,0 1 0 0 0,0-1 1 0 0,1 1-1 0 0,-1 0 0 0 0,0-1 0 0 0,0 1 0 0 0,0 0 0 0 0,0-1 0 0 0,1 1 0 0 0,-1 0 0 0 0,0-1 1 0 0,0 1-1 0 0,1 0 0 0 0,-1-1 0 0 0,0 1 0 0 0,0 0 0 0 0,1 0 0 0 0,-1-1 0 0 0,0 1 0 0 0,1 0 1 0 0,-1 0-1 0 0,0 0 0 0 0,1-1 0 0 0,-1 1 0 0 0,1 0 0 0 0,-1 0 0 0 0,0 0 0 0 0,1 0 0 0 0,-1 0 1 0 0,0 0-1 0 0,1 0 0 0 0,-1 0 0 0 0,1 0 0 0 0,-1 0 0 0 0,0 0 0 0 0,1 0 0 0 0,0 0 8 0 0,-1 0 1 0 0,1 0-1 0 0,0 0 0 0 0,-1 0 0 0 0,1 0 0 0 0,-1 0 0 0 0,1 0 0 0 0,0 0 0 0 0,-1-1 0 0 0,1 1 0 0 0,-1 0 1 0 0,1 0-1 0 0,-1 0 0 0 0,1-1 0 0 0,-1 1 0 0 0,1 0 0 0 0,-1-1 0 0 0,1 1 0 0 0,-1-1 0 0 0,1 1 0 0 0,-1 0 1 0 0,1-1-1 0 0,-1 1 0 0 0,0-1 0 0 0,1 1 0 0 0,-1-1 0 0 0,0 1 0 0 0,1-1 0 0 0,-1 1 0 0 0,0-1 1 0 0,0 0-1 0 0,0 1 0 0 0,1-1 0 0 0,-1 1 0 0 0,0-1 0 0 0,0 1 0 0 0,0-1 0 0 0,0 0 0 0 0,0 0 0 0 0,1 0 16 0 0,0 0-1 0 0,0 1 0 0 0,0-1 0 0 0,0 1 0 0 0,0-1 1 0 0,0 1-1 0 0,0-1 0 0 0,1 1 0 0 0,-1 0 0 0 0,0 0 0 0 0,0 0 1 0 0,0-1-1 0 0,0 1 0 0 0,1 0 0 0 0,-1 0 0 0 0,0 0 1 0 0,0 1-1 0 0,2-1 0 0 0,27 2 97 0 0,-14 1-31 0 0,0 1 0 0 0,21 8 0 0 0,19 7 41 0 0,-37-13-96 0 0,227 75 364 0 0,-233-76-410 0 0,0 1 0 0 0,1-2-1 0 0,-1 0 1 0 0,1-1 0 0 0,0 0-1 0 0,0-1 1 0 0,25 1 0 0 0,-35-3-86 0 0,-4-23-3361 0 0,0 22 3303 0 0,0-1-1 0 0,0 1 1 0 0,-1 0-1 0 0,1 0 1 0 0,0 0-1 0 0,-1 0 0 0 0,1 0 1 0 0,-1 0-1 0 0,1-1 1 0 0,-1 1-1 0 0,1 0 1 0 0,-1 0-1 0 0,0 0 0 0 0,0 1 1 0 0,1-1-1 0 0,-1 0 1 0 0,0 0-1 0 0,0 0 1 0 0,0 0-1 0 0,0 1 1 0 0,0-1-1 0 0,0 1 0 0 0,0-1 1 0 0,0 0-1 0 0,0 1 1 0 0,0 0-1 0 0,-1-1 1 0 0,1 1-1 0 0,0 0 0 0 0,0-1 1 0 0,-3 1-1 0 0,-22-7-2208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7:02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29 320 0 0,'-53'-4'3652'0'0,"28"3"-2094"0"0,0-1-1 0 0,-28-7 0 0 0,53 9-1550 0 0,-1 0 0 0 0,1 0 1 0 0,0 0-1 0 0,0 0 0 0 0,0 0 0 0 0,-1 0 1 0 0,1 0-1 0 0,0-1 0 0 0,0 1 0 0 0,0 0 1 0 0,-1 0-1 0 0,1 0 0 0 0,0 0 0 0 0,0 0 1 0 0,0 0-1 0 0,-1-1 0 0 0,1 1 0 0 0,0 0 1 0 0,0 0-1 0 0,0 0 0 0 0,0 0 0 0 0,0-1 1 0 0,-1 1-1 0 0,1 0 0 0 0,0 0 0 0 0,0 0 0 0 0,0-1 1 0 0,0 1-1 0 0,0 0 0 0 0,0 0 0 0 0,0-1 1 0 0,0 1-1 0 0,0 0 0 0 0,0 0 0 0 0,0 0 1 0 0,0-1-1 0 0,0 1 0 0 0,0 0 0 0 0,0 0 1 0 0,0-1-1 0 0,0 1 0 0 0,0 0 0 0 0,0 0 1 0 0,0 0-1 0 0,0-1 0 0 0,0 1 0 0 0,1 0 1 0 0,-1 0-1 0 0,0 0 0 0 0,0-1 0 0 0,0 1 0 0 0,0 0 1 0 0,0 0-1 0 0,1 0 0 0 0,-1 0 0 0 0,0-1 1 0 0,0 1-1 0 0,0 0 0 0 0,1 0 0 0 0,-1 0 1 0 0,0 0-1 0 0,0 0 0 0 0,0 0 0 0 0,1 0 1 0 0,-1 0-1 0 0,0 0 0 0 0,0-1 0 0 0,0 1 1 0 0,1 0-1 0 0,9-1 127 0 0,-1 1 0 0 0,1 0 1 0 0,0 0-1 0 0,12 2 0 0 0,-16-2-98 0 0,340 53 924 0 0,116 56-733 0 0,-421-101-493 0 0,-18-4-702 0 0,41 14 1 0 0,-10 8-2835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7:03.4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157 251 880 0 0,'-45'6'4659'0'0,"36"-6"-4251"0"0,1-1 1 0 0,-1-1 0 0 0,1 1-1 0 0,-1-1 1 0 0,-9-4-1 0 0,-26-15 886 0 0,44 21-1281 0 0,-1-1-1 0 0,1 1 0 0 0,0 0 0 0 0,-1 0 1 0 0,1 0-1 0 0,0 0 0 0 0,-1-1 1 0 0,1 1-1 0 0,0 0 0 0 0,-1 0 1 0 0,1-1-1 0 0,0 1 0 0 0,0 0 1 0 0,-1 0-1 0 0,1-1 0 0 0,0 1 1 0 0,0 0-1 0 0,0-1 0 0 0,-1 1 0 0 0,1 0 1 0 0,0-1-1 0 0,0 1 0 0 0,0 0 1 0 0,0-1-1 0 0,0 1 0 0 0,0-1 1 0 0,0 1-1 0 0,0 0 0 0 0,0-1 1 0 0,0 1-1 0 0,0 0 0 0 0,0-1 1 0 0,0 1-1 0 0,0 0 0 0 0,0-1 0 0 0,0 1 1 0 0,0-1-1 0 0,0 1 0 0 0,1 0 1 0 0,-1-1-1 0 0,0 1 0 0 0,0 0 1 0 0,0 0-1 0 0,1-1 0 0 0,-1 1 1 0 0,0 0-1 0 0,0-1 0 0 0,1 1 0 0 0,-1 0 1 0 0,0 0-1 0 0,0-1 0 0 0,1 1 1 0 0,-1 0-1 0 0,0 0 0 0 0,1 0 1 0 0,-1 0-1 0 0,0-1 0 0 0,1 1 1 0 0,-1 0-1 0 0,21-13 104 0 0,-21 13-90 0 0,51-34 223 0 0,-30 20-214 0 0,36-20 1 0 0,-23 17-10 0 0,0-2 1 0 0,54-40 0 0 0,-87 58-27 0 0,0 0 0 0 0,0 0 0 0 0,0 0 0 0 0,0 0 0 0 0,1 0 0 0 0,-1 0 0 0 0,0 1 0 0 0,1-1 0 0 0,-1 0 0 0 0,0 1 0 0 0,1-1 0 0 0,-1 1 0 0 0,3-1 0 0 0,2 0 0 0 0,-1-4-14 0 0,-5 12 9 0 0,0 0-1 0 0,-1 0 0 0 0,1 0 0 0 0,-2 0 0 0 0,1 0 0 0 0,-1 0 0 0 0,1-1 0 0 0,-2 1 0 0 0,-3 8 0 0 0,-5 12 12 0 0,4-10 9 0 0,0 0 0 0 0,-2-1 1 0 0,0 0-1 0 0,-19 25 0 0 0,-19 33 163 0 0,39-59-295 0 0,-2-1 1 0 0,0 0 0 0 0,-1 0 0 0 0,-17 16 0 0 0,20-22-24 0 0,6-6 76 0 0,1-1 0 0 0,-1 0 1 0 0,0 1-1 0 0,1-1 0 0 0,0 1 0 0 0,-1 0 0 0 0,1-1 0 0 0,0 1 0 0 0,0 0 0 0 0,0 0 1 0 0,0-1-1 0 0,0 1 0 0 0,0 0 0 0 0,1 0 0 0 0,-1 0 0 0 0,1 0 0 0 0,-1 0 0 0 0,1 0 0 0 0,0 1 1 0 0,-1-1-1 0 0,1 0 0 0 0,0 0 0 0 0,1 0 0 0 0,-1 0 0 0 0,0 0 0 0 0,0 0 0 0 0,1 0 0 0 0,0 0 1 0 0,-1 0-1 0 0,1 0 0 0 0,0 0 0 0 0,0 0 0 0 0,0 0 0 0 0,0 0 0 0 0,1 1 0 0 0,0 1-117 0 0,2 20-2247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7:03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30 720 0 0,'-80'0'5043'0'0,"27"-7"-1842"0"0,26 7-2160 0 0,54-5-801 0 0,0 5-320 0 0,26 0 80 0 0,27 0-80 0 0,75-5 80 0 0,31-7-321 0 0,1 12-959 0 0,-80 6-2962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7:04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330 48 1361 0 0,'-5'-2'393'0'0,"0"-1"0"0"0,1 1 0 0 0,-1 0 0 0 0,0 0-1 0 0,-1 0 1 0 0,1 1 0 0 0,0 0 0 0 0,-10-2 0 0 0,10 3-135 0 0,1-1 0 0 0,-1 0-1 0 0,0 0 1 0 0,1 0 0 0 0,-1-1 0 0 0,1 1-1 0 0,0-1 1 0 0,-7-4 0 0 0,-16-5 1703 0 0,40 9-1828 0 0,-1 1 0 0 0,1 0 0 0 0,21 3 1 0 0,-8-1-94 0 0,-11-2-37 0 0,0 2 1 0 0,0 0-1 0 0,20 4 0 0 0,-34-5-2 0 0,0 0 0 0 0,1 0-1 0 0,-1 1 1 0 0,0-1-1 0 0,1 0 1 0 0,-1 1-1 0 0,0-1 1 0 0,0 1-1 0 0,0 0 1 0 0,1-1 0 0 0,-1 1-1 0 0,0 0 1 0 0,0-1-1 0 0,0 1 1 0 0,0 0-1 0 0,0 0 1 0 0,0 0-1 0 0,0 0 1 0 0,-1 0 0 0 0,1 0-1 0 0,0 0 1 0 0,0 1-1 0 0,-1-1 1 0 0,1 0-1 0 0,-1 0 1 0 0,1 0-1 0 0,-1 1 1 0 0,1-1 0 0 0,-1 0-1 0 0,0 1 1 0 0,0-1-1 0 0,0 0 1 0 0,1 1-1 0 0,-1-1 1 0 0,-1 0-1 0 0,1 1 1 0 0,0-1 0 0 0,0 0-1 0 0,0 1 1 0 0,-1-1-1 0 0,0 2 1 0 0,-1 4 6 0 0,-1 0 0 0 0,0 0 0 0 0,0-1 1 0 0,-1 1-1 0 0,-7 10 0 0 0,1-6 3 0 0,0-1 0 0 0,0 0-1 0 0,-1 0 1 0 0,-1-1 0 0 0,1-1-1 0 0,-1 0 1 0 0,-1-1 0 0 0,1 0-1 0 0,-1 0 1 0 0,-24 7 0 0 0,32-12 57 0 0,7-2-59 0 0,0 0 0 0 0,0-1 0 0 0,0 1 0 0 0,0 0 0 0 0,0-1 0 0 0,0 1 0 0 0,0-1 0 0 0,0 0 0 0 0,2 0 0 0 0,16-6-11 0 0,0 0 1 0 0,1 2-1 0 0,26-4 1 0 0,-41 8 5 0 0,1 0 0 0 0,0 0 1 0 0,0 1-1 0 0,0 0 0 0 0,-1 0 1 0 0,1 1-1 0 0,0 0 0 0 0,0 0 1 0 0,-1 0-1 0 0,1 1 0 0 0,-1 0 1 0 0,1 0-1 0 0,-1 1 0 0 0,7 3 1 0 0,-6 1 42 0 0,1 0 0 0 0,-1 1 0 0 0,0-1 0 0 0,-1 2 0 0 0,0-1 0 0 0,0 1 0 0 0,-1-1 0 0 0,0 2 0 0 0,0-1 0 0 0,4 13 1 0 0,-9-20-36 0 0,0 0 0 0 0,1 1 0 0 0,-1-1 0 0 0,0 0 0 0 0,0 1 0 0 0,-1-1 0 0 0,1 0 0 0 0,0 0 0 0 0,-1 1 0 0 0,1-1 0 0 0,-1 0 0 0 0,0 0 0 0 0,0 0 0 0 0,0 0 0 0 0,0 0 0 0 0,0 0 0 0 0,0 0 0 0 0,0 0 0 0 0,-4 3 0 0 0,-1 2 25 0 0,0-1 1 0 0,-1 0 0 0 0,-12 8 0 0 0,9-7-4 0 0,-2 2-2 0 0,0-1 1 0 0,0 0 0 0 0,-1-1-1 0 0,0 0 1 0 0,0-1 0 0 0,-1-1-1 0 0,0 0 1 0 0,-22 5-1 0 0,6-1 5 0 0,-1-1-27 0 0,0-1 0 0 0,-32 3 0 0 0,49-8-72 0 0,1-1-1 0 0,-1-1 1 0 0,1 0-1 0 0,-1-1 1 0 0,1 0 0 0 0,-1-1-1 0 0,-19-6 1 0 0,31 8-12 0 0,-1-1 0 0 0,1 1 0 0 0,-1-1 0 0 0,1 0 0 0 0,0 0 0 0 0,-1 0 0 0 0,1 0 0 0 0,0-1 0 0 0,0 1 0 0 0,-1 0 0 0 0,1-1 0 0 0,1 0 0 0 0,-1 1 0 0 0,0-1 0 0 0,0 0 0 0 0,0 0 0 0 0,1 0 0 0 0,-1 0 0 0 0,1 0 0 0 0,0-1 0 0 0,-2-2 0 0 0,3 1-117 0 0,0 1 1 0 0,0 0-1 0 0,0 0 1 0 0,0-1-1 0 0,1 1 1 0 0,0 0-1 0 0,-1 0 1 0 0,1-1-1 0 0,0 1 1 0 0,1 0-1 0 0,-1 0 1 0 0,0 0 0 0 0,1 0-1 0 0,2-3 1 0 0,23-47-4478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7:05.2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350 282 1121 0 0,'0'-8'638'0'0,"-1"1"0"0"0,0-1 0 0 0,0 1 0 0 0,-1 0 1 0 0,0-1-1 0 0,0 1 0 0 0,-7-13 0 0 0,5 9-181 0 0,0-16 528 0 0,4 25-943 0 0,0-1-1 0 0,0 0 1 0 0,0 1 0 0 0,-1-1 0 0 0,1 0-1 0 0,-1 1 1 0 0,1-1 0 0 0,-3-4 0 0 0,-42-81-2 0 0,44 84-24 0 0,0 0 0 0 0,0 1 0 0 0,0-1 0 0 0,1 0 0 0 0,-1 0 1 0 0,1 0-1 0 0,0 0 0 0 0,1-8 0 0 0,-1 0-1 0 0,0 25-10 0 0,1 1 28 0 0,-1 0 0 0 0,0-1 0 0 0,-1 1-1 0 0,0 0 1 0 0,-1-1 0 0 0,-1 1 0 0 0,0-1 0 0 0,-1 0-1 0 0,-10 23 1 0 0,7-22-11 0 0,1 0 0 0 0,0 0 1 0 0,-4 18-1 0 0,-14 32 169 0 0,-9 7-151 0 0,23-46 6 0 0,0-2 1 0 0,-2 1 0 0 0,-1-2 0 0 0,0 0 0 0 0,-29 36 0 0 0,32-49 5 0 0,9-9-45 0 0,-1 1-1 0 0,1 0 1 0 0,0 0 0 0 0,0 0 0 0 0,0 0-1 0 0,0 0 1 0 0,0 0 0 0 0,0 0-1 0 0,0 0 1 0 0,0 1 0 0 0,0-1 0 0 0,1 0-1 0 0,-1 1 1 0 0,0-1 0 0 0,1 0-1 0 0,-1 1 1 0 0,1-1 0 0 0,0 1 0 0 0,-1 1-1 0 0,1-1 74 0 0,-4-8 14 0 0,2 5-96 0 0,0 1-1 0 0,1-1 1 0 0,-1 0 0 0 0,1 0 0 0 0,-1-1 0 0 0,1 1 0 0 0,0 0 0 0 0,-1 0 0 0 0,1-1 0 0 0,0 1 0 0 0,0-1-1 0 0,0 1 1 0 0,0-1 0 0 0,0 1 0 0 0,0-1 0 0 0,0 0 0 0 0,1 1 0 0 0,-1-1 0 0 0,0 0 0 0 0,1 0-1 0 0,0 0 1 0 0,-1 1 0 0 0,1-1 0 0 0,0 0 0 0 0,0 0 0 0 0,0 0 0 0 0,0 0 0 0 0,0 1 0 0 0,0-1 0 0 0,1 0-1 0 0,-1 0 1 0 0,1 0 0 0 0,-1 1 0 0 0,1-1 0 0 0,0 0 0 0 0,-1 1 0 0 0,3-3 0 0 0,5-5-10 0 0,-6 8 12 0 0,-1 0 0 0 0,0 0 0 0 0,0 0 0 0 0,0 0 0 0 0,0 0 0 0 0,-1 0 0 0 0,1 0-1 0 0,0 0 1 0 0,0 0 0 0 0,-1 0 0 0 0,1-1 0 0 0,0 1 0 0 0,-1 0 0 0 0,1-1 0 0 0,-1 1 0 0 0,0 0 0 0 0,1 0 0 0 0,-1-1 0 0 0,0 1-1 0 0,0-3 1 0 0,0 2 0 0 0,0 0 0 0 0,1 0 0 0 0,-1 0 0 0 0,0 0 0 0 0,1 0 0 0 0,-1 0 0 0 0,1 0 0 0 0,0 0 0 0 0,0 1 0 0 0,0-1 0 0 0,0 0 0 0 0,0 0 0 0 0,0 1 0 0 0,0-1 0 0 0,2-1 0 0 0,6-11 0 0 0,-1-2 0 0 0,-6 12 0 0 0,-1 1 0 0 0,1-1 0 0 0,0 1 0 0 0,0 0 0 0 0,0-1 0 0 0,0 1 0 0 0,1 0 0 0 0,4-4 0 0 0,6-6 0 0 0,-9 8 0 0 0,1 0 0 0 0,0 1 0 0 0,0-1 0 0 0,0 1 0 0 0,0 0 0 0 0,11-5 0 0 0,12-4 0 0 0,0 1 0 0 0,0 1 0 0 0,39-8 0 0 0,-65 18 2 0 0,-1 1-1 0 0,1 0 1 0 0,0 0-1 0 0,-1 0 1 0 0,1 0-1 0 0,-1 0 1 0 0,1 1-1 0 0,-1-1 1 0 0,1 0-1 0 0,-1 1 1 0 0,1-1 0 0 0,-1 1-1 0 0,1-1 1 0 0,-1 1-1 0 0,1 0 1 0 0,-1 0-1 0 0,0 0 1 0 0,1-1-1 0 0,-1 1 1 0 0,0 0-1 0 0,0 1 1 0 0,0-1-1 0 0,0 0 1 0 0,0 0-1 0 0,2 3 1 0 0,-1-1-3 0 0,-1 0-1 0 0,1 0 1 0 0,-1 0 0 0 0,0 1 0 0 0,0-1 0 0 0,0 0 0 0 0,0 1-1 0 0,-1-1 1 0 0,1 0 0 0 0,-1 7 0 0 0,-7 29 24 0 0,1-16-6 0 0,-3 35-4 0 0,-2-28-9 0 0,9-26 4 0 0,0 1 0 0 0,1-1 0 0 0,-1 1 0 0 0,1-1-1 0 0,0 1 1 0 0,0 0 0 0 0,0 7 0 0 0,1-10-19 0 0,0-1-1 0 0,0 1 1 0 0,1 0-1 0 0,-1-1 1 0 0,1 1 0 0 0,-1-1-1 0 0,1 1 1 0 0,-1-1-1 0 0,1 0 1 0 0,0 1 0 0 0,0-1-1 0 0,0 0 1 0 0,0 1-1 0 0,0-1 1 0 0,0 0 0 0 0,0 0-1 0 0,0 0 1 0 0,0 0-1 0 0,1 0 1 0 0,-1 0 0 0 0,0 0-1 0 0,1 0 1 0 0,-1 0-1 0 0,1-1 1 0 0,-1 1-1 0 0,1-1 1 0 0,-1 1 0 0 0,1-1-1 0 0,-1 1 1 0 0,1-1-1 0 0,-1 0 1 0 0,1 0 0 0 0,0 0-1 0 0,2 0 1 0 0,6 1-313 0 0,1-1 0 0 0,-1-1 1 0 0,21-3-1 0 0,-15 1-645 0 0,-1-1-1 0 0,0-1 1 0 0,0-1 0 0 0,0 0-1 0 0,15-9 1 0 0,-4 0-1032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7:05.6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57 2401 0 0,'-39'12'2090'0'0,"0"2"0"0"0,-39 21 0 0 0,76-34-2047 0 0,0 0 0 0 0,0 0-1 0 0,0 0 1 0 0,0 1 0 0 0,0-1 0 0 0,0 1 0 0 0,0-1 0 0 0,1 1 0 0 0,-1 0 0 0 0,0-1 0 0 0,1 1 0 0 0,0 0 0 0 0,-1 0 0 0 0,0 3 0 0 0,1-1-14 0 0,0 0 1 0 0,0 0-1 0 0,0 0 1 0 0,1 0-1 0 0,0 1 0 0 0,0 6 1 0 0,0-10-27 0 0,0 0 2 0 0,0 0 0 0 0,0 0-1 0 0,0 0 1 0 0,0 0 0 0 0,1 0-1 0 0,-1 0 1 0 0,0-1-1 0 0,0 1 1 0 0,1 0 0 0 0,-1 0-1 0 0,1 0 1 0 0,-1 0 0 0 0,1 0-1 0 0,-1 0 1 0 0,1 0 0 0 0,-1-1-1 0 0,1 1 1 0 0,0 0 0 0 0,-1 0-1 0 0,1-1 1 0 0,0 1-1 0 0,0-1 1 0 0,0 1 0 0 0,-1 0-1 0 0,1-1 1 0 0,2 1 0 0 0,4 4 16 0 0,-5-4-20 0 0,0 1 0 0 0,0-1-1 0 0,1 1 1 0 0,-1-1 0 0 0,0 0 0 0 0,0 0 0 0 0,1 0-1 0 0,-1-1 1 0 0,1 1 0 0 0,-1-1 0 0 0,0 1 0 0 0,1-1-1 0 0,-1 0 1 0 0,1 1 0 0 0,-1-1 0 0 0,1-1 0 0 0,3 1-1 0 0,6 0-1 0 0,38-3 1 0 0,-31-6 0 0 0,-8 2 0 0 0,-2 3-4 0 0,0-1 0 0 0,0-1 0 0 0,-1 0 0 0 0,15-12 0 0 0,-21 17 2 0 0,0-1 0 0 0,-1 0 0 0 0,1 1 0 0 0,-1-1 0 0 0,1 0 0 0 0,-1 0-1 0 0,1 0 1 0 0,-1 0 0 0 0,0 0 0 0 0,0 0 0 0 0,0 0 0 0 0,0 0 0 0 0,-1 0-1 0 0,1 0 1 0 0,0-1 0 0 0,-1 1 0 0 0,0 0 0 0 0,1 0 0 0 0,-1-1 0 0 0,0 1-1 0 0,0 0 1 0 0,0-1 0 0 0,-1 1 0 0 0,1 0 0 0 0,0-1 0 0 0,-1 1 0 0 0,0-2-1 0 0,-17-25-103 0 0,16 25 62 0 0,1 1 1 0 0,-1-1 0 0 0,1 0-1 0 0,-1 0 1 0 0,-1 1 0 0 0,1-1-1 0 0,0 1 1 0 0,-1 0 0 0 0,0 0-1 0 0,1 0 1 0 0,-1 0-1 0 0,0 0 1 0 0,-1 1 0 0 0,1-1-1 0 0,0 1 1 0 0,-1 0 0 0 0,0 0-1 0 0,1 0 1 0 0,-5-1 0 0 0,2 0-587 0 0,0 1 1 0 0,0 0 0 0 0,0 0 0 0 0,0 1 0 0 0,-13-1 0 0 0,15 2-1626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7:06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51 205 2161 0 0,'-3'20'3971'0'0,"3"-19"-3874"0"0,-1 0 1 0 0,0-1 0 0 0,1 1 0 0 0,-1 0 0 0 0,0 0 0 0 0,1 0-1 0 0,-1-1 1 0 0,0 1 0 0 0,0 0 0 0 0,0-1 0 0 0,1 1 0 0 0,-1-1 0 0 0,0 1-1 0 0,0-1 1 0 0,0 0 0 0 0,-2 1 0 0 0,-1 1-9 0 0,-1 6 813 0 0,5-10-244 0 0,1 1-653 0 0,-1 0-1 0 0,1 0 1 0 0,-1 0-1 0 0,1 0 1 0 0,0 0 0 0 0,-1 0-1 0 0,1 0 1 0 0,0 0-1 0 0,0 1 1 0 0,-1-1-1 0 0,1 0 1 0 0,0 1-1 0 0,0-1 1 0 0,0 0-1 0 0,0 1 1 0 0,0-1-1 0 0,2 0 1 0 0,4-3 7 0 0,-6 0-3 0 0,0-1-1 0 0,0 1 1 0 0,0 0 0 0 0,0-1 0 0 0,0 1 0 0 0,-1 0 0 0 0,0-1 0 0 0,0 1 0 0 0,0-1 0 0 0,-1 1 0 0 0,1-1-1 0 0,-1 1 1 0 0,0 0 0 0 0,-2-7 0 0 0,-6-2 4 0 0,8 11-7 0 0,-1-1-1 0 0,1 1 1 0 0,-1 0 0 0 0,1 0 0 0 0,0-1-1 0 0,0 1 1 0 0,0 0 0 0 0,0-1 0 0 0,0 1-1 0 0,1-1 1 0 0,-1 1 0 0 0,1-1 0 0 0,-1-3-1 0 0,2 3 14 0 0,-1 1-1 0 0,0-1 1 0 0,0 1-1 0 0,0-1 1 0 0,0 1-1 0 0,-1 0 0 0 0,1-1 1 0 0,0 1-1 0 0,-1-1 1 0 0,0 1-1 0 0,0 0 1 0 0,1-1-1 0 0,-2 1 0 0 0,1 0 1 0 0,0 0-1 0 0,0 0 1 0 0,-1 0-1 0 0,1 0 0 0 0,-1 0 1 0 0,-2-3-1 0 0,4 5-16 0 0,-6-11 95 0 0,10 3-23 0 0,16 5 87 0 0,135-2-521 0 0,-141 5 25 0 0,1-1 0 0 0,-1 0 0 0 0,15-3 1 0 0,14-2-1809 0 0,2 0-178 0 0,-14 0-80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7:06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 1 1441 0 0,'0'0'2254'0'0,"-4"0"-320"0"0,-6-1-1157 0 0,5 2 576 0 0,9 0-214 0 0,7 3-886 0 0,-6 2 302 0 0,-2-1-363 0 0,14 3-105 0 0,-15-8-94 0 0,0 1 0 0 0,0 0 0 0 0,0 0 0 0 0,0 0 0 0 0,0 0 0 0 0,0 0 0 0 0,0 0 0 0 0,-1 1 0 0 0,1-1 0 0 0,0 0-1 0 0,-1 1 1 0 0,1 0 0 0 0,-1-1 0 0 0,0 1 0 0 0,1 0 0 0 0,-1 0 0 0 0,2 3 0 0 0,0 0 2 0 0,0 1 1 0 0,0 0 0 0 0,0-1-1 0 0,-1 1 1 0 0,0 0-1 0 0,0 0 1 0 0,0 0-1 0 0,-1 0 1 0 0,0 1-1 0 0,0-1 1 0 0,-1 0-1 0 0,0 0 1 0 0,0 1 0 0 0,0-1-1 0 0,-1 0 1 0 0,1 0-1 0 0,-4 12 1 0 0,-14 18 57 0 0,-9 25 41 0 0,23-44-28 0 0,14-29-243 0 0,-10 12 173 0 0,1-1 1 0 0,0 1-1 0 0,0-1 0 0 0,0 1 1 0 0,-1-1-1 0 0,1 1 1 0 0,0-1-1 0 0,0 1 0 0 0,-1-1 1 0 0,1 1-1 0 0,-1-1 1 0 0,1 0-1 0 0,0 0 0 0 0,-1 1 1 0 0,1-1-1 0 0,-1 0 1 0 0,0 0-1 0 0,1 1 0 0 0,-1-1 1 0 0,0 0-1 0 0,1 0 1 0 0,-1 0-1 0 0,0 0 1 0 0,0 0-1 0 0,0 0 0 0 0,0 1 1 0 0,0-1-1 0 0,0 0 1 0 0,0 0-1 0 0,0 0 0 0 0,0 0 1 0 0,0 0-1 0 0,0 0 1 0 0,-1 0-1 0 0,1 0 0 0 0,-8-7-30 0 0,7 7 28 0 0,0 1 1 0 0,0-1 0 0 0,0 0-1 0 0,0 0 1 0 0,0 0 0 0 0,0 0-1 0 0,0 0 1 0 0,0 0 0 0 0,0-1-1 0 0,1 1 1 0 0,-1 0 0 0 0,0 0-1 0 0,1 0 1 0 0,-1-1 0 0 0,1 1-1 0 0,0 0 1 0 0,-1-1 0 0 0,1 1-1 0 0,0 0 1 0 0,0-3 0 0 0,0 3 4 0 0,-1 0 1 0 0,1-1-1 0 0,0 1 1 0 0,0 0-1 0 0,-1 0 1 0 0,1-1-1 0 0,-1 1 1 0 0,1 0-1 0 0,-1 0 1 0 0,0 0 0 0 0,1 0-1 0 0,-1 0 1 0 0,0 0-1 0 0,0 0 1 0 0,0 0-1 0 0,1 0 1 0 0,-1 0-1 0 0,0 0 1 0 0,0 0-1 0 0,0 1 1 0 0,-1-1-1 0 0,1 0 1 0 0,0 1-1 0 0,0-1 1 0 0,0 1-1 0 0,0-1 1 0 0,-1 1 0 0 0,1 0-1 0 0,0-1 1 0 0,-2 1-1 0 0,-42-4 3 0 0,42 4-3 0 0,-6 1 24 0 0,0 0 0 0 0,0 0 0 0 0,0 1 0 0 0,0 0 0 0 0,0 0 0 0 0,0 1-1 0 0,1 0 1 0 0,-1 1 0 0 0,1 0 0 0 0,0 0 0 0 0,0 1 0 0 0,1 0 0 0 0,-11 8 0 0 0,14-10 3 0 0,0 0 1 0 0,0 0 0 0 0,0 1 0 0 0,0-1 0 0 0,1 1 0 0 0,0 0 0 0 0,-1 0 0 0 0,1 0 0 0 0,1 1 0 0 0,-1-1 0 0 0,1 1 0 0 0,-1-1 0 0 0,1 1 0 0 0,1 0 0 0 0,-1 0 0 0 0,1 0 0 0 0,0 0 0 0 0,0 0 0 0 0,-1 8 0 0 0,3-7-4 0 0,0 0-1 0 0,0 0 1 0 0,0 0 0 0 0,1 0-1 0 0,-1 0 1 0 0,2 0-1 0 0,-1 0 1 0 0,0-1 0 0 0,1 1-1 0 0,0-1 1 0 0,1 0 0 0 0,-1 0-1 0 0,1 0 1 0 0,0 0 0 0 0,0-1-1 0 0,0 0 1 0 0,6 5 0 0 0,-2-3-61 0 0,0 0 0 0 0,0 0 1 0 0,0-1-1 0 0,1 0 0 0 0,0-1 0 0 0,0 0 1 0 0,0 0-1 0 0,0-1 0 0 0,1 0 1 0 0,-1-1-1 0 0,1 1 0 0 0,0-2 1 0 0,13 1-1 0 0,-14-1-223 0 0,-1-1 1 0 0,1 0-1 0 0,0-1 1 0 0,-1 0-1 0 0,1 0 1 0 0,0-1-1 0 0,-1 0 1 0 0,0 0 0 0 0,1-1-1 0 0,-1 0 1 0 0,0-1-1 0 0,0 0 1 0 0,-1 0-1 0 0,1-1 1 0 0,7-5-1 0 0,16-24-3754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7:07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375 146 240 0 0,'0'-8'655'0'0,"0"1"0"0"0,1 0 1 0 0,0-1-1 0 0,0 1 0 0 0,1 0 0 0 0,0 0 0 0 0,0 0 1 0 0,1 0-1 0 0,5-11 0 0 0,-6 14-599 0 0,1-1 1 0 0,0 1-1 0 0,0 0 0 0 0,0 0 0 0 0,1 0 1 0 0,0 0-1 0 0,-1 1 0 0 0,1-1 0 0 0,0 1 1 0 0,1 0-1 0 0,-1 0 0 0 0,9-4 0 0 0,-10 3-27 0 0,-3 4-24 0 0,0 0-1 0 0,0-1 0 0 0,0 1 1 0 0,0 0-1 0 0,0-1 1 0 0,0 1-1 0 0,0 0 0 0 0,0 0 1 0 0,1-1-1 0 0,-1 1 0 0 0,0 0 1 0 0,0-1-1 0 0,0 1 1 0 0,1 0-1 0 0,-1 0 0 0 0,0-1 1 0 0,0 1-1 0 0,1 0 0 0 0,-1 0 1 0 0,0 0-1 0 0,0-1 1 0 0,1 1-1 0 0,-1 0 0 0 0,0 0 1 0 0,1 0-1 0 0,-1 0 0 0 0,0 0 1 0 0,1 0-1 0 0,-1 0 1 0 0,18 1 155 0 0,-19-1-152 0 0,-1 1 1 0 0,1 0-1 0 0,0-1 1 0 0,0 1-1 0 0,0 0 1 0 0,-1 0-1 0 0,1 0 1 0 0,0 0 0 0 0,0 0-1 0 0,0 0 1 0 0,0 0-1 0 0,1 1 1 0 0,-1-1-1 0 0,0 0 1 0 0,0 0-1 0 0,1 1 1 0 0,-1-1 0 0 0,1 0-1 0 0,-1 1 1 0 0,0 2-1 0 0,-1 39 254 0 0,2-31-197 0 0,-6 66 268 0 0,-3-1-1 0 0,-29 120 1 0 0,37-193-330 0 0,-8 35 29 0 0,-2-1 0 0 0,-29 66-1 0 0,-43 61 38 0 0,40-85 7 0 0,-113 209 164 0 0,147-274-245 0 0,1 1-1 0 0,1 0 1 0 0,0 1 0 0 0,1 0-1 0 0,1 0 1 0 0,0 0 0 0 0,2 0-1 0 0,0 1 1 0 0,-2 34 0 0 0,5-47-66 0 0,0 0 0 0 0,0 0 0 0 0,0-1 0 0 0,0 1 0 0 0,1 0 0 0 0,0 0 0 0 0,0 0 0 0 0,0 0 0 0 0,0-1 0 0 0,1 1 0 0 0,0-1 0 0 0,0 1 0 0 0,0-1 0 0 0,0 1 0 0 0,1-1 0 0 0,0 0 0 0 0,0 0 0 0 0,0 0 0 0 0,0-1 0 0 0,0 1 1 0 0,1-1-1 0 0,0 0 0 0 0,0 0 0 0 0,5 4 0 0 0,3 2-454 0 0,20 18-1858 0 0,-31-26 2096 0 0,1 1 1 0 0,-1 0 0 0 0,0 0-1 0 0,-1 0 1 0 0,1 0 0 0 0,0 0-1 0 0,0 0 1 0 0,-1 0-1 0 0,1 0 1 0 0,-1 0 0 0 0,0 0-1 0 0,0 1 1 0 0,0-1 0 0 0,0 4-1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7:08.2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1434 163 4402 0 0,'-9'-5'662'0'0,"0"0"-1"0"0,-1 0 1 0 0,1 1-1 0 0,-19-4 1 0 0,22 6-635 0 0,3 1-28 0 0,0-1 1 0 0,0 1 0 0 0,0-1-1 0 0,0 0 1 0 0,0 0 0 0 0,0 0-1 0 0,0 0 1 0 0,1 0-1 0 0,-1-1 1 0 0,1 1 0 0 0,0-1-1 0 0,0 1 1 0 0,0-1-1 0 0,0 0 1 0 0,0 0 0 0 0,1 0-1 0 0,-1 0 1 0 0,1 0-1 0 0,0-1 1 0 0,-2-3 0 0 0,-9-20 208 0 0,7 22-132 0 0,-8-7 36 0 0,13 12-105 0 0,0-1 1 0 0,-1 1-1 0 0,1 0 1 0 0,0-1-1 0 0,0 1 0 0 0,-1 0 1 0 0,1-1-1 0 0,0 1 0 0 0,0 0 1 0 0,0-1-1 0 0,0 1 1 0 0,0 0-1 0 0,-1-1 0 0 0,1 1 1 0 0,0 0-1 0 0,0-1 0 0 0,0 1 1 0 0,0-1-1 0 0,0 1 1 0 0,0 0-1 0 0,0-1 0 0 0,0 1 1 0 0,0 0-1 0 0,0-1 0 0 0,1 1 1 0 0,-1-1-1 0 0,0 1 1 0 0,0 0-1 0 0,0-1 0 0 0,0 1 1 0 0,0 0-1 0 0,1-1 0 0 0,-1 1 1 0 0,0 0-1 0 0,1-1 1 0 0,4-2 26 0 0,-1 0 1 0 0,1 1-1 0 0,0-1 1 0 0,1 1 0 0 0,-1 0-1 0 0,0 1 1 0 0,1-1 0 0 0,-1 1-1 0 0,0 0 1 0 0,1 0 0 0 0,6 1-1 0 0,72-1 213 0 0,-82 2-243 0 0,602 75 788 0 0,-369-38-636 0 0,809 58 341 0 0,-836-83-448 0 0,342 6 112 0 0,-495-15-177 0 0,-1 2 0 0 0,0 3 0 0 0,-1 2 0 0 0,104 36 0 0 0,-135-36-38 0 0,-18 0 41 0 0,-3-11 15 0 0,-1 1 0 0 0,1 0 1 0 0,-1 0-1 0 0,1-1 0 0 0,-1 1 1 0 0,1 0-1 0 0,0-1 0 0 0,-1 1 1 0 0,1 0-1 0 0,0-1 0 0 0,0 1 1 0 0,-1-1-1 0 0,1 1 0 0 0,0-1 1 0 0,0 0-1 0 0,0 1 0 0 0,0-1 1 0 0,-1 0-1 0 0,1 1 0 0 0,0-1 0 0 0,2 0 1 0 0,2 2 13 0 0,-4 0-16 0 0,0 0 1 0 0,0 0 0 0 0,-1 0 0 0 0,1 1-1 0 0,0-1 1 0 0,-1 0 0 0 0,1 1 0 0 0,-1-1 0 0 0,0 0-1 0 0,0 1 1 0 0,0-1 0 0 0,0 0 0 0 0,0 1 0 0 0,0-1-1 0 0,-1 3 1 0 0,0 8 0 0 0,1-6-1 0 0,0 0 0 0 0,1 0 0 0 0,0 0 0 0 0,1-1 0 0 0,-1 1 0 0 0,1 0 0 0 0,0 0 0 0 0,1-1 0 0 0,0 1 0 0 0,5 9 0 0 0,3 0 0 0 0,1 0 0 0 0,22 24 0 0 0,-20-23 15 0 0,0 1 0 0 0,-1 1 0 0 0,-1 1 0 0 0,-1 0-1 0 0,0 0 1 0 0,-2 1 0 0 0,0 0 0 0 0,-2 1 0 0 0,0 0 0 0 0,-1 0 0 0 0,-2 0 0 0 0,0 1 0 0 0,-1-1 0 0 0,-2 1 0 0 0,0 0-1 0 0,-3 27 1 0 0,-4-4 18 0 0,1-9 98 0 0,-1 52-1 0 0,4-46 15 0 0,-11 60 0 0 0,5-49-35 0 0,3-6-25 0 0,1-12-29 0 0,-1-1 0 0 0,-12 42 0 0 0,-17 72 144 0 0,19-75-146 0 0,12-56-23 0 0,1 1 0 0 0,1-1 1 0 0,2 37-1 0 0,0-18-9 0 0,-2-37-31 0 0,-1 1 0 0 0,1-1 1 0 0,-1 1-1 0 0,1-1 0 0 0,-1 0 1 0 0,1 0-1 0 0,-1 0 0 0 0,1 0 1 0 0,-1 0-1 0 0,1 0 0 0 0,-1 0 1 0 0,1-1-1 0 0,-1 1 0 0 0,1 0 1 0 0,-1-1-1 0 0,1 1 0 0 0,-1-1 1 0 0,1 0-1 0 0,-2 0 0 0 0,-60-24-4 0 0,-8-3-14 0 0,-137-36 0 0 0,-308-23 5 0 0,104 20-49 0 0,-254-52-9 0 0,-66-20-53 0 0,261 67 136 0 0,339 60 102 0 0,-219 7 0 0 0,-355 77 522 0 0,688-70-608 0 0,-13 2-17 0 0,1 2 1 0 0,-55 17 0 0 0,37-8-70 0 0,34-9-446 0 0,16-4 260 0 0,26-4 42 0 0,-14 1 14 0 0,186-21-2911 0 0,-94 7-1187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7:13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638 360 2721 0 0,'0'-33'5896'0'0,"0"32"-5696"0"0,-4 1-66 0 0,-51-1 376 0 0,-71 2 260 0 0,85 4-556 0 0,1 2-1 0 0,-62 19 1 0 0,88-20-160 0 0,9-5-47 0 0,-1 1-1 0 0,1-1 1 0 0,-1 1-1 0 0,1-1 1 0 0,-1-1 0 0 0,1 1-1 0 0,-1-1 1 0 0,1 0-1 0 0,-7-1 1 0 0,7 2 33 0 0,1 2-27 0 0,-14-1-13 0 0,18-2 0 0 0,-1 0 0 0 0,1 0 0 0 0,0 0 0 0 0,0 0 0 0 0,-1 0 0 0 0,1 1 0 0 0,0-1 0 0 0,-1 0 0 0 0,1 0 0 0 0,0 0 0 0 0,-1 0 0 0 0,1 1 0 0 0,0-1 0 0 0,0 0 0 0 0,0 0 0 0 0,-1 1 0 0 0,1-1 0 0 0,0 0 0 0 0,0 0 0 0 0,0 1 0 0 0,-1-1 0 0 0,1 0 0 0 0,0 0 0 0 0,0 1 0 0 0,0-1 0 0 0,0 0 0 0 0,0 1 0 0 0,0-1 0 0 0,0 1 0 0 0,-3 3 0 0 0,-46 33 0 0 0,26-24 0 0 0,21-12 0 0 0,-1 0 0 0 0,0 1 0 0 0,0-1 0 0 0,1 1 0 0 0,-1 0 0 0 0,0 0 0 0 0,1 0 0 0 0,0 0 0 0 0,-1 0 0 0 0,1 1 0 0 0,0-1 0 0 0,-2 5 0 0 0,-15 10 15 0 0,17-15-13 0 0,0-1 0 0 0,-1 0 0 0 0,1 1 0 0 0,0 0 0 0 0,0-1 0 0 0,1 1 0 0 0,-1 0 0 0 0,0 0 0 0 0,1 0 0 0 0,-1 0 0 0 0,1 1 0 0 0,-1-1 0 0 0,1 0 0 0 0,0 1 0 0 0,0-1 0 0 0,0 0 0 0 0,0 1 0 0 0,0 4 0 0 0,0 15-10 0 0,0-16 4 0 0,0 0-1 0 0,0 1 1 0 0,1-1-1 0 0,0 0 1 0 0,1 1-1 0 0,-1-1 1 0 0,1 0-1 0 0,1 1 1 0 0,2 9-1 0 0,5-10 5 0 0,-8-6-1 0 0,-1 1 1 0 0,1-1 0 0 0,0 0-1 0 0,0 1 1 0 0,-1-1-1 0 0,1 1 1 0 0,0-1-1 0 0,-1 1 1 0 0,1-1-1 0 0,0 1 1 0 0,-1-1-1 0 0,1 1 1 0 0,-1 0-1 0 0,1-1 1 0 0,-1 1-1 0 0,1 0 1 0 0,-1 0-1 0 0,1-1 1 0 0,-1 1-1 0 0,0 0 1 0 0,0 0 0 0 0,1 0-1 0 0,-1-1 1 0 0,0 1-1 0 0,0 0 1 0 0,0 0-1 0 0,0 1 1 0 0,0-1-3 0 0,0 1 0 0 0,0-1 0 0 0,1 0 0 0 0,-1 1-1 0 0,0-1 1 0 0,0 0 0 0 0,1 1 0 0 0,-1-1 0 0 0,1 0 0 0 0,-1 0 0 0 0,1 1 0 0 0,-1-1 0 0 0,1 0 0 0 0,0 0 0 0 0,0 0 0 0 0,-1 0 0 0 0,1 0 0 0 0,0 0 0 0 0,0 0 0 0 0,0 0 0 0 0,1 1 0 0 0,0-1 3 0 0,-1 0 0 0 0,0-1 0 0 0,0 1 0 0 0,0 0 0 0 0,0 1 0 0 0,0-1 0 0 0,-1 0 0 0 0,1 0 0 0 0,0 0 0 0 0,0 0 0 0 0,-1 1 0 0 0,1-1 0 0 0,-1 0 0 0 0,1 1 0 0 0,-1-1 0 0 0,0 0 0 0 0,1 1 0 0 0,-1-1 0 0 0,0 1 0 0 0,0-1 0 0 0,0 2 0 0 0,-1 14 19 0 0,0-12-8 0 0,0-1 0 0 0,1 1-1 0 0,0-1 1 0 0,0 1-1 0 0,0-1 1 0 0,0 1 0 0 0,1-1-1 0 0,-1 0 1 0 0,1 1 0 0 0,0-1-1 0 0,3 8 1 0 0,4-3-32 0 0,-8-9 20 0 0,0 0 0 0 0,0 0 0 0 0,1 0 1 0 0,-1 0-1 0 0,0 0 0 0 0,0 0 0 0 0,1 1 0 0 0,-1-1 1 0 0,0 0-1 0 0,0 0 0 0 0,0 0 0 0 0,1 1 1 0 0,-1-1-1 0 0,0 0 0 0 0,0 0 0 0 0,0 0 0 0 0,0 1 1 0 0,0-1-1 0 0,0 0 0 0 0,1 0 0 0 0,-1 1 1 0 0,0-1-1 0 0,0 0 0 0 0,0 0 0 0 0,0 1 0 0 0,0-1 1 0 0,0 0-1 0 0,0 0 0 0 0,0 1 0 0 0,0-1 0 0 0,0 0 1 0 0,0 0-1 0 0,0 1 0 0 0,0-1 0 0 0,0 0 1 0 0,0 0-1 0 0,-1 1 0 0 0,1-1 0 0 0,0 0 0 0 0,0 0 1 0 0,0 1-1 0 0,0-1 0 0 0,0 0 0 0 0,-1 0 1 0 0,1 0-1 0 0,0 1 0 0 0,0-1 0 0 0,0 0 0 0 0,-1 0 1 0 0,1 0-1 0 0,0 0 0 0 0,0 1 0 0 0,0-1 1 0 0,-1 0-1 0 0,1 0 0 0 0,0 0 0 0 0,0 0 0 0 0,-1 0 1 0 0,1 0-1 0 0,-7 6 2 0 0,7-6-1 0 0,-1 1 0 0 0,1-1 0 0 0,-1 1 0 0 0,1-1 0 0 0,0 1 0 0 0,-1 0 0 0 0,1-1 0 0 0,0 1 0 0 0,-1 0 0 0 0,1-1 0 0 0,0 1 0 0 0,0 0 0 0 0,-1 0 0 0 0,1-1 0 0 0,0 1 0 0 0,0 0 0 0 0,0 0 0 0 0,0-1 0 0 0,0 1 0 0 0,0 0 0 0 0,0 0 0 0 0,1-1 0 0 0,-1 1 0 0 0,0 0 0 0 0,0 0 0 0 0,0-1 0 0 0,1 1 0 0 0,-1 0 0 0 0,0-1 0 0 0,1 2 0 0 0,14 18 0 0 0,-10-13 0 0 0,-1 11 0 0 0,-4-17 0 0 0,0 0 0 0 0,0 1 0 0 0,0-1 0 0 0,0 0 0 0 0,0 0 0 0 0,0 0 0 0 0,0 0 0 0 0,0 0 0 0 0,1 1 0 0 0,-1-1 0 0 0,1 0 0 0 0,-1 0 0 0 0,1 0 0 0 0,-1 0 0 0 0,1 0 0 0 0,0 1 0 0 0,7 3 0 0 0,-7-5 0 0 0,0 0 0 0 0,-1 1 0 0 0,1-1 0 0 0,0 0 0 0 0,0 1 0 0 0,-1-1 0 0 0,1 1 0 0 0,0-1 0 0 0,-1 1 0 0 0,1-1 0 0 0,0 1 0 0 0,-1 0 0 0 0,1-1 0 0 0,-1 1 0 0 0,1 0 0 0 0,-1-1 0 0 0,1 1 0 0 0,-1 0 0 0 0,1 0 0 0 0,-1-1 0 0 0,0 1 0 0 0,1 0 0 0 0,-1 0 0 0 0,0 0 0 0 0,0 0 0 0 0,0 1 0 0 0,0-1 0 0 0,0-1 0 0 0,1 1 0 0 0,-1 0 0 0 0,0-1 0 0 0,0 1 0 0 0,0-1 0 0 0,0 1 0 0 0,1 0 0 0 0,-1-1 0 0 0,0 1 0 0 0,1-1 0 0 0,-1 1 0 0 0,0-1 0 0 0,1 1 0 0 0,-1-1 0 0 0,0 1 0 0 0,1-1 0 0 0,-1 1 0 0 0,1-1 0 0 0,-1 0 0 0 0,1 1 0 0 0,-1-1 0 0 0,1 0 0 0 0,0 1 0 0 0,-1-1 0 0 0,2 1 0 0 0,20 4 0 0 0,-1 0 13 0 0,7 9 41 0 0,-20-9-65 0 0,1-1 1 0 0,0 0-1 0 0,0 0 0 0 0,12 3 0 0 0,89 31-1 0 0,-16-4-2 0 0,-36-20-2 0 0,100 13 1 0 0,21 5 126 0 0,-94 3-98 0 0,-39-22 13 0 0,2-3 1 0 0,80 8-1 0 0,-9-3 2 0 0,136 15 22 0 0,98 19 33 0 0,-342-47-74 0 0,1 0 1 0 0,0 0-1 0 0,20 0 0 0 0,12-1 21 0 0,200-2-68 0 0,-93-2 9 0 0,80-8 29 0 0,-187 10-1 0 0,-30 6-1 0 0,-2-2 5 0 0,29-11 11 0 0,88-15 52 0 0,-111 18-39 0 0,0 0 0 0 0,-1-1 0 0 0,1-1 1 0 0,-1-1-1 0 0,0 0 0 0 0,-1-2 0 0 0,18-12 0 0 0,-25 16-17 0 0,18-19 7 0 0,-5 3-21 0 0,-17 18-2 0 0,0 0-1 0 0,0 0 0 0 0,0-1 1 0 0,0 1-1 0 0,-1-1 0 0 0,0 0 1 0 0,0-1-1 0 0,-1 1 0 0 0,5-9 1 0 0,6-21 23 0 0,21-36 0 0 0,1-3-51 0 0,-31 62 40 0 0,0 0 0 0 0,1 1-1 0 0,1 0 1 0 0,0 1 0 0 0,0-1 0 0 0,1 1 0 0 0,1 1 0 0 0,17-17 0 0 0,-24 24-6 0 0,1-1-1 0 0,-1 0 1 0 0,1 0-1 0 0,-1 0 1 0 0,0 0-1 0 0,0-1 1 0 0,-1 1-1 0 0,1 0 1 0 0,-1-1-1 0 0,1 0 1 0 0,-1 1-1 0 0,0-1 1 0 0,0 0 0 0 0,0-3-1 0 0,0-7 3 0 0,0 0 0 0 0,-2-23 0 0 0,-1 26-11 0 0,2-1 0 0 0,0 1 1 0 0,0 0-1 0 0,1-1 0 0 0,4-15 1 0 0,2 7 18 0 0,2 0 0 0 0,0 0-1 0 0,1 1 1 0 0,1 1 0 0 0,22-29 0 0 0,-15 20-3 0 0,-17 26-7 0 0,0 0 0 0 0,-1 0 0 0 0,1 0 0 0 0,0 0 0 0 0,-1 0 0 0 0,0 0 0 0 0,1-1 0 0 0,-1 1 0 0 0,0 0 0 0 0,1 0 0 0 0,-1 0 0 0 0,0-1 0 0 0,0 1 0 0 0,0 0 0 0 0,0 0 0 0 0,0-1 0 0 0,-1-1 0 0 0,1-4 0 0 0,-5 1 0 0 0,-32 0-3 0 0,21 1 20 0 0,1-1-17 0 0,0 1 0 0 0,-26-5 0 0 0,-17-4-14 0 0,3-2 49 0 0,29 10 3 0 0,1-2-1 0 0,-28-12 0 0 0,-16-4-26 0 0,9 4 58 0 0,35 11-61 0 0,-42-10 1 0 0,41 13-11 0 0,-42-16 0 0 0,-66-24 16 0 0,95 32 43 0 0,33 13-42 0 0,-1-1 0 0 0,1 0 0 0 0,0-1 0 0 0,1 0 0 0 0,-10-5 0 0 0,0 2 53 0 0,0 0 1 0 0,0 0 0 0 0,0 2 0 0 0,-1 0 0 0 0,-24-3 0 0 0,5 0-2 0 0,-204-28 320 0 0,146 23-294 0 0,52 6-13 0 0,-65-2 0 0 0,18 2-18 0 0,57 3-29 0 0,0 1 0 0 0,-32 2-1 0 0,-37 9 82 0 0,-111 25-1 0 0,174-29-94 0 0,-37 7-25 0 0,66-8-24 0 0,0-2 28 0 0,-29-1 8 0 0,-13 7 6 0 0,40-5-8 0 0,0-1-1 0 0,-1 0 1 0 0,-15 0-1 0 0,15 0 9 0 0,-27 1 56 0 0,-21 0 0 0 0,39-1-56 0 0,-193 10 2 0 0,172-11-19 0 0,-42 6 0 0 0,-7 3-65 0 0,67-8 48 0 0,0 1 0 0 0,0 1 1 0 0,1 2-1 0 0,-1 0 0 0 0,1 1 1 0 0,0 1-1 0 0,-28 15 0 0 0,13-9 25 0 0,32-13 6 0 0,0 0 0 0 0,0 1 0 0 0,1 0 0 0 0,-1 0 1 0 0,0 0-1 0 0,-4 4 0 0 0,0 0 1 0 0,-1 0-1 0 0,0 0 1 0 0,-14 6 0 0 0,-3 2 31 0 0,26-14-38 0 0,1 0-1 0 0,0 0 1 0 0,0 0 0 0 0,-1 0 0 0 0,1 0 0 0 0,0 0-1 0 0,0 1 1 0 0,-1-1 0 0 0,1 0 0 0 0,0 0-1 0 0,0 0 1 0 0,-1 0 0 0 0,1 1 0 0 0,0-1-1 0 0,0 0 1 0 0,0 0 0 0 0,0 1 0 0 0,-1-1-1 0 0,1 0 1 0 0,0 0 0 0 0,0 1 0 0 0,0-1 0 0 0,0 0-1 0 0,0 1 1 0 0,0-1 0 0 0,0 0 0 0 0,0 0-1 0 0,0 1 1 0 0,0-1 0 0 0,0 0 0 0 0,0 1-1 0 0,0-1 1 0 0,0 0 0 0 0,0 1 0 0 0,0-1-1 0 0,0 0 1 0 0,0 0 0 0 0,0 1 0 0 0,0-1 0 0 0,0 0-18 0 0,0 0 0 0 0,1 1 0 0 0,-1-1 0 0 0,0 0 1 0 0,0 0-1 0 0,0 0 0 0 0,0 0 0 0 0,0 0 1 0 0,0 0-1 0 0,0 0 0 0 0,0 1 0 0 0,0-1 1 0 0,0 0-1 0 0,0 0 0 0 0,0 0 0 0 0,0 0 0 0 0,0 0 1 0 0,0 0-1 0 0,-1 0 0 0 0,1 1 0 0 0,0-1 1 0 0,0 0-1 0 0,0 0 0 0 0,0 0 0 0 0,0 0 1 0 0,0 0-1 0 0,0 0 0 0 0,0 0 0 0 0,0 0 0 0 0,0 0 1 0 0,0 1-1 0 0,0-1 0 0 0,0 0 0 0 0,-1 0 1 0 0,1 0-1 0 0,0 0 0 0 0,0 0 0 0 0,0 0 1 0 0,0 0-1 0 0,0 0 0 0 0,0 0 0 0 0,0 0 0 0 0,-1 0 1 0 0,1 0-1 0 0,0 0 0 0 0,0 0 0 0 0,0 0 1 0 0,0 0-1 0 0,0 0 0 0 0,0 0 0 0 0,0 0 0 0 0,-1 0 1 0 0,1 0-1 0 0,0 0 0 0 0,0 0 0 0 0,0 0 1 0 0,0 0-1 0 0,0 0 0 0 0,0 0 0 0 0,0 0 1 0 0,-1 0-1 0 0,1 0 0 0 0,0-1 0 0 0,0 1 0 0 0,0 0 1 0 0,0 0-1 0 0,0 0 0 0 0,-27 0-2493 0 0,5 0-400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9:05.4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107 643 560 0 0,'-2'-18'7280'0'0,"-8"17"-5447"0"0,-9 3-1728 0 0,-30 3 829 0 0,27-5-614 0 0,17 0-67 0 0,10-1-173 0 0,-4 1-66 0 0,0 0-11 0 0,0 0 0 0 0,0 0 0 0 0,0 0 0 0 0,0 0 0 0 0,0 0 0 0 0,0 0 0 0 0,-1 0 0 0 0,1 0 1 0 0,0 0-1 0 0,0-1 0 0 0,0 1 0 0 0,0 0 0 0 0,-1-1 0 0 0,1 1 0 0 0,0-1 0 0 0,0 1 0 0 0,-1-1 0 0 0,1 1 0 0 0,0-1 0 0 0,0 0 0 0 0,-1 1 0 0 0,1-1 0 0 0,-1 0 0 0 0,1 1 1 0 0,0-2-1 0 0,0 1 2 0 0,-1 0 0 0 0,1 0 1 0 0,0 0-1 0 0,-1 0 1 0 0,1 0-1 0 0,0 0 0 0 0,0 0 1 0 0,0 0-1 0 0,0 0 1 0 0,0 1-1 0 0,0-1 0 0 0,0 0 1 0 0,0 1-1 0 0,0-1 0 0 0,0 0 1 0 0,0 1-1 0 0,0 0 1 0 0,0-1-1 0 0,1 1 0 0 0,-1 0 1 0 0,1-1-1 0 0,3 0 10 0 0,1-2-4 0 0,-1 1 1 0 0,1-1-1 0 0,-1 0 0 0 0,1-1 1 0 0,-1 1-1 0 0,8-9 1 0 0,-2 3 15 0 0,-6 6-17 0 0,0 0 1 0 0,0 1-1 0 0,0 0 1 0 0,0 0 0 0 0,10-2-1 0 0,17-7 7 0 0,-28 8-9 0 0,0 1 0 0 0,1 0 0 0 0,-1 0 0 0 0,1 0 0 0 0,-1 0 0 0 0,1 1 0 0 0,0 0 0 0 0,0 0 0 0 0,7-1 0 0 0,-8 3 45 0 0,-4 54 267 0 0,5-50-306 0 0,17 0-14 0 0,145 4 59 0 0,-94-7-25 0 0,188 23 206 0 0,-179-8-49 0 0,-62-11-101 0 0,1-2 0 0 0,0 0 0 0 0,0-1 0 0 0,37 0-1 0 0,177 9 1032 0 0,-5-7-414 0 0,-123 8-387 0 0,106-2-80 0 0,-5-6-333 0 0,-163-7-23 0 0,-36 0 98 0 0,7-1 6 0 0,1-1-1 0 0,0-1 1 0 0,-1 0-1 0 0,19-10 1 0 0,-13 6-4 0 0,41-12 1 0 0,-50 18 15 0 0,54-5 0 0 0,-13 7 0 0 0,-44 1 9 0 0,0-1 1 0 0,0 2-1 0 0,0-1 1 0 0,16 4-1 0 0,-17-2 11 0 0,13 5-4 0 0,-17-4-17 0 0,1-1 1 0 0,0 0 0 0 0,0 0-1 0 0,0-1 1 0 0,0 0 0 0 0,1 0 0 0 0,-1 0-1 0 0,9 0 1 0 0,2 1 0 0 0,45 1 0 0 0,-29-2 0 0 0,-30-1 0 0 0,36-5 0 0 0,126-17 0 0 0,-143 21 0 0 0,9 1-67 0 0,-13 1 54 0 0,44 9 93 0 0,-40-9-80 0 0,5-1 0 0 0,11 1 0 0 0,-35-1 0 0 0,36-6 0 0 0,-30 5 0 0 0,35-5 0 0 0,14-4 80 0 0,-36 8-80 0 0,4-2 0 0 0,-7 3 13 0 0,-16-1 60 0 0,2-1-146 0 0,-4 3 68 0 0,0 1 4 0 0,0-1 0 0 0,-1 0 0 0 0,1 0 0 0 0,0 0 0 0 0,0 0 0 0 0,0 0 1 0 0,0 0-1 0 0,0 0 0 0 0,0 0 0 0 0,-1 0 0 0 0,1 0 0 0 0,0-1 0 0 0,0 1 0 0 0,0 0 1 0 0,0 0-1 0 0,0-1 0 0 0,-1 1 0 0 0,1-1 0 0 0,0 1 0 0 0,0-1 0 0 0,-1 1 0 0 0,1-1 1 0 0,1 0-1 0 0,2-1-66 0 0,20-5 36 0 0,-21 4 49 0 0,35-12-5 0 0,-24 11 9 0 0,-1-1 0 0 0,20-11 1 0 0,-7 0 3 0 0,-25 16-24 0 0,-1 0 0 0 0,0-1 0 0 0,1 1 0 0 0,-1 0-1 0 0,0 0 1 0 0,1 0 0 0 0,-1-1 0 0 0,0 1 0 0 0,0 0-1 0 0,1 0 1 0 0,-1-1 0 0 0,0 1 0 0 0,0 0 0 0 0,1-1 0 0 0,-1 1-1 0 0,0 0 1 0 0,0-1 0 0 0,0 1 0 0 0,0 0 0 0 0,0-1-1 0 0,1 1 1 0 0,-1 0 0 0 0,0-1 0 0 0,0 1 0 0 0,0-1-1 0 0,0 1 1 0 0,0 0 0 0 0,0-1 0 0 0,0 1 0 0 0,0 0-1 0 0,0-1 1 0 0,-1 1 0 0 0,1-1 0 0 0,0 1 0 0 0,0-1-1 0 0,0 1-1 0 0,0 0 1 0 0,-1-1-1 0 0,1 1 0 0 0,0 0 0 0 0,0-1 0 0 0,0 1 0 0 0,0 0 0 0 0,0-1 0 0 0,0 1 0 0 0,0-1 0 0 0,0 1 0 0 0,0 0 0 0 0,0-1 0 0 0,0 1 0 0 0,0 0 0 0 0,0-1 0 0 0,1 1 0 0 0,-1-1 0 0 0,0 1 0 0 0,0 0 0 0 0,0-1 0 0 0,0 1 1 0 0,1 0-1 0 0,-1-1 0 0 0,0 1 0 0 0,0 0 0 0 0,0 0 0 0 0,1-1 0 0 0,-1 1 0 0 0,0 0 0 0 0,1 0 0 0 0,-1-1 0 0 0,0 1 0 0 0,1 0 0 0 0,-1 0 0 0 0,7-3-1 0 0,4-4 3 0 0,-6-16-16 0 0,-5-22-120 0 0,-5 43 188 0 0,-13-1-54 0 0,14 2 13 0 0,4-34 134 0 0,0-3-121 0 0,-5 32 28 0 0,-12 0-54 0 0,-46-16-147 0 0,61 22 147 0 0,1 0 0 0 0,0 0 0 0 0,0 0 0 0 0,0 0 0 0 0,0 0 0 0 0,0-1 0 0 0,1 1 0 0 0,-1 0 0 0 0,0 0 0 0 0,0-1 0 0 0,0 1 0 0 0,0 0 0 0 0,1-1 0 0 0,-1 1 0 0 0,0-1 0 0 0,0 1 0 0 0,1-1 0 0 0,-1 1 0 0 0,0-1 0 0 0,1 0 0 0 0,-1 1 0 0 0,0-1 0 0 0,1 0 0 0 0,-1 1 0 0 0,0-2 0 0 0,0 1 0 0 0,1 0 0 0 0,-1 1 0 0 0,0-1 0 0 0,0 1 0 0 0,0-1 0 0 0,1 1 0 0 0,-1-1 0 0 0,0 1 0 0 0,0-1 0 0 0,0 1 0 0 0,0 0 0 0 0,0-1 0 0 0,0 1 0 0 0,0 0 0 0 0,0 0 0 0 0,0 0 0 0 0,0 0 0 0 0,0 0 0 0 0,0 0 0 0 0,-2 0 0 0 0,2 0 0 0 0,1 0 0 0 0,-1 0 0 0 0,1 0 0 0 0,0 0 0 0 0,-1 0 0 0 0,1 0 0 0 0,0 0-1 0 0,-1 0 1 0 0,1 0 0 0 0,0-1 0 0 0,0 1 0 0 0,-1 0 0 0 0,1 0 0 0 0,0 0 0 0 0,0-1 0 0 0,-1 1 0 0 0,1 0-1 0 0,0 0 1 0 0,0-1 0 0 0,0 1 0 0 0,-1 0 0 0 0,1-1 0 0 0,0 1 0 0 0,0 0 0 0 0,0 0 0 0 0,0-1 0 0 0,0 1-1 0 0,0 0 1 0 0,0-1 0 0 0,-1 1 0 0 0,-1-4-10 0 0,0 4 2 0 0,1 0 7 0 0,1 0 0 0 0,-1 0-1 0 0,0 0 1 0 0,0 0 0 0 0,1 0 0 0 0,-1 0 0 0 0,0-1-1 0 0,0 1 1 0 0,1 0 0 0 0,-1 0 0 0 0,0 0 0 0 0,0-1-1 0 0,1 1 1 0 0,-1 0 0 0 0,0-1 0 0 0,1 1 0 0 0,-1-1-1 0 0,1 1 1 0 0,-1-1 0 0 0,0 1 0 0 0,1-1 0 0 0,-1 1-1 0 0,1-1 1 0 0,-1 1 0 0 0,1-1 0 0 0,-1 0 0 0 0,1 1-1 0 0,0-1 1 0 0,-1 0 0 0 0,1 1 0 0 0,0-1 0 0 0,0 0-1 0 0,-1 0 1 0 0,1 1 0 0 0,0-1 0 0 0,0 0 0 0 0,0-1-1 0 0,0 1 4 0 0,0 1-1 0 0,0 0 1 0 0,0-1-1 0 0,0 1 1 0 0,0-1-1 0 0,0 1 1 0 0,0 0 0 0 0,0-1-1 0 0,-1 1 1 0 0,1 0-1 0 0,0-1 1 0 0,0 1-1 0 0,0-1 1 0 0,0 1-1 0 0,-1 0 1 0 0,1-1-1 0 0,0 1 1 0 0,0 0-1 0 0,-1 0 1 0 0,1-1-1 0 0,0 1 1 0 0,-1 0-1 0 0,1 0 1 0 0,0-1-1 0 0,-1 1 1 0 0,1 0-1 0 0,0 0 1 0 0,-1 0-1 0 0,1-1 1 0 0,0 1-1 0 0,-1 0 1 0 0,1 0-1 0 0,-1 0 1 0 0,1 0-1 0 0,0 0 1 0 0,-1 0-1 0 0,1 0 1 0 0,-1 0-1 0 0,1 0 1 0 0,0 0-1 0 0,-1 0 1 0 0,1 0-1 0 0,-1 0 1 0 0,0 1-1 0 0,1-1-1 0 0,0 0 0 0 0,-1 0 0 0 0,1 0 0 0 0,-1 0 0 0 0,1 0 0 0 0,-1 0 0 0 0,1 0 0 0 0,-1 0 0 0 0,1 0 0 0 0,-1 0 0 0 0,1 0 0 0 0,-1 0 0 0 0,1 0 0 0 0,-1 0 0 0 0,1-1 0 0 0,0 1 0 0 0,-1 0 0 0 0,1 0 0 0 0,-1 0 0 0 0,1-1 0 0 0,0 1 0 0 0,-1 0 0 0 0,1-1 0 0 0,-1 1 0 0 0,1 0 0 0 0,0-1 0 0 0,-1 1 0 0 0,1 0 0 0 0,0-1 0 0 0,0 1 0 0 0,-1-1-1 0 0,1 1 1 0 0,0 0 0 0 0,0-1 0 0 0,0 1 0 0 0,-1-1 0 0 0,1 1 0 0 0,0-1 0 0 0,0 1 0 0 0,0-1 0 0 0,0 1 0 0 0,0-1 0 0 0,0 1 0 0 0,0 0 0 0 0,0-2 0 0 0,0 1 0 0 0,-1 1 0 0 0,1-1 0 0 0,-1 0 0 0 0,1 0 0 0 0,-1 0 0 0 0,0 1 0 0 0,1-1 0 0 0,-1 0 0 0 0,0 0 0 0 0,0 1 0 0 0,0-1 0 0 0,1 1 0 0 0,-1-1 0 0 0,0 1 0 0 0,0-1 0 0 0,0 1 0 0 0,0-1 0 0 0,-2 1 0 0 0,-21-9 5 0 0,21 8 3 0 0,-86-33 126 0 0,35 17-121 0 0,10 1-26 0 0,-14 4 13 0 0,-22-4-67 0 0,-79-8 147 0 0,83 14-13 0 0,-63-9 186 0 0,-201-1 1 0 0,260 7-27 0 0,53 10-227 0 0,25 0 0 0 0,0 0 0 0 0,-101-15 160 0 0,76 12-187 0 0,0 1 0 0 0,-47-2 1 0 0,-90 2 106 0 0,103 5-80 0 0,-140 5 0 0 0,94 1 80 0 0,60 0-173 0 0,1-1 66 0 0,0 2 0 0 0,-54 15 0 0 0,-28 2-10 0 0,100-19 74 0 0,-29 3-23 0 0,-50 10-68 0 0,14-6 94 0 0,79-12-93 0 0,-24-7-11 0 0,27 8 48 0 0,-11 0 5 0 0,10 0 21 0 0,1 0 0 0 0,-1-1-1 0 0,0-1 1 0 0,1 0 0 0 0,-1-1-1 0 0,1 0 1 0 0,-18-5 0 0 0,-15-1-11 0 0,12 4 15 0 0,6 0 53 0 0,-15 1-12 0 0,40 3-44 0 0,-42-9 3 0 0,23 7-38 0 0,18 5-34 0 0,2-3 57 0 0,0 0-1 0 0,0 0 1 0 0,0 1-1 0 0,0-1 1 0 0,0 0-1 0 0,0 0 1 0 0,0 0-1 0 0,0 0 1 0 0,0 0-1 0 0,0 0 1 0 0,0 1-1 0 0,0-1 1 0 0,0 0-1 0 0,0 0 1 0 0,0 0-1 0 0,0 0 1 0 0,0 0-1 0 0,0 0 1 0 0,0 0-1 0 0,0 1 1 0 0,0-1-1 0 0,0 0 1 0 0,0 0-1 0 0,0 0 1 0 0,0 0-1 0 0,0 0 1 0 0,-1 0-1 0 0,1 0 1 0 0,0 0-1 0 0,0 1 1 0 0,0-1-1 0 0,0 0 1 0 0,0 0-1 0 0,0 0 1 0 0,0 0-1 0 0,0 0 1 0 0,-1 0-1 0 0,1 0 1 0 0,0 0-1 0 0,0 0 0 0 0,0 0 1 0 0,0 0-1 0 0,0 0 1 0 0,0 0-1 0 0,-1 0 1 0 0,1 0-1 0 0,0 0 1 0 0,0 0-1 0 0,0 0 1 0 0,0 0-1 0 0,0 0 1 0 0,0 0-1 0 0,-1 0 1 0 0,1 0-1 0 0,0 0 1 0 0,0 0-1 0 0,0 0 1 0 0,0 0-1 0 0,0 0 1 0 0,0-1-1 0 0,-12 2-64 0 0,1 1-1 0 0,-1 0 1 0 0,1 0-1 0 0,0 1 1 0 0,0 0 0 0 0,-14 7-1 0 0,-11 3-1 0 0,33-13 58 0 0,1 1 7 0 0,1-1 0 0 0,0 0 0 0 0,0 0-1 0 0,0 0 1 0 0,-1 1 0 0 0,1-1 0 0 0,0 1 0 0 0,0-1-1 0 0,0 1 1 0 0,0-1 0 0 0,0 1 0 0 0,0 0-1 0 0,0-1 1 0 0,0 1 0 0 0,0 0 0 0 0,0 0 0 0 0,0 0-1 0 0,0 0 1 0 0,1 0 0 0 0,-1 0 0 0 0,-1 2 0 0 0,2-3 2 0 0,-1 1 0 0 0,1 0 1 0 0,-1-1-1 0 0,1 1 0 0 0,-1-1 0 0 0,0 1 1 0 0,1-1-1 0 0,-1 1 0 0 0,0-1 1 0 0,1 0-1 0 0,-1 1 0 0 0,0-1 1 0 0,1 0-1 0 0,-1 1 0 0 0,0-1 1 0 0,0 0-1 0 0,1 0 0 0 0,-1 0 0 0 0,0 1 1 0 0,0-1-1 0 0,0 0 0 0 0,1 0 1 0 0,-1 0-1 0 0,0 0 0 0 0,0-1 1 0 0,-1 1-1 0 0,0 0-7 0 0,2 0 7 0 0,-1 0-1 0 0,1 0 1 0 0,0 0 0 0 0,0 0 0 0 0,0 0-1 0 0,0 0 1 0 0,-1 0 0 0 0,1 0-1 0 0,0 0 1 0 0,0 0 0 0 0,0 0 0 0 0,0 1-1 0 0,-1-1 1 0 0,1 0 0 0 0,0 0 0 0 0,0 0-1 0 0,0 0 1 0 0,0 0 0 0 0,0 0 0 0 0,-1 0-1 0 0,1 1 1 0 0,0-1 0 0 0,0 0-1 0 0,0 0 1 0 0,0 0 0 0 0,0 0 0 0 0,0 0-1 0 0,0 1 1 0 0,0-1 0 0 0,-1 0 0 0 0,1 0-1 0 0,0 0 1 0 0,0 0 0 0 0,0 1-1 0 0,0-1 1 0 0,0 0 0 0 0,0 0 0 0 0,0 0-1 0 0,0 1 1 0 0,0-1 0 0 0,0 0 0 0 0,0 2 3 0 0,-1 0 1 0 0,0 0 0 0 0,0 0 0 0 0,0 0 0 0 0,0 0-1 0 0,0 0 1 0 0,0 0 0 0 0,0 0 0 0 0,-1-1 0 0 0,1 1-1 0 0,-1 0 1 0 0,1-1 0 0 0,-1 1 0 0 0,0-1-1 0 0,1 0 1 0 0,-1 0 0 0 0,0 1 0 0 0,0-1 0 0 0,0 0-1 0 0,0-1 1 0 0,-3 2 0 0 0,-10 7-11 0 0,11 1-59 0 0,4-8 62 0 0,0 0 0 0 0,-1 1 0 0 0,1-1 0 0 0,0 0 0 0 0,1 0 1 0 0,-1 0-1 0 0,0 0 0 0 0,1 0 0 0 0,-1 0 0 0 0,1 1 0 0 0,0-1 0 0 0,-1 0 0 0 0,1 0 0 0 0,0-1 0 0 0,0 1 0 0 0,0 0 0 0 0,1 0 0 0 0,-1 0 0 0 0,0-1 0 0 0,1 1 0 0 0,2 2 0 0 0,1 1 21 0 0,-3 0-20 0 0,-1 0 0 0 0,0 1 0 0 0,0-1-1 0 0,0 0 1 0 0,0 1 0 0 0,-1-1 0 0 0,0 0 0 0 0,0 1 0 0 0,-2 5 0 0 0,2 5-35 0 0,0-14 39 0 0,0-1 1 0 0,0 1 0 0 0,-1-1 0 0 0,1 1-1 0 0,0-1 1 0 0,0 1 0 0 0,-1 0-1 0 0,1-1 1 0 0,-1 0 0 0 0,0 1-1 0 0,1-1 1 0 0,-1 1 0 0 0,0-1-1 0 0,0 0 1 0 0,0 1 0 0 0,0-1-1 0 0,0 0 1 0 0,0 0 0 0 0,-1 2 0 0 0,0-2 2 0 0,1 0 0 0 0,0 0 0 0 0,0 0 1 0 0,0 0-1 0 0,0 1 0 0 0,0-1 1 0 0,0 1-1 0 0,0-1 0 0 0,1 0 1 0 0,-1 1-1 0 0,0-1 0 0 0,1 1 1 0 0,-1 0-1 0 0,1-1 0 0 0,0 1 1 0 0,-1-1-1 0 0,1 1 0 0 0,0 0 1 0 0,0 1-1 0 0,0 2 9 0 0,1-4-12 0 0,-1 1 0 0 0,0-1 0 0 0,0 0 0 0 0,0 0 0 0 0,0 0 0 0 0,0 0 0 0 0,0 0 0 0 0,0 0 0 0 0,0 0 0 0 0,0 0 0 0 0,0 0 1 0 0,-1 0-1 0 0,1 1 0 0 0,-1-1 0 0 0,1 0 0 0 0,0 0 0 0 0,-1 0 0 0 0,1-1 0 0 0,-1 1 0 0 0,0 1 0 0 0,-10 3-68 0 0,9-4-66 0 0,9-1-67 0 0,3 0 57 0 0,-1-1-3181 0 0,-9 0 3280 0 0,0 1-1 0 0,0 0 1 0 0,0 0 0 0 0,1 0 0 0 0,-1 0-1 0 0,0 0 1 0 0,0-1 0 0 0,1 1 0 0 0,-1 0-1 0 0,0 0 1 0 0,0 0 0 0 0,0 0-1 0 0,1 0 1 0 0,-1 0 0 0 0,0 0 0 0 0,0 0-1 0 0,1 0 1 0 0,-1 0 0 0 0,0 0 0 0 0,0 0-1 0 0,1 0 1 0 0,-1 0 0 0 0,0 0 0 0 0,0 0-1 0 0,1 0 1 0 0,-1 0 0 0 0,0 0 0 0 0,0 0-1 0 0,1 0 1 0 0,-1 1 0 0 0,0-1 0 0 0,0 0-1 0 0,0 0 1 0 0,1 0 0 0 0,-1 0 0 0 0,0 1-1 0 0,0-1 1 0 0,0 0 0 0 0,1 1 0 0 0,-19-1-4518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9:08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401 73 2241 0 0,'137'-39'5923'0'0,"-124"36"-5518"0"0,-10 3-267 0 0,0-1 0 0 0,1 0 0 0 0,-1 0 1 0 0,0 0-1 0 0,0 0 0 0 0,0-1 0 0 0,0 1 1 0 0,0-1-1 0 0,4-2 0 0 0,0 1 65 0 0,-6 3-183 0 0,0 0-1 0 0,-1 0 0 0 0,1 0 1 0 0,0 0-1 0 0,-1 0 0 0 0,1 0 0 0 0,-1 0 1 0 0,1-1-1 0 0,0 1 0 0 0,-1 0 1 0 0,1 0-1 0 0,-1-1 0 0 0,1 1 1 0 0,0 0-1 0 0,-1-1 0 0 0,1 1 1 0 0,-1-1-1 0 0,0 1 0 0 0,1 0 1 0 0,-1-1-1 0 0,1 1 0 0 0,-1-1 0 0 0,0 0 1 0 0,1 1-1 0 0,-1-1 0 0 0,0 1 1 0 0,1-1-1 0 0,-1 1 0 0 0,0-1 1 0 0,0 0-1 0 0,0 1 0 0 0,1-2 1 0 0,-1 1 633 0 0,0 2 148 0 0,0-2-548 0 0,-5 1 41 0 0,-38 0-92 0 0,0 3 0 0 0,0 1 0 0 0,0 2 1 0 0,0 1-1 0 0,-48 17 0 0 0,-46 17-282 0 0,102-23 34 0 0,12-4 79 0 0,1-4-5 0 0,16-8-23 0 0,0 1 1 0 0,0 0-1 0 0,0 0 1 0 0,1 0 0 0 0,-1 1-1 0 0,-8 7 1 0 0,-3 1-20 0 0,16-11 12 0 0,0-1 0 0 0,0 0 0 0 0,1 1 0 0 0,-1-1 0 0 0,0 1 0 0 0,0-1 1 0 0,1 1-1 0 0,-1 0 0 0 0,0-1 0 0 0,0 1 0 0 0,1 0 0 0 0,-1-1 0 0 0,1 1 0 0 0,-1 0 0 0 0,1 0 1 0 0,-1 0-1 0 0,1-1 0 0 0,-1 1 0 0 0,1 0 0 0 0,0 0 0 0 0,-1 0 0 0 0,1 0 0 0 0,0 0 1 0 0,0 0-1 0 0,0 0 0 0 0,0 0 0 0 0,0 1 0 0 0,0-1-1 0 0,1 0 0 0 0,0 0 0 0 0,0 0-1 0 0,-1 0 1 0 0,1-1 0 0 0,0 1 0 0 0,0 0 0 0 0,0-1 0 0 0,0 1-1 0 0,0-1 1 0 0,0 1 0 0 0,0-1 0 0 0,0 1 0 0 0,0-1 0 0 0,0 0-1 0 0,0 1 1 0 0,0-1 0 0 0,0 0 0 0 0,0 0 0 0 0,0 0 0 0 0,2 0-1 0 0,1 1-6 0 0,60 10-116 0 0,-17-5 39 0 0,13 0 103 0 0,0-3 1 0 0,-1-2 0 0 0,105-13-1 0 0,-150 11-14 0 0,1-1 0 0 0,-1-1 0 0 0,1 0 0 0 0,-1-1 0 0 0,0 0 0 0 0,23-12 0 0 0,-36 16-1 0 0,-1 0 1 0 0,0-1 0 0 0,1 1-1 0 0,-1 0 1 0 0,0 0 0 0 0,0-1-1 0 0,1 1 1 0 0,-1 0 0 0 0,0-1-1 0 0,0 1 1 0 0,1 0-1 0 0,-1-1 1 0 0,0 1 0 0 0,0 0-1 0 0,0-1 1 0 0,0 1 0 0 0,0-1-1 0 0,1 1 1 0 0,-1 0 0 0 0,0-1-1 0 0,0 1 1 0 0,0-1 0 0 0,0 1-1 0 0,0 0 1 0 0,0-1 0 0 0,4-12 21 0 0,1 9-19 0 0,-4 2 0 0 0,1 1 0 0 0,-1 0 0 0 0,0-1 1 0 0,1 1-1 0 0,-1-1 0 0 0,0 0 1 0 0,0 1-1 0 0,0-1 0 0 0,0 0 0 0 0,0 0 1 0 0,0 1-1 0 0,0-1 0 0 0,-1 0 1 0 0,1 0-1 0 0,-1 0 0 0 0,1 0 1 0 0,-1 0-1 0 0,0 0 0 0 0,0 0 0 0 0,0-3 1 0 0,1 4 0 0 0,-1-1 0 0 0,0 1 1 0 0,0 0-1 0 0,0-1 1 0 0,0 1-1 0 0,0-1 0 0 0,0 1 1 0 0,0 0-1 0 0,-1-1 1 0 0,1 1-1 0 0,0 0 0 0 0,-1-1 1 0 0,1 1-1 0 0,-1 0 1 0 0,1-1-1 0 0,-1 1 0 0 0,0 0 1 0 0,0 0-1 0 0,1 0 0 0 0,-1 0 1 0 0,0 0-1 0 0,0 0 1 0 0,0 0-1 0 0,0 0 0 0 0,0 0 1 0 0,-1 0-1 0 0,1 0 1 0 0,0 1-1 0 0,-1-2 0 0 0,-3-1-6 0 0,5 3 7 0 0,-1 0 0 0 0,1-1 0 0 0,-1 1 1 0 0,1-1-1 0 0,-1 1 0 0 0,1-1 0 0 0,0 1 1 0 0,-1-1-1 0 0,1 1 0 0 0,0-1 0 0 0,-1 0 1 0 0,1 1-1 0 0,0-1 0 0 0,0 1 0 0 0,0-1 0 0 0,-1 0 1 0 0,1 1-1 0 0,0-1 0 0 0,0 0 0 0 0,0 1 1 0 0,0-1-1 0 0,0 0 0 0 0,0 1 0 0 0,0-1 1 0 0,1 0-1 0 0,-1 1 0 0 0,0-1 0 0 0,0 1 1 0 0,1-2-1 0 0,-1 2 6 0 0,0-1 0 0 0,0 1 0 0 0,1-1 0 0 0,-1 0 0 0 0,0 1 0 0 0,0-1 0 0 0,0 0 0 0 0,0 1 0 0 0,0-1 0 0 0,0 0 0 0 0,0 1 0 0 0,0-1 0 0 0,0 0 0 0 0,0 1 0 0 0,0-1 0 0 0,-1 1 0 0 0,1-1 0 0 0,0 0 0 0 0,0 1 0 0 0,-1-1 0 0 0,1 1 0 0 0,0-1 0 0 0,-1 1 0 0 0,1-1 0 0 0,0 1 0 0 0,-1-1 0 0 0,1 1 0 0 0,-1-1 0 0 0,0 0 0 0 0,-10-5 69 0 0,11 6-73 0 0,0 0 0 0 0,-1-1-1 0 0,1 1 1 0 0,0 0 0 0 0,-1 0 0 0 0,1 0 0 0 0,0 0 0 0 0,-1 0-1 0 0,1 0 1 0 0,0 0 0 0 0,0-1 0 0 0,-1 1 0 0 0,1 0 0 0 0,0 0-1 0 0,0 0 1 0 0,-1-1 0 0 0,1 1 0 0 0,0 0 0 0 0,0 0 0 0 0,-1-1-1 0 0,1 1 1 0 0,0 0 0 0 0,0 0 0 0 0,0-1 0 0 0,0 1 0 0 0,0 0-1 0 0,0-1 1 0 0,-1 1 0 0 0,1 0 0 0 0,0-1 0 0 0,0 1 0 0 0,0 0-1 0 0,0-1 1 0 0,0 1 0 0 0,0 0 0 0 0,0-1 0 0 0,0 1 0 0 0,0-1 0 0 0,6 0 60 0 0,-5 1-56 0 0,-1 0 0 0 0,1 0 0 0 0,0 0 1 0 0,-1 0-1 0 0,1 0 0 0 0,0 0 0 0 0,-1-1 0 0 0,1 1 0 0 0,0 0 0 0 0,-1 0 1 0 0,1-1-1 0 0,0 1 0 0 0,-1 0 0 0 0,1-1 0 0 0,-1 1 0 0 0,1 0 0 0 0,-1-1 1 0 0,1 1-1 0 0,-1-1 0 0 0,1 1 0 0 0,-1-1 0 0 0,1 1 0 0 0,-1-1 0 0 0,0 1 1 0 0,1-1-1 0 0,-1 0 0 0 0,0 1 0 0 0,1-1 0 0 0,-1 0 0 0 0,0 1 0 0 0,0-1 1 0 0,0 0-1 0 0,1 1 0 0 0,-1-2 0 0 0,0 1 388 0 0,0 2-400 0 0,0 0-1 0 0,0-1 0 0 0,0 1 1 0 0,0 0-1 0 0,0-1 0 0 0,0 1 1 0 0,0 0-1 0 0,0-1 0 0 0,-1 1 0 0 0,1 0 1 0 0,0-1-1 0 0,0 1 0 0 0,0-1 1 0 0,-1 1-1 0 0,1 0 0 0 0,0-1 1 0 0,-1 1-1 0 0,1-1 0 0 0,-1 1 1 0 0,1-1-1 0 0,0 1 0 0 0,-1-1 1 0 0,1 1-1 0 0,-1-1 0 0 0,1 0 1 0 0,-1 1-1 0 0,0-1 0 0 0,1 0 1 0 0,-1 1-1 0 0,1-1 0 0 0,-1 0 1 0 0,0 0-1 0 0,1 1 0 0 0,-1-1 1 0 0,1 0-1 0 0,-1 0 0 0 0,0 0 1 0 0,0 0-1 0 0,0 0 0 0 0,1 0 0 0 0,-1 0 0 0 0,1 0 0 0 0,-1 0 0 0 0,1 0 0 0 0,-1 0-1 0 0,1 0 1 0 0,0 1 0 0 0,-1-1 0 0 0,1 0 0 0 0,-1 0 0 0 0,1 0 0 0 0,-1 1 0 0 0,1-1 0 0 0,0 0 0 0 0,-1 0 0 0 0,1 1 0 0 0,-1-1 0 0 0,1 0 0 0 0,0 1 0 0 0,-1-1 0 0 0,1 0-1 0 0,0 1 1 0 0,0-1 0 0 0,-1 1 0 0 0,1-1 0 0 0,0 1 0 0 0,0-1 0 0 0,0 0 0 0 0,-1 1 0 0 0,1-1 0 0 0,0 1 0 0 0,0-1 0 0 0,0 1 0 0 0,0-1 0 0 0,0 1 0 0 0,0 0 0 0 0,0 0 2 0 0,0 0 0 0 0,-1 0 0 0 0,1-1 1 0 0,0 1-1 0 0,0 0 0 0 0,-1 0 0 0 0,1 0 1 0 0,-1 0-1 0 0,1 0 0 0 0,-1-1 0 0 0,1 1 1 0 0,-1 0-1 0 0,1-1 0 0 0,-1 1 0 0 0,0 0 1 0 0,1-1-1 0 0,-1 1 0 0 0,0 0 0 0 0,0-1 1 0 0,1 1-1 0 0,-1-1 0 0 0,0 0 0 0 0,0 1 1 0 0,-1 0-1 0 0,-9 5 21 0 0,2 3 33 0 0,-1 0-1 0 0,1 1 1 0 0,-12 17 0 0 0,17-23-38 0 0,1 1 1 0 0,0-1-1 0 0,1 1 0 0 0,-1 0 1 0 0,1 0-1 0 0,0 0 0 0 0,0 0 1 0 0,1 0-1 0 0,-1 0 0 0 0,1 0 0 0 0,0 7 1 0 0,1 50-152 0 0,0-62 72 0 0,0 1-1 0 0,0 0 0 0 0,0 0 1 0 0,0-1-1 0 0,0 1 0 0 0,0 0 0 0 0,1-1 1 0 0,-1 1-1 0 0,0 0 0 0 0,0-1 1 0 0,1 1-1 0 0,-1 0 0 0 0,1-1 1 0 0,-1 1-1 0 0,0 0 0 0 0,1-1 0 0 0,-1 1 1 0 0,1-1-1 0 0,0 1 0 0 0,-1-1 1 0 0,1 1-1 0 0,-1-1 0 0 0,1 0 0 0 0,0 1 1 0 0,-1-1-1 0 0,1 0 0 0 0,0 1 1 0 0,1-1-1 0 0,27 2-3996 0 0,-20-3 2520 0 0,0 0 1 0 0,0-1-1 0 0,15-5 0 0 0,-24 7 1431 0 0,1 0 0 0 0,-1-1 0 0 0,1 1 0 0 0,-1 0 0 0 0,1 0 0 0 0,-1 0 0 0 0,0-1 0 0 0,1 1 1 0 0,-1 0-1 0 0,0 0 0 0 0,1-1 0 0 0,-1 1 0 0 0,0 0 0 0 0,1-1 0 0 0,-1 1 0 0 0,0-1 0 0 0,1 1 0 0 0,-1 0 0 0 0,0-1 0 0 0,0 1 0 0 0,0-1 0 0 0,1 1 0 0 0,-1-1 0 0 0,0 1 0 0 0,0 0 0 0 0,0-1 0 0 0,0 1 0 0 0,0-1 0 0 0,0 1 0 0 0,0-1 0 0 0,0 0 0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9:08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1 158 1201 0 0,'33'-20'2927'0'0,"-32"19"-2763"0"0,1 0-1 0 0,-1 0 1 0 0,1 0 0 0 0,-1 0 0 0 0,1-1 0 0 0,-1 1 0 0 0,0 0 0 0 0,1-1 0 0 0,-1 1-1 0 0,0-1 1 0 0,0 0 0 0 0,0 1 0 0 0,0-1 0 0 0,-1 0 0 0 0,2-2 0 0 0,-2 3-106 0 0,1-1 1 0 0,-1 1 0 0 0,0 0-1 0 0,1 0 1 0 0,-1 0-1 0 0,1 0 1 0 0,-1 0 0 0 0,1 0-1 0 0,0 0 1 0 0,-1 0-1 0 0,1 0 1 0 0,0 1 0 0 0,0-1-1 0 0,-1 0 1 0 0,1 0 0 0 0,0 1-1 0 0,0-1 1 0 0,0 0-1 0 0,0 1 1 0 0,2-2 0 0 0,24-10 494 0 0,-21 10-443 0 0,-19-9-262 0 0,-27-25-4565 0 0,-9 4 1422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9:09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342 27 320 0 0,'0'0'91'0'0,"0"-1"0"0"0,0 1 0 0 0,0-1 0 0 0,0 1-1 0 0,0-1 1 0 0,0 1 0 0 0,0-1 0 0 0,0 1 0 0 0,-1-1 0 0 0,1 1-1 0 0,0-1 1 0 0,0 1 0 0 0,0-1 0 0 0,-1 1 0 0 0,1-1 0 0 0,0 1-1 0 0,-1-1 1 0 0,1 1 0 0 0,0 0 0 0 0,-1-1 0 0 0,1 1 0 0 0,0-1 0 0 0,-1 1-1 0 0,1 0 1 0 0,-1 0 0 0 0,1-1 0 0 0,-1 1 0 0 0,1 0 0 0 0,-1 0-1 0 0,1-1 1 0 0,-1 1 0 0 0,1 0 0 0 0,-1 0 0 0 0,1 0 0 0 0,-1 0-1 0 0,1 0 1 0 0,-1 0 0 0 0,1 0 0 0 0,-2 0 0 0 0,2 0-35 0 0,-1 0 1 0 0,1 0 0 0 0,-1 0-1 0 0,1 0 1 0 0,-1 0-1 0 0,1 0 1 0 0,-1 0-1 0 0,1-1 1 0 0,-1 1-1 0 0,1 0 1 0 0,-1 0 0 0 0,1 0-1 0 0,0 0 1 0 0,-1-1-1 0 0,1 1 1 0 0,-1 0-1 0 0,1-1 1 0 0,-1 1-1 0 0,1 0 1 0 0,0-1 0 0 0,-1 1-1 0 0,1 0 1 0 0,0-1-1 0 0,-1 1 1 0 0,1-1-1 0 0,0 1 1 0 0,0 0-1 0 0,-1-1 1 0 0,1 1 0 0 0,0-1-1 0 0,0 1 1 0 0,0-1-1 0 0,0 1 1 0 0,-1-1-1 0 0,1 1 1 0 0,0-1 0 0 0,0 1-1 0 0,0-1 1 0 0,0 0-1 0 0,0 0 584 0 0,5 1-146 0 0,17 0 947 0 0,-22 1-1422 0 0,0-1 1 0 0,0 0-1 0 0,1 0 1 0 0,-1 1-1 0 0,0-1 1 0 0,0 0-1 0 0,0 1 1 0 0,0-1-1 0 0,0 0 1 0 0,0 1-1 0 0,0-1 1 0 0,0 0-1 0 0,0 1 1 0 0,0-1 0 0 0,0 0-1 0 0,0 1 1 0 0,0-1-1 0 0,0 0 1 0 0,0 1-1 0 0,0-1 1 0 0,0 0-1 0 0,-1 1 1 0 0,1-1-1 0 0,0 0 1 0 0,0 0-1 0 0,0 1 1 0 0,0-1-1 0 0,-1 0 1 0 0,1 0-1 0 0,0 1 1 0 0,0-1-1 0 0,-1 0 1 0 0,1 0-1 0 0,0 1 1 0 0,0-1-1 0 0,-1 0 1 0 0,1 0-1 0 0,0 0 1 0 0,-1 0 0 0 0,1 1-1 0 0,-18 3 88 0 0,18-4-99 0 0,-1 0 1 0 0,1 0-1 0 0,0 0 1 0 0,0 0-1 0 0,-1 0 1 0 0,1 0-1 0 0,0 0 1 0 0,0 1-1 0 0,0-1 1 0 0,-1 0-1 0 0,1 0 1 0 0,0 0-1 0 0,0 0 0 0 0,0 0 1 0 0,-1 0-1 0 0,1 1 1 0 0,0-1-1 0 0,0 0 1 0 0,0 0-1 0 0,0 0 1 0 0,-1 0-1 0 0,1 1 1 0 0,0-1-1 0 0,0 0 1 0 0,0 0-1 0 0,0 1 1 0 0,0-1-1 0 0,0 0 1 0 0,0 0-1 0 0,0 0 1 0 0,0 1-1 0 0,0-1 1 0 0,0 0-1 0 0,0 0 1 0 0,0 1-1 0 0,0-1 0 0 0,-3 7 79 0 0,1-6-73 0 0,1 0 1 0 0,-1 1-1 0 0,1-1 1 0 0,0 1-1 0 0,-1-1 0 0 0,1 1 1 0 0,0 0-1 0 0,0-1 0 0 0,0 1 1 0 0,0 0-1 0 0,1 0 1 0 0,-1 0-1 0 0,0 0 0 0 0,1 0 1 0 0,-1 0-1 0 0,1 2 1 0 0,1 36 250 0 0,-1-34-253 0 0,1-1-1 0 0,0 1 1 0 0,-1 0 0 0 0,0-1 0 0 0,-1 1 0 0 0,1 0 0 0 0,-1-1 0 0 0,0 1 0 0 0,-1-1-1 0 0,-1 8 1 0 0,-42 50 215 0 0,44-61-220 0 0,0-1 0 0 0,1 1 0 0 0,-1 0 0 0 0,1 0 0 0 0,-1-1 0 0 0,1 1 0 0 0,-1 0 0 0 0,1 0 0 0 0,0 0 0 0 0,0-1 0 0 0,0 1 0 0 0,0 2 0 0 0,-4 18 62 0 0,-1-16-57 0 0,0 0-1 0 0,0-1 1 0 0,-1 1-1 0 0,0-1 1 0 0,-13 9-1 0 0,-10 9 0 0 0,7-1 57 0 0,2 2-1 0 0,-28 39 1 0 0,31-39-31 0 0,2 0 16 0 0,14-21-73 0 0,-1 0 0 0 0,1 0 0 0 0,0-1 0 0 0,-1 1 0 0 0,0-1 0 0 0,1 1 0 0 0,-1-1 0 0 0,0 0 0 0 0,0 1 0 0 0,-1-1 0 0 0,1 0 0 0 0,0-1 0 0 0,-1 1 0 0 0,1 0 0 0 0,-4 1 0 0 0,6-3-17 0 0,0 0 0 0 0,0 0 0 0 0,-1 0 0 0 0,1 0-1 0 0,0 0 1 0 0,0 0 0 0 0,0 0 0 0 0,-1 0 0 0 0,1 0 0 0 0,0 0-1 0 0,0 0 1 0 0,0 0 0 0 0,0 0 0 0 0,-1 0 0 0 0,1 0-1 0 0,0-1 1 0 0,0 1 0 0 0,0 0 0 0 0,0 0 0 0 0,0 0-1 0 0,-1 0 1 0 0,1 0 0 0 0,0 0 0 0 0,0-1 0 0 0,0 1 0 0 0,0 0-1 0 0,0 0 1 0 0,0 0 0 0 0,0 0 0 0 0,0 0 0 0 0,0-1-1 0 0,-1 1 1 0 0,1 0 0 0 0,0 0 0 0 0,0 0 0 0 0,0-1-1 0 0,0 1 1 0 0,0 0 0 0 0,0 0 0 0 0,0 0 0 0 0,0 0-1 0 0,0-1 1 0 0,0 1 0 0 0,0 0 0 0 0,0 0 0 0 0,0 0 0 0 0,1-1-1 0 0,-1 1 1 0 0,0 0 0 0 0,0 0 0 0 0,0 0 0 0 0,0 0-1 0 0,0 0 1 0 0,0-1 0 0 0,4-9-1212 0 0,18-14-2420 0 0,5-7-386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9:10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284 10 2961 0 0,'0'1'195'0'0,"0"-1"1"0"0,0 1-1 0 0,0-1 0 0 0,0 1 0 0 0,0-1 0 0 0,0 1 0 0 0,0-1 0 0 0,0 1 0 0 0,0-1 0 0 0,0 1 1 0 0,0-1-1 0 0,1 1 0 0 0,-1-1 0 0 0,0 1 0 0 0,0-1 0 0 0,1 0 0 0 0,-1 1 0 0 0,0-1 0 0 0,1 0 1 0 0,-1 1-1 0 0,0-1 0 0 0,1 1 0 0 0,-1-1 0 0 0,1 0 0 0 0,12 1 971 0 0,14-11-1936 0 0,-23 9 1179 0 0,0-6-288 0 0,-4 7-115 0 0,0 0 0 0 0,0 0 0 0 0,0 0 0 0 0,0 0 0 0 0,0-1 0 0 0,0 1 0 0 0,0 0 0 0 0,0 0 0 0 0,0 0 0 0 0,0 0 0 0 0,0 0 1 0 0,0-1-1 0 0,0 1 0 0 0,0 0 0 0 0,0 0 0 0 0,0 0 0 0 0,0 0 0 0 0,0 0 0 0 0,0-1 0 0 0,1 1 0 0 0,-1 0 0 0 0,0 0 0 0 0,0 0 0 0 0,0 0 1 0 0,0 0-1 0 0,0 0 0 0 0,0 0 0 0 0,1 0 0 0 0,-1-1 0 0 0,0 1 0 0 0,0 0 0 0 0,0 0 0 0 0,0 0 0 0 0,0 0 0 0 0,1 0 0 0 0,-1 0 0 0 0,0 0 1 0 0,0 0-1 0 0,0 0 0 0 0,0 0 0 0 0,1 0 0 0 0,-1 0 0 0 0,0 0 0 0 0,0 0 0 0 0,0 0 0 0 0,9 0 54 0 0,-4 0 9 0 0,-8 1-2 0 0,-3 0 0 0 0,0 0 1 0 0,0 1-1 0 0,0 0 1 0 0,0 0-1 0 0,-10 5 0 0 0,-2 6 229 0 0,-30 25 0 0 0,12-7 6 0 0,25-23-228 0 0,0 0 10 0 0,1 1 0 0 0,0-1 0 0 0,0 2 0 0 0,-14 17 0 0 0,20-22-70 0 0,-1 0 0 0 0,0 0-1 0 0,0-1 1 0 0,-1 1 0 0 0,1-1 0 0 0,-1 0 0 0 0,-9 4 0 0 0,10-6-9 0 0,1 1 0 0 0,0-1 0 0 0,-1 1 1 0 0,1 0-1 0 0,1 0 0 0 0,-1 0 0 0 0,0 0 0 0 0,1 1 1 0 0,-1 0-1 0 0,1-1 0 0 0,-4 8 0 0 0,6-9-5 0 0,-1 2-25 0 0,1-1-1 0 0,-1 1 1 0 0,0-1 0 0 0,0 1-1 0 0,-1-1 1 0 0,1 0 0 0 0,-1 0-1 0 0,0 0 1 0 0,-3 3 0 0 0,6-5-63 0 0,0 0 1 0 0,1 0-1 0 0,-1-1 1 0 0,0 1-1 0 0,1 0 1 0 0,-1-1-1 0 0,0 1 1 0 0,1 0-1 0 0,-1-1 1 0 0,1 1-1 0 0,-1 0 1 0 0,1-1-1 0 0,-1 1 1 0 0,1-1-1 0 0,-1 1 1 0 0,1-1-1 0 0,-1 1 1 0 0,1-1 0 0 0,0 1-1 0 0,-1-1 1 0 0,1 0-1 0 0,0 1 1 0 0,0-1-1 0 0,-1 0 1 0 0,1 0-1 0 0,0 0 1 0 0,0 1-1 0 0,-1-1 1 0 0,1 0-1 0 0,0 0 1 0 0,0 0-1 0 0,-1 0 1 0 0,1 0-1 0 0,0 0 1 0 0,0 0-1 0 0,-1-1 1 0 0,1 1-1 0 0,0 0 1 0 0,0 0-1 0 0,-1-1 1 0 0,1 1-1 0 0,1-1 1 0 0,16-9-2207 0 0,-14-2-361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9:10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51 240 0 0,'5'-1'759'0'0,"66"-30"4978"0"0,-62 19-3389 0 0,-8 11-2198 0 0,1 0-38 0 0,-1 1-1 0 0,1-1 0 0 0,0 0 0 0 0,-1 1 1 0 0,1-1-1 0 0,-1 1 0 0 0,1-1 0 0 0,0 1 0 0 0,-1 0 1 0 0,1 0-1 0 0,0-1 0 0 0,0 1 0 0 0,1 1 1 0 0,13 3-60 0 0,-14-4-50 0 0,-1 0-1 0 0,0-1 0 0 0,1 2 0 0 0,-1-1 1 0 0,0 0-1 0 0,0 0 0 0 0,1 0 0 0 0,-1 1 0 0 0,0-1 1 0 0,0 0-1 0 0,1 1 0 0 0,-1-1 0 0 0,0 1 1 0 0,0 0-1 0 0,0-1 0 0 0,0 1 0 0 0,0 0 1 0 0,0 0-1 0 0,0 0 0 0 0,0 0 0 0 0,0-1 0 0 0,0 1 1 0 0,0 0-1 0 0,0 1 0 0 0,-1-1 0 0 0,1 0 1 0 0,0 0-1 0 0,-1 0 0 0 0,1 0 0 0 0,-1 1 1 0 0,0-1-1 0 0,1 2 0 0 0,-1-1-1 0 0,0-1 0 0 0,1 0 0 0 0,-1 1 0 0 0,0-1 0 0 0,0 0 0 0 0,1 1 0 0 0,-1-1 0 0 0,1 0 0 0 0,-1 1-1 0 0,1-1 1 0 0,0 0 0 0 0,-1 0 0 0 0,1 0 0 0 0,0 0 0 0 0,0 1 0 0 0,0-1 0 0 0,0 0 0 0 0,0 0 0 0 0,0-1 0 0 0,2 3 0 0 0,5 4 14 0 0,-8-6-10 0 0,0 0 0 0 0,1-1 0 0 0,-1 1 0 0 0,0 0-1 0 0,1-1 1 0 0,-1 1 0 0 0,0 0 0 0 0,0-1 0 0 0,0 1 0 0 0,0 0-1 0 0,0 0 1 0 0,0-1 0 0 0,0 1 0 0 0,0 0 0 0 0,0 0-1 0 0,0-1 1 0 0,0 1 0 0 0,0 0 0 0 0,0-1 0 0 0,0 1 0 0 0,-1 0-1 0 0,1 0 1 0 0,0-1 0 0 0,-1 1 0 0 0,1 0 0 0 0,0-1-1 0 0,-1 1 1 0 0,1-1 0 0 0,-1 1 0 0 0,1-1 0 0 0,-1 1 0 0 0,1 0-1 0 0,-1-1 1 0 0,1 0 0 0 0,-1 1 0 0 0,0-1 0 0 0,1 1-1 0 0,-1-1 1 0 0,0 0 0 0 0,0 1 0 0 0,-34 15 198 0 0,30-13-134 0 0,-9 2 118 0 0,0 0 1 0 0,-25 5-1 0 0,35-9-192 0 0,0 0 1 0 0,0 0-1 0 0,0-1 1 0 0,0 0-1 0 0,0 1 0 0 0,0-2 1 0 0,-1 1-1 0 0,1 0 0 0 0,0-1 1 0 0,0 0-1 0 0,0 0 1 0 0,0 0-1 0 0,-5-2 0 0 0,8 2-51 0 0,0 0 0 0 0,1 0-1 0 0,-1 0 1 0 0,0 0-1 0 0,1 0 1 0 0,-1-1 0 0 0,1 1-1 0 0,0 0 1 0 0,-1 0-1 0 0,1 0 1 0 0,0 0 0 0 0,-1 0-1 0 0,1-1 1 0 0,0 1-1 0 0,0 0 1 0 0,0 0 0 0 0,0 0-1 0 0,0-1 1 0 0,1-1-1 0 0,5-23-1755 0 0,16-1-1108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9:11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12 960 0 0,'0'-5'2962'0'0,"0"-2"4001"0"0,26 7-6643 0 0,1 0-160 0 0,0 7-160 0 0,-1-2-80 0 0,28 7-240 0 0,-1-7-240 0 0,-26 0-481 0 0,-1 1-479 0 0,1 0-641 0 0,-27-12-2642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9:11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16 4962 0 0,'-19'5'1818'0'0,"27"-5"-410"0"0,26-5-525 0 0,-22 1-668 0 0,1 1 0 0 0,1 0 1 0 0,-1 1-1 0 0,0 0 0 0 0,14 1 0 0 0,-17 0-106 0 0,256 1 972 0 0,-222 4-2612 0 0,62 12-1 0 0,-101-15 1313 0 0,2 2-1306 0 0,-14 1-351 0 0,-37 11-2753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9:12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449 31 3682 0 0,'7'-4'1078'0'0,"-6"4"-890"0"0,0 0-1 0 0,0-1 0 0 0,1 1 1 0 0,-1-1-1 0 0,0 1 0 0 0,0-1 1 0 0,-1 1-1 0 0,1-1 0 0 0,0 0 1 0 0,0 0-1 0 0,0 1 0 0 0,0-1 1 0 0,0 0-1 0 0,-1 0 0 0 0,1 0 1 0 0,0 0-1 0 0,-1 0 0 0 0,1 0 1 0 0,-1 0-1 0 0,1 0 0 0 0,-1 0 1 0 0,0 0-1 0 0,1 0 0 0 0,-1 0 1 0 0,1-2-1 0 0,3 1 547 0 0,3 1-637 0 0,0 0-1 0 0,1 1 1 0 0,-1-1 0 0 0,0 1 0 0 0,1 1-1 0 0,-1 0 1 0 0,0 0 0 0 0,12 3 0 0 0,59 21-301 0 0,-63-19 155 0 0,-1 0 0 0 0,0 0 0 0 0,0 1 0 0 0,0 1 0 0 0,18 14 0 0 0,-31-20 43 0 0,1-1 0 0 0,0 0 0 0 0,-1 1 1 0 0,1 0-1 0 0,-1-1 0 0 0,1 1 0 0 0,-1 0 0 0 0,0-1 0 0 0,0 1 0 0 0,0 0 0 0 0,0 0 0 0 0,0 0 0 0 0,0 0 0 0 0,1 4 0 0 0,-2-5 2 0 0,0 0-1 0 0,0 0 1 0 0,0 1-1 0 0,0-1 0 0 0,0 0 1 0 0,-1 0-1 0 0,1 0 1 0 0,0 0-1 0 0,-1 0 1 0 0,1 0-1 0 0,-1 0 0 0 0,1 0 1 0 0,-1 0-1 0 0,1 0 1 0 0,-1 0-1 0 0,0 0 1 0 0,1 0-1 0 0,-1 0 0 0 0,0 0 1 0 0,-1 0-1 0 0,-4 3-5 0 0,1 0 1 0 0,-2 0-1 0 0,1-1 0 0 0,0 0 0 0 0,-1 0 1 0 0,-11 3-1 0 0,-5 1 34 0 0,-1-1 0 0 0,-1 0-1 0 0,1-2 1 0 0,-1-1 0 0 0,-40-1 0 0 0,-118-16 491 0 0,127 7-253 0 0,27 5-70 0 0,17 1 42 0 0,0 0 0 0 0,0-1-1 0 0,0 0 1 0 0,-18-7 0 0 0,19 5 134 0 0,14 3 154 0 0,21 3 290 0 0,-9 0-967 0 0,4-2 169 0 0,51 7-14 0 0,-31-1-43 0 0,-1 2 0 0 0,0 1 0 0 0,0 2 0 0 0,-1 2 0 0 0,0 1 0 0 0,-1 2 0 0 0,-1 1 0 0 0,44 29 0 0 0,-74-42 23 0 0,-1 0 0 0 0,1 1 0 0 0,-1-1 0 0 0,0 1 0 0 0,0 0 0 0 0,0 0 0 0 0,-1 1 0 0 0,4 6 0 0 0,6 9-107 0 0,-13-21 126 0 0,1 0 1 0 0,-1 1-1 0 0,0-1 0 0 0,0 0 1 0 0,1 1-1 0 0,-1-1 0 0 0,0 0 0 0 0,0 1 1 0 0,0-1-1 0 0,1 0 0 0 0,-1 1 1 0 0,0-1-1 0 0,0 1 0 0 0,0-1 1 0 0,0 0-1 0 0,0 1 0 0 0,0-1 1 0 0,0 1-1 0 0,0-1 0 0 0,0 0 1 0 0,0 1-1 0 0,0-1 0 0 0,0 1 1 0 0,0-1-1 0 0,0 0 0 0 0,0 1 1 0 0,0-1-1 0 0,-1 1 0 0 0,1-1 1 0 0,0 0-1 0 0,0 1 0 0 0,0-1 1 0 0,-1 0-1 0 0,1 1 0 0 0,0-1 1 0 0,0 0-1 0 0,-1 1 0 0 0,1-1 0 0 0,0 0 1 0 0,-1 0-1 0 0,1 1 0 0 0,-1-1 1 0 0,-16 7 21 0 0,14-6-13 0 0,-13 3 62 0 0,0-1 1 0 0,-1 0-1 0 0,1-2 0 0 0,-1 1 1 0 0,-20-3-1 0 0,22 1-52 0 0,-36-1 96 0 0,0-3-1 0 0,-73-14 1 0 0,-97-37-1202 0 0,149 34-819 0 0,41 9-855 0 0,27 4-1013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9:13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447 105 80 0 0,'-16'-2'886'0'0,"0"0"0"0"0,0 1 0 0 0,-1 1 1 0 0,1 1-1 0 0,0 0 0 0 0,-19 4 0 0 0,-14 5 755 0 0,20-9-1208 0 0,0 2 1 0 0,0 1-1 0 0,1 0 1 0 0,-1 3-1 0 0,-40 13 1 0 0,60-17-360 0 0,-24 11 154 0 0,32-14-222 0 0,1 1 0 0 0,-1-1 0 0 0,0 1 1 0 0,0 0-1 0 0,1-1 0 0 0,-1 1 0 0 0,0 0 0 0 0,1 0 1 0 0,-1 0-1 0 0,1 0 0 0 0,-1-1 0 0 0,1 1 0 0 0,-1 0 1 0 0,1 0-1 0 0,0 0 0 0 0,0 0 0 0 0,-1 0 1 0 0,1 0-1 0 0,0 0 0 0 0,0 0 0 0 0,0 0 0 0 0,0 0 1 0 0,0 0-1 0 0,0 0 0 0 0,0 0 0 0 0,0 0 0 0 0,1 0 1 0 0,-1 0-1 0 0,0 0 0 0 0,0 0 0 0 0,1 0 1 0 0,0 1-1 0 0,1 3 6 0 0,1-1 0 0 0,0 0 0 0 0,0 0 0 0 0,0 0 0 0 0,0 0 0 0 0,1 0 0 0 0,-1-1 0 0 0,1 0 0 0 0,0 1 0 0 0,8 4 0 0 0,51 26 68 0 0,-41-23-52 0 0,-3-2-37 0 0,1 0 1 0 0,1-2-1 0 0,-1-1 0 0 0,1 0 1 0 0,0-2-1 0 0,0 0 0 0 0,1-1 1 0 0,-1-1-1 0 0,1-2 1 0 0,-1 0-1 0 0,1-1 0 0 0,-1-1 1 0 0,1-1-1 0 0,-1 0 0 0 0,0-2 1 0 0,37-14-1 0 0,-47 15-5 0 0,0-1 0 0 0,0 0 0 0 0,-1-1 0 0 0,0 0-1 0 0,-1-1 1 0 0,1 0 0 0 0,-1 0 0 0 0,0-1 0 0 0,-1 0 0 0 0,0-1 0 0 0,0 0 0 0 0,-1 0-1 0 0,0 0 1 0 0,-1-1 0 0 0,0 0 0 0 0,6-13 0 0 0,-11 19 10 0 0,0-1 1 0 0,0 0-1 0 0,0 1 0 0 0,0-1 1 0 0,0 0-1 0 0,-1 0 1 0 0,0 0-1 0 0,0 0 0 0 0,-1 1 1 0 0,1-1-1 0 0,-1 0 0 0 0,0 0 1 0 0,0 1-1 0 0,-1-1 0 0 0,1 0 1 0 0,-1 1-1 0 0,0-1 0 0 0,0 1 1 0 0,-1 0-1 0 0,1 0 1 0 0,-4-5-1 0 0,3 5 4 0 0,-1-1 0 0 0,0 1 0 0 0,1 0 0 0 0,-1 0 0 0 0,-1 0 0 0 0,1 1 0 0 0,0 0 0 0 0,-1 0 0 0 0,0 0 0 0 0,0 0 0 0 0,0 0 0 0 0,0 1 0 0 0,0 0 0 0 0,0 0 0 0 0,-1 1 0 0 0,1-1 0 0 0,0 1 0 0 0,-9-1 0 0 0,8 1 0 0 0,-9-2-322 0 0,-1 1 0 0 0,1 1 0 0 0,0 0-1 0 0,-25 2 1 0 0,33-1 93 0 0,0 1 0 0 0,1 0-1 0 0,-1 0 1 0 0,0 1 0 0 0,1 0 0 0 0,-1 0-1 0 0,1 1 1 0 0,0 0 0 0 0,-1 0-1 0 0,1 0 1 0 0,-8 7 0 0 0,14-10 174 0 0,-1 0 0 0 0,1 0 0 0 0,0 0 0 0 0,0 1-1 0 0,0-1 1 0 0,-1 0 0 0 0,1 0 0 0 0,0 0 0 0 0,0 1 0 0 0,0-1 0 0 0,-1 0 0 0 0,1 0 0 0 0,0 1 0 0 0,0-1-1 0 0,0 0 1 0 0,0 1 0 0 0,0-1 0 0 0,0 0 0 0 0,0 0 0 0 0,0 1 0 0 0,0-1 0 0 0,0 0 0 0 0,0 1 0 0 0,0-1 0 0 0,0 0-1 0 0,0 0 1 0 0,0 1 0 0 0,0-1 0 0 0,0 0 0 0 0,0 1 0 0 0,0-1 0 0 0,0 0 0 0 0,0 0 0 0 0,0 1 0 0 0,0-1-1 0 0,1 0 1 0 0,-1 0 0 0 0,0 1 0 0 0,0-1 0 0 0,0 0 0 0 0,1 0 0 0 0,-1 1 0 0 0,0-1 0 0 0,0 0 0 0 0,1 0-1 0 0,21 12-2651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9:13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633 106 1761 0 0,'0'-1'189'0'0,"0"-1"1"0"0,-1 1 0 0 0,1-1-1 0 0,-1 1 1 0 0,1-1 0 0 0,-1 1-1 0 0,0 0 1 0 0,1-1 0 0 0,-1 1-1 0 0,0 0 1 0 0,0 0-1 0 0,0-1 1 0 0,0 1 0 0 0,0 0-1 0 0,0 0 1 0 0,-1 0 0 0 0,1 0-1 0 0,0 0 1 0 0,-1 0 0 0 0,-1 0-1 0 0,-34-15 1778 0 0,15 11-1439 0 0,0 1 0 0 0,1 1 0 0 0,-1 1 0 0 0,-1 1 0 0 0,-36 3 0 0 0,6 4-64 0 0,-59 14-1 0 0,90-16-382 0 0,1 2-1 0 0,-1 1 0 0 0,1 1 0 0 0,-34 17 0 0 0,47-21-44 0 0,0 1-1 0 0,0 0 0 0 0,1 0 0 0 0,0 0 0 0 0,0 1 1 0 0,0 1-1 0 0,1-1 0 0 0,0 1 0 0 0,0 0 0 0 0,0 0 1 0 0,1 1-1 0 0,0 0 0 0 0,-7 15 0 0 0,12-22-34 0 0,-1 1 0 0 0,1-1 1 0 0,-1 0-1 0 0,1 0 0 0 0,0 0 0 0 0,0 1 0 0 0,-1-1 0 0 0,1 0 0 0 0,0 0 1 0 0,0 1-1 0 0,0-1 0 0 0,0 0 0 0 0,0 0 0 0 0,1 1 0 0 0,-1-1 0 0 0,0 0 1 0 0,1 0-1 0 0,-1 0 0 0 0,0 0 0 0 0,1 1 0 0 0,0-1 0 0 0,-1 0 0 0 0,1 0 1 0 0,0 0-1 0 0,-1 0 0 0 0,1 0 0 0 0,0 0 0 0 0,1 1 0 0 0,3 1-2 0 0,-1 0 0 0 0,0 0 0 0 0,1-1 0 0 0,-1 0 0 0 0,9 3 0 0 0,-6-2 1 0 0,13 4 1 0 0,1-1 0 0 0,-1 0 1 0 0,1-2-1 0 0,0-1 0 0 0,1 0 1 0 0,-1-2-1 0 0,0 0 0 0 0,0-2 1 0 0,26-3-1 0 0,-15 0 51 0 0,1-2-1 0 0,-1-1 0 0 0,34-13 1 0 0,-47 14-44 0 0,-8 3 25 0 0,-1-1 0 0 0,1 0-1 0 0,-1 0 1 0 0,0-1 0 0 0,-1-1 0 0 0,1 0 0 0 0,-1 0 0 0 0,0-1 0 0 0,0 0 0 0 0,-1 0 0 0 0,0-1 0 0 0,0 0 0 0 0,-1-1 0 0 0,0 1 0 0 0,-1-1 0 0 0,8-13 0 0 0,-13 20 14 0 0,0-1 1 0 0,0 0-1 0 0,0 0 0 0 0,0 0 1 0 0,0 1-1 0 0,-1-1 0 0 0,1 0 1 0 0,-1 0-1 0 0,0 0 0 0 0,0 0 1 0 0,0 0-1 0 0,0 0 0 0 0,0 0 1 0 0,-1 0-1 0 0,1 0 0 0 0,-1 0 1 0 0,0 0-1 0 0,0 1 0 0 0,0-1 1 0 0,0 0-1 0 0,0 0 1 0 0,-1 1-1 0 0,1-1 0 0 0,-1 1 1 0 0,-2-3-1 0 0,0 0 0 0 0,0 1 0 0 0,0 0 0 0 0,-1 0 0 0 0,1 0-1 0 0,-1 0 1 0 0,0 1 0 0 0,0 0 0 0 0,-1 0 0 0 0,1 0 0 0 0,-1 1 0 0 0,1 0 0 0 0,-8-3 0 0 0,-38-4-952 0 0,-96-6 1 0 0,145 15 872 0 0,-20-1-1522 0 0,-41 3 0 0 0,-38 12-3088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9:14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294 34 2401 0 0,'53'-17'2401'0'0,"0"5"-560"0"0,-53 7-480 0 0,27 5-481 0 0,-54 5-320 0 0,27 12-400 0 0,-53 17-160 0 0,0 27 0 0 0,-1-3 80 0 0,28-19 81 0 0,-28 5 239 0 0,1 7-160 0 0,26 17-240 0 0,1-2-80 0 0,-1-15-80 0 0,27-12-721 0 0,0-10-960 0 0,-27-29-2080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9:15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42 3041 0 0,'2'-15'5398'0'0,"9"6"-4045"0"0,-2 5-1194 0 0,-1-4-118 0 0,0 3-64 0 0,34 4-88 0 0,-36 1 115 0 0,1 1 0 0 0,0-1 0 0 0,-1 1 0 0 0,1 0 0 0 0,0 1 0 0 0,-1 0-1 0 0,1 0 1 0 0,-1 0 0 0 0,0 1 0 0 0,0 0 0 0 0,0 0 0 0 0,8 7 0 0 0,-10-8-7 0 0,-1 1 0 0 0,0 0-1 0 0,0 0 1 0 0,0 0 0 0 0,0 0 0 0 0,0 0 0 0 0,-1 1-1 0 0,1-1 1 0 0,-1 1 0 0 0,0 0 0 0 0,0-1-1 0 0,0 1 1 0 0,-1 0 0 0 0,1 0 0 0 0,-1 1-1 0 0,0-1 1 0 0,0 0 0 0 0,-1 0 0 0 0,1 7 0 0 0,-1-10-10 0 0,0 0 1 0 0,0 0-1 0 0,0 0 1 0 0,-1 0 0 0 0,1 0-1 0 0,0 0 1 0 0,0 0-1 0 0,-1 0 1 0 0,1 0-1 0 0,0-1 1 0 0,-1 1 0 0 0,1 0-1 0 0,-1 0 1 0 0,0 0-1 0 0,1-1 1 0 0,-1 1 0 0 0,1 0-1 0 0,-1-1 1 0 0,0 1-1 0 0,0 0 1 0 0,1-1 0 0 0,-1 1-1 0 0,0-1 1 0 0,0 1-1 0 0,0-1 1 0 0,0 1 0 0 0,-3 0-45 0 0,0 0 1 0 0,0 0 0 0 0,0 0 0 0 0,0 0 0 0 0,0-1-1 0 0,-7 1 1 0 0,-9-2-469 0 0,-38-6 0 0 0,52 6 383 0 0,-92-15-3353 0 0,97 16 3427 0 0,1 0 0 0 0,0-1 0 0 0,-1 1 1 0 0,1 0-1 0 0,0 0 0 0 0,-1 0 0 0 0,1 0 0 0 0,0 0 1 0 0,-1 0-1 0 0,1 0 0 0 0,0 0 0 0 0,-1-1 1 0 0,1 1-1 0 0,0 0 0 0 0,-1 0 0 0 0,1-1 0 0 0,0 1 1 0 0,-1 0-1 0 0,1 0 0 0 0,0-1 0 0 0,0 1 1 0 0,-1 0-1 0 0,1-1 0 0 0,0 1 0 0 0,0 0 0 0 0,0-1 1 0 0,0 1-1 0 0,-1 0 0 0 0,1-1 0 0 0,0 1 1 0 0,0 0-1 0 0,0-1 0 0 0,0 1 0 0 0,0 0 0 0 0,0-1 1 0 0,0 0-1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9:15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0 1281 0 0,'-53'12'960'0'0,"26"-12"-2721"0"0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9:16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58 2561 0 0,'0'0'3989'0'0,"5"2"-3482"0"0,14 3 246 0 0,-4-1-205 0 0,0 0 1 0 0,0-2-1 0 0,0 1 0 0 0,29-1 1 0 0,-23-3-303 0 0,0 0 1 0 0,-1-2-1 0 0,31-8 1 0 0,-4 0-100 0 0,-46 11-145 0 0,0 1 0 0 0,0-1 0 0 0,0 0 0 0 0,0 0 0 0 0,0 0 0 0 0,0-1-1 0 0,0 1 1 0 0,0 0 0 0 0,0 0 0 0 0,0-1 0 0 0,0 1 0 0 0,0 0 0 0 0,0-1-1 0 0,0 1 1 0 0,0-1 0 0 0,0 1 0 0 0,0-1 0 0 0,0 1 0 0 0,-1-1 0 0 0,1 0-1 0 0,0 1 1 0 0,-1-1 0 0 0,1 0 0 0 0,0 0 0 0 0,-1 0 0 0 0,1 1 0 0 0,-1-1-1 0 0,1 0 1 0 0,-1 0 0 0 0,1 0 0 0 0,-1 0 0 0 0,0 0 0 0 0,1 0 0 0 0,-1 0-1 0 0,0 0 1 0 0,0 0 0 0 0,0 0 0 0 0,0 0 0 0 0,0 0 0 0 0,0 0 0 0 0,0 0 0 0 0,0-1-1 0 0,-1 1-1 0 0,1 0 0 0 0,-1 0 0 0 0,1 0 0 0 0,-1 1 0 0 0,1-1 0 0 0,-1 0 0 0 0,0 1 0 0 0,1-1 0 0 0,-1 1 0 0 0,0-1 0 0 0,0 1 0 0 0,1-1 0 0 0,-1 1 0 0 0,0-1 0 0 0,0 1 0 0 0,0 0 0 0 0,0-1 0 0 0,0 1 0 0 0,1 0 0 0 0,-1 0 0 0 0,0-1 0 0 0,0 1 0 0 0,0 0 0 0 0,-2 0 0 0 0,-3-1 0 0 0,-10-3 17 0 0,-1 1-1 0 0,1 0 1 0 0,-1 2-1 0 0,0 0 1 0 0,0 0-1 0 0,1 2 1 0 0,-20 2-1 0 0,-114 23 236 0 0,141-24-235 0 0,-11 2 40 0 0,11-2-18 0 0,0 0-1 0 0,-1 0 0 0 0,1 1 0 0 0,0 0 0 0 0,0 0 0 0 0,0 1 0 0 0,1 1 0 0 0,-10 5 0 0 0,17-9-30 0 0,-1 0 0 0 0,1-1 1 0 0,-1 1-1 0 0,1 0 1 0 0,0 0-1 0 0,0 0 0 0 0,-1 0 1 0 0,1 0-1 0 0,0 0 0 0 0,0 0 1 0 0,0 0-1 0 0,0 1 0 0 0,0-1 1 0 0,0 0-1 0 0,1 1 1 0 0,-1-1-1 0 0,0 0 0 0 0,1 1 1 0 0,-1-1-1 0 0,1 1 0 0 0,-1-1 1 0 0,1 1-1 0 0,0-1 0 0 0,-1 3 1 0 0,2-1-1 0 0,0 0 0 0 0,0 0 0 0 0,1 0 0 0 0,-1 0 1 0 0,0-1-1 0 0,1 1 0 0 0,0 0 0 0 0,0-1 0 0 0,0 0 0 0 0,0 1 0 0 0,4 3 1 0 0,-1-1-9 0 0,0-1 0 0 0,1 1 0 0 0,-1-1 0 0 0,1 0 0 0 0,0-1 0 0 0,0 0 0 0 0,0 0 0 0 0,0 0 0 0 0,1 0 0 0 0,-1-1 0 0 0,1 0 0 0 0,7 1 0 0 0,3 2-14 0 0,17 3-586 0 0,0 0 0 0 0,0-3-1 0 0,1 0 1 0 0,0-3 0 0 0,54-2 0 0 0,23-4-2895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9:17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471 7 640 0 0,'18'-5'2333'0'0,"-24"4"1070"0"0,-32 7-1789 0 0,-45 10-921 0 0,0-3-1 0 0,-88 1 0 0 0,148-13-488 0 0,5 0-36 0 0,10-1-36 0 0,-1 1 0 0 0,1 0 1 0 0,0 0-1 0 0,-1 0 0 0 0,-15 6 0 0 0,24-5-74 0 0,7 0-54 0 0,8 0-26 0 0,318 31-1472 0 0,-315-31 1297 0 0,0 2 0 0 0,0 0 1 0 0,34 12-1 0 0,-51-16 195 0 0,0 1 1 0 0,0-1-1 0 0,-1 1 0 0 0,1-1 1 0 0,0 1-1 0 0,-1 0 0 0 0,1-1 1 0 0,0 1-1 0 0,-1 0 1 0 0,1 0-1 0 0,-1 0 0 0 0,1-1 1 0 0,-1 1-1 0 0,0 0 0 0 0,1 0 1 0 0,-1 0-1 0 0,0 0 0 0 0,0 0 1 0 0,1-1-1 0 0,-1 1 1 0 0,0 0-1 0 0,0 0 0 0 0,0 0 1 0 0,0 0-1 0 0,0 0 0 0 0,0 0 1 0 0,0 0-1 0 0,0 0 1 0 0,-1 0-1 0 0,1-1 0 0 0,0 1 1 0 0,-1 0-1 0 0,1 0 0 0 0,0 0 1 0 0,-1 0-1 0 0,1 0 1 0 0,-1-1-1 0 0,1 1 0 0 0,-1 0 1 0 0,0 0-1 0 0,-3 3 41 0 0,1 1-1 0 0,-1-1 1 0 0,0-1-1 0 0,0 1 1 0 0,0-1 0 0 0,-1 1-1 0 0,1-1 1 0 0,-1-1-1 0 0,0 1 1 0 0,0 0-1 0 0,-9 2 1 0 0,-64 18 555 0 0,61-20-437 0 0,-8 4 40 0 0,-8 2-36 0 0,1-2-1 0 0,-1 0 1 0 0,0-3 0 0 0,-41 2-1 0 0,73-6-193 0 0,-1 0-1 0 0,1 0 0 0 0,-1 0 0 0 0,1-1 0 0 0,-1 1 1 0 0,1 0-1 0 0,-1 0 0 0 0,1-1 0 0 0,-1 1 0 0 0,1-1 1 0 0,0 1-1 0 0,-1-1 0 0 0,1 0 0 0 0,0 1 0 0 0,-1-1 0 0 0,1 0 1 0 0,0 0-1 0 0,-2-1 0 0 0,2 0-124 0 0,1 0-1 0 0,-1 1 1 0 0,1-1 0 0 0,-1 0-1 0 0,1 0 1 0 0,0 1 0 0 0,-1-1-1 0 0,1 0 1 0 0,0 0 0 0 0,0 1 0 0 0,1-4-1 0 0,-1-4-367 0 0,0 8 382 0 0,0 0 0 0 0,0-1 0 0 0,1 1 0 0 0,-1 0 0 0 0,0 0 0 0 0,1 0 0 0 0,-1-1-1 0 0,1 1 1 0 0,-1 0 0 0 0,1 0 0 0 0,-1 0 0 0 0,1 0 0 0 0,0 0 0 0 0,0 0 0 0 0,0 0-1 0 0,-1 0 1 0 0,1 0 0 0 0,0 0 0 0 0,0 1 0 0 0,0-1 0 0 0,0 0 0 0 0,0 1 0 0 0,1-1-1 0 0,-1 0 1 0 0,2 0 0 0 0,4-3-604 0 0,19-13-1787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9:17.5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505 26 720 0 0,'-47'-9'3559'0'0,"-90"-6"0"0"0,84 14-1889 0 0,-69 6 0 0 0,80 5-1264 0 0,41-10-411 0 0,-1 0 1 0 0,1 1-1 0 0,0-1 0 0 0,0 1 1 0 0,0-1-1 0 0,0 1 0 0 0,0-1 1 0 0,0 1-1 0 0,0 0 0 0 0,0-1 1 0 0,0 1-1 0 0,1 0 0 0 0,-1 0 1 0 0,0 0-1 0 0,0 0 0 0 0,1 0 1 0 0,-1 0-1 0 0,0 0 0 0 0,1 0 1 0 0,-1 0-1 0 0,1 0 0 0 0,-1 0 1 0 0,1 2-1 0 0,0-2 2 0 0,0 0 0 0 0,1 0-1 0 0,-1-1 1 0 0,0 1 0 0 0,1 0 0 0 0,-1 0 0 0 0,1 0 0 0 0,0 0-1 0 0,-1-1 1 0 0,1 1 0 0 0,-1 0 0 0 0,1-1 0 0 0,0 1 0 0 0,0 0-1 0 0,-1-1 1 0 0,1 1 0 0 0,0-1 0 0 0,0 1 0 0 0,0-1 0 0 0,0 0-1 0 0,0 1 1 0 0,0-1 0 0 0,1 1 0 0 0,3 1-14 0 0,0 1-31 0 0,0 0 0 0 0,0 0 1 0 0,1 0-1 0 0,-1 0 1 0 0,1-1-1 0 0,0 0 1 0 0,0-1-1 0 0,0 1 0 0 0,10 1 1 0 0,66 3-747 0 0,-39-4 356 0 0,-23 2 162 0 0,0 0 1 0 0,0 1-1 0 0,0 1 0 0 0,-1 1 1 0 0,32 15-1 0 0,-49-21 276 0 0,0 0-1 0 0,0 0 1 0 0,0 1-1 0 0,0-1 1 0 0,0 0-1 0 0,0 1 1 0 0,-1 0-1 0 0,1-1 1 0 0,0 1-1 0 0,-1 0 1 0 0,0 0-1 0 0,1 0 1 0 0,-1 0-1 0 0,0 0 1 0 0,0 0-1 0 0,0 0 1 0 0,0 0-1 0 0,0 0 1 0 0,-1 1-1 0 0,1-1 1 0 0,0 0-1 0 0,-1 0 1 0 0,0 1-1 0 0,0-1 1 0 0,0 0-1 0 0,0 3 1 0 0,0-3 34 0 0,0-1 1 0 0,0 0 0 0 0,0 1 0 0 0,0-1-1 0 0,0 1 1 0 0,-1-1 0 0 0,1 0 0 0 0,-1 1-1 0 0,1-1 1 0 0,-1 0 0 0 0,1 1 0 0 0,-1-1-1 0 0,0 0 1 0 0,1 0 0 0 0,-1 0-1 0 0,0 0 1 0 0,0 1 0 0 0,0-1 0 0 0,0 0-1 0 0,0 0 1 0 0,0-1 0 0 0,-2 3 0 0 0,-31 9 581 0 0,26-10-471 0 0,-16 3 129 0 0,0 0 0 0 0,-1-2 0 0 0,1 0-1 0 0,-35-2 1 0 0,-20 2 145 0 0,-10-3-212 0 0,80 0-248 0 0,1-1 0 0 0,0 0 1 0 0,0 0-1 0 0,0-1 0 0 0,0 0 0 0 0,0 0 0 0 0,0-1 1 0 0,-12-5-1 0 0,20 7-2 0 0,-1 0 0 0 0,0 1 1 0 0,0-1-1 0 0,0 0 0 0 0,0 1 0 0 0,0-1 1 0 0,1 0-1 0 0,-1 0 0 0 0,0 0 0 0 0,1 0 1 0 0,-1 0-1 0 0,1 0 0 0 0,-1 0 1 0 0,1 0-1 0 0,0 0 0 0 0,-1 0 0 0 0,1 0 1 0 0,0 0-1 0 0,-1 0 0 0 0,1 0 0 0 0,0-1 1 0 0,0 1-1 0 0,0 0 0 0 0,0 0 0 0 0,0 0 1 0 0,0 0-1 0 0,1 0 0 0 0,-1 0 1 0 0,0 0-1 0 0,1-1 0 0 0,0 0 0 0 0,17-30-1775 0 0,-13 25 1029 0 0,-4 6 521 0 0,-1-1 0 0 0,1 1 0 0 0,-1-1 0 0 0,1 0 0 0 0,-1 1 0 0 0,1-1 0 0 0,-1 0 0 0 0,0 1 1 0 0,0-1-1 0 0,0 0 0 0 0,0-2 0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9:18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370 22 480 0 0,'-1'0'216'0'0,"1"-1"0"0"0,0 0 0 0 0,0 0 0 0 0,1 0 0 0 0,-1 0 1 0 0,0 1-1 0 0,0-1 0 0 0,0 0 0 0 0,0 0 0 0 0,1 0 0 0 0,-1 0 0 0 0,0 1 0 0 0,1-1 0 0 0,-1 0 0 0 0,1 0 0 0 0,-1 1 0 0 0,1-1 0 0 0,-1 0 0 0 0,1 1 0 0 0,-1-1 0 0 0,1 1 0 0 0,0-1 0 0 0,-1 1 0 0 0,1-1 1 0 0,0 1-1 0 0,0-1 0 0 0,-1 1 0 0 0,1-1 0 0 0,0 1 0 0 0,1-1 0 0 0,24 0 1447 0 0,-18 1-1086 0 0,-2 3-174 0 0,-3 0-379 0 0,2-1 4 0 0,-4-2-31 0 0,0 0 0 0 0,0 1 0 0 0,0-1 0 0 0,0 1-1 0 0,0-1 1 0 0,0 1 0 0 0,0 0 0 0 0,0-1 0 0 0,0 1 0 0 0,-1 0 0 0 0,1 0 0 0 0,0-1 0 0 0,0 1 0 0 0,-1 0-1 0 0,1 0 1 0 0,0 0 0 0 0,-1 0 0 0 0,1 0 0 0 0,-1 0 0 0 0,1 0 0 0 0,-1 0 0 0 0,1 0 0 0 0,-1 0 0 0 0,0 0-1 0 0,0 1 1 0 0,1-1 0 0 0,-1 0 0 0 0,0 0 0 0 0,0 0 0 0 0,0 0 0 0 0,0 0 0 0 0,-1 1 0 0 0,1-1 0 0 0,0 2-1 0 0,0 2 23 0 0,0 0-1 0 0,0 0 0 0 0,0 1 0 0 0,0-1 1 0 0,-1 0-1 0 0,0 0 0 0 0,0 0 0 0 0,0 1 1 0 0,-1-1-1 0 0,1 0 0 0 0,-1-1 0 0 0,-1 1 0 0 0,1 0 1 0 0,-1-1-1 0 0,1 1 0 0 0,-1-1 0 0 0,0 0 1 0 0,-1 1-1 0 0,1-2 0 0 0,-1 1 0 0 0,0 0 1 0 0,0-1-1 0 0,0 0 0 0 0,0 1 0 0 0,-1-2 0 0 0,1 1 1 0 0,-1 0-1 0 0,0-1 0 0 0,-4 2 0 0 0,5-3 4 0 0,3-1-15 0 0,-1 1 0 0 0,1-1 0 0 0,0 0 0 0 0,0 1 0 0 0,0-1-1 0 0,0 1 1 0 0,0-1 0 0 0,0 1 0 0 0,0-1 0 0 0,0 1-1 0 0,0 0 1 0 0,0-1 0 0 0,0 1 0 0 0,1 0 0 0 0,-1 0-1 0 0,0 0 1 0 0,0-1 0 0 0,1 1 0 0 0,-1 0 0 0 0,0 0 0 0 0,1 0-1 0 0,-1 0 1 0 0,1 0 0 0 0,-1 0 0 0 0,1 1 0 0 0,0-1-1 0 0,-1 0 1 0 0,1 0 0 0 0,0 0 0 0 0,0 0 0 0 0,0 2-1 0 0,0-2-7 0 0,1-1 0 0 0,-1 1-1 0 0,1-1 1 0 0,-1 1-1 0 0,1-1 1 0 0,-1 1-1 0 0,1-1 1 0 0,-1 0-1 0 0,1 1 1 0 0,-1-1-1 0 0,1 0 1 0 0,-1 0-1 0 0,1 1 1 0 0,0-1-1 0 0,-1 0 1 0 0,1 0-1 0 0,-1 0 1 0 0,1 0-1 0 0,0 0 1 0 0,-1 0-1 0 0,1 0 1 0 0,0 0-1 0 0,-1 0 1 0 0,1 0-1 0 0,0 0 1 0 0,-1 0-1 0 0,1 0 1 0 0,-1 0 0 0 0,1-1-1 0 0,0 1 1 0 0,-1 0-1 0 0,1 0 1 0 0,-1-1-1 0 0,1 1 1 0 0,-1 0-1 0 0,1-1 1 0 0,0 1-1 0 0,-1-1 1 0 0,0 1-1 0 0,1-1 1 0 0,-1 1-1 0 0,1-1 1 0 0,-1 1-1 0 0,0-1 1 0 0,1 1-1 0 0,-1-1 1 0 0,0 1-1 0 0,1-1 1 0 0,-1 1-1 0 0,0-1 1 0 0,0 0-1 0 0,0 1 1 0 0,1-2-1 0 0,-2 0 8 0 0,1-1 1 0 0,0 0-1 0 0,-1 1 0 0 0,1-1 0 0 0,-1 0 0 0 0,0 1 0 0 0,0-1 0 0 0,0 1 0 0 0,0-1 0 0 0,0 1 0 0 0,0 0 0 0 0,-1-1 0 0 0,1 1 0 0 0,-1 0 0 0 0,0 0 0 0 0,0 0 0 0 0,0 0 0 0 0,0 0 0 0 0,0 0 0 0 0,0 1 0 0 0,0-1 0 0 0,0 1 0 0 0,-1 0 0 0 0,1-1 0 0 0,0 1 0 0 0,-1 0 0 0 0,1 0 0 0 0,-1 0 0 0 0,0 1 0 0 0,-3-1 0 0 0,-7-2 39 0 0,0 1 0 0 0,0 0 0 0 0,0 1 0 0 0,-1 1 0 0 0,1 0-1 0 0,0 1 1 0 0,0 0 0 0 0,-1 1 0 0 0,1 0 0 0 0,-15 6 0 0 0,12-4 50 0 0,1 1 0 0 0,0 0 1 0 0,0 1-1 0 0,0 1 0 0 0,0 0 0 0 0,-18 14 1 0 0,31-20-86 0 0,-1 0 0 0 0,1 1 0 0 0,0-1 0 0 0,0 1 0 0 0,1-1 1 0 0,-1 1-1 0 0,0 0 0 0 0,0 0 0 0 0,1 0 0 0 0,-1 0 0 0 0,1 0 0 0 0,0 0 1 0 0,-1 0-1 0 0,1 0 0 0 0,0 1 0 0 0,0-1 0 0 0,1 0 0 0 0,-1 1 0 0 0,0-1 1 0 0,1 1-1 0 0,-1-1 0 0 0,1 1 0 0 0,0-1 0 0 0,0 1 0 0 0,0 3 0 0 0,1-4-13 0 0,1 1 0 0 0,-1-1-1 0 0,1 0 1 0 0,-1 1 0 0 0,1-1-1 0 0,-1 0 1 0 0,1 0 0 0 0,0 0-1 0 0,0 0 1 0 0,0-1 0 0 0,0 1-1 0 0,1 0 1 0 0,-1-1 0 0 0,0 1-1 0 0,1-1 1 0 0,-1 0 0 0 0,1 0-1 0 0,-1 0 1 0 0,1 0 0 0 0,0 0-1 0 0,-1-1 1 0 0,6 1-1 0 0,10 2-79 0 0,0-1 0 0 0,0-1 0 0 0,0 0-1 0 0,1-2 1 0 0,19-2 0 0 0,100-23-2446 0 0,-41-1-1246 0 0,-12-7-1027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9:18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480 107 480 0 0,'-76'-12'5083'0'0,"76"12"-5039"0"0,-1 0 0 0 0,1 0 0 0 0,0 0 0 0 0,-1 0 1 0 0,1 0-1 0 0,0-1 0 0 0,0 1 0 0 0,-1 0 1 0 0,1 0-1 0 0,0-1 0 0 0,0 1 0 0 0,-1 0 1 0 0,1 0-1 0 0,0-1 0 0 0,0 1 0 0 0,-1 0 1 0 0,1 0-1 0 0,0-1 0 0 0,0 1 0 0 0,0 0 0 0 0,0-1 1 0 0,0 1-1 0 0,0 0 0 0 0,0-1 0 0 0,-1 1 1 0 0,1 0-1 0 0,0-1 0 0 0,0 1 0 0 0,0 0 1 0 0,0-1-1 0 0,-3-6 452 0 0,-4 2-211 0 0,7 5-273 0 0,0 0 0 0 0,0 0 1 0 0,1 0-1 0 0,-1 0 0 0 0,0 0 0 0 0,0 0 1 0 0,0 0-1 0 0,0 0 0 0 0,1 0 1 0 0,-1-1-1 0 0,0 1 0 0 0,0 0 0 0 0,0 0 1 0 0,0 0-1 0 0,0 0 0 0 0,0 0 1 0 0,0 0-1 0 0,1-1 0 0 0,-1 1 0 0 0,0 0 1 0 0,0 0-1 0 0,0 0 0 0 0,0 0 1 0 0,0 0-1 0 0,0-1 0 0 0,0 1 0 0 0,0 0 1 0 0,0 0-1 0 0,0 0 0 0 0,0 0 1 0 0,0-1-1 0 0,0 1 0 0 0,0 0 0 0 0,0 0 1 0 0,0 0-1 0 0,0-1 0 0 0,0 1 1 0 0,0 0-1 0 0,0 0 0 0 0,0 0 0 0 0,0 0 1 0 0,0 0-1 0 0,0-1 0 0 0,-1 1 1 0 0,1 0-1 0 0,0 0 0 0 0,0 0 1 0 0,0 0-1 0 0,0 0 0 0 0,0-1 0 0 0,0 1 1 0 0,0 0-1 0 0,-1 0 0 0 0,1 0 1 0 0,0 0-1 0 0,0 0 0 0 0,0 0 0 0 0,0 0 1 0 0,-1 0-1 0 0,1 0 0 0 0,0 0 1 0 0,0 0-1 0 0,0 0 0 0 0,7-6 184 0 0,-6 3-83 0 0,1 0-1 0 0,-1-1 0 0 0,0 1 0 0 0,-1 0 1 0 0,1 0-1 0 0,0-1 0 0 0,-1 1 0 0 0,0 0 1 0 0,0-1-1 0 0,0 1 0 0 0,0 0 0 0 0,0-1 1 0 0,-2-3-1 0 0,2-4 584 0 0,0 10-136 0 0,-5 1-400 0 0,-27 2 42 0 0,-1 1 0 0 0,1 2 0 0 0,0 0-1 0 0,0 3 1 0 0,1 0 0 0 0,0 2 0 0 0,-57 27-1 0 0,80-33-139 0 0,0 1-1 0 0,1-1 1 0 0,-1 1-1 0 0,1 0 1 0 0,0 1-1 0 0,1 0 1 0 0,-8 7-1 0 0,12-11-44 0 0,0 1 0 0 0,0-1 0 0 0,0 1 0 0 0,1 0 0 0 0,-1 0 1 0 0,1 0-1 0 0,0 0 0 0 0,0 0 0 0 0,0 0 0 0 0,0 0 0 0 0,0 0 0 0 0,0 0 0 0 0,1 0 0 0 0,0 0 0 0 0,0 1 0 0 0,0-1 0 0 0,0 0 0 0 0,0 0 0 0 0,0 0 0 0 0,1 0 0 0 0,1 6 0 0 0,1-1 7 0 0,0 0 0 0 0,1 0-1 0 0,0 0 1 0 0,0 0-1 0 0,1-1 1 0 0,0 0-1 0 0,0 0 1 0 0,1 0 0 0 0,0-1-1 0 0,0 1 1 0 0,0-1-1 0 0,1-1 1 0 0,0 1-1 0 0,0-1 1 0 0,0-1-1 0 0,1 1 1 0 0,0-1 0 0 0,0 0-1 0 0,0-1 1 0 0,14 4-1 0 0,-1-1-36 0 0,-1-1-1 0 0,2-1 1 0 0,-1-1-1 0 0,0-1 1 0 0,1-1-1 0 0,-1 0 1 0 0,39-5-1 0 0,-32 0-81 0 0,1-1-1 0 0,-1-2 0 0 0,0-1 1 0 0,39-16-1 0 0,-51 18-8 0 0,-1-2 0 0 0,0 0-1 0 0,-1 0 1 0 0,1-1 0 0 0,-2-1 0 0 0,0-1-1 0 0,0 0 1 0 0,0 0 0 0 0,13-18 0 0 0,-2-8 129 0 0,-23 35-7 0 0,0 0 0 0 0,0 0 0 0 0,-1-1 1 0 0,1 1-1 0 0,-1 0 0 0 0,1 0 0 0 0,-1-1 0 0 0,0 1 0 0 0,0 0 0 0 0,0-1 0 0 0,0 1 1 0 0,0 0-1 0 0,-1-1 0 0 0,1 1 0 0 0,-1 0 0 0 0,0-4 0 0 0,-17-28 276 0 0,17 32-294 0 0,1-1 1 0 0,-1 1-1 0 0,0-1 0 0 0,0 1 1 0 0,0-1-1 0 0,0 1 1 0 0,0-1-1 0 0,-1 1 1 0 0,1 0-1 0 0,-1 0 1 0 0,1 0-1 0 0,-1 0 1 0 0,0 0-1 0 0,0 0 1 0 0,0 0-1 0 0,0 0 1 0 0,0 1-1 0 0,0-1 1 0 0,-1 1-1 0 0,1 0 1 0 0,0 0-1 0 0,-1 0 1 0 0,1 0-1 0 0,-1 0 1 0 0,1 0-1 0 0,-1 0 0 0 0,-3 0 1 0 0,-16-3-331 0 0,0 0 0 0 0,1 1-1 0 0,-1 1 1 0 0,0 2 0 0 0,0 0 0 0 0,0 1 0 0 0,-33 6 0 0 0,45-6 112 0 0,-24 6-324 0 0,33-6 446 0 0,0-1 1 0 0,1 1 0 0 0,-1-1-1 0 0,0 1 1 0 0,0 0 0 0 0,0-1-1 0 0,0 1 1 0 0,1 0 0 0 0,-1 0-1 0 0,0-1 1 0 0,0 1-1 0 0,1 0 1 0 0,-1 0 0 0 0,1 0-1 0 0,-1 0 1 0 0,1 0 0 0 0,-1 0-1 0 0,1 0 1 0 0,0 0-1 0 0,-1 0 1 0 0,1 0 0 0 0,0 0-1 0 0,0 0 1 0 0,0 0 0 0 0,0 0-1 0 0,0 2 1 0 0,0 19-4160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9:19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260 34 2081 0 0,'5'0'347'0'0,"-4"0"-233"0"0,-1 0-1 0 0,1 0 1 0 0,0 0-1 0 0,0 0 1 0 0,0 0-1 0 0,0 0 1 0 0,0-1-1 0 0,-1 1 1 0 0,1 0-1 0 0,0 0 1 0 0,0-1 0 0 0,0 1-1 0 0,-1 0 1 0 0,1-1-1 0 0,0 1 1 0 0,-1-1-1 0 0,1 1 1 0 0,0-1-1 0 0,-1 1 1 0 0,1-1-1 0 0,0 1 1 0 0,-1-1-1 0 0,1 0 1 0 0,-1 1 0 0 0,1-1-1 0 0,-1 0 1 0 0,1 1-1 0 0,-1-1 1 0 0,0 0-1 0 0,1 0 1 0 0,-1 1-1 0 0,0-1 1 0 0,0 0-1 0 0,1 0 1 0 0,-1 0 0 0 0,0 1-1 0 0,0-1 1 0 0,0 0-1 0 0,0 0 1 0 0,0-1-1 0 0,1 1-24 0 0,-1 0 0 0 0,1 0 0 0 0,0 1 0 0 0,0-1 0 0 0,0 0 0 0 0,0 0 0 0 0,0 0 0 0 0,0 1 0 0 0,0-1 0 0 0,0 1-1 0 0,0-1 1 0 0,0 0 0 0 0,0 1 0 0 0,0 0 0 0 0,1-1 0 0 0,-1 1 0 0 0,0 0 0 0 0,0 0 0 0 0,0-1 0 0 0,1 1 0 0 0,-1 0 0 0 0,0 0 0 0 0,0 0 0 0 0,1 1-1 0 0,-1-1 1 0 0,2 1 0 0 0,12 2 15 0 0,-1 1 0 0 0,0 1 0 0 0,0 1 0 0 0,21 10 0 0 0,-30-13-108 0 0,0 0 0 0 0,-1 0 0 0 0,0 1 0 0 0,0-1-1 0 0,0 1 1 0 0,0 0 0 0 0,0 0 0 0 0,-1 0 0 0 0,1 0 0 0 0,-1 1 0 0 0,0-1-1 0 0,-1 1 1 0 0,1 0 0 0 0,-1 0 0 0 0,3 8 0 0 0,-4-11 14 0 0,-1 0-1 0 0,1 0 1 0 0,-1 0 0 0 0,1 0 0 0 0,-1 0-1 0 0,0 0 1 0 0,0 0 0 0 0,0 0-1 0 0,0 0 1 0 0,0 0 0 0 0,0 0 0 0 0,0 0-1 0 0,-1 0 1 0 0,1 0 0 0 0,-1 0 0 0 0,0-1-1 0 0,1 1 1 0 0,-1 0 0 0 0,0 0 0 0 0,0 0-1 0 0,0-1 1 0 0,-2 3 0 0 0,-1 0 53 0 0,1-1 1 0 0,-1 0-1 0 0,0 0 0 0 0,-1 0 1 0 0,1 0-1 0 0,-9 3 0 0 0,-14 11 257 0 0,25-17-310 0 0,0-1 0 0 0,0 0 0 0 0,0 0 0 0 0,0-1 0 0 0,0 1 0 0 0,0 0 1 0 0,0-1-1 0 0,0 1 0 0 0,1-1 0 0 0,-3-2 0 0 0,-9-7 146 0 0,7 7-128 0 0,0 1 1 0 0,0 0-1 0 0,0 0 1 0 0,0 1-1 0 0,-1-1 1 0 0,1 2-1 0 0,-1-1 0 0 0,0 1 1 0 0,0-1-1 0 0,1 2 1 0 0,-1-1-1 0 0,0 1 1 0 0,0 0-1 0 0,0 1 1 0 0,-8 1-1 0 0,-12 1 69 0 0,1 2 1 0 0,-33 11-1 0 0,39-10 41 0 0,-35 16-1 0 0,50-19-102 0 0,-1-1 1 0 0,1 2-1 0 0,0-1 0 0 0,0 0 0 0 0,0 1 0 0 0,0 0 0 0 0,1 0 0 0 0,-1 1 1 0 0,-4 6-1 0 0,8-9-22 0 0,0 0 0 0 0,0-1 0 0 0,0 1 0 0 0,0 0 1 0 0,0 0-1 0 0,1 0 0 0 0,-1 0 0 0 0,1 0 0 0 0,0 0 0 0 0,-1 0 1 0 0,1 0-1 0 0,0 1 0 0 0,0-1 0 0 0,0 0 0 0 0,1 0 0 0 0,-1 0 1 0 0,0 0-1 0 0,1 0 0 0 0,-1 0 0 0 0,1 0 0 0 0,0 0 0 0 0,0 0 1 0 0,-1 0-1 0 0,1-1 0 0 0,1 1 0 0 0,-1 0 0 0 0,0 0 0 0 0,0-1 1 0 0,1 1-1 0 0,-1-1 0 0 0,0 1 0 0 0,4 1 0 0 0,2 4 6 0 0,0-1 0 0 0,1-1-1 0 0,0 1 1 0 0,0-2 0 0 0,13 7 0 0 0,-5-5-114 0 0,1 0 1 0 0,0-1 0 0 0,0 0-1 0 0,0-2 1 0 0,1 0-1 0 0,-1-1 1 0 0,1-1 0 0 0,0 0-1 0 0,26-3 1 0 0,-6-2-1188 0 0,0-2 1 0 0,0-2 0 0 0,43-14-1 0 0,26-15-3440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29:20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555 28 880 0 0,'-4'-1'2468'0'0,"-16"-4"-133"0"0,-8-3 598 0 0,-35-4 1 0 0,56 11-2814 0 0,-1 1 0 0 0,1-1 0 0 0,-1 1 1 0 0,1 0-1 0 0,0 1 0 0 0,-1 0 0 0 0,1 0 1 0 0,0 0-1 0 0,0 1 0 0 0,-8 3 1 0 0,13-5-132 0 0,1 1 0 0 0,-1-1 0 0 0,1 1 0 0 0,0-1 0 0 0,0 1 0 0 0,-1-1 0 0 0,1 1 0 0 0,0 0 0 0 0,0 0 1 0 0,0-1-1 0 0,0 1 0 0 0,0 0 0 0 0,0 0 0 0 0,0 0 0 0 0,0 0 0 0 0,0 0 0 0 0,0 1 0 0 0,0-1 0 0 0,1 0 1 0 0,-1 0-1 0 0,0 0 0 0 0,1 1 0 0 0,-1-1 0 0 0,1 0 0 0 0,-1 1 0 0 0,1-1 0 0 0,0 0 0 0 0,0 1 0 0 0,0-1 1 0 0,0 1-1 0 0,0-1 0 0 0,0 0 0 0 0,0 1 0 0 0,0-1 0 0 0,1 3 0 0 0,1 2-75 0 0,1-1 0 0 0,0 0 0 0 0,0 0 0 0 0,0 0 1 0 0,0-1-1 0 0,9 9 0 0 0,1 4-14 0 0,-8-10 84 0 0,-2-2 7 0 0,0 0 0 0 0,0 0 0 0 0,0-1 1 0 0,1 0-1 0 0,-1 1 0 0 0,1-1 1 0 0,0 0-1 0 0,0-1 0 0 0,0 1 0 0 0,1-1 1 0 0,-1 1-1 0 0,1-1 0 0 0,0-1 0 0 0,0 1 1 0 0,0-1-1 0 0,0 0 0 0 0,6 2 0 0 0,0-1 9 0 0,17 7 0 0 0,-27-9 0 0 0,0-1 0 0 0,0 1 0 0 0,0 0 0 0 0,0-1 0 0 0,0 1 0 0 0,-1-1 0 0 0,1 1 0 0 0,0 0 0 0 0,0 0 0 0 0,-1-1 0 0 0,1 1 0 0 0,-1 0 0 0 0,1 0 0 0 0,-1 0 0 0 0,1 0 0 0 0,-1 0 0 0 0,1 0 0 0 0,-1 0 0 0 0,0 0 0 0 0,1 0 0 0 0,-1 0 0 0 0,0 0 0 0 0,0 1 0 0 0,0-1 3 0 0,-1 1 0 0 0,0-1-1 0 0,1 0 1 0 0,-1 0-1 0 0,0 0 1 0 0,0-1-1 0 0,0 1 1 0 0,1 0 0 0 0,-1 0-1 0 0,0 0 1 0 0,0-1-1 0 0,0 1 1 0 0,0 0 0 0 0,-1-1-1 0 0,1 1 1 0 0,0-1-1 0 0,-2 1 1 0 0,-1 1 30 0 0,-3 3 32 0 0,0 0-1 0 0,0 0 1 0 0,0-1-1 0 0,-1 0 1 0 0,1-1-1 0 0,-1 1 0 0 0,0-2 1 0 0,-14 4-1 0 0,-70 10 462 0 0,74-13-444 0 0,-187 31 408 0 0,121-19-3822 0 0,79-14-616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0:41.3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76 259 5122 0 0,'1'-3'3328'0'0,"-1"2"-3327"0"0,0 1 1 0 0,0 0-1 0 0,0-1 1 0 0,0 1-1 0 0,0-1 0 0 0,0 1 1 0 0,0 0-1 0 0,0-1 1 0 0,0 1-1 0 0,0-1 0 0 0,0 1 1 0 0,0-1-1 0 0,0 1 0 0 0,0-1 1 0 0,0 1-1 0 0,0 0 1 0 0,0-1-1 0 0,-1 1 0 0 0,1-1 1 0 0,0 1-1 0 0,0 0 1 0 0,0-1-1 0 0,-1 1 0 0 0,1 0 1 0 0,0-1-1 0 0,-1 1 1 0 0,1 0-1 0 0,0-1 0 0 0,-1 1 1 0 0,1 0-1 0 0,0 0 0 0 0,-1-1 1 0 0,0 1-1 0 0,-70 3 1813 0 0,89-7-1480 0 0,-14 4-187 0 0,1-7 26 0 0,97-49 147 0 0,-51 28-239 0 0,8-6-15 0 0,-12-1-54 0 0,-30 20 8 0 0,1 2 1 0 0,1 0-1 0 0,31-17 0 0 0,-23 19 300 0 0,-27 12-317 0 0,0-1-1 0 0,0 1 0 0 0,-1-1 1 0 0,1 0-1 0 0,0 1 0 0 0,-1-1 1 0 0,1 0-1 0 0,0 1 0 0 0,0-1 1 0 0,-1 0-1 0 0,1 1 0 0 0,-1-1 1 0 0,1 0-1 0 0,0 0 0 0 0,-1 1 1 0 0,1-1-1 0 0,-1 0 0 0 0,1 0 1 0 0,0 0-1 0 0,-1 0 0 0 0,1 1 1 0 0,-1-1-1 0 0,1 0 0 0 0,-1 0 1 0 0,1 0-1 0 0,0 0 0 0 0,-1 0 0 0 0,1 0 1 0 0,-1 0-1 0 0,1 0 0 0 0,-1-1 1 0 0,1 1-1 0 0,-1 0 0 0 0,0 0 1 0 0,1 0-1 0 0,-1 0 1 0 0,1-1-1 0 0,-1 1 0 0 0,1 0 1 0 0,0 0-1 0 0,-1 0 1 0 0,1 0-1 0 0,-1 0 0 0 0,1 0 1 0 0,-1 0-1 0 0,1 0 0 0 0,0 0 1 0 0,-1 0-1 0 0,1 1 1 0 0,-1-1-1 0 0,1 0 0 0 0,-1 0 1 0 0,1 0-1 0 0,0 0 0 0 0,-1 1 1 0 0,1-1-1 0 0,0 0 1 0 0,-1 1-1 0 0,1-1 0 0 0,0 0 1 0 0,-1 0-1 0 0,1 1 1 0 0,0-1-1 0 0,-1 0 0 0 0,1 1 1 0 0,0-1-1 0 0,-1 1 0 0 0,1 0 6 0 0,-1 0-1 0 0,1 0 0 0 0,-1 0 0 0 0,1 0 0 0 0,-1 0 0 0 0,0 0 0 0 0,0 0 0 0 0,0 0 0 0 0,1-1 0 0 0,-1 1 0 0 0,0 0 0 0 0,0 0 0 0 0,0-1 0 0 0,0 1 0 0 0,0-1 0 0 0,0 1 0 0 0,-2 0 0 0 0,-3 2 13 0 0,-6 13 25 0 0,10-13-31 0 0,0 0 1 0 0,0 0-1 0 0,-1 0 1 0 0,0 0-1 0 0,1 0 0 0 0,-1-1 1 0 0,-3 3-1 0 0,-4 2 16 0 0,3-2-22 0 0,0 0 0 0 0,0 0 0 0 0,0 1 0 0 0,1 0 0 0 0,0 1 0 0 0,0-1 0 0 0,-9 15 0 0 0,9-9 29 0 0,2 0 0 0 0,0 0 0 0 0,0 1 1 0 0,1 0-1 0 0,1-1 0 0 0,0 1 1 0 0,1 0-1 0 0,0 0 0 0 0,2 23 0 0 0,-1-31-36 0 0,0-1-1 0 0,-1 0 1 0 0,1 0-1 0 0,-1 0 0 0 0,0 0 1 0 0,0 0-1 0 0,0 0 0 0 0,0-1 0 0 0,-1 1 1 0 0,0 0-1 0 0,1-1 0 0 0,-4 5 0 0 0,-1 3 24 0 0,5-10-25 0 0,1-1 1 0 0,-1 1-1 0 0,1-1 1 0 0,0 1 0 0 0,-1 0-1 0 0,1-1 1 0 0,0 1-1 0 0,-1 0 1 0 0,1-1-1 0 0,0 1 1 0 0,0 0-1 0 0,0-1 1 0 0,0 1-1 0 0,0 0 1 0 0,-1-1 0 0 0,1 1-1 0 0,1 0 1 0 0,-1 0-1 0 0,0-1 1 0 0,0 1-1 0 0,0 0 1 0 0,0-1-1 0 0,0 1 1 0 0,1 0-1 0 0,-1-1 1 0 0,0 1-1 0 0,0 0 1 0 0,1-1 0 0 0,-1 1-1 0 0,1-1 1 0 0,-1 1-1 0 0,1 0 1 0 0,-1-1-1 0 0,1 1 1 0 0,-1-1-1 0 0,1 1 1 0 0,-1-1-1 0 0,1 0 1 0 0,-1 1 0 0 0,1-1-1 0 0,0 1 1 0 0,-1-1-1 0 0,1 0 1 0 0,0 0-1 0 0,-1 1 1 0 0,1-1-1 0 0,1 0 1 0 0,-2 0-57 0 0,1 0 0 0 0,-1 1-1 0 0,1-1 1 0 0,0 0 0 0 0,-1 0 0 0 0,1 1 0 0 0,0-1 0 0 0,-1 0 0 0 0,1 1 0 0 0,-1-1-1 0 0,1 1 1 0 0,-1-1 0 0 0,1 1 0 0 0,-1-1 0 0 0,1 1 0 0 0,-1-1 0 0 0,0 1 0 0 0,1-1-1 0 0,-1 1 1 0 0,0-1 0 0 0,1 1 0 0 0,-1 0 0 0 0,0-1 0 0 0,0 1 0 0 0,1 0 0 0 0,21-1-3372 0 0,-19 0 2928 0 0,-2 0 370 0 0,0 0 0 0 0,0 0-1 0 0,0 1 1 0 0,-1-1-1 0 0,1 0 1 0 0,0 0 0 0 0,0-1-1 0 0,0 1 1 0 0,0 0 0 0 0,0 0-1 0 0,-1 0 1 0 0,1-1-1 0 0,0 1 1 0 0,0 0 0 0 0,0-1-1 0 0,-1 1 1 0 0,1 0 0 0 0,0-1-1 0 0,0 1 1 0 0,-1-1 0 0 0,1 0-1 0 0,0 1 1 0 0,-1-1-1 0 0,1 1 1 0 0,-1-1 0 0 0,1 0-1 0 0,-1 0 1 0 0,1 1 0 0 0,0-2-1 0 0,-1-8-2175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0:41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423 55 3522 0 0,'1'-1'259'0'0,"-1"0"1"0"0,1 0-1 0 0,0 0 1 0 0,-1 0-1 0 0,1 0 1 0 0,0 0-1 0 0,-1 0 1 0 0,1 0-1 0 0,0 0 1 0 0,0 0 0 0 0,0 0-1 0 0,0 0 1 0 0,0 1-1 0 0,0-1 1 0 0,0 0-1 0 0,2 0 1 0 0,0-2-67 0 0,-17 6 84 0 0,-13 14 70 0 0,-98 29 442 0 0,84-34-557 0 0,-54 27 1 0 0,10 6 167 0 0,82-43-376 0 0,-1 0 1 0 0,1 0 0 0 0,0 1-1 0 0,0-1 1 0 0,-1 1 0 0 0,1 0-1 0 0,1 0 1 0 0,-4 3 0 0 0,-11 11 73 0 0,13-16-74 0 0,2-1-17 0 0,4 1 7 0 0,24 10 88 0 0,13 10-50 0 0,-31-15-46 0 0,1-1 0 0 0,-1-1-1 0 0,1 1 1 0 0,0-2 0 0 0,0 1 0 0 0,11 2 0 0 0,12-2-6 0 0,-1 0 0 0 0,1-2 0 0 0,0-2 0 0 0,0 0 0 0 0,0-2 0 0 0,57-12 0 0 0,-75 10 3 0 0,0 0-1 0 0,0-1 1 0 0,0-1 0 0 0,-1 0 0 0 0,0-1-1 0 0,0 0 1 0 0,-1-1 0 0 0,1 0-1 0 0,-2-1 1 0 0,16-14 0 0 0,-2-4 9 0 0,-1 0 0 0 0,35-51 1 0 0,-42 50-48 0 0,-17 27 30 0 0,1 0 1 0 0,-1 0 0 0 0,0 0 0 0 0,1 0-1 0 0,-1 0 1 0 0,0 0 0 0 0,0 0 0 0 0,0 0 0 0 0,0 0-1 0 0,0 0 1 0 0,0 0 0 0 0,0-1 0 0 0,0 1-1 0 0,0 0 1 0 0,0 0 0 0 0,-1-1 0 0 0,-1 0-20 0 0,0-1 0 0 0,0 1 0 0 0,-1 0 0 0 0,1 0 1 0 0,-1 0-1 0 0,1 0 0 0 0,-1 1 0 0 0,0-1 0 0 0,1 1 1 0 0,-1-1-1 0 0,0 1 0 0 0,0 0 0 0 0,-5-1 1 0 0,-14-9-418 0 0,18 11 55 0 0,0 0 1 0 0,0 1-1 0 0,-1-1 0 0 0,1 1 0 0 0,0 0 0 0 0,0 0 1 0 0,0 0-1 0 0,0 0 0 0 0,0 1 0 0 0,0 0 0 0 0,0 0 1 0 0,-5 3-1 0 0,-17 11-2509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0:42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0 800 0 0,'54'0'6817'0'0,"-50"5"-4710"0"0,9-2-1910 0 0,0 0-1 0 0,0-1 0 0 0,1-1 1 0 0,17 0-1 0 0,-8 0-110 0 0,225-3 238 0 0,-79-2-275 0 0,-58 7-536 0 0,-40 5-2681 0 0,-67-8-56 0 0,-8-4 1486 0 0,-18-3-570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0:43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0 1040 0 0,'0'0'2001'0'0,"0"7"-160"0"0,0-2-240 0 0,-26 7-240 0 0,-1 27 159 0 0,6 5-399 0 0,21-5-561 0 0,0-10-400 0 0,0 5 0 0 0,-27 0 0 0 0,0 0-160 0 0,27-12 80 0 0,-26 0-160 0 0,26 0-960 0 0,0-15-1121 0 0,-27-7-320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0:47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260 180 800 0 0,'0'-1'192'0'0,"0"0"0"0"0,0 0 0 0 0,1 0 0 0 0,-1 0 0 0 0,0-1-1 0 0,0 1 1 0 0,1 0 0 0 0,-1 0 0 0 0,0 0 0 0 0,1 0-1 0 0,-1 0 1 0 0,1 0 0 0 0,0 0 0 0 0,-1 0 0 0 0,1 0 0 0 0,0 1-1 0 0,-1-1 1 0 0,1 0 0 0 0,0 0 0 0 0,0 0 0 0 0,0 1 0 0 0,0-1-1 0 0,0 1 1 0 0,0-1 0 0 0,0 0 0 0 0,2 0 0 0 0,2-2-63 0 0,-5 3-80 0 0,0 0 0 0 0,0 0-1 0 0,1 0 1 0 0,-1 0-1 0 0,0 0 1 0 0,1 0-1 0 0,-1 0 1 0 0,0 0-1 0 0,1 0 1 0 0,-1 0-1 0 0,0 0 1 0 0,0 0-1 0 0,1-1 1 0 0,-1 1-1 0 0,0 0 1 0 0,0 0-1 0 0,1 0 1 0 0,-1-1-1 0 0,0 1 1 0 0,0 0-1 0 0,1 0 1 0 0,-1 0-1 0 0,0-1 1 0 0,0 1 0 0 0,0 0-1 0 0,0 0 1 0 0,0-1-1 0 0,1 1 1 0 0,-1 0-1 0 0,0-1 1 0 0,0 1-1 0 0,0 0 1 0 0,0-1-1 0 0,0 1 1 0 0,0 0-1 0 0,0 0 1 0 0,0-1-1 0 0,0 1 1 0 0,0 0-1 0 0,0-1 1 0 0,0 1-1 0 0,0 0 1 0 0,0-1-1 0 0,0 1 1 0 0,0 0 0 0 0,0 0-1 0 0,-1-1 1 0 0,1 1-1 0 0,0 0 1 0 0,0-1-1 0 0,0 1 1 0 0,0 0-1 0 0,-1 0 1 0 0,1 0-1 0 0,0-1 1 0 0,0 1-1 0 0,0 0 1 0 0,-1 0-1 0 0,1 0 1 0 0,0-1-1 0 0,0 1 1 0 0,-1 0-1 0 0,1 0 1 0 0,0 0-1 0 0,-1 0 1 0 0,1-1-1 0 0,-19-3 46 0 0,18 4 43 0 0,0 0-119 0 0,1 0-1 0 0,0 0 0 0 0,0 0 1 0 0,-1 0-1 0 0,1 0 1 0 0,0 0-1 0 0,0 0 1 0 0,-1-1-1 0 0,1 1 1 0 0,0 0-1 0 0,0 0 0 0 0,-1 0 1 0 0,1-1-1 0 0,0 1 1 0 0,0 0-1 0 0,0 0 1 0 0,-1 0-1 0 0,1-1 1 0 0,0 1-1 0 0,0 0 1 0 0,0 0-1 0 0,0-1 0 0 0,-1 1 1 0 0,1 0-1 0 0,0-1 1 0 0,0 1-1 0 0,0 0 1 0 0,0 0-1 0 0,0-1 1 0 0,0 1-1 0 0,0 0 0 0 0,0-1 1 0 0,0 1-1 0 0,0 0 1 0 0,0-1-1 0 0,0 1 1 0 0,0 0-1 0 0,0 0 1 0 0,0-1-1 0 0,1 1 1 0 0,-1 0-1 0 0,0 0 0 0 0,0-1 1 0 0,5-11 108 0 0,26-15 114 0 0,67-20-13 0 0,-87 41-233 0 0,0 1 1 0 0,1 0 0 0 0,-1 0-1 0 0,1 1 1 0 0,0 1 0 0 0,1 0-1 0 0,-1 0 1 0 0,0 1 0 0 0,15 0-1 0 0,14 3-8 0 0,-40-1 14 0 0,-1 0 0 0 0,0 1 0 0 0,1-1 0 0 0,-1 0 0 0 0,1 0 0 0 0,-1 0 0 0 0,0 0 0 0 0,1 0 0 0 0,-1 0 1 0 0,1 0-1 0 0,-1 1 0 0 0,0-1 0 0 0,1 0 0 0 0,-1 0 0 0 0,0 0 0 0 0,0 1 0 0 0,1-1 0 0 0,-1 0 0 0 0,0 0 0 0 0,1 1 0 0 0,-1-1 0 0 0,0 0 0 0 0,0 1 0 0 0,0-1 1 0 0,1 0-1 0 0,-1 1 0 0 0,8 9 12 0 0,36 33 202 0 0,-42-39-208 0 0,-1-1 0 0 0,0 0 0 0 0,0 0 0 0 0,0 0 0 0 0,-1 1 0 0 0,1-1 0 0 0,-1 0 0 0 0,1 1 0 0 0,-1-1 0 0 0,0 1 0 0 0,-1-1 0 0 0,1 0 0 0 0,-1 6 0 0 0,0 2 3 0 0,2 7 10 0 0,0-14-8 0 0,-1 1-1 0 0,1-1 1 0 0,-1 1 0 0 0,0-1-1 0 0,0 0 1 0 0,-1 1 0 0 0,1-1-1 0 0,-1 1 1 0 0,0-1 0 0 0,0 0-1 0 0,-3 8 1 0 0,-15 2 2 0 0,16-12-11 0 0,0 0 0 0 0,0 0-1 0 0,1-1 1 0 0,-1 1 0 0 0,1 1-1 0 0,-1-1 1 0 0,-3 5 0 0 0,-1 6 34 0 0,6-11-29 0 0,-1 0 1 0 0,1 0-1 0 0,0 0 1 0 0,-1 0-1 0 0,1 0 1 0 0,-1 0-1 0 0,1 0 1 0 0,-1 0-1 0 0,0-1 1 0 0,0 1-1 0 0,0-1 0 0 0,-3 3 1 0 0,-12 8 44 0 0,-26 24 1 0 0,29-23-13 0 0,0-2 1 0 0,0 1-1 0 0,-22 11 1 0 0,-11 4 266 0 0,-1-3-1 0 0,-1-1 1 0 0,-1-3 0 0 0,-1-2 0 0 0,-68 14 0 0 0,117-31-301 0 0,0 0 1 0 0,0-1 0 0 0,0 1-1 0 0,0-1 1 0 0,0 1 0 0 0,0-1-1 0 0,0 0 1 0 0,0 0 0 0 0,0 0-1 0 0,0 0 1 0 0,0-1 0 0 0,0 1-1 0 0,0 0 1 0 0,0-1 0 0 0,0 0-1 0 0,0 1 1 0 0,0-1 0 0 0,1 0-1 0 0,-1 0 1 0 0,0 0 0 0 0,0 0-1 0 0,1 0 1 0 0,-4-2 0 0 0,5 2-9 0 0,0 1 0 0 0,0 0-1 0 0,-1 0 1 0 0,1 0 0 0 0,0-1 0 0 0,0 1 0 0 0,0 0 0 0 0,0-1 0 0 0,-1 1 0 0 0,1 0 0 0 0,0 0 0 0 0,0-1 0 0 0,0 1 0 0 0,0 0 0 0 0,0-1 0 0 0,0 1 0 0 0,0 0 0 0 0,0-1 0 0 0,0 1-1 0 0,0 0 1 0 0,0-1 0 0 0,0 1 0 0 0,0 0 0 0 0,0-1 0 0 0,0 1 0 0 0,0 0 0 0 0,0-1 0 0 0,0 1 0 0 0,0 0 0 0 0,0 0 0 0 0,0-1 0 0 0,1 1 0 0 0,-1 0 0 0 0,0-1 0 0 0,0 1 0 0 0,0 0-1 0 0,1 0 1 0 0,-1-1 0 0 0,0 1 0 0 0,0 0 0 0 0,1 0 0 0 0,-1-1 0 0 0,14-8 6 0 0,-11 6 1 0 0,-2 3-3 0 0,-1-1 1 0 0,1 0-1 0 0,-1 0 1 0 0,1 0-1 0 0,-1 1 1 0 0,0-1-1 0 0,1 0 1 0 0,-1 0 0 0 0,0 0-1 0 0,0 0 1 0 0,1 0-1 0 0,-1 0 1 0 0,0 0-1 0 0,0 0 1 0 0,0 0-1 0 0,0-1 1 0 0,0 1-2 0 0,-1 0 1 0 0,1 1-1 0 0,0-1 0 0 0,0 0 1 0 0,1 0-1 0 0,-1 0 1 0 0,0 0-1 0 0,0 0 0 0 0,0 0 1 0 0,1 1-1 0 0,-1-1 0 0 0,0 0 1 0 0,1 0-1 0 0,-1 0 1 0 0,1 1-1 0 0,0-3 0 0 0,44-24 66 0 0,-43 24-62 0 0,1 0 1 0 0,0 0-1 0 0,0 1 1 0 0,0-1-1 0 0,0 1 1 0 0,1 0-1 0 0,-1 0 0 0 0,1 0 1 0 0,-1 0-1 0 0,1 1 1 0 0,0-1-1 0 0,-1 1 0 0 0,1 0 1 0 0,0 0-1 0 0,0 0 1 0 0,0 1-1 0 0,0 0 1 0 0,0-1-1 0 0,0 1 0 0 0,0 0 1 0 0,0 1-1 0 0,5 0 1 0 0,6 3 56 0 0,0 0 1 0 0,0 1-1 0 0,0 1 1 0 0,21 12-1 0 0,-26-13-110 0 0,1 1 0 0 0,0-1 0 0 0,0-1 0 0 0,0 0 0 0 0,0 0 0 0 0,1-1 0 0 0,20 2 0 0 0,-21-6-338 0 0,0 0-1 0 0,0-1 0 0 0,-1 0 1 0 0,1-1-1 0 0,0 0 1 0 0,18-9-1 0 0,10-3-842 0 0,-12 6-527 0 0,-1-1 0 0 0,28-15-1 0 0,-1-4-1244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0:48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450 35 240 0 0,'-4'-1'1734'0'0,"-14"-2"-146"0"0,4 1-20 0 0,0 0 0 0 0,-27 1 0 0 0,-28 8-205 0 0,-68 27-374 0 0,118-29-815 0 0,13-4-126 0 0,1 0-1 0 0,-1 0 1 0 0,0 1 0 0 0,0 0 0 0 0,1 0 0 0 0,-1 0-1 0 0,1 0 1 0 0,0 1 0 0 0,0 0 0 0 0,0 0-1 0 0,-9 8 1 0 0,5 3 81 0 0,8-12-115 0 0,0 0 1 0 0,0 0 0 0 0,0-1-1 0 0,-1 1 1 0 0,1 0 0 0 0,0-1-1 0 0,-1 1 1 0 0,1-1 0 0 0,-1 0-1 0 0,0 1 1 0 0,1-1-1 0 0,-1 0 1 0 0,-2 1 0 0 0,2-1 11 0 0,0 0 0 0 0,0 0 1 0 0,1 0-1 0 0,-1 1 0 0 0,0-1 0 0 0,1 0 1 0 0,-1 1-1 0 0,1-1 0 0 0,-1 1 1 0 0,1-1-1 0 0,0 1 0 0 0,-1 0 0 0 0,1-1 1 0 0,0 1-1 0 0,0 0 0 0 0,0 0 0 0 0,1 0 1 0 0,-1 0-1 0 0,0 0 0 0 0,1 0 1 0 0,-1 0-1 0 0,1 0 0 0 0,0 0 0 0 0,0 0 1 0 0,-1 0-1 0 0,1 0 0 0 0,1 0 1 0 0,-1 0-1 0 0,0 0 0 0 0,1 4 0 0 0,-1 6 160 0 0,1-10-178 0 0,0 1-1 0 0,1-1 0 0 0,-1 0 1 0 0,0 0-1 0 0,1 0 1 0 0,0 0-1 0 0,-1 0 0 0 0,1-1 1 0 0,0 1-1 0 0,0 0 1 0 0,0-1-1 0 0,0 1 0 0 0,0-1 1 0 0,0 0-1 0 0,0 0 1 0 0,3 2-1 0 0,17 11 54 0 0,-5 3-4 0 0,2-1 0 0 0,0-1-1 0 0,21 12 1 0 0,-29-20-65 0 0,-1-1-1 0 0,1-1 1 0 0,0 0 0 0 0,1-1-1 0 0,-1 0 1 0 0,1-1-1 0 0,23 4 1 0 0,15-2-92 0 0,1-2 0 0 0,0-2 0 0 0,85-10 0 0 0,-100-1 29 0 0,-9 0 48 0 0,-15 7 8 0 0,-8 2 12 0 0,0 1-1 0 0,1-1 0 0 0,-1 0 1 0 0,0 0-1 0 0,0-1 0 0 0,0 1 1 0 0,0-1-1 0 0,0 0 0 0 0,0 0 0 0 0,0-1 1 0 0,-1 1-1 0 0,1-1 0 0 0,3-3 1 0 0,2-19 3 0 0,-7 19 6 0 0,0 0 0 0 0,-1 0 0 0 0,1 0-1 0 0,-1 0 1 0 0,0 0 0 0 0,-1 0 0 0 0,1-1 0 0 0,-1 1 0 0 0,0 0 0 0 0,-1 0 0 0 0,0-1 0 0 0,0 1 0 0 0,0 0 0 0 0,-1 0 0 0 0,0 0 0 0 0,0 0 0 0 0,-3-6-1 0 0,3 3 4 0 0,-1 1 0 0 0,-1-1 0 0 0,1 0 0 0 0,-1 1 0 0 0,-1-1 0 0 0,0 1 0 0 0,0 1 0 0 0,0-1-1 0 0,-1 1 1 0 0,0 0 0 0 0,0 0 0 0 0,-1 0 0 0 0,0 1 0 0 0,0 0 0 0 0,-1 0 0 0 0,0 1 0 0 0,0 0 0 0 0,0 1-1 0 0,0-1 1 0 0,-15-4 0 0 0,4 2-80 0 0,-1 1 0 0 0,0 1 0 0 0,0 1 0 0 0,-1 0-1 0 0,1 2 1 0 0,-1 0 0 0 0,0 2 0 0 0,-25 1 0 0 0,-26 11-903 0 0,44 1-277 0 0,28-13 1169 0 0,-1 1-1 0 0,1-1 0 0 0,0 0 1 0 0,-1 0-1 0 0,1 1 0 0 0,-1-1 1 0 0,1 0-1 0 0,0 0 0 0 0,-1 1 1 0 0,1-1-1 0 0,0 0 0 0 0,0 1 1 0 0,-1-1-1 0 0,1 1 0 0 0,0-1 1 0 0,0 0-1 0 0,-1 1 1 0 0,1-1-1 0 0,0 1 0 0 0,0-1 1 0 0,0 0-1 0 0,0 1 0 0 0,0-1 1 0 0,0 1-1 0 0,-1-1 0 0 0,1 1 1 0 0,0-1-1 0 0,0 1 0 0 0,1-1 1 0 0,-1 1-1 0 0,0-1 0 0 0,0 0 1 0 0,0 1-1 0 0,0-1 0 0 0,0 1 1 0 0,0-1-1 0 0,0 1 0 0 0,1-1 1 0 0,-1 0-1 0 0,0 1 0 0 0,0-1 1 0 0,1 0-1 0 0,-1 1 0 0 0,0-1 1 0 0,1 0-1 0 0,-1 1 0 0 0,23 6-5306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0:49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0 1601 0 0,'0'10'2801'0'0,"-27"-10"-880"0"0,27 5-721 0 0,0-10 1 0 0,0 10-1521 0 0,-26-5-240 0 0,-1-5-6003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0:49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32 2721 0 0,'-4'0'100'0'0,"3"1"23"0"0,0-1-1 0 0,1 0 1 0 0,-1 0 0 0 0,1 0 0 0 0,-1 1-1 0 0,0-1 1 0 0,1 0 0 0 0,-1 0 0 0 0,0 0-1 0 0,0 0 1 0 0,1 0 0 0 0,-1 0 0 0 0,0 0-1 0 0,1-1 1 0 0,-1 1 0 0 0,0 0 0 0 0,1 0-1 0 0,-1 0 1 0 0,1-1 0 0 0,-1 1 0 0 0,0 0 0 0 0,1-1-1 0 0,-1 1 1 0 0,1 0 0 0 0,-1-1 0 0 0,1 1-1 0 0,-1-1 1 0 0,1 1 0 0 0,-1-1 0 0 0,1 1-1 0 0,-1-1 1 0 0,1 1 0 0 0,0-1 0 0 0,-1 0-1 0 0,1 1 1 0 0,0-1 0 0 0,-1 1 0 0 0,1-1-1 0 0,0 0 1 0 0,0 1 0 0 0,0-1 0 0 0,0 0 0 0 0,0 1-1 0 0,-1-1 1 0 0,1 0 0 0 0,1-1 0 0 0,-6 0-3 0 0,2 1-74 0 0,-16-2 321 0 0,19 3-353 0 0,0 0-1 0 0,0-1 0 0 0,0 1 1 0 0,0 0-1 0 0,0-1 0 0 0,0 1 1 0 0,0 0-1 0 0,0-1 0 0 0,0 1 1 0 0,0 0-1 0 0,0 0 0 0 0,0-1 1 0 0,0 1-1 0 0,0 0 0 0 0,0-1 1 0 0,0 1-1 0 0,0 0 0 0 0,0-1 1 0 0,0 1-1 0 0,-1 0 0 0 0,1 0 1 0 0,0-1-1 0 0,0 1 0 0 0,0 0 1 0 0,-1 0-1 0 0,1 0 0 0 0,0-1 1 0 0,0 1-1 0 0,-1 0 0 0 0,1 0 1 0 0,0 0-1 0 0,0-1 0 0 0,-1 1 1 0 0,1 0-1 0 0,-1 0 0 0 0,-43 5 468 0 0,40-2-401 0 0,4-2-77 0 0,0-1 0 0 0,0 1 1 0 0,0-1-1 0 0,0 0 0 0 0,1 1 1 0 0,-1-1-1 0 0,0 0 0 0 0,0 1 1 0 0,1-1-1 0 0,-1 0 0 0 0,0 1 0 0 0,0-1 1 0 0,1 0-1 0 0,-1 0 0 0 0,0 1 1 0 0,1-1-1 0 0,-1 0 0 0 0,1 0 1 0 0,-1 0-1 0 0,0 1 0 0 0,1-1 1 0 0,-1 0-1 0 0,1 0 0 0 0,-1 0 1 0 0,0 0-1 0 0,1 0 0 0 0,-1 0 1 0 0,1 0-1 0 0,-1 0 0 0 0,0 0 1 0 0,1 0-1 0 0,-1 0 0 0 0,1 0 1 0 0,-1 0-1 0 0,0 0 0 0 0,1 0 0 0 0,0-1 1 0 0,-1 1-1 0 0,1 0 0 0 0,-1 0 0 0 0,0 0 0 0 0,1 0 0 0 0,-1 0 0 0 0,1 0 0 0 0,-1 0 0 0 0,0 0 0 0 0,1 0 0 0 0,-1 0 0 0 0,1 0 0 0 0,-1 0 0 0 0,1 0 0 0 0,-1 0 0 0 0,0 0 0 0 0,1 0 0 0 0,-1 0 0 0 0,1 0 0 0 0,-1 1 0 0 0,0-1 0 0 0,1 0 0 0 0,-1 0 0 0 0,1 0 0 0 0,-1 1 0 0 0,0-1 0 0 0,0 0 0 0 0,1 1 0 0 0,-1-1 0 0 0,0 0 0 0 0,1 1 0 0 0,-1-1 0 0 0,0 0 0 0 0,0 1 0 0 0,1-1 0 0 0,-1 0 0 0 0,0 1 0 0 0,0 0 0 0 0,1 0 4 0 0,-1 0 0 0 0,1 0 0 0 0,0 0 0 0 0,-1 0 0 0 0,1 0 0 0 0,0 0 0 0 0,0 0 1 0 0,0 0-1 0 0,0-1 0 0 0,-1 1 0 0 0,1 0 0 0 0,0 0 0 0 0,0-1 0 0 0,1 1 0 0 0,-1-1 0 0 0,0 1 0 0 0,0-1 1 0 0,2 1-1 0 0,0 1 18 0 0,17 13 98 0 0,38 23 1 0 0,2 1 2 0 0,65 47-32 0 0,-118-80-92 0 0,1 1 1 0 0,-1 0-1 0 0,0 0 0 0 0,-1 0 1 0 0,8 13-1 0 0,-9-14-2 0 0,0 1 0 0 0,0-1 0 0 0,0 0 0 0 0,1-1-1 0 0,-1 1 1 0 0,8 4 0 0 0,-5-4-17 0 0,1-1 0 0 0,0-1 0 0 0,0 1 0 0 0,0-1 0 0 0,17 4-1 0 0,-21-6-124 0 0,0-1 0 0 0,0 0 0 0 0,0 0-1 0 0,0-1 1 0 0,0 1 0 0 0,0-1 0 0 0,0 0-1 0 0,1-1 1 0 0,-1 1 0 0 0,0-1 0 0 0,0 0-1 0 0,0 0 1 0 0,5-2 0 0 0,-10 2-15 0 0,1 1 0 0 0,-1-1-1 0 0,1 1 1 0 0,-1-1 0 0 0,1 0 0 0 0,-1 1 0 0 0,0-1 0 0 0,1 1 0 0 0,-1-1 0 0 0,0 0 0 0 0,1 0 0 0 0,-1 1 0 0 0,0-1 0 0 0,0 0-1 0 0,0 1 1 0 0,0-1 0 0 0,0 0 0 0 0,1 0 0 0 0,-2 1 0 0 0,1-1 0 0 0,0 0 0 0 0,0 0 0 0 0,0 1 0 0 0,0-1 0 0 0,0-1-1 0 0,-1-2-706 0 0,1-12-1297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0:50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54 213 320 0 0,'-11'5'2174'0'0,"-17"8"908"0"0,28-13-2995 0 0,0 0 0 0 0,-1 0 0 0 0,1 1 0 0 0,0-1 0 0 0,-1 0 1 0 0,1 0-1 0 0,0 0 0 0 0,-1 0 0 0 0,1 1 0 0 0,0-1 0 0 0,-1 0 0 0 0,1 0 0 0 0,0 0 1 0 0,-1 0-1 0 0,1 0 0 0 0,-1 0 0 0 0,1 0 0 0 0,0 0 0 0 0,-1 0 0 0 0,1 0 1 0 0,-1 0-1 0 0,1 0 0 0 0,0 0 0 0 0,-1 0 0 0 0,1-1 0 0 0,0 1 0 0 0,-1 0 1 0 0,1 0-1 0 0,0 0 0 0 0,-1 0 0 0 0,1-1 0 0 0,0 1 0 0 0,-1 0 0 0 0,1 0 0 0 0,0-1 1 0 0,0 1-1 0 0,-1 0 0 0 0,1-1 0 0 0,0 1 0 0 0,0 0 0 0 0,-1-1 0 0 0,1 1 1 0 0,0 0-1 0 0,0-1 0 0 0,0 1 0 0 0,0-1 0 0 0,4 0 73 0 0,4-1-111 0 0,1 0 0 0 0,-1 0-1 0 0,0-1 1 0 0,0 0 0 0 0,-1 0 0 0 0,14-9 0 0 0,-10 7-57 0 0,91-50 133 0 0,-53 27-40 0 0,1 2 1 0 0,1 3-1 0 0,87-29 1 0 0,-127 50-198 0 0,-1 0 1 0 0,1 0 0 0 0,0 1 0 0 0,-1 0 0 0 0,20 1 0 0 0,-23 1-642 0 0,1 0 1 0 0,-1 0 0 0 0,0 1-1 0 0,10 3 1 0 0,-12 1-2036 0 0,-5 0 173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0:51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820 32 1761 0 0,'1'0'73'0'0,"-1"-1"0"0"0,0 1-1 0 0,0-1 1 0 0,0 1 0 0 0,0-1 0 0 0,0 1 0 0 0,-1-1 0 0 0,1 1 0 0 0,0 0-1 0 0,0-1 1 0 0,0 1 0 0 0,0-1 0 0 0,0 1 0 0 0,-1 0 0 0 0,1-1 0 0 0,0 1 0 0 0,0-1-1 0 0,-1 1 1 0 0,1 0 0 0 0,0-1 0 0 0,0 1 0 0 0,-1 0 0 0 0,1-1 0 0 0,0 1-1 0 0,-1 0 1 0 0,1 0 0 0 0,-1-1 0 0 0,1 1 0 0 0,0 0 0 0 0,-1 0 0 0 0,1 0 0 0 0,-1-1-1 0 0,1 1 1 0 0,0 0 0 0 0,-1 0 0 0 0,1 0 0 0 0,-1 0 0 0 0,1 0 0 0 0,-1 0-1 0 0,1 0 1 0 0,-1 0 0 0 0,1 0 0 0 0,-1 0 0 0 0,1 0 0 0 0,-1 1 0 0 0,1-1-3 0 0,-1 0 0 0 0,1 0 1 0 0,-1 0-1 0 0,1 0 1 0 0,-1 0-1 0 0,1 0 0 0 0,0 0 1 0 0,-1 0-1 0 0,1 0 1 0 0,-1 0-1 0 0,1 0 0 0 0,-1 0 1 0 0,1 0-1 0 0,0 0 0 0 0,-1-1 1 0 0,1 1-1 0 0,-1 0 1 0 0,1 0-1 0 0,0 0 0 0 0,-1-1 1 0 0,1 1-1 0 0,-1 0 1 0 0,1 0-1 0 0,0-1 0 0 0,-1 1 1 0 0,1 0-1 0 0,0-1 1 0 0,0 1-1 0 0,-1 0 0 0 0,1-1 1 0 0,0 1-1 0 0,0 0 0 0 0,0-1 1 0 0,-1 1-1 0 0,1-1 1 0 0,0 1-1 0 0,0-1 0 0 0,0 1 1 0 0,0 0-1 0 0,0-1 1 0 0,0 1-1 0 0,0-1 0 0 0,0 1 1 0 0,0-1-1 0 0,0 0 0 0 0,0 0 838 0 0,-8-1-787 0 0,1 0 1 0 0,-1 1-1 0 0,0 0 1 0 0,0 0-1 0 0,0 1 1 0 0,1 0-1 0 0,-1 0 1 0 0,0 1-1 0 0,0 0 0 0 0,0 0 1 0 0,-12 4-1 0 0,-12 1 196 0 0,-9 3-99 0 0,1 2-1 0 0,-61 25 1 0 0,66-22-202 0 0,14-6 32 0 0,1 0 0 0 0,-38 23 0 0 0,32-15-41 0 0,-50 19 0 0 0,68-31 9 0 0,-1 1 0 0 0,1 0 0 0 0,0 0 0 0 0,0 1 0 0 0,1 0 0 0 0,-11 11 0 0 0,-26 19 18 0 0,28-27-36 0 0,13-7-4 0 0,0-1 1 0 0,0 1-1 0 0,0 0 1 0 0,0 0-1 0 0,1 0 1 0 0,-1 0-1 0 0,1 1 1 0 0,-1-1-1 0 0,1 1 1 0 0,0-1-1 0 0,0 1 1 0 0,0 0-1 0 0,-2 4 0 0 0,-41 38-74 0 0,19-5 147 0 0,25-39-67 0 0,1 0 0 0 0,-1-1 0 0 0,1 1 0 0 0,0 0 0 0 0,0 0 0 0 0,-1-1 0 0 0,1 1 0 0 0,0 0 1 0 0,0 0-1 0 0,0 0 0 0 0,0 0 0 0 0,0-1 0 0 0,0 1 0 0 0,0 0 0 0 0,0 0 0 0 0,0 0 0 0 0,0 0 0 0 0,0-1 0 0 0,1 1 0 0 0,-1 0 0 0 0,0 0 0 0 0,1 0 0 0 0,-1-1 0 0 0,0 1 0 0 0,1 0 0 0 0,20 19-23 0 0,32 6-21 0 0,-52-25 43 0 0,30 8-12 0 0,-16-8-32 0 0,-1-1-1 0 0,0 0 1 0 0,1-1 0 0 0,21-4-1 0 0,-32-3 19 0 0,0-1-12 0 0,-2 7 42 0 0,0 0 0 0 0,0-1 0 0 0,0 0 0 0 0,0 1 0 0 0,0-1 0 0 0,0 0 0 0 0,-1 0 0 0 0,1 0 0 0 0,-1 0 0 0 0,0 0 0 0 0,0 0 1 0 0,0 0-1 0 0,0-1 0 0 0,-1 1 0 0 0,1 0 0 0 0,-1 0 0 0 0,0-1 0 0 0,0 1 0 0 0,0 0 0 0 0,0-1 0 0 0,-1 1 0 0 0,1 0 0 0 0,-1 0 0 0 0,0 0 1 0 0,-2-5-1 0 0,-2 0-22 0 0,0 1 0 0 0,0 0 0 0 0,-1 1 0 0 0,0 0 0 0 0,-1 0 0 0 0,0 0 0 0 0,0 0 0 0 0,0 1 1 0 0,0 0-1 0 0,-1 1 0 0 0,-14-7 0 0 0,21 11-48 0 0,0-1 1 0 0,0 1-1 0 0,0 0 1 0 0,0-1-1 0 0,0 1 0 0 0,0 0 1 0 0,0 0-1 0 0,0 0 1 0 0,-1 0-1 0 0,1 0 0 0 0,0 0 1 0 0,0 0-1 0 0,0 0 1 0 0,0 1-1 0 0,0-1 0 0 0,0 0 1 0 0,0 1-1 0 0,0-1 1 0 0,0 0-1 0 0,-2 2 0 0 0,3-2 12 0 0,0 0-1 0 0,0 0 1 0 0,-1 0-1 0 0,1 0 0 0 0,0 1 1 0 0,-1-1-1 0 0,1 0 0 0 0,0 0 1 0 0,0 0-1 0 0,-1 0 1 0 0,1 1-1 0 0,0-1 0 0 0,0 0 1 0 0,0 0-1 0 0,-1 1 0 0 0,1-1 1 0 0,0 0-1 0 0,0 0 0 0 0,0 1 1 0 0,0-1-1 0 0,0 0 1 0 0,-1 0-1 0 0,1 1 0 0 0,0-1 1 0 0,0 0-1 0 0,0 1 0 0 0,0-1 1 0 0,0 0-1 0 0,0 1 1 0 0,0-1-1 0 0,0 0 0 0 0,0 1 1 0 0,0-1-1 0 0,0 0 0 0 0,0 0 1 0 0,0 1-1 0 0,0-1 1 0 0,0 0-1 0 0,1 1 0 0 0,-1-1 1 0 0,0 0-1 0 0,0 0 0 0 0,0 1 1 0 0,0-1-1 0 0,1 0 1 0 0,-1 0-1 0 0,0 1 0 0 0,7 1-791 0 0,-1 0 0 0 0,0 0 0 0 0,1 0 0 0 0,0-1 0 0 0,9 0 0 0 0,11 0-1314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0:51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371 233 1681 0 0,'-9'0'2401'0'0,"-71"1"1587"0"0,43 1-3347 0 0,0 1-1 0 0,0 2 0 0 0,-70 19 1 0 0,103-23-628 0 0,0 1 0 0 0,0 0 1 0 0,1 0-1 0 0,-1 0 0 0 0,0 1 1 0 0,1-1-1 0 0,0 1 0 0 0,0 0 1 0 0,-1 0-1 0 0,2 0 0 0 0,-1 0 1 0 0,0 1-1 0 0,1-1 0 0 0,-1 1 1 0 0,1-1-1 0 0,0 1 0 0 0,0 0 1 0 0,0 0-1 0 0,1 0 0 0 0,0 0 1 0 0,-1 0-1 0 0,1 0 0 0 0,1 1 1 0 0,-1-1-1 0 0,1 0 0 0 0,-1 0 1 0 0,1 1-1 0 0,0-1 0 0 0,1 0 1 0 0,-1 0-1 0 0,1 1 0 0 0,0-1 1 0 0,0 0-1 0 0,0 0 0 0 0,0 0 1 0 0,5 8-1 0 0,-2-7-18 0 0,0 0 0 0 0,0 1 0 0 0,1-2 0 0 0,0 1 0 0 0,0 0 0 0 0,0-1 0 0 0,1 0 0 0 0,-1 0 0 0 0,1-1 0 0 0,0 0 0 0 0,0 0 0 0 0,0 0 1 0 0,0 0-1 0 0,1-1 0 0 0,-1 0 0 0 0,1-1 0 0 0,-1 1 0 0 0,1-1 0 0 0,0 0 0 0 0,7-1 0 0 0,1 1-49 0 0,-1-2 1 0 0,1 0-1 0 0,0 0 0 0 0,-1-1 1 0 0,1-1-1 0 0,-1-1 0 0 0,0 0 1 0 0,26-11-1 0 0,-9 0-77 0 0,-2-1-1 0 0,1-1 0 0 0,37-31 1 0 0,-49 34 111 0 0,-1-1 0 0 0,-1 0 0 0 0,-1-1-1 0 0,0-1 1 0 0,-1 0 0 0 0,14-23 0 0 0,-25 35 31 0 0,0 1 0 0 0,-1-1 0 0 0,0 0-1 0 0,0 1 1 0 0,0-1 0 0 0,0 0 0 0 0,-1 0 0 0 0,0 0 0 0 0,0 0-1 0 0,0 0 1 0 0,-1-1 0 0 0,1 1 0 0 0,-1 0 0 0 0,0 0-1 0 0,-1 0 1 0 0,1-1 0 0 0,-1 1 0 0 0,0 0 0 0 0,-1 0 0 0 0,-2-6-1 0 0,1 5 12 0 0,0 0 0 0 0,-1 0-1 0 0,0 0 1 0 0,0 1 0 0 0,-1 0-1 0 0,1 0 1 0 0,-1 0 0 0 0,0 0-1 0 0,-1 1 1 0 0,1 0 0 0 0,-1 0-1 0 0,1 0 1 0 0,-1 1-1 0 0,-1-1 1 0 0,-8-2 0 0 0,1 1-41 0 0,0 1 1 0 0,1 0-1 0 0,-1 1 0 0 0,-1 0 1 0 0,1 1-1 0 0,-17 0 1 0 0,0 2-818 0 0,-59 8 1 0 0,10 3-1966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0:56.9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400 90 480 0 0,'2'1'177'0'0,"-1"0"-1"0"0,1-1 1 0 0,-1 1 0 0 0,1 0-1 0 0,-1 0 1 0 0,1 0 0 0 0,-1 0-1 0 0,1 1 1 0 0,-1-1-1 0 0,0 0 1 0 0,0 1 0 0 0,0-1-1 0 0,0 0 1 0 0,0 1-1 0 0,0-1 1 0 0,0 1 0 0 0,0 0-1 0 0,0-1 1 0 0,0 4-1 0 0,1 38 2809 0 0,-2-19-2725 0 0,0 47 767 0 0,0-71-1025 0 0,-1 1 1 0 0,1 0 0 0 0,0-1-1 0 0,0 1 1 0 0,0-1 0 0 0,0 1-1 0 0,0-1 1 0 0,0 1 0 0 0,0 0-1 0 0,1-1 1 0 0,-1 1-1 0 0,0-1 1 0 0,0 1 0 0 0,0-1-1 0 0,1 1 1 0 0,-1 0 0 0 0,0-1-1 0 0,0 1 1 0 0,1-1 0 0 0,-1 1-1 0 0,1-1 1 0 0,-1 0-1 0 0,0 1 1 0 0,1-1 0 0 0,-1 1-1 0 0,1-1 1 0 0,-1 0 0 0 0,1 1-1 0 0,-1-1 1 0 0,1 0 0 0 0,-1 1-1 0 0,1-1 1 0 0,-1 0 0 0 0,1 0-1 0 0,-1 0 1 0 0,1 0-1 0 0,0 1 1 0 0,-1-1 0 0 0,1 0-1 0 0,1 0 1 0 0,-2 0 5 0 0,1 0 0 0 0,-1 0-1 0 0,1 0 1 0 0,-1 0 0 0 0,1 0 0 0 0,-1 0-1 0 0,1 0 1 0 0,-1 0 0 0 0,1 0 0 0 0,-1 1-1 0 0,1-1 1 0 0,-1 0 0 0 0,1 0 0 0 0,-1 1 0 0 0,0-1-1 0 0,1 0 1 0 0,-1 0 0 0 0,1 1 0 0 0,-1-1-1 0 0,0 1 1 0 0,1-1 0 0 0,-1 0 0 0 0,0 1 0 0 0,1-1-1 0 0,-1 1 1 0 0,0-1 0 0 0,0 1 0 0 0,1-1-1 0 0,-1 1 1 0 0,0-1 0 0 0,0 1 0 0 0,0-1-1 0 0,0 1 1 0 0,0-1 0 0 0,1 1 0 0 0,-1-1 0 0 0,0 1-1 0 0,0-1 1 0 0,0 1 0 0 0,-1 0 0 0 0,6 3 98 0 0,-4-3-107 0 0,0-1 15 0 0,0 0 0 0 0,0 0 0 0 0,0 0 0 0 0,0 0-1 0 0,0 0 1 0 0,0 1 0 0 0,0-1 0 0 0,1 0 0 0 0,-1 1 0 0 0,0-1 0 0 0,-1 1 0 0 0,1-1 0 0 0,0 1 0 0 0,0 0 0 0 0,0-1 0 0 0,1 2 0 0 0,1 25 471 0 0,-4-24-452 0 0,1-1 0 0 0,-1 1 1 0 0,0-1-1 0 0,0 1 0 0 0,0-1 1 0 0,0 0-1 0 0,-1 0 0 0 0,1 1 1 0 0,-1-1-1 0 0,1 0 0 0 0,-1 0 1 0 0,0 0-1 0 0,-2 2 0 0 0,-30 27 295 0 0,30-28-269 0 0,-11 9 64 0 0,11-8-76 0 0,-1-1 0 0 0,1 0 0 0 0,1 1 1 0 0,-1 0-1 0 0,0 0 0 0 0,1 0 0 0 0,0 1 0 0 0,-5 8 0 0 0,1-2 5 0 0,5-9-37 0 0,0 1-1 0 0,1-1 0 0 0,-1 0 0 0 0,1 1 1 0 0,0 0-1 0 0,-1-1 0 0 0,1 1 1 0 0,0 0-1 0 0,1-1 0 0 0,-1 1 1 0 0,0 0-1 0 0,1 0 0 0 0,0 0 1 0 0,0 5-1 0 0,0-5-6 0 0,0 1 0 0 0,0-1 0 0 0,-1 0 0 0 0,1 0 0 0 0,-1 0 0 0 0,1 0 0 0 0,-1 0 0 0 0,0 1 0 0 0,0-1 0 0 0,0-1 0 0 0,-1 1 0 0 0,1 0 0 0 0,-1 0 0 0 0,0 0 0 0 0,1-1 0 0 0,-1 1 0 0 0,0-1 0 0 0,-1 1 0 0 0,-3 3 0 0 0,-43 53 152 0 0,49-58-156 0 0,-1 0 0 0 0,0 0 0 0 0,1-1 0 0 0,0 1 0 0 0,-1 0 0 0 0,1 1-1 0 0,0-1 1 0 0,-1 0 0 0 0,1 0 0 0 0,0 0 0 0 0,0 0 0 0 0,0 0 0 0 0,0 0 0 0 0,0 2 0 0 0,0-2-3 0 0,0 1 1 0 0,0-1-1 0 0,0 0 1 0 0,0 1-1 0 0,0-1 1 0 0,0 1-1 0 0,-1-1 1 0 0,1 1 0 0 0,0-1-1 0 0,-1 0 1 0 0,0 1-1 0 0,1-1 1 0 0,-2 2-1 0 0,-34 67-1 0 0,28-53 0 0 0,7-14 3 0 0,0 0-1 0 0,0-1 0 0 0,0 1 1 0 0,0 0-1 0 0,1 0 1 0 0,-1 0-1 0 0,1 0 0 0 0,0 0 1 0 0,0 4-1 0 0,-3 17 54 0 0,-15 7 11 0 0,9-5-52 0 0,7-19-15 0 0,0 0 0 0 0,-1 0-1 0 0,1 0 1 0 0,-2 0 0 0 0,-5 9-1 0 0,5-9-6 0 0,0-1 0 0 0,1 1 0 0 0,0 0 0 0 0,-4 11 0 0 0,-3 9-24 0 0,1-10 19 0 0,7-15 14 0 0,1 1 0 0 0,-1-1 0 0 0,1 1 0 0 0,-1 0 0 0 0,1 0 0 0 0,0 0-1 0 0,0 0 1 0 0,1 0 0 0 0,-1 0 0 0 0,0 0 0 0 0,1 0 0 0 0,0 3 0 0 0,0-3 10 0 0,-1 1 1 0 0,1-1-1 0 0,-1 1 0 0 0,1-1 1 0 0,-1 1-1 0 0,0-1 1 0 0,-1 0-1 0 0,1 0 0 0 0,0 1 1 0 0,-1-1-1 0 0,0 0 0 0 0,0 0 1 0 0,0 0-1 0 0,0-1 0 0 0,0 1 1 0 0,-5 4-1 0 0,4-3 2 0 0,-1 0 0 0 0,1 0 0 0 0,0 0 0 0 0,0 1 0 0 0,-3 7-1 0 0,-3 20 68 0 0,-9-4-1 0 0,-9 22 66 0 0,27-49-146 0 0,-1 0-1 0 0,1-1 0 0 0,0 1 1 0 0,-1 0-1 0 0,1-1 1 0 0,0 1-1 0 0,-1 0 0 0 0,1-1 1 0 0,0 1-1 0 0,0 0 0 0 0,-1 0 1 0 0,1 0-1 0 0,0-1 1 0 0,0 1-1 0 0,0 0 0 0 0,0 0 1 0 0,0-1-1 0 0,0 1 0 0 0,0 0 1 0 0,1 0-1 0 0,-1 0 1 0 0,0-1-1 0 0,0 1 0 0 0,1 0 1 0 0,-1-1-1 0 0,0 1 0 0 0,1 0 1 0 0,-1 0-1 0 0,0-1 1 0 0,1 1-1 0 0,-1-1 0 0 0,1 1 1 0 0,-1 0-1 0 0,1-1 0 0 0,0 1 1 0 0,-1-1-1 0 0,1 1 1 0 0,0-1-1 0 0,-1 0 0 0 0,1 1 1 0 0,1 0-1 0 0,-1-1-2 0 0,0 1 1 0 0,0 0-1 0 0,0 0 0 0 0,0 0 1 0 0,0 0-1 0 0,0 0 0 0 0,0 0 1 0 0,0 0-1 0 0,-1 0 0 0 0,1 0 1 0 0,0 0-1 0 0,-1 0 0 0 0,1 0 0 0 0,0 1 1 0 0,-1-1-1 0 0,0 0 0 0 0,1 0 1 0 0,-1 1-1 0 0,1 1 0 0 0,3 1-63 0 0,125 31 306 0 0,-73-20-76 0 0,-36-9-112 0 0,0-1 0 0 0,22 3 0 0 0,82 8 95 0 0,89-14-121 0 0,-173-2 30 0 0,0 1-1 0 0,1 3 0 0 0,-1 1 0 0 0,-1 2 1 0 0,1 1-1 0 0,71 26 0 0 0,13-4 185 0 0,-13-3 160 0 0,44 2 321 0 0,-140-27-667 0 0,-12-2-30 0 0,0 0 0 0 0,0 0 0 0 0,0 0 1 0 0,0 1-1 0 0,0-1 0 0 0,0 1 0 0 0,0 0 0 0 0,0 0 1 0 0,0 0-1 0 0,5 3 0 0 0,-8-3 69 0 0,5-1 54 0 0,12 0 26 0 0,-8 5 454 0 0,80-3 44 0 0,111-4-381 0 0,78-13 28 0 0,-219 16-215 0 0,0 3 0 0 0,100 18 0 0 0,-63 2-20 0 0,48 8-20 0 0,-67-23-33 0 0,1-3 0 0 0,1-3 0 0 0,104-10 1 0 0,-125 6 102 0 0,-36 1-106 0 0,84-9 426 0 0,522 13 89 0 0,-519 0-457 0 0,-81-3-81 0 0,-12-1 4 0 0,1 1-1 0 0,28 4 1 0 0,-41 0-22 0 0,-4-4-52 0 0,5-2-334 0 0,5-2 395 0 0,0 0 0 0 0,0 1 0 0 0,0 0 1 0 0,0 1-1 0 0,1 0 0 0 0,12 1 0 0 0,22-4 119 0 0,93-17 44 0 0,44-9-76 0 0,26-9-2 0 0,-203 38-85 0 0,-4 1 2 0 0,0 1 0 0 0,0-1 0 0 0,0-1-1 0 0,0 1 1 0 0,0 0 0 0 0,-1 0 0 0 0,1 0 0 0 0,0 0 0 0 0,0-1 0 0 0,0 1-1 0 0,0 0 1 0 0,0-1 0 0 0,0 1 0 0 0,0-1 0 0 0,0 1 0 0 0,0-1 0 0 0,-1 1 0 0 0,1-1-1 0 0,0 0 1 0 0,0 1 0 0 0,-1-1 0 0 0,1 0 0 0 0,0-1 0 0 0,4 0-77 0 0,13-1 0 0 0,-18 3 80 0 0,0-1 0 0 0,1 1 0 0 0,-1 0 1 0 0,0 0-1 0 0,1-1 0 0 0,-1 1 1 0 0,0 0-1 0 0,0-1 0 0 0,1 1 1 0 0,-1 0-1 0 0,0-1 0 0 0,0 1 0 0 0,1 0 1 0 0,-1-1-1 0 0,0 1 0 0 0,0-1 1 0 0,0 1-1 0 0,0 0 0 0 0,0-1 0 0 0,0 1 1 0 0,0-1-1 0 0,0 1 0 0 0,0-1 1 0 0,0 1-1 0 0,0 0 0 0 0,0-1 0 0 0,0 1 1 0 0,0-1-1 0 0,0 1 0 0 0,0-1 1 0 0,0 1-1 0 0,0 0 0 0 0,-1-1 0 0 0,1 1 1 0 0,0 0-1 0 0,0-1 0 0 0,0 1 1 0 0,-1 0-1 0 0,1-1 0 0 0,0 1 0 0 0,-1 0 1 0 0,1-1-1 0 0,0 1 0 0 0,-1 0 1 0 0,1-1-1 0 0,-5-2 26 0 0,-10-10 212 0 0,12-17 298 0 0,3 29-534 0 0,0 0-1 0 0,0 1 1 0 0,0-1 0 0 0,-1 0-1 0 0,1 1 1 0 0,0-1-1 0 0,0 0 1 0 0,0 0-1 0 0,0 1 1 0 0,0-1 0 0 0,0 0-1 0 0,1 0 1 0 0,-1 1-1 0 0,0-1 1 0 0,0 0-1 0 0,0 0 1 0 0,1 1 0 0 0,-1-1-1 0 0,0 0 1 0 0,1 1-1 0 0,-1-1 1 0 0,1 1-1 0 0,-1-1 1 0 0,1 0 0 0 0,-1 1-1 0 0,1-1 1 0 0,-1 1-1 0 0,1-1 1 0 0,-1 1-1 0 0,1-1 1 0 0,0 1 0 0 0,-1 0-1 0 0,1-1 1 0 0,0 1-1 0 0,-1 0 1 0 0,1 0-1 0 0,0-1 1 0 0,-1 1 0 0 0,1 0-1 0 0,0 0 1 0 0,0 0-1 0 0,0 0 1 0 0,15-5-3 0 0,59-35 1 0 0,-72 38 4 0 0,0 0-1 0 0,0 0 0 0 0,-1 0 1 0 0,1 0-1 0 0,-1 0 1 0 0,1 0-1 0 0,-1-1 1 0 0,0 0-1 0 0,3-3 1 0 0,-2 1 8 0 0,0 1 0 0 0,1 0 0 0 0,0 0 0 0 0,-1 0 0 0 0,10-6 0 0 0,98-79 295 0 0,58-42-1 0 0,-163 126-306 0 0,0 0 0 0 0,0-1 0 0 0,0 1 0 0 0,0-1 0 0 0,-1 0 0 0 0,0-1 0 0 0,-1 1 0 0 0,5-9 0 0 0,-5 7-34 0 0,30-64-38 0 0,-31 64 85 0 0,2 0 1 0 0,-1 1-1 0 0,1 0 0 0 0,0 0 0 0 0,0 1 1 0 0,9-9-1 0 0,-13 15-16 0 0,-1-1 0 0 0,1 1 0 0 0,-1-1 0 0 0,1 1 0 0 0,-1-1 0 0 0,0 1 0 0 0,1-1 0 0 0,-1 1 0 0 0,0-1 0 0 0,1 0 0 0 0,-1 1 0 0 0,0-1 0 0 0,0 0 0 0 0,1 1 1 0 0,-1-1-1 0 0,0 0 0 0 0,0 1 0 0 0,0-1 0 0 0,0 0 0 0 0,0 1 0 0 0,0-1 0 0 0,0 0 0 0 0,0 1 0 0 0,0-1 0 0 0,-1 0 0 0 0,1 1 0 0 0,0-2 0 0 0,-1 2-5 0 0,1-1 0 0 0,0 0 0 0 0,0 1 0 0 0,0-1 0 0 0,0 0 0 0 0,0 1 0 0 0,0-1 0 0 0,-1 0 0 0 0,1 1 0 0 0,1-1 0 0 0,-1 0 0 0 0,0 0 0 0 0,0 1 0 0 0,0-1 0 0 0,0 0 0 0 0,0 1 0 0 0,1-1 0 0 0,-1 1 0 0 0,0-1 0 0 0,1 0 0 0 0,-1 1 0 0 0,0-1 0 0 0,1 1 0 0 0,-1-1 0 0 0,1 1 0 0 0,-1-1 0 0 0,1 0 0 0 0,4-2-19 0 0,-4 2 21 0 0,0 1 1 0 0,0-1-1 0 0,0 1 0 0 0,0-1 1 0 0,0 0-1 0 0,0 1 1 0 0,0-1-1 0 0,0 0 0 0 0,0 0 1 0 0,0 0-1 0 0,-1 0 1 0 0,1 1-1 0 0,0-1 0 0 0,0 0 1 0 0,-1-1-1 0 0,1 1 0 0 0,-1 0 1 0 0,1 0-1 0 0,-1 0 1 0 0,0 0-1 0 0,1 0 0 0 0,-1 0 1 0 0,0-1-1 0 0,0 1 0 0 0,0-2 1 0 0,1 1-10 0 0,-1 0 0 0 0,0 1 1 0 0,0-1-1 0 0,1 0 0 0 0,-1 0 0 0 0,1 0 1 0 0,0 0-1 0 0,0 0 0 0 0,-1 0 0 0 0,1 1 1 0 0,0-1-1 0 0,0 0 0 0 0,1 1 1 0 0,1-4-1 0 0,7-8-71 0 0,-3-4-17 0 0,-6 14 88 0 0,0 1 0 0 0,0-1 1 0 0,0 1-1 0 0,1 0 1 0 0,-1-1-1 0 0,1 1 1 0 0,-1 0-1 0 0,1 0 1 0 0,0 0-1 0 0,0 0 1 0 0,-1 0-1 0 0,1 0 1 0 0,3-1-1 0 0,9-7-39 0 0,-9 7 32 0 0,0-1 0 0 0,0 1 0 0 0,0-1 0 0 0,0-1 0 0 0,5-5-1 0 0,-4 1-45 0 0,1 1-1 0 0,1 0 1 0 0,0 1-1 0 0,0 0 1 0 0,0 0-1 0 0,14-8 0 0 0,-13 9 47 0 0,0 0-1 0 0,-1-1 0 0 0,0 1 0 0 0,0-2 0 0 0,-1 1 0 0 0,10-13 0 0 0,-16 17 9 0 0,1-1 0 0 0,-1 0 0 0 0,0 0-1 0 0,0 0 1 0 0,-1 0 0 0 0,1 0 0 0 0,-1 0 0 0 0,0 0-1 0 0,0 0 1 0 0,0 0 0 0 0,-2-7 0 0 0,1-7-16 0 0,1 16 34 0 0,0 1-1 0 0,0-1 1 0 0,0 0-1 0 0,0 1 1 0 0,-1-1 0 0 0,1 1-1 0 0,-1-1 1 0 0,0 0 0 0 0,1 1-1 0 0,-1-1 1 0 0,0 1-1 0 0,0-1 1 0 0,0 1 0 0 0,0 0-1 0 0,0-1 1 0 0,0 1-1 0 0,-2-2 1 0 0,2 1 1 0 0,-1 1-1 0 0,1 0 1 0 0,0 0-1 0 0,0 0 1 0 0,0 0-1 0 0,0-1 1 0 0,1 1-1 0 0,-1-1 1 0 0,0 1-1 0 0,1 0 1 0 0,-1-1 0 0 0,0 1-1 0 0,1-1 1 0 0,0 1-1 0 0,-1-1 1 0 0,1 0-1 0 0,0-2 1 0 0,0 3-1 0 0,0 0 0 0 0,0 1-1 0 0,0-1 1 0 0,0 0 0 0 0,0 0 0 0 0,-1 0 0 0 0,1 1 0 0 0,0-1 0 0 0,0 0 0 0 0,-1 0 0 0 0,1 1 0 0 0,0-1 0 0 0,-1 0 0 0 0,1 0-1 0 0,0 1 1 0 0,-1-1 0 0 0,1 0 0 0 0,-1 1 0 0 0,0-1 0 0 0,1 1 0 0 0,-1-1 0 0 0,1 1 0 0 0,-1-1 0 0 0,0 1 0 0 0,1-1-1 0 0,-1 1 1 0 0,0 0 0 0 0,-1-1 0 0 0,2 0 2 0 0,-1 1 1 0 0,0-1-1 0 0,0 1 0 0 0,0-1 0 0 0,0 1 0 0 0,0-1 1 0 0,1 0-1 0 0,-1 1 0 0 0,0-1 0 0 0,0 0 0 0 0,1 0 1 0 0,-1 1-1 0 0,1-1 0 0 0,-1 0 0 0 0,1 0 1 0 0,-1 0-1 0 0,1 0 0 0 0,-1 0 0 0 0,1 0 0 0 0,0 0 1 0 0,-1 0-1 0 0,1 0 0 0 0,0 0 0 0 0,0 0 0 0 0,0 0 1 0 0,0 0-1 0 0,0 0 0 0 0,0-1 0 0 0,0 1-5 0 0,0 1-1 0 0,0-1 0 0 0,-1 1 1 0 0,1 0-1 0 0,0-1 0 0 0,0 1 1 0 0,-1 0-1 0 0,1-1 0 0 0,0 1 1 0 0,-1 0-1 0 0,1-1 0 0 0,0 1 1 0 0,-1 0-1 0 0,1 0 0 0 0,0-1 1 0 0,-1 1-1 0 0,1 0 1 0 0,-1 0-1 0 0,1 0 0 0 0,0 0 1 0 0,-1 0-1 0 0,1-1 0 0 0,-1 1 1 0 0,1 0-1 0 0,-1 0 0 0 0,1 0 1 0 0,0 0-1 0 0,-1 0 0 0 0,1 0 1 0 0,-1 0-1 0 0,1 1 0 0 0,-1-1 1 0 0,1 0-1 0 0,-1 0 1 0 0,0 0 0 0 0,1 1 1 0 0,0-1 0 0 0,-1 0 0 0 0,1 0 0 0 0,-1 0 0 0 0,1 0 0 0 0,-1 0 0 0 0,1 0 0 0 0,0 0 0 0 0,-1 0 0 0 0,1 0 0 0 0,-1 0 0 0 0,1 0 0 0 0,-1 0 0 0 0,1 0 0 0 0,0 0-1 0 0,-1-1 1 0 0,1 1 0 0 0,-1 0 0 0 0,1 0 0 0 0,0 0 0 0 0,-1-1 0 0 0,1 1 0 0 0,-1 0 0 0 0,1 0 0 0 0,0-1 0 0 0,0 1 0 0 0,-1 0 0 0 0,1-1 0 0 0,0 1 0 0 0,-1 0-1 0 0,1-1 1 0 0,0 1 0 0 0,-1-1 0 0 0,1 0-1 0 0,0 0-1 0 0,-1 1 0 0 0,1-1 1 0 0,-1 0-1 0 0,1 0 0 0 0,-1 1 1 0 0,0-1-1 0 0,1 1 0 0 0,-1-1 0 0 0,0 1 1 0 0,1-1-1 0 0,-1 1 0 0 0,0-1 1 0 0,0 1-1 0 0,1-1 0 0 0,-1 1 1 0 0,0 0-1 0 0,0-1 0 0 0,0 1 1 0 0,1 0-1 0 0,-1 0 0 0 0,0 0 1 0 0,-2 0-1 0 0,-1-2-8 0 0,-8-5-53 0 0,0 0 0 0 0,-1 1-1 0 0,1 0 1 0 0,-23-6-1 0 0,-41 1 236 0 0,59 8 147 0 0,0 1 1 0 0,-21-1-1 0 0,4 1-98 0 0,-6-2-43 0 0,-106-16-267 0 0,132 16 70 0 0,1 0-1 0 0,0-1 0 0 0,0 0 0 0 0,-12-8 1 0 0,-4-1 12 0 0,-8 0-14 0 0,26 10 9 0 0,0 0 0 0 0,1-1 0 0 0,-1 0-1 0 0,1 0 1 0 0,-11-8 0 0 0,16 9-1 0 0,0 1 0 0 0,-1 0-1 0 0,1 1 1 0 0,-12-4 0 0 0,-25-12-226 0 0,-16-12-221 0 0,-2 2 0 0 0,-79-24 0 0 0,122 48 384 0 0,-1 0 0 0 0,0 1 0 0 0,0 1 0 0 0,0 1 0 0 0,-25 0 0 0 0,-96 13-379 0 0,68-5 483 0 0,30-4-14 0 0,-23 2 109 0 0,-128-6 0 0 0,-150-44-111 0 0,188 29-196 0 0,69 9 70 0 0,-37 4 97 0 0,35 2-50 0 0,-104 1-255 0 0,-122-6 166 0 0,76-1-25 0 0,210 8 45 0 0,-374 15 22 0 0,354-16 51 0 0,-215 23-116 0 0,124-7 167 0 0,5 7-57 0 0,9 10-159 0 0,100-26 219 0 0,15-4 19 0 0,-1-1 0 0 0,1 0 0 0 0,-1 0 0 0 0,-12 0 0 0 0,10-1-22 0 0,0 1 0 0 0,0 0 1 0 0,1 0-1 0 0,-1 1 0 0 0,-14 6 0 0 0,4-1 2 0 0,-2 3 19 0 0,-5 1 5 0 0,25-11 7 0 0,1 0 1 0 0,0 0-1 0 0,0 0 1 0 0,0 0-1 0 0,0 1 1 0 0,0-1-1 0 0,0 1 1 0 0,0 0 0 0 0,1 0-1 0 0,-5 4 1 0 0,-14 9 317 0 0,-8 1-172 0 0,-1-1 0 0 0,-62 21 0 0 0,62-28-136 0 0,-50 23 1 0 0,53-10-101 0 0,9-16 40 0 0,14-3-39 0 0,4 3-14 0 0,4-4-14 0 0,14-1-39 0 0,-14 0 39 0 0,19-1-66 0 0,51-5-240 0 0,-117 21-3442 0 0,-91 11-3921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0:30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25 112 480 0 0,'67'-38'6606'0'0,"-58"33"-6075"0"0,0-9 856 0 0,-8 13-1351 0 0,1 0 0 0 0,-1 1-1 0 0,1-1 1 0 0,-1 0 0 0 0,1 0-1 0 0,-1 0 1 0 0,0-1 0 0 0,0 1 0 0 0,0 0-1 0 0,1 0 1 0 0,-1-1 0 0 0,0 1-1 0 0,0-1 1 0 0,-1 1 0 0 0,1-1 0 0 0,0 1-1 0 0,0-1 1 0 0,-1 1 0 0 0,1-1-1 0 0,-1 0 1 0 0,0 1 0 0 0,1-1 0 0 0,-1 0-1 0 0,0 1 1 0 0,0-1 0 0 0,0 0-1 0 0,0 1 1 0 0,0-1 0 0 0,0 0 0 0 0,-1-2-1 0 0,1 4-25 0 0,-1 0 0 0 0,1-1 1 0 0,0 1-1 0 0,-1 0 0 0 0,1-1 0 0 0,0 1 0 0 0,-1 0 0 0 0,1-1 0 0 0,-1 1 0 0 0,1 0 0 0 0,0 0 0 0 0,-1-1 0 0 0,1 1 0 0 0,-1 0 0 0 0,1 0 1 0 0,-1 0-1 0 0,1 0 0 0 0,-1 0 0 0 0,1 0 0 0 0,-1-1 0 0 0,1 1 0 0 0,-1 0 0 0 0,1 0 0 0 0,-1 1 0 0 0,1-1 0 0 0,-1 0 0 0 0,1 0 1 0 0,-1 0-1 0 0,0 0 0 0 0,1 1 1 0 0,-1-1-1 0 0,1 0 1 0 0,-1 0 0 0 0,1 0-1 0 0,-1 0 1 0 0,1 0 0 0 0,-1 0-1 0 0,1 0 1 0 0,-1 0-1 0 0,1 0 1 0 0,-1 0 0 0 0,1 0-1 0 0,-1-1 1 0 0,1 1 0 0 0,0 0-1 0 0,-1 0 1 0 0,1 0-1 0 0,-1 0 1 0 0,1-1 0 0 0,-1 1-1 0 0,1 0 1 0 0,0-1-1 0 0,-1 1 1 0 0,1 0 0 0 0,0-1-1 0 0,-1 1 1 0 0,0-1 0 0 0,1 0 322 0 0,0 13 321 0 0,0-11-645 0 0,0 1 0 0 0,0-1 0 0 0,-1 0 1 0 0,1 0-1 0 0,-1 0 0 0 0,1 0 0 0 0,-1 0 0 0 0,1 0 1 0 0,-1 0-1 0 0,1 0 0 0 0,-1 0 0 0 0,0 0 0 0 0,0 0 1 0 0,0 0-1 0 0,1 0 0 0 0,-1-1 0 0 0,0 1 0 0 0,0 0 1 0 0,0-1-1 0 0,-2 2 0 0 0,-8 8 51 0 0,-60 58 300 0 0,70-67-357 0 0,0 0-1 0 0,0 0 1 0 0,1 0 0 0 0,-1 1-1 0 0,0-1 1 0 0,1 0-1 0 0,-1 0 1 0 0,1 0 0 0 0,0 1-1 0 0,-1-1 1 0 0,1 0-1 0 0,0 0 1 0 0,0 1 0 0 0,0-1-1 0 0,0 0 1 0 0,0 0-1 0 0,0 1 1 0 0,0-1 0 0 0,0 0-1 0 0,0 0 1 0 0,1 1-1 0 0,-1-1 1 0 0,1 0 0 0 0,-1 0-1 0 0,0 0 1 0 0,1 1-1 0 0,0-1 1 0 0,-1 0 0 0 0,1 0-1 0 0,0 0 1 0 0,0 0-1 0 0,-1 0 1 0 0,1 0 0 0 0,0 0-1 0 0,0-1 1 0 0,2 2-1 0 0,4 7 9 0 0,20 47 189 0 0,-26-52-196 0 0,0 0 0 0 0,0-1 0 0 0,-1 1 0 0 0,1 0 0 0 0,-1 0-1 0 0,0 7 1 0 0,0-7-2 0 0,0 1 0 0 0,0-1 0 0 0,1 0 0 0 0,-1 0-1 0 0,1 0 1 0 0,1 6 0 0 0,16 28 78 0 0,-9-1 67 0 0,9-5-14 0 0,-9-1-106 0 0,-3-17-251 0 0,1 0 0 0 0,0-1 0 0 0,1 0 0 0 0,17 22-1 0 0,-24-34 67 0 0,0 0 0 0 0,0 0 0 0 0,0 0 0 0 0,1-1 0 0 0,-1 1-1 0 0,0 0 1 0 0,0-1 0 0 0,0 1 0 0 0,1-1 0 0 0,-1 1 0 0 0,0-1-1 0 0,1 0 1 0 0,-1 1 0 0 0,0-1 0 0 0,1 0 0 0 0,-1 0 0 0 0,0 0-1 0 0,1 0 1 0 0,-1 0 0 0 0,0 0 0 0 0,1-1 0 0 0,-1 1 0 0 0,0 0-1 0 0,1-1 1 0 0,-1 1 0 0 0,0-1 0 0 0,0 1 0 0 0,1-1 0 0 0,-1 0-1 0 0,0 1 1 0 0,0-1 0 0 0,0 0 0 0 0,0 0 0 0 0,2-1 0 0 0,-3 0-295 0 0,1 0 1 0 0,0 0-1 0 0,-1 1 1 0 0,1-1-1 0 0,-1 0 1 0 0,1 0 0 0 0,-1 0-1 0 0,0 0 1 0 0,0 0-1 0 0,0 0 1 0 0,0-2-1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0:31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 1841 0 0,'0'0'2241'0'0,"27"7"2561"0"0,-27-2-3841 0 0,27 0-241 0 0,26 0-240 0 0,0-5-240 0 0,27 0-560 0 0,0-10-1041 0 0,0-2-1680 0 0,-26-10-481 0 0,-28 0 641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0:31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54 135 1681 0 0,'3'1'338'0'0,"0"-1"1"0"0,0 0-1 0 0,0 0 0 0 0,0 0 1 0 0,0 0-1 0 0,0-1 1 0 0,0 1-1 0 0,0-1 0 0 0,0 1 1 0 0,0-1-1 0 0,0 0 1 0 0,0 0-1 0 0,-1-1 0 0 0,1 1 1 0 0,0 0-1 0 0,-1-1 1 0 0,1 0-1 0 0,3-3 0 0 0,13-6 173 0 0,7-7-195 0 0,-15 2-221 0 0,-10 13-95 0 0,1 1 0 0 0,0 0 0 0 0,-1-1 0 0 0,1 1-1 0 0,0 0 1 0 0,1 0 0 0 0,-1 0 0 0 0,3-2 0 0 0,3-1-17 0 0,-7 5 14 0 0,0-1 1 0 0,0 1-1 0 0,0-1 1 0 0,0 1-1 0 0,0-1 1 0 0,0 0-1 0 0,0 1 1 0 0,0-1-1 0 0,0 0 1 0 0,0 0-1 0 0,0 0 1 0 0,-1 0-1 0 0,1 0 0 0 0,0 0 1 0 0,-1 0-1 0 0,1 0 1 0 0,0 0-1 0 0,-1 0 1 0 0,0 0-1 0 0,1 0 1 0 0,-1 0-1 0 0,1 0 1 0 0,-1 0-1 0 0,0-2 1 0 0,-1 0-14 0 0,2-1-1 0 0,22-12-70 0 0,-25 17 235 0 0,-7 5-1 0 0,-1-1-1 0 0,2 2 0 0 0,-17 13 0 0 0,9-5 14 0 0,0 1 1 0 0,1 1-1 0 0,1 0 0 0 0,-18 29 0 0 0,22-11-17 0 0,7-17-86 0 0,-2-5-10 0 0,0 0 1 0 0,-1-1-1 0 0,0 0 1 0 0,-8 14-1 0 0,8-19-47 0 0,1 1 1 0 0,1 1-1 0 0,-1-1 0 0 0,2 1 0 0 0,-1 0 1 0 0,1-1-1 0 0,0 2 0 0 0,1-1 0 0 0,0 0 1 0 0,-1 12-1 0 0,3-19-31 0 0,0 0 0 0 0,0 0 0 0 0,0-1-1 0 0,0 1 1 0 0,0 0 0 0 0,0 0 0 0 0,0 0 0 0 0,1-1 0 0 0,-1 1 0 0 0,1 0 0 0 0,-1 0-1 0 0,1-1 1 0 0,0 1 0 0 0,0-1 0 0 0,0 1 0 0 0,0 0 0 0 0,0-1 0 0 0,0 1 0 0 0,0-1-1 0 0,0 0 1 0 0,0 1 0 0 0,1-1 0 0 0,-1 0 0 0 0,1 0 0 0 0,-1 0 0 0 0,1 0 0 0 0,-1 0-1 0 0,1 0 1 0 0,2 0 0 0 0,13 9-1596 0 0,-34-12-1094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0:33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524 33 2641 0 0,'0'0'3829'0'0,"1"-4"-3529"0"0,3 3 200 0 0,14 0-473 0 0,-14-3 26 0 0,0-1-26 0 0,17-8 586 0 0,-21 13-608 0 0,0 0-1 0 0,0 0 1 0 0,0 0-1 0 0,0-1 1 0 0,1 1-1 0 0,-1 0 1 0 0,0 0-1 0 0,0 0 1 0 0,0 0-1 0 0,-1-1 1 0 0,1 1-1 0 0,0 0 1 0 0,0 0-1 0 0,0 0 1 0 0,0 0-1 0 0,0-1 1 0 0,0 1-1 0 0,0 0 1 0 0,0 0-1 0 0,0 0 1 0 0,0 0-1 0 0,0 0 1 0 0,0 0-1 0 0,0-1 1 0 0,-1 1-1 0 0,1 0 1 0 0,0 0-1 0 0,0 0 1 0 0,0 0-1 0 0,0 0 0 0 0,0 0 1 0 0,-1 0-1 0 0,1 0 1 0 0,0 0-1 0 0,0-1 1 0 0,0 1-1 0 0,0 0 1 0 0,0 0-1 0 0,-1 0 1 0 0,1 0-1 0 0,0 0 1 0 0,0 0-1 0 0,0 0 1 0 0,0 0-1 0 0,-1 0 1 0 0,1 0-1 0 0,0 0 1 0 0,0 0-1 0 0,0 0 1 0 0,-1 1-1 0 0,-15-1 87 0 0,12 0 243 0 0,4 1-224 0 0,0-1-108 0 0,0 0 0 0 0,0 1 0 0 0,0-1 0 0 0,0 0 0 0 0,0 0 0 0 0,0 0 0 0 0,0 0 0 0 0,0 0 0 0 0,0 0 0 0 0,0 1 0 0 0,0-1 0 0 0,0 0 0 0 0,0 0 0 0 0,0 0 0 0 0,0 0 1 0 0,0 0-1 0 0,0 0 0 0 0,0 1 0 0 0,0-1 0 0 0,0 0 0 0 0,0 0 0 0 0,0 0 0 0 0,0 0 0 0 0,0 0 0 0 0,0 0 0 0 0,0 1 0 0 0,0-1 0 0 0,0 0 0 0 0,0 0 0 0 0,0 0 0 0 0,-1 0 0 0 0,1 0 0 0 0,0 0 0 0 0,0 0 0 0 0,0 0 0 0 0,0 0 0 0 0,0 0 0 0 0,0 1 0 0 0,0-1 0 0 0,-1 0 0 0 0,1 0 0 0 0,0 0 0 0 0,0 0 0 0 0,0 0 0 0 0,0 0 0 0 0,0 0 1 0 0,0 0-1 0 0,-1 0 0 0 0,1 0 0 0 0,0 0 0 0 0,0 0 0 0 0,0 0 0 0 0,0 0 0 0 0,0 0 0 0 0,0 0 0 0 0,-1 0 0 0 0,1 0 0 0 0,0 0 0 0 0,0-1 0 0 0,0 1 0 0 0,0 0 0 0 0,0 0 0 0 0,0 0 0 0 0,-1 0 8 0 0,0 0-3 0 0,0 0-1 0 0,0-1 1 0 0,0 1-1 0 0,0 0 1 0 0,0 0-1 0 0,0 0 1 0 0,1 0-1 0 0,-1 0 1 0 0,0 0-1 0 0,0 1 1 0 0,0-1-1 0 0,0 0 1 0 0,0 0-1 0 0,0 1 1 0 0,0-1 0 0 0,0 0-1 0 0,0 1 1 0 0,0-1-1 0 0,1 1 1 0 0,-1-1-1 0 0,0 1 1 0 0,-1 0-1 0 0,0 1 6 0 0,0 0 0 0 0,0 0 0 0 0,-1 0 0 0 0,1-1 0 0 0,-1 0 0 0 0,1 1 0 0 0,-1-1 0 0 0,0 0 0 0 0,1 0 0 0 0,-1 0 0 0 0,0-1 0 0 0,-5 2 0 0 0,-7 3 6 0 0,-23 12 168 0 0,-53 34 1 0 0,47-25-116 0 0,-73 29 1 0 0,71-35 83 0 0,-66 39 1 0 0,90-45-370 0 0,22-14 194 0 0,0 0-1 0 0,0 0 1 0 0,0 0-1 0 0,1 0 1 0 0,-1 0-1 0 0,0 0 1 0 0,0 0-1 0 0,0 0 1 0 0,1 0-1 0 0,-1 0 1 0 0,0 0-1 0 0,0 0 1 0 0,0 0-1 0 0,0 0 1 0 0,1 0-1 0 0,-1 0 1 0 0,0 0-1 0 0,0 0 1 0 0,0 0-1 0 0,0 1 1 0 0,0-1-1 0 0,1 0 1 0 0,-1 0-1 0 0,0 0 1 0 0,0 0-1 0 0,0 0 1 0 0,0 1-1 0 0,0-1 1 0 0,0 0-1 0 0,0 0 1 0 0,1 0-1 0 0,-1 0 1 0 0,0 1-1 0 0,0-1 1 0 0,0 0-1 0 0,0 0 1 0 0,0 0-1 0 0,0 0 1 0 0,0 1-1 0 0,0-1 1 0 0,0 0-1 0 0,0 0 1 0 0,0 0-1 0 0,0 0 1 0 0,0 1-1 0 0,0-1 1 0 0,0 0-1 0 0,0 0 1 0 0,0 0-1 0 0,-1 1 0 0 0,1-1 1 0 0,0 0-1 0 0,0 0 1 0 0,0 0-1 0 0,0 0 1 0 0,0 1-1 0 0,18-4-1251 0 0,9-8-1823 0 0,-1-4-720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0:34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347 0 640 0 0,'-34'6'3820'0'0,"-49"14"0"0"0,-16 12-1097 0 0,89-29-2641 0 0,-1 1 15 0 0,0 0 1 0 0,1 1-1 0 0,-19 11 0 0 0,-4 2 541 0 0,29-17-445 0 0,2-1-132 0 0,1 1-1 0 0,0-1 1 0 0,-1 0-1 0 0,1 1 0 0 0,0-1 1 0 0,0 1-1 0 0,-1 0 1 0 0,1-1-1 0 0,0 1 0 0 0,0 0 1 0 0,0 0-1 0 0,0-1 1 0 0,0 1-1 0 0,0 0 1 0 0,0 0-1 0 0,0 0 0 0 0,-1 2 1 0 0,2-2 793 0 0,2 0-839 0 0,1-1 1 0 0,0 1-1 0 0,0-1 1 0 0,0 0-1 0 0,0 0 1 0 0,-1 0-1 0 0,1-1 1 0 0,0 1-1 0 0,0-1 1 0 0,0 1-1 0 0,3-2 1 0 0,10-2 24 0 0,-6 3-16 0 0,0-1 0 0 0,-1 0 0 0 0,15-5-1 0 0,38-9 136 0 0,-2 9-110 0 0,-1 2 0 0 0,66 5-1 0 0,2 4-508 0 0,137 22 0 0 0,-249-24-34 0 0,0 1 1 0 0,0 1-1 0 0,-1 0 1 0 0,16 7-1 0 0,-26-9-31 0 0,1 0 0 0 0,-1 1 0 0 0,0 0-1 0 0,0 0 1 0 0,0 0 0 0 0,0 0 0 0 0,3 4-1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0:34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2641 0 0,'27'0'2481'0'0,"26"5"-320"0"0,80 0 80 0 0,81 17-320 0 0,-33-10-1601 0 0,-74 0-1440 0 0,-1-2-2482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1:02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1035 32 1201 0 0,'-3'-13'4884'0'0,"-9"9"-3965"0"0,5 3-600 0 0,3-4 138 0 0,-1 0 7 0 0,0 4-398 0 0,-1 0 0 0 0,0 1 0 0 0,1 0 0 0 0,-1 0 0 0 0,1 0 0 0 0,-10 2 0 0 0,9-1 40 0 0,0 0-1 0 0,1-1 1 0 0,-1 0-1 0 0,0 0 0 0 0,1 0 1 0 0,-11-2-1 0 0,9 1-59 0 0,-1 0-1 0 0,0 0 0 0 0,0 0 0 0 0,0 1 0 0 0,1 1 1 0 0,-1-1-1 0 0,0 1 0 0 0,0 1 0 0 0,-11 3 1 0 0,3 0 16 0 0,0 2 1 0 0,-26 15 0 0 0,25-12-6 0 0,0-2 1 0 0,-30 12 0 0 0,32-15-63 0 0,0 1-1 0 0,-23 13 0 0 0,-5 3 23 0 0,-214 88 50 0 0,189-90-95 0 0,51-16 48 0 0,0 0 0 0 0,1 2 1 0 0,-30 13-1 0 0,26-9 140 0 0,8-3-76 0 0,0-1 0 0 0,0 0 0 0 0,0-1 0 0 0,-1 0-1 0 0,0-1 1 0 0,-18 3 0 0 0,27-7-4 0 0,8 0 0 0 0,18 3-38 0 0,-21 3-16 0 0,-1-6-25 0 0,0 0-1 0 0,0 1 0 0 0,0-1 0 0 0,0 0 1 0 0,0 0-1 0 0,0 0 0 0 0,0 1 0 0 0,0-1 1 0 0,0 0-1 0 0,-1 0 0 0 0,1 1 0 0 0,0-1 1 0 0,0 0-1 0 0,0 0 0 0 0,0 0 1 0 0,0 1-1 0 0,0-1 0 0 0,1 0 0 0 0,-1 0 1 0 0,0 1-1 0 0,0-1 0 0 0,0 0 0 0 0,0 0 1 0 0,0 0-1 0 0,0 1 0 0 0,0-1 0 0 0,0 0 1 0 0,0 0-1 0 0,0 0 0 0 0,1 0 0 0 0,-1 1 1 0 0,0-1-1 0 0,0 0 0 0 0,0 0 0 0 0,0 0 1 0 0,1 0-1 0 0,-1 0 0 0 0,0 1 0 0 0,0-1 1 0 0,0 0-1 0 0,1 0 0 0 0,-1 0 0 0 0,0 0 1 0 0,0 0-1 0 0,1 0 0 0 0,2 1 4 0 0,-3-1-2 0 0,1 0 1 0 0,0 0-1 0 0,0 0 1 0 0,0 0-1 0 0,0 0 1 0 0,0 0 0 0 0,0 1-1 0 0,-1-1 1 0 0,1 0-1 0 0,0 0 1 0 0,0 1-1 0 0,0-1 1 0 0,-1 1-1 0 0,1-1 1 0 0,0 1-1 0 0,0-1 1 0 0,-1 1-1 0 0,1-1 1 0 0,0 1-1 0 0,-1 0 1 0 0,1-1-1 0 0,-1 1 1 0 0,1 0-1 0 0,0 1 1 0 0,-1-2-1 0 0,0 1 0 0 0,0-1-1 0 0,0 1 1 0 0,0 0 0 0 0,1-1 0 0 0,-1 1-1 0 0,0-1 1 0 0,0 1 0 0 0,1-1 0 0 0,-1 1 0 0 0,0-1-1 0 0,0 0 1 0 0,1 1 0 0 0,-1-1 0 0 0,1 1 0 0 0,-1-1-1 0 0,0 0 1 0 0,1 1 0 0 0,-1-1 0 0 0,1 0 0 0 0,-1 1-1 0 0,1-1 1 0 0,-1 0 0 0 0,1 1 0 0 0,-1-1 0 0 0,1 0-1 0 0,-1 0 1 0 0,1 0 0 0 0,-1 0 0 0 0,1 0 0 0 0,0 1-1 0 0,0-1 1 0 0,0 0-1 0 0,-1 0 0 0 0,1 0 0 0 0,0 0 0 0 0,-1 0 0 0 0,1 1 0 0 0,-1-1 0 0 0,1 0 0 0 0,0 1 0 0 0,-1-1 0 0 0,1 0 0 0 0,-1 1 1 0 0,1-1-1 0 0,-1 1 0 0 0,1-1 0 0 0,-1 1 0 0 0,1-1 0 0 0,-1 1 0 0 0,1-1 0 0 0,-1 1 0 0 0,0-1 0 0 0,1 1 0 0 0,-1-1 1 0 0,0 1-1 0 0,1 0 0 0 0,-1-1 0 0 0,0 1 0 0 0,0 0 0 0 0,0-1 0 0 0,1 1 0 0 0,-1 0 0 0 0,0 1 0 0 0,0 76 79 0 0,0-77-78 0 0,0 0-1 0 0,-1 0 0 0 0,1-1 1 0 0,0 1-1 0 0,0 0 1 0 0,0 0-1 0 0,-1 0 0 0 0,1 0 1 0 0,0 0-1 0 0,-1-1 1 0 0,1 1-1 0 0,-1 0 0 0 0,1 0 1 0 0,-1-1-1 0 0,1 1 1 0 0,-1 0-1 0 0,0-1 0 0 0,1 1 1 0 0,-1 0-1 0 0,0-1 1 0 0,0 1-1 0 0,1-1 0 0 0,-1 1 1 0 0,0-1-1 0 0,0 0 1 0 0,-1 1-1 0 0,-6 4 55 0 0,0 15 77 0 0,5-14-108 0 0,0 0-10 0 0,0 0 0 0 0,0 0 0 0 0,1 0-1 0 0,0 0 1 0 0,0 0 0 0 0,1 1 0 0 0,-1-1 0 0 0,1 1 0 0 0,0 9-1 0 0,1-15-8 0 0,0 1-1 0 0,0-1 0 0 0,0 0 0 0 0,0 0 1 0 0,0 0-1 0 0,0 0 0 0 0,-1 0 0 0 0,1 0 0 0 0,0 0 1 0 0,-1 0-1 0 0,1 0 0 0 0,-1 0 0 0 0,1 0 0 0 0,-1 0 1 0 0,0-1-1 0 0,1 1 0 0 0,-1 0 0 0 0,0 0 0 0 0,0 0 1 0 0,1-1-1 0 0,-1 1 0 0 0,0 0 0 0 0,0-1 1 0 0,-1 1-1 0 0,1 0-5 0 0,0-1 0 0 0,0 1 0 0 0,0 0 0 0 0,1-1 0 0 0,-1 1 1 0 0,0 0-1 0 0,0 0 0 0 0,0 0 0 0 0,1-1 0 0 0,-1 1 0 0 0,1 0 0 0 0,-1 0 0 0 0,0 0 1 0 0,1 0-1 0 0,0 0 0 0 0,-1 0 0 0 0,1 0 0 0 0,-1 0 0 0 0,1 0 0 0 0,0 0 0 0 0,0 1 1 0 0,0-1-1 0 0,0 0 0 0 0,0 1 0 0 0,0 0-4 0 0,0 0-1 0 0,0 0 1 0 0,0 0-1 0 0,0 0 1 0 0,0 0 0 0 0,1-1-1 0 0,-1 1 1 0 0,1 0 0 0 0,0 0-1 0 0,-1 0 1 0 0,1-1 0 0 0,0 1-1 0 0,0 0 1 0 0,0-1-1 0 0,0 1 1 0 0,0 0 0 0 0,0-1-1 0 0,1 0 1 0 0,1 2 0 0 0,4 5 38 0 0,-6-5-29 0 0,0-1 1 0 0,0 1 0 0 0,0-1 0 0 0,0 1-1 0 0,-1 0 1 0 0,1-1 0 0 0,-1 1 0 0 0,1 0-1 0 0,-1-1 1 0 0,0 1 0 0 0,0 0 0 0 0,0-1-1 0 0,-2 6 1 0 0,1 7 7 0 0,1 90 54 0 0,0-103-65 0 0,0-1 1 0 0,0 1 0 0 0,0-1 0 0 0,0 0-1 0 0,1 1 1 0 0,-1-1 0 0 0,0 1-1 0 0,1-1 1 0 0,-1 0 0 0 0,1 1 0 0 0,-1-1-1 0 0,1 0 1 0 0,0 0 0 0 0,-1 1 0 0 0,1-1-1 0 0,0 0 1 0 0,0 0 0 0 0,0 0-1 0 0,0 0 1 0 0,0 0 0 0 0,2 2 0 0 0,-2-3-2 0 0,0 1-1 0 0,0 0 1 0 0,0 0 0 0 0,0 0 0 0 0,0 0 0 0 0,0 0 0 0 0,0 1 0 0 0,-1-1 0 0 0,1 0 0 0 0,0 0 0 0 0,-1 0 0 0 0,1 1-1 0 0,-1-1 1 0 0,1 0 0 0 0,-1 1 0 0 0,0-1 0 0 0,1 1 0 0 0,-1-1 0 0 0,0 0 0 0 0,0 1 0 0 0,0 2 0 0 0,0 4-1 0 0,-1-6 0 0 0,1 1 0 0 0,0 0 0 0 0,0-1 0 0 0,0 1 0 0 0,0 0 0 0 0,0-1 0 0 0,1 1 0 0 0,-1 0 0 0 0,1-1 0 0 0,0 1 0 0 0,1 3 0 0 0,6 5 6 0 0,-6-10-6 0 0,-1 1-1 0 0,1 0 1 0 0,-1 0 0 0 0,0 0-1 0 0,0 0 1 0 0,0 0 0 0 0,0 0-1 0 0,0 0 1 0 0,0 0 0 0 0,0 0-1 0 0,-1 1 1 0 0,1-1-1 0 0,-1 0 1 0 0,1 0 0 0 0,-1 1-1 0 0,0-1 1 0 0,0 3 0 0 0,0-2-1 0 0,0 0 1 0 0,1-1-1 0 0,-1 1 1 0 0,1 0-1 0 0,0-1 1 0 0,-1 1-1 0 0,1 0 1 0 0,1-1-1 0 0,-1 1 1 0 0,0-1-1 0 0,1 1 1 0 0,-1-1 0 0 0,1 0-1 0 0,0 0 1 0 0,-1 1-1 0 0,1-1 1 0 0,0 0-1 0 0,0-1 1 0 0,1 1-1 0 0,-1 0 1 0 0,5 2-1 0 0,16 17 12 0 0,-14-15-11 0 0,0 0 0 0 0,0-1 0 0 0,0 0 0 0 0,0-1 0 0 0,1 0 0 0 0,-1 0 0 0 0,1-1 0 0 0,14 3 0 0 0,3 2 0 0 0,234 94 0 0 0,-261-101 0 0 0,25 9 6 0 0,-15-5 5 0 0,1-1-1 0 0,-1 0 1 0 0,1-1-1 0 0,0 0 1 0 0,0 0-1 0 0,16 0 1 0 0,97 10-11 0 0,-111-11 0 0 0,32 0 0 0 0,-16-2 3 0 0,154-6 87 0 0,-127-1-2 0 0,-28 3-25 0 0,44-1-1 0 0,-56 3-47 0 0,-10 2-15 0 0,0-1 0 0 0,0 1 0 0 0,0 0 0 0 0,0 1-1 0 0,0-1 1 0 0,-1 1 0 0 0,1 1 0 0 0,11 2 0 0 0,22 8 18 0 0,-31-11 8 0 0,25-2-3 0 0,-19 1-17 0 0,-5 1-5 0 0,1-1-1 0 0,-1 0 1 0 0,1 0-1 0 0,0-1 1 0 0,-1 0 0 0 0,1-1-1 0 0,-1 0 1 0 0,0-1-1 0 0,0 0 1 0 0,0 0-1 0 0,12-6 1 0 0,-13 5-1 0 0,0 0 0 0 0,0 0 0 0 0,1 1 0 0 0,11-3 0 0 0,-12 4 0 0 0,0-1 0 0 0,0 0 0 0 0,0 0 0 0 0,0 0 0 0 0,-1-1 0 0 0,1 0 0 0 0,-1 0 0 0 0,7-6 0 0 0,42-45 13 0 0,-38 42 6 0 0,-1 0 0 0 0,-1-1 0 0 0,0-1 0 0 0,-1 0 0 0 0,-1-1 1 0 0,15-22-1 0 0,-21 26-13 0 0,2-3 18 0 0,-1-1 1 0 0,13-28 0 0 0,-21 42-27 0 0,-1-1 1 0 0,1 1-1 0 0,-1 0 1 0 0,0 0 0 0 0,0-1-1 0 0,1 1 1 0 0,-1 0-1 0 0,0 0 1 0 0,-1-1-1 0 0,1 1 1 0 0,0 0 0 0 0,-1 0-1 0 0,1 0 1 0 0,-1-1-1 0 0,0 1 1 0 0,0 0-1 0 0,0 0 1 0 0,0 0 0 0 0,0 0-1 0 0,0 0 1 0 0,-3-3-1 0 0,-4-8-33 0 0,2 1 38 0 0,-1 0 0 0 0,0 0 0 0 0,-17-20 0 0 0,13 19 10 0 0,1 0 1 0 0,-9-18 0 0 0,1-5-46 0 0,11 21 7 0 0,0 1 0 0 0,-15-21 1 0 0,-2 4 33 0 0,10 14 26 0 0,-22-36 1 0 0,3 4 96 0 0,24 36-108 0 0,0-1-1 0 0,1 1 1 0 0,-9-21-1 0 0,11 17 4 0 0,5 13-8 0 0,0 0 0 0 0,-1-1-1 0 0,0 1 1 0 0,0 0 0 0 0,0 0-1 0 0,0 0 1 0 0,-1 0 0 0 0,1 0-1 0 0,-6-5 1 0 0,-41-37 105 0 0,46 44-101 0 0,0-1-1 0 0,-1 1 0 0 0,1 0 0 0 0,-1 0 1 0 0,1 0-1 0 0,-1 0 0 0 0,0 1 0 0 0,0 0 0 0 0,0-1 1 0 0,0 1-1 0 0,0 1 0 0 0,-5-2 0 0 0,0 3-199 0 0,1 0-1 0 0,-1 0 1 0 0,1 1-1 0 0,0 0 1 0 0,0 0-1 0 0,0 1 1 0 0,0 0-1 0 0,0 1 1 0 0,1-1-1 0 0,-13 9 1 0 0,5-4-445 0 0,-56 36-2993 0 0,13 6-1961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1:03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17 3362 0 0,'-23'-5'3348'0'0,"19"-1"-2094"0"0,4 5-961 0 0,-32-1 395 0 0,11-1-429 0 0,-6 3 315 0 0,49 5-187 0 0,-17-4-323 0 0,-5 3-16 0 0,22 2-27 0 0,-18-5-114 0 0,-13 6-1401 0 0,-35 8-734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1:04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498 10 2241 0 0,'0'0'119'0'0,"0"-1"1"0"0,0 1-1 0 0,0-1 1 0 0,0 1-1 0 0,-1-1 1 0 0,1 1-1 0 0,0 0 1 0 0,0-1-1 0 0,0 1 0 0 0,-1-1 1 0 0,1 1-1 0 0,0 0 1 0 0,0-1-1 0 0,-1 1 1 0 0,1 0-1 0 0,0-1 1 0 0,-1 1-1 0 0,1 0 0 0 0,0 0 1 0 0,-1-1-1 0 0,1 1 1 0 0,-1 0-1 0 0,1 0 1 0 0,0 0-1 0 0,-1-1 0 0 0,1 1 1 0 0,-1 0-1 0 0,1 0 1 0 0,-1 0-1 0 0,1 0 1 0 0,0 0-1 0 0,-1 0 1 0 0,1 0-1 0 0,-1 0 0 0 0,1 0 1 0 0,-1 0-1 0 0,-18 4 931 0 0,-78 48 198 0 0,61-30-1042 0 0,18-12-128 0 0,-82 52 255 0 0,87-53-281 0 0,1 0 0 0 0,1 1 0 0 0,0 0-1 0 0,0 1 1 0 0,1 0 0 0 0,-9 13 0 0 0,4 2 87 0 0,1 0 1 0 0,2 1-1 0 0,-12 34 0 0 0,5-11-83 0 0,12-32-52 0 0,1 0 0 0 0,-4 27 0 0 0,2-9-42 0 0,2-17-24 0 0,-2 12-156 0 0,9-26 110 0 0,-1-1 0 0 0,1 1 1 0 0,0-1-1 0 0,0 1 0 0 0,4 7 0 0 0,-3-7-213 0 0,-1-1 0 0 0,1 1 0 0 0,-1-1 0 0 0,0 1-1 0 0,0 0 1 0 0,0 4 0 0 0,-1 11-3587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1:04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5 960 0 0,'0'0'2001'0'0,"0"-5"-240"0"0,27 5-240 0 0,-1 5-321 0 0,1 7-399 0 0,53 10-321 0 0,53 0-240 0 0,1 2-640 0 0,-60-14-721 0 0,-20 2-1680 0 0,-28-12-1441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1:04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2 145 4242 0 0,'0'0'2748'0'0,"0"0"-2732"0"0,-1 0 0 0 0,1 0 0 0 0,0-1 0 0 0,0 1 0 0 0,0 0 0 0 0,0 0 1 0 0,0 0-1 0 0,0 0 0 0 0,0 0 0 0 0,0-1 0 0 0,0 1 0 0 0,0 0 0 0 0,0 0 0 0 0,0 0 0 0 0,0 0 0 0 0,-1-1 0 0 0,1 1 1 0 0,0 0-1 0 0,1 0 0 0 0,-1 0 0 0 0,0 0 0 0 0,0-1 0 0 0,0 1 0 0 0,0 0 0 0 0,0 0 0 0 0,0 0 0 0 0,0 0 0 0 0,0-1 1 0 0,0 1-1 0 0,0 0 0 0 0,0 0 0 0 0,0 0 0 0 0,0 0 0 0 0,1 0 0 0 0,-1 0 0 0 0,0-1 0 0 0,0 1 0 0 0,0 0 0 0 0,0 0 1 0 0,0 0-1 0 0,0 0 0 0 0,1 0 0 0 0,-1 0 0 0 0,0 0 0 0 0,0 0 0 0 0,0 0 0 0 0,0 0 0 0 0,1-1 0 0 0,-1 1 0 0 0,0 0 1 0 0,0 0-1 0 0,0 0 0 0 0,0 0 0 0 0,1 0 0 0 0,-1 0 0 0 0,0 0 0 0 0,0 0 0 0 0,0 0 0 0 0,0 1 0 0 0,1-1 0 0 0,-1 0 1 0 0,0 0-1 0 0,4-1 30 0 0,0 0 1 0 0,0-1 0 0 0,0 1-1 0 0,-1-1 1 0 0,1 0 0 0 0,-1 0-1 0 0,1 0 1 0 0,-1 0 0 0 0,0-1 0 0 0,1 1-1 0 0,4-7 1 0 0,23-12 135 0 0,-26 18-153 0 0,0 1 0 0 0,0-1 1 0 0,-1 0-1 0 0,1-1 0 0 0,-1 1 1 0 0,8-9-1 0 0,-3-2 41 0 0,-9 12-64 0 0,1 1 0 0 0,0-1-1 0 0,0 0 1 0 0,0 1-1 0 0,1-1 1 0 0,-1 1-1 0 0,0-1 1 0 0,0 1 0 0 0,1 0-1 0 0,-1-1 1 0 0,1 1-1 0 0,-1 0 1 0 0,1 0 0 0 0,0 0-1 0 0,1-1 1 0 0,46-20-6 0 0,-49 22-1 0 0,1 0-1 0 0,-1 0 1 0 0,0 0 0 0 0,0 0 0 0 0,0 0 0 0 0,0 0 0 0 0,1 0-1 0 0,-1 0 1 0 0,0 0 0 0 0,0 0 0 0 0,0 0 0 0 0,0 0 0 0 0,1 0-1 0 0,-1 0 1 0 0,0 0 0 0 0,0 1 0 0 0,0-1 0 0 0,0 0-1 0 0,1 0 1 0 0,-1 0 0 0 0,0 0 0 0 0,0 0 0 0 0,0 0 0 0 0,0 0-1 0 0,0 1 1 0 0,0-1 0 0 0,1 0 0 0 0,-1 0 0 0 0,0 0 0 0 0,0 0-1 0 0,0 1 1 0 0,0-1 0 0 0,0 0 0 0 0,0 0 0 0 0,0 0-1 0 0,0 0 1 0 0,0 1 0 0 0,0-1 0 0 0,0 0 0 0 0,0 0 0 0 0,0 0-1 0 0,0 0 1 0 0,0 1 0 0 0,0-1 0 0 0,0 0 0 0 0,0 0 0 0 0,0 0-1 0 0,0 1 1 0 0,0-1 0 0 0,0 0 0 0 0,0 0 0 0 0,0 0-1 0 0,0 0 1 0 0,-1 0 0 0 0,1 1 0 0 0,0-1 0 0 0,0 0 0 0 0,0 0-1 0 0,0 0 1 0 0,0 0 0 0 0,-8 21 19 0 0,-10 4 8 0 0,10-15-21 0 0,0 1 0 0 0,1 1-1 0 0,0-1 1 0 0,0 1-1 0 0,-5 15 1 0 0,7-10-30 0 0,5-13 19 0 0,-1 0 0 0 0,0-1 0 0 0,0 1 1 0 0,-1-1-1 0 0,1 1 0 0 0,-1 0 0 0 0,1-1 0 0 0,-1 0 0 0 0,0 0 1 0 0,-1 1-1 0 0,1-1 0 0 0,0 0 0 0 0,-4 3 0 0 0,1-2-12 0 0,-7 9-276 0 0,25-4-461 0 0,-11-7 385 0 0,-2-2 309 0 0,0 0 1 0 0,0 0-1 0 0,1 0 0 0 0,-1 1 1 0 0,0-1-1 0 0,0 0 1 0 0,0 0-1 0 0,0 0 1 0 0,0 0-1 0 0,0 0 1 0 0,0 0-1 0 0,1 0 1 0 0,-1 0-1 0 0,0 1 0 0 0,0-1 1 0 0,0 0-1 0 0,0 0 1 0 0,1 0-1 0 0,-1 0 1 0 0,0 0-1 0 0,0 0 1 0 0,0 0-1 0 0,0 0 1 0 0,0 0-1 0 0,1 0 1 0 0,-1 0-1 0 0,0 0 0 0 0,0 0 1 0 0,0 0-1 0 0,0 0 1 0 0,1 0-1 0 0,-1 0 1 0 0,0-1-1 0 0,0 1 1 0 0,0 0-1 0 0,0 0 1 0 0,0 0-1 0 0,1 0 0 0 0,-1 0 1 0 0,0 0-1 0 0,0 0 1 0 0,0 0-1 0 0,0-1 1 0 0,0 1-1 0 0,23-14-3340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1:05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0 1040 0 0,'-26'12'3282'0'0,"-22"-7"-1"0"0,-6 7-1280 0 0,54-7-1200 0 0,27-5-881 0 0,0 5 0 0 0,47-5-80 0 0,33 0-241 0 0,53 0-399 0 0,-53 5-481 0 0,-54 2-1120 0 0,-26-7-1841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1:05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39 320 0 0,'26'0'2881'0'0,"1"-5"-720"0"0,21 5-720 0 0,5-5-480 0 0,27-2-481 0 0,27-3-880 0 0,53-2-2962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1:06.1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186 96 640 0 0,'19'-8'1096'0'0,"3"0"51"0"0,0-1 0 0 0,0-2 0 0 0,-1 0-1 0 0,29-20 1 0 0,-44 25-670 0 0,-6 5-453 0 0,1 0-1 0 0,-1 0 1 0 0,1 0-1 0 0,0 1 1 0 0,-1-1-1 0 0,1 0 1 0 0,0 1 0 0 0,-1-1-1 0 0,1 0 1 0 0,0 1-1 0 0,0-1 1 0 0,-1 1-1 0 0,1-1 1 0 0,0 1 0 0 0,0 0-1 0 0,0-1 1 0 0,0 1-1 0 0,0 0 1 0 0,0 0-1 0 0,0-1 1 0 0,0 1 0 0 0,0 0-1 0 0,0 0 1 0 0,0 0-1 0 0,0 0 1 0 0,-1 0-1 0 0,1 0 1 0 0,2 1 0 0 0,-8 6 69 0 0,-5 2-88 0 0,1 0 0 0 0,0 0 1 0 0,-10 13-1 0 0,-18 20 81 0 0,-32 21 65 0 0,45-43-62 0 0,0 2-1 0 0,2 0 0 0 0,0 2 0 0 0,2 0 0 0 0,-26 38 0 0 0,33-37-26 0 0,1 0 1 0 0,-16 46-1 0 0,27-68-114 0 0,1-1 1 0 0,-1 0-1 0 0,1 0 0 0 0,-1 1 1 0 0,1-1-1 0 0,0 0 1 0 0,0 1-1 0 0,0-1 1 0 0,0 0-1 0 0,0 0 0 0 0,1 1 1 0 0,-1-1-1 0 0,1 0 1 0 0,-1 0-1 0 0,1 1 1 0 0,0-1-1 0 0,0 0 0 0 0,0 0 1 0 0,0 0-1 0 0,0 0 1 0 0,1 0-1 0 0,-1 0 0 0 0,0 0 1 0 0,1-1-1 0 0,0 1 1 0 0,-1 0-1 0 0,1-1 1 0 0,0 0-1 0 0,2 2 0 0 0,23 16-2255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1:06.5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159 136 3282 0 0,'-16'4'670'0'0,"0"1"1"0"0,1 0 0 0 0,-1 1 0 0 0,1 1-1 0 0,0 0 1 0 0,-20 14 0 0 0,31-19-590 0 0,1 1 1 0 0,0-1-1 0 0,0 1 1 0 0,1 0-1 0 0,-1 0 0 0 0,0 0 1 0 0,-3 6-1 0 0,6-8-74 0 0,-1 0 0 0 0,1 1-1 0 0,-1-1 1 0 0,1 0 0 0 0,-1 0 0 0 0,1 0-1 0 0,0 0 1 0 0,0 1 0 0 0,0-1 0 0 0,0 0-1 0 0,0 0 1 0 0,0 0 0 0 0,0 1 0 0 0,0-1-1 0 0,0 0 1 0 0,0 0 0 0 0,1 0 0 0 0,-1 1 0 0 0,0-1-1 0 0,1 0 1 0 0,-1 0 0 0 0,1 0 0 0 0,-1 0-1 0 0,1 0 1 0 0,0 0 0 0 0,-1 0 0 0 0,2 1-1 0 0,18 17 148 0 0,1-1-1 0 0,0-1 1 0 0,42 26-1 0 0,-51-37-137 0 0,1 0 0 0 0,-1 0 1 0 0,1-1-1 0 0,0-1 0 0 0,1 0 0 0 0,-1-1 1 0 0,15 1-1 0 0,10 0 5 0 0,45-3 1 0 0,-61-1-22 0 0,8 0 12 0 0,-1-2 0 0 0,0-2 0 0 0,0 0 0 0 0,0-2 0 0 0,0-1 0 0 0,45-18 0 0 0,-55 17-6 0 0,-1 0-1 0 0,0-1 1 0 0,0-1 0 0 0,-1-1 0 0 0,0 0-1 0 0,-1-2 1 0 0,0 1 0 0 0,-1-2 0 0 0,-1 0-1 0 0,18-22 1 0 0,-29 32-51 0 0,0 0 0 0 0,0 0 0 0 0,-1 0 0 0 0,1 0 0 0 0,-1 0 1 0 0,0-1-1 0 0,0 1 0 0 0,-1-1 0 0 0,1 1 0 0 0,-1-1 0 0 0,0 0 0 0 0,0 1 0 0 0,-1-1 0 0 0,1 0 0 0 0,-1 0 0 0 0,0 0 0 0 0,0 1 0 0 0,-1-1 0 0 0,0 0 0 0 0,1 0 1 0 0,-2 1-1 0 0,1-1 0 0 0,0 0 0 0 0,-1 1 0 0 0,0-1 0 0 0,0 1 0 0 0,0 0 0 0 0,-1 0 0 0 0,1 0 0 0 0,-1 0 0 0 0,0 0 0 0 0,0 0 0 0 0,0 1 0 0 0,-1-1 0 0 0,1 1 1 0 0,-1 0-1 0 0,-8-5 0 0 0,6 4-180 0 0,0 1 1 0 0,0 0-1 0 0,0 0 0 0 0,-1 0 1 0 0,-11-3-1 0 0,-35-3-3189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1:07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6 3442 0 0,'-138'-5'6389'0'0,"120"5"-6149"0"0,14 0-66 0 0,4 1-148 0 0,1 0-1 0 0,0-1 1 0 0,0 1 0 0 0,-1 0 0 0 0,1 0 0 0 0,0-1 0 0 0,0 1 0 0 0,0-1-1 0 0,0 1 1 0 0,0-1 0 0 0,0 1 0 0 0,0-1 0 0 0,0 1 0 0 0,0-1 0 0 0,0 0-1 0 0,0 0 1 0 0,0 1 0 0 0,0-1 0 0 0,0 0 0 0 0,0 0 0 0 0,2 0 0 0 0,1 0 72 0 0,462 71 1863 0 0,-387-67-2892 0 0,0-4 1 0 0,-1-3-1 0 0,143-23 1 0 0,-150 14-1791 0 0,-35 2-1948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1:07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1 240 0 0,'0'0'2721'0'0,"-27"5"-480"0"0,27 12 80 0 0,-80 34-240 0 0,27 5-1120 0 0,53 0-561 0 0,0 0-240 0 0,0 0-80 0 0,0-10-80 0 0,0-12-320 0 0,27-12-1041 0 0,-1-17-2160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1:08.4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81 394 3522 0 0,'-8'-3'1422'0'0,"-17"-6"3181"0"0,4 8-4292 0 0,4 1-238 0 0,21-5 44 0 0,34-13 121 0 0,-9 6-186 0 0,125-81 210 0 0,-126 74-230 0 0,158-110 141 0 0,-134 89-83 0 0,2-1-20 0 0,-48 38-70 0 0,-5 2 0 0 0,0 1 0 0 0,1-1 0 0 0,-1 1 0 0 0,0-1 0 0 0,0 1 0 0 0,0-1 0 0 0,0 0 0 0 0,1 0 0 0 0,-1 0 0 0 0,0 1 0 0 0,0-1 0 0 0,-1 0 0 0 0,1 0 0 0 0,0 0 0 0 0,0-1 0 0 0,0 1 0 0 0,-1 0 0 0 0,1 0 0 0 0,0 0 0 0 0,0-3 0 0 0,-1 4-2 0 0,-5 2-9 0 0,0-1 0 0 0,0 1 0 0 0,1 0 0 0 0,-1 0-1 0 0,1 0 1 0 0,-7 5 0 0 0,-48 26 16 0 0,29-19 10 0 0,2 3 0 0 0,0 0 0 0 0,1 1 0 0 0,-46 42 0 0 0,-47 81 8 0 0,45-48-46 0 0,49-65 21 0 0,12-14-8 0 0,-23 31 0 0 0,34-40-1 0 0,-1-1-1 0 0,2 1 1 0 0,-1 0-1 0 0,1 0 1 0 0,-1 1-1 0 0,2-1 1 0 0,-1 0-1 0 0,0 1 0 0 0,1-1 1 0 0,0 1-1 0 0,0 9 1 0 0,1-14-13 0 0,-1-1 0 0 0,1 1 1 0 0,0 0-1 0 0,0-1 0 0 0,0 1 0 0 0,0-1 0 0 0,0 1 1 0 0,0-1-1 0 0,0 1 0 0 0,1 0 0 0 0,-1-1 1 0 0,0 1-1 0 0,0-1 0 0 0,0 1 0 0 0,1-1 0 0 0,-1 1 1 0 0,0-1-1 0 0,0 1 0 0 0,1-1 0 0 0,-1 1 0 0 0,0-1 1 0 0,1 1-1 0 0,-1-1 0 0 0,1 0 0 0 0,-1 1 1 0 0,1-1-1 0 0,-1 0 0 0 0,0 1 0 0 0,2-1 0 0 0,19-1-954 0 0,-14 0 682 0 0,64-13-2518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1:08.9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373 17 560 0 0,'4'-1'2121'0'0,"19"-3"851"0"0,-7 0-2360 0 0,0 1-1 0 0,0 1 1 0 0,1 0-1 0 0,29 2 1 0 0,-36 0-599 0 0,-1 0-26 0 0,0 1 1 0 0,0 0 0 0 0,-1 0-1 0 0,1 1 1 0 0,10 3-1 0 0,-17-5 7 0 0,-1 1 0 0 0,1-1 0 0 0,-1 1-1 0 0,1 0 1 0 0,-1 0 0 0 0,0-1-1 0 0,1 1 1 0 0,-1 0 0 0 0,0 0 0 0 0,1 0-1 0 0,-1 1 1 0 0,0-1 0 0 0,0 0 0 0 0,0 0-1 0 0,0 1 1 0 0,0-1 0 0 0,0 0-1 0 0,-1 1 1 0 0,1-1 0 0 0,0 1 0 0 0,-1-1-1 0 0,1 1 1 0 0,-1-1 0 0 0,0 1-1 0 0,1-1 1 0 0,-1 1 0 0 0,0 0 0 0 0,0-1-1 0 0,0 1 1 0 0,0 0 0 0 0,0-1 0 0 0,0 1-1 0 0,0-1 1 0 0,-1 1 0 0 0,1-1-1 0 0,-2 4 1 0 0,0 3 14 0 0,0 1 0 0 0,-1-1 0 0 0,0 0-1 0 0,-1 0 1 0 0,0 0 0 0 0,0 0 0 0 0,-1 0-1 0 0,0-1 1 0 0,0 0 0 0 0,0 0 0 0 0,-10 9 0 0 0,-26 11 221 0 0,-2-1 1 0 0,0-2 0 0 0,-51 19 0 0 0,88-40-216 0 0,-40 18 324 0 0,-1-2 0 0 0,-90 24 0 0 0,131-42-305 0 0,-1 0 1 0 0,1-1-1 0 0,-1 1 1 0 0,1-1-1 0 0,0 0 0 0 0,-1-1 1 0 0,1 1-1 0 0,0-1 0 0 0,-8-3 1 0 0,13 4-34 0 0,0 0 1 0 0,0 0-1 0 0,0-1 1 0 0,0 1-1 0 0,0 0 1 0 0,0-1-1 0 0,0 1 1 0 0,0-1-1 0 0,0 0 1 0 0,0 1 0 0 0,0-1-1 0 0,0 0 1 0 0,0 1-1 0 0,0-1 1 0 0,1 0-1 0 0,-1 0 1 0 0,0 0-1 0 0,0 0 1 0 0,1 0-1 0 0,-1 0 1 0 0,1 0-1 0 0,-1 0 1 0 0,1 0-1 0 0,-1 0 1 0 0,1 0 0 0 0,0 0-1 0 0,0 0 1 0 0,-1 0-1 0 0,1 0 1 0 0,0 0-1 0 0,0 0 1 0 0,0-1-1 0 0,0 1 1 0 0,0 0-1 0 0,0 0 1 0 0,0 0-1 0 0,1 0 1 0 0,-1 0-1 0 0,0 0 1 0 0,1 0-1 0 0,-1 0 1 0 0,1 0 0 0 0,-1 0-1 0 0,1 0 1 0 0,-1 0-1 0 0,1 0 1 0 0,0 0-1 0 0,-1 0 1 0 0,2-1-1 0 0,0-1-2 0 0,0-1-1 0 0,1 1 0 0 0,-1 0 0 0 0,0 1 1 0 0,1-1-1 0 0,-1 0 0 0 0,1 1 1 0 0,0-1-1 0 0,0 1 0 0 0,0 0 1 0 0,0 0-1 0 0,1 0 0 0 0,-1 1 1 0 0,0-1-1 0 0,1 1 0 0 0,-1-1 0 0 0,1 1 1 0 0,0 0-1 0 0,-1 1 0 0 0,5-1 1 0 0,2 1 6 0 0,-1 1 1 0 0,1 0 0 0 0,-1 1 0 0 0,1 0 0 0 0,-1 0 0 0 0,0 1-1 0 0,1 0 1 0 0,11 7 0 0 0,21 11 73 0 0,57 38 1 0 0,44 24-263 0 0,-131-79-124 0 0,-1 0 0 0 0,1-1-1 0 0,0-1 1 0 0,0 0 0 0 0,0 0 0 0 0,0-1-1 0 0,0-1 1 0 0,22-1 0 0 0,46-5-3374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1:09.3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83 1201 0 0,'-1'1'170'0'0,"0"0"0"0"0,0 0 0 0 0,0 0 0 0 0,1-1 0 0 0,-1 1 0 0 0,0 0 0 0 0,0 0 0 0 0,0-1 0 0 0,0 1 0 0 0,0-1 0 0 0,0 1 0 0 0,-1-1 0 0 0,1 1 0 0 0,0-1 0 0 0,0 0 0 0 0,0 1 0 0 0,0-1 0 0 0,0 0 0 0 0,-1 0 0 0 0,1 0 0 0 0,0 0 0 0 0,-2 0 0 0 0,-2 1 322 0 0,-7 1 212 0 0,-62 13 1999 0 0,69-14-2645 0 0,0 1 0 0 0,1-1 0 0 0,-1 1 0 0 0,1 0 0 0 0,0 0 0 0 0,-1 1 0 0 0,1-1 0 0 0,0 1 0 0 0,1 0 0 0 0,-1 0 0 0 0,0 1 0 0 0,-5 6 0 0 0,8-9-48 0 0,0 0-1 0 0,0 1 0 0 0,1-1 0 0 0,-1 0 0 0 0,1 1 1 0 0,-1-1-1 0 0,1 0 0 0 0,-1 1 0 0 0,1-1 1 0 0,0 0-1 0 0,0 1 0 0 0,0-1 0 0 0,0 1 0 0 0,0-1 1 0 0,0 0-1 0 0,0 1 0 0 0,0-1 0 0 0,0 1 0 0 0,0-1 1 0 0,1 0-1 0 0,-1 1 0 0 0,1-1 0 0 0,-1 0 0 0 0,1 1 1 0 0,0-1-1 0 0,-1 0 0 0 0,1 0 0 0 0,0 0 0 0 0,0 1 1 0 0,0-1-1 0 0,0 0 0 0 0,0 0 0 0 0,0 0 0 0 0,0 0 1 0 0,0-1-1 0 0,2 3 0 0 0,5 2 14 0 0,0 0 0 0 0,0-1 0 0 0,0 0 0 0 0,11 4 0 0 0,-9-4 2 0 0,2 2-25 0 0,0-1 1 0 0,0 0 0 0 0,1-1 0 0 0,0 0 0 0 0,0-1-1 0 0,0-1 1 0 0,0 0 0 0 0,0 0 0 0 0,1-2 0 0 0,-1 0-1 0 0,0 0 1 0 0,1-1 0 0 0,-1 0 0 0 0,0-2-1 0 0,0 1 1 0 0,14-6 0 0 0,-24 7 5 0 0,-1 0 0 0 0,0-1 0 0 0,0 1 0 0 0,0-1-1 0 0,0 1 1 0 0,0-1 0 0 0,0 0 0 0 0,-1 1 0 0 0,1-1 0 0 0,0 0 0 0 0,-1 0 0 0 0,1 0 0 0 0,-1-1 0 0 0,0 1-1 0 0,0 0 1 0 0,0 0 0 0 0,0-1 0 0 0,0 1 0 0 0,-1-1 0 0 0,1 1 0 0 0,-1 0 0 0 0,1-5 0 0 0,0 2-9 0 0,-1 0 1 0 0,0 0-1 0 0,0 1 1 0 0,0-1 0 0 0,-1 0-1 0 0,1 0 1 0 0,-1 0-1 0 0,0 1 1 0 0,-1-1 0 0 0,1 0-1 0 0,-4-7 1 0 0,-3-1-96 0 0,0 0 0 0 0,-1 0 0 0 0,0 1 0 0 0,-16-17 0 0 0,20 24-31 0 0,0 0 0 0 0,0 1 0 0 0,0-1-1 0 0,-1 1 1 0 0,1 0 0 0 0,-1 1 0 0 0,0-1-1 0 0,0 1 1 0 0,0 0 0 0 0,-1 1 0 0 0,1 0 0 0 0,-1 0-1 0 0,1 0 1 0 0,-10-1 0 0 0,9 3-391 0 0,0 0-1 0 0,0 0 1 0 0,0 0 0 0 0,0 1 0 0 0,0 0 0 0 0,1 0-1 0 0,-1 1 1 0 0,-9 3 0 0 0,-10 6-2015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1:09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662 34 1121 0 0,'-10'-5'494'0'0,"-1"0"0"0"0,0 0 0 0 0,0 1 0 0 0,0 0 1 0 0,0 1-1 0 0,0 1 0 0 0,-1 0 0 0 0,0 0 0 0 0,1 1 0 0 0,-1 1 1 0 0,1-1-1 0 0,-1 2 0 0 0,-13 2 0 0 0,-6 1-46 0 0,1 2 0 0 0,0 1 0 0 0,-46 16 0 0 0,68-20-403 0 0,0-1-1 0 0,0 1 1 0 0,1 0-1 0 0,-1 0 0 0 0,1 1 1 0 0,0 0-1 0 0,0 0 1 0 0,0 1-1 0 0,0 0 1 0 0,1 0-1 0 0,0 1 1 0 0,0 0-1 0 0,0 0 1 0 0,-6 10-1 0 0,1-1 36 0 0,6-9-30 0 0,1 0 1 0 0,-1 1-1 0 0,1-1 1 0 0,0 1 0 0 0,1 0-1 0 0,0 0 1 0 0,0 0-1 0 0,0 0 1 0 0,1 0-1 0 0,0 1 1 0 0,0-1-1 0 0,1 1 1 0 0,0 9-1 0 0,0-2 7 0 0,1-8-14 0 0,0 1 1 0 0,0-1 0 0 0,0 1-1 0 0,1-1 1 0 0,0 1-1 0 0,3 8 1 0 0,-3-15-38 0 0,0 1 0 0 0,-1 0 0 0 0,1 0 0 0 0,0-1 0 0 0,0 1-1 0 0,1 0 1 0 0,-1-1 0 0 0,0 1 0 0 0,0-1 0 0 0,1 1 0 0 0,-1-1 0 0 0,1 0 0 0 0,-1 0 0 0 0,1 0 0 0 0,0 0 0 0 0,-1 0 0 0 0,1 0 0 0 0,0 0-1 0 0,0 0 1 0 0,0-1 0 0 0,0 1 0 0 0,0 0 0 0 0,-1-1 0 0 0,1 0 0 0 0,0 0 0 0 0,0 1 0 0 0,0-1 0 0 0,4-1 0 0 0,-3 2 1 0 0,0-1 0 0 0,1-1 1 0 0,-1 1-1 0 0,0 0 0 0 0,0-1 1 0 0,1 0-1 0 0,-1 1 0 0 0,0-1 1 0 0,0-1-1 0 0,0 1 0 0 0,0 0 1 0 0,0-1-1 0 0,0 1 0 0 0,0-1 1 0 0,-1 0-1 0 0,1 0 0 0 0,-1 0 1 0 0,1 0-1 0 0,-1-1 0 0 0,0 1 1 0 0,1 0-1 0 0,-1-1 0 0 0,-1 0 1 0 0,1 1-1 0 0,0-1 1 0 0,-1 0-1 0 0,1 0 0 0 0,-1 0 1 0 0,2-6-1 0 0,-1 1 13 0 0,-1 1 0 0 0,0-1 0 0 0,0 0 0 0 0,-1 0 0 0 0,0 1 0 0 0,0-1 0 0 0,-1 0 0 0 0,0 0 0 0 0,0 1 0 0 0,-1-1 0 0 0,0 0 0 0 0,-3-7 0 0 0,1 5-27 0 0,0 0 1 0 0,-1 0-1 0 0,-1 0 1 0 0,1 1-1 0 0,-1 0 0 0 0,-1 0 1 0 0,-9-10-1 0 0,11 14-57 0 0,1 1 0 0 0,-1-1-1 0 0,0 1 1 0 0,-1 0 0 0 0,1 1 0 0 0,-1-1 0 0 0,1 1-1 0 0,-1 0 1 0 0,0 1 0 0 0,0-1 0 0 0,-1 1-1 0 0,1 0 1 0 0,0 1 0 0 0,-1-1 0 0 0,-11 0-1 0 0,8 2-175 0 0,5-1 82 0 0,0 0 0 0 0,1 1 0 0 0,-1 0 0 0 0,0 0 0 0 0,0 0 1 0 0,0 1-1 0 0,0-1 0 0 0,0 1 0 0 0,0 1 0 0 0,1-1 1 0 0,-1 0-1 0 0,1 1 0 0 0,-1 0 0 0 0,1 0 0 0 0,-1 1 1 0 0,1-1-1 0 0,-8 7 0 0 0,-14 22-2937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1:20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62 2321 0 0,'0'-1'104'0'0,"0"0"1"0"0,0 0-1 0 0,0 0 0 0 0,0 0 0 0 0,0 0 1 0 0,0 0-1 0 0,-1 0 0 0 0,1 0 1 0 0,0 0-1 0 0,-1 0 0 0 0,1 0 0 0 0,-1 1 1 0 0,1-1-1 0 0,-1 0 0 0 0,1 0 0 0 0,-1 0 1 0 0,0 0-1 0 0,1 1 0 0 0,-1-1 0 0 0,0 0 1 0 0,0 1-1 0 0,1-1 0 0 0,-1 1 1 0 0,0-1-1 0 0,0 1 0 0 0,-2-2 0 0 0,-4-2 443 0 0,6 3-452 0 0,-1 0 0 0 0,1 0 0 0 0,-1 0 0 0 0,0 0 0 0 0,1 1 0 0 0,-1-1 0 0 0,0 1 0 0 0,1-1 0 0 0,-1 1 0 0 0,0 0 0 0 0,0-1 0 0 0,1 1 0 0 0,-1 0 1 0 0,0 0-1 0 0,0 0 0 0 0,1 1 0 0 0,-1-1 0 0 0,0 0 0 0 0,0 1 0 0 0,1-1 0 0 0,-1 1 0 0 0,0-1 0 0 0,1 1 0 0 0,-3 1 0 0 0,1-1-66 0 0,0 1-1 0 0,1 0 0 0 0,-1-1 0 0 0,0 1 1 0 0,1 0-1 0 0,0 0 0 0 0,-1 1 1 0 0,1-1-1 0 0,0 0 0 0 0,0 1 1 0 0,0 0-1 0 0,0-1 0 0 0,1 1 1 0 0,-3 5-1 0 0,-5 29 199 0 0,0-18-107 0 0,7-16-111 0 0,1 0 0 0 0,-1 0 0 0 0,1 0-1 0 0,-1 0 1 0 0,1 0 0 0 0,0 1 0 0 0,0-1 0 0 0,0 0 0 0 0,1 1 0 0 0,-1-1 0 0 0,1 5-1 0 0,-1 13-16 0 0,1-14 3 0 0,-1 0-1 0 0,1 1 0 0 0,0-1 1 0 0,1 1-1 0 0,0-1 0 0 0,0 0 1 0 0,2 9-1 0 0,7 0 6 0 0,-9-14 0 0 0,1 0 0 0 0,-1 0 0 0 0,0 0 0 0 0,1 1 0 0 0,-1-1 0 0 0,0 0 0 0 0,0 1 0 0 0,-1-1 0 0 0,1 1 0 0 0,0-1 0 0 0,-1 1 0 0 0,0-1 0 0 0,1 5 0 0 0,-1-3 0 0 0,0-1 0 0 0,1 0 0 0 0,-1 1 0 0 0,1-1 0 0 0,0 0 0 0 0,0 1 0 0 0,0-1 0 0 0,1 0 0 0 0,-1 0 0 0 0,4 5 0 0 0,-3-5 0 0 0,-1 0 0 0 0,1 0 0 0 0,0 0 0 0 0,-1 1 0 0 0,0-1 0 0 0,0 0 0 0 0,0 1 0 0 0,0-1 0 0 0,-1 1 0 0 0,1 6 0 0 0,-1 3 1 0 0,0-9 0 0 0,-1 0 0 0 0,1 0 1 0 0,0 0-1 0 0,1 0 1 0 0,-1 0-1 0 0,1 0 1 0 0,0-1-1 0 0,2 9 0 0 0,5 2 26 0 0,-6-12-25 0 0,0 0 0 0 0,-1 0 0 0 0,0 0 0 0 0,1 1 0 0 0,-1-1 0 0 0,0 0-1 0 0,0 1 1 0 0,-1-1 0 0 0,1 1 0 0 0,0-1 0 0 0,-1 1 0 0 0,1 0 0 0 0,-1 3 0 0 0,0 149 478 0 0,0-150-493 0 0,-1 0 1 0 0,1 0-1 0 0,-1 0 0 0 0,0 0 1 0 0,-1 0-1 0 0,1 0 0 0 0,-1 0 0 0 0,-3 7 1 0 0,2-7 10 0 0,1-1 0 0 0,1 1-1 0 0,-1-1 1 0 0,0 1 0 0 0,1 0 0 0 0,0 0 0 0 0,0 0 0 0 0,0 8 0 0 0,1-7 0 0 0,0 0 1 0 0,-1 0 0 0 0,0-1 0 0 0,-1 1 0 0 0,1 0 0 0 0,-1-1 0 0 0,-4 11 0 0 0,-3 7-70 0 0,0 20-9 0 0,-9-7 66 0 0,-8 23 14 0 0,24-55-2 0 0,1 0 0 0 0,0 0 0 0 0,0 0 0 0 0,0 0 0 0 0,0 0 0 0 0,1 0 0 0 0,0 1 0 0 0,0-1 0 0 0,0 0 0 0 0,0 0 0 0 0,1 5 0 0 0,0 6 26 0 0,-1-15-24 0 0,0 1 0 0 0,0 0 0 0 0,0-1 0 0 0,0 1 0 0 0,1-1 0 0 0,-1 1 0 0 0,0 0 0 0 0,0-1 0 0 0,0 1 0 0 0,1-1 0 0 0,-1 1 0 0 0,0-1 0 0 0,0 1 0 0 0,1 0 0 0 0,-1-1 0 0 0,0 1 0 0 0,1-1 0 0 0,-1 0 0 0 0,1 1-1 0 0,-1-1 1 0 0,1 1 0 0 0,-1-1 0 0 0,1 0 0 0 0,-1 1 0 0 0,1-1 0 0 0,-1 0 0 0 0,1 1 0 0 0,-1-1 0 0 0,1 0 0 0 0,0 0 0 0 0,-1 0 0 0 0,1 1 0 0 0,-1-1 0 0 0,1 0 0 0 0,1 0 0 0 0,-2 0 0 0 0,1 0 1 0 0,-1 0-1 0 0,1 0 1 0 0,-1 0-1 0 0,1 0 0 0 0,-1 0 1 0 0,1 0-1 0 0,-1 1 1 0 0,1-1-1 0 0,-1 0 1 0 0,1 0-1 0 0,-1 0 0 0 0,1 1 1 0 0,-1-1-1 0 0,0 0 1 0 0,1 1-1 0 0,-1-1 0 0 0,1 0 1 0 0,-1 1-1 0 0,0-1 1 0 0,1 0-1 0 0,-1 1 1 0 0,0-1-1 0 0,0 1 0 0 0,1-1 1 0 0,-1 0-1 0 0,0 1 1 0 0,0-1-1 0 0,0 1 0 0 0,1-1 1 0 0,-1 1-1 0 0,0-1 1 0 0,0 1-1 0 0,0 0 1 0 0,4 1 52 0 0,14-1-26 0 0,-13 5 26 0 0,-5-6-52 0 0,1 1-1 0 0,0 0 1 0 0,-1 0 0 0 0,1 0-1 0 0,0-1 1 0 0,0 1 0 0 0,0 0-1 0 0,0-1 1 0 0,0 1 0 0 0,-1-1-1 0 0,1 1 1 0 0,0-1 0 0 0,0 0-1 0 0,0 1 1 0 0,0-1 0 0 0,0 0-1 0 0,1 1 1 0 0,-1-1 0 0 0,0 0-1 0 0,1 0 1 0 0,0 0-2 0 0,26 13 17 0 0,1-1 0 0 0,1-1 0 0 0,-1-2 0 0 0,46 9 0 0 0,62 4-2 0 0,86-8 20 0 0,202 23 145 0 0,-314-15-99 0 0,-82-15-49 0 0,0-2 0 0 0,46 4 0 0 0,105 16 41 0 0,-151-20 3 0 0,166 28 952 0 0,-94-18-785 0 0,186 1 1 0 0,108-29 250 0 0,-126 2-390 0 0,35 22 108 0 0,-239-6-209 0 0,1 3 25 0 0,-1 2 0 0 0,92 28-1 0 0,3 14 241 0 0,-71-10 173 0 0,-29-21-310 0 0,2-4 0 0 0,0-2 0 0 0,64 7 1 0 0,-65-15-65 0 0,45 5 8 0 0,176-2-1 0 0,216-8 102 0 0,-171 5-110 0 0,-140-9-92 0 0,336-46 1 0 0,-292 14 159 0 0,-146 13-173 0 0,-59 14 93 0 0,-17 3 14 0 0,13 3-40 0 0,5 1 13 0 0,9-1-93 0 0,-29-2-60 0 0,2-5-1 0 0,43-23-65 0 0,-47 27 181 0 0,1 0 0 0 0,-1 0 1 0 0,0-1-1 0 0,0 1 0 0 0,-1-1 1 0 0,1 0-1 0 0,6-11 1 0 0,-2-5 44 0 0,13-22 52 0 0,-13 29-76 0 0,-1 1-1 0 0,0-1 0 0 0,-1 0 0 0 0,-1-1 1 0 0,5-16-1 0 0,-2-27-76 0 0,0 27 9 0 0,-6 24 36 0 0,-1 0 0 0 0,0 0 0 0 0,0-1 0 0 0,0 1 1 0 0,-1 0-1 0 0,0-1 0 0 0,-1 1 0 0 0,0-1 0 0 0,0 1 1 0 0,0 0-1 0 0,-1-1 0 0 0,-2-9 0 0 0,-6-6-35 0 0,7 17 28 0 0,-1 1 0 0 0,1-1 0 0 0,1 0-1 0 0,-1 1 1 0 0,1-1 0 0 0,0 0 0 0 0,0-10 0 0 0,0-4-53 0 0,1 11 45 0 0,0 0 0 0 0,0-1 0 0 0,1 1 0 0 0,0 0 0 0 0,2-10-1 0 0,7-8 52 0 0,25-52 0 0 0,-34 72 22 0 0,1 0 1 0 0,-1-1-1 0 0,0 1 1 0 0,-1-1-1 0 0,0 1 1 0 0,-1-13-1 0 0,1 6 32 0 0,0 13-78 0 0,-1 0-1 0 0,0 0 1 0 0,1 0 0 0 0,-1 0 0 0 0,0 1 0 0 0,1-1 0 0 0,-1 0 0 0 0,0 1-1 0 0,0-1 1 0 0,1 0 0 0 0,-1 1 0 0 0,0-1 0 0 0,0 1 0 0 0,0-1 0 0 0,0 1 0 0 0,0 0-1 0 0,0-1 1 0 0,0 1 0 0 0,0 0 0 0 0,0 0 0 0 0,-1-1 0 0 0,-1 0 0 0 0,-20-10 25 0 0,-1 0-1 0 0,0 2 0 0 0,0 1 0 0 0,-1 0 1 0 0,-47-7-1 0 0,28 6 36 0 0,11 2-58 0 0,-1 2 0 0 0,-36-1 1 0 0,13 2-8 0 0,-396-32 162 0 0,398 31-123 0 0,-183-23-114 0 0,-71-9-416 0 0,45 6 705 0 0,-82-8 15 0 0,0 6-67 0 0,8 6-107 0 0,255 21-26 0 0,-317 0 13 0 0,320 9 37 0 0,-31 1 105 0 0,-142-12 0 0 0,9-9-236 0 0,-93-10 228 0 0,128-2-201 0 0,41 0 51 0 0,-170-25 139 0 0,202 28-91 0 0,1 0-24 0 0,-228-41-88 0 0,237 49-25 0 0,86 14 4 0 0,-57-13 0 0 0,43 5 29 0 0,-1 3 0 0 0,0 2 0 0 0,0 2 0 0 0,-76 4 0 0 0,91 1 85 0 0,31 0-146 0 0,8 1-548 0 0,7 3 321 0 0,-3-2 47 0 0,1 0-1 0 0,-1 0 0 0 0,1 0 0 0 0,-1 0 0 0 0,0 0 0 0 0,0 1 0 0 0,0-1 1 0 0,0 1-1 0 0,-1 0 0 0 0,1 0 0 0 0,-1 0 0 0 0,1 0 0 0 0,-1 1 1 0 0,0-1-1 0 0,0 1 0 0 0,2 5 0 0 0,22 58-6316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1:11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318 22 2641 0 0,'6'-2'543'0'0,"-5"2"-425"0"0,0 0 0 0 0,0 0 0 0 0,0-1 0 0 0,0 1 0 0 0,0 0 0 0 0,0 0 0 0 0,-1-1 0 0 0,1 1 0 0 0,0-1 1 0 0,0 1-1 0 0,0 0 0 0 0,-1-1 0 0 0,1 0 0 0 0,0 1 0 0 0,0-1 0 0 0,-1 1 0 0 0,1-1 0 0 0,0 0 0 0 0,-1 1 0 0 0,1-1 0 0 0,-1 0 0 0 0,1 0 0 0 0,-1 0 0 0 0,0 1 0 0 0,1-1 0 0 0,-1 0 0 0 0,0 0 0 0 0,1 0 0 0 0,-1 0 0 0 0,0-1 0 0 0,0 1 442 0 0,1 2-517 0 0,-1 1 1 0 0,0-1-1 0 0,0 0 0 0 0,0 0 0 0 0,0 1 0 0 0,0-1 0 0 0,-1 0 0 0 0,1 1 0 0 0,0-1 0 0 0,0 0 0 0 0,-1 0 1 0 0,1 1-1 0 0,-1-1 0 0 0,1 0 0 0 0,-1 0 0 0 0,0 0 0 0 0,1 0 0 0 0,-1 0 0 0 0,0 0 0 0 0,0 0 0 0 0,0 0 1 0 0,1 0-1 0 0,-1 0 0 0 0,0 0 0 0 0,-2 1 0 0 0,-55 56 517 0 0,18 5-146 0 0,20-36-304 0 0,11-14-111 0 0,0 0 0 0 0,1 0 1 0 0,0 0-1 0 0,-9 23 0 0 0,7-15 127 0 0,-1 0-1 0 0,-1 0 1 0 0,0-1-1 0 0,-27 32 0 0 0,-5 7 89 0 0,39-52-243 0 0,1 1 0 0 0,0-1 0 0 0,0 1 0 0 0,1 0 0 0 0,0 1 0 0 0,0-1 0 0 0,1 0 0 0 0,0 1 0 0 0,0 9 0 0 0,1-14-102 0 0,1 0 0 0 0,-1 0 0 0 0,1 0 0 0 0,1 0 0 0 0,-1 0 0 0 0,0 0 0 0 0,1 0 0 0 0,0 0 0 0 0,0 0 0 0 0,0 0 0 0 0,0 0 0 0 0,1-1 0 0 0,0 1 0 0 0,-1 0 0 0 0,1-1 0 0 0,1 1 0 0 0,-1-1 0 0 0,0 0-1 0 0,1 0 1 0 0,4 4 0 0 0,19 12-2470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1:11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 1361 0 0,'0'-7'2241'0'0,"27"7"-401"0"0,0-5-319 0 0,26 10-400 0 0,27 7-481 0 0,155 15-960 0 0,-49-10-1121 0 0,-106-5-3201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1:12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231 115 160 0 0,'0'7'4184'0'0,"0"-10"-1815"0"0,4-14-1278 0 0,0 13-1064 0 0,0 0 0 0 0,0 1 1 0 0,0-1-1 0 0,0 1 0 0 0,8-5 1 0 0,-8 6-26 0 0,0-1 1 0 0,0 1 0 0 0,0-1 0 0 0,0-1 0 0 0,-1 1 0 0 0,1 0-1 0 0,4-6 1 0 0,-1-4-41 0 0,-6 11 31 0 0,0 0 1 0 0,0 0-1 0 0,0 0 0 0 0,0 1 0 0 0,0-1 0 0 0,0 0 1 0 0,1 1-1 0 0,-1-1 0 0 0,0 1 0 0 0,1 0 1 0 0,0-1-1 0 0,-1 1 0 0 0,1 0 0 0 0,0 0 0 0 0,2-1 1 0 0,-4 1-1 0 0,1 0 0 0 0,0 0 0 0 0,0 1 0 0 0,0-1 0 0 0,0 0 0 0 0,0 1 0 0 0,0-1-1 0 0,0 1 1 0 0,0-1 0 0 0,0 1 0 0 0,0 0 0 0 0,0-1 0 0 0,0 1 0 0 0,0 0 0 0 0,0 0 0 0 0,0 0 0 0 0,0 0 0 0 0,1 0 0 0 0,-1 0 0 0 0,2 0 0 0 0,-14 23-101 0 0,-6 8 150 0 0,8-13-2 0 0,-1 0 0 0 0,-1-1 0 0 0,-16 21 0 0 0,-54 43 242 0 0,51-54-102 0 0,-28 35-1 0 0,40-38-153 0 0,1 1 1 0 0,1 1 0 0 0,-17 38-1 0 0,29-56-50 0 0,2-4 3 0 0,0 0 0 0 0,0-1-1 0 0,0 1 1 0 0,1 0 0 0 0,-1 0 0 0 0,0 6-1 0 0,2-9-3 0 0,0 1 0 0 0,0-1 0 0 0,0 0-1 0 0,0 0 1 0 0,1 0 0 0 0,-1 0 0 0 0,0 0 0 0 0,1 0-1 0 0,-1 0 1 0 0,0 0 0 0 0,1 0 0 0 0,-1 0-1 0 0,1 0 1 0 0,0 0 0 0 0,-1 0 0 0 0,1 0 0 0 0,0 0-1 0 0,0 0 1 0 0,-1-1 0 0 0,1 1 0 0 0,0 0 0 0 0,0-1-1 0 0,0 1 1 0 0,0 0 0 0 0,0-1 0 0 0,2 1 0 0 0,-2 0-110 0 0,1 0 1 0 0,0 0-1 0 0,-1 0 1 0 0,1-1 0 0 0,-1 1-1 0 0,1-1 1 0 0,0 1 0 0 0,0-1-1 0 0,-1 0 1 0 0,1 0 0 0 0,0 0-1 0 0,-1 0 1 0 0,5 0 0 0 0,20-13-3988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1:12.6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1 2481 0 0,'-54'5'2721'0'0,"28"0"-320"0"0,-1 0-480 0 0,0-5-480 0 0,27 7 160 0 0,27-7-1201 0 0,0 0-160 0 0,53 5-80 0 0,-27 0-240 0 0,48 2-720 0 0,33 3-561 0 0,-1-3-1440 0 0,-80-7 0 0 0,-26 0-1361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1:13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 2721 0 0,'0'0'3442'0'0,"-26"5"-1441"0"0,-1 2-1041 0 0,27 3-480 0 0,27 2-159 0 0,26 5-1 0 0,27 5-160 0 0,27 0-160 0 0,-6 0-240 0 0,6-10-881 0 0,-27-12-1440 0 0,-54 0-2641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1:13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134 208 5202 0 0,'5'0'2722'0'0,"12"0"-1735"0"0,-17 0-991 0 0,0 0 0 0 0,0 0 0 0 0,0-1 0 0 0,0 1 0 0 0,0 0 0 0 0,0 0 0 0 0,0 0 0 0 0,0 0 0 0 0,-1 0 0 0 0,1 0 0 0 0,0 0 0 0 0,0-1 0 0 0,0 1 0 0 0,0 0 0 0 0,0 0 0 0 0,0 0 0 0 0,0 0 0 0 0,0 0 0 0 0,0-1 0 0 0,0 1 0 0 0,0 0 0 0 0,0 0 0 0 0,0 0 0 0 0,0 0 0 0 0,0 0 0 0 0,0-1 0 0 0,0 1 0 0 0,0 0 0 0 0,0 0 0 0 0,0 0 0 0 0,1 0 0 0 0,-1 0 0 0 0,0 0 0 0 0,0-1 0 0 0,0 1 0 0 0,0 0 0 0 0,0 0 0 0 0,0 0 0 0 0,0 0 0 0 0,-22 0 150 0 0,22-2-104 0 0,-1 1 0 0 0,1-1-1 0 0,0 0 1 0 0,0 1-1 0 0,0-1 1 0 0,0 1 0 0 0,0-1-1 0 0,0 0 1 0 0,1 1-1 0 0,-1-1 1 0 0,0 1-1 0 0,1-1 1 0 0,-1 1 0 0 0,1-1-1 0 0,0 1 1 0 0,1-3-1 0 0,16-8 101 0 0,8-5 37 0 0,-14 4-99 0 0,0 1 0 0 0,1 0 0 0 0,0 0 0 0 0,1 2 0 0 0,0-1 0 0 0,19-9 0 0 0,-30 18-71 0 0,0 0 1 0 0,-1 0-1 0 0,1 0 0 0 0,-1-1 1 0 0,1 1-1 0 0,-1-1 0 0 0,3-4 1 0 0,-3 4-3 0 0,0 1 0 0 0,-1 0 0 0 0,1-1 0 0 0,1 1 0 0 0,-1 0 0 0 0,0 0 0 0 0,0 0 0 0 0,1 0 1 0 0,-1 0-1 0 0,1 1 0 0 0,3-2 0 0 0,11-3-20 0 0,-17 6 9 0 0,0 0 0 0 0,0 0 1 0 0,0 1-1 0 0,0-1 1 0 0,0 0-1 0 0,0 0 1 0 0,0 0-1 0 0,0 0 1 0 0,0 0-1 0 0,0 0 0 0 0,0 1 1 0 0,0-1-1 0 0,1 0 1 0 0,-1 0-1 0 0,0 0 1 0 0,0 0-1 0 0,0 0 0 0 0,0 0 1 0 0,0 0-1 0 0,0 0 1 0 0,0 0-1 0 0,0 1 1 0 0,0-1-1 0 0,0 0 1 0 0,0 0-1 0 0,0 0 0 0 0,1 0 1 0 0,-1 0-1 0 0,0 0 1 0 0,0 0-1 0 0,0 0 1 0 0,0 0-1 0 0,0 0 1 0 0,0 0-1 0 0,0 0 0 0 0,1 0 1 0 0,-1 0-1 0 0,0 0 1 0 0,0 0-1 0 0,0 0 1 0 0,0 0-1 0 0,0 0 0 0 0,0 0 1 0 0,0 0-1 0 0,1 0 1 0 0,-1 0-1 0 0,0 0 1 0 0,0 0-1 0 0,0 0 1 0 0,0 0-1 0 0,0 0 0 0 0,0 0 1 0 0,0 0-1 0 0,0 0 1 0 0,1 0-1 0 0,-1 0 1 0 0,0 0-1 0 0,0 0 1 0 0,0-1-1 0 0,0 1 0 0 0,0 0 1 0 0,0 0-1 0 0,0 0 1 0 0,0 0-1 0 0,0 0 1 0 0,0 0-1 0 0,0 5-64 0 0,-1-4 63 0 0,0 0 1 0 0,0 0 0 0 0,1 0-1 0 0,-1 0 1 0 0,0 0-1 0 0,0 0 1 0 0,0 0 0 0 0,0 0-1 0 0,-1-1 1 0 0,1 1-1 0 0,0 0 1 0 0,0 0 0 0 0,0-1-1 0 0,-1 1 1 0 0,-1 0-1 0 0,0 1 9 0 0,-5 11 49 0 0,-1-1-50 0 0,1 0-1 0 0,-1 0 0 0 0,-1-1 0 0 0,0-1 1 0 0,-1 1-1 0 0,-14 9 0 0 0,-18 19-4 0 0,6-1-27 0 0,-52 66 1 0 0,77-87 11 0 0,0 1 1 0 0,0 0-1 0 0,2 1 0 0 0,1 0 1 0 0,0 0-1 0 0,-10 34 0 0 0,18-45-46 0 0,-1 0 0 0 0,1 0 0 0 0,1 1 0 0 0,0 14 0 0 0,0-10-169 0 0,0-12 193 0 0,0 0 0 0 0,0 0-1 0 0,0 0 1 0 0,0 0-1 0 0,0-1 1 0 0,0 1 0 0 0,1 0-1 0 0,-1 0 1 0 0,0 0-1 0 0,1 0 1 0 0,-1-1-1 0 0,0 1 1 0 0,1 0 0 0 0,-1 0-1 0 0,1-1 1 0 0,-1 1-1 0 0,1 0 1 0 0,0-1 0 0 0,-1 1-1 0 0,1-1 1 0 0,0 1-1 0 0,-1-1 1 0 0,1 1 0 0 0,0-1-1 0 0,-1 1 1 0 0,1-1-1 0 0,0 1 1 0 0,0-1-1 0 0,0 0 1 0 0,1 1 0 0 0,25 0-900 0 0,-21-1 512 0 0,25-3-2828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1:14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610 7 240 0 0,'0'0'53'0'0,"0"0"0"0"0,0 0 0 0 0,0-1 0 0 0,0 1 0 0 0,0 0 0 0 0,0 0 0 0 0,0 0 0 0 0,0 0 0 0 0,0 0 0 0 0,-1-1 0 0 0,1 1 0 0 0,0 0 0 0 0,0 0 0 0 0,0 0 0 0 0,0 0-1 0 0,0 0 1 0 0,0-1 0 0 0,0 1 0 0 0,0 0 0 0 0,0 0 0 0 0,0 0 0 0 0,0 0 0 0 0,0-1 0 0 0,0 1 0 0 0,0 0 0 0 0,0 0 0 0 0,1 0 0 0 0,-1 0 0 0 0,0 0 0 0 0,0-1 0 0 0,0 1 0 0 0,0 0 0 0 0,0 0 0 0 0,0 0 0 0 0,0 0 0 0 0,0 0 0 0 0,0 0 0 0 0,1-1 0 0 0,-1 1-1 0 0,0 0 1 0 0,0 0 0 0 0,0 0 0 0 0,0 0 0 0 0,0 0 0 0 0,0 0 0 0 0,1 0 0 0 0,-1 0 0 0 0,0 0 0 0 0,0 0 0 0 0,0 0 0 0 0,0 0 0 0 0,1 0 0 0 0,-1 0 0 0 0,0 0 0 0 0,0 0 0 0 0,0 0 0 0 0,0 0 0 0 0,1 0 0 0 0,-1 0 0 0 0,0 0 0 0 0,0 0 0 0 0,0 0 0 0 0,0 0 0 0 0,0 0-1 0 0,1 0 1 0 0,-1 0 0 0 0,27 0 2937 0 0,-27 0-2955 0 0,1 0 0 0 0,0 0 1 0 0,0 0-1 0 0,0 0 0 0 0,0 0 0 0 0,0 0 0 0 0,0 0 1 0 0,0 0-1 0 0,0 1 0 0 0,0-1 0 0 0,-1 0 0 0 0,1 1 1 0 0,0-1-1 0 0,0 1 0 0 0,0-1 0 0 0,-1 0 0 0 0,1 1 1 0 0,0 0-1 0 0,0-1 0 0 0,-1 1 0 0 0,1-1 0 0 0,0 1 1 0 0,-1 0-1 0 0,1 0 0 0 0,-1-1 0 0 0,1 1 0 0 0,0 1 1 0 0,-1-1-34 0 0,0 1 0 0 0,0-1 0 0 0,1 0 0 0 0,-1 0 1 0 0,0 1-1 0 0,1-1 0 0 0,-1 0 0 0 0,1 0 0 0 0,0 0 0 0 0,-1 0 1 0 0,1 0-1 0 0,0 0 0 0 0,0 0 0 0 0,0 0 0 0 0,-1 0 1 0 0,1 0-1 0 0,2 1 0 0 0,-2-1-5 0 0,1 0 0 0 0,-1 0-1 0 0,0 0 1 0 0,0 0 0 0 0,0 0 0 0 0,-1 0-1 0 0,1 0 1 0 0,0 0 0 0 0,0 0 0 0 0,0 1 0 0 0,-1-1-1 0 0,1 0 1 0 0,-1 0 0 0 0,1 1 0 0 0,-1-1 0 0 0,1 0-1 0 0,-1 1 1 0 0,0-1 0 0 0,0 0 0 0 0,0 1-1 0 0,1-1 1 0 0,-1 1 0 0 0,-1-1 0 0 0,1 0 0 0 0,0 1-1 0 0,0-1 1 0 0,0 1 0 0 0,-1-1 0 0 0,1 0 0 0 0,-1 1-1 0 0,1-1 1 0 0,-2 2 0 0 0,-2 5 8 0 0,0-1 1 0 0,0-1-1 0 0,-1 1 1 0 0,0 0-1 0 0,0-1 1 0 0,0 0-1 0 0,-1 0 1 0 0,0-1-1 0 0,-9 7 1 0 0,-71 44 184 0 0,49-33-115 0 0,0 0 109 0 0,-1-2 0 0 0,-63 25 0 0 0,75-37-42 0 0,0 0-1 0 0,0-2 0 0 0,-1-1 1 0 0,1-1-1 0 0,-35 2 1 0 0,54-7-99 0 0,-1 0-1 0 0,1 0 1 0 0,0-1 0 0 0,0 0 0 0 0,0-1 0 0 0,-1 1 0 0 0,1-1 0 0 0,1-1 0 0 0,-1 1-1 0 0,0-1 1 0 0,1-1 0 0 0,-1 1 0 0 0,-9-8 0 0 0,14 10-30 0 0,0 0 0 0 0,0 0 0 0 0,0-1 0 0 0,1 1 0 0 0,-1 0 0 0 0,0-1 0 0 0,1 0 0 0 0,-1 1 0 0 0,1-1 0 0 0,-1 0-1 0 0,1 0 1 0 0,0 0 0 0 0,0 0 0 0 0,0 0 0 0 0,0 0 0 0 0,0 0 0 0 0,0 0 0 0 0,1 0 0 0 0,-1-1 0 0 0,1 1 0 0 0,-1 0 0 0 0,1 0 0 0 0,0-1 0 0 0,0 1 0 0 0,0 0 0 0 0,0 0 0 0 0,0-1 0 0 0,1 1 0 0 0,-1 0 0 0 0,1 0 0 0 0,-1-1 0 0 0,1 1 0 0 0,0 0 0 0 0,1-3-1 0 0,-1 3-12 0 0,1 0 0 0 0,-1 0 0 0 0,1 0 0 0 0,-1 0 0 0 0,1 0 0 0 0,0 1 0 0 0,0-1 0 0 0,0 0 0 0 0,0 1 0 0 0,0-1 0 0 0,0 1 0 0 0,4-2 0 0 0,16 0-66 0 0,-10 3 50 0 0,-1 1 0 0 0,1 0 1 0 0,0 1-1 0 0,-1 1 0 0 0,1-1 1 0 0,-1 2-1 0 0,0 0 0 0 0,0 0 0 0 0,13 8 1 0 0,-5-4 12 0 0,256 126-64 0 0,-265-128-95 0 0,0-1-1 0 0,1 0 1 0 0,0-1 0 0 0,-1 0 0 0 0,1 0-1 0 0,1-1 1 0 0,-1-1 0 0 0,0 0-1 0 0,1 0 1 0 0,-1-1 0 0 0,1-1-1 0 0,-1 0 1 0 0,1 0 0 0 0,0-1 0 0 0,-1-1-1 0 0,0 0 1 0 0,13-4 0 0 0,30-18-3573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1:14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44 113 2001 0 0,'5'0'2161'0'0,"-4"0"-1820"0"0,-1 0-266 0 0,1 0-1 0 0,0 1 0 0 0,0-1 1 0 0,-1 0-1 0 0,1 0 1 0 0,0 0-1 0 0,-1 0 0 0 0,1 0 1 0 0,0 0-1 0 0,0 0 0 0 0,-1 0 1 0 0,1 0-1 0 0,0 0 1 0 0,-1 0-1 0 0,1-1 0 0 0,0 1 1 0 0,-1 0-1 0 0,1-1 0 0 0,0 1 1 0 0,-1 0-1 0 0,1-1 0 0 0,0 1 1 0 0,-1 0-1 0 0,1-1 1 0 0,-1 1-1 0 0,1-1 0 0 0,-1 1 1 0 0,1-1-1 0 0,-1 1 0 0 0,1-1 1 0 0,0-1-1 0 0,0 1-46 0 0,-1 0 0 0 0,1 1-1 0 0,0-1 1 0 0,0 0 0 0 0,0 1-1 0 0,0-1 1 0 0,0 0 0 0 0,0 1 0 0 0,0-1-1 0 0,0 1 1 0 0,0 0 0 0 0,0-1 0 0 0,0 1-1 0 0,0 0 1 0 0,0-1 0 0 0,1 1-1 0 0,1 0 1 0 0,3-1 47 0 0,-2-1-35 0 0,0 1 0 0 0,-1-1 0 0 0,1 0-1 0 0,-1 0 1 0 0,0 0 0 0 0,6-5 0 0 0,15-9 68 0 0,-1-2-15 0 0,-21 16-84 0 0,1 0 0 0 0,-1-1-1 0 0,1 1 1 0 0,0 0 0 0 0,0 0 0 0 0,0 1 0 0 0,0-1 0 0 0,5-2 0 0 0,41-19 151 0 0,-49 23-157 0 0,0 0 1 0 0,1 0-1 0 0,-1 0 0 0 0,0 0 1 0 0,0 0-1 0 0,0 0 0 0 0,1 0 0 0 0,-1 0 1 0 0,0 0-1 0 0,0 0 0 0 0,0 0 1 0 0,0 0-1 0 0,1 1 0 0 0,-1-1 0 0 0,0 0 1 0 0,0 0-1 0 0,0 0 0 0 0,0 0 1 0 0,1 0-1 0 0,-1 0 0 0 0,0 0 0 0 0,0 1 1 0 0,0-1-1 0 0,0 0 0 0 0,0 0 1 0 0,0 0-1 0 0,1 0 0 0 0,-1 1 0 0 0,0-1 1 0 0,0 0-1 0 0,0 0 0 0 0,0 0 1 0 0,0 0-1 0 0,0 1 0 0 0,0-1 0 0 0,0 0 1 0 0,0 0-1 0 0,0 0 0 0 0,0 1 1 0 0,0-1-1 0 0,0 0 0 0 0,0 0 0 0 0,0 0 1 0 0,0 1-1 0 0,0-1 0 0 0,0 0 1 0 0,0 0-1 0 0,0 0 0 0 0,0 1 0 0 0,-5 14 87 0 0,-2-3-37 0 0,0 0 1 0 0,-1-1-1 0 0,-1 0 1 0 0,1-1 0 0 0,-12 11-1 0 0,-14 18 52 0 0,-6 28 2 0 0,7-23-44 0 0,23-33-49 0 0,1 2 0 0 0,0-1-1 0 0,1 1 1 0 0,0 0 0 0 0,1 0 0 0 0,-7 20 0 0 0,5 7-27 0 0,3-26-9 0 0,5-13 9 0 0,1 0 1 0 0,-1 0 0 0 0,1-1 0 0 0,-1 1 0 0 0,1 0-1 0 0,-1 0 1 0 0,1 0 0 0 0,-1-1 0 0 0,1 1 0 0 0,0 0 0 0 0,-1 0-1 0 0,1 0 1 0 0,0 0 0 0 0,0 0 0 0 0,0 0 0 0 0,0 0 0 0 0,0 0-1 0 0,0 0 1 0 0,0 0 0 0 0,0 0 0 0 0,0 0 0 0 0,0-1 0 0 0,1 1-1 0 0,-1 0 1 0 0,0 0 0 0 0,1 0 0 0 0,-1 0 0 0 0,0 0 0 0 0,1 0-1 0 0,-1-1 1 0 0,1 1 0 0 0,-1 0 0 0 0,1 0 0 0 0,0-1-1 0 0,-1 1 1 0 0,1 0 0 0 0,0-1 0 0 0,-1 1 0 0 0,1-1 0 0 0,0 1-1 0 0,1 0 1 0 0,-2-1-31 0 0,0 0-1 0 0,1 0 1 0 0,-1 0 0 0 0,0 0-1 0 0,0 0 1 0 0,0 0-1 0 0,1 0 1 0 0,-1 0-1 0 0,0 0 1 0 0,0 0 0 0 0,1 0-1 0 0,-1 0 1 0 0,0 0-1 0 0,0 0 1 0 0,0 0-1 0 0,1 0 1 0 0,-1 0-1 0 0,0 0 1 0 0,0 0 0 0 0,0 0-1 0 0,0 0 1 0 0,1-1-1 0 0,-1 1 1 0 0,0 0-1 0 0,0 0 1 0 0,0 0 0 0 0,0 0-1 0 0,1 0 1 0 0,-1-1-1 0 0,0 1 1 0 0,0 0-1 0 0,0 0 1 0 0,0 0 0 0 0,0-1-1 0 0,0 1 1 0 0,0 0-1 0 0,0 0 1 0 0,0 0-1 0 0,1-1 1 0 0,-1 1 0 0 0,0 0-1 0 0,0 0 1 0 0,2-4-771 0 0,20-12-3161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1:15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400 79 880 0 0,'-1'-2'384'0'0,"-1"1"0"0"0,0-1 0 0 0,1 1 0 0 0,-1 0 0 0 0,0-1 0 0 0,0 1 0 0 0,0 0 0 0 0,0 0 0 0 0,0 0 0 0 0,0 0 0 0 0,0 1 0 0 0,-1-1 0 0 0,-3 0 0 0 0,-13 0 12 0 0,-1 0 0 0 0,0 2 0 0 0,1 0 0 0 0,-1 2 0 0 0,1 0 0 0 0,-33 10-1 0 0,12-4-71 0 0,26-7-252 0 0,8-1-35 0 0,0 0-1 0 0,0 0 0 0 0,0 1 0 0 0,0 0 0 0 0,-8 3 0 0 0,13-4-27 0 0,-1 0 0 0 0,1 0-1 0 0,-1 0 1 0 0,1 0 0 0 0,0 0 0 0 0,-1 0-1 0 0,1 0 1 0 0,0 0 0 0 0,0 1-1 0 0,0-1 1 0 0,0 0 0 0 0,0 1-1 0 0,0-1 1 0 0,0 1 0 0 0,1-1 0 0 0,-1 1-1 0 0,0 0 1 0 0,1-1 0 0 0,-1 1-1 0 0,1 0 1 0 0,0-1 0 0 0,0 1-1 0 0,-1 0 1 0 0,1 2 0 0 0,0-1-5 0 0,0 0 0 0 0,1 0 0 0 0,-1 0 0 0 0,1 0 0 0 0,-1 0 0 0 0,1-1 0 0 0,0 1 0 0 0,0 0 0 0 0,0 0 0 0 0,0-1 0 0 0,0 1 0 0 0,1-1 0 0 0,-1 1 0 0 0,1-1 0 0 0,2 3 0 0 0,2 4-1 0 0,-3 4 2 0 0,-3-12-2 0 0,0 0 0 0 0,0 0 0 0 0,0-1 0 0 0,0 1 1 0 0,0 0-1 0 0,0 0 0 0 0,0-1 0 0 0,0 1 0 0 0,1 0 0 0 0,-1-1 0 0 0,0 1 0 0 0,0 0 0 0 0,1 0 0 0 0,-1-1 0 0 0,1 1 0 0 0,-1-1 0 0 0,1 1 0 0 0,-1 0 0 0 0,2 0 0 0 0,5 4-11 0 0,1-2 1 0 0,0 1-1 0 0,-1-1 0 0 0,2 0 0 0 0,-1 0 1 0 0,0-1-1 0 0,1 0 0 0 0,-1-1 0 0 0,14 1 1 0 0,12 4 4 0 0,35 1-177 0 0,-65-6 178 0 0,0-1 0 0 0,0 0 0 0 0,-1 0-1 0 0,1 0 1 0 0,0-1 0 0 0,0 1 0 0 0,0-1-1 0 0,0 0 1 0 0,-1 0 0 0 0,1 0 0 0 0,0-1 0 0 0,-1 1-1 0 0,1-1 1 0 0,3-2 0 0 0,-6 2 7 0 0,0 1 0 0 0,0 0 1 0 0,-1-1-1 0 0,1 1 0 0 0,0 0 0 0 0,-1-1 1 0 0,1 1-1 0 0,-1-1 0 0 0,0 1 0 0 0,1-1 1 0 0,-1 1-1 0 0,0-1 0 0 0,0 1 0 0 0,0-1 1 0 0,0 0-1 0 0,-1-2 0 0 0,-5-28 65 0 0,6 32-69 0 0,-2-10 15 0 0,-1 0 1 0 0,-1 1 0 0 0,0-1-1 0 0,0 1 1 0 0,-1 0-1 0 0,0 0 1 0 0,-1 0 0 0 0,1 1-1 0 0,-2 0 1 0 0,1 0-1 0 0,-1 0 1 0 0,0 1 0 0 0,-1 0-1 0 0,-13-9 1 0 0,9 8-161 0 0,0 1 0 0 0,0 1 0 0 0,0 0 0 0 0,-1 1 0 0 0,0 0 0 0 0,0 1 1 0 0,0 0-1 0 0,-1 1 0 0 0,0 0 0 0 0,-26 0 0 0 0,-13 2-1844 0 0,-1 1-2147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1:43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1110 345 1121 0 0,'-2'-1'4469'0'0,"-6"0"-1137"0"0,-22 2-3276 0 0,21 0 637 0 0,5-1-293 0 0,-6-1-256 0 0,0 0-1 0 0,0 0 1 0 0,0-1-1 0 0,-12-4 1 0 0,12 3-109 0 0,0 1 0 0 0,-1 0 0 0 0,0 0 1 0 0,-13 0-1 0 0,-3 2 51 0 0,-3-1 130 0 0,0 2-1 0 0,0 1 0 0 0,-40 8 0 0 0,25-5-36 0 0,38-5-123 0 0,0 0 0 0 0,0 0 0 0 0,1 1 0 0 0,-1 0 0 0 0,0 1 0 0 0,1 0 0 0 0,-13 4 0 0 0,-34 20 37 0 0,26-17-77 0 0,23-8-16 0 0,1-1 0 0 0,-1 1 0 0 0,1 0 0 0 0,-1 0-1 0 0,1 1 1 0 0,0-1 0 0 0,0 1 0 0 0,0-1-1 0 0,0 1 1 0 0,0 0 0 0 0,-6 5 0 0 0,3 2 0 0 0,5-8 0 0 0,0 1 0 0 0,0-1 0 0 0,0 0 0 0 0,0 0 0 0 0,0 0 0 0 0,0 1 0 0 0,0-1 0 0 0,-1 0 0 0 0,1 0 0 0 0,0-1 0 0 0,0 1 0 0 0,-1 0 0 0 0,1 0 0 0 0,-1-1 0 0 0,1 1 0 0 0,-1-1 0 0 0,-2 1 0 0 0,-84 31 93 0 0,46-15 14 0 0,-62 15 0 0 0,87-29-80 0 0,1 1 1 0 0,-1 1 0 0 0,1 1 0 0 0,1 1 0 0 0,-1 0 0 0 0,1 1 0 0 0,0 0 0 0 0,1 1 0 0 0,0 1 0 0 0,-14 12-1 0 0,2-6-125 0 0,24-16 126 0 0,1 1 0 0 0,-1-1 1 0 0,0 1-1 0 0,1 0 0 0 0,-1-1 1 0 0,1 1-1 0 0,-1 0 0 0 0,1 0 0 0 0,-1 0 1 0 0,1 0-1 0 0,0 0 0 0 0,0 0 1 0 0,-1 0-1 0 0,1 1 0 0 0,0-1 1 0 0,0 0-1 0 0,0 1 0 0 0,0-1 0 0 0,0 1 1 0 0,1-1-1 0 0,-1 1 0 0 0,0-1 1 0 0,1 1-1 0 0,-1 0 0 0 0,1-1 0 0 0,-1 1 1 0 0,1 2-1 0 0,0 102 746 0 0,0-105-771 0 0,0 1 1 0 0,1-1-1 0 0,-1 0 1 0 0,1 0 0 0 0,-1 0-1 0 0,1 0 1 0 0,-1 0-1 0 0,1 0 1 0 0,0 0-1 0 0,-1 0 1 0 0,1-1-1 0 0,0 1 1 0 0,0 0 0 0 0,0 0-1 0 0,-1 0 1 0 0,1-1-1 0 0,0 1 1 0 0,0-1-1 0 0,1 1 1 0 0,6 6 5 0 0,-7-5-8 0 0,0 0 0 0 0,0 0 1 0 0,-1 0-1 0 0,1 0 0 0 0,0 1 1 0 0,-1-1-1 0 0,0 0 1 0 0,1 0-1 0 0,-1 1 0 0 0,0-1 1 0 0,0 0-1 0 0,-1 1 0 0 0,1-1 1 0 0,-1 3-1 0 0,1-3 3 0 0,-1 0-1 0 0,1 0 1 0 0,0 0 0 0 0,0 0 0 0 0,0 0-1 0 0,0 0 1 0 0,0 0 0 0 0,0 0 0 0 0,1-1-1 0 0,-1 1 1 0 0,1 0 0 0 0,-1 0 0 0 0,1 0-1 0 0,0 0 1 0 0,1 3 0 0 0,16 10 63 0 0,-10 11-54 0 0,10 1 0 0 0,-16-22-2 0 0,0 0-7 0 0,1 0 0 0 0,-1 0-1 0 0,1 0 1 0 0,0 0 0 0 0,0-1-1 0 0,0 1 1 0 0,1-1 0 0 0,-1 1 0 0 0,1-1-1 0 0,0-1 1 0 0,0 1 0 0 0,1 0-1 0 0,-1-1 1 0 0,9 5 0 0 0,38 19 39 0 0,1-2 0 0 0,0-2 0 0 0,99 27 0 0 0,-120-40 12 0 0,-28-9-50 0 0,22 7-4 0 0,-1 0 0 0 0,1-2 1 0 0,1-1-1 0 0,-1 0 1 0 0,38 0-1 0 0,-26-3-45 0 0,131 1 101 0 0,-72-13 92 0 0,-75 6-152 0 0,1 2 1 0 0,0 0-1 0 0,-1 1 1 0 0,1 1-1 0 0,40 5 1 0 0,-37 3-5 0 0,0 0 1 0 0,29 16-1 0 0,-3-2 53 0 0,11 10 155 0 0,107 16 60 0 0,-53-17-16 0 0,-88-25-240 0 0,0-2 0 0 0,1-1 0 0 0,-1-1 0 0 0,1-1 0 0 0,33-4 0 0 0,-5 2-35 0 0,90 1 97 0 0,75 8 106 0 0,22 1-12 0 0,-102-3-161 0 0,244 41 0 0 0,-295-36-45 0 0,0-4 1 0 0,1-4-1 0 0,-1-4 1 0 0,0-3-1 0 0,133-26 1 0 0,-210 26 8 0 0,-9 3 15 0 0,-1 0 1 0 0,1 0-1 0 0,0 1 1 0 0,0-1-1 0 0,0 1 1 0 0,-1 0-1 0 0,10 1 1 0 0,-5 0 26 0 0,0-1 0 0 0,-1 2 0 0 0,1-1-1 0 0,0 1 1 0 0,10 4 0 0 0,-7-2 22 0 0,1 0 0 0 0,0-1 0 0 0,24 2-1 0 0,218-3 141 0 0,-147-3-95 0 0,42-1 53 0 0,127 3 1 0 0,-86 0-207 0 0,-104-9 115 0 0,34-1 63 0 0,3 15-71 0 0,-66 1 120 0 0,-41-6-104 0 0,73 2 74 0 0,-80-3-97 0 0,0 0 1 0 0,0-1-1 0 0,0 0 1 0 0,0 0-1 0 0,15-5 1 0 0,-21 4-7 0 0,0 1-1 0 0,0-1 1 0 0,-1 0-1 0 0,1-1 1 0 0,-1 1-1 0 0,1 0 1 0 0,4-6 0 0 0,21-13 154 0 0,-18 14-72 0 0,1 0 0 0 0,-1-1 0 0 0,-1-1 0 0 0,17-15 0 0 0,-12 1 15 0 0,5-4-48 0 0,46-35-10 0 0,-64 59-60 0 0,0 1-1 0 0,1 1 1 0 0,-1-1-1 0 0,1 0 1 0 0,-1 1 0 0 0,1-1-1 0 0,-1 1 1 0 0,6-2-1 0 0,-7 1 0 0 0,0-1-1 0 0,0 1 0 0 0,-1 0 1 0 0,1-1-1 0 0,0 1 0 0 0,-1-1 1 0 0,1 1-1 0 0,-1-1 0 0 0,0 1 1 0 0,0-1-1 0 0,0 1 0 0 0,0-1 1 0 0,0 1-1 0 0,-2-4 0 0 0,2 0-34 0 0,0-174-37 0 0,0 179 81 0 0,0 0-1 0 0,-1 0 1 0 0,1 0 0 0 0,0 0-1 0 0,-1 0 1 0 0,1 0 0 0 0,-1 0-1 0 0,1-1 1 0 0,-1 1-1 0 0,0 1 1 0 0,1-1 0 0 0,-1 0-1 0 0,0 0 1 0 0,0 0 0 0 0,1 0-1 0 0,-1 0 1 0 0,0 1 0 0 0,0-1-1 0 0,0 0 1 0 0,-2 0 0 0 0,-27-14-2 0 0,4 1 1 0 0,14 4-1 0 0,-1 1-1 0 0,1 1 0 0 0,-2 1 1 0 0,1 0-1 0 0,-1 0 1 0 0,0 1-1 0 0,-18-5 0 0 0,-8-4 15 0 0,-120-46 147 0 0,27 15-173 0 0,113 39 67 0 0,-39-9 0 0 0,5 1 11 0 0,-22-7-51 0 0,64 19-1 0 0,0 0 1 0 0,0 1-1 0 0,-1 1 1 0 0,-12-1-1 0 0,-2 0 0 0 0,-39-11-214 0 0,-110-36 1 0 0,67 16 40 0 0,-105-35 307 0 0,109 30 80 0 0,-104-24 26 0 0,137 42-338 0 0,-107-17 0 0 0,-77 5-75 0 0,106 15 90 0 0,-157-3-129 0 0,108 10 465 0 0,74 5-247 0 0,63 3 55 0 0,0-2-1 0 0,-62-12 1 0 0,-35-17 6 0 0,153 32-77 0 0,-26-5-34 0 0,0-2 0 0 0,1-1 1 0 0,-46-19-1 0 0,65 21 28 0 0,-1 1 1 0 0,0 0-1 0 0,0 1 0 0 0,-16-5 1 0 0,26 9 8 0 0,-1 0 0 0 0,1 0 1 0 0,-1-1-1 0 0,1 1 0 0 0,0-1 1 0 0,0 0-1 0 0,0 0 0 0 0,0 0 1 0 0,-3-3-1 0 0,-17-10 11 0 0,9 8 9 0 0,9 5-29 0 0,0-1 1 0 0,0 1-1 0 0,-1 1 0 0 0,1-1 1 0 0,-1 1-1 0 0,1 0 1 0 0,-1 0-1 0 0,0 0 0 0 0,-11 1 1 0 0,-5-2 2 0 0,-355-47-27 0 0,355 48 4 0 0,-1 0 0 0 0,-39 4 0 0 0,-71 20 27 0 0,111-19-6 0 0,-67 5 38 0 0,45-5 75 0 0,-164 23-338 0 0,196-25 207 0 0,0 0 0 0 0,-23 8 0 0 0,-13 4-53 0 0,-1-8 140 0 0,18 5-147 0 0,-10 5-397 0 0,41-16 471 0 0,-8-1-112 0 0,4 1-255 0 0,-1 2-54 0 0,-61 23-1261 0 0,-1-2 1 0 0,-99 18-1 0 0,105-26-52 0 0,-49 10-2636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1:58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59 960 0 0,'7'-6'550'0'0,"1"0"0"0"0,0 1-1 0 0,0 0 1 0 0,1 1-1 0 0,-1 0 1 0 0,1 0 0 0 0,0 1-1 0 0,0 0 1 0 0,13-2-1 0 0,-18 4-149 0 0,1 1-146 0 0,97-5 480 0 0,36-2-414 0 0,-116 7-258 0 0,75 2 90 0 0,-88-2-87 0 0,-1 1 0 0 0,1 0 1 0 0,-1 1-1 0 0,1 0 0 0 0,-1 0 0 0 0,1 1 0 0 0,-1 0 0 0 0,9 5 0 0 0,-16-7-48 0 0,-1 0 0 0 0,1-1 0 0 0,-1 1 1 0 0,1 0-1 0 0,-1 0 0 0 0,1-1 0 0 0,-1 1 0 0 0,0 0 0 0 0,0 0 0 0 0,1 0 0 0 0,-1-1 0 0 0,0 1 0 0 0,0 0 1 0 0,0 0-1 0 0,0 0 0 0 0,0 0 0 0 0,0 0 0 0 0,0-1 0 0 0,0 1 0 0 0,0 0 0 0 0,0 0 0 0 0,0 0 0 0 0,-1 0 1 0 0,1 0-1 0 0,0-1 0 0 0,-1 1 0 0 0,1 0 0 0 0,0 0 0 0 0,-1-1 0 0 0,1 1 0 0 0,-1 0 0 0 0,1-1 0 0 0,-1 1 1 0 0,0 0-1 0 0,1-1 0 0 0,-1 1 0 0 0,0-1 0 0 0,0 2 0 0 0,-13 8 122 0 0,1 0 0 0 0,-2-1 0 0 0,1 0 1 0 0,-1-2-1 0 0,0 1 0 0 0,-19 5 0 0 0,17-7-68 0 0,1-1 0 0 0,-1 0-1 0 0,0-1 1 0 0,0-1 0 0 0,0-1 0 0 0,-1 0 0 0 0,1-1 0 0 0,-22-2 0 0 0,18 1 38 0 0,-27 1 62 0 0,20 0 30 0 0,0 0 0 0 0,1-2-1 0 0,-46-7 1 0 0,68 7-81 0 0,10 1-147 0 0,75-16 160 0 0,-3 13-63 0 0,1 4-1 0 0,-1 3 1 0 0,0 4-1 0 0,137 31 0 0 0,-205-37-64 0 0,-5-2 1 0 0,-1 1 0 0 0,1 0 0 0 0,0 0 0 0 0,-1 0-1 0 0,1 0 1 0 0,-1 1 0 0 0,6 3 0 0 0,-8-4-6 0 0,1 0 0 0 0,-1 0 0 0 0,-1 1 1 0 0,1-1-1 0 0,0 0 0 0 0,0 1 0 0 0,0-1 0 0 0,-1 1 0 0 0,1-1 0 0 0,-1 1 0 0 0,1-1 0 0 0,-1 1 0 0 0,1 0 0 0 0,-1-1 0 0 0,0 1 0 0 0,0-1 0 0 0,0 1 0 0 0,0 0 1 0 0,0 1-1 0 0,-1-2-2 0 0,1 0-1 0 0,0 0 1 0 0,-1-1 0 0 0,1 1 0 0 0,0-1 0 0 0,-1 1 0 0 0,1 0 0 0 0,-1-1 0 0 0,1 1 0 0 0,-1-1 0 0 0,1 1 0 0 0,-1-1 0 0 0,0 1 0 0 0,1-1 0 0 0,-1 0 0 0 0,1 1 0 0 0,-1-1 0 0 0,0 0-1 0 0,1 1 1 0 0,-1-1 0 0 0,0 0 0 0 0,0 0 0 0 0,1 0 0 0 0,-1 1 0 0 0,0-1 0 0 0,0 0 0 0 0,1 0 0 0 0,-1 0 0 0 0,-1-1 0 0 0,-6 3-3 0 0,-134 29 358 0 0,-240 23 1 0 0,325-46 113 0 0,46-6-359 0 0,24-2-83 0 0,16 0 29 0 0,95 12-228 0 0,-26-1-275 0 0,-31-1 124 0 0,-50-8 246 0 0,-3-1-20 0 0,0 0 0 0 0,0 1 1 0 0,0 1-1 0 0,15 5 0 0 0,-28-5 18 0 0,-8-1 47 0 0,-14 0 2 0 0,-63 3-109 0 0,-93-9 0 0 0,138 1-550 0 0,0-1 1 0 0,1-3-1 0 0,-1-1 1 0 0,-60-21-1 0 0,64 11-1323 0 0,8 1-574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1:58.8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8 320 0 0,'0'0'240'0'0,"26"-7"-320"0"0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1:59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287 232 1441 0 0,'-39'0'1592'0'0,"5"1"-229"0"0,1-2 1 0 0,-38-6-1 0 0,67 7-1352 0 0,0-1 0 0 0,0 1 0 0 0,1-1 0 0 0,-1 0 0 0 0,0-1 0 0 0,0 1 0 0 0,0 0 0 0 0,1-1 0 0 0,-6-3-1 0 0,7 4 2 0 0,1-1-1 0 0,0 1 0 0 0,-1-1 0 0 0,1 1 1 0 0,0-1-1 0 0,0 0 0 0 0,0 1 0 0 0,0-1 0 0 0,1 0 1 0 0,-1 0-1 0 0,0 1 0 0 0,1-1 0 0 0,-1 0 0 0 0,1 0 1 0 0,0 0-1 0 0,0 0 0 0 0,-1 0 0 0 0,1 0 1 0 0,1-3-1 0 0,-1 3 7 0 0,0-1 0 0 0,0 0 0 0 0,0 1 1 0 0,1-1-1 0 0,-1 1 0 0 0,1-1 0 0 0,0 1 0 0 0,0-1 1 0 0,0 1-1 0 0,0-1 0 0 0,0 1 0 0 0,0 0 0 0 0,1-1 1 0 0,-1 1-1 0 0,1 0 0 0 0,0 0 0 0 0,-1 0 1 0 0,4-2-1 0 0,1-1 10 0 0,1 0-1 0 0,1 0 1 0 0,-1 1 0 0 0,10-5 0 0 0,-3 3 7 0 0,18-10-12 0 0,2 1 0 0 0,0 2 0 0 0,0 2 0 0 0,1 1 0 0 0,1 2 0 0 0,-1 1 0 0 0,1 2 0 0 0,1 1 0 0 0,-1 2 0 0 0,58 4 0 0 0,-79-1-19 0 0,-1 1-1 0 0,1 0 0 0 0,-1 2 1 0 0,0-1-1 0 0,0 2 0 0 0,0 0 1 0 0,15 8-1 0 0,-26-12 2 0 0,0 1-1 0 0,-1 0 1 0 0,1 0 0 0 0,-1 0-1 0 0,1 0 1 0 0,-1 1 0 0 0,0-1-1 0 0,0 1 1 0 0,0-1 0 0 0,0 1-1 0 0,-1 0 1 0 0,1 0 0 0 0,-1 0-1 0 0,1 0 1 0 0,-1 0 0 0 0,0 0-1 0 0,0 0 1 0 0,-1 0 0 0 0,1 0-1 0 0,0 1 1 0 0,-1-1 0 0 0,0 0-1 0 0,0 0 1 0 0,0 1 0 0 0,-1 4-1 0 0,0-1 4 0 0,0 0 0 0 0,-1 0-1 0 0,0-1 1 0 0,0 1 0 0 0,0-1-1 0 0,-1 1 1 0 0,0-1 0 0 0,0 0-1 0 0,0 0 1 0 0,-1 0 0 0 0,-6 6 0 0 0,-8 7 43 0 0,-1-2 1 0 0,0 0 0 0 0,-1-2-1 0 0,-1 0 1 0 0,0-1 0 0 0,-41 19 0 0 0,7-7 253 0 0,-96 29 1 0 0,107-41-80 0 0,-60 11 0 0 0,93-23-200 0 0,0-1-1 0 0,-1 0 1 0 0,1 0 0 0 0,0-1-1 0 0,-1 0 1 0 0,1-1 0 0 0,0-1-1 0 0,0 1 1 0 0,-1-2-1 0 0,-16-5 1 0 0,27 7-23 0 0,-1 1-1 0 0,0-1 1 0 0,0 0 0 0 0,1 0-1 0 0,-1 0 1 0 0,0 0 0 0 0,1 0-1 0 0,-1 0 1 0 0,1 0 0 0 0,0 0-1 0 0,-1-1 1 0 0,1 1 0 0 0,0 0-1 0 0,0-1 1 0 0,0 0 0 0 0,0 1-1 0 0,0-1 1 0 0,0 1 0 0 0,0-1-1 0 0,0 0 1 0 0,1 0 0 0 0,-2-3-1 0 0,2 2-1 0 0,0 0 0 0 0,0 0-1 0 0,1 0 1 0 0,-1 0 0 0 0,1 0-1 0 0,-1 1 1 0 0,1-1 0 0 0,0 0-1 0 0,0 0 1 0 0,0 1 0 0 0,0-1-1 0 0,1 0 1 0 0,2-3 0 0 0,3-4 0 0 0,1 0 0 0 0,0 1 1 0 0,0 0-1 0 0,1 1 0 0 0,0 0 1 0 0,17-12-1 0 0,14-4-26 0 0,1 1-1 0 0,1 3 1 0 0,0 1 0 0 0,1 2-1 0 0,2 2 1 0 0,-1 2 0 0 0,1 2-1 0 0,1 2 1 0 0,81-6 0 0 0,-109 14-2 0 0,0 1 0 0 0,0 1 1 0 0,0 0-1 0 0,0 2 0 0 0,0 0 1 0 0,-1 1-1 0 0,1 0 0 0 0,-1 2 0 0 0,0 0 1 0 0,19 10-1 0 0,-32-14 25 0 0,-1 0 0 0 0,1 0 0 0 0,-1 0 0 0 0,1 1 0 0 0,-1-1 0 0 0,0 1 0 0 0,0 0 0 0 0,0 0-1 0 0,-1 0 1 0 0,1 0 0 0 0,-1 1 0 0 0,3 3 0 0 0,-4-4 4 0 0,0-1 0 0 0,0 0 0 0 0,0 1 0 0 0,-1-1 0 0 0,1 0 0 0 0,-1 1 0 0 0,0-1 0 0 0,1 1 0 0 0,-1-1 0 0 0,0 1 0 0 0,-1-1 0 0 0,1 1-1 0 0,0-1 1 0 0,-1 1 0 0 0,-1 4 0 0 0,0-2 8 0 0,-1 1-1 0 0,-1 0 1 0 0,1-1-1 0 0,-1 0 1 0 0,1 0-1 0 0,-2 0 1 0 0,1 0-1 0 0,0 0 1 0 0,-1-1-1 0 0,0 0 1 0 0,0 0-1 0 0,0 0 1 0 0,-1-1-1 0 0,-6 4 1 0 0,-31 13 102 0 0,0-2 0 0 0,-2-2 0 0 0,1-2 0 0 0,-70 13 0 0 0,80-21 55 0 0,1-1 1 0 0,-1-2-1 0 0,-37-1 0 0 0,51-2-133 0 0,1-1 0 0 0,-1-1 0 0 0,0-1 0 0 0,1-1 0 0 0,-1 0 0 0 0,-23-10 0 0 0,40 13-66 0 0,0 0 0 0 0,0 0 1 0 0,1 0-1 0 0,-1 0 0 0 0,0-1 0 0 0,0 1 0 0 0,1-1 0 0 0,-1 0 0 0 0,1 0 0 0 0,-1 0 1 0 0,1 0-1 0 0,0 0 0 0 0,0 0 0 0 0,0 0 0 0 0,0-1 0 0 0,0 1 0 0 0,0-1 1 0 0,1 0-1 0 0,-3-4 0 0 0,4 5-13 0 0,0-1 1 0 0,0 1 0 0 0,0 0-1 0 0,1-1 1 0 0,-1 1 0 0 0,0 0-1 0 0,1-1 1 0 0,-1 1 0 0 0,1 0-1 0 0,0 0 1 0 0,0 0-1 0 0,0 0 1 0 0,0 0 0 0 0,0 0-1 0 0,0 0 1 0 0,1 0 0 0 0,-1 0-1 0 0,1 0 1 0 0,2-3 0 0 0,10-7-527 0 0,0 0 0 0 0,1 1 0 0 0,0 1 1 0 0,1 0-1 0 0,20-9 0 0 0,84-36-4765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09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18 480 0 0,'-27'-5'1201'0'0,"27"0"-721"0"0,0-2-1761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00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57 2721 0 0,'3'-23'3898'0'0,"-2"22"-3861"0"0,0-1 1 0 0,0 1 0 0 0,0 0 0 0 0,0 0 0 0 0,1 0 0 0 0,-1 0 0 0 0,0 0 0 0 0,1 0 0 0 0,-1 0 0 0 0,1 0 0 0 0,-1 0-1 0 0,1 0 1 0 0,-1 1 0 0 0,4-2 0 0 0,0 0 58 0 0,6-1-94 0 0,0-1-1 0 0,1 2 1 0 0,-1-1-1 0 0,1 2 0 0 0,19-1 1 0 0,63 2-77 0 0,1 8 80 0 0,-83-7 7 0 0,-1 1 1 0 0,1 0-1 0 0,-1 1 1 0 0,1 0-1 0 0,13 6 1 0 0,-25-9-10 0 0,1 0 0 0 0,-1 1 0 0 0,1-1 0 0 0,-1 0 0 0 0,1 1 0 0 0,-1-1 0 0 0,0 0 0 0 0,1 1 0 0 0,-1-1 0 0 0,0 1 0 0 0,1-1 0 0 0,-1 1 0 0 0,0-1 0 0 0,1 1 0 0 0,-1-1 0 0 0,0 1 0 0 0,0-1 0 0 0,0 1 0 0 0,1-1 0 0 0,-1 1 0 0 0,0 0 0 0 0,0-1 0 0 0,0 1 0 0 0,0-1 0 0 0,0 1 0 0 0,0-1 0 0 0,0 1 0 0 0,0 0 0 0 0,0-1 0 0 0,0 1 0 0 0,-1-1 0 0 0,1 1 0 0 0,0-1 0 0 0,0 1 0 0 0,0-1 0 0 0,-1 1 0 0 0,1-1 0 0 0,0 1 0 0 0,-1-1 0 0 0,1 1 0 0 0,0-1 0 0 0,-1 1 0 0 0,-21 22 177 0 0,18-20-129 0 0,-6 6 57 0 0,-1-1 0 0 0,0 0 1 0 0,-1-1-1 0 0,0 0 0 0 0,0-1 1 0 0,0 0-1 0 0,-26 8 0 0 0,-99 17 740 0 0,6-1 26 0 0,127-30-661 0 0,4-5-133 0 0,18 4-213 0 0,-10 1 53 0 0,66-2-69 0 0,-55 1 141 0 0,1 2 0 0 0,31 3-1 0 0,-1 2-71 0 0,0 3 0 0 0,-1 2 0 0 0,0 1 0 0 0,-1 4 0 0 0,0 1 0 0 0,45 23 0 0 0,-76-31 5 0 0,0 1 1 0 0,-1 1-1 0 0,0 0 0 0 0,20 19 1 0 0,-34-29 70 0 0,-1 0 0 0 0,0 0 1 0 0,0 0-1 0 0,1 1 0 0 0,-1-1 1 0 0,0 0-1 0 0,0 0 0 0 0,0 1 1 0 0,0-1-1 0 0,-1 1 0 0 0,1-1 1 0 0,0 0-1 0 0,-1 1 0 0 0,1 0 1 0 0,-1-1-1 0 0,1 1 0 0 0,-1-1 1 0 0,1 1-1 0 0,-1 0 0 0 0,0-1 1 0 0,0 1-1 0 0,0-1 0 0 0,0 3 1 0 0,-1-1 6 0 0,0-1 1 0 0,0 0-1 0 0,0 0 1 0 0,0 0-1 0 0,-1 0 1 0 0,1-1-1 0 0,0 1 1 0 0,-1 0-1 0 0,0 0 1 0 0,1-1-1 0 0,-1 1 1 0 0,0-1-1 0 0,0 1 1 0 0,1-1-1 0 0,-4 1 1 0 0,-10 6 82 0 0,0-1 0 0 0,-1 0 1 0 0,0-1-1 0 0,-19 4 1 0 0,-22 5 339 0 0,-1-3 0 0 0,-99 8 0 0 0,126-18-334 0 0,0-1 0 0 0,0-2-1 0 0,0-1 1 0 0,0-2 0 0 0,0 0 0 0 0,-57-18 0 0 0,83 20-161 0 0,0 1 0 0 0,0-1 0 0 0,0 0 1 0 0,1 0-1 0 0,-1 0 0 0 0,1-1 0 0 0,-1 0 1 0 0,1 0-1 0 0,0 0 0 0 0,0 0 1 0 0,0-1-1 0 0,-5-6 0 0 0,8 8-21 0 0,0 0 1 0 0,0 0-1 0 0,1 0 0 0 0,-1 0 1 0 0,1-1-1 0 0,-1 1 0 0 0,1 0 0 0 0,0 0 1 0 0,0 0-1 0 0,0-1 0 0 0,0 1 1 0 0,0 0-1 0 0,0 0 0 0 0,0-1 1 0 0,1 1-1 0 0,0 0 0 0 0,-1 0 0 0 0,1 0 1 0 0,0 0-1 0 0,0 0 0 0 0,0 0 1 0 0,0 0-1 0 0,0 0 0 0 0,0 0 1 0 0,1 0-1 0 0,-1 1 0 0 0,1-1 0 0 0,2-2 1 0 0,41-45-3073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01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8 1201 0 0,'-5'0'3321'0'0,"-39"-6"-493"0"0,43 6-2831 0 0,-1-1-1 0 0,1 1 1 0 0,0 0 0 0 0,-1 0-1 0 0,1 0 1 0 0,0 0 0 0 0,-1 0-1 0 0,1 0 1 0 0,0 0-1 0 0,-1 0 1 0 0,1 0 0 0 0,0 1-1 0 0,0-1 1 0 0,-1 0 0 0 0,1 1-1 0 0,-1 0 1 0 0,-6 2 20 0 0,-21-2 127 0 0,23-1-86 0 0,0 0 1 0 0,1 1 0 0 0,-1-1 0 0 0,0 1-1 0 0,0 1 1 0 0,1-1 0 0 0,-11 4 0 0 0,15-4-48 0 0,0-1 1 0 0,-1 1-1 0 0,1-1 1 0 0,0 1-1 0 0,-1-1 1 0 0,1 1-1 0 0,0 0 1 0 0,0 0-1 0 0,0 0 1 0 0,0 0-1 0 0,0 0 1 0 0,0 0-1 0 0,0 0 1 0 0,-2 2-1 0 0,0 30 203 0 0,3-4-155 0 0,2 47 39 0 0,-1-70-96 0 0,0 0-1 0 0,0 0 1 0 0,1 0 0 0 0,-1 0-1 0 0,2 0 1 0 0,-1 0 0 0 0,0 0-1 0 0,1-1 1 0 0,6 9 0 0 0,0-1-4 0 0,1-1-1 0 0,1 0 1 0 0,0 0 0 0 0,1-2 0 0 0,0 1 0 0 0,0-1-1 0 0,1-1 1 0 0,0 0 0 0 0,1-1 0 0 0,0-1-1 0 0,1 0 1 0 0,-1 0 0 0 0,1-2 0 0 0,0 0 0 0 0,0 0-1 0 0,1-2 1 0 0,29 4 0 0 0,-31-8-112 0 0,0 0 0 0 0,0-1 0 0 0,-1-1 0 0 0,1 0 0 0 0,-1-1 0 0 0,21-8 0 0 0,-26 9 98 0 0,-5 2 5 0 0,0-1 0 0 0,0 0-1 0 0,0 0 1 0 0,0 0 0 0 0,0 0 0 0 0,-1 0-1 0 0,1 0 1 0 0,0-1 0 0 0,-1 1 0 0 0,0-1-1 0 0,0 1 1 0 0,0-1 0 0 0,0 0 0 0 0,0 0-1 0 0,2-6 1 0 0,12-16 4 0 0,-14 22 9 0 0,1 0-1 0 0,-1-1 0 0 0,0 1 0 0 0,0-1 0 0 0,0 1 0 0 0,0-1 0 0 0,0 0 0 0 0,-1 0 0 0 0,0 0 0 0 0,0 0 1 0 0,0 0-1 0 0,0 0 0 0 0,-1 0 0 0 0,0 0 0 0 0,1-1 0 0 0,-1 1 0 0 0,-1 0 0 0 0,1 0 0 0 0,-1 0 0 0 0,1 0 1 0 0,-1 0-1 0 0,-1 0 0 0 0,1 0 0 0 0,0 0 0 0 0,-1 0 0 0 0,0 0 0 0 0,-3-4 0 0 0,-2-4 6 0 0,-2 1 0 0 0,1 0 0 0 0,-2 0 0 0 0,1 1 0 0 0,-2 0 0 0 0,-18-13 0 0 0,21 17 9 0 0,0 1-1 0 0,-1 0 0 0 0,1 1 0 0 0,-1 0 1 0 0,0 0-1 0 0,-1 1 0 0 0,1 0 0 0 0,0 1 0 0 0,-1 0 1 0 0,0 1-1 0 0,1-1 0 0 0,-17 2 0 0 0,1-2 14 0 0,23 1-30 0 0,1 1 0 0 0,-1-1 0 0 0,0 1 0 0 0,0 0 0 0 0,0 0 0 0 0,0 0 0 0 0,0 0 1 0 0,0 0-1 0 0,1 0 0 0 0,-1 0 0 0 0,0 1 0 0 0,0-1 0 0 0,-2 1 0 0 0,10 4-191 0 0,-6-5 130 0 0,9 3-221 0 0,40 6-2955 0 0,-5-5 1117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01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555 105 720 0 0,'-20'-14'1647'0'0,"17"11"-1346"0"0,0 1-1 0 0,-1-1 0 0 0,1 1 0 0 0,-1 0 0 0 0,1 0 0 0 0,-1 0 1 0 0,0 0-1 0 0,0 1 0 0 0,0-1 0 0 0,0 1 0 0 0,0 0 0 0 0,0 0 0 0 0,0 1 1 0 0,-4-1-1 0 0,-3 1-205 0 0,0 0 1 0 0,0 1 0 0 0,0 0-1 0 0,1 1 1 0 0,-1 0-1 0 0,1 0 1 0 0,-1 1 0 0 0,1 1-1 0 0,0 0 1 0 0,0 0-1 0 0,-11 8 1 0 0,7-6-33 0 0,6-3-26 0 0,1 0-1 0 0,-1 1 1 0 0,0 0 0 0 0,1 0-1 0 0,0 1 1 0 0,0 0 0 0 0,0 0 0 0 0,1 1-1 0 0,0 0 1 0 0,-7 7 0 0 0,10-9-17 0 0,-5 6 58 0 0,-1 1 0 0 0,2 0-1 0 0,0 0 1 0 0,-7 15 0 0 0,12-22-49 0 0,1 1 1 0 0,-1-1-1 0 0,1 0 1 0 0,0 1-1 0 0,1-1 1 0 0,-1 1-1 0 0,1 0 1 0 0,0-1-1 0 0,0 1 0 0 0,0-1 1 0 0,0 1-1 0 0,1-1 1 0 0,0 1-1 0 0,0-1 1 0 0,3 9-1 0 0,-3-12-21 0 0,0 4 14 0 0,0-1 0 0 0,1 1 0 0 0,-1-1-1 0 0,1 1 1 0 0,1-1 0 0 0,-1 0 0 0 0,0 1 0 0 0,1-1-1 0 0,0-1 1 0 0,0 1 0 0 0,0 0 0 0 0,0-1 0 0 0,1 1-1 0 0,0-1 1 0 0,-1 0 0 0 0,1 0 0 0 0,5 2-1 0 0,2-2-26 0 0,0-1-1 0 0,0 0 0 0 0,1-1 1 0 0,-1 0-1 0 0,1 0 0 0 0,-1-1 0 0 0,1-1 1 0 0,-1 0-1 0 0,1-1 0 0 0,-1 0 1 0 0,0-1-1 0 0,1 0 0 0 0,13-6 0 0 0,-23 9 6 0 0,-1-1 0 0 0,1 1 0 0 0,0-1 0 0 0,0 0 0 0 0,-1 0 0 0 0,1 0 0 0 0,0 0 0 0 0,-1 0 0 0 0,1 0 0 0 0,-1 0 0 0 0,0 0 0 0 0,1-1 0 0 0,-1 1 0 0 0,0 0 0 0 0,0-1 0 0 0,0 1 0 0 0,0-1 0 0 0,0 1 0 0 0,0-1 0 0 0,0 0 0 0 0,0 1 0 0 0,-1-1 0 0 0,1 0 0 0 0,0 0 0 0 0,-1 0 0 0 0,0 1 0 0 0,1-1 0 0 0,-1-3 0 0 0,2-1 0 0 0,10-36 4 0 0,-5 26 2 0 0,-2-1 0 0 0,-1 0 0 0 0,0-1 0 0 0,3-28 0 0 0,-7 40-5 0 0,0 0 0 0 0,-1 0 0 0 0,1 1 0 0 0,-1-1 0 0 0,0 0 0 0 0,0 0 0 0 0,-1 1 0 0 0,0-1 0 0 0,0 1 0 0 0,0-1 0 0 0,-1 1 0 0 0,1 0 0 0 0,-1 0 0 0 0,-1 0 0 0 0,1 0 0 0 0,-1 1 0 0 0,1-1 0 0 0,-1 1 0 0 0,-5-4 0 0 0,0 0-87 0 0,-1 1 0 0 0,1 0 0 0 0,-1 1-1 0 0,0 0 1 0 0,-1 1 0 0 0,1 0 0 0 0,-1 0 0 0 0,0 1 0 0 0,0 0 0 0 0,0 1 0 0 0,-1 1 0 0 0,1 0 0 0 0,-1 0 0 0 0,0 1 0 0 0,-20 1-1 0 0,11 1-302 0 0,0 2-1 0 0,0 0 0 0 0,1 2 0 0 0,0 0 1 0 0,0 1-1 0 0,0 1 0 0 0,-32 16 0 0 0,-6 11-4132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02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1 2321 0 0,'-14'4'1848'0'0,"-8"5"-1001"0"0,-2-1 0 0 0,1-1 0 0 0,-1-1 0 0 0,-46 6 0 0 0,266-8-20 0 0,0 9 0 0 0,325 64 0 0 0,-436-61-422 0 0,1-4-1 0 0,96 1 1 0 0,170-15 735 0 0,17 0-479 0 0,-82 32-493 0 0,16 24 176 0 0,-213-38-269 0 0,15 0-255 0 0,207 4-1 0 0,-300-20-771 0 0,0 0 0 0 0,0-1-1 0 0,0-1 1 0 0,20-4-1 0 0,-32 6 879 0 0,0 0 0 0 0,1 0 0 0 0,-1 0 0 0 0,0-1 0 0 0,0 1 0 0 0,1 0 0 0 0,-1 0 0 0 0,0 0 0 0 0,0 0 0 0 0,0 0 0 0 0,1 0 0 0 0,-1-1 0 0 0,0 1 0 0 0,0 0 0 0 0,0 0 0 0 0,1 0 0 0 0,-1 0 0 0 0,0-1 0 0 0,0 1 0 0 0,0 0 0 0 0,0 0 0 0 0,0-1 0 0 0,0 1 0 0 0,1 0 0 0 0,-1 0 0 0 0,0 0 1 0 0,0-1-1 0 0,0 1 0 0 0,0 0 0 0 0,0 0 0 0 0,0-1 0 0 0,0 1 0 0 0,0 0 0 0 0,0 0 0 0 0,0-1 0 0 0,0 1 0 0 0,0 0 0 0 0,0 0 0 0 0,0-1 0 0 0,0 1 0 0 0,-1 0 0 0 0,1 0 0 0 0,0-1 0 0 0,0 1 0 0 0,0 0 0 0 0,0 0 0 0 0,0 0 0 0 0,0-1 0 0 0,-1 1 0 0 0,1 0 0 0 0,0 0 0 0 0,0 0 0 0 0,0 0 0 0 0,-1-1 0 0 0,1 1 0 0 0,0 0 0 0 0,0 0 0 0 0,0 0 0 0 0,-1 0 0 0 0,1 0 0 0 0,0 0 0 0 0,0 0 0 0 0,-1-1 0 0 0,-21-9-2714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05.2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355 15 5122 0 0,'-49'-7'3269'0'0,"49"7"-3269"0"0,1 0 0 0 0,-1 0 0 0 0,0 0 1 0 0,0 0-1 0 0,0 0 0 0 0,0 0 0 0 0,0 0 1 0 0,0 0-1 0 0,0 0 0 0 0,0 0 0 0 0,1-1 1 0 0,-1 1-1 0 0,0 0 0 0 0,0 0 0 0 0,0 0 1 0 0,0 0-1 0 0,0 0 0 0 0,0 0 0 0 0,0 0 1 0 0,0-1-1 0 0,0 1 0 0 0,0 0 0 0 0,0 0 1 0 0,0 0-1 0 0,0 0 0 0 0,0 0 0 0 0,0 0 1 0 0,0-1-1 0 0,0 1 0 0 0,0 0 0 0 0,0 0 1 0 0,0 0-1 0 0,0 0 0 0 0,0 0 0 0 0,0-1 1 0 0,0 1-1 0 0,0 0 0 0 0,0 0 0 0 0,0 0 1 0 0,0 0-1 0 0,0 0 0 0 0,-1 0 0 0 0,1 0 1 0 0,0-1-1 0 0,0 1 0 0 0,0 0 0 0 0,0 0 1 0 0,0 0-1 0 0,0 0 0 0 0,0 0 0 0 0,0 0 1 0 0,-1 0-1 0 0,69-1 297 0 0,-8 0-159 0 0,97 9 0 0 0,-157-8-138 0 0,25 7 108 0 0,-24-6-102 0 0,-1 0 0 0 0,1-1 0 0 0,0 1 0 0 0,-1 0 0 0 0,1 0 0 0 0,-1 0 0 0 0,0 0 0 0 0,1 0 0 0 0,-1 0 0 0 0,0 0 0 0 0,1 0 0 0 0,-1 0 0 0 0,0 0 0 0 0,0 0-1 0 0,0 1 1 0 0,0-1 0 0 0,0 0 0 0 0,0 0 0 0 0,0 1 0 0 0,0-1-2 0 0,-1 0 0 0 0,1 0 0 0 0,0 0 0 0 0,-1 0 0 0 0,1 0 0 0 0,0 0 0 0 0,-1 0 1 0 0,1 0-1 0 0,-1 0 0 0 0,0 0 0 0 0,1 0 0 0 0,-1 0 0 0 0,0 0 0 0 0,0 0 0 0 0,1-1 0 0 0,-1 1 0 0 0,0 0 0 0 0,0-1 0 0 0,0 1 0 0 0,0 0 0 0 0,0-1 0 0 0,0 1 0 0 0,-2 0 0 0 0,-32 11 107 0 0,30-11-79 0 0,-11 3 39 0 0,0-1 1 0 0,0 0-1 0 0,0-1 0 0 0,-1-1 0 0 0,1 0 0 0 0,0-1 0 0 0,-1-1 0 0 0,-31-6 1 0 0,48 6-70 0 0,-1 1 0 0 0,1 0 0 0 0,-1-1 0 0 0,1 1 0 0 0,0-1 0 0 0,-1 1 0 0 0,1-1 0 0 0,0 0 1 0 0,-1 1-1 0 0,1-1 0 0 0,0 1 0 0 0,0-1 0 0 0,-1 0 0 0 0,1 1 0 0 0,0-1 0 0 0,0 0 0 0 0,0 1 1 0 0,0-1-1 0 0,0 0 0 0 0,0 1 0 0 0,0-1 0 0 0,0 1 0 0 0,0-1 0 0 0,0 0 0 0 0,0 1 0 0 0,1-1 0 0 0,-1 0 1 0 0,0 1-1 0 0,0-1 0 0 0,1 1 0 0 0,-1-1 0 0 0,0 0 0 0 0,1 1 0 0 0,-1-1 0 0 0,0 1 0 0 0,1-1 1 0 0,0 0-1 0 0,13-4-6 0 0,0 1 0 0 0,0 1 1 0 0,0 0-1 0 0,0 0 0 0 0,0 2 1 0 0,1 0-1 0 0,-1 0 1 0 0,1 1-1 0 0,-1 1 0 0 0,16 3 1 0 0,-2 0-5 0 0,0 2 0 0 0,0 1 0 0 0,-1 1 0 0 0,28 12 0 0 0,-51-19 12 0 0,0 1 1 0 0,0 0 0 0 0,0 0 0 0 0,0 1 0 0 0,0-1 0 0 0,-1 1 0 0 0,1 0 0 0 0,-1 0-1 0 0,1 0 1 0 0,-1 0 0 0 0,0 1 0 0 0,5 7 0 0 0,-8-10-3 0 0,1 0 1 0 0,-1 0-1 0 0,0 0 0 0 0,1 0 1 0 0,-1 0-1 0 0,0 0 0 0 0,1 1 1 0 0,-1-1-1 0 0,0 0 0 0 0,0 0 1 0 0,0 0-1 0 0,0 0 0 0 0,0 1 1 0 0,0-1-1 0 0,-1 0 0 0 0,1 0 1 0 0,0 0-1 0 0,-1 0 0 0 0,1 0 1 0 0,-1 2-1 0 0,0-1 1 0 0,-1 0-1 0 0,1 0 0 0 0,-1 0 1 0 0,0-1-1 0 0,0 1 1 0 0,1 0-1 0 0,-1-1 1 0 0,0 0-1 0 0,0 1 1 0 0,0-1-1 0 0,0 0 0 0 0,-1 0 1 0 0,-3 2-1 0 0,-36 12 50 0 0,-1-1 0 0 0,0-3 0 0 0,-1-1-1 0 0,-51 5 1 0 0,31-9 0 0 0,-1-3-1 0 0,-89-6 1 0 0,131 1-82 0 0,6 2-31 0 0,1-1 1 0 0,0-1 0 0 0,0 0-1 0 0,0-1 1 0 0,0-1-1 0 0,0-1 1 0 0,1 0 0 0 0,-16-8-1 0 0,18 3-555 0 0,13 10 601 0 0,0 0-1 0 0,0 0 1 0 0,0-1-1 0 0,0 1 1 0 0,0 0-1 0 0,0 0 1 0 0,0-1 0 0 0,0 1-1 0 0,0 0 1 0 0,0 0-1 0 0,0-1 1 0 0,0 1-1 0 0,0 0 1 0 0,0 0-1 0 0,0 0 1 0 0,0-1-1 0 0,0 1 1 0 0,0 0-1 0 0,0 0 1 0 0,1-1-1 0 0,-1 1 1 0 0,0 0 0 0 0,0 0-1 0 0,0 0 1 0 0,0-1-1 0 0,0 1 1 0 0,1 0-1 0 0,-1 0 1 0 0,0 0-1 0 0,0 0 1 0 0,0 0-1 0 0,1-1 1 0 0,-1 1-1 0 0,0 0 1 0 0,36-10-950 0 0,-31 9 873 0 0,119-23-3496 0 0,-71 13 1080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05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6 1761 0 0,'-129'-5'6069'0'0,"124"5"-5495"0"0,1 1-481 0 0,2-1-70 0 0,0 1 0 0 0,-1 0-1 0 0,1 1 1 0 0,0-1 0 0 0,0 0 0 0 0,0 0-1 0 0,0 1 1 0 0,1-1 0 0 0,-1 1 0 0 0,0 0-1 0 0,1 0 1 0 0,-3 2 0 0 0,-23 35 246 0 0,5-9-127 0 0,21-29-132 0 0,-1 1 1 0 0,1 0-1 0 0,0 0 0 0 0,0 0 0 0 0,-1 0 0 0 0,1 0 0 0 0,0 0 1 0 0,1 0-1 0 0,-1 0 0 0 0,0 0 0 0 0,0 0 0 0 0,1 0 0 0 0,0 1 0 0 0,-1-1 1 0 0,1 0-1 0 0,0 0 0 0 0,0 1 0 0 0,0-1 0 0 0,1 5 0 0 0,1-2 22 0 0,0 1 0 0 0,1-1-1 0 0,-1 0 1 0 0,1 1-1 0 0,0-1 1 0 0,6 6-1 0 0,7 13 92 0 0,-12-18-104 0 0,1 0 0 0 0,-1 0 0 0 0,1-1 1 0 0,1 1-1 0 0,-1-1 0 0 0,1-1 0 0 0,0 1 0 0 0,0-1 0 0 0,0 0 0 0 0,0 0 0 0 0,11 5 0 0 0,6 0 7 0 0,0-1 0 0 0,29 6 0 0 0,-39-11-13 0 0,5 1-16 0 0,0-1 0 0 0,1-1 0 0 0,-1-1-1 0 0,1 0 1 0 0,-1-1 0 0 0,1-1 0 0 0,-1-1 0 0 0,1 0-1 0 0,34-11 1 0 0,-42 10-2 0 0,0-1 0 0 0,-1-1 0 0 0,1 1 0 0 0,-1-2 0 0 0,0 1 0 0 0,-1-1 0 0 0,15-12 0 0 0,-19 13 6 0 0,0 0-1 0 0,0-1 0 0 0,0 1 1 0 0,0-1-1 0 0,-1 0 1 0 0,0 0-1 0 0,0 0 0 0 0,-1-1 1 0 0,0 1-1 0 0,0-1 1 0 0,-1 0-1 0 0,4-11 1 0 0,-6 14-3 0 0,1 0 0 0 0,0 0 0 0 0,-1-1 0 0 0,0 1 0 0 0,0 0 0 0 0,-1 0 0 0 0,1-1 0 0 0,-1 1 0 0 0,0 0 0 0 0,0 0 0 0 0,0 0 0 0 0,0 0 0 0 0,-1 0 0 0 0,1 0 0 0 0,-1 0 0 0 0,0 1 0 0 0,-1-1 1 0 0,1 1-1 0 0,-1-1 0 0 0,1 1 0 0 0,-1 0 0 0 0,0 0 0 0 0,0 0 0 0 0,0 0 0 0 0,-1 0 0 0 0,1 1 0 0 0,-1-1 0 0 0,-6-2 0 0 0,-2-2-6 0 0,0 2-1 0 0,0 0 0 0 0,-1 0 1 0 0,0 1-1 0 0,0 0 1 0 0,0 1-1 0 0,0 1 1 0 0,-15-1-1 0 0,6 1-219 0 0,-1 2 0 0 0,1 0-1 0 0,-1 2 1 0 0,1 0 0 0 0,-1 2 0 0 0,1 0-1 0 0,0 2 1 0 0,-30 11 0 0 0,48-15-69 0 0,0 0 0 0 0,0 1 1 0 0,0-1-1 0 0,1 1 0 0 0,-1 0 0 0 0,1 0 0 0 0,-6 7 0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12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849 45 1601 0 0,'0'-5'1662'0'0,"0"3"-1440"0"0,1 1 0 0 0,-1 0 0 0 0,0-1 0 0 0,0 1 0 0 0,0-1 0 0 0,0 1 1 0 0,0-1-1 0 0,0 1 0 0 0,0-1 0 0 0,0 1 0 0 0,-1-1 0 0 0,1 1 1 0 0,-1-1-1 0 0,1 1 0 0 0,-1 0 0 0 0,1-1 0 0 0,-1 1 0 0 0,-1-2 0 0 0,-8 0-185 0 0,-1 1 0 0 0,1 0-1 0 0,-1 0 1 0 0,0 1 0 0 0,1 1-1 0 0,-1 0 1 0 0,0 0 0 0 0,0 1-1 0 0,1 1 1 0 0,-1 0 0 0 0,-16 5-1 0 0,-6 3 40 0 0,0 1 0 0 0,-40 21-1 0 0,-12 17 19 0 0,60-40-82 0 0,18-7-1 0 0,-1 0 0 0 0,0 1 0 0 0,0 1 0 0 0,-11 6-1 0 0,-195 116 137 0 0,205-120-145 0 0,-1 0 0 0 0,1 1-1 0 0,0 1 1 0 0,1 0 0 0 0,0 0-1 0 0,0 1 1 0 0,-6 9 0 0 0,4 0 11 0 0,-11 17-13 0 0,14-26 7 0 0,1 0-1 0 0,1 1 1 0 0,0 0 0 0 0,0 0 0 0 0,1 0 0 0 0,0 1-1 0 0,-4 19 1 0 0,-6 15 19 0 0,5-25-26 0 0,7-16 0 0 0,0 0 0 0 0,0 0 0 0 0,1 0 0 0 0,-1 0 0 0 0,1 1 0 0 0,0-1 0 0 0,0 1 0 0 0,0-1 0 0 0,1 6 0 0 0,0 68 0 0 0,-1-77 2 0 0,1 1 0 0 0,0-1-1 0 0,1 1 1 0 0,-1-1 0 0 0,0 0 0 0 0,0 1 0 0 0,1-1 0 0 0,-1 0-1 0 0,0 1 1 0 0,1-1 0 0 0,-1 0 0 0 0,1 1 0 0 0,0-1 0 0 0,-1 0 0 0 0,1 0-1 0 0,0 0 1 0 0,0 0 0 0 0,0 0 0 0 0,0 0 0 0 0,0 0 0 0 0,2 2-1 0 0,-2-2-2 0 0,0 0 0 0 0,0-1 0 0 0,0 1-1 0 0,0 0 1 0 0,0 1 0 0 0,0-1 0 0 0,0 0 0 0 0,-1 0-1 0 0,1 0 1 0 0,0 0 0 0 0,-1 1 0 0 0,1-1-1 0 0,0 0 1 0 0,-1 1 0 0 0,0-1 0 0 0,1 0-1 0 0,-1 1 1 0 0,0-1 0 0 0,0 0 0 0 0,0 1-1 0 0,0 2 1 0 0,0-3 0 0 0,0 1 0 0 0,1 0 0 0 0,-1 0 1 0 0,0 0-1 0 0,1 0 0 0 0,-1-1 0 0 0,1 1 0 0 0,0 0 0 0 0,-1-1 0 0 0,1 1 0 0 0,0 0 0 0 0,0-1 0 0 0,0 1 0 0 0,0-1 0 0 0,0 1 1 0 0,2 1-1 0 0,-1-2 2 0 0,-1 1-1 0 0,0-1 1 0 0,0 1 0 0 0,0-1 0 0 0,1 1 0 0 0,-2-1 0 0 0,1 1 0 0 0,0 0 0 0 0,0 0 0 0 0,0-1 0 0 0,-1 1 0 0 0,1 0 0 0 0,-1 0 0 0 0,0 0-1 0 0,1 0 1 0 0,-1 2 0 0 0,-1 9 35 0 0,0-11-34 0 0,1 1 0 0 0,-1 0 0 0 0,1-1 0 0 0,0 1 0 0 0,0 0 0 0 0,0 0 0 0 0,0-1 1 0 0,1 1-1 0 0,-1 0 0 0 0,1-1 0 0 0,-1 1 0 0 0,1 0 0 0 0,0-1 0 0 0,2 6 0 0 0,-2-7 0 0 0,1 0-2 0 0,0 1-1 0 0,0 0 0 0 0,0 0 0 0 0,0 0 1 0 0,-1 1-1 0 0,1-1 0 0 0,-1 0 0 0 0,0 0 1 0 0,0 1-1 0 0,0-1 0 0 0,0 1 0 0 0,0-1 1 0 0,0 1-1 0 0,0 0 0 0 0,-1-1 0 0 0,1 1 1 0 0,-1 0-1 0 0,0-1 0 0 0,0 1 0 0 0,0 4 1 0 0,0-4 0 0 0,0 0 0 0 0,0 0 1 0 0,1 0-1 0 0,-1 1 0 0 0,1-1 0 0 0,0 0 1 0 0,0 0-1 0 0,0 0 0 0 0,1 0 1 0 0,-1-1-1 0 0,3 5 0 0 0,-2-4-4 0 0,0 0-1 0 0,0 0 0 0 0,-1 1 0 0 0,1-1 1 0 0,-1 0-1 0 0,0 0 0 0 0,0 1 0 0 0,0-1 1 0 0,-1 1-1 0 0,1-1 0 0 0,-1 6 0 0 0,0-1 26 0 0,-1-6-18 0 0,1-1 0 0 0,0 1 0 0 0,0 0 0 0 0,0 0 0 0 0,0 0 0 0 0,0 0 0 0 0,0 0 0 0 0,1 0 0 0 0,-1 0 1 0 0,1 0-1 0 0,-1 0 0 0 0,1 0 0 0 0,0 0 0 0 0,1 2 0 0 0,5 4-3 0 0,-5-7 0 0 0,-1 0 0 0 0,0 0 0 0 0,0 0 0 0 0,0 1 0 0 0,0-1 0 0 0,0 0 0 0 0,0 1 0 0 0,0-1 0 0 0,0 0 0 0 0,-1 1 0 0 0,1-1 0 0 0,0 1 0 0 0,-1-1 0 0 0,1 1 0 0 0,-1 0 0 0 0,0-1 0 0 0,1 1 0 0 0,-1-1 0 0 0,0 4 0 0 0,0-4 0 0 0,0 1 0 0 0,0 0 0 0 0,0 0 0 0 0,1-1 0 0 0,-1 1 0 0 0,0 0 0 0 0,1-1-1 0 0,-1 1 1 0 0,1-1 0 0 0,0 1 0 0 0,0 0 0 0 0,-1-1 0 0 0,1 1 0 0 0,0-1 0 0 0,0 0 0 0 0,1 1 0 0 0,1 1 0 0 0,-2-1 1 0 0,1-1-1 0 0,-1 0 1 0 0,0 0 0 0 0,0 1 0 0 0,0-1 0 0 0,0 1-1 0 0,0-1 1 0 0,0 1 0 0 0,-1 0 0 0 0,1-1 0 0 0,0 1-1 0 0,-1 0 1 0 0,1-1 0 0 0,-1 1 0 0 0,0 0 0 0 0,0 0-1 0 0,1 3 1 0 0,-1-4 2 0 0,0 1 0 0 0,0 0 0 0 0,0-1 0 0 0,0 1 0 0 0,1-1 0 0 0,-1 1 0 0 0,0-1 0 0 0,1 1 0 0 0,-1-1 0 0 0,1 1 0 0 0,0-1 0 0 0,0 0 0 0 0,-1 1 0 0 0,1-1 0 0 0,0 0 0 0 0,0 0 0 0 0,0 1 0 0 0,3 1 0 0 0,5 7 7 0 0,17 40-90 0 0,-24-46 72 0 0,-1 0 0 0 0,0 0 0 0 0,-1 0 0 0 0,1 0 0 0 0,-1 0 0 0 0,1 0 0 0 0,-1 0 0 0 0,-1 0 0 0 0,0 7 0 0 0,0-8 9 0 0,1 1 0 0 0,0 0 0 0 0,0-1 0 0 0,0 1 0 0 0,0 0 0 0 0,0 0 1 0 0,1-1-1 0 0,-1 1 0 0 0,1 0 0 0 0,0-1 0 0 0,2 6 0 0 0,12 13 30 0 0,-11-17-35 0 0,0 0 1 0 0,-1 0-1 0 0,1 0 0 0 0,-1 1 1 0 0,0-1-1 0 0,0 1 0 0 0,-1 0 1 0 0,0 0-1 0 0,0 0 0 0 0,0 0 1 0 0,0 7-1 0 0,-2-11 4 0 0,0 0 0 0 0,1 0 0 0 0,-1 0 0 0 0,0 0 0 0 0,1 0 0 0 0,-1 0 0 0 0,1 0 0 0 0,0 0 0 0 0,0 0 0 0 0,0-1 0 0 0,0 1 0 0 0,0 0 0 0 0,0 0 0 0 0,0-1 0 0 0,0 1 0 0 0,3 2 0 0 0,3 5 0 0 0,11 16-6 0 0,80 130-55 0 0,-89-145 50 0 0,-8-9 11 0 0,0 0 1 0 0,0-1 0 0 0,0 1-1 0 0,0 0 1 0 0,0 0-1 0 0,0 0 1 0 0,0 0-1 0 0,-1 1 1 0 0,1-1 0 0 0,0 0-1 0 0,-1 0 1 0 0,1 0-1 0 0,-1 0 1 0 0,1 1-1 0 0,-1-1 1 0 0,0 0 0 0 0,1 1-1 0 0,-1-1 1 0 0,0 3-1 0 0,0-4 2 0 0,0 1 0 0 0,0 0 0 0 0,0-1 0 0 0,0 1 0 0 0,1 0 0 0 0,-1-1 0 0 0,0 1 0 0 0,0 0 0 0 0,0-1 0 0 0,1 1 0 0 0,-1 0 0 0 0,0-1 0 0 0,1 1 0 0 0,-1-1 0 0 0,0 1 0 0 0,1-1 0 0 0,-1 1 0 0 0,1-1-1 0 0,-1 1 1 0 0,1-1 0 0 0,-1 1 0 0 0,1-1 0 0 0,-1 1 0 0 0,1-1 0 0 0,-1 0 0 0 0,1 1 0 0 0,0-1 0 0 0,-1 0 0 0 0,1 0 0 0 0,0 0 0 0 0,-1 1 0 0 0,1-1 0 0 0,0 0 0 0 0,0 0-2 0 0,0 0 0 0 0,-1 0 0 0 0,1 0 0 0 0,-1 0 0 0 0,1 1 0 0 0,-1-1 0 0 0,1 0 0 0 0,-1 0 0 0 0,1 1 0 0 0,-1-1 0 0 0,1 0 0 0 0,-1 0 0 0 0,1 1 0 0 0,-1-1 0 0 0,1 1 0 0 0,-1-1 0 0 0,0 0 0 0 0,1 1 0 0 0,-1-1 0 0 0,1 1 0 0 0,-1-1 0 0 0,0 1 0 0 0,0-1 0 0 0,1 1 0 0 0,-1-1 0 0 0,0 1 0 0 0,0-1 0 0 0,0 1 0 0 0,1-1 0 0 0,-1 1 0 0 0,0 0 0 0 0,0 0 0 0 0,0 0 0 0 0,0-1 0 0 0,0 1 0 0 0,0-1 0 0 0,0 1 0 0 0,0 0 0 0 0,0-1 0 0 0,1 1 0 0 0,-1-1 0 0 0,0 1 0 0 0,0-1 0 0 0,0 1 0 0 0,1-1 0 0 0,-1 1 0 0 0,0-1 0 0 0,1 1 0 0 0,-1-1 0 0 0,0 1 0 0 0,1-1 0 0 0,-1 0 0 0 0,1 1 0 0 0,-1-1 0 0 0,1 1 0 0 0,-1-1 0 0 0,1 0 0 0 0,-1 0 0 0 0,1 1 0 0 0,-1-1 0 0 0,1 0 0 0 0,-1 0 0 0 0,1 0 0 0 0,-1 1 0 0 0,2-1 0 0 0,-2 0 0 0 0,1 0 0 0 0,0 0 0 0 0,0 1 0 0 0,-1-1 0 0 0,1 0 0 0 0,0 1 0 0 0,0-1 0 0 0,-1 0 0 0 0,1 1 0 0 0,0-1 0 0 0,-1 1 0 0 0,1-1 0 0 0,-1 1 0 0 0,1-1 0 0 0,-1 1 0 0 0,1 0 0 0 0,-1-1 0 0 0,1 1 0 0 0,-1 0 0 0 0,1-1 0 0 0,-1 1 0 0 0,0 0 0 0 0,1 0 0 0 0,-1-1 0 0 0,0 1 0 0 0,0 0 0 0 0,0 0 0 0 0,1-1 0 0 0,-1 1 0 0 0,0 0 0 0 0,0 0 0 0 0,0 1 0 0 0,0-1 0 0 0,0-1 0 0 0,0 1 0 0 0,0-1 0 0 0,0 1 0 0 0,0-1 0 0 0,0 1 0 0 0,0-1 0 0 0,1 1 0 0 0,-1-1 0 0 0,0 1 0 0 0,0-1 0 0 0,1 1 0 0 0,-1-1 0 0 0,0 1 0 0 0,1-1 0 0 0,-1 0 0 0 0,1 1 0 0 0,-1-1 0 0 0,0 1 0 0 0,1-1 0 0 0,-1 0 0 0 0,1 0 0 0 0,-1 1 0 0 0,1-1 0 0 0,-1 0 0 0 0,1 0 0 0 0,-1 1 0 0 0,1-1 0 0 0,-1 0 0 0 0,1 0 0 0 0,-1 0 0 0 0,1 0 0 0 0,-1 0 0 0 0,1 0 0 0 0,0 0 0 0 0,0 0 0 0 0,-1 0 0 0 0,1 0 0 0 0,-1 0 0 0 0,1 0 0 0 0,-1 0 0 0 0,1 0 0 0 0,-1 0 0 0 0,1 0 0 0 0,-1 0 0 0 0,0 0 0 0 0,1 0 0 0 0,-1 1 0 0 0,1-1 0 0 0,-1 0 0 0 0,1 0 0 0 0,-1 0 0 0 0,0 1 0 0 0,1-1 0 0 0,-1 0 0 0 0,1 0 0 0 0,-1 1 0 0 0,0-1 0 0 0,1 0 0 0 0,-1 1 0 0 0,0-1 0 0 0,0 0 0 0 0,1 1 0 0 0,-1-1 0 0 0,0 1 0 0 0,0-1 0 0 0,0 1 0 0 0,1-1 0 0 0,-1 0 0 0 0,0 1 0 0 0,0-1 0 0 0,0 1 0 0 0,1 1 0 0 0,-1-1 0 0 0,1 1 0 0 0,0-1 0 0 0,0 0 0 0 0,0 0 0 0 0,0 1 0 0 0,0-1 0 0 0,0 0 0 0 0,0 0-1 0 0,0 0 1 0 0,0 0 0 0 0,0 0 0 0 0,1 0 0 0 0,-1 0 0 0 0,0 0 0 0 0,3 0 0 0 0,24 13 14 0 0,-20-11-4 0 0,-1 0-1 0 0,0 0 1 0 0,0 1-1 0 0,0 0 1 0 0,-1 0-1 0 0,10 8 1 0 0,15 2 29 0 0,-25-12-12 0 0,-1 0 0 0 0,0 0 0 0 0,0 0-1 0 0,0 0 1 0 0,0 1 0 0 0,9 6 0 0 0,34 35 66 0 0,-41-37-66 0 0,-1 0 1 0 0,1 0-1 0 0,1-1 0 0 0,-1 1 1 0 0,1-1-1 0 0,0-1 0 0 0,10 6 0 0 0,71 29 98 0 0,-51-24-81 0 0,93 56-17 0 0,-84-44 26 0 0,-30-19-30 0 0,0 1 1 0 0,1-2-1 0 0,32 11 0 0 0,-45-18-23 0 0,-1 1 0 0 0,1-1 0 0 0,-1 1 0 0 0,1 0 0 0 0,-1 0 0 0 0,0 1 0 0 0,1-1 0 0 0,-1 1 0 0 0,0 0 0 0 0,4 5 0 0 0,-1 1 3 0 0,-6-8 1 0 0,0 0-1 0 0,0 1 1 0 0,0-1-1 0 0,0 0 1 0 0,0 0-1 0 0,0 0 1 0 0,0 0-1 0 0,0 0 1 0 0,1 0 0 0 0,-1 0-1 0 0,0 0 1 0 0,1 0-1 0 0,-1-1 1 0 0,0 1-1 0 0,1 0 1 0 0,-1-1-1 0 0,3 1 1 0 0,6 2 9 0 0,19 7-14 0 0,-28-9 3 0 0,0-1 1 0 0,0 1 0 0 0,0 0 0 0 0,0-1 0 0 0,0 1 0 0 0,-1 0 0 0 0,1-1-1 0 0,0 1 1 0 0,0 0 0 0 0,-1 0 0 0 0,1 0 0 0 0,0 0 0 0 0,-1 0 0 0 0,1 0-1 0 0,-1 0 1 0 0,1 0 0 0 0,-1 0 0 0 0,1 0 0 0 0,-1 0 0 0 0,0 0 0 0 0,0 0-1 0 0,1 0 1 0 0,-1 2 0 0 0,0-2-2 0 0,1 1 1 0 0,-1-1-1 0 0,1 1 0 0 0,-1 0 0 0 0,1-1 1 0 0,0 1-1 0 0,-1-1 0 0 0,1 0 1 0 0,0 1-1 0 0,0-1 0 0 0,0 1 0 0 0,0-1 1 0 0,0 0-1 0 0,1 0 0 0 0,-1 0 0 0 0,0 0 1 0 0,0 0-1 0 0,1 0 0 0 0,-1 0 1 0 0,1 0-1 0 0,-1 0 0 0 0,1-1 0 0 0,-1 1 1 0 0,3 0-1 0 0,17 14 47 0 0,-16-10-39 0 0,0 1-1 0 0,0-1 1 0 0,0 0-1 0 0,1-1 1 0 0,0 1 0 0 0,0-1-1 0 0,1 0 1 0 0,12 6-1 0 0,62 18 167 0 0,-9-4-93 0 0,-61-20-62 0 0,1-1 0 0 0,-1 0 1 0 0,21 3-1 0 0,-22-4-4 0 0,1-1-1 0 0,0 2 1 0 0,0 0 0 0 0,14 6 0 0 0,-4-2 49 0 0,0-1 0 0 0,0-1 0 0 0,27 3 0 0 0,-9-2 62 0 0,41 8 234 0 0,155 5 0 0 0,-39-6 64 0 0,-145-7-293 0 0,56-2 0 0 0,-84-5-101 0 0,0-1 1 0 0,0-1 0 0 0,0-1-1 0 0,-1 0 1 0 0,25-10-1 0 0,87-29 143 0 0,6 4-84 0 0,-15 5-20 0 0,-91 26-35 0 0,69-7-1 0 0,-62 10-23 0 0,-21 4-11 0 0,37 1 0 0 0,-36 2 0 0 0,1-2 0 0 0,23-3 0 0 0,-39 3 0 0 0,-1-1 0 0 0,1 0 0 0 0,-1-1 0 0 0,1 1 0 0 0,-1-1 0 0 0,1 0 0 0 0,-1-1 0 0 0,0 1 0 0 0,0-1 0 0 0,0 0 0 0 0,-1 0 0 0 0,8-7 0 0 0,65-56-32 0 0,-52 46 7 0 0,-2 0-1 0 0,0-1 0 0 0,-1-2 0 0 0,21-28 1 0 0,6-6-122 0 0,-27 19 67 0 0,-14 9 67 0 0,0 23 4 0 0,-7 6 7 0 0,0-1-1 0 0,0 1 1 0 0,0-1 0 0 0,0 0-1 0 0,-1 1 1 0 0,1-1 0 0 0,0 0-1 0 0,0 0 1 0 0,0 0 0 0 0,-1 0-1 0 0,1 0 1 0 0,0 0 0 0 0,-1 0-1 0 0,1 0 1 0 0,-1 0 0 0 0,1 0-1 0 0,-1 0 1 0 0,1 0 0 0 0,-1 0 0 0 0,0 0-1 0 0,0 0 1 0 0,1-1 0 0 0,-1 1-1 0 0,0-1 1 0 0,0 0-3 0 0,0-1 0 0 0,1 1 1 0 0,-1 0-1 0 0,1-1 0 0 0,-1 1 0 0 0,1 0 1 0 0,0 0-1 0 0,0 0 0 0 0,0 0 1 0 0,0-1-1 0 0,0 2 0 0 0,1-1 0 0 0,2-4 1 0 0,13-23-23 0 0,58-128-94 0 0,-47 106-105 0 0,-18 35 109 0 0,-1-1-1 0 0,-1 1 1 0 0,0-1-1 0 0,5-20 1 0 0,-6 6 4 0 0,-4 18 95 0 0,0 0 1 0 0,0 0 0 0 0,2 0-1 0 0,5-11 1 0 0,18-28 1 0 0,-16 33 17 0 0,-2-1 0 0 0,16-39-1 0 0,0-22-40 0 0,-23 71 49 0 0,-1-1-1 0 0,0 0 0 0 0,-1 1 0 0 0,0-1 1 0 0,-1 0-1 0 0,0 0 0 0 0,-3-13 0 0 0,2-12-7 0 0,2 11-2 0 0,0 18 0 0 0,-1 0 0 0 0,1 1-1 0 0,-1-1 1 0 0,0 1-1 0 0,-1-1 1 0 0,0 0 0 0 0,0 1-1 0 0,-4-12 1 0 0,-2 3-23 0 0,5 11 20 0 0,0 1 0 0 0,0-1 0 0 0,0 1 0 0 0,1-1 0 0 0,-1 1 0 0 0,1-1 1 0 0,0 0-1 0 0,1 0 0 0 0,-1 0 0 0 0,0-6 0 0 0,1-3 10 0 0,1 10 0 0 0,-1-1 0 0 0,0 0 0 0 0,0 0 0 0 0,0 0 0 0 0,-1 0 0 0 0,1 1 0 0 0,-1-1 0 0 0,0 0 1 0 0,-1-4-1 0 0,-7-6 6 0 0,7 12-12 0 0,1 0 0 0 0,-1-1 0 0 0,1 1 0 0 0,0 0 0 0 0,0 0 0 0 0,0 0 0 0 0,0-1 0 0 0,0 1 1 0 0,0-1-1 0 0,1 1 0 0 0,-1 0 0 0 0,1-1 0 0 0,-1-3 0 0 0,1 4 0 0 0,0 0 0 0 0,0 1 0 0 0,0-1 1 0 0,0 0-1 0 0,-1 1 0 0 0,1-1 0 0 0,-1 0 0 0 0,1 1 0 0 0,-1-1 0 0 0,1 1 1 0 0,-1-1-1 0 0,0 1 0 0 0,0-1 0 0 0,0 1 0 0 0,0-1 0 0 0,0 1 0 0 0,0 0 0 0 0,0 0 1 0 0,-2-2-1 0 0,-5-5 10 0 0,-1-7 35 0 0,7 12-42 0 0,0 0 0 0 0,0 0-1 0 0,0 0 1 0 0,-1 0 0 0 0,1 0 0 0 0,-1 1-1 0 0,-3-3 1 0 0,-19-25-4 0 0,21 26 4 0 0,1-1-1 0 0,-1 1 0 0 0,1-1 1 0 0,-1 1-1 0 0,-6-5 0 0 0,-8-3 19 0 0,0 0 0 0 0,0 1 0 0 0,-1 1 0 0 0,-1 1 0 0 0,1 0 0 0 0,-33-8 0 0 0,6 3 69 0 0,-6-3-1 0 0,-54-9-1 0 0,-28 5 192 0 0,6-2-120 0 0,12 6-147 0 0,70 10-19 0 0,-63-19-1 0 0,-46-26 7 0 0,132 44 6 0 0,0-1-1 0 0,-41-24 1 0 0,-13-6-10 0 0,70 36 6 0 0,-1 0 0 0 0,1 0 0 0 0,0-1 0 0 0,1 0 0 0 0,-1-1 0 0 0,-9-7 0 0 0,-37-16 51 0 0,49 26-63 0 0,-1-1 1 0 0,1 1-1 0 0,-1 0 0 0 0,0 0 1 0 0,-9-3-1 0 0,-29-13-65 0 0,1-6 118 0 0,29 17-9 0 0,1 0 1 0 0,-22-17-1 0 0,-11 2-34 0 0,19 5 0 0 0,17 6 0 0 0,-6 5 5 0 0,-2-2 10 0 0,-1 2 0 0 0,-1 0 0 0 0,1 1 0 0 0,-24-4 1 0 0,10 4 33 0 0,0 0 0 0 0,-43 1 0 0 0,-26-3 57 0 0,1 1 62 0 0,-9 0-16 0 0,-3-5-6 0 0,-143 6 0 0 0,196 5-131 0 0,-74-7-95 0 0,-124 2 147 0 0,207 5-72 0 0,-117 3-751 0 0,139-1 279 0 0,1 1 0 0 0,-1 1 1 0 0,-45 14-1 0 0,67-16 372 0 0,0 0 1 0 0,1 0-1 0 0,0 0 1 0 0,-1 1-1 0 0,1 0 1 0 0,-5 3-1 0 0,8-5 31 0 0,1 0 0 0 0,0 0 0 0 0,0 1 0 0 0,0-1 0 0 0,0 0 0 0 0,0 0-1 0 0,1 0 1 0 0,-1 1 0 0 0,0-1 0 0 0,0 0 0 0 0,1 1 0 0 0,-1-1 0 0 0,1 1-1 0 0,-1-1 1 0 0,1 0 0 0 0,0 1 0 0 0,0-1 0 0 0,-1 1 0 0 0,1-1 0 0 0,0 1 0 0 0,0-1-1 0 0,0 1 1 0 0,1-1 0 0 0,-1 1 0 0 0,0-1 0 0 0,1 1 0 0 0,-1-1 0 0 0,1 3-1 0 0,22 40-4287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17.5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1 1761 0 0,'-4'0'2147'0'0,"1"0"-1851"0"0,0 0 1 0 0,0 0-1 0 0,0 0 0 0 0,1 0 0 0 0,-1 1 0 0 0,0-1 0 0 0,0 1 0 0 0,1 0 0 0 0,-1-1 0 0 0,-2 3 0 0 0,4-3-245 0 0,0 1-1 0 0,0 0 1 0 0,0 0 0 0 0,0 0 0 0 0,0 1-1 0 0,0-1 1 0 0,1 0 0 0 0,-1 0-1 0 0,0 0 1 0 0,1 0 0 0 0,-1 1 0 0 0,1-1-1 0 0,0 0 1 0 0,-1 1 0 0 0,1-1-1 0 0,0 0 1 0 0,0 1 0 0 0,0-1 0 0 0,-1 0-1 0 0,2 1 1 0 0,-1-1 0 0 0,0 0 0 0 0,0 1-1 0 0,0-1 1 0 0,0 0 0 0 0,1 1-1 0 0,-1-1 1 0 0,1 0 0 0 0,-1 0 0 0 0,2 2-1 0 0,1 6 18 0 0,2 0-1 0 0,-1 0 0 0 0,1-1 0 0 0,1 0 0 0 0,-1 0 0 0 0,2 0 0 0 0,9 10 1 0 0,-1 0-5 0 0,-8-10-38 0 0,9 12 2 0 0,1-1 0 0 0,28 25 0 0 0,84 83-40 0 0,-45-47-1694 0 0,-62-63 92 0 0,-17-5-1533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17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134 249 2161 0 0,'-53'5'4962'0'0,"-1"-5"-3281"0"0,28 0-1681 0 0,52-5-80 0 0,-26-7 80 0 0,27 0 80 0 0,26-5 0 0 0,102-44-160 0 0,5-17-720 0 0,-27 10-1922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18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 1 320 0 0,'-26'78'5283'0'0,"-54"17"-2322"0"0,53-5-2401 0 0,6 0-560 0 0,-6 5 240 0 0,0-10 241 0 0,27-17-161 0 0,-26-7-160 0 0,26 2 0 0 0,0-2-80 0 0,0-10 0 0 0,26-12-240 0 0,1-27-561 0 0,-27-24-559 0 0,27-22 239 0 0,-54-10-399 0 0,-26-12-2802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18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28 640 0 0,'-107'-17'4963'0'0,"27"7"-2642"0"0,32 10-1921 0 0,-5 0 80 0 0,80 0-240 0 0,-1 0-160 0 0,-4 0 0 0 0,58 5-80 0 0,26 0 0 0 0,161 12-400 0 0,-59 0-801 0 0,-75-12-2720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19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90 2481 0 0,'-93'54'6737'0'0,"85"-47"-6615"0"0,10-5-191 0 0,12-4-137 0 0,-13 2 279 0 0,49-20 74 0 0,-37 15-83 0 0,1 0 0 0 0,-2 0 0 0 0,1-2 0 0 0,22-14-1 0 0,-23 14-71 0 0,0-1 0 0 0,0 1 0 0 0,17-7 0 0 0,-18 10-7 0 0,0-1 0 0 0,-1-1 0 0 0,0 0 1 0 0,12-9-1 0 0,-16 11-47 0 0,-5 3 51 0 0,0 0 0 0 0,0 0 0 0 0,0 0 1 0 0,0 0-1 0 0,1 0 0 0 0,-1 0 0 0 0,0 0 0 0 0,1 1 0 0 0,-1-1 1 0 0,0 0-1 0 0,1 1 0 0 0,-1-1 0 0 0,4 0 0 0 0,-5 1 10 0 0,0 0 0 0 0,0 0 0 0 0,0 0-1 0 0,0 0 1 0 0,1 0 0 0 0,-1 0 0 0 0,0 0-1 0 0,0 0 1 0 0,0 0 0 0 0,0 0 0 0 0,0 0 0 0 0,0 0-1 0 0,1 0 1 0 0,-1 0 0 0 0,0 0 0 0 0,0 0-1 0 0,0 0 1 0 0,0 0 0 0 0,0 0 0 0 0,0 0 0 0 0,1 0-1 0 0,-1 0 1 0 0,0 0 0 0 0,0 1 0 0 0,0-1-1 0 0,0 0 1 0 0,0 0 0 0 0,0 0 0 0 0,0 0-1 0 0,1 0 1 0 0,-1 0 0 0 0,0 0 0 0 0,0 0 0 0 0,0 0-1 0 0,0 1 1 0 0,0-1 0 0 0,0 0 0 0 0,0 0-1 0 0,0 0 1 0 0,0 0 0 0 0,0 0 0 0 0,0 0 0 0 0,0 1-1 0 0,0-1 1 0 0,0 0 0 0 0,0 0 0 0 0,0 0-1 0 0,0 0 1 0 0,0 0 0 0 0,0 0 0 0 0,0 1 0 0 0,0-1-1 0 0,0 0 1 0 0,0 0 0 0 0,0 0 0 0 0,0 0-1 0 0,0 0 1 0 0,0 0 0 0 0,0 1 0 0 0,0-1-1 0 0,0 0 1 0 0,0 0 0 0 0,0 0 0 0 0,0 0 0 0 0,-1 0-1 0 0,-7 12 30 0 0,-32 41 434 0 0,1 0 1 0 0,-59 115-1 0 0,77-133-334 0 0,17-30-164 0 0,0 0 0 0 0,0 0 0 0 0,1 1 0 0 0,0 0 0 0 0,0-1 1 0 0,1 1-1 0 0,-1 0 0 0 0,1 1 0 0 0,1-1 0 0 0,-3 12 0 0 0,13-29-1244 0 0,40-18-1601 0 0,27-18-2669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19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 2161 0 0,'-27'7'4642'0'0,"54"-7"-3441"0"0,-27-7-1281 0 0,26 14 160 0 0,22-7 0 0 0,6 5 0 0 0,26 0-80 0 0,26 7-80 0 0,1 5-481 0 0,-54-7-1119 0 0,1 7-2242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20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16 5202 0 0,'-54'7'3122'0'0,"1"10"-2642"0"0,53-12-720 0 0,27-5 320 0 0,26 5 80 0 0,0-5 80 0 0,1 7-160 0 0,-1-7 0 0 0,27-7-160 0 0,21-10-480 0 0,33 0-1521 0 0,-28 2-2481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20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87 3922 0 0,'0'-15'2308'0'0,"0"13"-1148"0"0,4 2-826 0 0,18-2-308 0 0,-20-2-58 0 0,-2 4 31 0 0,-1 0 0 0 0,1-1 1 0 0,0 1-1 0 0,0 0 0 0 0,0 0 0 0 0,0 0 1 0 0,0 0-1 0 0,0-1 0 0 0,0 1 1 0 0,0 0-1 0 0,0 0 0 0 0,0 0 0 0 0,0 0 1 0 0,0-1-1 0 0,0 1 0 0 0,0 0 1 0 0,0 0-1 0 0,0 0 0 0 0,0 0 0 0 0,0-1 1 0 0,0 1-1 0 0,0 0 0 0 0,0 0 1 0 0,1 0-1 0 0,-1 0 0 0 0,0-1 0 0 0,0 1 1 0 0,0 0-1 0 0,0 0 0 0 0,0 0 1 0 0,0 0-1 0 0,0 0 0 0 0,0 0 0 0 0,1 0 1 0 0,-1-1-1 0 0,0 1 0 0 0,0 0 1 0 0,0 0-1 0 0,0 0 0 0 0,1 0 1 0 0,-1 0-1 0 0,0 0 0 0 0,0 0 0 0 0,0 0 1 0 0,0 0-1 0 0,1 0 0 0 0,-1 0 1 0 0,1-1 5 0 0,0 1 0 0 0,1 0 0 0 0,-1-1 0 0 0,0 1 0 0 0,0-1 0 0 0,0 1 0 0 0,0-1 0 0 0,0 0 0 0 0,0 0 0 0 0,0 1 0 0 0,0-1 0 0 0,0 0 0 0 0,0 0 0 0 0,0 0 0 0 0,-1 0 0 0 0,1 0 0 0 0,0 0 0 0 0,0-2 0 0 0,2-29 135 0 0,-3 29-135 0 0,1 2 3 0 0,0-4 111 0 0,-25 7-6 0 0,20 2-113 0 0,4 2 0 0 0,0-1-27 0 0,0-4-200 0 0,-26-7-4428 0 0,4 0 2280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24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107 232 1361 0 0,'0'-1'99'0'0,"-1"1"0"0"0,1-1 0 0 0,0 1 0 0 0,0-1 0 0 0,-1 1 0 0 0,1-1 1 0 0,0 1-1 0 0,0 0 0 0 0,-1-1 0 0 0,1 1 0 0 0,-1 0 0 0 0,1-1 1 0 0,0 1-1 0 0,-1 0 0 0 0,1-1 0 0 0,-1 1 0 0 0,1 0 0 0 0,-1 0 0 0 0,1 0 1 0 0,-1-1-1 0 0,1 1 0 0 0,-1 0 0 0 0,1 0 0 0 0,-1 0 0 0 0,1 0 0 0 0,-1 0 1 0 0,1 0-1 0 0,-1 0 0 0 0,1 0 0 0 0,-1 0 0 0 0,1 0 0 0 0,-1 0 0 0 0,1 0 1 0 0,-1 0-1 0 0,0 1 0 0 0,-30 4 1214 0 0,20-3-73 0 0,-7 2-586 0 0,14-3-174 0 0,-1-1-146 0 0,-17 0 386 0 0,44-5-466 0 0,-17 5-174 0 0,-5-1 0 0 0,4-6 0 0 0,13-1-14 0 0,-12 6-55 0 0,-1 0 1 0 0,0-1 0 0 0,0 1 0 0 0,0-1-1 0 0,0 0 1 0 0,0 0 0 0 0,4-4 0 0 0,3-2-5 0 0,0 0 1 0 0,0 1 0 0 0,1 0-1 0 0,1 1 1 0 0,14-7-1 0 0,-7 3 17 0 0,30-19 0 0 0,-41 24-13 0 0,0-1 0 0 0,-1 0 0 0 0,0-1 1 0 0,-1 1-1 0 0,10-13 0 0 0,-11 15-21 0 0,0 0 1 0 0,0 0-1 0 0,0 1 1 0 0,0 0-1 0 0,1 1 1 0 0,9-5-1 0 0,2 4-17 0 0,-15 3-38 0 0,25 7-16 0 0,-25-6 78 0 0,0 1 0 0 0,0 0 0 0 0,0-1 0 0 0,0 1 0 0 0,-1 0 0 0 0,1 1 0 0 0,0-1 0 0 0,-1 0 0 0 0,1 1 1 0 0,-1-1-1 0 0,1 1 0 0 0,-1 0 0 0 0,0 0 0 0 0,0 0 0 0 0,0 0 0 0 0,0 0 0 0 0,0 1 0 0 0,0-1 0 0 0,0 0 0 0 0,-1 1 0 0 0,1 0 1 0 0,1 4-1 0 0,0 0 14 0 0,-1 0 1 0 0,0 1 0 0 0,0-1-1 0 0,-1 1 1 0 0,0-1 0 0 0,0 1 0 0 0,0 9-1 0 0,-2 0 39 0 0,-1 1 0 0 0,0-1-1 0 0,-1 0 1 0 0,-1 0 0 0 0,-1 0-1 0 0,0-1 1 0 0,-1 0-1 0 0,-1 0 1 0 0,-1 0 0 0 0,0-1-1 0 0,-19 27 1 0 0,-10 7 157 0 0,-2-2 0 0 0,-46 43 0 0 0,43-47-103 0 0,25-27-95 0 0,14-14-39 0 0,0 1 0 0 0,1-1 0 0 0,-1 0 0 0 0,0 1 0 0 0,1 0 0 0 0,0-1 0 0 0,-1 1 0 0 0,1 0 0 0 0,0 0 0 0 0,0 1 0 0 0,1-1 0 0 0,-1 0 0 0 0,1 0 1 0 0,0 1-1 0 0,-1-1 0 0 0,2 1 0 0 0,-1-1 0 0 0,0 6 0 0 0,0-9-10 0 0,1 1 0 0 0,0-1 0 0 0,0 1 0 0 0,0-1 0 0 0,0 0 0 0 0,0 1 0 0 0,0-1 0 0 0,0 1 0 0 0,0-1 0 0 0,0 0 0 0 0,0 1 0 0 0,0-1 0 0 0,1 1 0 0 0,-1-1 0 0 0,0 0 0 0 0,0 1 0 0 0,0-1 0 0 0,0 1 0 0 0,1-1 0 0 0,-1 0 0 0 0,0 1 0 0 0,0-1 0 0 0,1 0 0 0 0,-1 1 0 0 0,0-1 0 0 0,0 0 0 0 0,1 0 0 0 0,-1 1 0 0 0,1-1 0 0 0,-1 0 0 0 0,0 0 0 0 0,1 1 0 0 0,-1-1-1 0 0,0 0 1 0 0,1 0 0 0 0,0 0 0 0 0,16-4-1352 0 0,-10 1 863 0 0,42-16-3339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24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428 163 2241 0 0,'-27'9'1408'0'0,"-106"27"3173"0"0,82-26-4482 0 0,22-5 11 0 0,-42 12 0 0 0,61-14-48 0 0,1 1 0 0 0,-1 0 0 0 0,1 1 0 0 0,0 0 0 0 0,0 0-1 0 0,0 1 1 0 0,-15 13 0 0 0,22-18-42 0 0,0 1 0 0 0,0 0 0 0 0,0-1-1 0 0,0 1 1 0 0,0 0 0 0 0,0 0 0 0 0,1 0-1 0 0,-1 1 1 0 0,1-1 0 0 0,-1 0 0 0 0,1 0 0 0 0,0 1-1 0 0,0-1 1 0 0,0 1 0 0 0,0-1 0 0 0,1 1 0 0 0,-1-1-1 0 0,0 1 1 0 0,1 0 0 0 0,0-1 0 0 0,0 1 0 0 0,0-1-1 0 0,0 1 1 0 0,0 0 0 0 0,0-1 0 0 0,1 1 0 0 0,-1 0-1 0 0,1-1 1 0 0,0 1 0 0 0,1 3 0 0 0,3 6 13 0 0,1 0 0 0 0,0-1 0 0 0,1 0 0 0 0,1 0 0 0 0,11 14 0 0 0,-15-20-27 0 0,1 1-1 0 0,0-1 1 0 0,0 0 0 0 0,1-1 0 0 0,-1 1-1 0 0,1-1 1 0 0,0 0 0 0 0,0-1-1 0 0,1 0 1 0 0,-1 1 0 0 0,11 2 0 0 0,-8-4 2 0 0,0-1 0 0 0,0 0 0 0 0,1-1 1 0 0,-1 0-1 0 0,0 0 0 0 0,0-1 1 0 0,1 0-1 0 0,-1 0 0 0 0,0-1 0 0 0,0-1 1 0 0,0 1-1 0 0,-1-2 0 0 0,1 1 0 0 0,-1-1 1 0 0,1 0-1 0 0,-1-1 0 0 0,0 0 1 0 0,-1 0-1 0 0,1 0 0 0 0,-1-1 0 0 0,0-1 1 0 0,-1 1-1 0 0,1-1 0 0 0,-1 0 1 0 0,-1 0-1 0 0,1-1 0 0 0,-1 0 0 0 0,6-13 1 0 0,-3 0 21 0 0,-2-1 1 0 0,-1 0-1 0 0,0-1 1 0 0,-2 1-1 0 0,0-1 1 0 0,-2-44-1 0 0,0 58-33 0 0,-1 0 0 0 0,-1 0 1 0 0,0 0-1 0 0,0 1 0 0 0,-1-1 0 0 0,-4-15 0 0 0,4 20-2 0 0,-1-1 1 0 0,1 0-1 0 0,-1 1 1 0 0,0 0-1 0 0,0 0 0 0 0,0 0 1 0 0,-1 0-1 0 0,0 0 1 0 0,1 1-1 0 0,-1 0 0 0 0,0-1 1 0 0,-5-2-1 0 0,-3-1-78 0 0,0 0 0 0 0,-1 0 0 0 0,1 1 0 0 0,-1 1 1 0 0,0 0-1 0 0,-1 1 0 0 0,1 1 0 0 0,-1-1 0 0 0,1 2 0 0 0,-1 0 0 0 0,0 1 0 0 0,0 0 0 0 0,-24 3 1 0 0,37-2 62 0 0,-35 8-715 0 0,35-8 626 0 0,0 1 0 0 0,0-1 0 0 0,0 1 0 0 0,0 0 0 0 0,0 0 0 0 0,0-1 0 0 0,0 1 1 0 0,0 0-1 0 0,0 0 0 0 0,0 0 0 0 0,1 0 0 0 0,-1 0 0 0 0,0 0 0 0 0,1 0 0 0 0,-1 0 0 0 0,1 1 0 0 0,-1-1 1 0 0,1 0-1 0 0,-1 0 0 0 0,1 0 0 0 0,0 0 0 0 0,0 1 0 0 0,0-1 0 0 0,-1 0 0 0 0,1 0 0 0 0,0 2 0 0 0,0 20-4533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25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34 2481 0 0,'-51'-7'4547'0'0,"37"6"-4110"0"0,0-1 1 0 0,0-1-1 0 0,-22-6 0 0 0,34 8-393 0 0,0-1 23 0 0,2-4 36 0 0,0 4-63 0 0,0 3-35 0 0,1 0 0 0 0,-1 0 0 0 0,1-1 0 0 0,-1 1 0 0 0,1 0 0 0 0,-1 0 0 0 0,1 0 0 0 0,-1-1 1 0 0,1 1-1 0 0,0 0 0 0 0,0-1 0 0 0,-1 1 0 0 0,1-1 0 0 0,0 1 0 0 0,0-1 0 0 0,0 1 0 0 0,0-1 0 0 0,0 0 0 0 0,-1 1 0 0 0,3-1 0 0 0,12 9 76 0 0,8 7 24 0 0,0 1 0 0 0,-1 1 0 0 0,-1 1 0 0 0,-1 1 1 0 0,0 1-1 0 0,-2 0 0 0 0,0 1 0 0 0,20 36 1 0 0,-28-42-76 0 0,1 0 1 0 0,0-2-1 0 0,20 21 0 0 0,-18-20-31 0 0,-3-3-93 0 0,1-1 1 0 0,1 1 0 0 0,0-2-1 0 0,23 17 1 0 0,-6-3-416 0 0,-28-22 302 0 0,0-1 0 0 0,1 1 1 0 0,-1-1-1 0 0,0 0 1 0 0,1 1-1 0 0,-1-1 0 0 0,1 0 1 0 0,0 0-1 0 0,-1 0 1 0 0,1 0-1 0 0,0 0 0 0 0,0-1 1 0 0,2 2-1 0 0,-26-6-2527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25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53 276 2321 0 0,'-26'-5'4162'0'0,"-1"-7"-2641"0"0,27 7-1281 0 0,0-7-160 0 0,27 0 80 0 0,-1-3 0 0 0,54-19 0 0 0,75-22 0 0 0,5-2-80 0 0,-53 26 0 0 0,-27 15-240 0 0,-27 10-640 0 0,0-3-1601 0 0,-26 10-1841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26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78 265 160 0 0,'0'-1'150'0'0,"0"0"0"0"0,0 0 0 0 0,0 0 1 0 0,0 0-1 0 0,-1 0 0 0 0,1 0 0 0 0,0 0 0 0 0,0 0 0 0 0,-1 0 0 0 0,1 0 0 0 0,-1 0 1 0 0,1 0-1 0 0,-1 0 0 0 0,1 0 0 0 0,-1 1 0 0 0,1-1 0 0 0,-1 0 0 0 0,0 0 1 0 0,0 1-1 0 0,1-1 0 0 0,-1 0 0 0 0,0 1 0 0 0,-2-2 0 0 0,2 2-51 0 0,0-1-1 0 0,0 0 1 0 0,1 1 0 0 0,-1-1-1 0 0,0 0 1 0 0,0 0 0 0 0,0 0-1 0 0,0 1 1 0 0,1-1 0 0 0,-1 0-1 0 0,0 0 1 0 0,1 0 0 0 0,-1 0-1 0 0,1 0 1 0 0,-1 0 0 0 0,1-1-1 0 0,-1 1 1 0 0,1 0 0 0 0,0 0-1 0 0,0 0 1 0 0,0 0 0 0 0,-1 0-1 0 0,1 0 1 0 0,0-2 0 0 0,-1-15 908 0 0,1 14-885 0 0,-1 0 0 0 0,1 0-1 0 0,0 0 1 0 0,0 0 0 0 0,0-1-1 0 0,0 1 1 0 0,1 0 0 0 0,0 0-1 0 0,0 0 1 0 0,0 0 0 0 0,2-5-1 0 0,2 0 23 0 0,-1 1-69 0 0,1 1 0 0 0,-1-1 0 0 0,1 1-1 0 0,1 0 1 0 0,-1 1 0 0 0,10-9-1 0 0,-2 6-33 0 0,-3 1-4 0 0,1 0 0 0 0,0 1 0 0 0,0 0 1 0 0,13-5-1 0 0,-2 0-16 0 0,-20 10-26 0 0,0 0 0 0 0,0 1 1 0 0,0 0-1 0 0,0-1 0 0 0,1 1 0 0 0,-1 0 0 0 0,0 0 1 0 0,1 0-1 0 0,-1 0 0 0 0,0 0 0 0 0,1 1 0 0 0,-1-1 1 0 0,1 1-1 0 0,-1-1 0 0 0,1 1 0 0 0,-1 0 0 0 0,1 0 0 0 0,-1 0 1 0 0,1 1-1 0 0,3 0 0 0 0,-5-1 3 0 0,-1 1 0 0 0,1-1 0 0 0,-1 1 0 0 0,1-1 0 0 0,-1 1 0 0 0,0-1 0 0 0,1 1 0 0 0,-1 0 0 0 0,0-1-1 0 0,1 1 1 0 0,-1 0 0 0 0,0-1 0 0 0,0 1 0 0 0,0 0 0 0 0,0-1 0 0 0,1 1 0 0 0,-1 0 0 0 0,0-1 0 0 0,0 1 0 0 0,0 0 0 0 0,0-1 0 0 0,0 1 0 0 0,-1 0 0 0 0,1-1 0 0 0,0 2 0 0 0,-1 20 5 0 0,-1 0-1 0 0,-1 0 1 0 0,-1 0 0 0 0,-1 0 0 0 0,-12 33 0 0 0,1-16 67 0 0,-1 0 0 0 0,-25 43-1 0 0,-19 39 143 0 0,-7 12 30 0 0,64-126-242 0 0,0 0 0 0 0,0 0-1 0 0,0 0 1 0 0,1 0 0 0 0,1 0 0 0 0,-5 14-1 0 0,7-18-26 0 0,0-1 0 0 0,0 0 0 0 0,-1 0 0 0 0,1 1 0 0 0,0-1-1 0 0,1 0 1 0 0,-1 0 0 0 0,0 1 0 0 0,1-1 0 0 0,-1 0 0 0 0,1 0-1 0 0,0 0 1 0 0,0 0 0 0 0,0 0 0 0 0,0 0 0 0 0,0 0 0 0 0,0 0-1 0 0,0 0 1 0 0,0 0 0 0 0,1 0 0 0 0,-1-1 0 0 0,1 1 0 0 0,2 2-1 0 0,-2-3-80 0 0,10 3-491 0 0,32-11-534 0 0,9-13-1149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27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350 97 1281 0 0,'49'-62'5562'0'0,"-48"60"-5456"0"0,0 0 0 0 0,1 0-1 0 0,-1 1 1 0 0,0-1 0 0 0,0 0 0 0 0,1 1 0 0 0,-1-1-1 0 0,1 1 1 0 0,0 0 0 0 0,-1 0 0 0 0,4-2-1 0 0,2-1 13 0 0,-5 0-28 0 0,5-2 141 0 0,-3 8-232 0 0,0 0 1 0 0,-1 0-1 0 0,1 0 0 0 0,0 0 1 0 0,-1 1-1 0 0,1-1 1 0 0,-1 1-1 0 0,0 0 1 0 0,0 0-1 0 0,0 0 1 0 0,-1 1-1 0 0,1-1 1 0 0,-1 0-1 0 0,1 1 1 0 0,-1 0-1 0 0,0 0 1 0 0,-1 0-1 0 0,1 0 1 0 0,1 6-1 0 0,0-3 16 0 0,-1-1 0 0 0,-1 1 1 0 0,1-1-1 0 0,-1 1 0 0 0,0 0 0 0 0,-1-1 0 0 0,0 1 0 0 0,0 0 1 0 0,0 0-1 0 0,-1-1 0 0 0,0 1 0 0 0,-3 12 0 0 0,-4-3 51 0 0,0 1-1 0 0,-2-2 0 0 0,0 1 1 0 0,0-1-1 0 0,-1-1 1 0 0,-1 0-1 0 0,-1 0 0 0 0,0-2 1 0 0,-16 14-1 0 0,8-11 89 0 0,0-1 1 0 0,0-1-1 0 0,-1-1 0 0 0,-1-1 1 0 0,0 0-1 0 0,-46 13 0 0 0,61-23-130 0 0,1 0-1 0 0,-1-1 0 0 0,1 0 0 0 0,-1 0 0 0 0,0 0 0 0 0,1-1 0 0 0,-1 0 0 0 0,1-1 0 0 0,0 1 0 0 0,-1-1 0 0 0,1-1 0 0 0,0 1 0 0 0,0-2 0 0 0,0 1 0 0 0,1 0 0 0 0,-1-1 0 0 0,1-1 0 0 0,0 1 0 0 0,0-1 0 0 0,0 0 0 0 0,-6-7 0 0 0,9 7-18 0 0,1 0 0 0 0,0 0 0 0 0,1-1 0 0 0,0 1 0 0 0,-1 0 0 0 0,1 0-1 0 0,1-1 1 0 0,-1 1 0 0 0,1 0 0 0 0,0-1 0 0 0,0 1 0 0 0,1-1 0 0 0,1-5 0 0 0,-1-8-7 0 0,-1 18 1 0 0,-1 0-1 0 0,1 0 1 0 0,0 0-1 0 0,0 0 1 0 0,0 0-1 0 0,0 0 1 0 0,0 0-1 0 0,0 0 1 0 0,0 0-1 0 0,1 0 1 0 0,-1 0-1 0 0,0 0 1 0 0,1 0-1 0 0,-1 0 1 0 0,0 0-1 0 0,1 0 1 0 0,-1 0-1 0 0,1 0 1 0 0,-1 1-1 0 0,1-1 1 0 0,0 0-1 0 0,-1 0 1 0 0,1 1-1 0 0,0-1 1 0 0,-1 0 0 0 0,1 1-1 0 0,0-1 1 0 0,0 1-1 0 0,0-1 1 0 0,0 1-1 0 0,0-1 1 0 0,-1 1-1 0 0,1-1 1 0 0,0 1-1 0 0,0 0 1 0 0,0 0-1 0 0,0-1 1 0 0,0 1-1 0 0,0 0 1 0 0,0 0-1 0 0,0 0 1 0 0,0 0-1 0 0,0 0 1 0 0,1 0-1 0 0,30 0-11 0 0,-18 2 0 0 0,1 0-1 0 0,-1 0 1 0 0,0 1 0 0 0,0 1-1 0 0,0 1 1 0 0,0 0 0 0 0,24 13-1 0 0,69 42-174 0 0,-50-25-232 0 0,63 27 1 0 0,-113-59 160 0 0,0 0-1 0 0,0 0 1 0 0,1-1 0 0 0,-1 0-1 0 0,1 0 1 0 0,0-1 0 0 0,-1 0-1 0 0,14 0 1 0 0,28-5-2916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28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109 220 2321 0 0,'-49'-6'4202'0'0,"22"0"-2575"0"0,23 6-1240 0 0,-1 0-267 0 0,-13 0 14 0 0,18 0-115 0 0,0-1 1 0 0,-1 1-1 0 0,1 0 1 0 0,-1-1 0 0 0,1 1-1 0 0,0 0 1 0 0,-1-1-1 0 0,1 1 1 0 0,0-1 0 0 0,-1 1-1 0 0,1-1 1 0 0,0 1-1 0 0,0-1 1 0 0,-1 1 0 0 0,1-1-1 0 0,0 1 1 0 0,0-1-1 0 0,0 1 1 0 0,0-1 0 0 0,0 1-1 0 0,0-1 1 0 0,0 1-1 0 0,0-1 1 0 0,0 1 0 0 0,0-1-1 0 0,0 1 1 0 0,0-1-1 0 0,0 1 1 0 0,0-1 0 0 0,0 0-1 0 0,5-17 27 0 0,3 13-47 0 0,2-4 14 0 0,-5-17 69 0 0,-1 21-29 0 0,14 0-40 0 0,-9-1-13 0 0,9 0 0 0 0,-14 2 14 0 0,0 2 39 0 0,14-3-40 0 0,-13-1-13 0 0,-5 2-13 0 0,0 3-27 0 0,0 2 80 0 0,0 1-13 0 0,0-4 13 0 0,0 1 147 0 0,0 0-201 0 0,0 0 1 0 0,0 0-1 0 0,0 0 0 0 0,0 0 1 0 0,0 0-1 0 0,-1 0 1 0 0,1 0-1 0 0,0 0 1 0 0,0 0-1 0 0,-1 0 1 0 0,1 0-1 0 0,-1 0 1 0 0,1 0-1 0 0,0 1 1 0 0,-1-1-1 0 0,0 0 1 0 0,1 0-1 0 0,-1 0 1 0 0,1 1-1 0 0,-1-1 1 0 0,0 0-1 0 0,0 1 1 0 0,1-1-1 0 0,-1 0 1 0 0,0 1-1 0 0,-2-1 1 0 0,3 0-60 0 0,-1 1 0 0 0,0-1 0 0 0,0 1 0 0 0,0-1 0 0 0,0 0 0 0 0,1 1 0 0 0,-1-1 0 0 0,0 0 0 0 0,0 1 0 0 0,1-1 0 0 0,-1 0 0 0 0,1 0 0 0 0,-1 0 0 0 0,1 1 0 0 0,-1-1 1 0 0,1 0-1 0 0,-1 0 0 0 0,1 0 0 0 0,0 0 0 0 0,0 0 0 0 0,-1 0 0 0 0,1 0 0 0 0,0 0 0 0 0,0 0 0 0 0,0 0 0 0 0,0-2 0 0 0,0 1-155 0 0,0 1 0 0 0,0-1 0 0 0,0 0 1 0 0,0 1-1 0 0,0-1 0 0 0,-1 0 0 0 0,1 1 0 0 0,-1-1 0 0 0,1 1 0 0 0,-1-1 0 0 0,0-1 1 0 0,-22-19-2868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29.9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209 193 400 0 0,'-21'2'4122'0'0,"-38"1"0"0"0,59-6-3862 0 0,-1 2-244 0 0,1 0-1 0 0,0 0 0 0 0,0 0 0 0 0,0 0 0 0 0,0 0 0 0 0,0 0 0 0 0,0 0 0 0 0,0 0 0 0 0,1 0 0 0 0,-1 0 0 0 0,0 0 0 0 0,0 0 0 0 0,1 0 1 0 0,-1 0-1 0 0,0 0 0 0 0,1 0 0 0 0,-1 0 0 0 0,2-1 0 0 0,100-71 78 0 0,-99 71-93 0 0,4-3 0 0 0,0 0 0 0 0,-1 0 0 0 0,0 0 0 0 0,0 0 0 0 0,8-12 0 0 0,-5 2 0 0 0,-8 12 0 0 0,0 0 0 0 0,0 1 0 0 0,1 0 0 0 0,-1-1 0 0 0,1 1 0 0 0,-1 0 0 0 0,1 0 0 0 0,0 0 0 0 0,0 0 0 0 0,0 0 0 0 0,3-2 0 0 0,12-10-19 0 0,-17 14 16 0 0,0 0 1 0 0,0 0-1 0 0,0 1 0 0 0,0-1 0 0 0,1 0 1 0 0,-1 0-1 0 0,0 0 0 0 0,0 0 1 0 0,0 0-1 0 0,0 0 0 0 0,0 0 0 0 0,0 0 1 0 0,-22 35 3 0 0,-40 74 186 0 0,-58 111 600 0 0,18-40-134 0 0,98-170-622 0 0,-1 0 0 0 0,2 1-1 0 0,-1-1 1 0 0,1 1 0 0 0,1 0-1 0 0,0 0 1 0 0,0-1 0 0 0,1 1-1 0 0,1 15 1 0 0,0-19-26 0 0,-1-4-18 0 0,1 0 0 0 0,0 0 0 0 0,0-1 0 0 0,1 1 0 0 0,-1 0 0 0 0,1 0 0 0 0,-1 0-1 0 0,2 3 1 0 0,-1-5-5 0 0,-1 0-1 0 0,1 0 0 0 0,0 0 1 0 0,0 0-1 0 0,0 0 0 0 0,0 0 1 0 0,0 0-1 0 0,0-1 1 0 0,0 1-1 0 0,0 0 0 0 0,0 0 1 0 0,0-1-1 0 0,0 1 0 0 0,0-1 1 0 0,1 1-1 0 0,-1-1 0 0 0,0 0 1 0 0,0 1-1 0 0,1-1 0 0 0,-1 0 1 0 0,0 0-1 0 0,0 0 1 0 0,3 0-1 0 0,4 0-70 0 0,0 0-1 0 0,0-1 1 0 0,0 0 0 0 0,0 0 0 0 0,0-1 0 0 0,0 0-1 0 0,9-3 1 0 0,69-33-998 0 0,38-24-1314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30.4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394 302 2561 0 0,'-4'-5'3514'0'0,"-19"-6"-1812"0"0,19 10-835 0 0,-1-1-769 0 0,-9-6 175 0 0,10-16-244 0 0,4 23-26 0 0,0 0 0 0 0,-1 0-1 0 0,1 0 1 0 0,-1 0 0 0 0,0 0 0 0 0,1 0 0 0 0,-1 0-1 0 0,0 0 1 0 0,1 0 0 0 0,-1 0 0 0 0,0 0 0 0 0,0 0-1 0 0,0 1 1 0 0,0-1 0 0 0,0 0 0 0 0,0 1 0 0 0,0-1-1 0 0,0 1 1 0 0,0-1 0 0 0,0 1 0 0 0,0-1-1 0 0,-2 1 1 0 0,0-2 7 0 0,0 1-1 0 0,-1 0 1 0 0,1 1 0 0 0,0-1-1 0 0,-1 0 1 0 0,1 1-1 0 0,-1 0 1 0 0,1 0 0 0 0,-4 0-1 0 0,-12 5 41 0 0,0 0-1 0 0,1 1 1 0 0,0 1-1 0 0,0 0 1 0 0,1 2-1 0 0,-21 13 1 0 0,27-16 13 0 0,1 1 0 0 0,0 0-1 0 0,1 0 1 0 0,0 1 0 0 0,0 1 0 0 0,0-1-1 0 0,1 1 1 0 0,1 1 0 0 0,-1 0 0 0 0,2 0 0 0 0,-1 0-1 0 0,1 1 1 0 0,1 0 0 0 0,0 0 0 0 0,0 0-1 0 0,-4 18 1 0 0,9-25-39 0 0,-1-1 0 0 0,0 1 0 0 0,1 0-1 0 0,-1 0 1 0 0,1 0 0 0 0,0 0 0 0 0,1 0 0 0 0,-1-1 0 0 0,1 1-1 0 0,-1 0 1 0 0,1 0 0 0 0,0 0 0 0 0,3 5 0 0 0,-3-6-17 0 0,1-1 0 0 0,-1 0 0 0 0,1 1 1 0 0,0-1-1 0 0,-1 0 0 0 0,1 0 0 0 0,0 0 0 0 0,0-1 1 0 0,0 1-1 0 0,1 0 0 0 0,-1-1 0 0 0,0 1 1 0 0,1-1-1 0 0,-1 0 0 0 0,1 0 0 0 0,-1 0 1 0 0,1 0-1 0 0,-1 0 0 0 0,1 0 0 0 0,0-1 0 0 0,-1 1 1 0 0,1-1-1 0 0,5 0 0 0 0,20 0-9 0 0,0-2 1 0 0,-1-1-1 0 0,1-2 0 0 0,0 0 1 0 0,-1-2-1 0 0,0-1 0 0 0,30-13 1 0 0,-18 5-34 0 0,0-1 0 0 0,-2-3 1 0 0,0-1-1 0 0,40-30 0 0 0,-65 41-36 0 0,0-1 1 0 0,0 0-1 0 0,-1-1 0 0 0,-1 0 0 0 0,0-1 0 0 0,0 0 0 0 0,-2 0 0 0 0,1-1 1 0 0,-2 0-1 0 0,0-1 0 0 0,-1 0 0 0 0,0 0 0 0 0,-1 0 0 0 0,-1 0 0 0 0,5-26 0 0 0,-8 33 56 0 0,0 1 0 0 0,-1 0 0 0 0,1-1 0 0 0,-1 1-1 0 0,-1-1 1 0 0,1 1 0 0 0,-1 0 0 0 0,-3-10 0 0 0,3 13-21 0 0,0 1 0 0 0,0-1 0 0 0,0 1 0 0 0,-1 0-1 0 0,1 0 1 0 0,-1 0 0 0 0,0 0 0 0 0,0 0 0 0 0,0 0 0 0 0,-1 0 0 0 0,1 0 0 0 0,0 1 0 0 0,-1-1 0 0 0,0 1 0 0 0,0 0 0 0 0,0 0 0 0 0,0 0 0 0 0,0 0 0 0 0,0 0 0 0 0,-5-1 0 0 0,3 1-174 0 0,0 1 1 0 0,-1 0-1 0 0,1 0 0 0 0,-1 1 1 0 0,1-1-1 0 0,-12 2 0 0 0,-36 8-2671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31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13 2081 0 0,'0'5'5442'0'0,"-26"-5"-4561"0"0,52-5-161 0 0,1-2-640 0 0,26 7-80 0 0,1-5-160 0 0,26 5-160 0 0,0 0-160 0 0,0 0-481 0 0,-27 0-1440 0 0,-26 0-320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32.1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13 1921 0 0,'-53'5'4882'0'0,"26"2"-3041"0"0,0-14-1601 0 0,27 2-240 0 0,0 0 160 0 0,27 5 0 0 0,0-7 0 0 0,-1 7-80 0 0,1 0 0 0 0,26 7 0 0 0,27-2-80 0 0,54 12-240 0 0,52-5-2081 0 0,-58-19-3762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33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134 146 1040 0 0,'-76'16'7004'0'0,"72"-15"-6257"0"0,5-3-393 0 0,-7 0-281 0 0,-6 1 138 0 0,24 0-36 0 0,-11 1-165 0 0,-1-1-1 0 0,1 1 0 0 0,-1 0 0 0 0,0 0 0 0 0,1-1 0 0 0,-1 1 1 0 0,0 0-1 0 0,1-1 0 0 0,-1 1 0 0 0,0 0 0 0 0,0-1 0 0 0,1 1 1 0 0,-1-1-1 0 0,0 1 0 0 0,0 0 0 0 0,0-1 0 0 0,1 1 0 0 0,-1-1 1 0 0,0 1-1 0 0,0-1 0 0 0,0 1 0 0 0,0-1 0 0 0,0 1 1 0 0,0 0-1 0 0,0-1 0 0 0,0 1 0 0 0,0-1 0 0 0,0 1 0 0 0,0-1 1 0 0,0 0-1 0 0,3-15 120 0 0,8 2-41 0 0,-7 6-65 0 0,1 2 0 0 0,0-1 0 0 0,1 1 0 0 0,-1 0 1 0 0,8-6-1 0 0,20-18 106 0 0,-28 25-113 0 0,0 1 0 0 0,0-1 0 0 0,0 1-1 0 0,0 0 1 0 0,1 0 0 0 0,6-3 0 0 0,-8 2-30 0 0,-4 12 10 0 0,-1 1-1 0 0,1-1 0 0 0,-2 0 0 0 0,1 1 0 0 0,-1-1 0 0 0,0 0 1 0 0,0 0-1 0 0,-1 0 0 0 0,0 0 0 0 0,-7 12 0 0 0,6-11 15 0 0,0 1 0 0 0,1 0-1 0 0,0 1 1 0 0,-1 8 0 0 0,3-11 0 0 0,-1 0 1 0 0,0 0-1 0 0,0 0 0 0 0,0 0 1 0 0,0-1-1 0 0,-1 1 1 0 0,-1-1-1 0 0,1 0 0 0 0,-1 0 1 0 0,0 0-1 0 0,-7 9 1 0 0,-5 1 18 0 0,0 0 0 0 0,-21 31 0 0 0,33-40-38 0 0,-1 0 1 0 0,1 0 0 0 0,1 0-1 0 0,0 0 1 0 0,0 1-1 0 0,0 0 1 0 0,1-1 0 0 0,0 1-1 0 0,0 0 1 0 0,1 0 0 0 0,0 12-1 0 0,1 47 9 0 0,0-67-15 0 0,0 1-1 0 0,0-1 0 0 0,0 1 1 0 0,0-1-1 0 0,0 0 1 0 0,0 1-1 0 0,0-1 0 0 0,0 0 1 0 0,0 1-1 0 0,0-1 1 0 0,0 0-1 0 0,1 1 0 0 0,-1-1 1 0 0,0 0-1 0 0,0 1 1 0 0,1-1-1 0 0,-1 0 1 0 0,0 0-1 0 0,0 1 0 0 0,1-1 1 0 0,-1 0-1 0 0,0 0 1 0 0,0 1-1 0 0,1-1 0 0 0,-1 0 1 0 0,0 0-1 0 0,1 0 1 0 0,-1 0-1 0 0,0 0 0 0 0,1 1 1 0 0,-1-1-1 0 0,1 0 1 0 0,17-1-365 0 0,26-12-269 0 0,-33 9 338 0 0,70-29-3920 0 0,-56 22 1912 0 0,2-1 225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33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536 74 2161 0 0,'5'-4'639'0'0,"0"0"0"0"0,0-1-1 0 0,0 1 1 0 0,7-10 0 0 0,5-4 676 0 0,-17 17-1256 0 0,1 0 1 0 0,-1 1 0 0 0,1-1-1 0 0,-1 1 1 0 0,0-1 0 0 0,1 0-1 0 0,-1 0 1 0 0,0 1 0 0 0,0-1-1 0 0,1 0 1 0 0,-1 0 0 0 0,0 1-1 0 0,0-1 1 0 0,0 0 0 0 0,0 0-1 0 0,0 1 1 0 0,0-1 0 0 0,0-1-1 0 0,0 2-41 0 0,0 0-1 0 0,0-1 1 0 0,0 1-1 0 0,-1 0 1 0 0,1 0 0 0 0,0-1-1 0 0,0 1 1 0 0,0 0-1 0 0,0-1 1 0 0,0 1-1 0 0,0 0 1 0 0,0-1-1 0 0,0 1 1 0 0,1 0 0 0 0,-1-1-1 0 0,0 1 1 0 0,0 0-1 0 0,0 0 1 0 0,0-1-1 0 0,0 1 1 0 0,0 0 0 0 0,1 0-1 0 0,-1-1 1 0 0,0 1-1 0 0,0 0 1 0 0,0 0-1 0 0,0-1 1 0 0,1 1-1 0 0,-1 0 1 0 0,0 0 0 0 0,0 0-1 0 0,1-1 1 0 0,-1 1-1 0 0,0 0 1 0 0,1 0-1 0 0,-1 0 1 0 0,1 0 0 0 0,1 0-21 0 0,0 1 1 0 0,1 0 0 0 0,-1 0-1 0 0,0 0 1 0 0,0 0 0 0 0,0 1-1 0 0,0-1 1 0 0,0 0 0 0 0,0 1-1 0 0,0-1 1 0 0,0 1 0 0 0,-1 0-1 0 0,1 0 1 0 0,-1 0 0 0 0,1 0-1 0 0,-1 0 1 0 0,0 0 0 0 0,1 0-1 0 0,-1 0 1 0 0,0 0 0 0 0,0 1 0 0 0,1 3-1 0 0,-1-1 13 0 0,1-1-1 0 0,-1 0 1 0 0,0 1 0 0 0,0-1-1 0 0,-1 1 1 0 0,1-1-1 0 0,-1 1 1 0 0,0-1-1 0 0,0 1 1 0 0,-1 0 0 0 0,1-1-1 0 0,-1 1 1 0 0,0-1-1 0 0,0 0 1 0 0,0 1 0 0 0,-1-1-1 0 0,0 0 1 0 0,1 0-1 0 0,-5 6 1 0 0,-1 2 5 0 0,-2 0 0 0 0,1 0 0 0 0,-2-1 0 0 0,-14 14 0 0 0,0-1 190 0 0,0-1 1 0 0,-2-2-1 0 0,-35 23 1 0 0,47-35-90 0 0,-1-1 0 0 0,0-1 0 0 0,0 0 0 0 0,0-1 1 0 0,-1-1-1 0 0,0 0 0 0 0,0-1 0 0 0,-25 2 1 0 0,-94 2 239 0 0,120-8-325 0 0,1 0 0 0 0,0-1 0 0 0,-1-1 0 0 0,1-1 0 0 0,0 0 0 0 0,-23-7 0 0 0,36 9-31 0 0,1 0 0 0 0,-1 0 0 0 0,0 0 0 0 0,0 0 0 0 0,0 0 0 0 0,1 0 0 0 0,-1 0 0 0 0,0 0 0 0 0,1 0 0 0 0,-1 0 0 0 0,1 0 0 0 0,-1 0 0 0 0,1 0 0 0 0,0-1 0 0 0,-1 1 0 0 0,1 0 0 0 0,0 0 0 0 0,0 0 0 0 0,0-1 0 0 0,0 1 0 0 0,0 0 0 0 0,0 0 0 0 0,0 0 0 0 0,0-1 0 0 0,1 1 0 0 0,-1 0 0 0 0,0 0 0 0 0,1 0 0 0 0,-1 0 0 0 0,1-1 0 0 0,-1 1 0 0 0,1 0 0 0 0,1-2 0 0 0,3 0-6 0 0,-1 0 1 0 0,1 1-1 0 0,0-1 1 0 0,1 1-1 0 0,-1 0 0 0 0,0 0 1 0 0,1 1-1 0 0,-1 0 1 0 0,1 0-1 0 0,-1 0 0 0 0,1 0 1 0 0,-1 1-1 0 0,1 0 0 0 0,7 1 1 0 0,17 1-63 0 0,45 10 0 0 0,-54-8 48 0 0,51 8-180 0 0,0 4 0 0 0,-1 2 0 0 0,104 43 0 0 0,-169-59-1 0 0,-1 0 1 0 0,1-1-1 0 0,0 1 1 0 0,-1-1 0 0 0,1 0-1 0 0,10 0 1 0 0,-15 0 79 0 0,0-1-1 0 0,0 0 1 0 0,0 0-1 0 0,0 0 1 0 0,0 0-1 0 0,0 0 1 0 0,0 0-1 0 0,0 0 1 0 0,0 0 0 0 0,0 0-1 0 0,0 0 1 0 0,0-1-1 0 0,0 1 1 0 0,0 0-1 0 0,0-1 1 0 0,0 1-1 0 0,0-1 1 0 0,0 1 0 0 0,0-1-1 0 0,0 1 1 0 0,0-1-1 0 0,0 0 1 0 0,-1 0-1 0 0,1 1 1 0 0,0-1-1 0 0,-1 0 1 0 0,1 0 0 0 0,0 0-1 0 0,-1 1 1 0 0,1-1-1 0 0,-1 0 1 0 0,1 0-1 0 0,-1 0 1 0 0,1 0-1 0 0,-1 0 1 0 0,0-2 0 0 0,0-13-2147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35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81 145 2161 0 0,'-56'0'6744'0'0,"37"0"-7152"0"0,14 0 715 0 0,5-1-305 0 0,0 1 1 0 0,0 0-1 0 0,0 0 1 0 0,0 0-1 0 0,0 0 0 0 0,0 0 1 0 0,0 0-1 0 0,0-1 1 0 0,0 1-1 0 0,0 0 0 0 0,-1 0 1 0 0,1 0-1 0 0,0 0 0 0 0,0 0 1 0 0,0-1-1 0 0,0 1 1 0 0,0 0-1 0 0,0 0 0 0 0,0 0 1 0 0,0 0-1 0 0,0-1 1 0 0,0 1-1 0 0,0 0 0 0 0,0 0 1 0 0,0 0-1 0 0,0 0 1 0 0,1 0-1 0 0,-1-1 0 0 0,0 1 1 0 0,0 0-1 0 0,0 0 0 0 0,0 0 1 0 0,0 0-1 0 0,0 0 1 0 0,0 0-1 0 0,0-1 0 0 0,0 1 1 0 0,1 0-1 0 0,-1 0 1 0 0,0 0-1 0 0,0 0 0 0 0,0 0 1 0 0,0 0-1 0 0,0 0 1 0 0,0 0-1 0 0,1 0 0 0 0,-1-1 1 0 0,0 1-1 0 0,0 0 1 0 0,0 0-1 0 0,0 0 0 0 0,1 0 1 0 0,-1 0-1 0 0,0 0 0 0 0,0 0 1 0 0,0 0-1 0 0,0 0 1 0 0,1 0-1 0 0,-1 0 0 0 0,0 0 1 0 0,0 0-1 0 0,0 1 1 0 0,0-1-1 0 0,0 0 0 0 0,1 0 1 0 0,-1 0-1 0 0,1 0 13 0 0,0 0-11 0 0,0 0 0 0 0,0 0-1 0 0,0 0 1 0 0,0 0 0 0 0,1 0 0 0 0,-1 0 0 0 0,0 0 0 0 0,0 0 0 0 0,0-1 0 0 0,0 1 0 0 0,0 0 0 0 0,0-1 0 0 0,0 1 0 0 0,0 0 0 0 0,0-1 0 0 0,0 1 0 0 0,-1-1 0 0 0,1 0 0 0 0,1 0-1 0 0,-2 0 0 0 0,0 1-1 0 0,1-1 1 0 0,-1 1-1 0 0,0 0 0 0 0,0-1 1 0 0,0 1-1 0 0,1-1 0 0 0,-1 1 1 0 0,0 0-1 0 0,1-1 1 0 0,-1 1-1 0 0,0 0 0 0 0,1-1 1 0 0,-1 1-1 0 0,0 0 0 0 0,1-1 1 0 0,-1 1-1 0 0,0 0 1 0 0,1 0-1 0 0,-1 0 0 0 0,1-1 1 0 0,-1 1-1 0 0,1 0 0 0 0,-1 0 1 0 0,0 0-1 0 0,1 0 1 0 0,-1 0-1 0 0,1 0 0 0 0,-1 0 1 0 0,1 0-1 0 0,-1 0 0 0 0,1 0 1 0 0,0 0-1 0 0,-1 0 0 0 0,1 0 0 0 0,-1 0 0 0 0,1 0 0 0 0,-1 0 0 0 0,1 0-1 0 0,-1 0 1 0 0,1 0 0 0 0,-1 0 0 0 0,1 0 0 0 0,-1 0 0 0 0,1 0 0 0 0,-1 0 0 0 0,1-1 0 0 0,-1 1-1 0 0,1 0 1 0 0,-1 0 0 0 0,1-1 0 0 0,-1 1 0 0 0,0 0 0 0 0,1 0 0 0 0,-1-1 0 0 0,1 1 0 0 0,-1 0-1 0 0,0-1 1 0 0,1 1 0 0 0,-1-1 0 0 0,0 1 0 0 0,0 0 0 0 0,1-1 0 0 0,-1 1 0 0 0,0-1 0 0 0,0 1-1 0 0,0-1 1 0 0,1 0 0 0 0,-1 1-1 0 0,0-1 0 0 0,0 1 1 0 0,0-1-1 0 0,1 1 0 0 0,-1-1 0 0 0,0 1 0 0 0,0 0 0 0 0,0-1 0 0 0,1 1 0 0 0,-1-1 0 0 0,0 1 1 0 0,1 0-1 0 0,-1-1 0 0 0,0 1 0 0 0,1 0 0 0 0,-1 0 0 0 0,1-1 0 0 0,-1 1 0 0 0,0 0 0 0 0,1 0 1 0 0,-1-1-1 0 0,1 1 0 0 0,-1 0 0 0 0,1 0 0 0 0,-1 0 0 0 0,0 0 0 0 0,1 0 0 0 0,-1 0 0 0 0,1 0 1 0 0,-1 0-1 0 0,1 0 0 0 0,-1 0 0 0 0,1 0 0 0 0,0 0 0 0 0,-1 0 0 0 0,1 0 0 0 0,-1 0 1 0 0,1 0-1 0 0,-1 0 0 0 0,1 0 0 0 0,-1 0 0 0 0,1 0 1 0 0,-1 0-1 0 0,1 0 0 0 0,-1 0 0 0 0,1 0 0 0 0,-1 0 0 0 0,1-1 1 0 0,-1 1-1 0 0,0 0 0 0 0,1 0 0 0 0,-1 0 0 0 0,1-1 0 0 0,-1 1 1 0 0,1 0-1 0 0,-1-1 0 0 0,0 1 0 0 0,1 0 0 0 0,-1-1 1 0 0,0 1-1 0 0,1-1 0 0 0,-1 1 0 0 0,0 0 0 0 0,0-1 0 0 0,1 1 1 0 0,-1-1-1 0 0,0 1 0 0 0,0-1 0 0 0,0 0 0 0 0,1 1 0 0 0,-1-1 0 0 0,0 1-1 0 0,0-1 1 0 0,0 1-1 0 0,0-1 1 0 0,1 1 0 0 0,-1 0-1 0 0,0-1 1 0 0,0 1 0 0 0,1-1-1 0 0,-1 1 1 0 0,0 0 0 0 0,1-1-1 0 0,-1 1 1 0 0,0 0 0 0 0,1 0-1 0 0,-1-1 1 0 0,1 1 0 0 0,-1 0-1 0 0,0 0 1 0 0,1-1-1 0 0,-1 1 1 0 0,1 0 0 0 0,-1 0-1 0 0,1 0 1 0 0,-1 0 0 0 0,1 0-1 0 0,-1 0 1 0 0,1 0 0 0 0,-1 0-1 0 0,0 0 1 0 0,1 0 0 0 0,-1 0-1 0 0,1 0 1 0 0,0 0 0 0 0,-1 0 0 0 0,1 0 1 0 0,-1 0-1 0 0,1 0 0 0 0,-1 0 0 0 0,1 0 1 0 0,-1 0-1 0 0,1 0 0 0 0,-1 0 0 0 0,1 0 1 0 0,-1 0-1 0 0,1 0 0 0 0,-1-1 0 0 0,1 1 1 0 0,-1 0-1 0 0,1 0 0 0 0,-1 0 1 0 0,0-1-1 0 0,1 1 0 0 0,-1 0 0 0 0,1-1 1 0 0,-1 1-1 0 0,0 0 0 0 0,1-1 0 0 0,-1 1 1 0 0,0 0-1 0 0,0-1 0 0 0,1 1 0 0 0,-1-1 1 0 0,0 1-1 0 0,0-1 0 0 0,1 1 0 0 0,-1-1 1 0 0,0 0-1 0 0,-1-1 11 0 0,24-7-11 0 0,-19 2-1 0 0,-4 6 0 0 0,0 1 0 0 0,0 0 0 0 0,0-1 0 0 0,0 1 0 0 0,0-1 0 0 0,0 1 0 0 0,0 0 0 0 0,0-1 0 0 0,0 1 0 0 0,1 0 0 0 0,-1-1 0 0 0,0 1 0 0 0,0-1 0 0 0,0 1 0 0 0,0 0 0 0 0,1-1 0 0 0,-1 1 0 0 0,0 0 0 0 0,0 0 0 0 0,1-1 0 0 0,-1 1 0 0 0,0 0 0 0 0,1 0 0 0 0,-1-1 0 0 0,0 1 0 0 0,1 0 0 0 0,2-1 0 0 0,-2 1 0 0 0,0 0 0 0 0,0 0 0 0 0,0 0 0 0 0,-1 0 0 0 0,1 0 0 0 0,0 0 0 0 0,0-1 0 0 0,0 1 0 0 0,0 0 0 0 0,0-1 0 0 0,-1 1 0 0 0,1 0 0 0 0,0-1 0 0 0,0 1 0 0 0,-1-1 0 0 0,1 1 0 0 0,0-1 0 0 0,-1 0 0 0 0,1 1 0 0 0,0-1 0 0 0,-1 0 0 0 0,1 1 0 0 0,-1-1 0 0 0,1-1 0 0 0,0 2 0 0 0,-1-1 0 0 0,0 1 0 0 0,0-1 0 0 0,0 1 0 0 0,0 0 0 0 0,0-1 0 0 0,0 1 0 0 0,1 0 0 0 0,-1-1 0 0 0,0 1 0 0 0,0-1 0 0 0,0 1 0 0 0,1 0 0 0 0,-1 0 0 0 0,0-1 0 0 0,1 1 0 0 0,-1 0 0 0 0,0-1 0 0 0,1 1 0 0 0,-1 0 0 0 0,0 0 0 0 0,1 0 0 0 0,-1-1 0 0 0,0 1 0 0 0,1 0 0 0 0,-1 0 0 0 0,1 0 0 0 0,-1 0 0 0 0,0 0 0 0 0,1 0 0 0 0,-1 0 0 0 0,1 0 0 0 0,-1 0-1 0 0,0 0 1 0 0,1 0 0 0 0,0 0 0 0 0,-1 0 1 0 0,1 0-1 0 0,0 0 0 0 0,-1 0 1 0 0,1 0-1 0 0,-1 0 1 0 0,1 0-1 0 0,-1 0 0 0 0,1 0 1 0 0,0-1-1 0 0,-1 1 0 0 0,1 0 1 0 0,-1 0-1 0 0,1-1 1 0 0,-1 1-1 0 0,1 0 0 0 0,-1 0 1 0 0,1-1-1 0 0,-1 1 0 0 0,1-1 1 0 0,-1 1-1 0 0,1 0 0 0 0,-1-1 1 0 0,0 1-1 0 0,1-1 1 0 0,-1 1-1 0 0,0-1 0 0 0,1 1 1 0 0,-1-1-1 0 0,0 1 0 0 0,0-1 1 0 0,0 1-1 0 0,1-1 0 0 0,-1 0 1 0 0,0 1-1 0 0,0-1 1 0 0,0 1-1 0 0,0-1 0 0 0,0 0 1 0 0,0 0 1 0 0,1 0 1 0 0,-1 1 0 0 0,1-1 0 0 0,-1 0-1 0 0,1 1 1 0 0,-1-1 0 0 0,1 0 0 0 0,-1 1-1 0 0,1-1 1 0 0,-1 1 0 0 0,1-1 0 0 0,0 1-1 0 0,-1-1 1 0 0,1 1 0 0 0,0 0 0 0 0,0-1-1 0 0,-1 1 1 0 0,1 0 0 0 0,0-1-1 0 0,0 1 1 0 0,-1 0 0 0 0,3 0 0 0 0,-1-1 0 0 0,1-4-3 0 0,-3 1 0 0 0,0 8 0 0 0,-3 2 0 0 0,-1-3 0 0 0,3-3 0 0 0,0 1 0 0 0,0-1 0 0 0,0 1 0 0 0,0-1 0 0 0,1 1 0 0 0,-1-1 0 0 0,0 1 0 0 0,0 0 0 0 0,1-1 0 0 0,-1 1 0 0 0,1 0 0 0 0,-1 0 0 0 0,0-1 0 0 0,1 1 0 0 0,0 0 0 0 0,-1 0 0 0 0,1 0 0 0 0,-1 0 0 0 0,1 0 0 0 0,0 0 0 0 0,0-1 0 0 0,-1 1 0 0 0,1 0 0 0 0,0 0 0 0 0,0 1 0 0 0,0-1 0 0 0,0 0 0 0 0,0 0 0 0 0,0 0 0 0 0,0 0 0 0 0,0 0 0 0 0,-1 0 0 0 0,1-1 0 0 0,0 1 0 0 0,0 0 0 0 0,-1 0 0 0 0,1 0 0 0 0,-1-1 0 0 0,1 1-1 0 0,-1 0 1 0 0,1 0 0 0 0,-1-1 0 0 0,1 1 0 0 0,-1 0 0 0 0,0-1 0 0 0,1 1 0 0 0,-1-1 0 0 0,0 1 0 0 0,1-1 0 0 0,-1 1 0 0 0,0-1 0 0 0,0 1 0 0 0,-1-1 0 0 0,2 1 2 0 0,-1-1 0 0 0,0 0 1 0 0,0 1-1 0 0,1-1 1 0 0,-1 0-1 0 0,0 1 1 0 0,1-1-1 0 0,-1 1 1 0 0,0-1-1 0 0,1 1 0 0 0,-1 0 1 0 0,1-1-1 0 0,-1 1 1 0 0,1-1-1 0 0,-1 1 1 0 0,1 0-1 0 0,-1 0 1 0 0,1-1-1 0 0,0 1 0 0 0,0 0 1 0 0,-1 0-1 0 0,1-1 1 0 0,0 1-1 0 0,0 0 1 0 0,0 0-1 0 0,0 0 1 0 0,-1 0-1 0 0,1 0-2 0 0,0-1 1 0 0,0 1-1 0 0,0 0 1 0 0,0-1-1 0 0,0 1 0 0 0,0-1 1 0 0,0 1-1 0 0,0-1 1 0 0,0 1-1 0 0,-1-1 0 0 0,1 1 1 0 0,0-1-1 0 0,0 1 1 0 0,-1-1-1 0 0,1 1 0 0 0,0-1 1 0 0,-1 1-1 0 0,1-1 0 0 0,-1 1 1 0 0,1-1-1 0 0,0 0 1 0 0,-1 1-1 0 0,1-1 0 0 0,-1 0 1 0 0,1 1-1 0 0,-1-1 1 0 0,1 0-1 0 0,-1 0 0 0 0,1 0 1 0 0,-1 1-1 0 0,1-1 1 0 0,-1 0-1 0 0,0 0 0 0 0,1 0 1 0 0,-1 0-1 0 0,0 0 1 0 0,1 0-2 0 0,-1 0 1 0 0,0 0 0 0 0,1 0 0 0 0,-1 0 0 0 0,1 1 0 0 0,-1-1 0 0 0,1 0 0 0 0,-1 0 0 0 0,1 0 0 0 0,-1 0 0 0 0,1 1 0 0 0,-1-1 0 0 0,1 0 0 0 0,-1 1 0 0 0,1-1 0 0 0,-1 0 0 0 0,1 1 0 0 0,-1-1 0 0 0,1 1 0 0 0,0-1 0 0 0,-1 0 0 0 0,1 1 0 0 0,0-1 0 0 0,-1 1 0 0 0,1-1 0 0 0,0 1 0 0 0,0-1 0 0 0,-1 1 0 0 0,1-1 0 0 0,0 1 0 0 0,0 0 0 0 0,0-1-1 0 0,0 1 1 0 0,0-1 0 0 0,0 1 0 0 0,0 0 0 0 0,-1 10 42 0 0,1-1 0 0 0,-2 1 0 0 0,1-1 0 0 0,-1 1 0 0 0,-7 19 0 0 0,2-7-14 0 0,-2 22-54 0 0,5-35 45 0 0,0 0 0 0 0,-1-1 0 0 0,0 1 0 0 0,0-1 0 0 0,-1 0 0 0 0,-10 13 0 0 0,16-22-28 0 0,-1 1 0 0 0,1-1 0 0 0,-1 0 1 0 0,1 1-1 0 0,-1-1 0 0 0,1 1 0 0 0,-1-1 0 0 0,1 1 0 0 0,0-1 0 0 0,-1 1 0 0 0,1-1 0 0 0,0 1 0 0 0,-1-1 1 0 0,1 1-1 0 0,0 0 0 0 0,0-1 0 0 0,-1 1 0 0 0,1 0 0 0 0,0-1 0 0 0,0 1 0 0 0,0 0 0 0 0,0-1 0 0 0,0 1 1 0 0,0-1-1 0 0,0 1 0 0 0,0 0 0 0 0,0-1 0 0 0,1 2 0 0 0,-1-2-9 0 0,1 1 0 0 0,0-1 0 0 0,-1 1 0 0 0,1-1 0 0 0,0 1 0 0 0,0-1 0 0 0,0 1 0 0 0,0-1 0 0 0,-1 0 0 0 0,1 0 0 0 0,0 1 1 0 0,0-1-1 0 0,0 0 0 0 0,0 0 0 0 0,0 0 0 0 0,1 0 0 0 0,38-4-783 0 0,-40 4 791 0 0,3-1-249 0 0,0 0 1 0 0,0 0-1 0 0,0 0 0 0 0,0-1 0 0 0,-1 1 1 0 0,1-1-1 0 0,0 1 0 0 0,-1-1 0 0 0,1 0 1 0 0,-1 0-1 0 0,1 0 0 0 0,-1 0 0 0 0,0-1 0 0 0,2-2 1 0 0,8-8-890 0 0,15-14-1320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35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424 120 1521 0 0,'-4'0'1654'0'0,"-64"12"1839"0"0,-68 15-1584 0 0,97-18-1699 0 0,14-3-124 0 0,1 1 0 0 0,-26 10-1 0 0,45-15-60 0 0,1 1 1 0 0,0-1-1 0 0,-1 1 0 0 0,1 0 1 0 0,-6 6-1 0 0,-12 8 117 0 0,21-16-127 0 0,-1-1 1 0 0,1 1-1 0 0,-1 0 1 0 0,1 0-1 0 0,0 0 1 0 0,-1 0-1 0 0,1 0 1 0 0,0 1-1 0 0,0-1 1 0 0,-1 0-1 0 0,1 1 1 0 0,0-1-1 0 0,0 0 1 0 0,1 1-1 0 0,-1-1 1 0 0,0 1-1 0 0,0 0 1 0 0,1-1-1 0 0,-1 1 1 0 0,1-1-1 0 0,-1 1 1 0 0,1 3-1 0 0,0-3-23 0 0,1 0-1 0 0,0 1 1 0 0,-1-1-1 0 0,1 0 1 0 0,0 0 0 0 0,0 0-1 0 0,1 0 1 0 0,-1 0-1 0 0,0 0 1 0 0,1 0 0 0 0,-1 0-1 0 0,1 0 1 0 0,-1-1-1 0 0,1 1 1 0 0,0-1-1 0 0,2 3 1 0 0,4 2-19 0 0,-2 0 26 0 0,0 0 1 0 0,1-1-1 0 0,0 1 0 0 0,0-1 0 0 0,0-1 0 0 0,1 1 0 0 0,0-1 0 0 0,0-1 0 0 0,0 1 0 0 0,0-1 1 0 0,0-1-1 0 0,1 1 0 0 0,-1-2 0 0 0,17 3 0 0 0,-13-3-6 0 0,-1 0 1 0 0,1-1-1 0 0,0-1 0 0 0,-1 1 1 0 0,1-2-1 0 0,-1 0 0 0 0,0 0 1 0 0,1-1-1 0 0,13-5 0 0 0,-23 7 8 0 0,-1 1-1 0 0,1-1 0 0 0,0 0 1 0 0,-1 0-1 0 0,1 0 0 0 0,-1 1 0 0 0,1-1 1 0 0,-1-1-1 0 0,0 1 0 0 0,1 0 1 0 0,-1 0-1 0 0,0 0 0 0 0,0-1 1 0 0,0 1-1 0 0,0-1 0 0 0,0 1 1 0 0,0-1-1 0 0,0 1 0 0 0,0-1 0 0 0,0 1 1 0 0,-1-1-1 0 0,1 0 0 0 0,-1 1 1 0 0,1-1-1 0 0,-1 0 0 0 0,0 0 1 0 0,0 1-1 0 0,0-3 0 0 0,2-3 5 0 0,5-23 48 0 0,-1-1 0 0 0,-2 1 1 0 0,1-46-1 0 0,-4 70-46 0 0,-1 0-1 0 0,-1-1 0 0 0,1 1 1 0 0,-1-1-1 0 0,0 1 1 0 0,0 0-1 0 0,-1 0 1 0 0,0 0-1 0 0,0 0 1 0 0,0 0-1 0 0,-1 0 1 0 0,0 0-1 0 0,-5-6 1 0 0,4 7-8 0 0,0 1 0 0 0,0 0 1 0 0,-1 0-1 0 0,1 1 0 0 0,-1-1 0 0 0,0 1 1 0 0,0 0-1 0 0,0 1 0 0 0,0-1 1 0 0,-1 1-1 0 0,1 0 0 0 0,-1 0 1 0 0,0 0-1 0 0,-6 0 0 0 0,-3 0-34 0 0,0 0 1 0 0,0 2-1 0 0,0 0 0 0 0,0 0 0 0 0,0 2 1 0 0,-17 3-1 0 0,29-5 25 0 0,-3 1-85 0 0,0 0 0 0 0,0 1 0 0 0,0-1 0 0 0,1 1 0 0 0,-1 0 1 0 0,0 1-1 0 0,1-1 0 0 0,-6 5 0 0 0,10-7 75 0 0,1 0 0 0 0,0 0 0 0 0,0 0 0 0 0,0 1 1 0 0,0-1-1 0 0,0 0 0 0 0,0 0 0 0 0,0 1 0 0 0,0-1 0 0 0,0 0 0 0 0,0 0 0 0 0,0 1 1 0 0,0-1-1 0 0,0 0 0 0 0,0 0 0 0 0,0 1 0 0 0,0-1 0 0 0,0 0 0 0 0,0 0 0 0 0,0 0 0 0 0,0 1 1 0 0,0-1-1 0 0,0 0 0 0 0,1 0 0 0 0,-1 1 0 0 0,0-1 0 0 0,0 0 0 0 0,0 0 0 0 0,0 0 1 0 0,1 0-1 0 0,-1 1 0 0 0,0-1 0 0 0,0 0 0 0 0,0 0 0 0 0,0 0 0 0 0,1 0 0 0 0,-1 0 0 0 0,0 1 1 0 0,0-1-1 0 0,1 0 0 0 0,-1 0 0 0 0,0 0 0 0 0,0 0 0 0 0,1 0 0 0 0,-1 0 0 0 0,0 0 1 0 0,0 0-1 0 0,1 0 0 0 0,-1 0 0 0 0,0 0 0 0 0,0 0 0 0 0,0 0 0 0 0,1 0 0 0 0,-1 0 1 0 0,16 4-756 0 0,42 2-3627 0 0,-10-1 2268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36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283 114 320 0 0,'0'-1'181'0'0,"-1"0"0"0"0,0 0 1 0 0,1 0-1 0 0,-1 0 0 0 0,0 1 0 0 0,0-1 0 0 0,0 0 0 0 0,0 1 0 0 0,0-1 1 0 0,0 1-1 0 0,0-1 0 0 0,0 1 0 0 0,0-1 0 0 0,0 1 0 0 0,0 0 0 0 0,0-1 0 0 0,0 1 1 0 0,0 0-1 0 0,0 0 0 0 0,0 0 0 0 0,-2 0 0 0 0,-1-1 316 0 0,-44-5 1508 0 0,42 6-1849 0 0,0 0 0 0 0,0-1 1 0 0,1 0-1 0 0,-1 0 0 0 0,0 0 0 0 0,1-1 1 0 0,-9-3-1 0 0,10 4-104 0 0,1 0 0 0 0,-1 0 0 0 0,0 0-1 0 0,1 1 1 0 0,-1-1 0 0 0,1 1 0 0 0,-1 0 0 0 0,0 0-1 0 0,1 0 1 0 0,-1 1 0 0 0,1-1 0 0 0,-1 1 0 0 0,0 0 0 0 0,1 0-1 0 0,0 0 1 0 0,-1 1 0 0 0,1-1 0 0 0,0 1 0 0 0,-6 3 0 0 0,-2 2-15 0 0,1 0 1 0 0,0 0 0 0 0,-17 18-1 0 0,25-24-27 0 0,1 1-1 0 0,-1-1 0 0 0,0 1 0 0 0,1 0 1 0 0,0-1-1 0 0,-1 1 0 0 0,1 0 1 0 0,0 0-1 0 0,0 0 0 0 0,0 0 1 0 0,0 0-1 0 0,0 0 0 0 0,0 0 0 0 0,0 0 1 0 0,1 1-1 0 0,-1-1 0 0 0,1 0 1 0 0,0 0-1 0 0,0 0 0 0 0,-1 1 0 0 0,1-1 1 0 0,1 0-1 0 0,-1 0 0 0 0,0 1 1 0 0,1-1-1 0 0,-1 0 0 0 0,1 0 1 0 0,-1 0-1 0 0,1 0 0 0 0,0 0 0 0 0,0 1 1 0 0,2 1-1 0 0,0 6-36 0 0,-1-5 14 0 0,0 0 4 0 0,-1-1 0 0 0,1 1 0 0 0,0 0 0 0 0,0-1 0 0 0,1 0 0 0 0,3 5 0 0 0,-4-7 8 0 0,0 0 1 0 0,0 0 0 0 0,0 0 0 0 0,0-1-1 0 0,1 1 1 0 0,-1-1 0 0 0,0 0 0 0 0,1 0-1 0 0,-1 0 1 0 0,1 0 0 0 0,-1 0 0 0 0,1 0 0 0 0,5 0-1 0 0,3 0 14 0 0,-1 0 0 0 0,1 0-1 0 0,-1-1 1 0 0,17-2-1 0 0,-25 2-8 0 0,0 0-3 0 0,-1 0-1 0 0,1-1 0 0 0,-1 1 1 0 0,1 0-1 0 0,0-1 1 0 0,-1 1-1 0 0,1-1 1 0 0,-1 1-1 0 0,0-1 1 0 0,1 0-1 0 0,-1 1 1 0 0,1-1-1 0 0,-1 0 1 0 0,0 0-1 0 0,0 0 1 0 0,1 0-1 0 0,-1 0 1 0 0,0 0-1 0 0,0-1 1 0 0,0 1-1 0 0,0 0 1 0 0,-1-1-1 0 0,1 1 1 0 0,0 0-1 0 0,0-1 1 0 0,-1 1-1 0 0,1-1 1 0 0,0-2-1 0 0,0-3 0 0 0,0-1 1 0 0,0 1-1 0 0,-1-1 0 0 0,0 1 0 0 0,-1-9 0 0 0,0-7 12 0 0,1 11-2 0 0,0 1 0 0 0,-1-1 0 0 0,0 0 0 0 0,-1 1 0 0 0,0 0 1 0 0,0-1-1 0 0,-1 1 0 0 0,-9-19 0 0 0,10 26-22 0 0,0 0-1 0 0,-1 1 1 0 0,0-1 0 0 0,0 1-1 0 0,0-1 1 0 0,0 1 0 0 0,0 0-1 0 0,0 0 1 0 0,-1 0 0 0 0,0 1 0 0 0,1-1-1 0 0,-1 1 1 0 0,0 0 0 0 0,0 0-1 0 0,0 0 1 0 0,0 1 0 0 0,-1 0-1 0 0,1-1 1 0 0,0 1 0 0 0,-1 1-1 0 0,1-1 1 0 0,-1 1 0 0 0,1-1-1 0 0,-1 1 1 0 0,1 0 0 0 0,0 1 0 0 0,-7 0-1 0 0,10 0-54 0 0,-1-1 43 0 0,1 0 0 0 0,-1 0 0 0 0,1 0 1 0 0,0 0-1 0 0,-1 0 0 0 0,1 1 0 0 0,0-1 0 0 0,-1 0 1 0 0,1 1-1 0 0,0-1 0 0 0,-1 1 0 0 0,1 0 0 0 0,-2 1 1 0 0,-1 13-3258 0 0,4-15 3215 0 0,0 0 1 0 0,0 1-1 0 0,0-1 1 0 0,0 0-1 0 0,0 1 1 0 0,1-1-1 0 0,-1 0 1 0 0,0 0-1 0 0,0 1 1 0 0,0-1-1 0 0,1 0 1 0 0,-1 1-1 0 0,0-1 1 0 0,0 0-1 0 0,1 0 1 0 0,-1 0-1 0 0,0 1 1 0 0,0-1-1 0 0,1 0 1 0 0,-1 0-1 0 0,0 0 1 0 0,1 0-1 0 0,-1 1 1 0 0,0-1-1 0 0,1 0 1 0 0,-1 0-1 0 0,0 0 1 0 0,1 0 0 0 0,-1 0-1 0 0,0 0 1 0 0,1 0-1 0 0,0 0 1 0 0,43 11-2176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36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976 89 800 0 0,'0'-1'113'0'0,"0"0"-1"0"0,0 0 0 0 0,-1 0 0 0 0,1 0 0 0 0,0 0 1 0 0,0 0-1 0 0,0 0 0 0 0,0-1 0 0 0,0 1 0 0 0,1 0 1 0 0,-1 0-1 0 0,0 0 0 0 0,0 0 0 0 0,1 0 0 0 0,-1 0 1 0 0,0 0-1 0 0,1 1 0 0 0,-1-1 0 0 0,1 0 0 0 0,0 0 1 0 0,-1 0-1 0 0,1 0 0 0 0,0 0 0 0 0,-1 1 0 0 0,1-1 1 0 0,0 0-1 0 0,0 1 0 0 0,-1-1 0 0 0,1 0 0 0 0,0 1 1 0 0,0-1-1 0 0,0 1 0 0 0,0-1 0 0 0,0 1 0 0 0,0 0 1 0 0,0-1-1 0 0,0 1 0 0 0,0 0 0 0 0,0 0 0 0 0,0 0 1 0 0,0 0-1 0 0,2 0 0 0 0,3-2-41 0 0,15-1 317 0 0,-1 0 555 0 0,-21 0-550 0 0,-12 0-210 0 0,4 1-52 0 0,-186-31 1415 0 0,152 28-1282 0 0,0 2 0 0 0,-62 3-1 0 0,30 10 124 0 0,72-10-357 0 0,-1 1 0 0 0,1 0 0 0 0,0 0 0 0 0,0 0 0 0 0,-1 0 0 0 0,1 1 0 0 0,-5 2 0 0 0,3 6 64 0 0,5-10-94 0 0,0 1 0 0 0,0-1 0 0 0,0 0 1 0 0,1 1-1 0 0,-1-1 0 0 0,0 0 1 0 0,0 1-1 0 0,0-1 1 0 0,0 0-1 0 0,0 1 0 0 0,0-1 1 0 0,1 0-1 0 0,-1 1 0 0 0,0-1 1 0 0,0 0-1 0 0,0 0 1 0 0,1 1-1 0 0,-1-1 0 0 0,0 0 1 0 0,0 0-1 0 0,1 1 0 0 0,-1-1 1 0 0,0 0-1 0 0,1 0 1 0 0,-1 0-1 0 0,0 0 0 0 0,1 1 1 0 0,-1-1-1 0 0,0 0 0 0 0,1 0 1 0 0,-1 0-1 0 0,0 0 0 0 0,1 0 1 0 0,-1 0-1 0 0,0 0 1 0 0,1 0-1 0 0,376 100-400 0 0,-363-97 313 0 0,26 4-128 0 0,0 1 0 0 0,-1 3 0 0 0,68 27 0 0 0,-105-37 221 0 0,0 0 0 0 0,0 0 0 0 0,0 0 0 0 0,0 0 0 0 0,0 1-1 0 0,0-1 1 0 0,0 0 0 0 0,0 1 0 0 0,-1-1 0 0 0,1 1 0 0 0,0 0 0 0 0,-1-1 0 0 0,0 1 0 0 0,1 0 0 0 0,-1 0 0 0 0,0 0 0 0 0,0 0 0 0 0,0 0 0 0 0,0 0 0 0 0,0 3 0 0 0,-1-3 5 0 0,0 0 1 0 0,0 0-1 0 0,0 0 1 0 0,-1 0-1 0 0,1 0 1 0 0,-1 0-1 0 0,1 0 0 0 0,-1 0 1 0 0,0-1-1 0 0,0 1 1 0 0,1 0-1 0 0,-2 0 1 0 0,1-1-1 0 0,0 1 0 0 0,0-1 1 0 0,0 1-1 0 0,-1-1 1 0 0,-1 3-1 0 0,-9 6 130 0 0,-1-1 1 0 0,0 0-1 0 0,0-1 0 0 0,-23 11 0 0 0,31-16-69 0 0,-24 10 143 0 0,0 0 1 0 0,-1-2-1 0 0,-34 8 0 0 0,-94 13 101 0 0,122-26-252 0 0,-61 8 49 0 0,-145 2 0 0 0,-94-21-3407 0 0,278 4-1455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45.7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427 140 720 0 0,'0'1'81'0'0,"0"0"0"0"0,0 0-1 0 0,0 0 1 0 0,1 0-1 0 0,-1-1 1 0 0,0 1-1 0 0,1 0 1 0 0,-1 0 0 0 0,1 0-1 0 0,-1 0 1 0 0,1 0-1 0 0,-1-1 1 0 0,1 1 0 0 0,-1 0-1 0 0,1 0 1 0 0,0-1-1 0 0,-1 1 1 0 0,1 0 0 0 0,0-1-1 0 0,0 1 1 0 0,-1-1-1 0 0,1 1 1 0 0,0-1 0 0 0,0 1-1 0 0,0-1 1 0 0,1 1-1 0 0,4 2 346 0 0,8 7 796 0 0,-13-10-1159 0 0,1 1 0 0 0,-1-1-1 0 0,0 1 1 0 0,0-1 0 0 0,0 1-1 0 0,0 0 1 0 0,0-1 0 0 0,0 1 0 0 0,-1 0-1 0 0,1 0 1 0 0,0 0 0 0 0,0 0 0 0 0,0 0-1 0 0,-1 0 1 0 0,1 0 0 0 0,0 0-1 0 0,-1 0 1 0 0,1 1 0 0 0,4 1 431 0 0,12 1-108 0 0,-12-2 188 0 0,-10-2-321 0 0,-12 0-12 0 0,12 0 719 0 0,-17 4-733 0 0,18-3-54 0 0,-6-1-96 0 0,1 1 0 0 0,0 0 0 0 0,-1 1-1 0 0,1 0 1 0 0,-9 3 0 0 0,-24 6 329 0 0,36-10-385 0 0,-1 0-1 0 0,1 0 1 0 0,0 1-1 0 0,0 0 1 0 0,0 0-1 0 0,0 1 1 0 0,0 0-1 0 0,0 0 1 0 0,1 0-1 0 0,0 0 1 0 0,-1 1-1 0 0,-8 8 1 0 0,-30 14 59 0 0,44-25-76 0 0,-1-1 0 0 0,1 0-1 0 0,0 0 1 0 0,-1 0 0 0 0,1 0 0 0 0,0 1-1 0 0,0-1 1 0 0,-1 0 0 0 0,1 0 0 0 0,0 1-1 0 0,0-1 1 0 0,-1 0 0 0 0,1 0 0 0 0,0 1-1 0 0,0-1 1 0 0,0 0 0 0 0,0 1 0 0 0,-1-1-1 0 0,1 0 1 0 0,0 1 0 0 0,0-1 0 0 0,0 0-1 0 0,0 1 1 0 0,0-1 0 0 0,0 0 0 0 0,0 1-1 0 0,0-1 1 0 0,0 0 0 0 0,0 1 0 0 0,0-1-1 0 0,0 1 1 0 0,0-1 0 0 0,0 1 0 0 0,0-1 0 0 0,0 1 0 0 0,0-1 1 0 0,0 0-1 0 0,0 1 0 0 0,0-1 0 0 0,0 1 0 0 0,0-1 0 0 0,0 1 0 0 0,0-1 0 0 0,0 0 0 0 0,0 1 1 0 0,-1-1-1 0 0,1 1 0 0 0,0-1 0 0 0,0 0 0 0 0,0 1 0 0 0,-1-1 0 0 0,1 0 0 0 0,0 1 0 0 0,0-1 0 0 0,-1 0 1 0 0,1 1-1 0 0,-1-1 0 0 0,-17 23 94 0 0,16-19-91 0 0,-1 1 1 0 0,0-1 0 0 0,0 0 0 0 0,-1 0 0 0 0,1-1-1 0 0,-1 1 1 0 0,-5 3 0 0 0,-4 3 38 0 0,0 1 0 0 0,0 0 0 0 0,-18 21 0 0 0,26-26-57 0 0,4-4 14 0 0,0-1-1 0 0,1 0 0 0 0,-1 0 0 0 0,1 0 0 0 0,-1 0 1 0 0,1 0-1 0 0,0 1 0 0 0,-1-1 0 0 0,1 0 0 0 0,0 0 1 0 0,0 0-1 0 0,0 1 0 0 0,0-1 0 0 0,0 0 1 0 0,0 0-1 0 0,0 1 0 0 0,0-1 0 0 0,1 2 0 0 0,-1-2 0 0 0,0 0-1 0 0,0 1 0 0 0,1-1 1 0 0,-1 0-1 0 0,0 1 0 0 0,0-1 1 0 0,0 0-1 0 0,0 1 0 0 0,-1-1 0 0 0,1 1 1 0 0,0-1-1 0 0,-1 0 0 0 0,1 0 1 0 0,-1 1-1 0 0,1-1 0 0 0,-1 0 0 0 0,1 0 1 0 0,-2 2-1 0 0,-5 4 20 0 0,5-6-15 0 0,1 0 1 0 0,0 0-1 0 0,0 0 0 0 0,0 0 1 0 0,0 0-1 0 0,0 0 0 0 0,0 1 1 0 0,0-1-1 0 0,0 0 0 0 0,0 0 1 0 0,1 1-1 0 0,-1-1 1 0 0,0 1-1 0 0,1-1 0 0 0,0 1 1 0 0,-1-1-1 0 0,1 1 0 0 0,0-1 1 0 0,-1 1-1 0 0,1-1 0 0 0,0 1 1 0 0,0-1-1 0 0,1 3 0 0 0,-1 82 154 0 0,-1-85-147 0 0,1 0 0 0 0,1 1-1 0 0,-1-1 1 0 0,0 0-1 0 0,0 1 1 0 0,0-1-1 0 0,1 1 1 0 0,-1-1-1 0 0,1 0 1 0 0,-1 0 0 0 0,1 1-1 0 0,-1-1 1 0 0,1 0-1 0 0,0 0 1 0 0,0 0-1 0 0,0 0 1 0 0,-1 0-1 0 0,1 1 1 0 0,0-2 0 0 0,0 1-1 0 0,2 2 1 0 0,6 5 124 0 0,1 9-41 0 0,-9-14-105 0 0,1 0 0 0 0,0 0-1 0 0,0 0 1 0 0,0-1 0 0 0,0 1 0 0 0,0 0 0 0 0,1-1 0 0 0,2 3-1 0 0,18 21 65 0 0,-20-22-44 0 0,0 0 0 0 0,1 0 1 0 0,-1-1-1 0 0,1 1 0 0 0,0-1 0 0 0,5 5 1 0 0,45 43 295 0 0,-33-38-251 0 0,2-1 1 0 0,0-1 0 0 0,43 15-1 0 0,-63-25-48 0 0,-2-1-6 0 0,0 0 1 0 0,1 0 0 0 0,-1 1-1 0 0,0-1 1 0 0,0 0 0 0 0,0 0-1 0 0,0 1 1 0 0,0-1 0 0 0,0 1-1 0 0,-1-1 1 0 0,1 1 0 0 0,0-1 0 0 0,0 1-1 0 0,0 0 1 0 0,0-1 0 0 0,-1 1-1 0 0,1 0 1 0 0,0 0 0 0 0,0-1-1 0 0,-1 1 1 0 0,1 0 0 0 0,-1 0-1 0 0,1 0 1 0 0,-1 0 0 0 0,1 0 0 0 0,-1 0-1 0 0,0 0 1 0 0,1 0 0 0 0,-1 0-1 0 0,0 0 1 0 0,1 1 0 0 0,-2 0 4 0 0,2-1 0 0 0,-1 0-1 0 0,0 0 1 0 0,0 0 0 0 0,0 0 0 0 0,0 0 0 0 0,1 1 0 0 0,-1-1 0 0 0,0 0 0 0 0,1 0 0 0 0,-1 0 0 0 0,1 0 0 0 0,0 0 0 0 0,-1 0 0 0 0,1 0 0 0 0,0 0-1 0 0,-1 0 1 0 0,1-1 0 0 0,0 1 0 0 0,0 0 0 0 0,0 0 0 0 0,1 1 0 0 0,-1-2-4 0 0,1 1 0 0 0,-1 0 0 0 0,-1 0 0 0 0,1-1 0 0 0,0 1 0 0 0,0 0 0 0 0,0 0-1 0 0,0 0 1 0 0,-1 0 0 0 0,1 0 0 0 0,0 1 0 0 0,-1-1 0 0 0,1 0 0 0 0,-1 0 0 0 0,1 0 0 0 0,-1 0 0 0 0,0 1 0 0 0,1-1 0 0 0,-1 0 0 0 0,0 0 0 0 0,0 1 0 0 0,0 1-1 0 0,0 0-3 0 0,1-1 0 0 0,-1 0 0 0 0,0 0-1 0 0,1 0 1 0 0,0 1 0 0 0,-1-1-1 0 0,1 0 1 0 0,0 0 0 0 0,0 0-1 0 0,0 0 1 0 0,0 0 0 0 0,1-1 0 0 0,-1 1-1 0 0,0 0 1 0 0,1 0 0 0 0,2 1-1 0 0,33 26 63 0 0,-12-11-6 0 0,24 21 25 0 0,-46-36-73 0 0,0 0 1 0 0,0 0 0 0 0,0 0-1 0 0,1 0 1 0 0,-1 0 0 0 0,1-1-1 0 0,-1 1 1 0 0,1-1-1 0 0,0 0 1 0 0,7 3 0 0 0,28 15 68 0 0,36 29 71 0 0,-65-43-145 0 0,1 0 0 0 0,-1 0 0 0 0,1-1 0 0 0,0 0 0 0 0,19 5 0 0 0,20 9 66 0 0,-40-15-65 0 0,1 0 0 0 0,-1-1 0 0 0,0 0 0 0 0,20 3 0 0 0,6 1-5 0 0,-14-4 14 0 0,1-1 0 0 0,0 0 0 0 0,-1-2 0 0 0,32-3 0 0 0,20 0 8 0 0,49 3 6 0 0,166 1 130 0 0,-98 4-84 0 0,-129-2-16 0 0,-1 2 1 0 0,0 3 0 0 0,75 20-1 0 0,-97-19-41 0 0,1-2-1 0 0,1-1 0 0 0,-1-2 0 0 0,1-2 1 0 0,-1-2-1 0 0,62-7 0 0 0,-34-3 6 0 0,0-2 0 0 0,132-42 0 0 0,-188 49-10 0 0,0 1 0 0 0,0 1-1 0 0,1 0 1 0 0,21-2-1 0 0,-2 2 10 0 0,93-14-6 0 0,-22 8-13 0 0,140 5 0 0 0,-137 5 0 0 0,68-12 38 0 0,-135 7 18 0 0,15-2 10 0 0,-1 0-66 0 0,-9 4 0 0 0,-39 4 0 0 0,4 2-66 0 0,15-11-1 0 0,-22 4 40 0 0,4 0 11 0 0,-3 1-1 0 0,0 1-1 0 0,0 0 1 0 0,-1-1 0 0 0,1 0 0 0 0,0 0 0 0 0,-1 0 0 0 0,1 0-1 0 0,-1 0 1 0 0,4-5 0 0 0,-4 3-17 0 0,-1 0 1 0 0,0 0-1 0 0,1 0 0 0 0,-2 0 0 0 0,1 0 0 0 0,0 0 0 0 0,-1 0 1 0 0,0 0-1 0 0,1 0 0 0 0,-2-4 0 0 0,2-22-8 0 0,2 1 0 0 0,9-45 0 0 0,-6 42-5 0 0,-1 1-8 0 0,-3 18 17 0 0,0 1 0 0 0,0-1 0 0 0,1 1 0 0 0,1 0 0 0 0,0 0 0 0 0,10-20 1 0 0,-8 24 18 0 0,1-7-29 0 0,-11-1-3 0 0,4 15 50 0 0,0 0-1 0 0,0 1 1 0 0,-1-1-1 0 0,1 0 1 0 0,0 0-1 0 0,0 1 1 0 0,0-1-1 0 0,0 0 0 0 0,0 1 1 0 0,0-1-1 0 0,0 0 1 0 0,0 0-1 0 0,0 1 1 0 0,0-1-1 0 0,0 0 0 0 0,0 1 1 0 0,0-1-1 0 0,1 0 1 0 0,-1 1-1 0 0,0-1 1 0 0,1 0-1 0 0,-1 1 1 0 0,0-1-1 0 0,1 0 0 0 0,-1 1 1 0 0,1-1-1 0 0,-1 1 1 0 0,1-1-1 0 0,-1 1 1 0 0,1-1-1 0 0,-1 1 0 0 0,1-1 1 0 0,0 1-1 0 0,-1 0 1 0 0,2-1-1 0 0,-1-2-12 0 0,0 0 1 0 0,0 1-1 0 0,0-1 0 0 0,0 0 1 0 0,-1 0-1 0 0,1 0 0 0 0,-1 0 1 0 0,1 0-1 0 0,-1 0 0 0 0,0 0 1 0 0,0 0-1 0 0,-1 1 0 0 0,0-7 1 0 0,0-2-9 0 0,1-2 22 0 0,1 11 0 0 0,-1-1 0 0 0,0 0 0 0 0,0 0 0 0 0,0 1 0 0 0,0-1 0 0 0,0 0 0 0 0,-1 0 0 0 0,1 1 0 0 0,-1-1 0 0 0,0 1 0 0 0,-1-6 0 0 0,-8-2 0 0 0,9 9 0 0 0,0 0 0 0 0,0-1 0 0 0,0 1 0 0 0,0 0 0 0 0,0 0 0 0 0,0-1 0 0 0,0 1 0 0 0,1 0 0 0 0,-1-1 0 0 0,0 1 0 0 0,1-1 0 0 0,-1 1 0 0 0,1-1 0 0 0,-1 1 0 0 0,1-1 0 0 0,0 1 0 0 0,-1-1 0 0 0,1 1 0 0 0,0-3 0 0 0,0 2 2 0 0,0 0 1 0 0,0 1-1 0 0,0-1 1 0 0,-1 0-1 0 0,1 0 0 0 0,0 0 1 0 0,-1 1-1 0 0,0-1 1 0 0,1 0-1 0 0,-1 1 1 0 0,0-1-1 0 0,0 1 1 0 0,0-1-1 0 0,0 1 1 0 0,0-1-1 0 0,0 1 1 0 0,-2-2-1 0 0,1 2-1 0 0,1-1 0 0 0,0 1 1 0 0,0 0-1 0 0,0-1 0 0 0,0 1 0 0 0,0-1 1 0 0,0 1-1 0 0,1-1 0 0 0,-1 1 0 0 0,0-1 1 0 0,1 1-1 0 0,-1-1 0 0 0,1 0 0 0 0,-1 1 1 0 0,1-1-1 0 0,0 0 0 0 0,0-2 0 0 0,0 3-3 0 0,0 0-1 0 0,-1-1 1 0 0,1 1-1 0 0,0 0 0 0 0,0-1 1 0 0,-1 1-1 0 0,1 0 1 0 0,-1-1-1 0 0,1 1 0 0 0,-1 0 1 0 0,1-1-1 0 0,-1 1 0 0 0,0 0 1 0 0,0 0-1 0 0,1 0 1 0 0,-1 0-1 0 0,0 0 0 0 0,0 0 1 0 0,0 0-1 0 0,0 0 1 0 0,0 0-1 0 0,-2-1 0 0 0,-4-3-3 0 0,2-1 12 0 0,-1 0 1 0 0,0 1 0 0 0,0 0-1 0 0,0 0 1 0 0,-1 1 0 0 0,0 0-1 0 0,0 0 1 0 0,0 0 0 0 0,0 1-1 0 0,-1 0 1 0 0,1 1 0 0 0,-1 0-1 0 0,-10-2 1 0 0,-6-4 78 0 0,-10-1 70 0 0,-179-30 472 0 0,61 10-307 0 0,-30-10 81 0 0,148 33-281 0 0,-34-10 1 0 0,2 0-29 0 0,-58-7 41 0 0,-23-6-39 0 0,55 14 49 0 0,-47-8 114 0 0,116 18-228 0 0,0 1 1 0 0,-1 1-1 0 0,0 2 0 0 0,-37 1 1 0 0,-205-5 63 0 0,155 0-26 0 0,-36 10-67 0 0,106-1-34 0 0,0 2 0 0 0,-43 12 0 0 0,6-1-64 0 0,63-14 93 0 0,-123 21 92 0 0,117-22-130 0 0,1-1 1 0 0,0-1-1 0 0,-1-1 0 0 0,1 0 1 0 0,-22-6-1 0 0,-135-41 97 0 0,-32-10 39 0 0,144 41-31 0 0,-1 3-1 0 0,0 2 1 0 0,-69-2 0 0 0,-194 14 145 0 0,250-1-253 0 0,-51-3 12 0 0,121 4-153 0 0,4-16-8164 0 0,-17-17 1548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48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81 298 1761 0 0,'-76'11'5082'0'0,"72"-10"-2654"0"0,8-1-2175 0 0,14 0-13 0 0,-13 0 81 0 0,-25-2-95 0 0,35 4-132 0 0,-9-5 37 0 0,-3 0-102 0 0,3 0-13 0 0,1-1 1 0 0,-1 0-1 0 0,0 0 1 0 0,0-1-1 0 0,-1 0 1 0 0,0 0 0 0 0,1 0-1 0 0,-2 0 1 0 0,1-1-1 0 0,-1 0 1 0 0,5-6-1 0 0,24-31 106 0 0,47-46 51 0 0,-31 33 201 0 0,-46 45-317 0 0,-3 11-52 0 0,0-1 1 0 0,0 1-1 0 0,0-1 0 0 0,0 0 1 0 0,0 1-1 0 0,0-1 1 0 0,0 0-1 0 0,0 1 0 0 0,0-1 1 0 0,1 1-1 0 0,-1-1 1 0 0,0 1-1 0 0,0-1 1 0 0,1 1-1 0 0,-1-1 0 0 0,0 1 1 0 0,1-1-1 0 0,-1 1 1 0 0,0-1-1 0 0,1 1 0 0 0,-1-1 1 0 0,1 1-1 0 0,0-1 1 0 0,5-1 40 0 0,-5 2-39 0 0,0 0 0 0 0,-1 0 0 0 0,1 0 0 0 0,-1 0 0 0 0,1 0 0 0 0,0 0 0 0 0,-1 0 0 0 0,1 0 0 0 0,0-1 0 0 0,-1 1 0 0 0,1 0 0 0 0,-1 0 0 0 0,1-1 0 0 0,0 1 0 0 0,-1-1 0 0 0,1 1 0 0 0,-1 0 0 0 0,1-1 1 0 0,-1 1-1 0 0,1-1 0 0 0,-1 1 0 0 0,0-1 0 0 0,1 1 0 0 0,-1-1 0 0 0,0 0 0 0 0,1 1 0 0 0,-1-1 0 0 0,0 1 0 0 0,0-1 0 0 0,1 0 0 0 0,-1 1 0 0 0,0-1 0 0 0,0 0 0 0 0,0 1 0 0 0,0-1 0 0 0,0 0 0 0 0,5 0 60 0 0,12-2-40 0 0,-12-1 39 0 0,-1 2 1 0 0,14 2-53 0 0,-18 1-16 0 0,1-1 0 0 0,-1 0 0 0 0,0 0 0 0 0,1 0 1 0 0,-1 0-1 0 0,0 1 0 0 0,0-1 0 0 0,1 0 0 0 0,-1 0 1 0 0,0 1-1 0 0,0-1 0 0 0,1 0 0 0 0,-1 0 0 0 0,0 1 1 0 0,0-1-1 0 0,0 0 0 0 0,1 1 0 0 0,-1-1 0 0 0,0 0 1 0 0,0 1-1 0 0,0-1 0 0 0,0 0 0 0 0,0 1 0 0 0,0-1 1 0 0,0 0-1 0 0,0 1 0 0 0,0-1 0 0 0,0 1 0 0 0,0-1 0 0 0,0 0 1 0 0,0 1-1 0 0,0-1 0 0 0,0 0 0 0 0,0 1 0 0 0,0-1 1 0 0,-1 1-1 0 0,1 2 1 0 0,0-1 0 0 0,-1 1 0 0 0,1 0 0 0 0,-1-1 0 0 0,0 1 0 0 0,0-1 1 0 0,0 1-1 0 0,0-1 0 0 0,0 1 0 0 0,-1-1 0 0 0,1 0 0 0 0,-1 1 0 0 0,0-1 0 0 0,1 0 0 0 0,-4 3 0 0 0,-6 7 3 0 0,-69 105-2 0 0,48-78 366 0 0,-65 60 1 0 0,92-94-356 0 0,-1 1 0 0 0,0 0 1 0 0,1 0-1 0 0,0 0 0 0 0,1 0 0 0 0,-1 1 0 0 0,1 0 0 0 0,0 0 0 0 0,1 0 0 0 0,0 0 0 0 0,-4 14 1 0 0,-3-1-43 0 0,9-18 3 0 0,0 0-1 0 0,0 1 0 0 0,0-1 1 0 0,0 0-1 0 0,0 0 1 0 0,0 0-1 0 0,1 1 1 0 0,-1-1-1 0 0,1 0 0 0 0,-1 3 1 0 0,1-3-1 0 0,1-1 1 0 0,-1 0 0 0 0,1 0-1 0 0,-1 1 1 0 0,1-1 0 0 0,0 0-1 0 0,-1 0 1 0 0,1 0 0 0 0,0 0-1 0 0,0 0 1 0 0,-1 0-1 0 0,1 0 1 0 0,0 0 0 0 0,0 0-1 0 0,0-1 1 0 0,0 1 0 0 0,1 0-1 0 0,-1-1 1 0 0,0 1 0 0 0,0 0-1 0 0,0-1 1 0 0,0 1 0 0 0,1-1-1 0 0,0 1 1 0 0,3 0-248 0 0,0 1 1 0 0,0-1-1 0 0,-1 0 0 0 0,1-1 1 0 0,0 1-1 0 0,0-1 0 0 0,0 0 1 0 0,0 0-1 0 0,0 0 0 0 0,10-2 1 0 0,41-15-2467 0 0,-47 14 2246 0 0,49-20-3852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49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187 155 1121 0 0,'0'-90'6269'0'0,"0"88"-6229"0"0,0 1 0 0 0,0 0 0 0 0,-1 0 1 0 0,1 0-1 0 0,0 0 0 0 0,0 0 0 0 0,-1 0 0 0 0,1 0 0 0 0,0 0 0 0 0,-1 0 0 0 0,1 0 1 0 0,-1 0-1 0 0,0 0 0 0 0,1 0 0 0 0,-1 0 0 0 0,0 0 0 0 0,0 0 0 0 0,1 0 0 0 0,-1 1 1 0 0,0-1-1 0 0,0 0 0 0 0,0 0 0 0 0,0 1 0 0 0,0-1 0 0 0,0 1 0 0 0,-2-1 0 0 0,-1-2 91 0 0,3 3-121 0 0,1 0 0 0 0,0 0 1 0 0,-1 0-1 0 0,1-1 0 0 0,0 1 0 0 0,-1 0 1 0 0,1 0-1 0 0,0 0 0 0 0,-1 0 0 0 0,1 0 1 0 0,0-1-1 0 0,0 1 0 0 0,-1 0 0 0 0,1 0 1 0 0,0-1-1 0 0,0 1 0 0 0,0 0 0 0 0,-1 0 1 0 0,1-1-1 0 0,0 1 0 0 0,0 0 0 0 0,0-1 1 0 0,0 1-1 0 0,-1 0 0 0 0,1 0 0 0 0,0-1 1 0 0,0 1-1 0 0,0 0 0 0 0,0-1 0 0 0,0 1 1 0 0,0 0-1 0 0,0-1 0 0 0,0 1 0 0 0,0 0 1 0 0,0-1-1 0 0,0 1 0 0 0,0 0 0 0 0,0-1 0 0 0,0 1 1 0 0,0 0-1 0 0,1-1 0 0 0,-1 1 0 0 0,0 0 1 0 0,0-1-1 0 0,0 1 0 0 0,0 0 0 0 0,1 0 1 0 0,-1-1-1 0 0,0 1 0 0 0,0 0 0 0 0,1 0 1 0 0,-1-1-1 0 0,0 1 0 0 0,0 0 0 0 0,1 0 1 0 0,-1 0-1 0 0,0 0 0 0 0,0-1 0 0 0,1 1 1 0 0,-1 0-1 0 0,0 0 0 0 0,1 0 0 0 0,-1 0 1 0 0,0 0-1 0 0,1 0 0 0 0,-1 0 0 0 0,0 0 1 0 0,1 0-1 0 0,15-4 110 0 0,33-6-54 0 0,-40 8-45 0 0,0 0 1 0 0,0 1-1 0 0,0 0 1 0 0,17 1-1 0 0,-18-1-21 0 0,-1 1 0 0 0,0 0 0 0 0,0 0 0 0 0,0 1 0 0 0,0 0 0 0 0,0 0 0 0 0,0 1 0 0 0,0 0 0 0 0,0 0 0 0 0,0 1 0 0 0,0 0 0 0 0,11 6 0 0 0,-18-9 0 0 0,0 1 0 0 0,0-1 0 0 0,1 0 0 0 0,-1 0 0 0 0,0 1 0 0 0,0-1 0 0 0,0 0 0 0 0,0 1 0 0 0,1-1 0 0 0,-1 0 0 0 0,0 1 0 0 0,0-1 0 0 0,0 0 0 0 0,0 0 0 0 0,0 1 0 0 0,0-1 0 0 0,0 0 0 0 0,0 1 0 0 0,0-1 0 0 0,0 0 0 0 0,0 1 0 0 0,0-1 0 0 0,0 0 0 0 0,0 1 0 0 0,0-1 0 0 0,0 0 0 0 0,-1 1 0 0 0,1-1 0 0 0,0 0 0 0 0,0 0 0 0 0,0 1 0 0 0,0-1 0 0 0,-1 0 0 0 0,1 1 0 0 0,0-1 0 0 0,0 0 0 0 0,0 0 0 0 0,-1 0 0 0 0,1 1 0 0 0,0-1 0 0 0,0 0 0 0 0,-1 0 0 0 0,-13 10 0 0 0,12-9 0 0 0,-29 34 14 0 0,-56 46 55 0 0,63-57-45 0 0,14-15-7 0 0,6-4 40 0 0,-1-1 0 0 0,0 1 0 0 0,1 0 0 0 0,0 1 0 0 0,0-1 0 0 0,0 1 0 0 0,1-1 0 0 0,0 1 0 0 0,-5 11 0 0 0,6-12-60 0 0,0-1 1 0 0,-1 1-1 0 0,1-1 0 0 0,-1 0 1 0 0,0 0-1 0 0,-1 0 0 0 0,1-1 1 0 0,-1 1-1 0 0,1-1 0 0 0,-1 0 1 0 0,0 0-1 0 0,-5 3 0 0 0,-53 25-109 0 0,46-24 139 0 0,-15-8 40 0 0,9-3-81 0 0,17 2-39 0 0,10-2 40 0 0,17 4 13 0 0,-19 1 6 0 0,0-1 0 0 0,0 1 0 0 0,0 0 0 0 0,-1 0 0 0 0,1 0 0 0 0,0 0-1 0 0,0 0 1 0 0,-1 1 0 0 0,1-1 0 0 0,-1 1 0 0 0,4 2 0 0 0,16 10 69 0 0,-11-7-46 0 0,1 0 0 0 0,-1 1 0 0 0,0 0 0 0 0,-1 1 0 0 0,10 10 0 0 0,-15-14-39 0 0,1-1 1 0 0,-1 1-1 0 0,1-1 1 0 0,0 0-1 0 0,0 0 1 0 0,9 4-1 0 0,-14-8-3 0 0,0 0-1 0 0,1 1 1 0 0,-1-1-1 0 0,0 0 0 0 0,0 0 1 0 0,1 0-1 0 0,-1 0 1 0 0,0 0-1 0 0,0 0 1 0 0,0 0-1 0 0,1 0 1 0 0,-1 0-1 0 0,0 0 1 0 0,0-1-1 0 0,1 1 1 0 0,-1 0-1 0 0,0-1 1 0 0,0 0-1 0 0,0 1 1 0 0,2-2-1 0 0,1 0-62 0 0,14-5-816 0 0,-1 0 1 0 0,-1-1-1 0 0,1-1 1 0 0,-1-1-1 0 0,29-23 1 0 0,-40 28 300 0 0,1 0 0 0 0,-1-1 0 0 0,-1 0 1 0 0,6-8-1 0 0,-9 13 517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49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420 55 1281 0 0,'0'0'129'0'0,"0"1"0"0"0,-1 0 0 0 0,1-1 0 0 0,0 1 0 0 0,-1 0 1 0 0,1-1-1 0 0,-1 1 0 0 0,1-1 0 0 0,-1 1 0 0 0,1-1 1 0 0,-1 1-1 0 0,1-1 0 0 0,-1 1 0 0 0,1-1 0 0 0,-1 0 0 0 0,0 1 1 0 0,1-1-1 0 0,-1 0 0 0 0,1 1 0 0 0,-1-1 0 0 0,0 0 0 0 0,0 0 1 0 0,1 1-1 0 0,-1-1 0 0 0,0 0 0 0 0,1 0 0 0 0,-1 0 0 0 0,0 0 1 0 0,0 0-1 0 0,-29 1 720 0 0,24-1-544 0 0,-31 2 108 0 0,1 2 1 0 0,0 2-1 0 0,0 2 1 0 0,1 0-1 0 0,0 3 1 0 0,-65 28-1 0 0,93-35-317 0 0,0 0-1 0 0,0 0 0 0 0,0 1 0 0 0,-9 8 1 0 0,11-9-79 0 0,5-4-14 0 0,0 0 0 0 0,0 0 0 0 0,-1 1 0 0 0,1-1 0 0 0,0 0 0 0 0,0 0 0 0 0,0 0 0 0 0,-1 1-1 0 0,1-1 1 0 0,0 0 0 0 0,0 0 0 0 0,0 0 0 0 0,0 1 0 0 0,0-1 0 0 0,0 0 0 0 0,0 0 0 0 0,-1 1 0 0 0,1-1 0 0 0,0 0 0 0 0,0 0 0 0 0,0 1 0 0 0,0-1 0 0 0,0 0 0 0 0,0 0 0 0 0,0 1 0 0 0,0-1 0 0 0,0 0 0 0 0,0 0 0 0 0,0 1 0 0 0,0-1 0 0 0,0 0 0 0 0,1 0 0 0 0,-1 1 0 0 0,0-1 0 0 0,0 0 0 0 0,0 0 0 0 0,0 0 0 0 0,0 1 0 0 0,0-1 0 0 0,1 0-1 0 0,-1 0 1 0 0,0 0 0 0 0,0 1 0 0 0,0-1 0 0 0,1 0 0 0 0,-1 0 0 0 0,0 0 0 0 0,0 0 0 0 0,1 1 0 0 0,12 5 56 0 0,-9-4-26 0 0,7 10 98 0 0,-10-10-125 0 0,1 0 1 0 0,-1-1 0 0 0,0 1 0 0 0,1-1 0 0 0,-1 1 0 0 0,1-1 0 0 0,-1 1-1 0 0,1-1 1 0 0,0 0 0 0 0,0 0 0 0 0,-1 0 0 0 0,1 0 0 0 0,3 1 0 0 0,40 18 104 0 0,-17-7-88 0 0,-1-1 1 0 0,47 13 0 0 0,-65-23-20 0 0,0 0-1 0 0,0-1 0 0 0,1 0 1 0 0,-1 0-1 0 0,1-1 1 0 0,-1 0-1 0 0,0 0 0 0 0,1-1 1 0 0,-1-1-1 0 0,0 0 1 0 0,1 0-1 0 0,14-6 0 0 0,2-2 7 0 0,-18 8-9 0 0,-1-1-1 0 0,0 0 1 0 0,0 0 0 0 0,-1 0-1 0 0,1-1 1 0 0,8-6-1 0 0,-13 8 0 0 0,0 0 0 0 0,0-1 0 0 0,1 1 0 0 0,-2-1 0 0 0,1 0 0 0 0,0 0 0 0 0,-1 0 0 0 0,1 0 0 0 0,-1 0 0 0 0,0 0 0 0 0,0 0 0 0 0,0 0 0 0 0,0 0 0 0 0,0 0 0 0 0,-1-1 0 0 0,0 1 0 0 0,1 0 0 0 0,-2-6 0 0 0,2-10-1 0 0,0 12-2 0 0,-1 0 1 0 0,1 0-1 0 0,-2 0 0 0 0,1 0 1 0 0,-1 1-1 0 0,0-1 1 0 0,0 0-1 0 0,-1 0 1 0 0,-3-11-1 0 0,0 11-28 0 0,-1 0 0 0 0,1 0 0 0 0,-1 0 0 0 0,0 1 0 0 0,-1-1 0 0 0,0 2 0 0 0,0-1 0 0 0,0 1 0 0 0,0 0 0 0 0,-1 0-1 0 0,0 1 1 0 0,-13-6 0 0 0,15 8-40 0 0,-1-1 0 0 0,1 1 0 0 0,0 1-1 0 0,-1-1 1 0 0,0 1 0 0 0,1 0-1 0 0,-1 1 1 0 0,-9 0 0 0 0,12 0-17 0 0,0 0 0 0 0,1 1 0 0 0,-1 0 0 0 0,0 0 0 0 0,1 0-1 0 0,-1 0 1 0 0,1 1 0 0 0,-1-1 0 0 0,1 1 0 0 0,-1 0 0 0 0,1 0 0 0 0,0 0 0 0 0,0 0 0 0 0,0 0 0 0 0,-4 5 0 0 0,6-6 2 0 0,1 0 1 0 0,-1 0-1 0 0,1 0 1 0 0,-1-1-1 0 0,1 1 0 0 0,0 0 1 0 0,-1 0-1 0 0,1 0 1 0 0,0 0-1 0 0,0 0 1 0 0,-1 0-1 0 0,1 0 1 0 0,0 0-1 0 0,0 0 1 0 0,0-1-1 0 0,0 3 1 0 0,0 14-2783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51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6 480 0 0,'0'-5'1521'0'0,"-27"5"-1281"0"0,1 0-1360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51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1160 387 2001 0 0,'-347'-18'7190'0'0,"303"11"-6710"0"0,44 7-469 0 0,-1 0 1 0 0,1 0-1 0 0,-1 0 0 0 0,1 0 0 0 0,-1 0 0 0 0,1 0 1 0 0,0 0-1 0 0,-1 0 0 0 0,1 0 0 0 0,-1 0 1 0 0,1-1-1 0 0,0 1 0 0 0,-1 0 0 0 0,1 0 1 0 0,0-1-1 0 0,-1 1 0 0 0,1 0 0 0 0,-1 0 0 0 0,1-1 1 0 0,0 1-1 0 0,0 0 0 0 0,-1-1 0 0 0,1 1 1 0 0,0 0-1 0 0,0-1 0 0 0,-1 1 0 0 0,1 0 0 0 0,0-1 1 0 0,0 1-1 0 0,0-1 0 0 0,0 1 0 0 0,0 0 1 0 0,-1-1-1 0 0,1 1 0 0 0,0-1 0 0 0,0 1 1 0 0,0-1-1 0 0,0 1 0 0 0,0 0 0 0 0,0-1 0 0 0,0 1 1 0 0,0-1-1 0 0,1 1 0 0 0,-1-1 0 0 0,0 1 1 0 0,0 0-1 0 0,0-1 0 0 0,0 1 0 0 0,1 0 0 0 0,-1-1 1 0 0,0 1-1 0 0,0-1 0 0 0,1 1 0 0 0,-1 0 1 0 0,0-1-1 0 0,0 1 0 0 0,1 0 0 0 0,-1 0 0 0 0,0-1 1 0 0,1 1-1 0 0,-1 0 0 0 0,1 0 0 0 0,-1-1 1 0 0,0 1-1 0 0,1 0 0 0 0,21-13 195 0 0,30-11-95 0 0,-34 15-128 0 0,0 1-1 0 0,1 0 0 0 0,38-10 0 0 0,-56 18 18 0 0,137-26-76 0 0,-121 24 48 0 0,1 0 1 0 0,-1 0 0 0 0,1 2 0 0 0,0 0-1 0 0,31 5 1 0 0,-49-5 27 0 0,0 0 1 0 0,1 0-1 0 0,-1 0 0 0 0,0 0 0 0 0,1 0 0 0 0,-1 0 1 0 0,0 0-1 0 0,0 0 0 0 0,1 0 0 0 0,-1 0 1 0 0,0 1-1 0 0,0-1 0 0 0,1 0 0 0 0,-1 0 1 0 0,0 0-1 0 0,0 0 0 0 0,1 1 0 0 0,-1-1 0 0 0,0 0 1 0 0,0 0-1 0 0,0 0 0 0 0,0 1 0 0 0,1-1 1 0 0,-1 0-1 0 0,0 0 0 0 0,0 1 0 0 0,0-1 1 0 0,0 0-1 0 0,0 1 0 0 0,0-1 0 0 0,0 0 0 0 0,1 0 1 0 0,-1 1-1 0 0,0-1 0 0 0,0 0 0 0 0,0 1 1 0 0,0-1-1 0 0,0 0 0 0 0,0 0 0 0 0,-1 1 1 0 0,1-1-1 0 0,0 0 0 0 0,0 1 0 0 0,0-1 0 0 0,0 0 1 0 0,0 0-1 0 0,0 1 0 0 0,0-1 0 0 0,-1 0 1 0 0,1 0-1 0 0,0 1 0 0 0,0-1 0 0 0,0 0 1 0 0,-1 0-1 0 0,1 0 0 0 0,0 1 0 0 0,-1-1 0 0 0,-3 5 25 0 0,0 0-1 0 0,-1 0 1 0 0,0-1-1 0 0,0 0 1 0 0,-6 5-1 0 0,-21 11 48 0 0,0-1-1 0 0,-1-1 1 0 0,-1-1 0 0 0,-1-3-1 0 0,0 0 1 0 0,-1-2 0 0 0,-40 7-1 0 0,-3-3 138 0 0,-1-3 1 0 0,-115 3-1 0 0,171-14-59 0 0,-1-2 0 0 0,1-1 0 0 0,-35-6 0 0 0,57 7-136 0 0,0-1-1 0 0,0 1 1 0 0,0-1 0 0 0,0 1-1 0 0,0-1 1 0 0,0 0 0 0 0,0 0-1 0 0,0 0 1 0 0,1 0 0 0 0,-4-2-1 0 0,5 2-9 0 0,-1 1 0 0 0,1-1 0 0 0,-1 0 0 0 0,1 1-1 0 0,-1-1 1 0 0,1 1 0 0 0,0-1 0 0 0,-1 0-1 0 0,1 1 1 0 0,0-1 0 0 0,0 0 0 0 0,-1 1 0 0 0,1-1-1 0 0,0 0 1 0 0,0 0 0 0 0,0 1 0 0 0,0-1-1 0 0,0 0 1 0 0,0 1 0 0 0,0-1 0 0 0,0-1 0 0 0,1-1-1 0 0,0 1 0 0 0,1-1 1 0 0,-1 1-1 0 0,1-1 0 0 0,-1 1 1 0 0,1-1-1 0 0,0 1 0 0 0,0 0 1 0 0,0 0-1 0 0,0 0 0 0 0,0 0 0 0 0,0 0 1 0 0,5-2-1 0 0,14-9 0 0 0,0 1 0 0 0,1 1-1 0 0,1 1 1 0 0,0 1 0 0 0,0 1 0 0 0,28-5-1 0 0,5-3-61 0 0,13-6-52 0 0,138-38-235 0 0,-159 48 232 0 0,1 3-1 0 0,78-4 1 0 0,-99 11-4 0 0,0 2-1 0 0,0 0 1 0 0,0 2 0 0 0,-1 1 0 0 0,1 2 0 0 0,32 8 0 0 0,-59-12 113 0 0,0-1 1 0 0,1 0 0 0 0,-1 0-1 0 0,1 1 1 0 0,-1-1 0 0 0,0 0-1 0 0,1 1 1 0 0,-1 0 0 0 0,0-1-1 0 0,0 1 1 0 0,0 0 0 0 0,1-1-1 0 0,-1 1 1 0 0,0 0 0 0 0,0 0-1 0 0,0 0 1 0 0,0 0 0 0 0,0 0-1 0 0,0 0 1 0 0,-1 0 0 0 0,1 1-1 0 0,0-1 1 0 0,-1 0 0 0 0,2 3-1 0 0,-3-2 8 0 0,0 0 0 0 0,0-1 0 0 0,0 1 0 0 0,-1 0 0 0 0,1 0 0 0 0,-1-1 0 0 0,1 1 0 0 0,-1-1-1 0 0,1 1 1 0 0,-1-1 0 0 0,0 0 0 0 0,0 1 0 0 0,0-1 0 0 0,1 0 0 0 0,-1 0 0 0 0,0-1 0 0 0,0 1-1 0 0,-3 1 1 0 0,-92 39 351 0 0,-183 54-1 0 0,180-67 70 0 0,-2-4-1 0 0,-180 18 1 0 0,237-37-160 0 0,0-3 0 0 0,0-1 1 0 0,-77-9-1 0 0,117 8-253 0 0,1-1-1 0 0,-1 0 0 0 0,0 0 0 0 0,1 0 0 0 0,-1-1 1 0 0,1 0-1 0 0,-1 1 0 0 0,1-2 0 0 0,0 1 0 0 0,0 0 1 0 0,0-1-1 0 0,0 0 0 0 0,0 0 0 0 0,1 0 0 0 0,-6-6 1 0 0,8 8-13 0 0,0-1 0 0 0,1 1 0 0 0,-1 0 1 0 0,0-1-1 0 0,1 1 0 0 0,0-1 0 0 0,-1 1 1 0 0,1-1-1 0 0,0 1 0 0 0,-1-1 0 0 0,1 1 1 0 0,0-1-1 0 0,0 1 0 0 0,0-1 0 0 0,1 0 1 0 0,-1 1-1 0 0,0-1 0 0 0,1-2 0 0 0,1 1 0 0 0,-1-1-1 0 0,1 1 0 0 0,0-1 0 0 0,0 1 1 0 0,1 0-1 0 0,-1 0 0 0 0,0 0 0 0 0,1 0 0 0 0,0 0 1 0 0,3-2-1 0 0,25-18-27 0 0,1 2 1 0 0,1 2 0 0 0,51-23-1 0 0,-34 17-47 0 0,74-36-117 0 0,131-45 1 0 0,-201 87 106 0 0,1 3-1 0 0,1 2 0 0 0,0 2 1 0 0,1 3-1 0 0,69-2 0 0 0,-99 10-124 0 0,0 2-1 0 0,1 1 1 0 0,-1 2 0 0 0,0 0-1 0 0,45 14 1 0 0,-66-16 166 0 0,0 0-1 0 0,0 1 1 0 0,-1 0 0 0 0,1 0 0 0 0,0 0 0 0 0,-1 1 0 0 0,0 0 0 0 0,0 0-1 0 0,0 0 1 0 0,0 1 0 0 0,-1 0 0 0 0,5 5 0 0 0,-7-7 45 0 0,-1-1-1 0 0,1 1 1 0 0,0 0 0 0 0,-1 0 0 0 0,0 0-1 0 0,0 0 1 0 0,1 0 0 0 0,-2 0 0 0 0,1 0-1 0 0,0 1 1 0 0,-1-1 0 0 0,1 0 0 0 0,-1 0-1 0 0,0 1 1 0 0,0-1 0 0 0,-1 0-1 0 0,1 0 1 0 0,0 0 0 0 0,-1 1 0 0 0,0-1-1 0 0,0 0 1 0 0,0 0 0 0 0,-2 5 0 0 0,-1-3 6 0 0,1 1 0 0 0,-1-1 0 0 0,0 0 1 0 0,0 0-1 0 0,-1-1 0 0 0,1 1 0 0 0,-1-1 1 0 0,0 0-1 0 0,0 0 0 0 0,-9 5 0 0 0,-65 30 131 0 0,59-31-76 0 0,-54 24 236 0 0,-1-3 1 0 0,-2-4 0 0 0,0-3 0 0 0,-1-3-1 0 0,-153 15 1 0 0,65-20 398 0 0,-205-7-1 0 0,344-9-669 0 0,-35-7-1 0 0,53 8-32 0 0,0-2 0 0 0,1 1 0 0 0,0-1-1 0 0,0 0 1 0 0,0-1 0 0 0,0 0 0 0 0,-10-7 0 0 0,17 10 5 0 0,-1 0 1 0 0,1 1 0 0 0,-1-2-1 0 0,1 1 1 0 0,-1 0 0 0 0,1 0 0 0 0,0 0-1 0 0,0-1 1 0 0,-1 1 0 0 0,1 0 0 0 0,0-1-1 0 0,0 1 1 0 0,0-1 0 0 0,1 0-1 0 0,-1 1 1 0 0,0-1 0 0 0,1 0 0 0 0,-1 1-1 0 0,0-5 1 0 0,2 5 1 0 0,-1-1 0 0 0,1 0-1 0 0,0 0 1 0 0,0 1 0 0 0,0-1-1 0 0,0 0 1 0 0,0 1 0 0 0,0-1 0 0 0,0 1-1 0 0,1-1 1 0 0,-1 1 0 0 0,1 0 0 0 0,-1 0-1 0 0,1-1 1 0 0,-1 1 0 0 0,1 0-1 0 0,0 0 1 0 0,-1 1 0 0 0,1-1 0 0 0,0 0-1 0 0,0 0 1 0 0,0 1 0 0 0,3-1 0 0 0,86-23-242 0 0,-62 17 114 0 0,371-63-4686 0 0,-117 41-1240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52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132 155 1601 0 0,'1'-1'167'0'0,"-1"0"1"0"0,0 1-1 0 0,0-1 1 0 0,0 0-1 0 0,0 1 1 0 0,0-1-1 0 0,0 0 1 0 0,0 1 0 0 0,0-1-1 0 0,0 0 1 0 0,0 0-1 0 0,0 1 1 0 0,0-1-1 0 0,0 0 1 0 0,0 1-1 0 0,-1-1 1 0 0,1 0-1 0 0,0 1 1 0 0,-1-1-1 0 0,1 0 1 0 0,0 1 0 0 0,-1-1-1 0 0,1 1 1 0 0,-1-1-1 0 0,1 1 1 0 0,-1-1-1 0 0,1 1 1 0 0,-1-1-1 0 0,1 1 1 0 0,-1-1-1 0 0,0 1 1 0 0,1 0-1 0 0,-1-1 1 0 0,1 1 0 0 0,-1 0-1 0 0,0 0 1 0 0,1-1-1 0 0,-1 1 1 0 0,0 0-1 0 0,0 0 1 0 0,1 0-1 0 0,-1 0 1 0 0,-1 0-1 0 0,-4-1-415 0 0,6 0 265 0 0,-1 1 0 0 0,1-1 0 0 0,-1 0 0 0 0,1 1 0 0 0,-1-1 0 0 0,1 0 0 0 0,-1 0 0 0 0,1 1 0 0 0,0-1 0 0 0,0 0 0 0 0,-1 0 0 0 0,1 0 0 0 0,0 0 0 0 0,0 1 0 0 0,0-1 0 0 0,0 0 0 0 0,0 0 0 0 0,0 0 0 0 0,0 0 0 0 0,0 1 0 0 0,0-1 0 0 0,0 0-1 0 0,1 0 1 0 0,-1 0 0 0 0,0 1 0 0 0,0-1 0 0 0,1 0 0 0 0,-1 0 0 0 0,1 1 0 0 0,-1-1 0 0 0,1 0 0 0 0,0-1 0 0 0,44-38 303 0 0,-40 33-253 0 0,1 0 0 0 0,0 1-1 0 0,1 0 1 0 0,-1 0 0 0 0,1 0 0 0 0,9-5-1 0 0,-12 1-10 0 0,-4 10-56 0 0,0 0 1 0 0,0 0 0 0 0,0 0 0 0 0,0-1 0 0 0,0 1 0 0 0,0 0 0 0 0,0 0-1 0 0,0 0 1 0 0,0-1 0 0 0,0 1 0 0 0,0 0 0 0 0,0 0 0 0 0,0 0 0 0 0,0-1 0 0 0,0 1-1 0 0,0 0 1 0 0,0 0 0 0 0,0 0 0 0 0,0 0 0 0 0,1-1 0 0 0,-1 1 0 0 0,0 0-1 0 0,0 0 1 0 0,0 0 0 0 0,0 0 0 0 0,0-1 0 0 0,0 1 0 0 0,1 0 0 0 0,-1 0 0 0 0,0 0-1 0 0,0 0 1 0 0,0 0 0 0 0,1 0 0 0 0,-1 0 0 0 0,0 0 0 0 0,0-1 0 0 0,0 1-1 0 0,0 0 1 0 0,1 0 0 0 0,-1 0 0 0 0,0 0 0 0 0,0 0 0 0 0,1 0 0 0 0,11 2-4 0 0,-19 7 6 0 0,-3 2 10 0 0,4-3 3 0 0,1 1-1 0 0,-1 0 1 0 0,1 1-1 0 0,1-1 1 0 0,-6 17 0 0 0,-11 22 50 0 0,11-33-9 0 0,1-2-1 0 0,-17 19 0 0 0,17-23-2 0 0,2 0 0 0 0,-1 0 0 0 0,1 1 1 0 0,1 0-1 0 0,-6 11 0 0 0,2 23 43 0 0,7-22-88 0 0,-1-8-15 0 0,0 0 0 0 0,-13 27 0 0 0,-3 6-96 0 0,20-46 68 0 0,-1 1 1 0 0,1 0-1 0 0,-1 0 0 0 0,1-1 0 0 0,0 1 0 0 0,-1 0 1 0 0,1 0-1 0 0,0 0 0 0 0,0-1 0 0 0,0 1 0 0 0,0 0 0 0 0,1 0 1 0 0,-1 0-1 0 0,0-1 0 0 0,1 1 0 0 0,-1 0 0 0 0,1 0 0 0 0,0-1 1 0 0,-1 1-1 0 0,1-1 0 0 0,0 1 0 0 0,0 0 0 0 0,0-1 0 0 0,0 0 1 0 0,1 1-1 0 0,-1-1 0 0 0,0 0 0 0 0,0 1 0 0 0,1-1 1 0 0,-1 0-1 0 0,1 0 0 0 0,1 1 0 0 0,2 0-186 0 0,0 1 0 0 0,0-1 1 0 0,0-1-1 0 0,1 1 0 0 0,-1-1 0 0 0,1 0 0 0 0,-1 0 0 0 0,10 0 1 0 0,38-4-2383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53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786 1 1361 0 0,'0'0'4202'0'0,"0"0"-4183"0"0,0 0 0 0 0,0 0 0 0 0,0 0 0 0 0,0 0 0 0 0,0 0 0 0 0,0 1 0 0 0,0-1 0 0 0,0 0 1 0 0,-1 0-1 0 0,1 0 0 0 0,0 0 0 0 0,0 0 0 0 0,0 1 0 0 0,0-1 0 0 0,0 0 0 0 0,0 0 0 0 0,0 0 1 0 0,0 0-1 0 0,0 1 0 0 0,0-1 0 0 0,0 0 0 0 0,0 0 0 0 0,0 0 0 0 0,0 0 0 0 0,0 0 0 0 0,0 1 1 0 0,0-1-1 0 0,1 0 0 0 0,-1 0 0 0 0,0 0 0 0 0,0 0 0 0 0,0 0 0 0 0,0 1 0 0 0,0-1 1 0 0,0 0-1 0 0,0 0 0 0 0,0 0 0 0 0,0 0 0 0 0,1 0 0 0 0,-1 0 0 0 0,0 0 0 0 0,0 1 0 0 0,0-1 1 0 0,0 0-1 0 0,0 0 0 0 0,1 0 0 0 0,-1 0 0 0 0,0 0 0 0 0,0 0 0 0 0,0 0 0 0 0,0 0 0 0 0,0 0 1 0 0,1 0-1 0 0,-1 0 0 0 0,0 0 0 0 0,0 0 0 0 0,0 0 0 0 0,0 0 0 0 0,1 0 0 0 0,-1 0 0 0 0,0 0 1 0 0,0 0-1 0 0,0 0 0 0 0,0 0 0 0 0,0 0 0 0 0,1-1 0 0 0,3 2 75 0 0,0 0-67 0 0,-1 0 0 0 0,1 0 0 0 0,-1 0-1 0 0,1 0 1 0 0,-1 1 0 0 0,0-1 0 0 0,1 1 0 0 0,3 3-1 0 0,-6-4-29 0 0,0 0-1 0 0,0 0 1 0 0,0 0-1 0 0,0 1 0 0 0,0-1 1 0 0,0 0-1 0 0,-1 1 0 0 0,1-1 1 0 0,-1 0-1 0 0,1 1 1 0 0,-1-1-1 0 0,1 1 0 0 0,-1-1 1 0 0,0 1-1 0 0,1-1 1 0 0,-1 1-1 0 0,0-1 0 0 0,0 1 1 0 0,0-1-1 0 0,0 1 0 0 0,-1-1 1 0 0,1 1-1 0 0,0-1 1 0 0,-1 1-1 0 0,1-1 0 0 0,0 1 1 0 0,-1-1-1 0 0,0 0 1 0 0,-1 3-1 0 0,-2 4 40 0 0,0-1 0 0 0,-1 0 0 0 0,0 0 1 0 0,0 0-1 0 0,-1-1 0 0 0,0 0 0 0 0,0 0 0 0 0,0 0 1 0 0,-1 0-1 0 0,0-1 0 0 0,0-1 0 0 0,0 1 0 0 0,-15 6 1 0 0,-11 4 196 0 0,-67 19 0 0 0,73-25-179 0 0,-72 24 330 0 0,-104 30 784 0 0,176-57-958 0 0,-1 0 0 0 0,-1-2 0 0 0,1-1-1 0 0,-55-1 1 0 0,71-3-128 0 0,1-1 1 0 0,0 0-1 0 0,1-1 0 0 0,-1 0 1 0 0,-14-7-1 0 0,30 9-66 0 0,-5 1-16 0 0,1 0-1 0 0,-1 0 1 0 0,1 0 0 0 0,-1 0 0 0 0,0 1 0 0 0,1-1 0 0 0,-1 0 0 0 0,1 0 0 0 0,-1 0 0 0 0,0 0 0 0 0,1 0 0 0 0,-1-1 0 0 0,1 1 0 0 0,-1 0 0 0 0,1 0-1 0 0,-1 0 1 0 0,0 0 0 0 0,1 0 0 0 0,-1-1 0 0 0,0 1 0 0 0,1 0 0 0 0,-1 0 0 0 0,0 0 0 0 0,1-1 0 0 0,-1 1 0 0 0,0 0 0 0 0,1-1 0 0 0,-1 1 0 0 0,0 0-1 0 0,0-1 1 0 0,1 1 0 0 0,-1 0 0 0 0,0-1 0 0 0,0 1 0 0 0,1-1 0 0 0,0-1 0 0 0,-1 1 0 0 0,1 0 0 0 0,0 0 0 0 0,0 1 0 0 0,0-1 0 0 0,-1 0 0 0 0,1 0 0 0 0,0 0 0 0 0,0 0 0 0 0,0 1 0 0 0,0-1 0 0 0,1 1 0 0 0,-1-1 0 0 0,0 0 0 0 0,0 1 0 0 0,0 0 0 0 0,0-1 0 0 0,1 1 0 0 0,0 0 0 0 0,3-2 0 0 0,16-6-5 0 0,-1 1 1 0 0,2 1-1 0 0,-1 1 0 0 0,0 1 1 0 0,1 1-1 0 0,0 1 0 0 0,0 1 0 0 0,0 1 1 0 0,0 0-1 0 0,-1 2 0 0 0,39 7 0 0 0,0 5-7 0 0,0 3 0 0 0,97 40 0 0 0,-138-50 7 0 0,-11-4-37 0 0,1 1-1 0 0,-1 0 1 0 0,14 9 0 0 0,-19-12-86 0 0,0 0-1 0 0,0 0 1 0 0,0 0-1 0 0,0-1 1 0 0,0 1-1 0 0,0-1 1 0 0,0 0-1 0 0,0 1 1 0 0,0-2-1 0 0,0 1 1 0 0,0 0-1 0 0,6-2 1 0 0,38-9-2408 0 0,-41 9 1953 0 0,25-9-3405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54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205 103 400 0 0,'-5'0'3095'0'0,"-13"5"520"0"0,41-5-3282 0 0,-23 0-329 0 0,0-1 0 0 0,0 1-1 0 0,0 0 1 0 0,0 0 0 0 0,0 0-1 0 0,0 0 1 0 0,0 0-1 0 0,0 0 1 0 0,1-1 0 0 0,-1 1-1 0 0,0 0 1 0 0,0 0-1 0 0,0 0 1 0 0,0 0 0 0 0,0 0-1 0 0,0-1 1 0 0,0 1 0 0 0,0 0-1 0 0,0 0 1 0 0,0 0-1 0 0,0 0 1 0 0,0 0 0 0 0,0-1-1 0 0,0 1 1 0 0,0 0 0 0 0,0 0-1 0 0,0 0 1 0 0,-1 0-1 0 0,1 0 1 0 0,0-1 0 0 0,0 1-1 0 0,0 0 1 0 0,0 0 0 0 0,0 0-1 0 0,0 0 1 0 0,0 0-1 0 0,0 0 1 0 0,0 0 0 0 0,-1-1-1 0 0,1 1 1 0 0,0 0-1 0 0,0 0 1 0 0,0 0 0 0 0,0 0-1 0 0,0 0 1 0 0,0 0 0 0 0,-1 0-1 0 0,1 0 1 0 0,0 0-1 0 0,0 0 1 0 0,0 0 0 0 0,0 0-1 0 0,0 0 1 0 0,-1 0 0 0 0,1 0-1 0 0,0 0 1 0 0,0 0-1 0 0,0 0 1 0 0,0 0 0 0 0,0 0-1 0 0,-1 0 1 0 0,1 0-1 0 0,0 0 1 0 0,0 0 0 0 0,0 0-1 0 0,0 0 1 0 0,0 0 0 0 0,-1 0-1 0 0,1 1 1 0 0,-18-1 129 0 0,18-1-121 0 0,-1 1-1 0 0,1-1 1 0 0,0 0-1 0 0,-1 1 1 0 0,1-1-1 0 0,-1 1 1 0 0,1-1-1 0 0,0 1 1 0 0,0-1-1 0 0,-1 0 1 0 0,1 1-1 0 0,0-1 1 0 0,0 0-1 0 0,0 1 1 0 0,-1-1-1 0 0,1 0 1 0 0,0 0-1 0 0,0 1 1 0 0,0-1-1 0 0,0 0 0 0 0,0 1 1 0 0,1-1-1 0 0,-1 0 1 0 0,0 1-1 0 0,0-1 1 0 0,0 0-1 0 0,1 1 1 0 0,-1-1-1 0 0,0 0 1 0 0,1 1-1 0 0,-1-1 1 0 0,0 1-1 0 0,1-1 1 0 0,-1 0-1 0 0,1 0 1 0 0,5-1-4 0 0,-5 2 3 0 0,0-1-1 0 0,0 1 1 0 0,0-1 0 0 0,0 1 0 0 0,0 0 0 0 0,-1-1 0 0 0,1 0 0 0 0,0 1 0 0 0,0-1 0 0 0,0 1-1 0 0,0-1 1 0 0,-1 0 0 0 0,1 0 0 0 0,0 1 0 0 0,-1-1 0 0 0,1 0 0 0 0,-1 0 0 0 0,1 0 0 0 0,-1 0 0 0 0,1 0-1 0 0,-1 0 1 0 0,0 0 0 0 0,1 1 0 0 0,-1-1 0 0 0,0 0 0 0 0,0 0 0 0 0,1-1 0 0 0,-1 1 0 0 0,0 0 0 0 0,0 0-1 0 0,0 0 1 0 0,0 0 0 0 0,-1 0 0 0 0,1 0 0 0 0,0-1 0 0 0,0 2-7 0 0,0-1-1 0 0,0 1 1 0 0,0-1-1 0 0,0 1 1 0 0,0-1-1 0 0,0 1 1 0 0,1-1 0 0 0,-1 1-1 0 0,0-1 1 0 0,0 1-1 0 0,1 0 1 0 0,-1-1-1 0 0,0 1 1 0 0,0-1 0 0 0,1 1-1 0 0,-1 0 1 0 0,1-1-1 0 0,-1 1 1 0 0,0 0-1 0 0,1-1 1 0 0,-1 1 0 0 0,1 0-1 0 0,-1 0 1 0 0,0-1-1 0 0,1 1 1 0 0,-1 0 0 0 0,1 0-1 0 0,-1 0 1 0 0,1 0-1 0 0,-1 0 1 0 0,1 0-1 0 0,-1-1 1 0 0,1 1 0 0 0,-1 0-1 0 0,1 1 1 0 0,0-1-2 0 0,-1 0 1 0 0,1 0 0 0 0,0 0 0 0 0,-1-1-1 0 0,1 1 1 0 0,-1 0 0 0 0,1 0 0 0 0,-1 0-1 0 0,1 0 1 0 0,-1 0 0 0 0,1-1-1 0 0,-1 1 1 0 0,1 0 0 0 0,-1 0 0 0 0,1-1-1 0 0,-1 1 1 0 0,1 0 0 0 0,-1-1-1 0 0,1 1 1 0 0,-1-1 0 0 0,0 1 0 0 0,1 0-1 0 0,-1-1 1 0 0,0 1 0 0 0,1-1 0 0 0,-1 1-1 0 0,0-1 1 0 0,0 1 0 0 0,1-1-1 0 0,-1 1 1 0 0,0-1 0 0 0,0 1 0 0 0,0-1-1 0 0,0 0 1 0 0,0 0 0 0 0,0 1-3 0 0,0-1 0 0 0,0 1 0 0 0,0-1 1 0 0,1 1-1 0 0,-1 0 0 0 0,0-1 0 0 0,0 1 0 0 0,0-1 1 0 0,0 1-1 0 0,0 0 0 0 0,1-1 0 0 0,-1 1 1 0 0,0 0-1 0 0,0-1 0 0 0,1 1 0 0 0,-1 0 0 0 0,0 0 1 0 0,0-1-1 0 0,1 1 0 0 0,-1 0 0 0 0,0 0 1 0 0,1-1-1 0 0,-1 1 0 0 0,0 0 0 0 0,1 0 0 0 0,-1 0 1 0 0,0-1-1 0 0,1 1 0 0 0,-1 0 0 0 0,1 0 1 0 0,-1 0-1 0 0,0 0 0 0 0,1 0 0 0 0,-1 0 0 0 0,1 0 1 0 0,-1 0-1 0 0,0 0 0 0 0,1 0 0 0 0,-1 0 1 0 0,1 0-1 0 0,0 0 2 0 0,-1 1 0 0 0,1-1 0 0 0,-1 0 0 0 0,1 0 0 0 0,-1 0 0 0 0,1 0-1 0 0,-1 0 1 0 0,1-1 0 0 0,-1 1 0 0 0,1 0 0 0 0,-1 0 0 0 0,1 0 0 0 0,-1 0 0 0 0,1-1 0 0 0,-1 1 0 0 0,1 0 0 0 0,-1 0 0 0 0,1-1 0 0 0,-1 1 0 0 0,1 0 0 0 0,-1-1 0 0 0,0 1 0 0 0,1 0 0 0 0,-1-1 0 0 0,1 1 0 0 0,-1-1 0 0 0,0 1 0 0 0,0-1 0 0 0,1 1 0 0 0,-1-1 0 0 0,0 1 0 0 0,0-1-1 0 0,1 1 1 0 0,-1-1 0 0 0,0 1 0 0 0,0-1 0 0 0,0 1 0 0 0,0-1 0 0 0,0 1 0 0 0,0-1 0 0 0,0 1 0 0 0,0-1 0 0 0,0 0 398 0 0,0 9-213 0 0,0-2-141 0 0,-1 1 1 0 0,0 0-1 0 0,0-1 0 0 0,0 0 0 0 0,-1 1 1 0 0,0-1-1 0 0,0 0 0 0 0,-1 0 1 0 0,-4 8-1 0 0,-37 52 205 0 0,1-4-58 0 0,36-50-178 0 0,-2 0 0 0 0,1-1 0 0 0,-1 0-1 0 0,-1-1 1 0 0,-11 10 0 0 0,12-12 11 0 0,1 0-1 0 0,0 0 0 0 0,0 1 1 0 0,1 0-1 0 0,0 1 1 0 0,-11 18-1 0 0,-4 10-158 0 0,24-37 75 0 0,0 0 1 0 0,0-1 0 0 0,0 1-1 0 0,-1-1 1 0 0,1 1 0 0 0,0-1-1 0 0,0 0 1 0 0,0 0 0 0 0,0 0-1 0 0,0 0 1 0 0,0 0 0 0 0,0 0-1 0 0,2-1 1 0 0,43-6-1528 0 0,-19-1-696 0 0,42-17 0 0 0,-39 4-401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56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18 1361 0 0,'0'0'2961'0'0,"0"-1"-2919"0"0,0 1 1 0 0,0 0-1 0 0,0 0 1 0 0,1 0-1 0 0,-1 0 1 0 0,0-1-1 0 0,0 1 1 0 0,0 0-1 0 0,0 0 1 0 0,0 0-1 0 0,0 0 1 0 0,0-1-1 0 0,0 1 0 0 0,0 0 1 0 0,0 0-1 0 0,0 0 1 0 0,0 0-1 0 0,0-1 1 0 0,0 1-1 0 0,0 0 1 0 0,0 0-1 0 0,0 0 1 0 0,0-1-1 0 0,0 1 1 0 0,0 0-1 0 0,0 0 1 0 0,0 0-1 0 0,0 0 0 0 0,0-1 1 0 0,-1 1-1 0 0,1 0 1 0 0,0 0-1 0 0,0 0 1 0 0,0 0-1 0 0,0 0 1 0 0,0-1-1 0 0,0 1 1 0 0,-1 0-1 0 0,1 0 1 0 0,0 0-1 0 0,0 0 0 0 0,0 0 1 0 0,0 0-1 0 0,-1 0 1 0 0,1 0-1 0 0,0 0 1 0 0,0 0-1 0 0,0 0 1 0 0,0 0-1 0 0,-1-1 1 0 0,1 1-1 0 0,0 0 1 0 0,0 0-1 0 0,0 0 1 0 0,-1 0-1 0 0,1 1 0 0 0,0-1 1 0 0,0 0-1 0 0,0 0 1 0 0,-18 0 64 0 0,2-4 158 0 0,1 3-64 0 0,-43-4 600 0 0,40 5-654 0 0,14 0-54 0 0,-1 0-13 0 0,-1 1-38 0 0,-20 4 83 0 0,25-5-115 0 0,0 0-1 0 0,0 0 0 0 0,1 0 0 0 0,-1 0 0 0 0,0 1 0 0 0,0-1 0 0 0,0 0 1 0 0,1 1-1 0 0,-1-1 0 0 0,0 0 0 0 0,1 1 0 0 0,-1-1 0 0 0,0 1 0 0 0,1-1 1 0 0,-1 1-1 0 0,0-1 0 0 0,1 1 0 0 0,-1-1 0 0 0,1 1 0 0 0,-1 0 0 0 0,1-1 0 0 0,-1 1 1 0 0,0 1-1 0 0,1-1-2 0 0,0 0 0 0 0,0 0 0 0 0,0 0 0 0 0,0 0 0 0 0,-1 0 0 0 0,1 0 0 0 0,0 0 0 0 0,-1 0 0 0 0,1 0-1 0 0,-1 0 1 0 0,1 0 0 0 0,-1 0 0 0 0,1 0 0 0 0,-1-1 0 0 0,0 1 0 0 0,0 0 0 0 0,1 0 0 0 0,-2 1 0 0 0,-6 8 34 0 0,4-3-25 0 0,1 0 0 0 0,-1-1 0 0 0,1 1 0 0 0,-9 9 0 0 0,11-14-13 0 0,0-1 1 0 0,0 1-1 0 0,1 0 0 0 0,-1-1 0 0 0,1 1 0 0 0,-1 0 0 0 0,1 0 1 0 0,0-1-1 0 0,0 1 0 0 0,-1 0 0 0 0,1 0 0 0 0,0-1 0 0 0,1 1 1 0 0,-1 0-1 0 0,0 0 0 0 0,0-1 0 0 0,1 1 0 0 0,-1 0 0 0 0,1 0 1 0 0,0-1-1 0 0,-1 1 0 0 0,1-1 0 0 0,0 1 0 0 0,0-1 0 0 0,0 1 1 0 0,0-1-1 0 0,0 1 0 0 0,0-1 0 0 0,0 0 0 0 0,1 1 0 0 0,1 1 1 0 0,4 5 41 0 0,2 10 37 0 0,-8-16-73 0 0,0 1 0 0 0,0 0-1 0 0,1 0 1 0 0,-1-1 0 0 0,1 1-1 0 0,0-1 1 0 0,0 1-1 0 0,3 2 1 0 0,1 1-2 0 0,0 0-1 0 0,1-1 1 0 0,0 0 0 0 0,0 0-1 0 0,0 0 1 0 0,0-1 0 0 0,1 0-1 0 0,-1-1 1 0 0,1 1 0 0 0,0-2-1 0 0,0 1 1 0 0,0-1 0 0 0,1 0-1 0 0,-1-1 1 0 0,0 1 0 0 0,1-2-1 0 0,-1 1 1 0 0,1-1 0 0 0,-1-1-1 0 0,1 0 1 0 0,-1 0 0 0 0,0 0-1 0 0,1-1 1 0 0,-1 0 0 0 0,10-4-1 0 0,-5 0-3 0 0,-11 5 0 0 0,0 1-1 0 0,0-1 1 0 0,0 1 0 0 0,0-1-1 0 0,0 0 1 0 0,0 0-1 0 0,0 0 1 0 0,0 0-1 0 0,0 0 1 0 0,-1 0-1 0 0,1 0 1 0 0,0-1-1 0 0,-1 1 1 0 0,1-1-1 0 0,-1 1 1 0 0,0-1-1 0 0,1 1 1 0 0,-1-1-1 0 0,0 0 1 0 0,0 0-1 0 0,0 0 1 0 0,0 1-1 0 0,0-1 1 0 0,-1 0-1 0 0,1 0 1 0 0,0 0-1 0 0,-1-1 1 0 0,0 1-1 0 0,1 0 1 0 0,-1 0-1 0 0,0 0 1 0 0,0 0-1 0 0,0 0 1 0 0,0 0-1 0 0,-1-2 1 0 0,2-13 32 0 0,0 13-26 0 0,0-1-1 0 0,-1 1 0 0 0,1-1 1 0 0,-1 0-1 0 0,0 1 0 0 0,-1-1 1 0 0,1 1-1 0 0,-1-1 0 0 0,0 1 0 0 0,0-1 1 0 0,0 1-1 0 0,-1-1 0 0 0,1 1 1 0 0,-4-6-1 0 0,-13-7 48 0 0,-28-21 0 0 0,17 15-101 0 0,27 22 1 0 0,1 0 1 0 0,0 0 0 0 0,-1 0 0 0 0,1 0 0 0 0,-1 0-1 0 0,1 0 1 0 0,-1 0 0 0 0,0 1 0 0 0,1-1 0 0 0,-1 0-1 0 0,0 1 1 0 0,-1-1 0 0 0,20 6-1370 0 0,63-4-3629 0 0,-53-1 2854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56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369 34 1681 0 0,'-69'6'4776'0'0,"-26"19"-3189"0"0,50-11-707 0 0,8-2-300 0 0,-54 27 1 0 0,89-38-567 0 0,0 0 0 0 0,0 0 1 0 0,0 0-1 0 0,1 0 0 0 0,-1 0 1 0 0,0 1-1 0 0,0-1 1 0 0,1 1-1 0 0,-1-1 0 0 0,1 1 1 0 0,-1-1-1 0 0,1 1 0 0 0,0 0 1 0 0,-1 0-1 0 0,1 0 0 0 0,0 0 1 0 0,-1 2-1 0 0,1 1 8 0 0,1-1 0 0 0,-1 1 0 0 0,0-1 0 0 0,1 1-1 0 0,0 0 1 0 0,1 5 0 0 0,-1 7 34 0 0,0-14-48 0 0,0 0 0 0 0,1 1 0 0 0,-1-1 1 0 0,1 0-1 0 0,-1 0 0 0 0,1 0 1 0 0,0 0-1 0 0,0 0 0 0 0,0 0 1 0 0,1 0-1 0 0,-1 0 0 0 0,1-1 1 0 0,-1 1-1 0 0,1 0 0 0 0,3 2 1 0 0,2 3 18 0 0,1-1 1 0 0,1 0-1 0 0,13 9 1 0 0,-2-2-18 0 0,-11-9-15 0 0,0 1 0 0 0,1-1 0 0 0,0-1 1 0 0,-1 1-1 0 0,2-2 0 0 0,-1 0 0 0 0,0 0 0 0 0,1 0 0 0 0,0-1 0 0 0,-1-1 1 0 0,1 0-1 0 0,0-1 0 0 0,0 0 0 0 0,-1 0 0 0 0,1-1 0 0 0,0 0 0 0 0,-1-1 1 0 0,1-1-1 0 0,-1 1 0 0 0,1-2 0 0 0,-1 1 0 0 0,0-1 0 0 0,0-1 1 0 0,-1 0-1 0 0,0 0 0 0 0,1-1 0 0 0,-2 0 0 0 0,1-1 0 0 0,-1 0 0 0 0,0 0 1 0 0,0-1-1 0 0,13-17 0 0 0,-10 9-8 0 0,0-1-1 0 0,0-1 1 0 0,-2 0 0 0 0,0 0-1 0 0,-1-1 1 0 0,8-30-1 0 0,-15 47 12 0 0,-1-1-1 0 0,1 0 0 0 0,-1 1 0 0 0,0-1 0 0 0,0 1 0 0 0,0-1 1 0 0,0 0-1 0 0,0 1 0 0 0,0-1 0 0 0,-1 1 0 0 0,1-1 0 0 0,-1 1 0 0 0,0-1 1 0 0,0 1-1 0 0,0-1 0 0 0,0 1 0 0 0,0 0 0 0 0,0-1 0 0 0,-1 1 0 0 0,-1-2 1 0 0,-1 0 1 0 0,1 1 0 0 0,-1 0 0 0 0,1 0 1 0 0,-1 0-1 0 0,0 1 0 0 0,0-1 0 0 0,0 1 1 0 0,-1 0-1 0 0,1 0 0 0 0,-7-1 0 0 0,-6-2-4 0 0,0 2 0 0 0,0 0 0 0 0,0 1 0 0 0,-32 0 0 0 0,44 1-82 0 0,0 1 0 0 0,0-1 0 0 0,0 2 0 0 0,-1-1-1 0 0,1 0 1 0 0,0 1 0 0 0,0 0 0 0 0,0 0 0 0 0,0 1 0 0 0,0 0-1 0 0,0-1 1 0 0,0 2 0 0 0,1-1 0 0 0,-6 3 0 0 0,10-4 13 0 0,0-1 0 0 0,-1 1 0 0 0,1-1 1 0 0,0 1-1 0 0,-1-1 0 0 0,1 1 0 0 0,0 0 0 0 0,0-1 1 0 0,-1 1-1 0 0,1-1 0 0 0,0 1 0 0 0,0 0 0 0 0,0-1 0 0 0,0 1 1 0 0,0 0-1 0 0,0-1 0 0 0,0 1 0 0 0,0 0 0 0 0,0-1 1 0 0,0 1-1 0 0,0-1 0 0 0,1 1 0 0 0,-1 0 0 0 0,0-1 1 0 0,0 1-1 0 0,1-1 0 0 0,-1 1 0 0 0,0 0 0 0 0,1 0 1 0 0,22 36-4383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57.6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608 85 880 0 0,'4'-5'5297'0'0,"13"4"-5097"0"0,-16 2 173 0 0,3-3-26 0 0,1-3-187 0 0,12 0-147 0 0,-15 5-14 0 0,-1 0 0 0 0,0 0 0 0 0,0 0 0 0 0,0 0 0 0 0,0 0 0 0 0,0-1 0 0 0,0 1 0 0 0,0 0 0 0 0,0-1 0 0 0,0 1 0 0 0,0-1 0 0 0,0 1 0 0 0,0-1 0 0 0,0 0 0 0 0,0 1 0 0 0,1-2 0 0 0,-3 2 7 0 0,1-1 1 0 0,0 1 0 0 0,0-1 0 0 0,0 1 0 0 0,0-1 0 0 0,-1 1-1 0 0,1-1 1 0 0,0 1 0 0 0,-1 0 0 0 0,1-1 0 0 0,0 1-1 0 0,-1 0 1 0 0,1-1 0 0 0,0 1 0 0 0,-1 0 0 0 0,1-1 0 0 0,0 1-1 0 0,-1 0 1 0 0,1 0 0 0 0,-1-1 0 0 0,1 1 0 0 0,-1 0 0 0 0,1 0-1 0 0,-1 0 1 0 0,0 0 0 0 0,-59-18 716 0 0,31 11-312 0 0,-9-2-66 0 0,0 2 0 0 0,-1 2 0 0 0,0 1 1 0 0,0 2-1 0 0,-1 2 0 0 0,1 1 0 0 0,-43 7 0 0 0,74-6-312 0 0,-13 2 45 0 0,21-4-73 0 0,-1 1 1 0 0,1-1 0 0 0,0 0-1 0 0,-1 0 1 0 0,1 1-1 0 0,-1-1 1 0 0,1 0-1 0 0,0 1 1 0 0,-1-1 0 0 0,1 0-1 0 0,0 1 1 0 0,-1-1-1 0 0,1 0 1 0 0,0 1-1 0 0,0-1 1 0 0,-1 1 0 0 0,1-1-1 0 0,0 1 1 0 0,0-1-1 0 0,0 0 1 0 0,0 1 0 0 0,-1-1-1 0 0,1 1 1 0 0,0-1-1 0 0,0 1 1 0 0,0-1-1 0 0,0 1 1 0 0,1 0-1 0 0,-1 0 1 0 0,1 0-1 0 0,-1 0 1 0 0,1-1-1 0 0,0 1 1 0 0,-1 0-1 0 0,1-1 1 0 0,0 1-1 0 0,-1-1 1 0 0,1 1-1 0 0,0 0 1 0 0,0-1-1 0 0,0 0 1 0 0,0 1-1 0 0,-1-1 1 0 0,1 0-1 0 0,0 1 1 0 0,0-1-1 0 0,0 0 1 0 0,0 0-1 0 0,0 0 1 0 0,0 1-1 0 0,0-1 1 0 0,0 0-1 0 0,1-1 1 0 0,3 2 11 0 0,150 40-150 0 0,-79-19-27 0 0,-73-22 169 0 0,-1 1 1 0 0,1 0-1 0 0,-1 1 1 0 0,1-1-1 0 0,-1 0 1 0 0,0 1 0 0 0,1-1-1 0 0,-1 1 1 0 0,0 0-1 0 0,0 0 1 0 0,0 0-1 0 0,0 0 1 0 0,0 0 0 0 0,-1 0-1 0 0,1 0 1 0 0,-1 1-1 0 0,1-1 1 0 0,-1 0-1 0 0,0 1 1 0 0,0-1 0 0 0,0 1-1 0 0,0 0 1 0 0,0-1-1 0 0,-1 1 1 0 0,1 0-1 0 0,-1-1 1 0 0,0 1 0 0 0,0 0-1 0 0,0 0 1 0 0,0-1-1 0 0,0 1 1 0 0,0 0-1 0 0,-1 0 1 0 0,0-1 0 0 0,1 1-1 0 0,-1 0 1 0 0,0-1-1 0 0,0 1 1 0 0,0-1-1 0 0,-1 1 1 0 0,1-1 0 0 0,0 0-1 0 0,-1 1 1 0 0,0-1-1 0 0,-3 4 1 0 0,-7 4 113 0 0,0-1 1 0 0,0 0-1 0 0,-1-1 0 0 0,-1 0 1 0 0,1 0-1 0 0,-1-2 1 0 0,-24 9-1 0 0,-102 18 571 0 0,125-30-714 0 0,0-1 0 0 0,-1 0 0 0 0,1-2 0 0 0,0 0 0 0 0,-1 0 0 0 0,1-1 0 0 0,-23-5-1 0 0,35 5-45 0 0,0 0 0 0 0,0 0 0 0 0,0 0 0 0 0,0-1 0 0 0,0 1 0 0 0,0-1 0 0 0,1 1-1 0 0,-1-1 1 0 0,0 0 0 0 0,1 0 0 0 0,-1 0 0 0 0,1 0 0 0 0,0-1 0 0 0,0 1 0 0 0,0-1 0 0 0,0 1-1 0 0,0-1 1 0 0,0 0 0 0 0,1 1 0 0 0,-1-1 0 0 0,1 0 0 0 0,-2-6 0 0 0,2 7-29 0 0,1-1 0 0 0,0 0 0 0 0,-1 1 0 0 0,1-1 0 0 0,0 1 0 0 0,0-1 0 0 0,1 0 0 0 0,-1 1 0 0 0,0-1 1 0 0,1 0-1 0 0,0 1 0 0 0,0-1 0 0 0,-1 1 0 0 0,1 0 0 0 0,1-1 0 0 0,-1 1 0 0 0,0 0 0 0 0,1-1 0 0 0,-1 1 0 0 0,1 0 1 0 0,-1 0-1 0 0,1 0 0 0 0,0 0 0 0 0,0 1 0 0 0,3-3 0 0 0,4-3-223 0 0,-3 3-59 0 0,-1 0 0 0 0,1 0-1 0 0,0 0 1 0 0,0 1 0 0 0,1 0 0 0 0,-1 0 0 0 0,10-2 0 0 0,77-20-3878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58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214 2 1601 0 0,'-187'0'8350'0'0,"183"0"-8224"0"0,3-1-100 0 0,0 1-1 0 0,0 0 1 0 0,0 0-1 0 0,1 0 0 0 0,-1-1 1 0 0,0 1-1 0 0,0 0 0 0 0,0 0 1 0 0,0 1-1 0 0,0-1 0 0 0,0 0 1 0 0,0 0-1 0 0,0 0 1 0 0,1 0-1 0 0,-1 1 0 0 0,0-1 1 0 0,0 0-1 0 0,0 1 0 0 0,0-1 1 0 0,1 1-1 0 0,-1-1 0 0 0,0 1 1 0 0,1-1-1 0 0,-2 2 1 0 0,2 0 240 0 0,26 3 508 0 0,8-5-640 0 0,408 11 159 0 0,-405-8-575 0 0,80 9-2171 0 0,-90-12-3976 0 0,-49-4 3894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59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609 170 1361 0 0,'0'1'181'0'0,"-1"0"1"0"0,1 0-1 0 0,-1 0 0 0 0,1 0 1 0 0,-1-1-1 0 0,0 1 1 0 0,1 0-1 0 0,-1 0 1 0 0,0 0-1 0 0,1 0 1 0 0,-1-1-1 0 0,0 1 1 0 0,0 0-1 0 0,0-1 0 0 0,0 1 1 0 0,0-1-1 0 0,0 1 1 0 0,0-1-1 0 0,0 1 1 0 0,0-1-1 0 0,0 1 1 0 0,0-1-1 0 0,0 0 1 0 0,0 0-1 0 0,0 0 0 0 0,0 1 1 0 0,0-1-1 0 0,0 0 1 0 0,0 0-1 0 0,0-1 1 0 0,0 1-1 0 0,0 0 1 0 0,-2 0-1 0 0,-39-4 677 0 0,39 3-629 0 0,-15-3 72 0 0,1 0-1 0 0,-1-1 0 0 0,1-1 0 0 0,-30-15 1 0 0,25 11-5 0 0,-34-12 1 0 0,-254-68 1557 0 0,287 83-1774 0 0,19 2-40 0 0,4 5-200 0 0,1-1 91 0 0,-1 0 0 0 0,1 1 0 0 0,0-1 0 0 0,0 1 0 0 0,0-1 0 0 0,0 1 0 0 0,0-1 0 0 0,-1 1 0 0 0,1-1 0 0 0,0 1 0 0 0,0 0 1 0 0,0 0-1 0 0,0 0 0 0 0,0-1 0 0 0,0 1 0 0 0,0 0 0 0 0,0 0 0 0 0,0 0 0 0 0,0 0 0 0 0,0 1 0 0 0,0-1 0 0 0,2 0 0 0 0,1 1-173 0 0,25-2-710 0 0,124 7-5873 0 0,-101-1 4304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2:59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369 1 4722 0 0,'-107'51'3842'0'0,"27"5"-2642"0"0,27 0-1119 0 0,0 5-1 0 0,26-5 80 0 0,0-27-320 0 0,6-24-801 0 0,42-22-1440 0 0,33-17-3041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3:00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231 218 1921 0 0,'0'0'3375'0'0,"-4"0"-2321"0"0,-18 5 1067 0 0,22-2-1808 0 0,0-6-213 0 0,0 3 60 0 0,0-1-51 0 0,0 1-106 0 0,0-1 0 0 0,0 1-1 0 0,0 0 1 0 0,0 0 0 0 0,0 0-1 0 0,0 0 1 0 0,-1-1-1 0 0,1 1 1 0 0,0 0 0 0 0,0 0-1 0 0,0 0 1 0 0,0 0 0 0 0,0 0-1 0 0,0-1 1 0 0,0 1-1 0 0,1 0 1 0 0,-1 0 0 0 0,0 0-1 0 0,0 0 1 0 0,0-1-1 0 0,0 1 1 0 0,0 0 0 0 0,0 0-1 0 0,0 0 1 0 0,0 0 0 0 0,0 0-1 0 0,0 0 1 0 0,0-1-1 0 0,0 1 1 0 0,1 0 0 0 0,-1 0-1 0 0,0 0 1 0 0,0 0 0 0 0,0 0-1 0 0,0 0 1 0 0,0 0-1 0 0,0 0 1 0 0,1-1 0 0 0,-1 1-1 0 0,0 0 1 0 0,0 0 0 0 0,0 0-1 0 0,0 0 1 0 0,1 0-1 0 0,-1 0 1 0 0,0 0 0 0 0,0 0-1 0 0,0 0 1 0 0,0 0-1 0 0,0 0 1 0 0,1 0 0 0 0,-1 0-1 0 0,0 0 1 0 0,0 0 0 0 0,3 0 25 0 0,-2 0-22 0 0,0 0 0 0 0,-1 0 0 0 0,1 0 0 0 0,0 0 0 0 0,0 0 0 0 0,0-1 0 0 0,-1 1 0 0 0,1 0 0 0 0,0 0 0 0 0,0-1 0 0 0,-1 1 0 0 0,1 0 0 0 0,0-1 0 0 0,-1 1 0 0 0,1-1 0 0 0,0 1 0 0 0,-1-1 0 0 0,1 1 0 0 0,0-1 0 0 0,-1 1 0 0 0,1-1 0 0 0,-1 0 0 0 0,1 1 0 0 0,-1-1 0 0 0,0 0 0 0 0,1 1 0 0 0,-1-1 0 0 0,0 0 0 0 0,1 1 0 0 0,-1-1 0 0 0,0 0 0 0 0,0-1 0 0 0,1 1 0 0 0,-1 0 0 0 0,0 0-1 0 0,0 0 1 0 0,0 0-1 0 0,1 0 1 0 0,-1 0 0 0 0,0-1-1 0 0,1 1 1 0 0,-1 0-1 0 0,1 0 1 0 0,0 0 0 0 0,-1 1-1 0 0,1-1 1 0 0,0 0-1 0 0,-1 0 1 0 0,1 0 0 0 0,0 0-1 0 0,0 1 1 0 0,0-1-1 0 0,0 0 1 0 0,1 0 0 0 0,7-7 30 0 0,1-9 33 0 0,11-11 23 0 0,2 6-24 0 0,-9 7-1 0 0,1 1-1 0 0,0 0 0 0 0,1 2 0 0 0,34-22 1 0 0,-41 28-48 0 0,5-2 67 0 0,-11 11-43 0 0,-7 10-18 0 0,-14 29 44 0 0,-1-1 0 0 0,-3-1 0 0 0,-1-1 0 0 0,-2 0 0 0 0,-54 63 0 0 0,-121 145-430 0 0,193-239 196 0 0,1 0 0 0 0,0 1-1 0 0,0 0 1 0 0,1 0-1 0 0,0 0 1 0 0,1 1 0 0 0,0-1-1 0 0,0 1 1 0 0,-3 14-1 0 0,7-23 86 0 0,0 0 0 0 0,1-1-1 0 0,-1 1 1 0 0,0 0-1 0 0,0 0 1 0 0,0-1-1 0 0,1 1 1 0 0,-1 0 0 0 0,0 0-1 0 0,0-1 1 0 0,1 1-1 0 0,-1 0 1 0 0,1-1-1 0 0,-1 1 1 0 0,1 0 0 0 0,-1-1-1 0 0,1 1 1 0 0,-1-1-1 0 0,1 1 1 0 0,0-1-1 0 0,-1 1 1 0 0,1-1-1 0 0,0 0 1 0 0,-1 1 0 0 0,1-1-1 0 0,0 1 1 0 0,-1-1-1 0 0,1 0 1 0 0,0 0-1 0 0,0 0 1 0 0,-1 1 0 0 0,1-1-1 0 0,1 0 1 0 0,1 0-407 0 0,-1 0 1 0 0,0-1-1 0 0,1 1 1 0 0,-1-1-1 0 0,0 1 1 0 0,1-1-1 0 0,-1 0 0 0 0,0 0 1 0 0,4-1-1 0 0,-6 2 471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3:01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632 11 2081 0 0,'-39'-9'3932'0'0,"35"8"-2081"0"0,25 5-1725 0 0,-12-3-150 0 0,17 3-55 0 0,-25-4 80 0 0,-1 1-1 0 0,1-1 1 0 0,0 0 0 0 0,0 1 0 0 0,0-1 0 0 0,0 1 0 0 0,-1-1-1 0 0,1 1 1 0 0,0 0 0 0 0,-1-1 0 0 0,1 1 0 0 0,0 0 0 0 0,-1 0 0 0 0,1-1-1 0 0,-1 1 1 0 0,1 0 0 0 0,-1 0 0 0 0,0 0 0 0 0,1 0 0 0 0,-1-1-1 0 0,0 1 1 0 0,1 0 0 0 0,-1 0 0 0 0,0 0 0 0 0,0 0 0 0 0,0 0-1 0 0,0 1 1 0 0,0 7 4 0 0,0-1 0 0 0,0 1-1 0 0,-1 0 1 0 0,0-1-1 0 0,0 0 1 0 0,-4 12 0 0 0,2-15 11 0 0,1 0 1 0 0,-1 0-1 0 0,0 0 1 0 0,0-1-1 0 0,-1 0 0 0 0,1 1 1 0 0,-1-1-1 0 0,0 0 1 0 0,0-1-1 0 0,-8 7 1 0 0,-100 65 537 0 0,33-25-161 0 0,36-24-78 0 0,0-1-1 0 0,-2-3 1 0 0,0-1 0 0 0,-63 18 0 0 0,56-27 20 0 0,49-12-313 0 0,0 1-1 0 0,1-1 0 0 0,-1 0 1 0 0,0 0-1 0 0,1 0 1 0 0,-1 0-1 0 0,0 0 0 0 0,1-1 1 0 0,-1 1-1 0 0,0-1 0 0 0,1 0 1 0 0,-1 1-1 0 0,1-1 1 0 0,-1-1-1 0 0,1 1 0 0 0,-1 0 1 0 0,-2-3-1 0 0,0-2 53 0 0,0 0-1 0 0,0-1 0 0 0,-7-14 1 0 0,12 19-74 0 0,-1 1 0 0 0,1-1 1 0 0,0 0-1 0 0,-1 1 1 0 0,1-1-1 0 0,0 0 1 0 0,0 0-1 0 0,0 0 0 0 0,0 1 1 0 0,1-1-1 0 0,-1 0 1 0 0,0 0-1 0 0,1 1 0 0 0,-1-1 1 0 0,1 0-1 0 0,0 1 1 0 0,-1-1-1 0 0,1 1 0 0 0,0-1 1 0 0,0 0-1 0 0,0 1 1 0 0,0 0-1 0 0,0-1 1 0 0,0 1-1 0 0,1 0 0 0 0,-1-1 1 0 0,0 1-1 0 0,1 0 1 0 0,-1 0-1 0 0,1 0 0 0 0,1-1 1 0 0,7-4-21 0 0,0-1 0 0 0,0 1 0 0 0,15-6 0 0 0,-15 8-8 0 0,1 1 1 0 0,0 0-1 0 0,-1 1 1 0 0,1 0-1 0 0,0 0 1 0 0,0 1-1 0 0,1 1 1 0 0,-1 0-1 0 0,0 0 1 0 0,0 1-1 0 0,0 0 1 0 0,11 4-1 0 0,17 4-35 0 0,71 29-1 0 0,-74-25-25 0 0,19 10-105 0 0,-40-16-63 0 0,1 0 0 0 0,0-1 0 0 0,0-1 0 0 0,1 0 0 0 0,-1-1 0 0 0,1-1 0 0 0,0 0 0 0 0,23 0 0 0 0,23-5-2105 0 0,-28-6-1466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3:02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49 121 5042 0 0,'-40'0'2068'0'0,"32"0"-507"0"0,13 0-1281 0 0,6-2-79 0 0,0 0 0 0 0,0 0 1 0 0,0-1-1 0 0,18-8 1 0 0,-5 3-169 0 0,29-21 47 0 0,0-5 0 0 0,-48 33-69 0 0,-4 1-8 0 0,0-1 0 0 0,0 1 0 0 0,0 0 0 0 0,1 0 0 0 0,-1-1-1 0 0,0 1 1 0 0,0-1 0 0 0,0 1 0 0 0,0-1 0 0 0,0 1 0 0 0,0-1 0 0 0,0 0 0 0 0,0 1 0 0 0,-1-1-1 0 0,1 0 1 0 0,0 0 0 0 0,0 1 0 0 0,0-1 0 0 0,-1 0 0 0 0,1 0 0 0 0,-1 0 0 0 0,1 0-1 0 0,0-2 1 0 0,-1 3-3 0 0,0-1 0 0 0,1 1-1 0 0,-1-1 1 0 0,0 0 0 0 0,0 1-1 0 0,1-1 1 0 0,-1 1-1 0 0,0-1 1 0 0,1 1 0 0 0,-1-1-1 0 0,0 1 1 0 0,1-1 0 0 0,-1 1-1 0 0,1-1 1 0 0,-1 1-1 0 0,1-1 1 0 0,-1 1 0 0 0,1 0-1 0 0,-1-1 1 0 0,1 1 0 0 0,-1 0-1 0 0,1-1 1 0 0,0 1-1 0 0,-1 0 1 0 0,1 0 0 0 0,0 0-1 0 0,-1 0 1 0 0,1 0 0 0 0,-1-1-1 0 0,1 1 1 0 0,0 0 0 0 0,1 1-1 0 0,6 0 45 0 0,-11 5 244 0 0,-10 7-258 0 0,-9 12 181 0 0,-13 4 70 0 0,-27 22 271 0 0,56-45-487 0 0,1-1-1 0 0,0 1 1 0 0,0 0-1 0 0,1 0 1 0 0,0 0-1 0 0,0 1 1 0 0,0 0-1 0 0,-4 12 1 0 0,5-9-36 0 0,0-1 1 0 0,-1 0 0 0 0,0-1-1 0 0,0 1 1 0 0,-1-1-1 0 0,0 1 1 0 0,0-1 0 0 0,-11 11-1 0 0,12-14-5 0 0,0 0-1 0 0,1 1 0 0 0,0-1 0 0 0,0 1 1 0 0,0-1-1 0 0,1 1 0 0 0,0 0 0 0 0,0 0 1 0 0,0 0-1 0 0,1 0 0 0 0,0 0 1 0 0,0 0-1 0 0,0 1 0 0 0,1-1 0 0 0,0 0 1 0 0,1 10-1 0 0,-1-14-18 0 0,0-1-14 0 0,0-1 1 0 0,0 1 0 0 0,0 0 0 0 0,0 0 0 0 0,0 0 0 0 0,0 0 0 0 0,0 0 0 0 0,1 0 0 0 0,-1 0-1 0 0,0-1 1 0 0,0 1 0 0 0,1 0 0 0 0,-1 0 0 0 0,0 0 0 0 0,1-1 0 0 0,-1 1 0 0 0,1 0 0 0 0,-1 0-1 0 0,1-1 1 0 0,-1 1 0 0 0,1 0 0 0 0,0-1 0 0 0,0 2 0 0 0,1-2-147 0 0,-1 1 1 0 0,1-1-1 0 0,0 0 1 0 0,-1 0-1 0 0,1 0 0 0 0,-1 0 1 0 0,1 0-1 0 0,-1 0 1 0 0,1 0-1 0 0,-1 0 1 0 0,1-1-1 0 0,-1 1 0 0 0,1 0 1 0 0,-1-1-1 0 0,3-1 1 0 0,42-9-1909 0 0,-37 9 1589 0 0,-1 1-1 0 0,1-1 0 0 0,-1-1 1 0 0,0 1-1 0 0,0-2 1 0 0,0 1-1 0 0,0-1 0 0 0,-1 0 1 0 0,1 0-1 0 0,12-11 0 0 0,6-8-2126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3:02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371 46 2081 0 0,'-32'7'2747'0'0,"-46"5"-1"0"0,-20 3-1569 0 0,71-12-955 0 0,21-3-169 0 0,1 1 1 0 0,0-1 0 0 0,0 1 0 0 0,0 0 0 0 0,0 0 0 0 0,0 1 0 0 0,0-1 0 0 0,-7 4 0 0 0,-5 5 150 0 0,0 1 1 0 0,-20 17-1 0 0,36-25-179 0 0,-1 0-1 0 0,1 0 1 0 0,-1 0-1 0 0,1 1 0 0 0,0-1 1 0 0,0 0-1 0 0,0 0 1 0 0,1 1-1 0 0,-1-1 1 0 0,1 0-1 0 0,0 1 0 0 0,0-1 1 0 0,0 1-1 0 0,0-1 1 0 0,2 5-1 0 0,-2 8 66 0 0,1-10-76 0 0,-1-1 0 0 0,1 0 0 0 0,0 0 1 0 0,0 1-1 0 0,0-1 0 0 0,1 0 1 0 0,0 0-1 0 0,0 0 0 0 0,0 0 1 0 0,1-1-1 0 0,0 1 0 0 0,-1-1 1 0 0,2 1-1 0 0,-1-1 0 0 0,0 0 0 0 0,6 5 1 0 0,0 2 8 0 0,-2-2 7 0 0,1 0 0 0 0,0-1-1 0 0,0 0 1 0 0,0 0 0 0 0,13 8 0 0 0,-16-12-32 0 0,1-2 1 0 0,0 1-1 0 0,0-1 1 0 0,0 1-1 0 0,0-2 0 0 0,1 1 1 0 0,-1-1-1 0 0,0 0 1 0 0,1 0-1 0 0,-1-1 1 0 0,10 0-1 0 0,0 0 12 0 0,0-1 1 0 0,1-1-1 0 0,-1-1 0 0 0,0 0 0 0 0,23-9 0 0 0,-30 9-10 0 0,-1 0 1 0 0,1 0-1 0 0,-1-1 1 0 0,0-1-1 0 0,-1 1 1 0 0,1-1-1 0 0,-1 0 1 0 0,0-1-1 0 0,0 0 1 0 0,0 0-1 0 0,-1-1 1 0 0,8-9-1 0 0,-9 8-11 0 0,-1-1 1 0 0,0 1-1 0 0,0-1 0 0 0,-1 0 0 0 0,0 0 0 0 0,-1 0 1 0 0,0 0-1 0 0,-1 0 0 0 0,1-1 0 0 0,-2 1 1 0 0,1 0-1 0 0,-2-11 0 0 0,1 13 5 0 0,-1 0 1 0 0,1-1-1 0 0,-2 1 1 0 0,1 0-1 0 0,-1 0 1 0 0,0 0-1 0 0,0 0 1 0 0,-1 1-1 0 0,0-1 0 0 0,0 1 1 0 0,-1-1-1 0 0,0 1 1 0 0,0 0-1 0 0,0 0 1 0 0,-1 1-1 0 0,1-1 0 0 0,-8-5 1 0 0,3 5-46 0 0,0 0 0 0 0,-1 0 0 0 0,0 1 0 0 0,1 1 0 0 0,-2-1 0 0 0,-14-3 0 0 0,18 6-7 0 0,1 0 0 0 0,0 1 0 0 0,-1 0 0 0 0,1 0 0 0 0,-1 0 0 0 0,1 1 0 0 0,-1 0-1 0 0,1 0 1 0 0,-1 1 0 0 0,1 0 0 0 0,-13 3 0 0 0,19-4 38 0 0,0 0 1 0 0,-1 0-1 0 0,1 0 0 0 0,0 0 0 0 0,0 0 0 0 0,0 0 0 0 0,-1 0 1 0 0,1 0-1 0 0,0 0 0 0 0,0 1 0 0 0,0-1 0 0 0,-1 0 1 0 0,1 0-1 0 0,0 0 0 0 0,0 0 0 0 0,0 0 0 0 0,0 1 1 0 0,-1-1-1 0 0,1 0 0 0 0,0 0 0 0 0,0 0 0 0 0,0 1 1 0 0,0-1-1 0 0,0 0 0 0 0,0 0 0 0 0,0 1 0 0 0,-1-1 1 0 0,1 0-1 0 0,0 0 0 0 0,0 0 0 0 0,0 1 0 0 0,0-1 1 0 0,0 0-1 0 0,0 0 0 0 0,0 1 0 0 0,0-1 0 0 0,0 0 0 0 0,0 0 1 0 0,0 1-1 0 0,1-1 0 0 0,-1 0 0 0 0,0 0 0 0 0,0 0 1 0 0,0 1-1 0 0,0-1 0 0 0,0 0 0 0 0,0 0 0 0 0,0 0 1 0 0,1 1-1 0 0,-1-1 0 0 0,0 0 0 0 0,0 0 0 0 0,0 0 1 0 0,0 0-1 0 0,1 1 0 0 0,-1-1 0 0 0,0 0 0 0 0,0 0 1 0 0,0 0-1 0 0,1 0 0 0 0,-1 0 0 0 0,0 0 0 0 0,0 0 0 0 0,1 0 1 0 0,-1 0-1 0 0,79 12-4289 0 0,-34-5 2015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3:02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662 91 160 0 0,'-6'0'621'0'0,"-1"-1"1"0"0,1 1-1 0 0,-1-1 1 0 0,1 0-1 0 0,0 0 0 0 0,-1-1 1 0 0,1 1-1 0 0,0-1 1 0 0,0-1-1 0 0,0 1 0 0 0,-9-7 1 0 0,9 7-372 0 0,1 0 1 0 0,-1 0-1 0 0,0 0 1 0 0,1 1-1 0 0,-8-1 0 0 0,-18-5 355 0 0,22 5-555 0 0,-1 0-1 0 0,0 0 0 0 0,0 1 0 0 0,0 0 0 0 0,0 1 1 0 0,0 0-1 0 0,0 1 0 0 0,-15 2 0 0 0,23-2-38 0 0,-40 6 276 0 0,1 2 0 0 0,0 2-1 0 0,-70 28 1 0 0,98-33-229 0 0,0 0 1 0 0,0 0-1 0 0,1 1 0 0 0,0 0 0 0 0,0 1 0 0 0,1 1 0 0 0,0 0 1 0 0,0 0-1 0 0,-9 12 0 0 0,16-17-25 0 0,0 1 0 0 0,1-1-1 0 0,-1 1 1 0 0,1 0 0 0 0,0 0 0 0 0,1 0-1 0 0,-1 0 1 0 0,1 1 0 0 0,0-1 0 0 0,0 1-1 0 0,1-1 1 0 0,0 1 0 0 0,0 0 0 0 0,0 0-1 0 0,1-1 1 0 0,-1 1 0 0 0,1 0 0 0 0,1 0-1 0 0,-1 0 1 0 0,1-1 0 0 0,0 1 0 0 0,0 0-1 0 0,1-1 1 0 0,2 7 0 0 0,0-3 2 0 0,1 0 1 0 0,0 0-1 0 0,1 0 1 0 0,0-1-1 0 0,0 0 0 0 0,1 0 1 0 0,0 0-1 0 0,1-1 1 0 0,0 0-1 0 0,0 0 1 0 0,0-1-1 0 0,0 0 0 0 0,1-1 1 0 0,0 1-1 0 0,17 5 1 0 0,1 0 37 0 0,1-1 0 0 0,1-1 1 0 0,0-2-1 0 0,42 6 1 0 0,-48-9-85 0 0,-1-2 1 0 0,1 0-1 0 0,0-2 1 0 0,0 0-1 0 0,-1-2 1 0 0,1 0-1 0 0,0-2 1 0 0,-1 0-1 0 0,0-2 1 0 0,0 0-1 0 0,-1-1 1 0 0,1-1-1 0 0,25-15 1 0 0,-22 9-41 0 0,-1-2 1 0 0,0 0 0 0 0,-1-2-1 0 0,-1 0 1 0 0,-1-2-1 0 0,28-32 1 0 0,-42 44 1 0 0,-1 0 0 0 0,-1-1 0 0 0,1 1 1 0 0,-1-1-1 0 0,-1-1 0 0 0,0 1 0 0 0,0-1 1 0 0,0 0-1 0 0,2-16 0 0 0,-5 20 2 0 0,0-1 0 0 0,-1 1 0 0 0,0 0 0 0 0,0-1 0 0 0,-1 1 0 0 0,0 0 0 0 0,0-1 0 0 0,0 1-1 0 0,-1 0 1 0 0,0 0 0 0 0,0 0 0 0 0,-1 0 0 0 0,1 0 0 0 0,-1 0 0 0 0,-1 1 0 0 0,-6-10 0 0 0,4 8-66 0 0,-1 0 0 0 0,0 0 0 0 0,0 1 0 0 0,0 0 0 0 0,-1 0 1 0 0,1 1-1 0 0,-1 0 0 0 0,-1 0 0 0 0,1 1 0 0 0,-1 0 0 0 0,0 1 0 0 0,0 0 0 0 0,0 0 0 0 0,-13-2 0 0 0,-3 1-647 0 0,0 1-1 0 0,0 1 1 0 0,0 1 0 0 0,-32 2-1 0 0,-23 8-3854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3:03.9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 3602 0 0,'-235'27'4708'0'0,"232"-27"-4624"0"0,2 0-43 0 0,0 0 1 0 0,0 0-1 0 0,0 0 1 0 0,0 0 0 0 0,0 0-1 0 0,0 1 1 0 0,-1-1 0 0 0,1 0-1 0 0,0 0 1 0 0,0 1-1 0 0,0-1 1 0 0,0 1 0 0 0,0-1-1 0 0,0 1 1 0 0,0-1 0 0 0,0 1-1 0 0,0 0 1 0 0,1-1-1 0 0,-1 1 1 0 0,0 0 0 0 0,0 0-1 0 0,-1 1 1 0 0,2-1 371 0 0,1-3 61 0 0,-2 2-466 0 0,1 0-1 0 0,0 0 0 0 0,0 0 1 0 0,0 0-1 0 0,0 0 0 0 0,0 0 1 0 0,0 0-1 0 0,0 0 1 0 0,0 0-1 0 0,0-1 0 0 0,0 1 1 0 0,0 0-1 0 0,0 0 0 0 0,0 0 1 0 0,0 0-1 0 0,0 0 1 0 0,0 0-1 0 0,0 0 0 0 0,0 0 1 0 0,0-1-1 0 0,0 1 0 0 0,0 0 1 0 0,0 0-1 0 0,0 0 1 0 0,0 0-1 0 0,0 0 0 0 0,0 0 1 0 0,1 0-1 0 0,-1 0 0 0 0,0 0 1 0 0,0-1-1 0 0,0 1 1 0 0,0 0-1 0 0,0 0 0 0 0,0 0 1 0 0,0 0-1 0 0,0 0 0 0 0,0 0 1 0 0,0 0-1 0 0,0 0 1 0 0,1 0-1 0 0,-1 0 0 0 0,0 0 1 0 0,0 0-1 0 0,0 0 0 0 0,0 0 1 0 0,0 0-1 0 0,0 0 1 0 0,0 0-1 0 0,0 0 0 0 0,1 0 1 0 0,-1 0-1 0 0,0 0 0 0 0,0 0 1 0 0,0 0-1 0 0,0 0 1 0 0,0 0-1 0 0,0 0 0 0 0,0 0 1 0 0,0 0-1 0 0,1 0 0 0 0,-1 0 1 0 0,0 0-1 0 0,0 0 1 0 0,0 0-1 0 0,27 5 145 0 0,-1-2-1 0 0,1-1 1 0 0,32-2 0 0 0,6 1 41 0 0,51 9 127 0 0,1-3-106 0 0,94 9 53 0 0,52 4-73 0 0,-122-12-82 0 0,30-11 99 0 0,-133 1-168 0 0,335-4 210 0 0,-334 10-167 0 0,63 12 0 0 0,-25-2-31 0 0,339 65 252 0 0,-304-56-232 0 0,-63-11-16 0 0,1-3 1 0 0,82 6-1 0 0,-120-15-49 0 0,1-1 0 0 0,-1-1 0 0 0,0 0 0 0 0,1-1 0 0 0,-1 0 0 0 0,0-1 0 0 0,11-5 0 0 0,4 0 4 0 0,178-73 52 0 0,-188 75-66 0 0,-1 0 0 0 0,1 1 0 0 0,0 1 0 0 0,0 0 0 0 0,0 1 0 0 0,20-2 0 0 0,-11 6 0 0 0,-3 4-40 0 0,-19-3-240 0 0,-8 0-467 0 0,-76 19-5429 0 0,4 10-507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3:04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364 18 2081 0 0,'-3'-1'6424'0'0,"-8"1"-5832"0"0,3 1-471 0 0,8-1-114 0 0,0 0 1 0 0,0 0-1 0 0,0 0 1 0 0,-1 0-1 0 0,1 0 1 0 0,0 0 0 0 0,0 0-1 0 0,0 0 1 0 0,0 0-1 0 0,0 0 1 0 0,-1 0-1 0 0,1 0 1 0 0,0 0 0 0 0,0 0-1 0 0,0 0 1 0 0,0 0-1 0 0,0 0 1 0 0,-1 0-1 0 0,1 0 1 0 0,0 0 0 0 0,0-1-1 0 0,0 1 1 0 0,0 0-1 0 0,0 0 1 0 0,0 0-1 0 0,-1 0 1 0 0,1 0 0 0 0,0 0-1 0 0,0 0 1 0 0,0 0-1 0 0,0-1 1 0 0,0 1-1 0 0,0 0 1 0 0,0 0 0 0 0,0 0-1 0 0,0 0 1 0 0,0 0-1 0 0,0-1 1 0 0,-1 1-1 0 0,1 0 1 0 0,0 0 0 0 0,0 0-1 0 0,0 0 1 0 0,0 0-1 0 0,0-1 1 0 0,0 1-1 0 0,0 0 1 0 0,0 0-1 0 0,0 0 1 0 0,0 0 0 0 0,1 0-1 0 0,-1-1 1 0 0,0 1-1 0 0,0 0 6 0 0,0 0-1 0 0,0-1 1 0 0,0 1-1 0 0,0 0 1 0 0,0 0-1 0 0,0 0 1 0 0,0-1-1 0 0,0 1 1 0 0,0 0-1 0 0,0 0 1 0 0,0-1-1 0 0,0 1 1 0 0,0 0-1 0 0,0 0 1 0 0,0 0-1 0 0,0-1 1 0 0,0 1-1 0 0,0 0 1 0 0,-1 0-1 0 0,1 0 1 0 0,0 0-1 0 0,0-1 1 0 0,0 1-1 0 0,0 0 1 0 0,0 0-1 0 0,-1 0 1 0 0,1 0-1 0 0,0-1 1 0 0,0 1-1 0 0,0 0 1 0 0,0 0-1 0 0,-1 0 1 0 0,1 0-1 0 0,0 0 1 0 0,0 0-1 0 0,0 0 1 0 0,-1 0-1 0 0,1-1 1 0 0,0 1-1 0 0,0 0 1 0 0,-1 0-1 0 0,-17-2 133 0 0,0 0 0 0 0,0 1 0 0 0,0 1-1 0 0,0 0 1 0 0,-27 5 0 0 0,25-3-40 0 0,17-1-94 0 0,1-1 0 0 0,-1 0-1 0 0,1 1 1 0 0,-1 0 0 0 0,1-1 0 0 0,0 1-1 0 0,-1 0 1 0 0,1 0 0 0 0,0 1 0 0 0,0-1-1 0 0,0 0 1 0 0,-1 1 0 0 0,2-1 0 0 0,-1 1-1 0 0,0 0 1 0 0,0-1 0 0 0,0 1 0 0 0,1 0-1 0 0,-1 0 1 0 0,1 0 0 0 0,-1 0 0 0 0,1 1 0 0 0,0-1-1 0 0,0 0 1 0 0,0 0 0 0 0,0 1 0 0 0,0-1-1 0 0,1 1 1 0 0,-1-1 0 0 0,0 5 0 0 0,1-6-8 0 0,0 0 0 0 0,-1 0 0 0 0,0 0 0 0 0,1-1 0 0 0,-1 1 0 0 0,1 0 0 0 0,-1-1 0 0 0,0 1 1 0 0,1-1-1 0 0,-1 1 0 0 0,0 0 0 0 0,0-1 0 0 0,1 1 0 0 0,-1-1 0 0 0,0 0 0 0 0,0 1 0 0 0,0-1 0 0 0,0 0 1 0 0,0 1-1 0 0,0-1 0 0 0,-1 0 0 0 0,-3 2 9 0 0,0 3 16 0 0,1 1 1 0 0,-1-1 0 0 0,1 1-1 0 0,-4 8 1 0 0,8-13-26 0 0,-7 11 41 0 0,5-9-34 0 0,1 0 0 0 0,-1 0 1 0 0,0 0-1 0 0,0-1 0 0 0,0 1 1 0 0,0 0-1 0 0,0-1 0 0 0,-1 0 1 0 0,-3 3-1 0 0,4-3-2 0 0,0 0 1 0 0,0 0-1 0 0,1 0 0 0 0,-1 1 1 0 0,0-1-1 0 0,1 0 0 0 0,0 1 1 0 0,-1-1-1 0 0,1 1 0 0 0,0-1 1 0 0,0 1-1 0 0,0-1 0 0 0,1 1 1 0 0,-1 0-1 0 0,1-1 0 0 0,-1 1 1 0 0,1 0-1 0 0,0 0 0 0 0,0 0 1 0 0,0-1-1 0 0,0 1 0 0 0,1 0 1 0 0,-1-1-1 0 0,1 1 1 0 0,1 4-1 0 0,-1-3 4 0 0,0-1 0 0 0,1 1 1 0 0,-1 0-1 0 0,1 0 0 0 0,0 0 1 0 0,0-1-1 0 0,0 1 0 0 0,1-1 1 0 0,0 0-1 0 0,-1 0 0 0 0,1 0 0 0 0,0 0 1 0 0,0 0-1 0 0,0 0 0 0 0,7 3 1 0 0,4 1-6 0 0,0 0 0 0 0,1-2 0 0 0,0 0 1 0 0,0-1-1 0 0,0 0 0 0 0,0-1 1 0 0,1-1-1 0 0,-1 0 0 0 0,1-1 0 0 0,21-1 1 0 0,-17-7-19 0 0,-19 7 10 0 0,-1-1 0 0 0,1 1 0 0 0,-1 0 0 0 0,0-1 0 0 0,1 1 0 0 0,-1-1 0 0 0,0 1 0 0 0,0 0 0 0 0,1-1-1 0 0,-1 1 1 0 0,0-1 0 0 0,0 1 0 0 0,0-1 0 0 0,1 1 0 0 0,-1-1 0 0 0,0 1 0 0 0,0-1 0 0 0,0 1 0 0 0,0-1 0 0 0,0 1 0 0 0,0-1 0 0 0,0 1 0 0 0,0-1 0 0 0,0 0 0 0 0,-1-1-3 0 0,0 0 0 0 0,0 0 1 0 0,-1 0-1 0 0,1 0 0 0 0,0 0 0 0 0,-1 0 1 0 0,1 0-1 0 0,-1 0 0 0 0,1 1 0 0 0,-1-1 0 0 0,0 1 1 0 0,0-1-1 0 0,0 1 0 0 0,-2-2 0 0 0,-2 0-9 0 0,-14-11-62 0 0,0 2-1 0 0,-41-18 0 0 0,18 15-764 0 0,-64-14-1 0 0,156 22-1533 0 0,52 1-1561 0 0,-48 1 1694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3:05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413 40 1681 0 0,'-4'0'1881'0'0,"-21"3"-424"0"0,0-2 0 0 0,1 0 0 0 0,-49-6 1 0 0,-7 0-524 0 0,68 9-694 0 0,-6 0-107 0 0,1 1 1 0 0,0 1-1 0 0,0 0 0 0 0,1 1 1 0 0,-19 12-1 0 0,30-16-108 0 0,1 0 0 0 0,0 0 0 0 0,0 1-1 0 0,0-1 1 0 0,1 1 0 0 0,-1 0 0 0 0,1 1-1 0 0,0-1 1 0 0,0 0 0 0 0,0 1 0 0 0,1 0-1 0 0,0-1 1 0 0,-3 10 0 0 0,6-9 17 0 0,0 1-1 0 0,1 0 1 0 0,0-1-1 0 0,0 1 1 0 0,1-1-1 0 0,-1 0 1 0 0,1 0-1 0 0,7 10 1 0 0,0-7 0 0 0,1 1 0 0 0,-1-1 1 0 0,1-1-1 0 0,1 0 1 0 0,0-1-1 0 0,-1 0 1 0 0,2-1-1 0 0,-1 0 1 0 0,1-1-1 0 0,23 5 0 0 0,-6-3-17 0 0,1-1 0 0 0,0-2 0 0 0,0-1 0 0 0,0-2-1 0 0,0-1 1 0 0,50-8 0 0 0,-74 8-25 0 0,10-1 2 0 0,0 0 0 0 0,-1-2-1 0 0,1 0 1 0 0,-1-1 0 0 0,0 0 0 0 0,29-15 0 0 0,-39 16 6 0 0,0-1-1 0 0,0 1 0 0 0,0-1 1 0 0,-1-1-1 0 0,0 1 1 0 0,0-1-1 0 0,-1 1 0 0 0,1-1 1 0 0,-1-1-1 0 0,0 1 1 0 0,-1 0-1 0 0,0-1 1 0 0,0 0-1 0 0,0 0 0 0 0,-1 0 1 0 0,0 0-1 0 0,2-10 1 0 0,-5 11-12 0 0,0 1 1 0 0,0-1 0 0 0,0 1-1 0 0,0-1 1 0 0,-1 1 0 0 0,0 0-1 0 0,0 0 1 0 0,-1 0 0 0 0,0 0-1 0 0,1 0 1 0 0,-1 0 0 0 0,-1 1-1 0 0,1-1 1 0 0,-1 1 0 0 0,0 0-1 0 0,0 0 1 0 0,0 0 0 0 0,0 1-1 0 0,-1 0 1 0 0,1-1 0 0 0,-1 2-1 0 0,0-1 1 0 0,0 0 0 0 0,0 1-1 0 0,0 0 1 0 0,-1 0 0 0 0,-7-2-1 0 0,-21-1-566 0 0,-36-1 0 0 0,56 5 173 0 0,-1 0 1 0 0,0 2 0 0 0,1-1 0 0 0,-24 6 0 0 0,37-6 332 0 0,1 0-1 0 0,-1 0 1 0 0,1 0 0 0 0,-1 0 0 0 0,1 0 0 0 0,-1 1 0 0 0,1-1-1 0 0,0 0 1 0 0,-1 0 0 0 0,1 1 0 0 0,-1-1 0 0 0,1 0-1 0 0,0 1 1 0 0,-1-1 0 0 0,1 0 0 0 0,0 1 0 0 0,0-1 0 0 0,-1 0-1 0 0,1 1 1 0 0,0-1 0 0 0,0 1 0 0 0,-1-1 0 0 0,1 0 0 0 0,0 1-1 0 0,0-1 1 0 0,0 1 0 0 0,0-1 0 0 0,0 1 0 0 0,-1-1 0 0 0,1 1-1 0 0,0-1 1 0 0,0 0 0 0 0,0 1 0 0 0,0-1 0 0 0,1 1 0 0 0,-1 0-1 0 0,0 24-4337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3:07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28 305 1921 0 0,'0'-1'129'0'0,"-1"1"1"0"0,1-1-1 0 0,0 1 1 0 0,0 0-1 0 0,0-1 1 0 0,0 1-1 0 0,0-1 1 0 0,-1 1-1 0 0,1 0 0 0 0,0-1 1 0 0,0 1-1 0 0,0 0 1 0 0,-1-1-1 0 0,1 1 1 0 0,0 0-1 0 0,-1 0 1 0 0,1-1-1 0 0,0 1 1 0 0,-1 0-1 0 0,1 0 1 0 0,0-1-1 0 0,-1 1 1 0 0,1 0-1 0 0,0 0 0 0 0,-1 0 1 0 0,1 0-1 0 0,-1-1 1 0 0,1 1-1 0 0,0 0 1 0 0,-1 0-1 0 0,1 0 1 0 0,-1 0-1 0 0,1 0 1 0 0,-1 0-1 0 0,0 0 1 0 0,1 0-108 0 0,-1 0 1 0 0,1 0 0 0 0,-1 0 0 0 0,0 0-1 0 0,1 0 1 0 0,-1 0 0 0 0,1 0 0 0 0,-1 0 0 0 0,0 0-1 0 0,1 0 1 0 0,-1-1 0 0 0,1 1 0 0 0,-1 0-1 0 0,1 0 1 0 0,-1-1 0 0 0,1 1 0 0 0,-1-1 0 0 0,1 1-1 0 0,-1 0 1 0 0,1-1 0 0 0,-1 1 0 0 0,1-1 0 0 0,0 1-1 0 0,-1-1 1 0 0,1 1 0 0 0,0-1 0 0 0,-1 1-1 0 0,1-1 1 0 0,0 1 0 0 0,0-1 0 0 0,-1 1 0 0 0,1-1-1 0 0,0 0 1 0 0,0 1 0 0 0,0-1 0 0 0,0 1 0 0 0,0-1-1 0 0,0 0 1 0 0,0-5 56 0 0,1-1 0 0 0,0 1-1 0 0,0 0 1 0 0,0 0 0 0 0,1 0-1 0 0,0 1 1 0 0,3-10 0 0 0,-2 10-79 0 0,-1-1-1 0 0,0 1 1 0 0,0-1-1 0 0,-1 0 1 0 0,0 0 0 0 0,0 0-1 0 0,1-8 1 0 0,-2 10 9 0 0,0 0 1 0 0,0 0-1 0 0,1 0 0 0 0,0 0 0 0 0,0 0 0 0 0,0 0 1 0 0,0 0-1 0 0,1 1 0 0 0,-1-1 0 0 0,1 1 1 0 0,0-1-1 0 0,3-3 0 0 0,0-1 4 0 0,-4 5-9 0 0,0 1 0 0 0,1 0 0 0 0,-1-1 0 0 0,1 1 0 0 0,-1 0-1 0 0,1 0 1 0 0,0 0 0 0 0,0 0 0 0 0,0 1 0 0 0,0-1-1 0 0,0 0 1 0 0,0 1 0 0 0,0 0 0 0 0,1-1 0 0 0,-1 1-1 0 0,5-2 1 0 0,19-10 92 0 0,-23 11-92 0 0,1 0 0 0 0,-1 1 0 0 0,1-1 0 0 0,0 1 0 0 0,-1 0 0 0 0,1 0 1 0 0,0 0-1 0 0,0 0 0 0 0,0 1 0 0 0,0-1 0 0 0,-1 1 0 0 0,1 0 1 0 0,0 0-1 0 0,0 1 0 0 0,0-1 0 0 0,0 1 0 0 0,0 0 0 0 0,-1 0 1 0 0,1 0-1 0 0,0 0 0 0 0,-1 1 0 0 0,7 3 0 0 0,-5-3 5 0 0,-1 1 0 0 0,0 0-1 0 0,1 0 1 0 0,-2 0 0 0 0,1 1 0 0 0,0-1 0 0 0,0 1-1 0 0,-1 0 1 0 0,0 0 0 0 0,0 0 0 0 0,0 1-1 0 0,0-1 1 0 0,-1 1 0 0 0,0-1 0 0 0,0 1-1 0 0,0 0 1 0 0,1 5 0 0 0,-2-4 5 0 0,0 1 1 0 0,0-1-1 0 0,-1 0 1 0 0,0 0-1 0 0,0 0 1 0 0,-1 0-1 0 0,0 0 1 0 0,0 0-1 0 0,0 0 1 0 0,-1 0-1 0 0,1 0 1 0 0,-1 0-1 0 0,-1 0 1 0 0,1-1-1 0 0,-1 1 1 0 0,0-1-1 0 0,-1 0 1 0 0,1 0-1 0 0,-1 0 1 0 0,0 0-1 0 0,0-1 1 0 0,-9 8-1 0 0,0 4 125 0 0,13-14-123 0 0,-1 0-1 0 0,0 0 1 0 0,0-1 0 0 0,-1 1 0 0 0,1 0-1 0 0,0-1 1 0 0,0 1 0 0 0,-1-1-1 0 0,1 1 1 0 0,-1-1 0 0 0,0 0 0 0 0,1 1-1 0 0,-1-1 1 0 0,0 0 0 0 0,1 0-1 0 0,-1 0 1 0 0,0-1 0 0 0,0 1-1 0 0,0 0 1 0 0,0-1 0 0 0,0 1 0 0 0,0-1-1 0 0,0 0 1 0 0,0 1 0 0 0,-4-1-1 0 0,5 0-12 0 0,-2-1 11 0 0,0 1-1 0 0,0-1 1 0 0,0 0-1 0 0,-1 0 1 0 0,1 0-1 0 0,0 0 1 0 0,1 0 0 0 0,-1 0-1 0 0,-5-4 1 0 0,7 4-8 0 0,0-1 0 0 0,-1 0 0 0 0,1 0 0 0 0,0 0 0 0 0,0 0 0 0 0,0 0 0 0 0,0 0 0 0 0,0 0 0 0 0,0 0 0 0 0,1 0 0 0 0,-1 0 0 0 0,1 0 0 0 0,0 0 0 0 0,-1-1 1 0 0,1 1-1 0 0,0 0 0 0 0,0 0 0 0 0,1-3 0 0 0,-1-1-1 0 0,1-1 0 0 0,0 1 0 0 0,0-1 0 0 0,1 1 0 0 0,0 0 0 0 0,0 0 0 0 0,0-1 0 0 0,1 2 0 0 0,0-1 0 0 0,0 0 0 0 0,1 0 0 0 0,4-6 0 0 0,8-14-3 0 0,-9 12-2 0 0,1 1 0 0 0,0-1 0 0 0,1 1 0 0 0,0 1 0 0 0,0 0 0 0 0,21-20 0 0 0,-23 27-5 0 0,0 0 0 0 0,0 0 0 0 0,0 1 1 0 0,0 0-1 0 0,1 0 0 0 0,-1 1 0 0 0,1 0 1 0 0,0 0-1 0 0,0 1 0 0 0,0 0 1 0 0,1 0-1 0 0,-1 1 0 0 0,10 0 0 0 0,4 1-21 0 0,0 0-1 0 0,0 2 0 0 0,35 8 0 0 0,-53-9 24 0 0,0 0-1 0 0,0 0 1 0 0,0 0-1 0 0,0 1 1 0 0,0 0-1 0 0,0-1 1 0 0,-1 2-1 0 0,1-1 1 0 0,-1 0-1 0 0,1 1 1 0 0,-1-1-1 0 0,0 1 1 0 0,0 0-1 0 0,0 0 1 0 0,0 0-1 0 0,-1 1 1 0 0,1-1-1 0 0,-1 1 1 0 0,0-1-1 0 0,0 1 1 0 0,3 6-1 0 0,-4-7 8 0 0,0 0-1 0 0,0 1 1 0 0,0-1-1 0 0,-1 0 1 0 0,1 1-1 0 0,-1-1 1 0 0,0 1-1 0 0,0-1 1 0 0,0 1-1 0 0,0-1 1 0 0,0 0-1 0 0,-1 1 0 0 0,0-1 1 0 0,1 0-1 0 0,-1 1 1 0 0,-1-1-1 0 0,1 0 1 0 0,0 0-1 0 0,-1 0 1 0 0,0 0-1 0 0,1 0 1 0 0,-1 0-1 0 0,0 0 1 0 0,-1-1-1 0 0,-3 5 0 0 0,-1-1 35 0 0,1-1-1 0 0,-1-1 1 0 0,-1 1-1 0 0,1-1 0 0 0,-1 0 1 0 0,1-1-1 0 0,-1 0 0 0 0,-13 4 1 0 0,-2 1 106 0 0,23-9-98 0 0,3 1-7 0 0,-1-1 1 0 0,0 0 0 0 0,0 0-1 0 0,0 0 1 0 0,-1 0-1 0 0,1 0 1 0 0,0 0-1 0 0,0-1 1 0 0,0 1-1 0 0,-1 0 1 0 0,1-1-1 0 0,1-2 1 0 0,73-57-120 0 0,-66 54 79 0 0,-1 1 0 0 0,2-1 1 0 0,-1 2-1 0 0,1-1 0 0 0,0 2 1 0 0,0-1-1 0 0,0 1 0 0 0,20-3 1 0 0,-17 3-7 0 0,-9 2-2 0 0,1 1 0 0 0,0 1 0 0 0,-1-1 0 0 0,1 1 0 0 0,-1 0 0 0 0,1 0 0 0 0,0 0 0 0 0,-1 1 0 0 0,1 0 0 0 0,0 0 0 0 0,-1 1 0 0 0,0-1 0 0 0,1 1 0 0 0,8 5 0 0 0,-6-3 8 0 0,-1 0-1 0 0,0 0 0 0 0,0 1 1 0 0,-1 0-1 0 0,1 0 1 0 0,-1 1-1 0 0,9 11 1 0 0,-12-14 2 0 0,0 1 0 0 0,0 0 1 0 0,-1 0-1 0 0,0 0 0 0 0,0 0 0 0 0,0 0 1 0 0,0 1-1 0 0,0-1 0 0 0,-1 0 0 0 0,0 1 1 0 0,0-1-1 0 0,0 1 0 0 0,-1 0 1 0 0,1-1-1 0 0,-1 1 0 0 0,0 0 0 0 0,-1 7 1 0 0,-1-4 18 0 0,0 0 0 0 0,-1 0 1 0 0,0 0-1 0 0,0 0 1 0 0,-1-1-1 0 0,1 1 0 0 0,-2-1 1 0 0,1 0-1 0 0,-9 10 1 0 0,3-6-12 0 0,8-10-51 0 0,1 0 0 0 0,-1 1 0 0 0,1-1 0 0 0,0 0-1 0 0,0 1 1 0 0,-1-1 0 0 0,1 1 0 0 0,0 0 0 0 0,1-1 0 0 0,-1 1 0 0 0,0 0-1 0 0,0-1 1 0 0,1 1 0 0 0,-1 0 0 0 0,1 0 0 0 0,-1 2 0 0 0,1-7-219 0 0,1 1 1 0 0,-1 0-1 0 0,1-1 1 0 0,0 1 0 0 0,-1 0-1 0 0,1 0 1 0 0,0 0-1 0 0,0-1 1 0 0,1 1 0 0 0,-1 0-1 0 0,0 1 1 0 0,1-1-1 0 0,-1 0 1 0 0,4-3 0 0 0,4-5-997 0 0,17-27-3025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3:07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 6 480 0 0,'0'-5'2081'0'0,"-27"10"160"0"0,-26 36 240 0 0,-22 20-880 0 0,49-5-1121 0 0,26-5-400 0 0,0 0 80 0 0,-27 5 81 0 0,27-12-161 0 0,0-15-241 0 0,27-7-479 0 0,26-5-640 0 0,-32-17-1602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3:07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 3201 0 0,'-26'10'1761'0'0,"-1"19"-880"0"0,27-7-1121 0 0,0 0-2001 0 0,0-15-241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3:08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109 274 2721 0 0,'-19'7'1880'0'0,"-26"9"935"0"0,43-16-2735 0 0,-1 1 0 0 0,1-1 1 0 0,0 1-1 0 0,0-1 0 0 0,-1 0 0 0 0,1 1 0 0 0,0-1 0 0 0,-1 0 0 0 0,1-1 0 0 0,0 1 0 0 0,0 0 0 0 0,-1-1 0 0 0,1 1 0 0 0,0-1 0 0 0,-3-1 0 0 0,4 1-68 0 0,1-1 0 0 0,-1 0 1 0 0,0 0-1 0 0,1 0 0 0 0,-1 0 0 0 0,1 0 0 0 0,-1 0 0 0 0,1-1 0 0 0,0 1 0 0 0,0 0 0 0 0,0 0 0 0 0,0 0 0 0 0,0 0 0 0 0,1 0 0 0 0,-1 0 0 0 0,0 0 0 0 0,1 0 1 0 0,0 0-1 0 0,-1 0 0 0 0,2-2 0 0 0,25-48 94 0 0,-20 37-146 0 0,1 0-1 0 0,0 0 0 0 0,1 1 0 0 0,1 0 0 0 0,0 0 0 0 0,1 1 0 0 0,0 1 0 0 0,1 0 0 0 0,0 0 0 0 0,1 1 0 0 0,1 1 0 0 0,-1 0 0 0 0,31-16 0 0 0,-39 25-1 0 0,0 0 0 0 0,0 0 0 0 0,0 0 0 0 0,0 0 1 0 0,0 1-1 0 0,0 0 0 0 0,0 0 0 0 0,0 0 0 0 0,-1 1 0 0 0,1 0 0 0 0,0 0 1 0 0,0 0-1 0 0,0 0 0 0 0,0 1 0 0 0,-1 0 0 0 0,1 0 0 0 0,-1 0 0 0 0,1 0 1 0 0,-1 1-1 0 0,0 0 0 0 0,0 0 0 0 0,0 0 0 0 0,0 0 0 0 0,-1 0 0 0 0,1 1 1 0 0,-1 0-1 0 0,0 0 0 0 0,6 8 0 0 0,-5-4 10 0 0,0-1 1 0 0,-1 1-1 0 0,1 1 1 0 0,-2-1-1 0 0,1 0 1 0 0,-1 1-1 0 0,0-1 1 0 0,-1 1-1 0 0,0-1 1 0 0,0 1-1 0 0,-1 15 1 0 0,-1-17 85 0 0,0 0 1 0 0,0-1-1 0 0,0 1 0 0 0,-1-1 1 0 0,0 0-1 0 0,0 1 0 0 0,-1-1 1 0 0,0 0-1 0 0,0 0 0 0 0,0-1 1 0 0,0 1-1 0 0,-1 0 0 0 0,0-1 1 0 0,-1 0-1 0 0,1 0 1 0 0,-1 0-1 0 0,-7 5 0 0 0,-2 0 229 0 0,0 0 0 0 0,-19 9 0 0 0,31-18-240 0 0,-1 1-1 0 0,0 0 0 0 0,0-1 1 0 0,0 1-1 0 0,0-1 0 0 0,0 0 1 0 0,-1 0-1 0 0,1 0 1 0 0,0 0-1 0 0,0-1 0 0 0,-1 0 1 0 0,1 1-1 0 0,0-1 0 0 0,-1 0 1 0 0,1 0-1 0 0,0-1 1 0 0,0 1-1 0 0,-4-2 0 0 0,6 0-32 0 0,0 0 0 0 0,0 0 0 0 0,0-1 0 0 0,0 1 0 0 0,1-1-1 0 0,-1 1 1 0 0,1-1 0 0 0,0 1 0 0 0,-1-1 0 0 0,1 1-1 0 0,0-1 1 0 0,0 1 0 0 0,1-1 0 0 0,0-4 0 0 0,0-1 2 0 0,-1 3-9 0 0,0 0-1 0 0,1 1 0 0 0,0-1 1 0 0,0 0-1 0 0,0 1 1 0 0,0-1-1 0 0,1 1 0 0 0,0-1 1 0 0,0 1-1 0 0,0 0 0 0 0,0 0 1 0 0,1 0-1 0 0,0 0 0 0 0,-1 0 1 0 0,2 0-1 0 0,3-3 0 0 0,2-2 6 0 0,1 1 0 0 0,1 0 0 0 0,-1 0 0 0 0,22-11 0 0 0,-26 16-8 0 0,16-5-3 0 0,-16 8 6 0 0,0 0 0 0 0,0 0 0 0 0,-1 1-1 0 0,1 0 1 0 0,7 1 0 0 0,30 11 42 0 0,-1 1 1 0 0,-1 2-1 0 0,-1 2 0 0 0,57 33 1 0 0,-80-40-15 0 0,-1 0 1 0 0,0 0 0 0 0,22 21-1 0 0,-31-24-25 0 0,0 0 0 0 0,0 1 0 0 0,0 0 0 0 0,-1 0 0 0 0,-1 0-1 0 0,0 1 1 0 0,6 13 0 0 0,-6-12-261 0 0,-1 0 0 0 0,0 1 0 0 0,0-1 0 0 0,-1 1-1 0 0,-1 0 1 0 0,0 0 0 0 0,1 22 0 0 0,-3 17-3560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3:49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1323 465 1441 0 0,'48'-21'2974'0'0,"-47"21"-2934"0"0,-1 0-1 0 0,1 0 1 0 0,-1 0-1 0 0,0-1 0 0 0,1 1 1 0 0,-1 0-1 0 0,0 0 1 0 0,0-1-1 0 0,1 1 0 0 0,-1 0 1 0 0,0-1-1 0 0,0 1 1 0 0,1 0-1 0 0,-1-1 0 0 0,0 1 1 0 0,0 0-1 0 0,0-1 0 0 0,1 1 1 0 0,-1 0-1 0 0,0-1 1 0 0,0 1-1 0 0,0-1 0 0 0,0 1 1 0 0,0 0-1 0 0,0-1 1 0 0,0 1-1 0 0,0-1 0 0 0,0 0 1 0 0,3-6 285 0 0,1 6-215 0 0,-3 1-94 0 0,0 0-1 0 0,0 0 1 0 0,0 0 0 0 0,0 0 0 0 0,0-1 0 0 0,0 1 0 0 0,0 0-1 0 0,0-1 1 0 0,0 1 0 0 0,0-1 0 0 0,-1 1 0 0 0,1-1 0 0 0,0 0-1 0 0,0 1 1 0 0,0-1 0 0 0,0 0 0 0 0,-1 1 0 0 0,1-1 0 0 0,1-1 0 0 0,-2 1-22 0 0,1 0 0 0 0,0 0 0 0 0,-1 0 1 0 0,1 0-1 0 0,0 1 0 0 0,0-1 1 0 0,0 0-1 0 0,0 0 0 0 0,0 1 0 0 0,0-1 1 0 0,0 1-1 0 0,0-1 0 0 0,0 1 1 0 0,0-1-1 0 0,0 1 0 0 0,0 0 0 0 0,0 0 1 0 0,0-1-1 0 0,0 1 0 0 0,3 0 1 0 0,-22 0 58 0 0,12-2 78 0 0,3-1-102 0 0,-15-3 51 0 0,-1 1 219 0 0,-3 0-111 0 0,-1 0 0 0 0,0 1 0 0 0,0 1 0 0 0,-1 2 0 0 0,-36 1 0 0 0,15-6-81 0 0,36 3-90 0 0,6 2-10 0 0,-1 0-1 0 0,0 0 0 0 0,0 1 0 0 0,0-1 1 0 0,0 1-1 0 0,0 0 0 0 0,0 0 0 0 0,0 0 1 0 0,-5 1-1 0 0,-73-4 46 0 0,37 1-21 0 0,1 1 1 0 0,-52 6 0 0 0,87-5-12 0 0,-31 13 40 0 0,32-9-47 0 0,-56 6 61 0 0,60-9-77 0 0,-1-1 1 0 0,0 1-1 0 0,1 0 1 0 0,-1 0-1 0 0,1 1 1 0 0,0-1-1 0 0,-8 5 1 0 0,10-5 8 0 0,-7 0-56 0 0,-7-1 174 0 0,-33 4-111 0 0,27-2-13 0 0,22-2 0 0 0,0 0 0 0 0,0 0 0 0 0,-1 0 0 0 0,1 0 0 0 0,0 0 0 0 0,0 0 0 0 0,0 0 0 0 0,0 0 0 0 0,-1 0 0 0 0,1 0 0 0 0,0 0 0 0 0,0 0 0 0 0,0 0 0 0 0,0 0 0 0 0,-1 0 0 0 0,1 0 0 0 0,0 0 0 0 0,0 0 0 0 0,0 0 0 0 0,0 0 0 0 0,-1 0 0 0 0,1 0 0 0 0,0 0 0 0 0,0 1 0 0 0,0-1 0 0 0,0 0 0 0 0,0 0 0 0 0,-1 0 0 0 0,1 0 0 0 0,0 0 0 0 0,0 0 0 0 0,0 1 0 0 0,0-1 0 0 0,0 0 0 0 0,0 0 0 0 0,0 0 0 0 0,0 0 0 0 0,0 1 0 0 0,0-1 0 0 0,0 0 0 0 0,0 0 0 0 0,0 0 0 0 0,-1 0 0 0 0,1 1 0 0 0,0-1 0 0 0,0 0 0 0 0,1 0 0 0 0,-1 0 0 0 0,0 0 0 0 0,0 1 0 0 0,0-1 0 0 0,0 0 0 0 0,0 0 0 0 0,0 0 0 0 0,0 0 0 0 0,0 1 0 0 0,0-1 0 0 0,0 0 0 0 0,0 0 0 0 0,0 0 0 0 0,1 0 0 0 0,-1 0 0 0 0,0 1 0 0 0,0 1 0 0 0,-3-3 0 0 0,1 1 0 0 0,0 0 0 0 0,-1 0 0 0 0,1-1 0 0 0,-1 2 0 0 0,1-1 0 0 0,0 0 0 0 0,-1 0 0 0 0,1 1 0 0 0,-1-1 0 0 0,1 1 0 0 0,0 0 0 0 0,0 0 0 0 0,-1 0 0 0 0,-2 2 0 0 0,-3 2 0 0 0,3-4 0 0 0,4-1 0 0 0,0 0 0 0 0,0 0 0 0 0,-1 0 0 0 0,1 0 0 0 0,0 1 0 0 0,0-1 0 0 0,0 0 0 0 0,0 1 0 0 0,0-1 0 0 0,0 1 0 0 0,0-1 0 0 0,0 1 0 0 0,1-1 0 0 0,-1 1 0 0 0,0 0 0 0 0,0-1 0 0 0,0 1 0 0 0,0 0 0 0 0,1 0 0 0 0,-2 1 0 0 0,-2 3 0 0 0,-41 12 0 0 0,14-3-20 0 0,1 1 0 0 0,1 1 0 0 0,-45 33 0 0 0,60-39 23 0 0,1-2-1 0 0,-1 0 1 0 0,0 0 0 0 0,-16 5-1 0 0,8-9-15 0 0,13-3 27 0 0,0 1 0 0 0,0 0 1 0 0,1 0-1 0 0,-1 1 0 0 0,1 0 1 0 0,-1 0-1 0 0,1 1 0 0 0,0 0 1 0 0,0 0-1 0 0,-12 10 0 0 0,14-10-11 0 0,-12 2-3 0 0,4-2 0 0 0,13-5-1 0 0,0 1 1 0 0,1 0-1 0 0,-1 0 1 0 0,0 0-1 0 0,0 1 1 0 0,1-1-1 0 0,-1 0 1 0 0,0 0-1 0 0,0 0 1 0 0,1 0-1 0 0,-1 1 1 0 0,0-1-1 0 0,1 0 0 0 0,-1 1 1 0 0,0-1-1 0 0,1 0 1 0 0,-1 1-1 0 0,1-1 1 0 0,-1 1-1 0 0,1-1 1 0 0,-1 1-1 0 0,1-1 1 0 0,-1 1-1 0 0,0 1 1 0 0,1 1-40 0 0,4-1 26 0 0,60 5 0 0 0,-37-3 14 0 0,42 2 1 0 0,108 2-1 0 0,6 1 0 0 0,-119-8-5 0 0,0 2 1 0 0,110 21 0 0 0,-103-5-19 0 0,-37-10 114 0 0,39 7 1 0 0,13-9-53 0 0,137-6 0 0 0,-111-3-91 0 0,368-25 119 0 0,-246 18 80 0 0,-216 9-164 0 0,0-1 0 0 0,-1-1-1 0 0,1-1 1 0 0,20-5 0 0 0,-15 2-53 0 0,41-4-1 0 0,-4 8 89 0 0,61 5 1 0 0,13 1 24 0 0,153 5-43 0 0,-285-9 0 0 0,251-4 48 0 0,-90-1-3 0 0,317 14 342 0 0,-426-7-321 0 0,47 4 15 0 0,-66-3-108 0 0,58 0 0 0 0,-54-3-6 0 0,43 5 0 0 0,171 39 620 0 0,-222-38-573 0 0,32 2 0 0 0,7 1-16 0 0,-28-4 19 0 0,1-2-1 0 0,0-2 1 0 0,74-8-1 0 0,-73 4-81 0 0,110-17 119 0 0,-20 3-42 0 0,-77 10-78 0 0,0 2 66 0 0,1 3 1 0 0,58 5 0 0 0,-4 0 77 0 0,42 3-78 0 0,42-1 93 0 0,434 14 440 0 0,-600-14-499 0 0,-19-3 21 0 0,0 0 0 0 0,0-1 0 0 0,15 0 0 0 0,79 3 457 0 0,-43-1 319 0 0,82-5 0 0 0,-24-9 110 0 0,204-24-214 0 0,-301 31-850 0 0,1-2 0 0 0,-1 0 0 0 0,35-16 1 0 0,5-1-174 0 0,118-43-265 0 0,-167 62 479 0 0,-1 0-1 0 0,1 0 0 0 0,24-2 0 0 0,-6 1-92 0 0,-24 5 105 0 0,-1 0 0 0 0,1 0 0 0 0,-1 1 0 0 0,1-1 0 0 0,-1 2 0 0 0,13 3 0 0 0,17 3-147 0 0,28 6 58 0 0,-54-12 175 0 0,-1 1-1 0 0,0-2 1 0 0,1 0 0 0 0,20 0-1 0 0,214 6-15 0 0,-126-3 0 0 0,-63-5-1 0 0,-12 0 35 0 0,64 5 0 0 0,-75-4-65 0 0,-33 0 31 0 0,0 0-1 0 0,0 0 0 0 0,0 0 0 0 0,0 0 1 0 0,0 0-1 0 0,0-1 0 0 0,-1 1 0 0 0,1 0 1 0 0,0 0-1 0 0,0 0 0 0 0,0 0 0 0 0,0 0 0 0 0,0 0 1 0 0,0-1-1 0 0,0 1 0 0 0,0 0 0 0 0,0 0 1 0 0,0 0-1 0 0,0 0 0 0 0,0 0 0 0 0,0-1 0 0 0,0 1 1 0 0,0 0-1 0 0,0 0 0 0 0,0 0 0 0 0,0 0 1 0 0,0-1-1 0 0,0 1 0 0 0,0 0 0 0 0,0 0 1 0 0,0 0-1 0 0,0 0 0 0 0,0 0 0 0 0,0-1 0 0 0,0 1 1 0 0,0 0-1 0 0,0 0 0 0 0,0 0 0 0 0,0 0 1 0 0,1 0-1 0 0,-1 0 0 0 0,0 0 0 0 0,0-1 1 0 0,0 1-1 0 0,0 0 0 0 0,0 0 0 0 0,0 0 0 0 0,0 0 1 0 0,1 0-1 0 0,-1 0 0 0 0,0 0 0 0 0,0 0 1 0 0,0 0-1 0 0,0 0 0 0 0,1 0 0 0 0,-1 0 1 0 0,0 0-1 0 0,0 0 0 0 0,0 0 0 0 0,0 0 0 0 0,0 0 1 0 0,1 0-1 0 0,-1 0 0 0 0,17-6-16 0 0,1 0 1 0 0,0 2-1 0 0,31-5 0 0 0,363-48 340 0 0,-216 26-99 0 0,-103 19-94 0 0,148-25-6 0 0,-189 27-125 0 0,-21 6-7 0 0,1-2 0 0 0,-1-1 0 0 0,0-1 1 0 0,57-25-1 0 0,-87 32 13 0 0,0 0 1 0 0,0 0-1 0 0,0 0 1 0 0,0 1-1 0 0,-1-1 1 0 0,1 0-1 0 0,0-1 1 0 0,-1 1-1 0 0,1 0 1 0 0,-1 0-1 0 0,1 0 1 0 0,-1 0-1 0 0,1 0 1 0 0,-1 0-1 0 0,0-1 1 0 0,0 1-1 0 0,0 0 1 0 0,1 0-1 0 0,-1-1 1 0 0,0 1-1 0 0,0 0 1 0 0,-1 0-1 0 0,1 0 1 0 0,0-1-1 0 0,0 1 1 0 0,-1 0-1 0 0,1 0 1 0 0,0 0-1 0 0,-1-1 1 0 0,1 1-1 0 0,-1 0 1 0 0,0 0-1 0 0,0-1 1 0 0,-6-3-5 0 0,0 0 1 0 0,-1 1 0 0 0,1 0 0 0 0,-1 0 0 0 0,1 1 0 0 0,-1 0 0 0 0,0 0 0 0 0,-13-2 0 0 0,-5-2 21 0 0,-26-10 61 0 0,-179-68 579 0 0,155 59-944 0 0,64 22 283 0 0,11 4 1 0 0,0 0 0 0 0,0 0 0 0 0,0 0 0 0 0,0-1 0 0 0,0 1 0 0 0,0 0 0 0 0,0-1 0 0 0,0 1 0 0 0,0-1 0 0 0,1 1-1 0 0,-1-1 1 0 0,0 0 0 0 0,0 1 0 0 0,0-1 0 0 0,0 0 0 0 0,1 1 0 0 0,-1-1 0 0 0,0 0 0 0 0,1 0 0 0 0,-1 0 0 0 0,0 0 0 0 0,0 0-3 0 0,1 0 0 0 0,-1 0 0 0 0,0 0-1 0 0,0 1 1 0 0,1-1 0 0 0,-1 0 0 0 0,0 1 0 0 0,0-1 0 0 0,0 0-1 0 0,0 1 1 0 0,0-1 0 0 0,0 1 0 0 0,0 0 0 0 0,0-1 0 0 0,0 1-1 0 0,0 0 1 0 0,0-1 0 0 0,0 1 0 0 0,0 0 0 0 0,-2 0 0 0 0,2 0-10 0 0,-24-11-54 0 0,-2-2-257 0 0,-32-9-1 0 0,25 10 108 0 0,17 6 158 0 0,1 0 0 0 0,-1 2 0 0 0,0 0 0 0 0,-25-3 0 0 0,-446 2-77 0 0,134 9 93 0 0,237-7 42 0 0,-428-27 23 0 0,48-25 68 0 0,-20 31 104 0 0,323 21-167 0 0,68 4-64 0 0,-178 23 1 0 0,111-16 16 0 0,23-3 21 0 0,165-5-4 0 0,-82 9-5 0 0,0-3 1 0 0,-139-10-1 0 0,-35-18 112 0 0,193 22-123 0 0,-15-1 19 0 0,-105-10 52 0 0,78 6-30 0 0,-13 7-61 0 0,29 2-75 0 0,28-4 110 0 0,-60-1 75 0 0,-157 20 0 0 0,-183 42-88 0 0,261-36-4 0 0,-256 22-17 0 0,306-38 98 0 0,-160 4-59 0 0,280-13-4 0 0,0-1 0 0 0,-55-9 0 0 0,63 1 0 0 0,25 8 0 0 0,-1 0 0 0 0,0 0 0 0 0,-1 0 0 0 0,1 0 0 0 0,0 0 0 0 0,0 1 0 0 0,0-1 0 0 0,-4 1 0 0 0,-15-1 13 0 0,18-4 27 0 0,4 10-107 0 0,-5-4 14 0 0,-17 2 40 0 0,-63 34-54 0 0,52-24 64 0 0,12-4 15 0 0,1-1-1 0 0,-1-1 1 0 0,0-1 0 0 0,0-1-1 0 0,-27 3 1 0 0,-130 14-26 0 0,-4-10 28 0 0,144-7-14 0 0,31-4 0 0 0,0 0 0 0 0,0 0 0 0 0,0 0 0 0 0,-12-2 0 0 0,10-1 0 0 0,-35 4 0 0 0,-9-1 0 0 0,26 0 0 0 0,-60 13-54 0 0,73-11 1 0 0,8-1-105 0 0,1-1-1 0 0,0 1 1 0 0,0 0-1 0 0,0 0 1 0 0,0 0 0 0 0,0 1-1 0 0,-8 6 1 0 0,13-9 114 0 0,-1 0 1 0 0,1 0-1 0 0,0 0 1 0 0,0 0-1 0 0,-1 1 1 0 0,1-1-1 0 0,0 0 1 0 0,0 0-1 0 0,0 1 1 0 0,0-1-1 0 0,0 0 1 0 0,-1 0-1 0 0,1 0 1 0 0,0 1-1 0 0,0-1 1 0 0,0 0-1 0 0,0 0 1 0 0,0 1-1 0 0,0-1 1 0 0,0 0-1 0 0,0 1 1 0 0,0-1-1 0 0,0 0 1 0 0,0 0-1 0 0,0 1 1 0 0,0-1-1 0 0,0 0 1 0 0,0 0-1 0 0,0 1 1 0 0,0-1-1 0 0,0 0 1 0 0,0 0-1 0 0,0 1 1 0 0,1-1-1 0 0,-1 0 1 0 0,0 0-1 0 0,0 1 1 0 0,0-1-1 0 0,0 0 1 0 0,1 0 0 0 0,-1 0-1 0 0,0 1 1 0 0,0-1-1 0 0,0 0 1 0 0,1 0-1 0 0,-1 0 1 0 0,0 0-1 0 0,0 0 1 0 0,0 1-1 0 0,1-1 1 0 0,-1 0-1 0 0,0 0 1 0 0,0 0-1 0 0,1 0 1 0 0,-1 0-1 0 0,0 0 1 0 0,1 0-1 0 0,-1 0 1 0 0,0 0-1 0 0,0 0 1 0 0,1 0-1 0 0,16 3-1861 0 0,5-2-1484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3:55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743 316 1361 0 0,'6'11'4172'0'0,"-5"-10"-4112"0"0,0 0 1 0 0,1 0 0 0 0,-1-1 0 0 0,0 1 0 0 0,1-1-1 0 0,-1 1 1 0 0,1-1 0 0 0,-1 0 0 0 0,1 1 0 0 0,-1-1-1 0 0,1 0 1 0 0,2 0 0 0 0,0-6 99 0 0,41 0 13 0 0,-14 1 454 0 0,-31 3-502 0 0,0 2-99 0 0,-1 0 1 0 0,1-1 0 0 0,0 1-1 0 0,0 0 1 0 0,0-1-1 0 0,0 1 1 0 0,0 0-1 0 0,0-1 1 0 0,0 1-1 0 0,0 0 1 0 0,0-1-1 0 0,0 1 1 0 0,0 0-1 0 0,1-1 1 0 0,-1 1-1 0 0,0 0 1 0 0,0-1 0 0 0,0 1-1 0 0,0 0 1 0 0,0 0-1 0 0,1-1 1 0 0,-1 1-1 0 0,0 0 1 0 0,0-1-1 0 0,0 1 1 0 0,1 0-1 0 0,-1 0 1 0 0,0 0-1 0 0,1-1 1 0 0,-1 1-1 0 0,98-13 68 0 0,35-2-241 0 0,-117 10 104 0 0,-10 3 32 0 0,0 0-1 0 0,0 1 1 0 0,-1 0-1 0 0,1 0 0 0 0,0 1 1 0 0,0-1-1 0 0,0 1 1 0 0,7 1-1 0 0,-9-1 519 0 0,-4-1-567 0 0,0 1 53 0 0,0-1 0 0 0,1 1 0 0 0,-1 0 0 0 0,0-1 0 0 0,0 1 0 0 0,0-1 0 0 0,0 1 0 0 0,0-1 0 0 0,1 1 0 0 0,-1-1 0 0 0,0 1 0 0 0,1-1 0 0 0,-1 1 0 0 0,0 0 0 0 0,0-1 0 0 0,1 1 0 0 0,-1 0 0 0 0,1-1 0 0 0,-1 1 0 0 0,0 0 0 0 0,1-1 1 0 0,-1 1-1 0 0,1 0 0 0 0,-1 0 0 0 0,1-1 0 0 0,-1 1 0 0 0,1 0 0 0 0,-1 0 0 0 0,1 0 0 0 0,-1 0 0 0 0,1 0 0 0 0,0 0 0 0 0,-1 0-9 0 0,1 0 0 0 0,0-1 0 0 0,0 1-1 0 0,-1 0 1 0 0,1 0 0 0 0,0 0 0 0 0,-1-1 0 0 0,1 1 0 0 0,0 0 0 0 0,-1-1 0 0 0,1 1 0 0 0,-1-1 0 0 0,1 1 0 0 0,0-1-1 0 0,-1 1 1 0 0,1-1 0 0 0,-1 1 0 0 0,1-1 0 0 0,-1 1 0 0 0,0-1 0 0 0,1 1 0 0 0,-1-1 0 0 0,0 0 0 0 0,1 1-1 0 0,-1-1 1 0 0,0 0 0 0 0,0 1 0 0 0,1-1 0 0 0,-1 0 0 0 0,0 0 0 0 0,0 1 0 0 0,0-1 0 0 0,0 0 0 0 0,0-1 0 0 0,0 2 6 0 0,0 0 1 0 0,0 0-1 0 0,0-1 1 0 0,0 1 0 0 0,0 0-1 0 0,-1 0 1 0 0,1-1-1 0 0,0 1 1 0 0,0 0 0 0 0,0 0-1 0 0,0-1 1 0 0,0 1-1 0 0,-1 0 1 0 0,1 0 0 0 0,0 0-1 0 0,0-1 1 0 0,0 1-1 0 0,0 0 1 0 0,-1 0 0 0 0,1 0-1 0 0,0 0 1 0 0,0 0 0 0 0,-1 0-1 0 0,1-1 1 0 0,0 1-1 0 0,0 0 1 0 0,-1 0 0 0 0,1 0-1 0 0,0 0 1 0 0,0 0-1 0 0,-1 0 1 0 0,1 0 0 0 0,0 0-1 0 0,0 0 1 0 0,-1 0-1 0 0,1 0 1 0 0,0 0 0 0 0,0 0-1 0 0,-1 0 1 0 0,-15 4 24 0 0,9-3-55 0 0,-64 7 200 0 0,66-8-80 0 0,10 0-13 0 0,0 1-31 0 0,1 1 3 0 0,32-6-20 0 0,-14 1 184 0 0,-3 1 262 0 0,-35 1-160 0 0,9 1-171 0 0,1-1-41 0 0,-19-1 35 0 0,1 0 0 0 0,-42 3 1 0 0,41 0-9 0 0,0-1 1 0 0,1-1 0 0 0,-37-5-1 0 0,39 2-43 0 0,0 2 0 0 0,-35 0-1 0 0,-4-1 28 0 0,-128-2 309 0 0,27-2-93 0 0,107 6-240 0 0,24 2-79 0 0,0 1 1 0 0,-34 8-1 0 0,48-8-4 0 0,1 2 0 0 0,0-1 0 0 0,0 2 1 0 0,0 0-1 0 0,-25 14 0 0 0,39-19 3 0 0,0 0 0 0 0,0 0 0 0 0,-1 0 0 0 0,1 0 1 0 0,0 1-1 0 0,-1-1 0 0 0,1 0 0 0 0,0 0 0 0 0,0 1 0 0 0,0-1 0 0 0,-1 0 0 0 0,1 1 0 0 0,0-1 1 0 0,0 0-1 0 0,0 0 0 0 0,0 1 0 0 0,-1-1 0 0 0,1 0 0 0 0,0 1 0 0 0,0-1 0 0 0,0 1 0 0 0,0-1 1 0 0,0 0-1 0 0,0 1 0 0 0,0-1 0 0 0,0 0 0 0 0,0 1 0 0 0,0-1 0 0 0,0 1 0 0 0,0-1 0 0 0,0 0-1 0 0,1 1 1 0 0,-1-1-1 0 0,0 0 1 0 0,0 1 0 0 0,0-1-1 0 0,0 0 1 0 0,0 0-1 0 0,0 1 1 0 0,0-1-1 0 0,-1 0 1 0 0,1 1-1 0 0,0-1 1 0 0,0 0-1 0 0,0 0 1 0 0,0 1-1 0 0,0-1 1 0 0,0 0 0 0 0,0 0-1 0 0,-1 1 1 0 0,1-1-1 0 0,0 0 1 0 0,0 0-1 0 0,0 1 1 0 0,-1-1-1 0 0,1 0 1 0 0,0 0-1 0 0,0 0 1 0 0,0 1-1 0 0,-1-1 1 0 0,1 0 0 0 0,0 0-1 0 0,0 0 1 0 0,-1 0-1 0 0,1 0 1 0 0,-14 9 0 0 0,0-1 0 0 0,1 2 0 0 0,0 0 0 0 0,0 0 0 0 0,-18 22 0 0 0,30-31 0 0 0,0 0 1 0 0,1 0 0 0 0,-1 1 0 0 0,0-1 0 0 0,1 0-1 0 0,-1 0 1 0 0,1 1 0 0 0,0-1 0 0 0,-1 1 0 0 0,1-1-1 0 0,0 0 1 0 0,0 1 0 0 0,0-1 0 0 0,0 1 0 0 0,0-1-1 0 0,0 0 1 0 0,0 1 0 0 0,0-1 0 0 0,1 0 0 0 0,-1 2-1 0 0,1-2 0 0 0,-1 1 0 0 0,1-1 0 0 0,-1 0 0 0 0,0 0 0 0 0,0 0-1 0 0,0 0 1 0 0,0 1 0 0 0,0-1 0 0 0,0 0 0 0 0,0 0 0 0 0,0 0 0 0 0,0 0-1 0 0,0 1 1 0 0,-1-1 0 0 0,1 0 0 0 0,-1 0 0 0 0,1 0 0 0 0,0 0 0 0 0,-1 0-1 0 0,0 0 1 0 0,1 0 0 0 0,-2 2 0 0 0,0-2 0 0 0,0 0 0 0 0,0 1 0 0 0,1-1 0 0 0,-1 1 0 0 0,1 0 0 0 0,-1-1 0 0 0,1 1 0 0 0,-1 0 0 0 0,1 0 0 0 0,0 0 0 0 0,0 0 0 0 0,0 0 0 0 0,0 0 0 0 0,0 0 0 0 0,0 0 0 0 0,1 1 0 0 0,-1-1 0 0 0,1 0 0 0 0,0 0 0 0 0,-1 1 0 0 0,1-1 0 0 0,0 0 0 0 0,0 0 0 0 0,1 1 0 0 0,-1-1 0 0 0,1 3 0 0 0,-1-4 0 0 0,1-1 0 0 0,0 1 0 0 0,-1 0 0 0 0,1 0 0 0 0,0-1 0 0 0,0 1 0 0 0,-1 0 0 0 0,1-1 0 0 0,0 1 0 0 0,0-1 0 0 0,0 1 0 0 0,0-1 0 0 0,0 1 0 0 0,0-1 0 0 0,0 0 0 0 0,0 1 0 0 0,0-1 0 0 0,0 0 0 0 0,2 0 0 0 0,0 1 0 0 0,22 17-20 0 0,-23-16 13 0 0,1-1 1 0 0,-1 1-1 0 0,0 0 0 0 0,1-1 1 0 0,-1 0-1 0 0,1 1 0 0 0,0-1 1 0 0,-1 0-1 0 0,1 0 0 0 0,5 0 1 0 0,16 10-34 0 0,-21-10 37 0 0,-1 1 0 0 0,1-1 0 0 0,0 0 0 0 0,-1 0 0 0 0,1 0 0 0 0,0 0 0 0 0,0 0 0 0 0,4 0 0 0 0,76 13 29 0 0,-55-8-4 0 0,0-2 1 0 0,45 2-1 0 0,132 12-35 0 0,-90-1 26 0 0,10-6 54 0 0,381 51 93 0 0,-424-56-200 0 0,124-7 0 0 0,-31 3 40 0 0,-57 2 0 0 0,-7 2-67 0 0,-67-4 121 0 0,-25-1-40 0 0,47-6 52 0 0,9 0-133 0 0,111-27 214 0 0,-128 20-67 0 0,-36 11-67 0 0,3 2-20 0 0,-23 1-9 0 0,0-1-6 0 0,23 0 0 0 0,28 7-71 0 0,-28-7 100 0 0,0-1-1 0 0,0-1 1 0 0,0-2 0 0 0,0 0-1 0 0,0-1 1 0 0,-1-2 0 0 0,0 0-1 0 0,0-2 1 0 0,43-19 0 0 0,7-7 6 0 0,-47 22-80 0 0,-18 0 54 0 0,2 7 34 0 0,0-2-1 0 0,-1 1 1 0 0,20-17-1 0 0,-14 10 6 0 0,1 1 0 0 0,21-12 0 0 0,78-45 25 0 0,-53 30 4 0 0,69-31-1 0 0,-127 63-54 0 0,-5 3 14 0 0,-5 2 39 0 0,-19-2-51 0 0,-1-1 1 0 0,1-1 0 0 0,0-1-1 0 0,-30-14 1 0 0,50 19-3 0 0,-49-30 80 0 0,41 26-61 0 0,0 0 0 0 0,-20-14 0 0 0,3 2 4 0 0,7 12-23 0 0,11 2 0 0 0,8 2 0 0 0,-1 0 0 0 0,1 0 0 0 0,-1 1 0 0 0,0-1 0 0 0,0 1 0 0 0,0 0 0 0 0,0 0 0 0 0,0 0 0 0 0,-4 1 0 0 0,-15-7 14 0 0,14 3 33 0 0,-2 0-28 0 0,-4 1 48 0 0,-38-12-52 0 0,37 10 21 0 0,-1 1 0 0 0,1 1 1 0 0,-33-2-1 0 0,38 3-25 0 0,0 1 0 0 0,0 1-1 0 0,0 0 1 0 0,0 0 0 0 0,-12 3 0 0 0,12-2 5 0 0,1 0 0 0 0,-1-1-1 0 0,1 0 1 0 0,-1 0 0 0 0,-17-4 0 0 0,-24 2 18 0 0,-34 5 172 0 0,10-3-112 0 0,67 0-84 0 0,0 0 0 0 0,0 0 0 0 0,0-1-1 0 0,-14-2 1 0 0,2 0 34 0 0,-130-10 127 0 0,68 3-115 0 0,27 3-69 0 0,-17-2 12 0 0,-305 26 95 0 0,344-14-96 0 0,16-2 5 0 0,1 1 1 0 0,-1 0 0 0 0,-19 6 0 0 0,-20-3 185 0 0,34-4-231 0 0,-92 16 29 0 0,65-11-31 0 0,18-3-13 0 0,1 1 1 0 0,-38 11-1 0 0,20-3 137 0 0,44-11-13 0 0,2-2-62 0 0,0 0 1 0 0,0 1-1 0 0,0-1 0 0 0,0 1 1 0 0,0-1-1 0 0,-1 1 0 0 0,1 0 1 0 0,0 1-1 0 0,0-1 0 0 0,0 0 0 0 0,-6 3 1 0 0,-1-2-3 0 0,-23 2 17 0 0,0 2 0 0 0,0 1 0 0 0,-50 17 0 0 0,75-20-33 0 0,0-1 1 0 0,0 0 0 0 0,0 0 0 0 0,-1-1-1 0 0,1 0 1 0 0,0 0 0 0 0,0-1 0 0 0,-10-1-1 0 0,-5 1-170 0 0,27 1-404 0 0,21 6-279 0 0,5 0-602 0 0,44 18 0 0 0,54 32-3761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3:31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0 194 1841 0 0,'0'-30'5659'0'0,"0"-12"-3021"0"0,0 41-2629 0 0,0 0 1 0 0,0 1-1 0 0,0-1 0 0 0,1 1 0 0 0,-1-1 1 0 0,0 0-1 0 0,0 1 0 0 0,0-1 1 0 0,1 1-1 0 0,-1-1 0 0 0,0 1 1 0 0,1-1-1 0 0,-1 1 0 0 0,0-1 0 0 0,1 1 1 0 0,-1-1-1 0 0,1 1 0 0 0,-1 0 1 0 0,1-1-1 0 0,-1 1 0 0 0,0 0 1 0 0,1-1-1 0 0,0 1 0 0 0,-1 0 0 0 0,1 0 1 0 0,-1-1-1 0 0,1 1 0 0 0,-1 0 1 0 0,1 0-1 0 0,1 0 0 0 0,-2-1-4 0 0,1 1-1 0 0,0 0 0 0 0,-1 0 1 0 0,1 0-1 0 0,0 0 0 0 0,-1-1 1 0 0,1 1-1 0 0,0 0 0 0 0,-1-1 1 0 0,1 1-1 0 0,-1-1 0 0 0,1 1 1 0 0,-1-1-1 0 0,1 1 0 0 0,-1-1 1 0 0,1 1-1 0 0,-1-1 0 0 0,1 1 1 0 0,-1-1-1 0 0,1 1 0 0 0,-1-1 1 0 0,0 0-1 0 0,1 1 0 0 0,-1-1 1 0 0,0 0-1 0 0,0 1 0 0 0,0-1 1 0 0,1 0-1 0 0,-1 1 0 0 0,0-1 1 0 0,0-1-1 0 0,0 1 3 0 0,0 0 0 0 0,1 0 1 0 0,-1-1-1 0 0,1 1 0 0 0,-1 0 1 0 0,1 0-1 0 0,0 0 0 0 0,-1 0 0 0 0,1 0 1 0 0,0 0-1 0 0,0 0 0 0 0,0 0 1 0 0,0 1-1 0 0,-1-1 0 0 0,1 0 0 0 0,0 0 1 0 0,0 1-1 0 0,3-2 0 0 0,24-13 56 0 0,-19 11-37 0 0,7-5-5 0 0,0 2 1 0 0,1 0 0 0 0,0 0-1 0 0,0 2 1 0 0,0 0 0 0 0,1 1-1 0 0,24-3 1 0 0,-16 5-6 0 0,0 2 0 0 0,0 0 0 0 0,0 2 0 0 0,41 7 0 0 0,-55-6-9 0 0,-1 0-1 0 0,1 1 1 0 0,-1 1 0 0 0,1-1-1 0 0,-1 2 1 0 0,-1-1 0 0 0,1 2-1 0 0,-1-1 1 0 0,0 1 0 0 0,0 1-1 0 0,14 14 1 0 0,-21-19-10 0 0,0 1 0 0 0,-1-1 1 0 0,1 1-1 0 0,-1-1 0 0 0,0 1 0 0 0,0 0 0 0 0,0 0 1 0 0,0 0-1 0 0,-1 0 0 0 0,1 1 0 0 0,-1-1 0 0 0,0 0 1 0 0,-1 0-1 0 0,1 1 0 0 0,-1-1 0 0 0,0 0 0 0 0,0 1 1 0 0,-1 7-1 0 0,1-10 9 0 0,0 0 0 0 0,0 0 0 0 0,-1 0 0 0 0,0 0 0 0 0,1 1 0 0 0,-1-1-1 0 0,0 0 1 0 0,0 0 0 0 0,0 0 0 0 0,0 0 0 0 0,0-1 0 0 0,-1 1 0 0 0,1 0 0 0 0,0 0 0 0 0,-1-1 0 0 0,1 1 0 0 0,-1-1 0 0 0,0 1 0 0 0,0-1 0 0 0,1 0 0 0 0,-1 0 0 0 0,-3 2 0 0 0,-14 13 43 0 0,-17 35-169 0 0,30-46 123 0 0,0-1 0 0 0,-1 1 0 0 0,0-1 0 0 0,1 0 0 0 0,-1-1-1 0 0,-9 4 1 0 0,-30 17 31 0 0,35-16-38 0 0,-31 23 56 0 0,40-29-49 0 0,0 0-1 0 0,0-1 1 0 0,0 1 0 0 0,1 0 0 0 0,-1 0 0 0 0,0 0 0 0 0,1 0-1 0 0,0 0 1 0 0,-1 0 0 0 0,1 0 0 0 0,0 1 0 0 0,0-1 0 0 0,0 0-1 0 0,1 1 1 0 0,-2 4 0 0 0,2-6-6 0 0,0 0 1 0 0,0 0-1 0 0,0 0 0 0 0,0 1 0 0 0,-1-1 0 0 0,1 0 1 0 0,0 0-1 0 0,-1 0 0 0 0,1 0 0 0 0,-1 0 0 0 0,1 0 0 0 0,-1 0 1 0 0,1 0-1 0 0,-1 0 0 0 0,0 0 0 0 0,1 0 0 0 0,-1 0 1 0 0,0 0-1 0 0,0 0 0 0 0,0-1 0 0 0,0 1 0 0 0,0 0 1 0 0,-1 0-1 0 0,1 0 0 0 0,0-1-1 0 0,0 1 1 0 0,1-1 0 0 0,-1 1-1 0 0,0 0 1 0 0,0-1 0 0 0,1 1-1 0 0,-1 0 1 0 0,0 0 0 0 0,1-1-1 0 0,-1 1 1 0 0,1 0 0 0 0,-1 0 0 0 0,1 0-1 0 0,-1 0 1 0 0,1 0 0 0 0,0 0-1 0 0,-1 0 1 0 0,1-1 0 0 0,0 1-1 0 0,0 0 1 0 0,0 0 0 0 0,-1 2-1 0 0,1-5 4 0 0,0 1 0 0 0,1 0-1 0 0,-1 0 1 0 0,0 0-1 0 0,0 0 1 0 0,0-1 0 0 0,1 1-1 0 0,-1 0 1 0 0,0 0-1 0 0,1 0 1 0 0,-1 0-1 0 0,1 0 1 0 0,0 0 0 0 0,-1 0-1 0 0,1 0 1 0 0,0 0-1 0 0,-1 0 1 0 0,1 0 0 0 0,0 1-1 0 0,0-1 1 0 0,0 0-1 0 0,0 0 1 0 0,0 1-1 0 0,0-1 1 0 0,0 1 0 0 0,0-1-1 0 0,0 1 1 0 0,0-1-1 0 0,0 1 1 0 0,0 0 0 0 0,2-1-1 0 0,6-10 1 0 0,-7 10 6 0 0,1 0 0 0 0,-1 0 1 0 0,1 1-1 0 0,0-1 0 0 0,0 0 0 0 0,-1 1 0 0 0,1 0 1 0 0,0 0-1 0 0,0 0 0 0 0,-1 0 0 0 0,1 0 0 0 0,0 0 0 0 0,0 1 1 0 0,4 0-1 0 0,47 23 148 0 0,-51-22-147 0 0,168 101 220 0 0,-112-65-148 0 0,-53-34-127 0 0,1-1 0 0 0,-1 0 0 0 0,1-1 0 0 0,-1 1 0 0 0,1-1 0 0 0,0-1 0 0 0,0 1 0 0 0,0-1 0 0 0,0 0 0 0 0,0-1-1 0 0,0 1 1 0 0,11-2 0 0 0,-8 0-356 0 0,0 0 0 0 0,0-1-1 0 0,1 0 1 0 0,-2-1 0 0 0,1 0 0 0 0,18-9-1 0 0,-24 10 49 0 0,0 0 0 0 0,0-1-1 0 0,0 0 1 0 0,0 0 0 0 0,-1 0-1 0 0,5-5 1 0 0,18-22-2979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3:32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367 144 1361 0 0,'0'-1'174'0'0,"0"0"0"0"0,1 0 0 0 0,-1 0 0 0 0,0 0 0 0 0,1 0 0 0 0,-1 0 0 0 0,1 1 0 0 0,-1-1 0 0 0,1 0 0 0 0,-1 0 0 0 0,1 1 1 0 0,-1-1-1 0 0,1 0 0 0 0,0 0 0 0 0,-1 1 0 0 0,1-1 0 0 0,0 1 0 0 0,0-1 0 0 0,-1 1 0 0 0,1-1 0 0 0,0 1 0 0 0,0-1 0 0 0,0 1 1 0 0,0 0-1 0 0,1-1 0 0 0,26-5 417 0 0,-24 5-213 0 0,-3 0-335 0 0,-1 1-1 0 0,1-1 0 0 0,-1 0 0 0 0,1 1 0 0 0,-1-1 0 0 0,0 0 0 0 0,1 0 0 0 0,-1 0 0 0 0,0 1 0 0 0,1-1 0 0 0,-1 0 0 0 0,0 0 0 0 0,0 0 0 0 0,0 0 0 0 0,0 0 0 0 0,0 1 0 0 0,0-1 0 0 0,0 0 0 0 0,0 0 0 0 0,0 0 0 0 0,0 0 0 0 0,0 0 0 0 0,0 1 0 0 0,-1-1 0 0 0,1 0 1 0 0,0 0-1 0 0,-1 0 0 0 0,1 1 0 0 0,0-1 0 0 0,-1 0 0 0 0,1 0 0 0 0,-2 0 0 0 0,-5-3 30 0 0,-1 0 0 0 0,1 1 0 0 0,-1 0 0 0 0,1 1 1 0 0,-1 0-1 0 0,0 0 0 0 0,0 0 0 0 0,0 1 0 0 0,0 1 0 0 0,0-1 1 0 0,0 1-1 0 0,-1 0 0 0 0,1 1 0 0 0,0 0 0 0 0,0 0 0 0 0,-8 3 0 0 0,0 0-26 0 0,1 1-1 0 0,0 1 0 0 0,-1 0 0 0 0,2 0 0 0 0,-1 2 0 0 0,1 0 0 0 0,-14 10 0 0 0,-7 17-31 0 0,30-32-8 0 0,0 0 0 0 0,1 0 0 0 0,0 0 0 0 0,-1 1 0 0 0,1 0 0 0 0,1-1 0 0 0,-1 2 0 0 0,0-1 0 0 0,1 0 0 0 0,-5 10 0 0 0,-44 85 31 0 0,51-97-34 0 0,0-1 3 0 0,1 0 0 0 0,-1 0-1 0 0,1 0 1 0 0,-1 1 0 0 0,1-1-1 0 0,0 0 1 0 0,0 0 0 0 0,0 0 0 0 0,0 0-1 0 0,0 0 1 0 0,0 1 0 0 0,0-1-1 0 0,0 0 1 0 0,0 0 0 0 0,0 0-1 0 0,0 0 1 0 0,1 1 0 0 0,-1-1 0 0 0,1 0-1 0 0,-1 0 1 0 0,1 0 0 0 0,-1 0-1 0 0,1 0 1 0 0,-1 0 0 0 0,1 0-1 0 0,0 0 1 0 0,0 0 0 0 0,0 0-1 0 0,30 26 83 0 0,-19-18-47 0 0,-2-3-22 0 0,-1 0 0 0 0,1-1 0 0 0,0 0 1 0 0,0 0-1 0 0,0-1 0 0 0,1 0 1 0 0,-1-1-1 0 0,1 0 0 0 0,0-1 0 0 0,19 2 1 0 0,-6 0 8 0 0,4 0-20 0 0,-1 0 1 0 0,1-2-1 0 0,0-1 1 0 0,0-1-1 0 0,0-2 1 0 0,0 0-1 0 0,0-2 1 0 0,-1-1-1 0 0,0-2 1 0 0,42-14-1 0 0,-57 15 7 0 0,0 0 1 0 0,0 0-1 0 0,0-2 0 0 0,-1 1 0 0 0,0-1 1 0 0,0-1-1 0 0,-1 0 0 0 0,0-1 0 0 0,-1 1 1 0 0,0-2-1 0 0,0 1 0 0 0,-1-2 0 0 0,11-20 1 0 0,-16 28-15 0 0,0-1 0 0 0,-1 1 0 0 0,0-1 0 0 0,0 0 0 0 0,0 1 0 0 0,-1-1 0 0 0,1 0 0 0 0,-1 0 0 0 0,0 0 0 0 0,-1 0 0 0 0,1 0 0 0 0,-1 0 0 0 0,0 0 0 0 0,0 0 0 0 0,0 0 0 0 0,-1 0 0 0 0,0 0 0 0 0,0 0 0 0 0,0 0 0 0 0,-3-7 0 0 0,1 3 4 0 0,-2-18 17 0 0,4 22-19 0 0,1 1 0 0 0,-1-1 0 0 0,0 0 0 0 0,0 1 0 0 0,-1-1 0 0 0,1 1 0 0 0,-1 0 0 0 0,0-1 0 0 0,0 1 0 0 0,-1 0 0 0 0,1 0 0 0 0,-1 1 0 0 0,0-1 0 0 0,-3-4 0 0 0,-2 2-20 0 0,1 0 0 0 0,-1 1 0 0 0,0 0 0 0 0,0 0-1 0 0,0 1 1 0 0,-1 0 0 0 0,1 0 0 0 0,-1 1 0 0 0,0 0 0 0 0,0 1 0 0 0,0 0 0 0 0,-1 0-1 0 0,1 1 1 0 0,-12-1 0 0 0,8 2-71 0 0,0 0-1 0 0,0 0 1 0 0,0 1-1 0 0,0 1 0 0 0,0 0 1 0 0,0 1-1 0 0,1 0 1 0 0,-25 11-1 0 0,32-12-158 0 0,0 1 0 0 0,1 0-1 0 0,0-1 1 0 0,0 2 0 0 0,0-1 0 0 0,0 0 0 0 0,0 1-1 0 0,1 0 1 0 0,-1 0 0 0 0,1 0 0 0 0,0 0-1 0 0,0 0 1 0 0,0 1 0 0 0,-2 6 0 0 0,4-7-353 0 0,0-1-1 0 0,0 1 1 0 0,0 0 0 0 0,1 0-1 0 0,-1 0 1 0 0,1 7 0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3:32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0 294 800 0 0,'17'-13'1164'0'0,"-1"-1"0"0"0,0 0 0 0 0,-1-1 0 0 0,0 0 0 0 0,15-24 0 0 0,21-20 376 0 0,-39 46-1416 0 0,1 1-1 0 0,0-1 0 0 0,1 2 1 0 0,1 0-1 0 0,-1 1 1 0 0,2 0-1 0 0,20-9 0 0 0,-26 16-109 0 0,-9 3-14 0 0,-1 0 0 0 0,1 0 0 0 0,0-1 0 0 0,0 1 0 0 0,-1 0 0 0 0,1 0 0 0 0,0 0 0 0 0,-1 0 0 0 0,1-1 0 0 0,0 1 0 0 0,-1 0 0 0 0,1-1 0 0 0,0 1 0 0 0,-1-1 0 0 0,1 1 0 0 0,-1-1 0 0 0,1 1 0 0 0,-1-1 0 0 0,1 1 0 0 0,-1-1 0 0 0,1 1 0 0 0,-1-1 0 0 0,1 1 0 0 0,-1-1 0 0 0,0 0 0 0 0,1 1 0 0 0,-1-1 0 0 0,0 0 0 0 0,0 0 0 0 0,1 1 0 0 0,-1-2 0 0 0,-1-2 3 0 0,1 3-4 0 0,1 1 1 0 0,0-1-1 0 0,0 1 0 0 0,0 0 0 0 0,0-1 1 0 0,0 1-1 0 0,0 0 0 0 0,0-1 0 0 0,0 1 0 0 0,0 0 1 0 0,0 0-1 0 0,0 0 0 0 0,1 0 0 0 0,-1 0 1 0 0,0 0-1 0 0,0 0 0 0 0,0 1 0 0 0,0-1 1 0 0,0 0-1 0 0,0 0 0 0 0,1 2 0 0 0,-1-2 0 0 0,-1 0 0 0 0,0 0-1 0 0,1 0 1 0 0,-1 1 0 0 0,0-1-1 0 0,1 0 1 0 0,-1 1-1 0 0,0-1 1 0 0,0 0 0 0 0,1 1-1 0 0,-1-1 1 0 0,0 0 0 0 0,0 1-1 0 0,0-1 1 0 0,1 0 0 0 0,-1 1-1 0 0,0-1 1 0 0,0 1 0 0 0,0-1-1 0 0,0 0 1 0 0,0 1-1 0 0,0-1 1 0 0,0 1 0 0 0,0-1-1 0 0,0 0 1 0 0,0 1 0 0 0,0-1-1 0 0,0 1 1 0 0,0-1 0 0 0,0 1-1 0 0,0-1 1 0 0,0 0-1 0 0,0 1 1 0 0,-1-1 0 0 0,1 0-1 0 0,0 1 1 0 0,0-1 0 0 0,0 1-1 0 0,-1-1 1 0 0,1 0 0 0 0,0 1-1 0 0,0-1 1 0 0,-1 0-1 0 0,1 0 1 0 0,0 1 0 0 0,-1-1-1 0 0,1 0 1 0 0,-1 1 0 0 0,-6 4 13 0 0,1 0 0 0 0,0 1 1 0 0,0 0-1 0 0,0 1 0 0 0,0-1 1 0 0,-5 10-1 0 0,-21 24 75 0 0,16-23-39 0 0,6-6-12 0 0,-1 0-1 0 0,2 1 1 0 0,-1 1 0 0 0,-9 18 0 0 0,-3 15 32 0 0,-14 25 11 0 0,19-44-70 0 0,9-16 1 0 0,0 1 0 0 0,1 0 0 0 0,0 0 0 0 0,1 0 0 0 0,1 1 0 0 0,-8 25 1 0 0,4 25 2 0 0,5-46-3 0 0,2-14-12 0 0,1 0-1 0 0,0 0 1 0 0,1-1 0 0 0,-1 1-1 0 0,0 0 1 0 0,1 0-1 0 0,0 0 1 0 0,-1 0 0 0 0,1 0-1 0 0,1 0 1 0 0,-1 0-1 0 0,0 0 1 0 0,1 0 0 0 0,-1 0-1 0 0,1-1 1 0 0,0 1 0 0 0,0 0-1 0 0,0 0 1 0 0,0-1-1 0 0,3 5 1 0 0,5 6-972 0 0,13-15-1934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3:34.5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209 152 1761 0 0,'0'-34'7043'0'0,"-4"34"-6883"0"0,3 0-145 0 0,1 0 1 0 0,-1 0-1 0 0,0 0 1 0 0,1 0-1 0 0,-1 0 0 0 0,1 0 1 0 0,-1 0-1 0 0,0 0 0 0 0,1 0 1 0 0,-1 0-1 0 0,0-1 1 0 0,1 1-1 0 0,-1 0 0 0 0,0 0 1 0 0,1-1-1 0 0,-1 1 0 0 0,1 0 1 0 0,-1-1-1 0 0,1 1 1 0 0,-1 0-1 0 0,0-1 0 0 0,1 1 1 0 0,0-1-1 0 0,-1 0 0 0 0,-2-22 405 0 0,3 22-424 0 0,0 0 9 0 0,0 0-1 0 0,1-1 0 0 0,-1 1 0 0 0,0 0 0 0 0,0 0 0 0 0,1 0 0 0 0,-1 0 0 0 0,0 0 0 0 0,1 0 0 0 0,-1 0 0 0 0,1 0 0 0 0,-1 0 0 0 0,1 0 0 0 0,0 0 0 0 0,0 0 0 0 0,-1 0 0 0 0,1 0 1 0 0,0 0-1 0 0,1 0 0 0 0,-1 0-1 0 0,0 0 0 0 0,0 0 0 0 0,-1 1 1 0 0,1-1-1 0 0,0 0 0 0 0,0 0 1 0 0,-1 0-1 0 0,1 0 0 0 0,0 0 0 0 0,-1 0 1 0 0,1 0-1 0 0,-1 0 0 0 0,0 0 1 0 0,1 0-1 0 0,-1 0 0 0 0,0-1 0 0 0,0 1 1 0 0,1 0-1 0 0,-1-2 0 0 0,0 3-2 0 0,0-1 0 0 0,0 0 0 0 0,0 0-1 0 0,0 0 1 0 0,0 0 0 0 0,0 0 0 0 0,1 0-1 0 0,-1 1 1 0 0,0-1 0 0 0,1 0 0 0 0,-1 0-1 0 0,0 0 1 0 0,1 1 0 0 0,-1-1 0 0 0,1 0 0 0 0,-1 0-1 0 0,1 1 1 0 0,0-1 0 0 0,-1 1 0 0 0,1-1-1 0 0,0 0 1 0 0,-1 1 0 0 0,1-1 0 0 0,0 1 0 0 0,-1-1-1 0 0,1 1 1 0 0,1-1 0 0 0,-1 1 2 0 0,0 0 0 0 0,0-1 0 0 0,-1 1 0 0 0,1-1 0 0 0,0 1 0 0 0,-1-1 0 0 0,1 1 0 0 0,0-1 0 0 0,-1 1 0 0 0,1-1 0 0 0,0 1 0 0 0,-1-1 0 0 0,1 0 0 0 0,-1 0 0 0 0,1 1 0 0 0,-1-1 0 0 0,0 0 1 0 0,1 0-1 0 0,-1 1 0 0 0,0-1 0 0 0,1 0 0 0 0,-1 0 0 0 0,0 0 0 0 0,0 0 0 0 0,0 1 0 0 0,0-1 0 0 0,0-1 0 0 0,0 0 64 0 0,0-1 217 0 0,0 5-155 0 0,0-1 178 0 0,-2-1-287 0 0,-1 1 0 0 0,0-1 0 0 0,1 1 0 0 0,-1 0 0 0 0,1 0 0 0 0,-1 0 0 0 0,1 0 0 0 0,-1 0 0 0 0,1 1 0 0 0,0-1 0 0 0,-1 1 0 0 0,-2 2 0 0 0,-27 27 176 0 0,24-23-145 0 0,-3 4 28 0 0,1 0-1 0 0,0 1 1 0 0,1 0 0 0 0,1 0 0 0 0,-7 16-1 0 0,-33 80 173 0 0,26-56-200 0 0,17-41-35 0 0,1 0 0 0 0,0 0 0 0 0,0 1 1 0 0,1-1-1 0 0,1 1 0 0 0,0 0 1 0 0,0 0-1 0 0,2 20 0 0 0,0-32-28 0 0,0 0 0 0 0,0 0-1 0 0,0 0 1 0 0,0 0-1 0 0,0 0 1 0 0,0 0 0 0 0,1 0-1 0 0,-1 0 1 0 0,0 0 0 0 0,1 0-1 0 0,-1 0 1 0 0,1 0 0 0 0,-1 0-1 0 0,1 0 1 0 0,0 0 0 0 0,-1 0-1 0 0,1-1 1 0 0,0 1-1 0 0,-1 0 1 0 0,1 0 0 0 0,0-1-1 0 0,0 1 1 0 0,0-1 0 0 0,0 1-1 0 0,0-1 1 0 0,-1 1 0 0 0,1-1-1 0 0,0 1 1 0 0,2-1-1 0 0,25 4-778 0 0,-25-4 619 0 0,0-1-113 0 0,0 1 0 0 0,1-1 0 0 0,-1 1 0 0 0,0-1 0 0 0,0 0 0 0 0,1 0 0 0 0,-1 0 0 0 0,0-1 1 0 0,0 1-1 0 0,5-4 0 0 0,63-35-5398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3:35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422 47 960 0 0,'2'-1'191'0'0,"-1"1"0"0"0,1-1-1 0 0,-1 1 1 0 0,1-1-1 0 0,-1 0 1 0 0,1 1-1 0 0,-1-1 1 0 0,0 0 0 0 0,0 0-1 0 0,1 0 1 0 0,-1 0-1 0 0,0 0 1 0 0,0 0-1 0 0,0-1 1 0 0,0 1-1 0 0,0 0 1 0 0,0 0 0 0 0,0-1-1 0 0,-1 1 1 0 0,1-1-1 0 0,0 1 1 0 0,-1 0-1 0 0,1-1 1 0 0,-1 1 0 0 0,0-1-1 0 0,1 0 1 0 0,-1 1-1 0 0,0-1 1 0 0,0 1-1 0 0,0-1 1 0 0,0 1-1 0 0,0-1 1 0 0,0 0 0 0 0,-1-2-1 0 0,-3 3 304 0 0,-1 1-464 0 0,1 1 1 0 0,-1 0 0 0 0,1 0-1 0 0,0 0 1 0 0,0 0 0 0 0,0 1-1 0 0,0 0 1 0 0,0 0 0 0 0,0 0-1 0 0,0 0 1 0 0,0 1 0 0 0,1-1-1 0 0,-6 6 1 0 0,-47 50-239 0 0,28-27 213 0 0,5-9 25 0 0,-92 87 154 0 0,111-105-155 0 0,0 0-1 0 0,0 0 1 0 0,1 0 0 0 0,-1 1 0 0 0,-4 8 0 0 0,5-8 6 0 0,0 0 1 0 0,-1 0 0 0 0,1-1-1 0 0,-1 1 1 0 0,-5 4 0 0 0,-9 5 29 0 0,14-11-52 0 0,-1-1 1 0 0,1 2-1 0 0,0-1 1 0 0,1 0 0 0 0,-1 1-1 0 0,-3 4 1 0 0,-3 10 6 0 0,9-14-12 0 0,-1 0-1 0 0,0-1 0 0 0,0 1 1 0 0,0-1-1 0 0,-1 0 1 0 0,1 0-1 0 0,-5 5 1 0 0,4-5-5 0 0,0 0 0 0 0,1 0 1 0 0,0 0-1 0 0,-1 0 0 0 0,1 1 0 0 0,0-1 1 0 0,1 1-1 0 0,-1-1 0 0 0,1 1 0 0 0,-1 0 1 0 0,1-1-1 0 0,0 1 0 0 0,0 5 0 0 0,-1 54 39 0 0,3-35-36 0 0,0-25-5 0 0,-1-1 0 0 0,1 1-1 0 0,0-1 1 0 0,0 0 0 0 0,0 1 0 0 0,0-1-1 0 0,1 0 1 0 0,-1 0 0 0 0,1 0-1 0 0,-1 0 1 0 0,1 0 0 0 0,0 0 0 0 0,0 0-1 0 0,-1-1 1 0 0,1 1 0 0 0,1-1 0 0 0,-1 1-1 0 0,0-1 1 0 0,0 0 0 0 0,0 0-1 0 0,1 0 1 0 0,3 2 0 0 0,4 1-2 0 0,-1-1 1 0 0,0 0-1 0 0,1 0 0 0 0,18 2 1 0 0,-15-6-2 0 0,1 0 1 0 0,-1-1-1 0 0,1-1 1 0 0,-1 0-1 0 0,0 0 1 0 0,0-2-1 0 0,0 1 1 0 0,14-9-1 0 0,-23 11 11 0 0,0-1 0 0 0,0 0-1 0 0,0 0 1 0 0,-1 0 0 0 0,1-1 0 0 0,-1 1-1 0 0,0-1 1 0 0,0 0 0 0 0,0 0 0 0 0,-1 0-1 0 0,1 0 1 0 0,-1 0 0 0 0,0-1 0 0 0,0 1-1 0 0,0-1 1 0 0,-1 1 0 0 0,0-1 0 0 0,0 0-1 0 0,0 1 1 0 0,0-1 0 0 0,-1 0 0 0 0,1 0-1 0 0,-1 1 1 0 0,0-1 0 0 0,-1 0-1 0 0,1 0 1 0 0,-1 0 0 0 0,-2-6 0 0 0,-3-1 18 0 0,-1 0 0 0 0,0 0 1 0 0,-10-11-1 0 0,5 5-3 0 0,9 13-37 0 0,-1 1 1 0 0,1-1-1 0 0,-1 1 0 0 0,0-1 1 0 0,0 1-1 0 0,-1 0 0 0 0,1 1 1 0 0,-1-1-1 0 0,0 1 0 0 0,0 0 1 0 0,0 0-1 0 0,0 0 0 0 0,-1 1 1 0 0,1 0-1 0 0,-1 0 0 0 0,1 0 1 0 0,-1 1-1 0 0,0 0 0 0 0,-6-1 1 0 0,10 2-119 0 0,1 1 0 0 0,-1-1 1 0 0,1 0-1 0 0,-1 1 1 0 0,1-1-1 0 0,-1 1 1 0 0,1-1-1 0 0,-1 1 0 0 0,1 0 1 0 0,0 0-1 0 0,-1 0 1 0 0,1-1-1 0 0,0 1 0 0 0,0 1 1 0 0,-1-1-1 0 0,1 0 1 0 0,0 0-1 0 0,-1 2 1 0 0,6 0-466 0 0,-3-2 303 0 0,1 1 0 0 0,-1-1 1 0 0,1 0-1 0 0,0 0 0 0 0,-1 0 0 0 0,1 0 1 0 0,0 0-1 0 0,0 0 0 0 0,0-1 0 0 0,0 1 1 0 0,2 0-1 0 0,18 0-1895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3:36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555 42 1601 0 0,'0'-38'4855'0'0,"-4"36"-4228"0"0,-2 1-492 0 0,0 0 0 0 0,-1 1 0 0 0,1 0 0 0 0,0 0-1 0 0,0 1 1 0 0,0 0 0 0 0,0 0 0 0 0,0 0 0 0 0,-8 3-1 0 0,-59 26 310 0 0,28-9-48 0 0,-74 34 178 0 0,114-53-551 0 0,1 0 1 0 0,0 0 0 0 0,-1 0 0 0 0,1 1 0 0 0,0-1-1 0 0,-4 5 1 0 0,-16 8 36 0 0,19-13-56 0 0,0 0 0 0 0,1 0 1 0 0,-1 1-1 0 0,0 0 0 0 0,1 0 0 0 0,0 0 0 0 0,-1 0 0 0 0,1 1 0 0 0,1 0 0 0 0,-1 0 0 0 0,0 0 1 0 0,1 0-1 0 0,0 0 0 0 0,0 1 0 0 0,0 0 0 0 0,1-1 0 0 0,-1 1 0 0 0,1 0 0 0 0,0 0 0 0 0,1 0 0 0 0,-1 0 1 0 0,1 1-1 0 0,0-1 0 0 0,0 0 0 0 0,0 10 0 0 0,1-14-1 0 0,0 0 0 0 0,0 1-1 0 0,1-1 1 0 0,-1 0 0 0 0,0 0 0 0 0,0 0 0 0 0,1 0 0 0 0,-1 0-1 0 0,1 0 1 0 0,-1 1 0 0 0,1-1 0 0 0,-1 0 0 0 0,1 0 0 0 0,-1-1-1 0 0,1 1 1 0 0,0 0 0 0 0,0 0 0 0 0,0 0 0 0 0,-1 0 0 0 0,1 0-1 0 0,0-1 1 0 0,0 1 0 0 0,2 1 0 0 0,5 4 9 0 0,-1 3 24 0 0,-6-7-33 0 0,0 0 0 0 0,0-1 0 0 0,0 0 0 0 0,0 1 0 0 0,1-1-1 0 0,-1 0 1 0 0,0 1 0 0 0,1-1 0 0 0,-1 0 0 0 0,1 0 0 0 0,-1 0 0 0 0,1 0 0 0 0,0-1 0 0 0,3 2 0 0 0,9 6 6 0 0,2-2-20 0 0,34-4 0 0 0,-46-2 9 0 0,0 0 1 0 0,0 0-1 0 0,1 0 1 0 0,-1 0 0 0 0,0-1-1 0 0,0 0 1 0 0,0 0-1 0 0,0 0 1 0 0,1 0-1 0 0,-2 0 1 0 0,1-1 0 0 0,0 0-1 0 0,7-4 1 0 0,-10 4 1 0 0,1 0 1 0 0,-1 0 0 0 0,0 0 0 0 0,1 0 0 0 0,-1-1-1 0 0,0 1 1 0 0,0 0 0 0 0,0 0 0 0 0,-1-1-1 0 0,1 1 1 0 0,-1-1 0 0 0,1 1 0 0 0,-1-1-1 0 0,0 1 1 0 0,0-1 0 0 0,0 1 0 0 0,0-1 0 0 0,0 1-1 0 0,0-1 1 0 0,-1 1 0 0 0,1 0 0 0 0,-1-1-1 0 0,0 1 1 0 0,0 0 0 0 0,-1-4 0 0 0,-3-6 19 0 0,0-1 1 0 0,-1 1 0 0 0,0 0-1 0 0,-1 1 1 0 0,0 0-1 0 0,0 0 1 0 0,-2 0 0 0 0,1 1-1 0 0,-1 0 1 0 0,-16-12-1 0 0,19 17-60 0 0,0 1 0 0 0,0 0 0 0 0,0 0 0 0 0,-1 1 0 0 0,0 0-1 0 0,0 0 1 0 0,0 0 0 0 0,0 1 0 0 0,0 0 0 0 0,0 0-1 0 0,-1 1 1 0 0,1 0 0 0 0,-12 0 0 0 0,-1 1-883 0 0,-1 1 0 0 0,1 1-1 0 0,-25 6 1 0 0,41-6-1691 0 0,4 2-188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3:37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 42 960 0 0,'-150'-33'7897'0'0,"146"32"-7270"0"0,-16 1 385 0 0,35 0-863 0 0,-10 1-69 0 0,-5 2 0 0 0,0-2-65 0 0,1-1 1 0 0,-1 1-1 0 0,1-1 1 0 0,-1 1-1 0 0,1 0 1 0 0,-1-1-1 0 0,1 1 1 0 0,-1-1-1 0 0,1 1 0 0 0,0-1 1 0 0,-1 0-1 0 0,1 1 1 0 0,0-1-1 0 0,0 0 1 0 0,-1 1-1 0 0,1-1 1 0 0,0 0-1 0 0,0 0 0 0 0,-1 0 1 0 0,1 0-1 0 0,0 0 1 0 0,0 1-1 0 0,1-2 1 0 0,26 4 103 0 0,-20-2-35 0 0,40 2 442 0 0,81-5 1 0 0,-72-3-256 0 0,274-14 646 0 0,-242 19-577 0 0,157 19 0 0 0,-154-6 42 0 0,-8-3-51 0 0,0 4-1 0 0,154 46 1 0 0,-161-31-307 0 0,-26-8 204 0 0,87 22 0 0 0,-65-20 24 0 0,-57-17-204 0 0,0-1 0 0 0,1 0 1 0 0,-1-1-1 0 0,28 4 1 0 0,-39-8 4 0 0,-10-1-1387 0 0,-3-1 275 0 0,0 0 0 0 0,0-1 0 0 0,0 1-1 0 0,-13-8 1 0 0,-28-16-4290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3:57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16 1921 0 0,'-6'-3'820'0'0,"-1"0"1"0"0,1 0-1 0 0,-1 1 0 0 0,0 0 1 0 0,-9-1-1 0 0,34 7-1167 0 0,-14-4 427 0 0,1 4 160 0 0,15-1-83 0 0,1 0-1 0 0,32-2 0 0 0,-9 0 16 0 0,8 1-36 0 0,384 6 888 0 0,-160-16-660 0 0,-118 2-219 0 0,184 16 0 0 0,-257-2-120 0 0,567 73 110 0 0,-310-41 52 0 0,-191-24-85 0 0,18 1 9 0 0,102 17-48 0 0,-170-18-32 0 0,10-8 102 0 0,-4 7 228 0 0,43 6-55 0 0,28-20-39 0 0,-13-3 355 0 0,118 3 10 0 0,-178 3-408 0 0,194 5 432 0 0,-229-7-559 0 0,-44 0 15 0 0,-26-2-28 0 0,-11 1 23 0 0,6-2-27 0 0,5-3-53 0 0,-1 5-154 0 0,1 0 1 0 0,-1-1-1 0 0,0 1 1 0 0,0-1-1 0 0,0 1 1 0 0,0-1-1 0 0,0 1 0 0 0,0-1 1 0 0,0 0-1 0 0,0 1 1 0 0,0-1-1 0 0,0 0 1 0 0,0 0-1 0 0,0 0 0 0 0,0 0 1 0 0,0 0-1 0 0,0 0 1 0 0,-2 0-1 0 0,-8 1-1030 0 0,-38 9-4032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6:06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13 180 1361 0 0,'0'-11'4438'0'0,"0"7"-2389"0"0,0 7 14 0 0,-4-3-1956 0 0,-4-1-12 0 0,14 0 81 0 0,21-4 92 0 0,-17 3-340 0 0,13 1 72 0 0,34 1-67 0 0,-34 0 67 0 0,2 1 54 0 0,-25-1-53 0 0,0 0-1 0 0,0 0 0 0 0,0 0 1 0 0,0 0-1 0 0,0 0 1 0 0,0 0-1 0 0,0 0 1 0 0,0 0-1 0 0,0 0 0 0 0,0 0 1 0 0,0 0-1 0 0,0 0 1 0 0,0 0-1 0 0,0 0 0 0 0,0 0 1 0 0,0 0-1 0 0,0 0 1 0 0,0 0-1 0 0,0 1 0 0 0,0-1 1 0 0,0 0-1 0 0,0 0 1 0 0,0 0-1 0 0,0 0 0 0 0,0 0 1 0 0,0 0-1 0 0,0 0 1 0 0,0 0-1 0 0,0 0 0 0 0,0 0 1 0 0,0 0-1 0 0,0 0 1 0 0,0 0-1 0 0,0 0 1 0 0,0 0-1 0 0,0 0 0 0 0,0 0 1 0 0,-2 1-3 0 0,7 0-2 0 0,46 0 7 0 0,24-14 90 0 0,32-9 121 0 0,-54 12-121 0 0,-30 9-106 0 0,-12 1-12 0 0,4 1-52 0 0,-15-1 75 0 0,1 1 0 0 0,-1-1 1 0 0,0 0-1 0 0,1 0 0 0 0,-1 1 1 0 0,0-1-1 0 0,1 0 0 0 0,-1 1 1 0 0,0-1-1 0 0,0 1 0 0 0,1-1 1 0 0,-1 0-1 0 0,0 1 0 0 0,0-1 1 0 0,0 1-1 0 0,0-1 0 0 0,1 0 1 0 0,-1 1-1 0 0,0-1 0 0 0,0 1 1 0 0,0-1-1 0 0,0 1 1 0 0,0-1-1 0 0,0 1 0 0 0,0-1 1 0 0,0 1-1 0 0,4 5 2 0 0,-2-6 2 0 0,-1 0 1 0 0,0 0 1 0 0,0 0-1 0 0,0 1 0 0 0,0-1 0 0 0,0 0 1 0 0,1 0-1 0 0,-1 1 0 0 0,0-1 0 0 0,0 1 0 0 0,0-1 1 0 0,0 1-1 0 0,0 0 0 0 0,0-1 0 0 0,-1 1 1 0 0,1 0-1 0 0,0-1 0 0 0,0 1 0 0 0,0 0 0 0 0,0 1 1 0 0,1 0-1 0 0,-1-1 0 0 0,0 0 0 0 0,1 1 0 0 0,-1-1 0 0 0,1 0 0 0 0,0 0 0 0 0,-1 0 0 0 0,1 0 0 0 0,0 0 0 0 0,0 0 0 0 0,-1-1 0 0 0,1 1 0 0 0,4 0 0 0 0,-2 1 35 0 0,50 9-92 0 0,-32-10 41 0 0,31-9 13 0 0,1 9 80 0 0,-32-1-67 0 0,-18 0 214 0 0,-35-1 93 0 0,-1-2 0 0 0,0-1 1 0 0,1-1-1 0 0,0-2 0 0 0,0-1 0 0 0,1-1 0 0 0,-45-21 0 0 0,68 25-242 0 0,0 1 0 0 0,1-2 0 0 0,0 1 0 0 0,0-1-1 0 0,-7-8 1 0 0,9 10-131 0 0,3 2-120 0 0,0 1 0 0 0,1-1 0 0 0,-1 0 1 0 0,0 0-1 0 0,1 0 0 0 0,-1 0 0 0 0,1 0 0 0 0,0 1 1 0 0,-1-1-1 0 0,1 0 0 0 0,0 0 0 0 0,0 0 0 0 0,0 0 0 0 0,1 0 1 0 0,-1 0-1 0 0,0 0 0 0 0,1 0 0 0 0,-1 0 0 0 0,1 0 1 0 0,0 1-1 0 0,1-4 0 0 0,0 3-426 0 0,10-4-616 0 0,1 2-2600 0 0,9 3 827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6:07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528 85 1921 0 0,'0'-84'6710'0'0,"0"83"-6297"0"0,-3 2-346 0 0,-24 7-43 0 0,0 1 0 0 0,0 2 0 0 0,1 0 0 0 0,1 2 0 0 0,0 1 0 0 0,1 0 0 0 0,0 2 0 0 0,2 1 0 0 0,-36 33 0 0 0,6-9-125 0 0,-2 1-145 0 0,47-37 42 0 0,1 1 0 0 0,-1-2 0 0 0,0 1 0 0 0,0-1 0 0 0,0 0 0 0 0,0 0-1 0 0,-1-1 1 0 0,0 0 0 0 0,-8 3 0 0 0,-38 7-3718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6:09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240 48 240 0 0,'0'0'3242'0'0,"0"0"-3239"0"0,0 0 1 0 0,1-1 0 0 0,-1 1 0 0 0,0 0 0 0 0,0-1 0 0 0,0 1 0 0 0,0 0 0 0 0,0-1 0 0 0,0 1 0 0 0,0 0 0 0 0,0-1-1 0 0,0 1 1 0 0,0 0 0 0 0,0-1 0 0 0,0 1 0 0 0,0 0 0 0 0,0-1 0 0 0,0 1 0 0 0,0 0 0 0 0,0-1 0 0 0,0 1-1 0 0,0 0 1 0 0,-1-1 0 0 0,1 1 0 0 0,0 0 0 0 0,0-1 0 0 0,0 1 0 0 0,0 0 0 0 0,-1 0 0 0 0,1-1 0 0 0,0 1 0 0 0,0 0-1 0 0,-1 0 1 0 0,1-1 0 0 0,0 1 0 0 0,-1 0 0 0 0,1 0 0 0 0,0 0 0 0 0,0 0 0 0 0,-1-1 0 0 0,-6 0 167 0 0,1 0 0 0 0,-1 0 0 0 0,1-1 0 0 0,0 0 1 0 0,-7-2-1 0 0,13 3-148 0 0,0 1 0 0 0,0 0 0 0 0,0-1 0 0 0,0 1 1 0 0,1 0-1 0 0,-1-1 0 0 0,0 1 0 0 0,0 0 0 0 0,0-1 1 0 0,0 1-1 0 0,1 0 0 0 0,-1 0 0 0 0,0-1 0 0 0,0 1 0 0 0,0 0 1 0 0,1 0-1 0 0,-1-1 0 0 0,0 1 0 0 0,1 0 0 0 0,-1 0 0 0 0,0 0 1 0 0,0-1-1 0 0,1 1 0 0 0,-1 0 0 0 0,0 0 0 0 0,1 0 0 0 0,-1 0 1 0 0,0 0-1 0 0,1 0 0 0 0,-1 0 0 0 0,0 0 0 0 0,1 0 1 0 0,0 0-1 0 0,12-10 669 0 0,-12 9-636 0 0,0 0-1 0 0,-1 1 0 0 0,1-1 0 0 0,0 1 0 0 0,-1-1 0 0 0,1 1 0 0 0,0-1 0 0 0,0 1 0 0 0,-1 0 0 0 0,1-1 0 0 0,0 1 1 0 0,0 0-1 0 0,0-1 0 0 0,0 1 0 0 0,-1 0 0 0 0,1 0 0 0 0,0 0 0 0 0,0 0 0 0 0,0 0 0 0 0,0 0 0 0 0,0 0 1 0 0,0 0-1 0 0,-1 0 0 0 0,1 1 0 0 0,1-1 0 0 0,-1 0 47 0 0,3 0 44 0 0,-4 1-141 0 0,0-1 0 0 0,0 0 0 0 0,1 1 0 0 0,-1-1 0 0 0,0 0 0 0 0,0 1 0 0 0,1-1 0 0 0,-1 0 0 0 0,0 1 0 0 0,0-1 0 0 0,1 0 0 0 0,-1 0 0 0 0,0 1 0 0 0,1-1 0 0 0,-1 0 0 0 0,0 0 0 0 0,1 0 0 0 0,-1 0 0 0 0,0 1 0 0 0,1-1 0 0 0,-1 0 0 0 0,0 0 0 0 0,1 0 0 0 0,-1 0 0 0 0,1 0 0 0 0,-1 0 0 0 0,0 0 0 0 0,1 0 0 0 0,-1 0 0 0 0,0 0 0 0 0,1 0 0 0 0,-1 0 0 0 0,1 0 0 0 0,-1 0 0 0 0,0 0 0 0 0,1-1 0 0 0,0 1-4 0 0,-1 0 1 0 0,0 0-1 0 0,1 0 0 0 0,-1 0 1 0 0,1 0-1 0 0,-1-1 1 0 0,1 1-1 0 0,-1 0 1 0 0,1 0-1 0 0,-1 0 0 0 0,1 0 1 0 0,-1 1-1 0 0,0-1 1 0 0,1 0-1 0 0,-1 0 1 0 0,1 0-1 0 0,-1 0 0 0 0,1 0 1 0 0,-1 1-1 0 0,0-1 1 0 0,1 0-1 0 0,-1 0 1 0 0,1 0-1 0 0,-1 1 0 0 0,0-1 1 0 0,1 0-1 0 0,-1 1 1 0 0,0-1-1 0 0,1 0 1 0 0,-1 1-1 0 0,0-1 0 0 0,0 0 1 0 0,1 1-1 0 0,-1-1 1 0 0,0 1-1 0 0,0-1 1 0 0,0 1-1 0 0,1 0 0 0 0,-1-1 0 0 0,0 1-1 0 0,0 0 1 0 0,0-1-1 0 0,0 1 1 0 0,0 0-1 0 0,0-1 1 0 0,0 1-1 0 0,1 0 0 0 0,-1-1 1 0 0,0 1-1 0 0,0-1 1 0 0,1 1-1 0 0,-1 0 1 0 0,0-1-1 0 0,1 1 1 0 0,-1-1-1 0 0,1 1 1 0 0,-1-1-1 0 0,1 1 0 0 0,-1-1 1 0 0,1 0-1 0 0,-1 1 1 0 0,1-1-1 0 0,-1 0 1 0 0,1 1-1 0 0,0-1 1 0 0,-1 0-1 0 0,1 1 1 0 0,-1-1-1 0 0,1 0 0 0 0,0 0 1 0 0,0 0-1 0 0,0 1 0 0 0,0-1 0 0 0,-1 0 0 0 0,1 0 0 0 0,0 1 0 0 0,-1-1 0 0 0,1 0 0 0 0,0 1 0 0 0,-1-1 0 0 0,1 1 0 0 0,-1-1-1 0 0,1 1 1 0 0,0-1 0 0 0,-1 1 0 0 0,1-1 0 0 0,-1 1 0 0 0,0 0 0 0 0,1-1 0 0 0,-1 1 0 0 0,1 0 0 0 0,-1-1 0 0 0,0 1 0 0 0,0 0 0 0 0,1-1 0 0 0,-1 1 0 0 0,0 0 0 0 0,0 0 0 0 0,0-1 0 0 0,0 1 0 0 0,0 0 0 0 0,0 1 0 0 0,2 31-6 0 0,-1-22 28 0 0,0 0-1 0 0,-1-1 1 0 0,0 1 0 0 0,-1-1 0 0 0,0 1 0 0 0,-5 20-1 0 0,-39 65-7 0 0,37-65-14 0 0,-1-15 17 0 0,7-14-13 0 0,0 1 1 0 0,1-1-1 0 0,-1 1 1 0 0,1-1-1 0 0,0 1 1 0 0,0 0-1 0 0,0-1 1 0 0,0 1-1 0 0,1 0 1 0 0,-1 0-1 0 0,1 0 1 0 0,0-1-1 0 0,-1 5 1 0 0,2 3-21 0 0,-1-9 16 0 0,0-1 1 0 0,1 1-1 0 0,-1 0 1 0 0,0-1-1 0 0,0 1 1 0 0,0 0-1 0 0,0 0 1 0 0,0-1-1 0 0,0 1 1 0 0,0 0-1 0 0,0 0 1 0 0,0-1 0 0 0,0 1-1 0 0,0 0 1 0 0,0-1-1 0 0,0 1 1 0 0,0 0-1 0 0,-1 0 1 0 0,1-1-1 0 0,0 1 1 0 0,-1 0-1 0 0,1-1 1 0 0,0 1 0 0 0,-1-1-1 0 0,1 1 1 0 0,-1 0-1 0 0,1-1 1 0 0,-1 1-1 0 0,0 0 1 0 0,0-1 1 0 0,-17-5-6 0 0,17 4 6 0 0,1 1-1 0 0,0 0 1 0 0,-1-1-1 0 0,1 1 1 0 0,-1 0-1 0 0,1-1 0 0 0,0 1 1 0 0,0-1-1 0 0,-1 1 1 0 0,1 0-1 0 0,0-1 1 0 0,0 1-1 0 0,-1-1 1 0 0,1 1-1 0 0,0-1 1 0 0,0 1-1 0 0,0-1 0 0 0,0 1 1 0 0,0-1-1 0 0,0 1 1 0 0,0-1-1 0 0,-1 1 1 0 0,2-1-1 0 0,-1 1 1 0 0,0-1-1 0 0,0 1 0 0 0,0-1 1 0 0,0 1-1 0 0,0-1 1 0 0,0 1-1 0 0,0-1 1 0 0,1 1-1 0 0,-1 0 1 0 0,0-1-1 0 0,0 1 1 0 0,1-1-1 0 0,-1 1 0 0 0,0-1 1 0 0,1 1-1 0 0,-1 0 1 0 0,0-1-1 0 0,1 1 1 0 0,-1 0-1 0 0,0-1 1 0 0,1 1-1 0 0,0-1 1 0 0,1 0 0 0 0,0-1-1 0 0,0 0-1 0 0,0 0 1 0 0,-1 0-1 0 0,1 0 1 0 0,-1 0-1 0 0,1-1 1 0 0,-1 1-1 0 0,0 0 1 0 0,1-1-1 0 0,-1 1 1 0 0,0-1-1 0 0,-1 1 1 0 0,1-1-1 0 0,0 1 1 0 0,-1-1-1 0 0,0 0 1 0 0,1 1-1 0 0,-1-1 1 0 0,0 1-1 0 0,-1-6 1 0 0,1-124 79 0 0,0 131-80 0 0,0 1 1 0 0,0 0-1 0 0,0 0 0 0 0,0 0 1 0 0,0-1-1 0 0,0 1 0 0 0,0 0 1 0 0,0 0-1 0 0,0 0 0 0 0,0-1 1 0 0,0 1-1 0 0,0 0 0 0 0,0 0 1 0 0,0-1-1 0 0,0 1 1 0 0,0 0-1 0 0,0 0 0 0 0,0 0 1 0 0,0 0-1 0 0,-1-1 0 0 0,1 1 1 0 0,0 0-1 0 0,0 0 0 0 0,0 0 1 0 0,0 0-1 0 0,-1-1 0 0 0,1 1 1 0 0,0 0-1 0 0,0 0 0 0 0,0 0 1 0 0,-1 0-1 0 0,1 0 0 0 0,0 0 1 0 0,0 0-1 0 0,0 0 1 0 0,-1 0-1 0 0,1-1 0 0 0,-1 1 3 0 0,-1 0-1 0 0,1 0 0 0 0,0 0 0 0 0,0 0 1 0 0,0 0-1 0 0,-1 0 0 0 0,1 0 0 0 0,0 0 1 0 0,0 1-1 0 0,-1-1 0 0 0,1 0 1 0 0,0 1-1 0 0,0-1 0 0 0,0 1 0 0 0,0-1 1 0 0,0 1-1 0 0,0 0 0 0 0,0-1 1 0 0,0 1-1 0 0,0 0 0 0 0,0 0 0 0 0,0-1 1 0 0,0 1-1 0 0,0 0 0 0 0,0 0 1 0 0,1 0-1 0 0,-1 0 0 0 0,0 0 0 0 0,1 0 1 0 0,-1 1-1 0 0,0 1 0 0 0,-15 46-14 0 0,12-30 18 0 0,-6 4-6 0 0,8-19 0 0 0,0 0 0 0 0,0 0 0 0 0,1 0 0 0 0,0 0 0 0 0,-1 0 0 0 0,1 0 0 0 0,1 1 0 0 0,-1-1 0 0 0,0 6 0 0 0,1 73 0 0 0,0-80 0 0 0,0-1 0 0 0,0 1 0 0 0,-1 0 0 0 0,1 0 0 0 0,-1-1 0 0 0,1 1 0 0 0,-1 0 0 0 0,0-1 0 0 0,0 1 0 0 0,-1-1 0 0 0,1 1 0 0 0,0-1 0 0 0,-3 3 0 0 0,3-3 0 0 0,-1 1 0 0 0,0-1 0 0 0,1 0 0 0 0,0 1 0 0 0,0 0 0 0 0,0-1 0 0 0,0 1 0 0 0,0 0 0 0 0,0-1 0 0 0,1 1 0 0 0,-1 0 0 0 0,1 0 0 0 0,0 3 0 0 0,-2-30-57 0 0,2 19 65 0 0,0-1 0 0 0,0 1 0 0 0,1 0 0 0 0,0 0 1 0 0,0 0-1 0 0,2-8 0 0 0,3 2-8 0 0,-4 8 0 0 0,0 1 0 0 0,-1-1 0 0 0,1 1 0 0 0,-1-1 0 0 0,0 0 0 0 0,0 1 0 0 0,0-1 0 0 0,0 0 0 0 0,0 0 0 0 0,-1 0 0 0 0,1 0 0 0 0,-1 0 0 0 0,0 0 0 0 0,1 0 0 0 0,-2 1 0 0 0,1-1 0 0 0,0 0 0 0 0,0 0 0 0 0,-2-5 0 0 0,-7-15 0 0 0,6 18 1 0 0,1 1 1 0 0,1-1-1 0 0,-1 0 1 0 0,1 0-1 0 0,-1 0 1 0 0,1 0-1 0 0,1 0 1 0 0,-1-6-1 0 0,1 1 24 0 0,1 8-22 0 0,-1-1 0 0 0,1 0 0 0 0,-1 0 0 0 0,0 0 0 0 0,0 0 0 0 0,0 0 0 0 0,0 0 0 0 0,-1 0 0 0 0,1 0 0 0 0,-1 0 0 0 0,0 0 0 0 0,1 0 0 0 0,-4-5 0 0 0,3 7-3 0 0,-12-5 0 0 0,13 6 0 0 0,0 0 0 0 0,-1 0 0 0 0,1 0 0 0 0,0 0 0 0 0,0 0 0 0 0,-1 0 0 0 0,1 0 0 0 0,0 0 0 0 0,-1 0 0 0 0,1 0 0 0 0,0 0 0 0 0,0 0 0 0 0,-1 0 0 0 0,1 0 0 0 0,0 0 0 0 0,0 0 0 0 0,-1 0 0 0 0,1 0 0 0 0,0 1 0 0 0,0-1 0 0 0,-1 0 0 0 0,1 0 0 0 0,0 0 0 0 0,0 0 0 0 0,-1 1 0 0 0,1-1 0 0 0,0 0 0 0 0,0 0 0 0 0,0 0 0 0 0,0 1 0 0 0,-1-1 0 0 0,1 0 0 0 0,0 0 0 0 0,0 1 0 0 0,0-1 0 0 0,0 0 0 0 0,0 1 0 0 0,0-1 0 0 0,0 0 0 0 0,0 0 0 0 0,0 1 0 0 0,0-1 0 0 0,0 0 0 0 0,0 0 0 0 0,0 1 0 0 0,0-1 0 0 0,0 0 0 0 0,0 1 0 0 0,0-1 0 0 0,0 24 0 0 0,1-12 0 0 0,-1-1 0 0 0,0 1 0 0 0,-1-1 0 0 0,-3 18 0 0 0,-6-3 0 0 0,8-21 0 0 0,0 0 0 0 0,0 1 0 0 0,0-1 0 0 0,1 1 0 0 0,0 0 0 0 0,0-1 0 0 0,-1 9 0 0 0,2 24-40 0 0,5 48 0 0 0,48-141 58 0 0,-23 25 9 0 0,30-39-1 0 0,-51 56-25 0 0,0 0 1 0 0,-1-1-1 0 0,0 1 0 0 0,-1-1 0 0 0,-1-1 1 0 0,8-25-1 0 0,-11 30-1 0 0,0 0 0 0 0,1 1 0 0 0,0-1 0 0 0,6-9 0 0 0,-7 12 0 0 0,-2 5 0 0 0,0 1 0 0 0,0-1 0 0 0,-1 1 0 0 0,1 0 0 0 0,0 0 0 0 0,-1 0 0 0 0,1-1 0 0 0,-1 1 0 0 0,0 0 0 0 0,1 0 0 0 0,-1-1 0 0 0,0 1 0 0 0,0 0 0 0 0,0-3 0 0 0,0 3 0 0 0,-1-1 0 0 0,0 1 0 0 0,1 0 0 0 0,-1-1 0 0 0,0 1 0 0 0,0 0 0 0 0,0-1 0 0 0,0 1 0 0 0,0 0 0 0 0,0 0 0 0 0,0 0 0 0 0,0 0 0 0 0,0 0 0 0 0,0 0 0 0 0,-1 0 0 0 0,1 0 0 0 0,0 1 0 0 0,-1-1 0 0 0,1 0 0 0 0,-1 1 0 0 0,-1-1 0 0 0,-1 4 0 0 0,-1 0 0 0 0,1 1 0 0 0,0 0 0 0 0,0 0 0 0 0,1 0 0 0 0,-1 0 0 0 0,-3 7 0 0 0,-44 56-27 0 0,-81 148 1 0 0,113-182 51 0 0,15-27-22 0 0,0 0-1 0 0,0 0 0 0 0,0 0 0 0 0,1 1 1 0 0,0-1-1 0 0,1 1 0 0 0,-1 0 1 0 0,1 0-1 0 0,1 0 0 0 0,-1 0 1 0 0,0 10-1 0 0,2-16-2 0 0,1-1 0 0 0,-1 1 0 0 0,0 0 0 0 0,1-1 0 0 0,-1 1 0 0 0,1-1 0 0 0,-1 1 0 0 0,1-1 0 0 0,-1 1 0 0 0,1-1 0 0 0,-1 0 0 0 0,1 1 0 0 0,0-1 0 0 0,-1 0 0 0 0,1 1 0 0 0,-1-1 0 0 0,1 0 0 0 0,0 0 0 0 0,-1 1 0 0 0,1-1 0 0 0,0 0 0 0 0,-1 0 0 0 0,1 0 0 0 0,0 0 0 0 0,0 0 0 0 0,-1 0 0 0 0,1 0 0 0 0,0 0 0 0 0,-1 0 0 0 0,1 0 0 0 0,0-1 0 0 0,-1 1 0 0 0,1 0 0 0 0,0 0 0 0 0,-1-1 0 0 0,1 1 0 0 0,0-1 0 0 0,29-10 0 0 0,-3-8 0 0 0,-2-1 0 0 0,-1-1 0 0 0,34-37 0 0 0,-50 49-1 0 0,1 0-1 0 0,-1-1 1 0 0,-1 0 0 0 0,0 0-1 0 0,0 0 1 0 0,-1-1 0 0 0,0 0-1 0 0,-1 0 1 0 0,7-23 0 0 0,-3-17-53 0 0,1 26 41 0 0,-8 20 6 0 0,0 0-1 0 0,0 0 1 0 0,-1 0-1 0 0,1 0 1 0 0,-1-1 0 0 0,0 1-1 0 0,0 0 1 0 0,-1-9-1 0 0,0 2-5 0 0,0 12 13 0 0,0 0 0 0 0,0 0 0 0 0,0 0 0 0 0,0 0 0 0 0,0-1 0 0 0,0 1 0 0 0,0 0 0 0 0,0 0 0 0 0,0 0 0 0 0,0-1 0 0 0,0 1 0 0 0,0 0 0 0 0,0 0 0 0 0,0 0 0 0 0,0 0 0 0 0,0-1 0 0 0,0 1 0 0 0,0 0 0 0 0,0 0 0 0 0,0 0 0 0 0,-1 0 0 0 0,1-1 0 0 0,0 1 0 0 0,0 0 0 0 0,0 0 0 0 0,0 0 0 0 0,0 0 0 0 0,-1 0 0 0 0,1 0 0 0 0,0 0 0 0 0,0-1 0 0 0,0 1 0 0 0,0 0 0 0 0,-1 0 0 0 0,1 0 0 0 0,0 0 0 0 0,0 0 0 0 0,0 0 0 0 0,0 0 0 0 0,-1 0 0 0 0,1 0 0 0 0,-1 0 0 0 0,0-1 0 0 0,0 1 0 0 0,0 0 0 0 0,0-1 0 0 0,0 1 0 0 0,0 0 0 0 0,0 0 0 0 0,0 0 0 0 0,0 0 0 0 0,0 0 0 0 0,0 0 0 0 0,0 0 0 0 0,0 0 0 0 0,0 0 0 0 0,0 0 0 0 0,-1 1 0 0 0,1-1 0 0 0,1 0 0 0 0,-1 1 0 0 0,0-1 0 0 0,-2 1 0 0 0,5 3 0 0 0,-2 1 3 0 0,-1-1 0 0 0,1 0 0 0 0,-1 0 0 0 0,0 0 0 0 0,0 0 0 0 0,0 0 0 0 0,0 0 0 0 0,-1 0 0 0 0,-2 4 0 0 0,-7 19 34 0 0,10-20-35 0 0,-1 1 0 0 0,1 0 0 0 0,0 0 0 0 0,0 0 1 0 0,1 0-1 0 0,1 12 0 0 0,-1-16-3 0 0,1 1 0 0 0,0-1 0 0 0,0 0 0 0 0,0 1-1 0 0,0-1 1 0 0,1 0 0 0 0,0 0 0 0 0,-1 0 0 0 0,1 0 0 0 0,1 0 0 0 0,-1 0 0 0 0,1-1 0 0 0,5 7 0 0 0,-5-7-5 0 0,-1-2 4 0 0,0 1-1 0 0,-1-1 0 0 0,1 1 0 0 0,0 0 0 0 0,-1-1 1 0 0,1 1-1 0 0,-1 0 0 0 0,1 0 0 0 0,-1 0 0 0 0,0 0 1 0 0,0 0-1 0 0,0 0 0 0 0,0 0 0 0 0,0 0 0 0 0,-1 1 1 0 0,1-1-1 0 0,-1 0 0 0 0,1 0 0 0 0,-1 1 0 0 0,0-1 1 0 0,0 4-1 0 0,0-6 3 0 0,0 0-1 0 0,0 0 1 0 0,0 0 0 0 0,0 1-1 0 0,0-1 1 0 0,0 0 0 0 0,0 0 0 0 0,0 0-1 0 0,0 0 1 0 0,0 1 0 0 0,0-1-1 0 0,0 0 1 0 0,0 0 0 0 0,0 0 0 0 0,0 0-1 0 0,0 1 1 0 0,1-1 0 0 0,-1 0-1 0 0,0 0 1 0 0,0 0 0 0 0,0 0 0 0 0,0 0-1 0 0,0 1 1 0 0,0-1 0 0 0,0 0-1 0 0,0 0 1 0 0,1 0 0 0 0,-1 0 0 0 0,0 0-1 0 0,0 0 1 0 0,0 0 0 0 0,0 0 0 0 0,0 1-1 0 0,1-1 1 0 0,-1 0 0 0 0,0 0-1 0 0,0 0 1 0 0,0 0 0 0 0,0 0 0 0 0,1 0-1 0 0,-1 0 1 0 0,0 0 0 0 0,0 0-1 0 0,0 0 1 0 0,0 0 0 0 0,1 0 0 0 0,0 0-15 0 0,0-1 0 0 0,0 1 0 0 0,0 0 0 0 0,0 0 0 0 0,0-1 0 0 0,0 1 0 0 0,0-1 0 0 0,0 1 0 0 0,0-1 0 0 0,0 1 0 0 0,0-1 0 0 0,0 0 0 0 0,0 1 0 0 0,0-1 0 0 0,-1 0 1 0 0,1 0-1 0 0,0 1 0 0 0,-1-1 0 0 0,1 0 0 0 0,0 0 0 0 0,-1 0 0 0 0,1 0 0 0 0,-1 0 0 0 0,1 0 0 0 0,-1 0 0 0 0,0 0 0 0 0,1 0 0 0 0,-1 0 0 0 0,0 0 0 0 0,0-2 0 0 0,1-2-151 0 0,-1 1-1 0 0,1 0 1 0 0,-1 0-1 0 0,0 0 1 0 0,-1 0 0 0 0,1 0-1 0 0,-1 0 1 0 0,0 0-1 0 0,0-1 1 0 0,-1-3-1 0 0,-21-35-2087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6:10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81 206 800 0 0,'0'1'54'0'0,"0"-1"-1"0"0,0 1 1 0 0,0-1-1 0 0,0 0 1 0 0,-1 1-1 0 0,1-1 1 0 0,0 1-1 0 0,0-1 1 0 0,0 1-1 0 0,0-1 1 0 0,0 0-1 0 0,-1 1 1 0 0,1-1-1 0 0,0 0 1 0 0,0 1-1 0 0,-1-1 0 0 0,1 0 1 0 0,0 1-1 0 0,-1-1 1 0 0,1 0-1 0 0,0 1 1 0 0,-1-1-1 0 0,1 0 1 0 0,0 0-1 0 0,-1 1 1 0 0,1-1-1 0 0,0 0 1 0 0,-1 0-1 0 0,1 0 1 0 0,-1 0-1 0 0,1 0 1 0 0,-1 1-1 0 0,1-1 1 0 0,0 0-1 0 0,-1 0 1 0 0,1 0-1 0 0,-1 0 1 0 0,1 0-1 0 0,-1 0 0 0 0,1 0 1 0 0,0-1-1 0 0,-1 1 1 0 0,1 0-1 0 0,-1 0 1 0 0,1 0-1 0 0,0 0 1 0 0,-1 0-1 0 0,1-1 1 0 0,-1 1-1 0 0,1 0 1 0 0,0 0-1 0 0,-1-1 1 0 0,1 1-1 0 0,-1-1 1 0 0,-4 0 99 0 0,4-2-100 0 0,0 1 0 0 0,0-1 0 0 0,0 0 0 0 0,1 0-1 0 0,-1 0 1 0 0,1 0 0 0 0,-1 1 0 0 0,1-1 0 0 0,0 0 0 0 0,0 0 0 0 0,0 0-1 0 0,1 0 1 0 0,0-3 0 0 0,-1-1 128 0 0,1-1 34 0 0,-1 5-146 0 0,0 1 1 0 0,1 0-1 0 0,-1 0 0 0 0,0-1 0 0 0,0 1 1 0 0,0 0-1 0 0,0 0 0 0 0,-1-1 0 0 0,1 1 0 0 0,-1 0 1 0 0,1 0-1 0 0,-1 0 0 0 0,0 0 0 0 0,-1-4 0 0 0,-5 1-2 0 0,6 4-42 0 0,0 0 1 0 0,0 0 0 0 0,0 0-1 0 0,0 1 1 0 0,0-1 0 0 0,0 0-1 0 0,0-1 1 0 0,0 1 0 0 0,0 0-1 0 0,0 0 1 0 0,0 0 0 0 0,1 0-1 0 0,-1-1 1 0 0,0 1 0 0 0,1 0-1 0 0,-1-1 1 0 0,1 1 0 0 0,0 0-1 0 0,-1-1 1 0 0,1 1 0 0 0,0-1-1 0 0,0 1 1 0 0,0 0 0 0 0,0-1-1 0 0,0-2 1 0 0,0 3-11 0 0,0 0-1 0 0,0 0 1 0 0,0 0 0 0 0,0 1-1 0 0,0-1 1 0 0,0 0 0 0 0,-1 0-1 0 0,1 0 1 0 0,0 0-1 0 0,-1 0 1 0 0,1 0 0 0 0,-1 0-1 0 0,1 0 1 0 0,-1 0 0 0 0,1 1-1 0 0,-1-1 1 0 0,1 0-1 0 0,-1 0 1 0 0,0 1 0 0 0,0-1-1 0 0,1 0 1 0 0,-1 1 0 0 0,0-1-1 0 0,0 1 1 0 0,-1-1-1 0 0,2 0 3 0 0,-1 1-1 0 0,0-1 0 0 0,0 1 0 0 0,0-1 0 0 0,0 0 0 0 0,0 1 1 0 0,1-1-1 0 0,-1 0 0 0 0,0 0 0 0 0,0 0 0 0 0,1 0 0 0 0,-1 1 0 0 0,1-1 1 0 0,-1 0-1 0 0,1 0 0 0 0,-1 0 0 0 0,1 0 0 0 0,0 0 0 0 0,-1 0 1 0 0,1 0-1 0 0,0-1 0 0 0,0 1 0 0 0,0 0 0 0 0,0 0 0 0 0,0-1 0 0 0,0 1-2 0 0,0 1-1 0 0,0-1 1 0 0,0 1-1 0 0,0-1 1 0 0,0 1-1 0 0,1-1 1 0 0,-1 1-1 0 0,0-1 1 0 0,0 1-1 0 0,0-1 1 0 0,1 1-1 0 0,-1 0 1 0 0,0-1-1 0 0,1 1 1 0 0,-1-1-1 0 0,0 1 1 0 0,1 0-1 0 0,-1-1 1 0 0,1 1-1 0 0,-1 0 1 0 0,1-1-1 0 0,-1 1 1 0 0,0 0-1 0 0,1 0 1 0 0,-1-1-1 0 0,1 1 1 0 0,-1 0-1 0 0,1 0 1 0 0,-1 0-1 0 0,1 0 0 0 0,-1 0 1 0 0,1 0-1 0 0,0 0 1 0 0,-1 0-1 0 0,1 0 1 0 0,-1 0-1 0 0,1 0 1 0 0,-1 0-1 0 0,1 0 1 0 0,-1 0-1 0 0,1 0 1 0 0,-1 1-1 0 0,1-1 1 0 0,-1 0-1 0 0,1 0 1 0 0,-1 0-1 0 0,0 1 1 0 0,1-1-1 0 0,-1 0 1 0 0,1 1-1 0 0,-1-1 1 0 0,0 0-1 0 0,1 1 1 0 0,0 0-36 0 0,8 11 49 0 0,20 3-14 0 0,2-1-1 0 0,0-1 0 0 0,0-2 1 0 0,44 9-1 0 0,-59-15-7 0 0,21 5-5 0 0,55 7 0 0 0,-65-16 0 0 0,17-3 0 0 0,-39-1 0 0 0,3-9 0 0 0,-6 12 0 0 0,-1 0 0 0 0,0-1 0 0 0,0 1 0 0 0,1-1 0 0 0,-1 1 0 0 0,0-1 0 0 0,0 0 0 0 0,0 1 0 0 0,0-1 1 0 0,0 0-1 0 0,0 0 0 0 0,0 1 0 0 0,0-1 0 0 0,0 0 0 0 0,0 0 0 0 0,1-2 0 0 0,1-30-14 0 0,-3 32 11 0 0,0 0 0 0 0,-1 0 1 0 0,1 0-1 0 0,0 0 0 0 0,0 0 1 0 0,0 0-1 0 0,-1 0 0 0 0,1 0 1 0 0,-1 0-1 0 0,1 0 1 0 0,-1 0-1 0 0,1 0 0 0 0,-1 0 1 0 0,1 1-1 0 0,-1-1 0 0 0,0 0 1 0 0,1 0-1 0 0,-1 1 0 0 0,0-1 1 0 0,0 0-1 0 0,1 1 1 0 0,-1-1-1 0 0,0 1 0 0 0,-1-1 1 0 0,-7-6 1 0 0,-2-5 20 0 0,9 8-14 0 0,-1 1 0 0 0,0 0 0 0 0,0-1 0 0 0,0 1 0 0 0,0 1 0 0 0,0-1 0 0 0,-1 0 0 0 0,1 1 1 0 0,-1 0-1 0 0,0 0 0 0 0,-7-4 0 0 0,-16 2 8 0 0,25 4-10 0 0,0 1 0 0 0,-1-1 0 0 0,1 1 0 0 0,0-1-1 0 0,0 1 1 0 0,0 0 0 0 0,0 0 0 0 0,0 0 0 0 0,0 0-1 0 0,0 1 1 0 0,0-1 0 0 0,1 0 0 0 0,-1 1 0 0 0,0-1 0 0 0,1 1-1 0 0,-1 0 1 0 0,1-1 0 0 0,-1 1 0 0 0,1 0 0 0 0,0 0 0 0 0,0 0-1 0 0,0 0 1 0 0,0 0 0 0 0,-1 3 0 0 0,1-2-2 0 0,-1 1-1 0 0,1 0 1 0 0,0 0 0 0 0,0 0-1 0 0,0 0 1 0 0,0 0 0 0 0,1 0-1 0 0,0 0 1 0 0,-1 1 0 0 0,2-1-1 0 0,-1 0 1 0 0,0 0 0 0 0,2 6-1 0 0,1-4 8 0 0,0 1 0 0 0,1-1 0 0 0,0 0 0 0 0,0 0 0 0 0,0 0 0 0 0,1 0 0 0 0,9 8 0 0 0,16 25-5 0 0,-28-35-3 0 0,0 0 0 0 0,0 0 0 0 0,1 0 0 0 0,-1 0 0 0 0,1-1 0 0 0,0 1 0 0 0,0-1 0 0 0,0 1 0 0 0,1-1 0 0 0,-1 0 0 0 0,1 0 0 0 0,-1-1 0 0 0,1 1 0 0 0,0-1 0 0 0,0 0 0 0 0,5 2 0 0 0,40 18 0 0 0,-40-17 0 0 0,-8-4-3 0 0,0-1 1 0 0,0 1-1 0 0,-1-1 1 0 0,1 0-1 0 0,0 1 0 0 0,0-1 1 0 0,0 0-1 0 0,0 0 1 0 0,0 0-1 0 0,0 0 0 0 0,0 0 1 0 0,0 0-1 0 0,1 0 1 0 0,-1 0-1 0 0,0 0 0 0 0,0 0 1 0 0,0 0-1 0 0,-1-1 1 0 0,1 1-1 0 0,0-1 0 0 0,0 1 1 0 0,1-1-1 0 0,-7-7-13 0 0,5 7 25 0 0,-5 0 4 0 0,4 1-12 0 0,1 0 1 0 0,-1-1-1 0 0,0 1 0 0 0,0 0 0 0 0,1 0 1 0 0,-1 0-1 0 0,0 0 0 0 0,0-1 0 0 0,1 1 0 0 0,-1 0 1 0 0,0-1-1 0 0,1 1 0 0 0,-1-1 0 0 0,0 1 1 0 0,1 0-1 0 0,-1-1 0 0 0,1 1 0 0 0,-1-1 0 0 0,1 0 1 0 0,-1 1-1 0 0,1-1 0 0 0,-1 1 0 0 0,1-1 1 0 0,-1 0-1 0 0,1 0 0 0 0,0 1 0 0 0,-1-1 0 0 0,1 0 1 0 0,0 1-1 0 0,0-1 0 0 0,0 0 0 0 0,-1-1 1 0 0,1 0-5 0 0,0 1 0 0 0,0-1 0 0 0,-1 1 0 0 0,1-1 0 0 0,-1 1 0 0 0,1 0 0 0 0,-1-1 0 0 0,0 1 0 0 0,1-1 0 0 0,-1 1 0 0 0,0 0 0 0 0,0-1 0 0 0,0 1 0 0 0,0 0 0 0 0,0 0 0 0 0,0 0 1 0 0,-1 0-1 0 0,1 0 0 0 0,0 0 0 0 0,0 0 0 0 0,-1 0 0 0 0,1 1 0 0 0,-2-2 0 0 0,-39-14 16 0 0,26 11-9 0 0,-44-21 52 0 0,43 17-50 0 0,-1 1 0 0 0,0 1 0 0 0,-33-9 0 0 0,35 14 13 0 0,12 2-11 0 0,0 0-1 0 0,0-1 1 0 0,0 0 0 0 0,0 0-1 0 0,0 0 1 0 0,1 0 0 0 0,-7-3-1 0 0,-12-2 97 0 0,25 12-89 0 0,-2-5 0 0 0,20 10-11 0 0,0 0 1 0 0,23 7-1 0 0,-1 0-4 0 0,116 66 0 0 0,-127-69 0 0 0,8 3 0 0 0,0 2 0 0 0,-1 1 0 0 0,41 30 0 0 0,-76-48-7 0 0,-3-2-33 0 0,-6-3 74 0 0,-74-29-6 0 0,30 9 24 0 0,4-3-42 0 0,-14-8-2 0 0,-122-50 0 0 0,150 74 46 0 0,30 9-53 0 0,-1-1-1 0 0,1 1 1 0 0,-1 0 0 0 0,0-1 0 0 0,1 1 0 0 0,-1 0 0 0 0,1 0 0 0 0,-1 0-1 0 0,0 0 1 0 0,1 0 0 0 0,-1 1 0 0 0,0-1 0 0 0,1 0 0 0 0,-1 1-1 0 0,-1 0 1 0 0,9 4-11 0 0,-7-5 7 0 0,1 0 3 0 0,6 2-19 0 0,-5-2 15 0 0,0 0 0 0 0,0 0-1 0 0,-1 1 1 0 0,1-1 0 0 0,0 0 0 0 0,0 0-1 0 0,-1 1 1 0 0,1-1 0 0 0,0 1-1 0 0,0-1 1 0 0,-1 1 0 0 0,1-1-1 0 0,-1 1 1 0 0,1-1 0 0 0,0 1-1 0 0,-1-1 1 0 0,1 1 0 0 0,-1 0 0 0 0,1-1-1 0 0,-1 1 1 0 0,0 0 0 0 0,1-1-1 0 0,-1 1 1 0 0,0 0 0 0 0,1 0-1 0 0,-1 0 1 0 0,0-1 0 0 0,0 1-1 0 0,1 0 1 0 0,-1 0 0 0 0,0 0 0 0 0,0-1-1 0 0,0 1 1 0 0,0 0 0 0 0,-1 1-1 0 0,6 28-608 0 0,17 16-1628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6:19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3842 0 0,'0'17'5109'0'0,"5"-17"-5016"0"0,-2 0-68 0 0,-2-1-14 0 0,1 1 1 0 0,-1 0-1 0 0,0 0 1 0 0,0 0-1 0 0,1 0 1 0 0,-1 0-1 0 0,0 0 0 0 0,1 0 1 0 0,-1 0-1 0 0,0 0 1 0 0,1 0-1 0 0,1 1 1 0 0,-3 5 408 0 0,0-6-382 0 0,0 1 0 0 0,0-1 0 0 0,-1 1 0 0 0,1 0 0 0 0,0-1 0 0 0,0 1 1 0 0,0-1-1 0 0,0 1 0 0 0,0-1 0 0 0,0 1 0 0 0,0 0 0 0 0,0-1 0 0 0,0 1 0 0 0,0-1 0 0 0,0 1 0 0 0,0-1 0 0 0,1 1 0 0 0,-1 0 0 0 0,0-1 1 0 0,0 1-1 0 0,1-1 0 0 0,-1 1 0 0 0,0-1 0 0 0,1 0 0 0 0,-1 1 0 0 0,0-1 0 0 0,1 1 0 0 0,-1-1 0 0 0,1 1 0 0 0,0-1 0 0 0,150 7 763 0 0,-68-14-334 0 0,175 7 413 0 0,-204 7-432 0 0,-24-3-322 0 0,20-1 93 0 0,0-3 1 0 0,52-6 0 0 0,38-2 308 0 0,-106 10-311 0 0,0 1 0 0 0,35 8 0 0 0,12 2 92 0 0,113 18 340 0 0,23 4-259 0 0,-166-30-438 0 0,1-1-1 0 0,59-5 1 0 0,426-38 848 0 0,-366 39-591 0 0,31-2-178 0 0,-50-8-128 0 0,300-13 261 0 0,-406 22-186 0 0,41 1-36 0 0,19 6 58 0 0,-99-5-78 0 0,8 1-897 0 0,-36-7-2107 0 0,-86-15-5589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6:22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502 45 1841 0 0,'1'3'3689'0'0,"-1"-2"-3648"0"0,0-1-1 0 0,0 0 1 0 0,0 1-1 0 0,0-1 1 0 0,0 0 0 0 0,0 1-1 0 0,-1-1 1 0 0,1 0 0 0 0,0 1-1 0 0,0-1 1 0 0,0 0-1 0 0,0 1 1 0 0,0-1 0 0 0,0 0-1 0 0,0 1 1 0 0,-1-1 0 0 0,1 0-1 0 0,0 0 1 0 0,0 1-1 0 0,0-1 1 0 0,-1 0 0 0 0,1 0-1 0 0,0 1 1 0 0,0-1-1 0 0,-1 0 1 0 0,1 0 0 0 0,0 0-1 0 0,-1 0 1 0 0,1 1 0 0 0,0-1-1 0 0,-1 0 1 0 0,-21 5 719 0 0,22-4-600 0 0,0 3-66 0 0,0-3 372 0 0,4-1-372 0 0,14 0-14 0 0,-13 0 160 0 0,-5-1-173 0 0,4-5-41 0 0,-2 6-16 0 0,-1-1-7 0 0,0 1-1 0 0,0 0 1 0 0,0-1 0 0 0,1 1-1 0 0,-1-1 1 0 0,0 1 0 0 0,0-1 0 0 0,0 1-1 0 0,0-1 1 0 0,0 0 0 0 0,0 1 0 0 0,0-1-1 0 0,-1 0 1 0 0,1 0 0 0 0,0 0-1 0 0,0 1 1 0 0,-1-1 0 0 0,1 0 0 0 0,0 0-1 0 0,0-2 1 0 0,-1 2-3 0 0,1 0 0 0 0,-1 0 0 0 0,0 0 0 0 0,1 1 0 0 0,-1-1 0 0 0,1 0 0 0 0,-1 0 0 0 0,1 1 0 0 0,-1-1 0 0 0,1 0 0 0 0,-1 1 0 0 0,1-1 0 0 0,0 1 0 0 0,-1-1 0 0 0,1 0 0 0 0,0 1 0 0 0,0 0 0 0 0,-1-1 0 0 0,1 1 0 0 0,0-1 0 0 0,1 1 0 0 0,23-10 2 0 0,-15 7 9 0 0,-10 3 7 0 0,1 0-1 0 0,-1 0 0 0 0,0-1 1 0 0,1 1-1 0 0,-1 0 0 0 0,0 0 0 0 0,1-1 1 0 0,-1 1-1 0 0,0 0 0 0 0,1 0 1 0 0,-1-1-1 0 0,0 1 0 0 0,0 0 0 0 0,1-1 1 0 0,-1 1-1 0 0,0 0 0 0 0,0-1 1 0 0,0 1-1 0 0,0 0 0 0 0,0-1 1 0 0,1 1-1 0 0,-1-1 0 0 0,0 1 0 0 0,0 0 1 0 0,0-1-1 0 0,0 1 0 0 0,0 0 1 0 0,0-1-1 0 0,0 1 0 0 0,0-1 0 0 0,0 1 1 0 0,0 0-1 0 0,0-1 0 0 0,-1 1 1 0 0,1-1-1 0 0,0 1 0 0 0,0 0 0 0 0,0-1 1 0 0,0 1-1 0 0,-1 0 0 0 0,1-1 1 0 0,0 1-1 0 0,0 0 0 0 0,-1 0 1 0 0,1-1-1 0 0,0 1 0 0 0,0 0 0 0 0,-1-1 1 0 0,1 1-1 0 0,0 0 0 0 0,-1 0 1 0 0,1 0-1 0 0,-1-1 0 0 0,-3 1-22 0 0,4 0 7 0 0,-1 0 0 0 0,1 0 0 0 0,-1 0 0 0 0,0 0 0 0 0,1-1 0 0 0,-1 1 1 0 0,0 0-1 0 0,1 0 0 0 0,-1 1 0 0 0,1-1 0 0 0,-1 0 0 0 0,0 0 0 0 0,1 0 0 0 0,-1 0 0 0 0,1 0 0 0 0,-1 1 1 0 0,0-1-1 0 0,1 0 0 0 0,-1 0 0 0 0,1 1 0 0 0,-1-1 0 0 0,1 1 0 0 0,-1-1 0 0 0,1 0 0 0 0,-1 1 0 0 0,1-1 1 0 0,0 1-1 0 0,-1-1 0 0 0,1 1 0 0 0,0-1 0 0 0,-1 1 0 0 0,1-1 0 0 0,0 1 0 0 0,-1-1 0 0 0,1 1 0 0 0,0 0 1 0 0,0-1-1 0 0,0 1 0 0 0,0-1 0 0 0,0 1 0 0 0,0 0 0 0 0,-1-1 0 0 0,1 1 0 0 0,0 0 0 0 0,1-1 0 0 0,-1 2 1 0 0,0-1-3 0 0,0-1 0 0 0,0 1 0 0 0,0-1 0 0 0,-1 1 0 0 0,1-1 0 0 0,0 1 0 0 0,0-1 0 0 0,0 1 0 0 0,-1-1 0 0 0,1 1 0 0 0,0-1 0 0 0,-1 1 0 0 0,1-1 0 0 0,0 1 0 0 0,-1-1 0 0 0,1 0 0 0 0,0 1 0 0 0,-1-1 0 0 0,1 0 0 0 0,-1 1 0 0 0,1-1 0 0 0,-1 0 0 0 0,1 1 0 0 0,-1-1 0 0 0,1 0 0 0 0,-1 0 0 0 0,1 0 0 0 0,-1 0 0 0 0,1 1 0 0 0,-1-1 0 0 0,0 0 0 0 0,0 0 0 0 0,0 0 0 0 0,1 0 0 0 0,-1 0 0 0 0,0 0 0 0 0,1 1 0 0 0,-1-1 0 0 0,0 0 0 0 0,1 0 0 0 0,-1 1 0 0 0,1-1 0 0 0,-1 1 0 0 0,0-1 0 0 0,1 0 0 0 0,-1 1 0 0 0,1-1 0 0 0,-1 1 0 0 0,1-1 0 0 0,0 1 0 0 0,-1-1 0 0 0,1 1 0 0 0,-1-1 0 0 0,1 1 0 0 0,0 0 0 0 0,-1-1 0 0 0,1 1 0 0 0,0 0 0 0 0,0-1 0 0 0,0 1 0 0 0,-1 0 0 0 0,1-1 0 0 0,0 1 0 0 0,0 1 0 0 0,-1 0 0 0 0,0 0 1 0 0,0-1 0 0 0,0 1 0 0 0,0 0 0 0 0,0 0 0 0 0,0-1 0 0 0,-1 1 0 0 0,1 0 0 0 0,-1-1-1 0 0,1 1 1 0 0,-1-1 0 0 0,0 0 0 0 0,1 0 0 0 0,-1 1 0 0 0,0-1 0 0 0,0 0 0 0 0,0-1 0 0 0,-3 2-1 0 0,-13 10 50 0 0,7 1-36 0 0,10-11-13 0 0,0 0 1 0 0,-1 0-1 0 0,1-1 0 0 0,-1 1 0 0 0,1 0 0 0 0,-1-1 0 0 0,0 0 0 0 0,0 1 1 0 0,1-1-1 0 0,-4 2 0 0 0,3-2 3 0 0,1 0 1 0 0,-1 0-1 0 0,0 0 0 0 0,0 0 1 0 0,1 1-1 0 0,-1-1 0 0 0,1 0 1 0 0,-1 1-1 0 0,1 0 0 0 0,-2 2 1 0 0,-13 13 14 0 0,-6-4-7 0 0,16-10-5 0 0,1 0 0 0 0,-1 0 0 0 0,1 1-1 0 0,-1-1 1 0 0,1 1 0 0 0,0 1 0 0 0,-6 6-1 0 0,-1 1-23 0 0,1-1 0 0 0,-1 0 0 0 0,-23 15-1 0 0,25-19-5 0 0,0 0 0 0 0,1 1 0 0 0,0 0 0 0 0,0 0 0 0 0,1 1 0 0 0,0 0 0 0 0,-10 14 0 0 0,-6 21-119 0 0,18-32 43 0 0,0-1-1 0 0,-1 1 0 0 0,0-1 0 0 0,0-1 0 0 0,-1 0 0 0 0,-16 16 0 0 0,-42 24-1740 0 0,59-44 941 0 0,1 0-1 0 0,0 0 1 0 0,0 0 0 0 0,-5 7 0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6:23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0 3442 0 0,'0'0'1907'0'0,"0"1"-1876"0"0,0-1 0 0 0,1 0 0 0 0,-1 0-1 0 0,0 0 1 0 0,0 1 0 0 0,0-1 0 0 0,0 0 0 0 0,0 0-1 0 0,0 0 1 0 0,0 0 0 0 0,0 1 0 0 0,0-1 0 0 0,0 0-1 0 0,0 0 1 0 0,0 1 0 0 0,0-1 0 0 0,0 0 0 0 0,0 0-1 0 0,0 0 1 0 0,0 1 0 0 0,0-1 0 0 0,0 0 0 0 0,0 0-1 0 0,0 0 1 0 0,0 0 0 0 0,0 1 0 0 0,0-1 0 0 0,0 0-1 0 0,-1 0 1 0 0,1 0 0 0 0,0 1 0 0 0,0-1 0 0 0,0 0-1 0 0,0 0 1 0 0,0 0 0 0 0,-1 0 0 0 0,1 0 0 0 0,0 0-1 0 0,0 1 1 0 0,0-1 0 0 0,0 0 0 0 0,-1 0 0 0 0,1 0-1 0 0,0 0 1 0 0,0 0 0 0 0,0 0 0 0 0,-1 0 0 0 0,1 0-1 0 0,0 0 1 0 0,0 0 0 0 0,0 0 0 0 0,-1 0 0 0 0,1 0-1 0 0,0 0 1 0 0,-18 4 49 0 0,14-4 80 0 0,26 0 14 0 0,-22 0-164 0 0,0 0 1 0 0,0 0-1 0 0,0 0 1 0 0,1 0 0 0 0,-1 0-1 0 0,0 0 1 0 0,0 0-1 0 0,0 0 1 0 0,0 0-1 0 0,1 0 1 0 0,-1 0 0 0 0,0 0-1 0 0,0 1 1 0 0,0-1-1 0 0,0 0 1 0 0,1 0-1 0 0,-1 0 1 0 0,0 0-1 0 0,0 0 1 0 0,0 0 0 0 0,0 0-1 0 0,0 0 1 0 0,1 0-1 0 0,-1 1 1 0 0,0-1-1 0 0,0 0 1 0 0,0 0 0 0 0,0 0-1 0 0,0 0 1 0 0,0 0-1 0 0,0 1 1 0 0,0-1-1 0 0,1 0 1 0 0,-1 0 0 0 0,0 0-1 0 0,0 0 1 0 0,0 1-1 0 0,0-1 1 0 0,0 0-1 0 0,0 0 1 0 0,0 0 0 0 0,0 1-1 0 0,0-1 1 0 0,0 0-1 0 0,0 0 1 0 0,0 0-1 0 0,0 0 1 0 0,0 1-1 0 0,-1-1 1 0 0,1 0 0 0 0,0 0-1 0 0,0 0 11 0 0,0 1 1 0 0,0-1-1 0 0,0 0 0 0 0,0 0 0 0 0,0 0 1 0 0,0 0-1 0 0,0 1 0 0 0,0-1 0 0 0,0 0 1 0 0,0 0-1 0 0,0 0 0 0 0,0 1 0 0 0,0-1 1 0 0,0 0-1 0 0,0 0 0 0 0,0 0 0 0 0,0 0 1 0 0,0 1-1 0 0,0-1 0 0 0,0 0 0 0 0,0 0 1 0 0,0 0-1 0 0,0 0 0 0 0,0 0 0 0 0,0 1 1 0 0,0-1-1 0 0,1 0 0 0 0,-1 0 0 0 0,0 0 0 0 0,0 0 1 0 0,0 0-1 0 0,0 1 0 0 0,0-1 0 0 0,0 0 1 0 0,1 0-1 0 0,-1 0 0 0 0,0 0 0 0 0,0 0 1 0 0,0 0-1 0 0,0 0 0 0 0,1 0 0 0 0,-1 0 1 0 0,0 0-1 0 0,0 0 0 0 0,0 0 0 0 0,0 0 1 0 0,1 0-1 0 0,-1 0 0 0 0,0 0 0 0 0,0 0 1 0 0,1 0-1 0 0,212-7 312 0 0,-14 2-106 0 0,-195 5-320 0 0,-12 0-1601 0 0,-37 0-1548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6:23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2481 0 0,'0'0'3042'0'0,"0"1"-3017"0"0,0-1 1 0 0,0 0 0 0 0,-1 0 0 0 0,1 0 0 0 0,0 0 0 0 0,0 0 0 0 0,0 0 0 0 0,0 0 0 0 0,0 1 0 0 0,0-1 0 0 0,0 0 0 0 0,0 0-1 0 0,0 0 1 0 0,0 0 0 0 0,0 0 0 0 0,0 1 0 0 0,0-1 0 0 0,0 0 0 0 0,0 0 0 0 0,0 0 0 0 0,0 0 0 0 0,0 0 0 0 0,0 1 0 0 0,0-1-1 0 0,0 0 1 0 0,0 0 0 0 0,0 0 0 0 0,0 0 0 0 0,0 0 0 0 0,0 1 0 0 0,0-1 0 0 0,0 0 0 0 0,0 0 0 0 0,1 0 0 0 0,-1 0 0 0 0,0 0-1 0 0,0 0 1 0 0,0 1 0 0 0,0-1 0 0 0,0 0 0 0 0,0 0 0 0 0,0 0 0 0 0,1 0 0 0 0,-1 0 0 0 0,0 0 0 0 0,0 0 0 0 0,0 0 0 0 0,0 0-1 0 0,0 0 1 0 0,1 0 0 0 0,-1 0 0 0 0,0 0 0 0 0,0 0 0 0 0,0 0 0 0 0,0 0 0 0 0,0 0 0 0 0,1 0 0 0 0,-1 0 0 0 0,0 0 0 0 0,0 0-1 0 0,0 0 1 0 0,0 0 0 0 0,0 0 0 0 0,1 0 0 0 0,-1 0 0 0 0,0 0 0 0 0,0 0 0 0 0,0 0 0 0 0,0 0 0 0 0,525 11 2001 0 0,-496-10-2031 0 0,-22-2-9 0 0,0 1 0 0 0,-1 0 0 0 0,1 1 0 0 0,-1 0 0 0 0,1 0 1 0 0,-1 0-1 0 0,1 0 0 0 0,-1 1 0 0 0,7 3 0 0 0,-13-3-2392 0 0,-7 0 1338 0 0,-17-1-610 0 0,-47-1-1765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6:25.9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294 0 1201 0 0,'-27'12'1520'0'0,"0"-2"-319"0"0,1-3-241 0 0,26 3-239 0 0,-27 2-1 0 0,27 5-160 0 0,-27 5-160 0 0,1 12-160 0 0,-1-5-79 0 0,27 3 79 0 0,-27 9 0 0 0,1-14-160 0 0,26 2-80 0 0,-27-2 80 0 0,27-3-160 0 0,0-14-480 0 0,-27-5-1041 0 0,54-10-3442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6:26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20 1841 0 0,'-1'-2'2363'0'0,"6"-1"-1898"0"0,32-3 53 0 0,1 2 0 0 0,0 1 0 0 0,-1 1 0 0 0,1 3 0 0 0,58 7 0 0 0,-95-8-507 0 0,0 0-1 0 0,0 0 1 0 0,0 0-1 0 0,-1 0 1 0 0,1 0 0 0 0,0 0-1 0 0,0 1 1 0 0,0-1-1 0 0,0 0 1 0 0,0 0 0 0 0,0 1-1 0 0,0-1 1 0 0,0 1-1 0 0,-1-1 1 0 0,1 1 0 0 0,0-1-1 0 0,0 1 1 0 0,-1-1-1 0 0,1 1 1 0 0,0-1 0 0 0,0 1-1 0 0,-1 0 1 0 0,1 0-1 0 0,-1-1 1 0 0,1 1 0 0 0,-1 0-1 0 0,1 0 1 0 0,-1 0-1 0 0,1-1 1 0 0,-1 1 0 0 0,0 0-1 0 0,0 0 1 0 0,1 0 0 0 0,-1 0-1 0 0,0 2 1 0 0,-1-1 14 0 0,0 0 0 0 0,0 1 1 0 0,0-1-1 0 0,-1 0 0 0 0,1 0 1 0 0,-1 0-1 0 0,1 0 0 0 0,-1 0 1 0 0,0 0-1 0 0,0-1 0 0 0,0 1 1 0 0,0-1-1 0 0,0 1 0 0 0,0-1 1 0 0,-3 2-1 0 0,-19 11 39 0 0,-1 0 0 0 0,0-2 0 0 0,-1-1 0 0 0,-46 13 0 0 0,55-19-75 0 0,14-3-149 0 0,0-1 1 0 0,1 0-1 0 0,-1 0 1 0 0,0 0-1 0 0,0 0 1 0 0,-1-1-1 0 0,1 1 1 0 0,0-1-1 0 0,0 0 1 0 0,0 0-1 0 0,0 0 1 0 0,0 0-1 0 0,0 0 1 0 0,0-1 0 0 0,0 1-1 0 0,-1-1 1 0 0,1 0-1 0 0,-5-2 1 0 0,8 3 20 0 0,-1-1 1 0 0,1 1-1 0 0,0 0 1 0 0,-1 0-1 0 0,1-1 1 0 0,0 1-1 0 0,-1 0 0 0 0,1-1 1 0 0,0 1-1 0 0,0 0 1 0 0,0-1-1 0 0,-1 1 1 0 0,1 0-1 0 0,0-1 1 0 0,0 1-1 0 0,0-1 1 0 0,0 1-1 0 0,0 0 1 0 0,-1-1-1 0 0,1 1 1 0 0,0-1-1 0 0,0 1 1 0 0,0 0-1 0 0,0-1 1 0 0,0 0-1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6:26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8 400 0 0,'-155'-7'7484'0'0,"150"7"-6324"0"0,10 0-1080 0 0,0 0-66 0 0,1 0-1 0 0,0 0 1 0 0,0 0 0 0 0,0 1-1 0 0,0-1 1 0 0,0 2 0 0 0,11 2-1 0 0,5 2 25 0 0,-7-3-81 0 0,58 12-529 0 0,144 9 0 0 0,-217-24 513 0 0,1 0-1 0 0,-1 0 1 0 0,0 0 0 0 0,0 0 0 0 0,1 0 0 0 0,-1 0 0 0 0,0 0 0 0 0,0 0-1 0 0,0 0 1 0 0,0-1 0 0 0,1 1 0 0 0,-1 0 0 0 0,0 0 0 0 0,0 0 0 0 0,0 0-1 0 0,1 0 1 0 0,-1 0 0 0 0,0 0 0 0 0,0-1 0 0 0,0 1 0 0 0,0 0 0 0 0,0 0-1 0 0,1 0 1 0 0,-1 0 0 0 0,0-1 0 0 0,0 1 0 0 0,0 0 0 0 0,0 0 0 0 0,0 0-1 0 0,0 0 1 0 0,0-1 0 0 0,0 1 0 0 0,0 0 0 0 0,0 0 0 0 0,0 0 0 0 0,0-1-1 0 0,0 1 1 0 0,0 0 0 0 0,0 0 0 0 0,0 0 0 0 0,0-1 0 0 0,0 1 0 0 0,0 0 0 0 0,0 0-1 0 0,0 0 1 0 0,0-1 0 0 0,0 1 0 0 0,0-2-797 0 0,0-5-1452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6:27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51 1441 0 0,'0'-6'2481'0'0,"0"0"-1041"0"0,27 6-559 0 0,-27-5-161 0 0,26 0-160 0 0,-26-2-79 0 0,27-3-161 0 0,26 3 0 0 0,-26 2 0 0 0,21 5-160 0 0,-21 0-80 0 0,53 12-80 0 0,-27-2-400 0 0,27 2-1681 0 0,-27-7-1040 0 0,1 1 319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6:42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2 708 2241 0 0,'-1'6'2783'0'0,"1"-10"-1407"0"0,0 3-1351 0 0,0 1-1 0 0,0-1 1 0 0,0 1-1 0 0,0-1 1 0 0,0 0-1 0 0,0 1 0 0 0,0-1 1 0 0,0 1-1 0 0,0-1 1 0 0,0 0-1 0 0,1 1 1 0 0,-1-1-1 0 0,0 1 1 0 0,0-1-1 0 0,1 1 1 0 0,-1-1-1 0 0,0 1 1 0 0,1-1-1 0 0,-1 1 1 0 0,0-1-1 0 0,1 1 1 0 0,0-1-1 0 0,17-4 83 0 0,-18 5-96 0 0,0 0 0 0 0,1 0-1 0 0,-1 0 1 0 0,0 0 0 0 0,0 0 0 0 0,0 0 0 0 0,1 0 0 0 0,-1 0 0 0 0,0 0 0 0 0,0 0-1 0 0,0 0 1 0 0,1 0 0 0 0,-1-1 0 0 0,0 1 0 0 0,0 0 0 0 0,0 0 0 0 0,1 0-1 0 0,-1 0 1 0 0,0 0 0 0 0,0-1 0 0 0,0 1 0 0 0,0 0 0 0 0,0 0 0 0 0,0 0-1 0 0,1-1 1 0 0,-1 1 0 0 0,0 0 0 0 0,0 0 0 0 0,0-1 0 0 0,0 1 0 0 0,0 0-1 0 0,0 0 1 0 0,0 0 0 0 0,0-1 0 0 0,0 1 0 0 0,0 0 0 0 0,0 0 0 0 0,0-1 0 0 0,0 1-1 0 0,0 0 1 0 0,0 0 0 0 0,0 0 0 0 0,0-1 0 0 0,0 1 0 0 0,-1 0 0 0 0,1 0-1 0 0,0 0 1 0 0,0-1 0 0 0,0 1 0 0 0,0 0 0 0 0,0 0 0 0 0,0 0 0 0 0,-1-1-1 0 0,1 1 1 0 0,0 0 0 0 0,0 0 0 0 0,0 0 0 0 0,0 0 0 0 0,-1 0 0 0 0,1 0-1 0 0,0-1 1 0 0,0 1 0 0 0,-1 0 0 0 0,1 0 0 0 0,0 0 0 0 0,0 0 0 0 0,0 0 0 0 0,-1 0-1 0 0,1 0 1 0 0,-18-1 163 0 0,18 1-162 0 0,0 0 1 0 0,1 0-1 0 0,-1 0 1 0 0,0 0-1 0 0,0 0 1 0 0,0 0 0 0 0,0-1-1 0 0,0 1 1 0 0,0 0-1 0 0,0 0 1 0 0,1 0-1 0 0,-1 0 1 0 0,0 0-1 0 0,0 0 1 0 0,0-1 0 0 0,0 1-1 0 0,0 0 1 0 0,0 0-1 0 0,0 0 1 0 0,0 0-1 0 0,0-1 1 0 0,0 1-1 0 0,0 0 1 0 0,0 0 0 0 0,0 0-1 0 0,0 0 1 0 0,0-1-1 0 0,0 1 1 0 0,0 0-1 0 0,0 0 1 0 0,0 0-1 0 0,0 0 1 0 0,0 0 0 0 0,0-1-1 0 0,0 1 1 0 0,0 0-1 0 0,0 0 1 0 0,0 0-1 0 0,0 0 1 0 0,0 0-1 0 0,-1-1 1 0 0,1 1 0 0 0,0 0-1 0 0,0 0 1 0 0,0 0-1 0 0,0 0 1 0 0,0 0-1 0 0,0 0 1 0 0,-1 0-1 0 0,1-1 1 0 0,15 2 170 0 0,-30-3-113 0 0,14 1-49 0 0,1 0-1 0 0,-1-1 1 0 0,0 0-1 0 0,1 1 1 0 0,-1-1-1 0 0,1 1 1 0 0,-1-1-1 0 0,1 0 0 0 0,0 1 1 0 0,0-1-1 0 0,0 0 1 0 0,0 1-1 0 0,0-1 1 0 0,1-3-1 0 0,-1 4-19 0 0,0-1 0 0 0,0 1 1 0 0,0 0-1 0 0,0-1 0 0 0,0 1 0 0 0,1-1 0 0 0,-1 1 0 0 0,0 0 0 0 0,1 0 0 0 0,0-1 0 0 0,-1 1 0 0 0,1 0 1 0 0,0 0-1 0 0,-1-1 0 0 0,1 1 0 0 0,0 0 0 0 0,0 0 0 0 0,0 0 0 0 0,0 0 0 0 0,2-1 0 0 0,-2 1 1 0 0,0 0 1 0 0,0 0-1 0 0,0 0 0 0 0,0 0 0 0 0,0 0 0 0 0,0 0 0 0 0,0 0 0 0 0,-1 0 0 0 0,1-1 0 0 0,0 1 0 0 0,-1 0 0 0 0,1 0 0 0 0,0-1 0 0 0,-1 1 0 0 0,0 0 1 0 0,1-1-1 0 0,-1 1 0 0 0,0 0 0 0 0,0-1 0 0 0,0-2 0 0 0,1-1-1 0 0,0 0 0 0 0,1 0 1 0 0,-1 0-1 0 0,1 0 0 0 0,0 0 1 0 0,1 1-1 0 0,-1-1 0 0 0,1 1 0 0 0,-1-1 1 0 0,1 1-1 0 0,1 0 0 0 0,-1 0 0 0 0,1 0 1 0 0,5-4-1 0 0,-4 3 9 0 0,0-1 0 0 0,0 1 0 0 0,-1-1 1 0 0,0 0-1 0 0,7-13 0 0 0,10-50 67 0 0,-16 51-57 0 0,0 1-1 0 0,0 1 0 0 0,2-1 0 0 0,8-15 0 0 0,-9 22-18 0 0,0 0 6 0 0,0 0 0 0 0,-1 0-1 0 0,1-1 1 0 0,-2 1-1 0 0,0-1 1 0 0,0 0-1 0 0,-1 0 1 0 0,0-1 0 0 0,-1 1-1 0 0,0 0 1 0 0,0-19-1 0 0,-2 25-6 0 0,1 0 0 0 0,0-1 0 0 0,0 1 0 0 0,0-1 0 0 0,0 1 0 0 0,1 0 0 0 0,4-9 0 0 0,-3 9 0 0 0,-1 0 0 0 0,0-1 0 0 0,-1 1 0 0 0,1-1 0 0 0,-1 1 0 0 0,0-1 0 0 0,1-10 0 0 0,-3 13 0 0 0,1 2 0 0 0,0 1 0 0 0,0-1 0 0 0,0 1 0 0 0,0-1 0 0 0,0 1 0 0 0,0-1 0 0 0,0 1 0 0 0,0-1 0 0 0,0 1 0 0 0,0-1 0 0 0,0 1 0 0 0,0-1 0 0 0,0 1 0 0 0,0-1 0 0 0,0 1 0 0 0,0-1 0 0 0,1 1 0 0 0,-1-1 0 0 0,0 1 0 0 0,0-1 0 0 0,1 1 0 0 0,-1-1 0 0 0,0 1 0 0 0,1 0 0 0 0,-1-1 0 0 0,0 1 0 0 0,1 0 0 0 0,-1-1 0 0 0,1 1 0 0 0,11-6-1 0 0,-14 6-1 0 0,1 0 3 0 0,1 0-1 0 0,0 0 1 0 0,-1 1-1 0 0,1-1 1 0 0,-1 0-1 0 0,1 0 1 0 0,-1 0-1 0 0,1 0 1 0 0,-1 0-1 0 0,1 0 1 0 0,-1 0-1 0 0,1 0 1 0 0,-1 0-1 0 0,1 0 1 0 0,-1 0-1 0 0,1 0 1 0 0,0 0-1 0 0,-1-1 1 0 0,1 1-1 0 0,-1 0 1 0 0,1 0-1 0 0,-1 0 1 0 0,1-1-1 0 0,0 1 1 0 0,-1 0-1 0 0,1 0 1 0 0,-1-1-1 0 0,1 1 1 0 0,0 0-1 0 0,-1-1 1 0 0,1 1-1 0 0,0-1 1 0 0,0 0 145 0 0,4 1-79 0 0,360-7 347 0 0,-331 9-445 0 0,-26-1-37 0 0,0-1 0 0 0,0 0-1 0 0,0 0 1 0 0,0-1 0 0 0,9-1-1 0 0,-5-1-428 0 0,-11 2-438 0 0,-30 0-2101 0 0,10 1 1395 0 0,-47 0-1494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6:42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51 1921 0 0,'0'-5'1761'0'0,"0"-2"-321"0"0,27 2-319 0 0,-27 0-241 0 0,27-2-239 0 0,26 7-161 0 0,-26 0-160 0 0,53 0-160 0 0,-27 0-80 0 0,-26 7-160 0 0,26-7-80 0 0,-26 0-720 0 0,-27-7-1201 0 0,-27-3-561 0 0,-26-2-239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7:53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107 314 1681 0 0,'-54'-5'3495'0'0,"50"-1"-3068"0"0,-14 5-281 0 0,14 1-39 0 0,4-1 33 0 0,0 0 0 0 0,0 0 0 0 0,0 0 0 0 0,0 0 0 0 0,0 0 0 0 0,0 0 0 0 0,0-1 0 0 0,-1 1 1 0 0,1 0-1 0 0,0 0 0 0 0,-1 0 0 0 0,1 0 0 0 0,0 0 0 0 0,-1 0 0 0 0,0 0 0 0 0,1 0 0 0 0,-1 0 0 0 0,-13-2 1108 0 0,10 3-1522 0 0,0 0 1088 0 0,8-1-748 0 0,14-6-54 0 0,-12 4-2 0 0,0 0 0 0 0,1 0 0 0 0,-1 1-1 0 0,1 0 1 0 0,-1 0 0 0 0,14-2-1 0 0,56-12 178 0 0,-68 9-107 0 0,10 5-26 0 0,-13-1-54 0 0,-2 2-54 0 0,16 1 41 0 0,7 0 26 0 0,0 0 41 0 0,54-5-41 0 0,-49-1-13 0 0,-8 5 0 0 0,-1 1-13 0 0,-13 0-27 0 0,13 0 80 0 0,5 0-27 0 0,-1 0-13 0 0,-16 0 7 0 0,-1 0 0 0 0,1 0-1 0 0,-1 1 1 0 0,14 3 0 0 0,1-2 12 0 0,-6-2-45 0 0,-13-1 31 0 0,-6 0 7 0 0,2-2 12 0 0,25 1-12 0 0,-10 3 10 0 0,-1-1 0 0 0,1-1 0 0 0,0-1 0 0 0,0 0 0 0 0,25-8 1 0 0,-14 3 24 0 0,38-5 0 0 0,-53 12-74 0 0,1 0 1 0 0,-1 0 0 0 0,1 1-1 0 0,-1 1 1 0 0,15 4-1 0 0,-18-5 26 0 0,-5 1-53 0 0,1 1 41 0 0,50 7 31 0 0,-47-11 21 0 0,0 1-3 0 0,-4 3 31 0 0,1-1 0 0 0,15 4-81 0 0,-18-3 3 0 0,20-1-44 0 0,-17-3 15 0 0,-10-4 93 0 0,3 4-33 0 0,1 1-14 0 0,0 0 0 0 0,1 0 0 0 0,-1 0 0 0 0,0 0-1 0 0,0 0 1 0 0,0-1 0 0 0,0 1 0 0 0,0 0 0 0 0,0 0 0 0 0,0-1-1 0 0,0 1 1 0 0,0-1 0 0 0,0 1 0 0 0,1-1 0 0 0,-1 1-1 0 0,0-1 1 0 0,0 0 0 0 0,1 1 0 0 0,-1-1 0 0 0,0 0 0 0 0,1 1-1 0 0,-1-1 1 0 0,0-1 0 0 0,1 1 2 0 0,-1-1 0 0 0,0 1-1 0 0,1 0 1 0 0,-1-1 0 0 0,0 1 0 0 0,1 0 0 0 0,-1 0-1 0 0,0 0 1 0 0,0 0 0 0 0,0 0 0 0 0,0 0 0 0 0,0 0-1 0 0,0 0 1 0 0,0 0 0 0 0,-1 0 0 0 0,1 0 0 0 0,0 1-1 0 0,0-1 1 0 0,-3 0 0 0 0,-33-16 89 0 0,19 9-16 0 0,-36-32 239 0 0,25 16-174 0 0,0 2-21 0 0,18 13-87 0 0,0 1 0 0 0,0-1 0 0 0,-1 2 0 0 0,0 0 0 0 0,0 0 0 0 0,-1 1 0 0 0,0 0 0 0 0,-14-3 0 0 0,22 8-104 0 0,10 6-828 0 0,2-2 334 0 0,-2-2 6 0 0,-1 1 0 0 0,0-1 1 0 0,0 1-1 0 0,0 0 1 0 0,0 0-1 0 0,0 1 0 0 0,4 2 1 0 0,-3 8-3089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7:53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0 800 0 0,'0'17'2161'0'0,"0"12"320"0"0,-27 10-560 0 0,0 0-880 0 0,1-10-881 0 0,-1-14-240 0 0,27 2 0 0 0,-27 0-400 0 0,27 0-1201 0 0,0-5-3121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7:54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609 0 800 0 0,'0'0'1921'0'0,"-27"0"-80"0"0,0 10 80 0 0,-106 36 960 0 0,26 5-1600 0 0,54-19-1121 0 0,0-3-240 0 0,-1 5 0 0 0,1-7 80 0 0,5-3-80 0 0,21-7-480 0 0,1-7-1201 0 0,52-10-1921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7:56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56 1441 0 0,'-14'-1'500'0'0,"-2"0"15"0"0,1 0 0 0 0,0-2-1 0 0,-1 1 1 0 0,1-2-1 0 0,-23-8 1 0 0,34 5-347 0 0,4 7-158 0 0,0 0 0 0 0,0-1 0 0 0,0 1-1 0 0,0 0 1 0 0,0 0 0 0 0,0-1 0 0 0,0 1 0 0 0,0 0 0 0 0,0-1 0 0 0,0 1-1 0 0,0 0 1 0 0,0-1 0 0 0,0 1 0 0 0,0 0 0 0 0,-1 0 0 0 0,1-1 0 0 0,0 1 0 0 0,0 0-1 0 0,0 0 1 0 0,0-1 0 0 0,-1 1 0 0 0,1 0 0 0 0,0 0 0 0 0,0-1 0 0 0,-1 1-1 0 0,1 0 1 0 0,0 0 0 0 0,0 0 0 0 0,-1 0 0 0 0,1-1 0 0 0,0 1 0 0 0,-1 0 0 0 0,-48-17 790 0 0,49 18-549 0 0,0 0-232 0 0,0 0 1 0 0,0 0-1 0 0,0 0 0 0 0,0 0 1 0 0,0 1-1 0 0,0-1 0 0 0,0 0 1 0 0,1 0-1 0 0,-1 0 0 0 0,0 0 1 0 0,1 0-1 0 0,-1 0 0 0 0,1 1 0 0 0,-1-1 1 0 0,1 1-1 0 0,10 10 11 0 0,-1 0 0 0 0,2 0 1 0 0,-1-1-1 0 0,2 0 0 0 0,23 15 0 0 0,-21-15-18 0 0,1 1 0 0 0,-2 0 0 0 0,0 1-1 0 0,17 18 1 0 0,18 18 2 0 0,-41-35 11 0 0,-7-12-21 0 0,0 0-1 0 0,1 0 0 0 0,-1 0 1 0 0,0 0-1 0 0,1 0 1 0 0,0 0-1 0 0,-1 0 1 0 0,1-1-1 0 0,0 1 0 0 0,0-1 1 0 0,4 3-1 0 0,43 23-16 0 0,-43-20-28 0 0,-8-21-158 0 0,2 8 169 0 0,0 1 0 0 0,0-1 0 0 0,1 0 0 0 0,-1 0 0 0 0,1 1 0 0 0,1-1 0 0 0,-1 0 0 0 0,1 1 0 0 0,0-1 0 0 0,0 1 0 0 0,1 0 0 0 0,-1 0 0 0 0,1 0 0 0 0,0 0 0 0 0,1 0 0 0 0,-1 1 0 0 0,1-1 0 0 0,0 1 0 0 0,7-6 0 0 0,4-5-12 0 0,0 1 0 0 0,17-13 0 0 0,-28 24 36 0 0,1-1 0 0 0,0 1 0 0 0,-1 0-1 0 0,1 1 1 0 0,0-1 0 0 0,0 1 0 0 0,0 0-1 0 0,0 0 1 0 0,1 1 0 0 0,-1-1 0 0 0,8 0-1 0 0,-13 3 4 0 0,1-1 0 0 0,0 0 0 0 0,-1 1 0 0 0,1-1 0 0 0,-1 1 0 0 0,0-1 0 0 0,1 1 0 0 0,-1-1 0 0 0,1 1-1 0 0,-1 0 1 0 0,0-1 0 0 0,1 1 0 0 0,-1-1 0 0 0,0 1 0 0 0,0 0 0 0 0,0-1 0 0 0,1 1 0 0 0,-1 0 0 0 0,0-1-1 0 0,0 2 1 0 0,2 4 2 0 0,2 2 4 0 0,-1 0 0 0 0,1 1 0 0 0,-2-1 0 0 0,1 1 0 0 0,-1 0 0 0 0,0-1 0 0 0,-1 1 0 0 0,0 0 0 0 0,-1 0 1 0 0,1 0-1 0 0,-2 0 0 0 0,1 0 0 0 0,-1 0 0 0 0,-1 0 0 0 0,1 0 0 0 0,-2-1 0 0 0,1 1 0 0 0,-1 0 0 0 0,0-1 0 0 0,-1 0 0 0 0,0 0 1 0 0,0 0-1 0 0,-1 0 0 0 0,0-1 0 0 0,-11 13 0 0 0,13-17 26 0 0,0 1-1 0 0,0-1 1 0 0,1 0 0 0 0,0 1-1 0 0,-1-1 1 0 0,1 1 0 0 0,1 0 0 0 0,-1 0-1 0 0,0-1 1 0 0,1 1 0 0 0,0 0 0 0 0,-1 5-1 0 0,1-10-19 0 0,1 0-1 0 0,-1 0 1 0 0,1 0-1 0 0,-1 0 1 0 0,0 0-1 0 0,1 0 1 0 0,-1 0-1 0 0,0 1 1 0 0,0-1-1 0 0,0 0 0 0 0,0 0 1 0 0,0 1-1 0 0,0-1 1 0 0,0 1-1 0 0,0-1 1 0 0,0 1-1 0 0,-2-2 1 0 0,-2-1 12 0 0,4 1-17 0 0,0 1 1 0 0,0-1 0 0 0,0 0 0 0 0,0 0-1 0 0,1 0 1 0 0,-1-1 0 0 0,1 1-1 0 0,-1 0 1 0 0,1 0 0 0 0,0 0 0 0 0,0 0-1 0 0,0 0 1 0 0,0 0 0 0 0,0-3-1 0 0,7-32 32 0 0,-1 12-13 0 0,0 1-1 0 0,-2-1 0 0 0,-1 0 0 0 0,-1 0 1 0 0,-1-28-1 0 0,-1 31-24 0 0,0 20-17 0 0,0 4-5 0 0,0 37 2 0 0,-1-24 22 0 0,-1 0 0 0 0,0 0 0 0 0,-6 19 0 0 0,4-18 0 0 0,1 0 0 0 0,0 0 0 0 0,-1 25 0 0 0,3-25-1 0 0,0-18 3 0 0,1 0-3 0 0,0-1 0 0 0,1 1-1 0 0,-1 0 1 0 0,0 0 0 0 0,1 0-1 0 0,-1 0 1 0 0,1 0 0 0 0,-1 0-1 0 0,1 0 1 0 0,2-4 0 0 0,0 2-3 0 0,0-1 0 0 0,-1 0 1 0 0,0 0-1 0 0,1 1 0 0 0,-1-2 1 0 0,-1 1-1 0 0,1 0 0 0 0,-1 0 0 0 0,0 0 1 0 0,0-1-1 0 0,-1 1 0 0 0,1-1 1 0 0,-1 1-1 0 0,0 0 0 0 0,-1-1 1 0 0,1 1-1 0 0,-3-11 0 0 0,1 11 10 0 0,0-1 0 0 0,-1 1-1 0 0,1-1 1 0 0,-1 1 0 0 0,0 0-1 0 0,0 0 1 0 0,-1 1 0 0 0,0-1 0 0 0,1 0-1 0 0,-1 1 1 0 0,-1 0 0 0 0,1 0-1 0 0,-1 0 1 0 0,1 1 0 0 0,-1 0 0 0 0,0-1-1 0 0,0 2 1 0 0,-1-1 0 0 0,1 1-1 0 0,-1-1 1 0 0,1 1 0 0 0,-1 1 0 0 0,1-1-1 0 0,-1 1 1 0 0,0 0 0 0 0,0 1-1 0 0,-6-1 1 0 0,-27 0 74 0 0,38 1-75 0 0,1 0-1 0 0,-1 0 0 0 0,1 0 1 0 0,-1 0-1 0 0,1 0 0 0 0,0 0 0 0 0,-1 1 1 0 0,1-1-1 0 0,-1 0 0 0 0,1 0 1 0 0,0 0-1 0 0,-1 0 0 0 0,1 1 1 0 0,-1-1-1 0 0,1 0 0 0 0,0 0 1 0 0,-1 1-1 0 0,1-1 0 0 0,0 0 1 0 0,-1 1-1 0 0,1-1 0 0 0,0 0 1 0 0,0 1-1 0 0,0-1 0 0 0,-1 1 1 0 0,1-1-1 0 0,0 0 0 0 0,0 1 0 0 0,0-1 1 0 0,0 1-1 0 0,-1-1 0 0 0,1 0 1 0 0,0 1-1 0 0,0-1 0 0 0,0 1 1 0 0,0-1-1 0 0,0 1 0 0 0,0-1 1 0 0,0 1-1 0 0,1 0 0 0 0,4 16 59 0 0,3-8-50 0 0,1 1-1 0 0,0-1 0 0 0,1 0 1 0 0,0-1-1 0 0,0 0 0 0 0,0 0 1 0 0,1-1-1 0 0,0-1 0 0 0,1 1 0 0 0,0-2 1 0 0,0 0-1 0 0,14 4 0 0 0,-6-3-28 0 0,-1-1 0 0 0,1-2 0 0 0,0 0 0 0 0,35 1 0 0 0,-24 1-50 0 0,-13-10 52 0 0,-18 5 14 0 0,0 0 0 0 0,0 0 0 0 0,1 0 0 0 0,-1 0 0 0 0,0 0 0 0 0,0 0 0 0 0,0 0 0 0 0,1 0 0 0 0,-1 0 0 0 0,0-1 0 0 0,0 1 0 0 0,1 0 0 0 0,-1 0 0 0 0,0 0 0 0 0,0 0 0 0 0,0-1 0 0 0,0 1 0 0 0,1 0 0 0 0,-1 0 0 0 0,0-1 0 0 0,0 1 0 0 0,0 0 0 0 0,0 0 0 0 0,0 0 0 0 0,0-1 0 0 0,0 1 0 0 0,0 0 0 0 0,0 0 0 0 0,0-1 0 0 0,0 1 0 0 0,0 0 0 0 0,0-1 0 0 0,0 1 0 0 0,0 0 0 0 0,0 0 0 0 0,0-1 0 0 0,0 1 0 0 0,0 0 0 0 0,0 0 0 0 0,0-1 0 0 0,0 1 0 0 0,0 0 0 0 0,0 0 0 0 0,0 0 0 0 0,-1-1 0 0 0,1 1 0 0 0,0 0 0 0 0,0 0 0 0 0,0 0 0 0 0,0-1 0 0 0,-1 1 0 0 0,1 0 0 0 0,0 0 0 0 0,0 0 0 0 0,0 0 0 0 0,-1-1 0 0 0,1 1 0 0 0,0 0 0 0 0,0 0 0 0 0,-1 0 0 0 0,1 0 0 0 0,0 0 0 0 0,-36-30 31 0 0,26 21-5 0 0,1 0 0 0 0,-2 1 0 0 0,1 0-1 0 0,-21-11 1 0 0,15 12 8 0 0,13 6-15 0 0,-1-1 0 0 0,1 1-1 0 0,0-1 1 0 0,0 0 0 0 0,0 0 0 0 0,0 0-1 0 0,0 0 1 0 0,0-1 0 0 0,1 1 0 0 0,-5-6 0 0 0,4 6 2 0 0,0 0 0 0 0,0 0 0 0 0,0 1 1 0 0,0-1-1 0 0,-1 1 0 0 0,1 0 0 0 0,0 0 1 0 0,-5-1-1 0 0,-4-2 28 0 0,13 4-46 0 0,-1 0 0 0 0,1-1 1 0 0,-1 1-1 0 0,1 0 1 0 0,-1-1-1 0 0,1 1 0 0 0,0 0 1 0 0,-1 0-1 0 0,1 0 1 0 0,-1 0-1 0 0,1 0 0 0 0,0 0 1 0 0,-1 0-1 0 0,1 0 1 0 0,0 0-1 0 0,-1 0 0 0 0,1 0 1 0 0,-1 0-1 0 0,1 0 1 0 0,0 0-1 0 0,-1 1 0 0 0,1-1 1 0 0,-1 0-1 0 0,1 0 1 0 0,-1 1-1 0 0,1-1 0 0 0,-1 0 1 0 0,1 1-1 0 0,-1-1 1 0 0,1 1-1 0 0,-1-1 0 0 0,1 0 1 0 0,-1 1-1 0 0,1-1 1 0 0,-1 1-1 0 0,0-1 0 0 0,1 1 1 0 0,-1 0-1 0 0,0-1 1 0 0,0 1-1 0 0,1-1 0 0 0,-1 1 1 0 0,0-1-1 0 0,0 1 1 0 0,0 0-1 0 0,0-1 0 0 0,0 1 1 0 0,0 0-1 0 0,0-1 1 0 0,0 2-1 0 0,0 2 4 0 0,1 1 1 0 0,-1-1-1 0 0,1 1 1 0 0,-1-1-1 0 0,1 1 1 0 0,1-1-1 0 0,-1 1 0 0 0,3 5 1 0 0,-2-7-7 0 0,-1 0 1 0 0,0 1-1 0 0,0-1 1 0 0,0 0-1 0 0,0 1 1 0 0,-1-1-1 0 0,1 1 1 0 0,-1 4-1 0 0,0-4 3 0 0,0 1 0 0 0,-1-1 0 0 0,0 1 1 0 0,1-1-1 0 0,-2 1 0 0 0,1-1 0 0 0,0 1 0 0 0,-1-1 0 0 0,0 0 0 0 0,0 0 1 0 0,0 0-1 0 0,-1 0 0 0 0,-3 5 0 0 0,-4 2 27 0 0,0 0 1 0 0,-21 17-1 0 0,-15 15 151 0 0,41-38-137 0 0,0 0 1 0 0,0-1 0 0 0,-1 1 0 0 0,1-1-1 0 0,-1-1 1 0 0,0 1 0 0 0,0-1-1 0 0,0 0 1 0 0,-1-1 0 0 0,1 1 0 0 0,-1-1-1 0 0,1 0 1 0 0,-14 1 0 0 0,16-2-25 0 0,0 0 1 0 0,0-1 0 0 0,0 0-1 0 0,0 0 1 0 0,0 0-1 0 0,0 0 1 0 0,0-1-1 0 0,1 1 1 0 0,-1-1-1 0 0,0 0 1 0 0,0 0-1 0 0,0 0 1 0 0,1-1 0 0 0,-1 1-1 0 0,1-1 1 0 0,-1 0-1 0 0,1 0 1 0 0,0 0-1 0 0,0-1 1 0 0,0 1-1 0 0,0-1 1 0 0,0 1-1 0 0,0-1 1 0 0,1 0 0 0 0,-4-5-1 0 0,5 7-17 0 0,0-1 1 0 0,-1 0-1 0 0,1 1 0 0 0,1-1 0 0 0,-1 0 0 0 0,0 0 1 0 0,0 1-1 0 0,1-1 0 0 0,-1 0 0 0 0,1 0 0 0 0,-1 0 1 0 0,1 0-1 0 0,0 0 0 0 0,0 0 0 0 0,0 0 0 0 0,0 0 1 0 0,0 0-1 0 0,0 0 0 0 0,0 1 0 0 0,1-1 0 0 0,-1 0 1 0 0,1 0-1 0 0,0 0 0 0 0,-1 0 0 0 0,3-3 0 0 0,1-7 21 0 0,-2 4-8 0 0,-1 0 1 0 0,0 0 0 0 0,0 0 0 0 0,-1-15 0 0 0,4-24 53 0 0,5 20-23 0 0,-6 21-42 0 0,-1 0 1 0 0,0-1-1 0 0,0 1 1 0 0,-1 0-1 0 0,0-1 1 0 0,1-12-1 0 0,-2 17-7 0 0,1 1-1 0 0,-1-1 1 0 0,1 0 0 0 0,-1 1 0 0 0,1-1-1 0 0,0 1 1 0 0,-1-1 0 0 0,1 1 0 0 0,0 0-1 0 0,0-1 1 0 0,0 1 0 0 0,0 0 0 0 0,0 0-1 0 0,1 0 1 0 0,-1-1 0 0 0,0 1 0 0 0,0 0-1 0 0,1 1 1 0 0,-1-1 0 0 0,1 0 0 0 0,-1 0-1 0 0,1 1 1 0 0,-1-1 0 0 0,1 0 0 0 0,-1 1-1 0 0,1 0 1 0 0,2-1 0 0 0,0 0-12 0 0,-1 0 1 0 0,1 0-1 0 0,-1 1 0 0 0,1-1 0 0 0,0 1 1 0 0,-1 0-1 0 0,1 0 0 0 0,0 1 1 0 0,-1-1-1 0 0,1 1 0 0 0,0-1 1 0 0,3 2-1 0 0,-5-1 3 0 0,5 2-308 0 0,-1 0 0 0 0,1 0 0 0 0,0 0 0 0 0,-1 1 0 0 0,0 0 0 0 0,0 1 0 0 0,0-1 0 0 0,0 1 0 0 0,-1 0 0 0 0,6 7 0 0 0,11 21-4151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7:57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0 640 0 0,'26'5'2081'0'0,"-26"7"-160"0"0,27 39 560 0 0,-54 22-400 0 0,1-12-1280 0 0,-1 7-561 0 0,0-7-80 0 0,1 2-80 0 0,-1-2 0 0 0,0 2 80 0 0,1-2-80 0 0,-28-5-160 0 0,28-10-560 0 0,52-19-881 0 0,-26-20-960 0 0,27-24-2401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7:57.5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 1121 0 0,'0'-12'2241'0'0,"0"7"-241"0"0,26 5-239 0 0,-26 5-400 0 0,27 0-321 0 0,0 2-399 0 0,26 3-321 0 0,0-3-240 0 0,27-2-240 0 0,27-10-641 0 0,-27 5 1 0 0,-53-7-160 0 0,-54 14-4563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7:57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0 720 0 0,'0'5'4402'0'0,"27"0"-3041"0"0,-27 2-241 0 0,26-2-239 0 0,-26 7-241 0 0,27-7-240 0 0,0 7-240 0 0,-1-7-640 0 0,1 0-1281 0 0,0 0-1360 0 0,-27 2 0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8:05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27 185 1521 0 0,'1'-2'1024'0'0,"-1"1"-676"0"0,0-1 1 0 0,0 1-1 0 0,1 0 1 0 0,-1-1-1 0 0,0 1 1 0 0,0-1-1 0 0,0 1 1 0 0,-1-1-1 0 0,1 1 0 0 0,0 0 1 0 0,0-1-1 0 0,-1 1 1 0 0,1-1-1 0 0,-1 1 1 0 0,1 0-1 0 0,-1-1 1 0 0,-1-1-1 0 0,-20 3 1480 0 0,26 1-1281 0 0,18-2-454 0 0,165-11 374 0 0,-160 11-440 0 0,-1-2 26 0 0,61-3 36 0 0,-72 6-85 0 0,69-8-4 0 0,-50 5-17 0 0,-13 1-16 0 0,2 0 1 0 0,-1 1 0 0 0,38 4 0 0 0,-36-1-8 0 0,-11-2 29 0 0,0 1 0 0 0,-1 1 1 0 0,1-1-1 0 0,14 6 0 0 0,49 9 105 0 0,-63-12-28 0 0,-11-4-70 0 0,45-3 155 0 0,51 13 89 0 0,-81-10-232 0 0,3 1 34 0 0,-12 2-11 0 0,53 4-18 0 0,-35-6-13 0 0,3 1 0 0 0,-27 0 0 0 0,47-1 0 0 0,31 7 0 0 0,-53-5 0 0 0,-5-2 13 0 0,-17-1 134 0 0,-5-1-81 0 0,0-2-39 0 0,-5 1 26 0 0,2 1-32 0 0,2 1-16 0 0,0 0-1 0 0,1 0 0 0 0,-1 0 0 0 0,0 0 0 0 0,0 0 0 0 0,1 0 0 0 0,-1 0 0 0 0,0 0 1 0 0,1 0-1 0 0,-1-1 0 0 0,0 1 0 0 0,1 0 0 0 0,-1-1 0 0 0,0 1 0 0 0,1 0 0 0 0,-1-1 0 0 0,0 1 1 0 0,1-1-1 0 0,-1 1 0 0 0,1-1 0 0 0,-1 1 0 0 0,1-1 0 0 0,-1 1 0 0 0,1-1 0 0 0,0 0 1 0 0,-1 1-1 0 0,1-1 0 0 0,-1 0 0 0 0,1 1 0 0 0,0-1 0 0 0,0 0 0 0 0,0 1 0 0 0,-1-1 1 0 0,1 0-1 0 0,0 1 0 0 0,0-2 0 0 0,-2 0 6 0 0,0 1 1 0 0,0-1-1 0 0,1 1 1 0 0,-1 0 0 0 0,-1-1-1 0 0,1 1 1 0 0,0 0-1 0 0,0 0 1 0 0,0 1-1 0 0,-1-1 1 0 0,1 0-1 0 0,0 1 1 0 0,-1-1-1 0 0,-4 1 1 0 0,-5-3 4 0 0,-7-7 53 0 0,15 7-55 0 0,0 1 1 0 0,0-1-1 0 0,0 1 0 0 0,-1 1 0 0 0,1-1 0 0 0,-10-2 0 0 0,-66-23 54 0 0,77 26-100 0 0,-1 0-1 0 0,1-1 1 0 0,0 1-1 0 0,-1-1 1 0 0,1 0-1 0 0,0 1 1 0 0,-5-5-1 0 0,-14-7-232 0 0,-27-15-481 0 0,48 27 609 0 0,1 1-1 0 0,-1-1 0 0 0,1 0 0 0 0,-1 0 0 0 0,1 0 0 0 0,-1 0 1 0 0,1 0-1 0 0,0 0 0 0 0,-1 0 0 0 0,1 0 0 0 0,0 0 0 0 0,0 0 0 0 0,0 0 1 0 0,0 0-1 0 0,0 0 0 0 0,0 0 0 0 0,0-1 0 0 0,0 1 0 0 0,0 0 0 0 0,1-1 1 0 0,-1 2-37 0 0,0-1 0 0 0,0 1 0 0 0,0-1 1 0 0,1 1-1 0 0,-1-1 0 0 0,0 1 0 0 0,0-1 1 0 0,0 1-1 0 0,0-1 0 0 0,0 1 0 0 0,0-1 1 0 0,0 1-1 0 0,0-1 0 0 0,0 1 0 0 0,0-1 1 0 0,0 1-1 0 0,0-1 0 0 0,-1 1 0 0 0,1-1 1 0 0,0 1-1 0 0,0-1 0 0 0,0 1 0 0 0,-1-1 1 0 0,1 1-1 0 0,0 0 0 0 0,-1-1 0 0 0,1 1 1 0 0,0-1-1 0 0,-1 1 0 0 0,1 0 0 0 0,0-1 1 0 0,-1 1-1 0 0,0-1 0 0 0,-21 6-2653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8:06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295 11 1040 0 0,'0'-9'3011'0'0,"0"7"-711"0"0,0 5-1995 0 0,0-2-11 0 0,0-1-290 0 0,1 0-1 0 0,-1 0 1 0 0,0 1 0 0 0,0-1 0 0 0,0 0 0 0 0,0 0-1 0 0,0 0 1 0 0,0 0 0 0 0,0 0 0 0 0,0 1-1 0 0,0-1 1 0 0,0 0 0 0 0,0 0 0 0 0,0 0 0 0 0,0 0-1 0 0,1 0 1 0 0,-1 1 0 0 0,0-1 0 0 0,0 0 0 0 0,0 0-1 0 0,-1 0 1 0 0,1 0 0 0 0,0 1 0 0 0,0-1-1 0 0,0 0 1 0 0,0 0 0 0 0,0 0 0 0 0,0 0 0 0 0,0 0-1 0 0,0 1 1 0 0,0-1 0 0 0,0 0 0 0 0,0 0-1 0 0,0 0 1 0 0,0 0 0 0 0,-1 0 0 0 0,1 0 0 0 0,0 1-1 0 0,0-1 1 0 0,0 0 0 0 0,0 0 0 0 0,0 0 0 0 0,0 0-1 0 0,-1 0 1 0 0,1 0 0 0 0,0 0 0 0 0,0 0-1 0 0,0 0 1 0 0,0 0 0 0 0,0 0 0 0 0,-1 0 0 0 0,1 0-1 0 0,0 0 1 0 0,0 0 0 0 0,0 0 0 0 0,0 0-1 0 0,-1 0 1 0 0,1 0 0 0 0,0 0 0 0 0,0 0 0 0 0,0 0-1 0 0,0 0 1 0 0,0 0 0 0 0,-1 0 0 0 0,1 0 0 0 0,0 0-1 0 0,-107 17 1144 0 0,-48 6 94 0 0,126-15-1227 0 0,35-7-432 0 0,-6-1-58 0 0,2 0 425 0 0,-1 0-63 0 0,0 0-1 0 0,0 0 1 0 0,-1 0-1 0 0,1 0 0 0 0,0 0 1 0 0,0-1-1 0 0,0 1 1 0 0,0 0-1 0 0,0-1 0 0 0,0 1 1 0 0,-1 0-1 0 0,1-1 1 0 0,0 1-1 0 0,0-1 0 0 0,-1 1 1 0 0,1-1-1 0 0,0 0 1 0 0,-1 1-1 0 0,1-1 0 0 0,0 0 1 0 0,-1 1-1 0 0,1-1 1 0 0,-1 0-1 0 0,1 0 0 0 0,-1 1 1 0 0,1-1-1 0 0,-1 0 1 0 0,0 0-1 0 0,0 0 0 0 0,1 0 1 0 0,-1 0-1 0 0,0 1 1 0 0,0-1-1 0 0,0 0 0 0 0,0 0 1 0 0,0 0-1 0 0,0 0 1 0 0,0 0-1 0 0,0 0 0 0 0,0-1 1 0 0,0-10-2327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8:10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56 240 0 0,'1'-10'4550'0'0,"-1"10"-4545"0"0,0-1 0 0 0,0 1 1 0 0,0-1-1 0 0,0 1 0 0 0,0 0 1 0 0,0-1-1 0 0,0 1 0 0 0,0-1 1 0 0,0 1-1 0 0,0-1 0 0 0,0 1 0 0 0,0 0 1 0 0,0-1-1 0 0,-1 1 0 0 0,1-1 1 0 0,0 1-1 0 0,0 0 0 0 0,0-1 1 0 0,-1 1-1 0 0,1 0 0 0 0,0-1 1 0 0,-1 1-1 0 0,1 0 0 0 0,0-1 0 0 0,0 1 1 0 0,-1 0-1 0 0,1 0 0 0 0,-1-1 1 0 0,1 1-1 0 0,-18-2-58 0 0,13-2 26 0 0,1 0-26 0 0,-18-3 38 0 0,12 6 17 0 0,-7 1-3 0 0,-5-1 1 0 0,13-2 0 0 0,-44-9 0 0 0,30 11 0 0 0,1 1 14 0 0,23 0-8 0 0,0 0 0 0 0,0 1 0 0 0,1-1 1 0 0,-1 0-1 0 0,0 1 0 0 0,0-1 1 0 0,0 1-1 0 0,0-1 0 0 0,0 1 1 0 0,0-1-1 0 0,0 1 0 0 0,0 0 0 0 0,-1-1 1 0 0,1 1-1 0 0,0 0 0 0 0,0 0 1 0 0,0 0-1 0 0,-1 0 0 0 0,1 0 1 0 0,0 0-1 0 0,-1 0 0 0 0,1 0 0 0 0,-1 0 1 0 0,1 0-1 0 0,-1 0 0 0 0,0 0 1 0 0,1 0-1 0 0,-1 0 0 0 0,0 0 1 0 0,0 0-1 0 0,0 0 0 0 0,0 0 0 0 0,0 2 1 0 0,0 50 210 0 0,-1-32-182 0 0,1 97 686 0 0,0-116-718 0 0,0 0-1 0 0,0 0 1 0 0,0 0 0 0 0,-1-1 0 0 0,1 1-1 0 0,-1 0 1 0 0,1 0 0 0 0,-1-1 0 0 0,0 1 0 0 0,1 0-1 0 0,-1-1 1 0 0,0 1 0 0 0,0 0 0 0 0,0-1 0 0 0,-1 1-1 0 0,1-1 1 0 0,0 0 0 0 0,0 0 0 0 0,-1 1 0 0 0,1-1-1 0 0,-3 1 1 0 0,2 0 2 0 0,2-2-5 0 0,-1 0-1 0 0,1 0 0 0 0,0 1 0 0 0,0-1 0 0 0,-1 0 0 0 0,1 0 0 0 0,0 1 0 0 0,-1-1 0 0 0,1 0 0 0 0,0 0 0 0 0,0 1 1 0 0,-1-1-1 0 0,1 0 0 0 0,0 1 0 0 0,0-1 0 0 0,0 0 0 0 0,0 1 0 0 0,0-1 0 0 0,-1 0 0 0 0,1 1 0 0 0,0-1 1 0 0,0 0-1 0 0,0 1 0 0 0,0-1 0 0 0,0 0 0 0 0,0 1 0 0 0,0-1 0 0 0,0 0 0 0 0,0 1 0 0 0,0 0 0 0 0,1 5-11 0 0,3-6 52 0 0,-1 0-33 0 0,-2 0-7 0 0,-1 0 0 0 0,1 0 0 0 0,0 0 1 0 0,0 0-1 0 0,-1 0 0 0 0,1 0 0 0 0,0 0 0 0 0,0 0 1 0 0,-1-1-1 0 0,1 1 0 0 0,0 0 0 0 0,0 0 1 0 0,-1-1-1 0 0,1 1 0 0 0,0-1 0 0 0,-1 1 0 0 0,1 0 1 0 0,-1-1-1 0 0,1 1 0 0 0,0-1 0 0 0,-1 0 1 0 0,1 1-1 0 0,-1-1 0 0 0,1 1 0 0 0,-1-1 0 0 0,0 0 1 0 0,1 1-1 0 0,-1-1 0 0 0,0 0 0 0 0,1 1 1 0 0,-1-3-1 0 0,1 2 0 0 0,-1 0 0 0 0,0 0 0 0 0,1 0 0 0 0,-1 0 0 0 0,1 0 0 0 0,-1 0 0 0 0,1 0 0 0 0,0-1 0 0 0,-1 2 0 0 0,1-1 0 0 0,0 0 0 0 0,0 0 0 0 0,0 0 0 0 0,0 0 0 0 0,0 0 0 0 0,0 1 0 0 0,0-1 0 0 0,0 0 0 0 0,0 1 0 0 0,2-2 0 0 0,2-1 0 0 0,5-7 0 0 0,-8 9 0 0 0,-1 0 0 0 0,1 0 0 0 0,-1-1 0 0 0,1 1 0 0 0,-1-1 0 0 0,0 1 0 0 0,1-1 0 0 0,-1 1 0 0 0,0-1 0 0 0,0 0 0 0 0,0 1 0 0 0,0-1 0 0 0,-1 0 0 0 0,1 0 0 0 0,0 0 0 0 0,-1 1 0 0 0,1-1 0 0 0,-1 0 0 0 0,1-3 0 0 0,-1 4-2 0 0,0 0 0 0 0,0 0 0 0 0,0-1 0 0 0,0 1 0 0 0,0 0 0 0 0,0 0 0 0 0,1 0 0 0 0,-1 0 1 0 0,1 0-1 0 0,-1 0 0 0 0,1 0 0 0 0,-1 0 0 0 0,1 0 0 0 0,-1 0 0 0 0,1 0 0 0 0,0 0 0 0 0,-1 0 0 0 0,1 0 0 0 0,0 0 1 0 0,0 0-1 0 0,0 1 0 0 0,0-1 0 0 0,1 0 0 0 0,-1 0 0 0 0,0 0 1 0 0,0 1 0 0 0,0-1-1 0 0,0 0 1 0 0,0 0-1 0 0,-1 0 1 0 0,1 0 0 0 0,0 0-1 0 0,0 0 1 0 0,-1 0-1 0 0,1 0 1 0 0,-1 0-1 0 0,1 0 1 0 0,-1 0 0 0 0,1 0-1 0 0,-1 0 1 0 0,1 0-1 0 0,-1 0 1 0 0,0-1-1 0 0,0 1 1 0 0,0 0 0 0 0,0 0-1 0 0,0-2 1 0 0,-22 65 161 0 0,13-5-27 0 0,-1-34-107 0 0,9-21-23 0 0,0 0 1 0 0,0 0 0 0 0,-1 0 0 0 0,1 0 0 0 0,1 0 0 0 0,-1 0 0 0 0,0 0 0 0 0,0 0-1 0 0,1 1 1 0 0,-1-1 0 0 0,1 0 0 0 0,0 0 0 0 0,0 1 0 0 0,0-1 0 0 0,0 0 0 0 0,0 0-1 0 0,0 1 1 0 0,0-1 0 0 0,1 0 0 0 0,0 4 0 0 0,7 8 27 0 0,-6-11-21 0 0,0 1 1 0 0,0-1 0 0 0,-1 1 0 0 0,1 0 0 0 0,-1-1-1 0 0,0 1 1 0 0,0 0 0 0 0,0 0 0 0 0,0 0-1 0 0,-1 0 1 0 0,1 7 0 0 0,-1-11-14 0 0,0-1 1 0 0,0 1-1 0 0,0 0 0 0 0,0-1 1 0 0,0 1-1 0 0,1-1 0 0 0,-1 1 1 0 0,0-1-1 0 0,0 1 0 0 0,1-1 0 0 0,-1 1 1 0 0,0 0-1 0 0,1-1 0 0 0,-1 1 1 0 0,0 0-1 0 0,1-1 0 0 0,-1 1 1 0 0,0 0-1 0 0,1-1 0 0 0,-1 1 1 0 0,1 0-1 0 0,-1 0 0 0 0,1 0 1 0 0,-1-1-1 0 0,0 1 0 0 0,1 0 1 0 0,-1 0-1 0 0,1 0 0 0 0,0 0 0 0 0,0 0 3 0 0,0-1 1 0 0,0 1-1 0 0,-1 0 0 0 0,1 0 0 0 0,0-1 0 0 0,0 1 0 0 0,-1 0 0 0 0,1-1 0 0 0,0 1 0 0 0,-1-1 0 0 0,1 1 0 0 0,0-1 0 0 0,-1 1 0 0 0,1-1 0 0 0,0 1 0 0 0,-1-1 0 0 0,1 1 0 0 0,-1-1 0 0 0,1 0 0 0 0,-1 0 0 0 0,0 1 0 0 0,1-1 0 0 0,-1 0 0 0 0,0 1 0 0 0,1-1 0 0 0,-1 0 0 0 0,0 0 0 0 0,0 0 0 0 0,0 1 0 0 0,0-1 0 0 0,0 0 0 0 0,0-1 0 0 0,1-1-3 0 0,-1 1 0 0 0,0-1-1 0 0,1 1 1 0 0,0-1 0 0 0,-1 1 0 0 0,1-1 0 0 0,0 1-1 0 0,0-1 1 0 0,1 1 0 0 0,-1 0 0 0 0,0 0 0 0 0,3-3 0 0 0,5-10-36 0 0,17-45-54 0 0,-24 55 87 0 0,-1 0 0 0 0,1 0 0 0 0,-1 0 0 0 0,-1 0 0 0 0,1-1 0 0 0,-1 1 0 0 0,0 0 0 0 0,0 0 0 0 0,-1-9 0 0 0,0-7-1 0 0,2 18 4 0 0,-2 3 3 0 0,0-1 1 0 0,0 1 0 0 0,0-1 0 0 0,0 1-1 0 0,0-1 1 0 0,0 1 0 0 0,0 0 0 0 0,0 0-1 0 0,0 0 1 0 0,0-1 0 0 0,0 1 0 0 0,0 0-1 0 0,0 0 1 0 0,0 1 0 0 0,0-1 0 0 0,0 0-1 0 0,0 0 1 0 0,0 0 0 0 0,-1 1 0 0 0,1-1-1 0 0,-1 1 1 0 0,-7 0 48 0 0,8-1-45 0 0,0 0 1 0 0,0 0-1 0 0,1 0 1 0 0,-1 0-1 0 0,0 0 1 0 0,0 0 0 0 0,1 0-1 0 0,-1 0 1 0 0,0 0-1 0 0,0 1 1 0 0,1-1-1 0 0,-1 0 1 0 0,0 0 0 0 0,0 1-1 0 0,1-1 1 0 0,-1 0-1 0 0,0 1 1 0 0,1-1-1 0 0,-1 1 1 0 0,1-1-1 0 0,-1 1 1 0 0,0-1 0 0 0,1 1-1 0 0,-1-1 1 0 0,1 1-1 0 0,-1-1 1 0 0,1 1-1 0 0,0 0 1 0 0,-1-1 0 0 0,1 1-1 0 0,0 0 1 0 0,-1-1-1 0 0,1 1 1 0 0,0 0-1 0 0,0 0 1 0 0,0-1 0 0 0,-1 1-1 0 0,1 0 1 0 0,0 0-1 0 0,0-1 1 0 0,0 2-1 0 0,5-2 50 0 0,39-12 23 0 0,56-23 1 0 0,-66 23-60 0 0,-31 10-13 0 0,1 1 0 0 0,0-1-1 0 0,0 0 1 0 0,-1 0 0 0 0,1 0 0 0 0,5-5-1 0 0,-7 5 1 0 0,0 0 0 0 0,0 0 0 0 0,0 1 0 0 0,0 0 0 0 0,1-1 0 0 0,-1 1 0 0 0,0 0 0 0 0,1 0 0 0 0,-1 0 0 0 0,1 0 0 0 0,3 0 0 0 0,12 1 369 0 0,-31 4-271 0 0,1 1-1 0 0,0 0 1 0 0,0 1 0 0 0,-21 13-1 0 0,-14 8 25 0 0,-1-8-52 0 0,36-15-70 0 0,1 1 1 0 0,0-1-1 0 0,0 2 0 0 0,0 0 1 0 0,-14 10-1 0 0,23-12 8 0 0,-1-2 13 0 0,-19-1-65 0 0,40-5 26 0 0,-29 2 13 0 0,11 2 0 0 0,11-4 0 0 0,-11 4 0 0 0,1-1 0 0 0,-1 1 0 0 0,0 0 0 0 0,1 0 0 0 0,-1 0 0 0 0,0-1 0 0 0,0 1 0 0 0,1 0 0 0 0,-1 0 0 0 0,0-1 0 0 0,0 1 0 0 0,1 0 0 0 0,-1-1 0 0 0,0 1 0 0 0,0 0 0 0 0,0-1 0 0 0,1 1 0 0 0,-1 0 0 0 0,0-1 0 0 0,0 1 0 0 0,0 0 0 0 0,0-1 0 0 0,0 1 0 0 0,0-1 0 0 0,0 1 0 0 0,0 0 0 0 0,0-1 0 0 0,0 1 0 0 0,0 0 0 0 0,0-1 0 0 0,0 1 0 0 0,0 0 0 0 0,0-1 0 0 0,0 1 0 0 0,-1-1 0 0 0,1 1 0 0 0,0-1 0 0 0,0 1 0 0 0,0 0 0 0 0,0-1 0 0 0,0 1 0 0 0,0 0 0 0 0,0-1 0 0 0,0 1 0 0 0,0-1 0 0 0,0 1 0 0 0,0 0 0 0 0,0-1 0 0 0,0 1 0 0 0,0 0 0 0 0,0-1 0 0 0,0 1 0 0 0,0 0 0 0 0,0-1 0 0 0,0 1 0 0 0,0-1 0 0 0,1 1 0 0 0,-1 0 0 0 0,0 0 0 0 0,0-1 0 0 0,0 1 0 0 0,1 0 0 0 0,-1-1 0 0 0,0 1 0 0 0,1 0 0 0 0,-1 0 0 0 0,0-1 0 0 0,0 1 0 0 0,1 0 0 0 0,-1 0 0 0 0,1-1 0 0 0,52-20-80 0 0,-31 21 80 0 0,-21 0 3 0 0,0 0 1 0 0,0 0 0 0 0,0 0-1 0 0,0 0 1 0 0,0 0-1 0 0,0 0 1 0 0,0 0 0 0 0,0 0-1 0 0,0 0 1 0 0,0 1 0 0 0,0-1-1 0 0,0 0 1 0 0,0 1 0 0 0,0-1-1 0 0,0 1 1 0 0,0-1-1 0 0,-1 1 1 0 0,1-1 0 0 0,0 1-1 0 0,0 0 1 0 0,0-1 0 0 0,-1 1-1 0 0,1 0 1 0 0,0-1 0 0 0,-1 1-1 0 0,1 0 1 0 0,-1 0-1 0 0,1 0 1 0 0,-1 0 0 0 0,1 0-1 0 0,-1-1 1 0 0,0 1 0 0 0,1 0-1 0 0,-1 0 1 0 0,0 0 0 0 0,0 0-1 0 0,0 0 1 0 0,1 0-1 0 0,-1 0 1 0 0,0 0 0 0 0,0 0-1 0 0,-1 0 1 0 0,1 2 0 0 0,0-3 3 0 0,-1 1 0 0 0,1-1-1 0 0,0 1 1 0 0,-1 0 0 0 0,1-1 0 0 0,-1 1 0 0 0,1-1 0 0 0,-1 1 0 0 0,1-1 0 0 0,-1 0 0 0 0,1 1 0 0 0,-1-1 0 0 0,1 0 0 0 0,-1 1 0 0 0,1-1 0 0 0,-1 0 0 0 0,0 1 0 0 0,1-1 0 0 0,-1 0-1 0 0,0 0 1 0 0,1 0 0 0 0,-1 0 0 0 0,0 0 0 0 0,1 0 0 0 0,-1 0 0 0 0,0 0 0 0 0,-27 3 91 0 0,18-3-23 0 0,-4 2 41 0 0,1 0 0 0 0,0-1 0 0 0,0-1 0 0 0,-1 0 0 0 0,1-1 0 0 0,0 0 0 0 0,-1-1 0 0 0,1 0 0 0 0,-23-8 0 0 0,27-2-36 0 0,-2 8-80 0 0,11 4 0 0 0,0 0 0 0 0,-1 0 0 0 0,1 0 0 0 0,0 0 0 0 0,0 0 0 0 0,-1 0 0 0 0,1 0 0 0 0,0 0 0 0 0,0 0 0 0 0,0 0 0 0 0,-1 0 0 0 0,1 0 0 0 0,0 0 0 0 0,0 0 0 0 0,-1 0 0 0 0,1 0 0 0 0,0 0 0 0 0,0 0 0 0 0,0 0 0 0 0,-1 0 0 0 0,1-1 0 0 0,0 1 0 0 0,0 0 0 0 0,0 0 0 0 0,0 0 0 0 0,-1 0 0 0 0,1-1 0 0 0,0 1 0 0 0,0 0 0 0 0,0 0 0 0 0,0 0 0 0 0,0 0 0 0 0,0-1 0 0 0,0 1 0 0 0,-1 0 0 0 0,1 0 0 0 0,0-1 0 0 0,0 1 0 0 0,0 0 0 0 0,0 0 0 0 0,0 0 0 0 0,0-1 0 0 0,0 1 0 0 0,0 0 0 0 0,0 0 0 0 0,0-1 0 0 0,0 1 0 0 0,0 0 0 0 0,2-1 0 0 0,-1 1 0 0 0,0 0 0 0 0,0 0 0 0 0,1 0 0 0 0,-1-1 0 0 0,0 1 0 0 0,0 0 0 0 0,0-1 0 0 0,0 1 0 0 0,0-1 0 0 0,0 1 0 0 0,0-1 0 0 0,0 1 0 0 0,0-1 0 0 0,0 0 0 0 0,0 1 0 0 0,-1-1 0 0 0,1 0 0 0 0,0 0 0 0 0,1-1 0 0 0,-2 1 0 0 0,1 0 0 0 0,0 0 0 0 0,0 0 0 0 0,0 0 0 0 0,-1 1 0 0 0,1-1 0 0 0,0 0 0 0 0,0 0 0 0 0,0 1 0 0 0,0-1 0 0 0,0 1 0 0 0,0-1 0 0 0,1 1 0 0 0,-1-1 0 0 0,0 1 0 0 0,0 0 0 0 0,0-1 0 0 0,0 1 0 0 0,2 0 0 0 0,29-4 0 0 0,-27 5 0 0 0,-1 0 0 0 0,1 1 0 0 0,-1 0 0 0 0,0 0-1 0 0,0 0 1 0 0,0 0 0 0 0,0 0 0 0 0,0 1-1 0 0,5 4 1 0 0,36 32-74 0 0,-35-30 17 0 0,-5-1-824 0 0,-5-11-2813 0 0,-5-4 1306 0 0,-17-8 40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8:23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0 619 880 0 0,'17'-7'2014'0'0,"-29"8"-1320"0"0,12-1-693 0 0,0 0 0 0 0,0 0 0 0 0,0 0 0 0 0,0 1 0 0 0,0-1 0 0 0,1 0 0 0 0,-1 0 0 0 0,0 0 0 0 0,0 0 0 0 0,0 0 0 0 0,0 0 0 0 0,0 0 0 0 0,0 0 0 0 0,0 1 0 0 0,0-1 0 0 0,0 0 0 0 0,0 0 0 0 0,0 0 0 0 0,1 0 0 0 0,-1 0 0 0 0,0 0 0 0 0,0 1 0 0 0,0-1 0 0 0,0 0 0 0 0,0 0 0 0 0,0 0 0 0 0,0 0 1 0 0,0 0-1 0 0,0 0 0 0 0,0 1 0 0 0,0-1 0 0 0,0 0 0 0 0,0 0 0 0 0,-1 0 0 0 0,1 0 0 0 0,0 0 0 0 0,0 0 0 0 0,0 1 0 0 0,0-1 0 0 0,0 0 0 0 0,0 0 0 0 0,0 0 0 0 0,0 0 0 0 0,0 0 0 0 0,0 0 0 0 0,0 0 0 0 0,-1 0 0 0 0,1 1 0 0 0,0-1 0 0 0,0 0 0 0 0,0 0 0 0 0,0 0 0 0 0,22 0 1173 0 0,-22 2-932 0 0,0-2-237 0 0,0 0 0 0 0,0 1 1 0 0,0-1-1 0 0,0 0 0 0 0,0 1 1 0 0,0-1-1 0 0,1 0 0 0 0,-1 0 0 0 0,0 1 1 0 0,0-1-1 0 0,0 0 0 0 0,0 1 1 0 0,0-1-1 0 0,-1 0 0 0 0,1 0 0 0 0,0 1 1 0 0,0-1-1 0 0,0 0 0 0 0,0 0 0 0 0,0 1 1 0 0,0-1-1 0 0,0 0 0 0 0,-1 0 1 0 0,1 1-1 0 0,0-1 0 0 0,0 0 0 0 0,0 0 1 0 0,0 1-1 0 0,-1-1 0 0 0,1 0 1 0 0,0 0-1 0 0,0 0 0 0 0,-1 0 0 0 0,1 1 1 0 0,0-1-1 0 0,0 0 0 0 0,-1 0 1 0 0,1 0-1 0 0,0 0 0 0 0,-4 1 27 0 0,3-1-23 0 0,1 0 1 0 0,-1 0-1 0 0,0 0 1 0 0,0 0-1 0 0,1 0 1 0 0,-1 0 0 0 0,0 0-1 0 0,0 0 1 0 0,1 1-1 0 0,-1-1 1 0 0,0 0-1 0 0,1 1 1 0 0,-1-1-1 0 0,0 0 1 0 0,1 1-1 0 0,-1-1 1 0 0,0 1 0 0 0,1-1-1 0 0,-1 1 1 0 0,1-1-1 0 0,-1 1 1 0 0,1-1-1 0 0,-1 1 1 0 0,1 0-1 0 0,0-1 1 0 0,-1 1 0 0 0,1 0-1 0 0,-1-1 1 0 0,1 1-1 0 0,0 0 1 0 0,0-1-1 0 0,-1 2 1 0 0,1-1 137 0 0,0 0 813 0 0,0-2-942 0 0,0 1 0 0 0,0-1-1 0 0,0 1 1 0 0,0-1 0 0 0,1 1 0 0 0,-1-1 0 0 0,0 1-1 0 0,0-1 1 0 0,0 1 0 0 0,0-1 0 0 0,1 1 0 0 0,-1-1-1 0 0,0 1 1 0 0,0-1 0 0 0,1 1 0 0 0,-1 0 0 0 0,0-1-1 0 0,1 1 1 0 0,-1-1 0 0 0,1 1 0 0 0,-1 0 0 0 0,0-1-1 0 0,1 1 1 0 0,-1 0 0 0 0,1 0 0 0 0,-1-1-1 0 0,1 1 1 0 0,-1 0 0 0 0,1 0 0 0 0,-1 0 0 0 0,1 0-1 0 0,-1-1 1 0 0,1 1 0 0 0,-1 0 0 0 0,1 0 0 0 0,-1 0-1 0 0,1 0 1 0 0,-1 0 0 0 0,1 0 0 0 0,0 0 0 0 0,0 1-1 0 0,6-2 50 0 0,-1-3 7 0 0,0 1 0 0 0,0-1 1 0 0,0 0-1 0 0,0-1 0 0 0,0 0 1 0 0,-1 0-1 0 0,0 0 0 0 0,0 0 0 0 0,-1-1 1 0 0,5-6-1 0 0,0-1 58 0 0,-1-1 1 0 0,-1 1 0 0 0,11-29-1 0 0,-10 23-41 0 0,0 1 0 0 0,1 0 0 0 0,1 0-1 0 0,20-27 1 0 0,-7 11 15 0 0,17-14 32 0 0,-28 36-95 0 0,-1-1-1 0 0,-1 0 0 0 0,11-17 0 0 0,5-10 118 0 0,-23 18-73 0 0,-3 21-87 0 0,0 0 1 0 0,0 0-1 0 0,0 0 0 0 0,0-1 1 0 0,0 1-1 0 0,0 0 0 0 0,0 0 1 0 0,0 0-1 0 0,0-1 0 0 0,0 1 1 0 0,1 0-1 0 0,-1 0 0 0 0,0 0 1 0 0,1 0-1 0 0,-1 0 0 0 0,1 0 1 0 0,-1 0-1 0 0,1 0 0 0 0,1-2 1 0 0,4 1-20 0 0,-5 2 19 0 0,0 0 1 0 0,-1 0-1 0 0,1-1 1 0 0,0 1-1 0 0,0 0 1 0 0,0-1-1 0 0,0 1 1 0 0,-1 0-1 0 0,1-1 1 0 0,0 1-1 0 0,-1-1 1 0 0,1 0-1 0 0,0 1 1 0 0,-1-1-1 0 0,1 1 1 0 0,0-1-1 0 0,-1 0 1 0 0,1 1-1 0 0,-1-1 1 0 0,1 0-1 0 0,-1 0 1 0 0,0 0-1 0 0,1 1 1 0 0,-1-1-1 0 0,0 0 1 0 0,0 0-1 0 0,1 0 1 0 0,-1 0-1 0 0,0 1 1 0 0,0-1-1 0 0,0 0 1 0 0,0 0-1 0 0,0 0 1 0 0,0 0-1 0 0,0 0 1 0 0,0 0-1 0 0,-1 0 1 0 0,1-1-10 0 0,0 1-1 0 0,0 0 1 0 0,0 0 0 0 0,0 0 0 0 0,0 0 0 0 0,0-1 0 0 0,0 1 0 0 0,1 0 0 0 0,-1 0 0 0 0,0 0 0 0 0,1 0 0 0 0,-1 0 0 0 0,1 0 0 0 0,-1 0 0 0 0,1-1 0 0 0,-1 1 0 0 0,1 0 0 0 0,0 1-1 0 0,-1-1 1 0 0,1 0 0 0 0,0 0 0 0 0,0 0 0 0 0,0 0 0 0 0,0 1 0 0 0,0-1 0 0 0,0 0 0 0 0,1 0 0 0 0,6-4-31 0 0,-8 4 36 0 0,1 0 0 0 0,-1 1 0 0 0,1-1-1 0 0,-1 0 1 0 0,1 0 0 0 0,-1 0 0 0 0,1 1 0 0 0,-1-1 0 0 0,0 0 0 0 0,1 0-1 0 0,-1 0 1 0 0,0 0 0 0 0,0 0 0 0 0,0 0 0 0 0,0 0 0 0 0,0 1-1 0 0,1-1 1 0 0,-2 0 0 0 0,1 0 0 0 0,0 0 0 0 0,0 0 0 0 0,0-1-1 0 0,-1-11-6 0 0,5 8 25 0 0,-2 4-9 0 0,-1 1 0 0 0,1-1 0 0 0,-1 0 1 0 0,1 1-1 0 0,-1-1 0 0 0,1 0 0 0 0,-1 0 1 0 0,0 0-1 0 0,0 0 0 0 0,1 0 0 0 0,1-2 1 0 0,-3 0 49 0 0,1 1 0 0 0,0 0 0 0 0,-1 0 0 0 0,1-1 0 0 0,-1 1 0 0 0,1 0 0 0 0,-1-1 0 0 0,0 1 0 0 0,0-5 0 0 0,-1 8-43 0 0,1-1-12 0 0,0 0 0 0 0,0 0 0 0 0,0 0 0 0 0,0 0 0 0 0,0 0 0 0 0,0 0 0 0 0,0 0 0 0 0,0 0 0 0 0,0 0 0 0 0,0 0 0 0 0,0 0-1 0 0,0 0 1 0 0,0 0 0 0 0,0 0 0 0 0,0 0 0 0 0,0 1 0 0 0,0-1 0 0 0,0 0 0 0 0,0 0 0 0 0,0 0 0 0 0,0 0 0 0 0,0 0 0 0 0,0 0 0 0 0,0 0 0 0 0,0 0 0 0 0,0 0 0 0 0,0 0 0 0 0,0 0 0 0 0,0 0-1 0 0,0 0 1 0 0,0 0 0 0 0,0 0 0 0 0,0 0 0 0 0,0 0 0 0 0,0 0 0 0 0,0 0 0 0 0,0 1 0 0 0,0-1 0 0 0,0 0 0 0 0,0 0 0 0 0,0 0 0 0 0,0 0 0 0 0,0 0 0 0 0,0 0 0 0 0,0 0 0 0 0,0 0 0 0 0,0 0 0 0 0,0 0-1 0 0,0 0 1 0 0,0 0 0 0 0,0 0 0 0 0,27 4 85 0 0,220 25 339 0 0,105 6 19 0 0,-294-35-777 0 0,-58 0 293 0 0,1 0 0 0 0,-1 0 0 0 0,0 0-1 0 0,0 0 1 0 0,1 0 0 0 0,-1 0 0 0 0,0 0-1 0 0,0 0 1 0 0,0 0 0 0 0,1-1 0 0 0,-1 1 0 0 0,0 0-1 0 0,0 0 1 0 0,0 0 0 0 0,1 0 0 0 0,-1-1-1 0 0,0 1 1 0 0,0 0 0 0 0,0 0 0 0 0,0 0-1 0 0,1-1 1 0 0,-1 1 0 0 0,0 0 0 0 0,0 0 0 0 0,0 0-1 0 0,0-1 1 0 0,0 1 0 0 0,0 0 0 0 0,0 0-1 0 0,0-1 1 0 0,0 1 0 0 0,0 0 0 0 0,0 0-1 0 0,0-1 1 0 0,0 1 0 0 0,0 0 0 0 0,0 0 0 0 0,0-1-1 0 0,0 1 1 0 0,0 0 0 0 0,0 0 0 0 0,0-1-1 0 0,0 1 1 0 0,0 0 0 0 0,-1 0 0 0 0,1 0-1 0 0,0-1 1 0 0,0 1 0 0 0,0 0 0 0 0,0 0 0 0 0,0 0-1 0 0,-1-1 1 0 0,1 1 0 0 0,0 0 0 0 0,0 0-1 0 0,0 0 1 0 0,-1 0 0 0 0,1 0 0 0 0,0-1-1 0 0,0 1 1 0 0,-1 0 0 0 0,1 0 0 0 0,0 0 0 0 0,0 0-1 0 0,-1 0 1 0 0,-21-15-2573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8:23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74 1521 0 0,'27'0'1680'0'0,"26"-5"-159"0"0,1-7-160 0 0,26 7-321 0 0,26-7-239 0 0,-31 0-321 0 0,5 7-320 0 0,0-7-720 0 0,-27 7-1201 0 0,-26 0-640 0 0,-80 10-961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8:35.5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0 213 1841 0 0,'0'-22'4882'0'0,"5"22"-4722"0"0,-2 0 10 0 0,-3 0-128 0 0,1 1-1 0 0,-1-1 1 0 0,1 0 0 0 0,0 0 0 0 0,-1 0-1 0 0,1 0 1 0 0,-1 0 0 0 0,1 1 0 0 0,-1-1 0 0 0,1 0-1 0 0,0 0 1 0 0,-1-1 0 0 0,1 1 0 0 0,-1 0-1 0 0,1 0 1 0 0,-1 0 0 0 0,1 0 0 0 0,0 0 0 0 0,-1-1-1 0 0,1 1 1 0 0,-1 0 0 0 0,1-1 0 0 0,-1 1-1 0 0,1 0 1 0 0,-1-1 0 0 0,1 1 0 0 0,-1 0 0 0 0,0-1-1 0 0,1 1 1 0 0,-1-1 0 0 0,1 1 0 0 0,-1-1 0 0 0,0 1-1 0 0,0-1 1 0 0,1 1 0 0 0,-1-1 0 0 0,0 1-1 0 0,0-1 1 0 0,1 0 0 0 0,3-1 118 0 0,0 1-110 0 0,-4 1-41 0 0,1 0 1 0 0,0 0 0 0 0,0 0-1 0 0,-1 0 1 0 0,1 0 0 0 0,0 0-1 0 0,-1 0 1 0 0,1 0-1 0 0,0-1 1 0 0,0 1 0 0 0,-1 0-1 0 0,1 0 1 0 0,0-1 0 0 0,-1 1-1 0 0,1-1 1 0 0,-1 1-1 0 0,1 0 1 0 0,0-1 0 0 0,-1 1-1 0 0,1-1 1 0 0,-1 1 0 0 0,1-1-1 0 0,-1 0 1 0 0,1 1 0 0 0,-1-1-1 0 0,0 1 1 0 0,1-1-1 0 0,-1 0 1 0 0,0 0 0 0 0,1 1-1 0 0,-1-1 1 0 0,0 0 0 0 0,0 1-1 0 0,0-2 1 0 0,1 1-5 0 0,-1 0 1 0 0,1 1 0 0 0,-1-1-1 0 0,1 1 1 0 0,0-1-1 0 0,-1 1 1 0 0,1-1 0 0 0,0 1-1 0 0,-1-1 1 0 0,1 1-1 0 0,0 0 1 0 0,-1-1-1 0 0,1 1 1 0 0,0 0 0 0 0,0 0-1 0 0,-1-1 1 0 0,1 1-1 0 0,0 0 1 0 0,0 0-1 0 0,0 0 1 0 0,-1 0 0 0 0,1 0-1 0 0,0 0 1 0 0,0 0-1 0 0,0 0 1 0 0,-1 0 0 0 0,2 1-1 0 0,0-1 12 0 0,2 0 63 0 0,1 0-13 0 0,43-4 93 0 0,6 3-66 0 0,106-4 226 0 0,-107 11-320 0 0,-14-4 0 0 0,-32-1 0 0 0,27 7 0 0 0,19-2 66 0 0,0-2-52 0 0,-31-3-14 0 0,-20 1 0 0 0,0 1 0 0 0,25 2 13 0 0,4-1 16 0 0,-24-6-3 0 0,0 2-14 0 0,77 16-92 0 0,-62-12 93 0 0,14 3 67 0 0,-15 0-93 0 0,-23-5 9 0 0,16 0 7 0 0,28 2-2 0 0,-36-4-3 0 0,-5 0 3 0 0,0 0 0 0 0,0 0-1 0 0,0 0 1 0 0,0 0-1 0 0,0 0 1 0 0,-1 0-1 0 0,1 0 1 0 0,0 0 0 0 0,0 0-1 0 0,0 0 1 0 0,0 0-1 0 0,-1 0 1 0 0,1 1 0 0 0,0-1-1 0 0,0 0 1 0 0,0 1-1 0 0,-1-1 1 0 0,1 0 0 0 0,0 1-1 0 0,-1-1 1 0 0,1 1-1 0 0,0-1 1 0 0,-1 1-1 0 0,2 1 1 0 0,2-1 52 0 0,19 0-38 0 0,3 4-16 0 0,-3-2-13 0 0,-19-3-39 0 0,-4-1 57 0 0,0 0 0 0 0,0 0 0 0 0,0 0 0 0 0,0 0 0 0 0,0-1 0 0 0,0 1 0 0 0,0 0 0 0 0,0 0 1 0 0,0 0-1 0 0,-1 0 0 0 0,1 0 0 0 0,-1 0 0 0 0,1 0 0 0 0,-1 0 0 0 0,1 0 0 0 0,-1 0 0 0 0,1 0 0 0 0,-1 0 0 0 0,0 0 0 0 0,1 0 0 0 0,-1 0 0 0 0,0 0 0 0 0,0 1 0 0 0,0-1 0 0 0,0 0 0 0 0,0 1 0 0 0,-1-2 0 0 0,-6-4 30 0 0,-23-32 139 0 0,-12 6 197 0 0,-53-30 1 0 0,52 35-125 0 0,-9-2-152 0 0,35 24-363 0 0,18 5 237 0 0,-1 0 0 0 0,1 0 0 0 0,-1 0 0 0 0,1 0 0 0 0,-1 0 0 0 0,1 0 0 0 0,-1 0 0 0 0,1 0 0 0 0,-1 0 0 0 0,1 0 0 0 0,0-1 0 0 0,-1 1-1 0 0,1 0 1 0 0,-1 0 0 0 0,1 0 0 0 0,-1-1 0 0 0,1 1 0 0 0,0 0 0 0 0,-1 0 0 0 0,1-1 0 0 0,-1 1 0 0 0,1 0 0 0 0,0-1 0 0 0,-1 1 0 0 0,1 0 0 0 0,0-1 0 0 0,0 1 0 0 0,-1-1 0 0 0,1 1 0 0 0,0 0 0 0 0,0-1 0 0 0,0 1 0 0 0,-1-1 0 0 0,1 1 0 0 0,0-1 0 0 0,0 1 0 0 0,0-1 0 0 0,0 1 0 0 0,0-1 0 0 0,0 1 0 0 0,0-1 0 0 0,-4-1-835 0 0,-11-2-690 0 0,30 5-1689 0 0,-11 3 872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8:37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684 162 480 0 0,'-5'0'360'0'0,"5"0"-290"0"0,-1 1-1 0 0,0-1 0 0 0,0 0 1 0 0,0 0-1 0 0,0 0 0 0 0,0 0 1 0 0,0 0-1 0 0,0 0 1 0 0,0 0-1 0 0,1 0 0 0 0,-1 0 1 0 0,0 0-1 0 0,0-1 0 0 0,0 1 1 0 0,0 0-1 0 0,0-1 1 0 0,0 1-1 0 0,1 0 0 0 0,-1-1 1 0 0,0 1-1 0 0,0-1 0 0 0,1 1 1 0 0,-1-1-1 0 0,-1-2 2455 0 0,2 2-2370 0 0,0 1-151 0 0,0 0 0 0 0,0 0-1 0 0,0-1 1 0 0,0 1 0 0 0,0 0 0 0 0,0 0 0 0 0,0 0-1 0 0,0 0 1 0 0,0 0 0 0 0,0 0 0 0 0,0-1 0 0 0,0 1-1 0 0,0 0 1 0 0,0 0 0 0 0,0 0 0 0 0,0 0 0 0 0,0 0-1 0 0,0 0 1 0 0,0-1 0 0 0,0 1 0 0 0,0 0 0 0 0,0 0-1 0 0,0 0 1 0 0,0 0 0 0 0,0 0 0 0 0,0 0 0 0 0,0-1-1 0 0,0 1 1 0 0,0 0 0 0 0,0 0 0 0 0,-1 0 0 0 0,1 0-1 0 0,0 0 1 0 0,0 0 0 0 0,0 0 0 0 0,0 0 0 0 0,0 0 0 0 0,0 0-1 0 0,0 0 1 0 0,0-1 0 0 0,-1 1 0 0 0,1 0 0 0 0,0 0-1 0 0,0 0 1 0 0,0 0 0 0 0,0 0 0 0 0,0 0 0 0 0,-1 0-1 0 0,1 0 1 0 0,0 0 0 0 0,0 0 0 0 0,0 0 0 0 0,0 0-1 0 0,0 0 1 0 0,0 0 0 0 0,-1 0 0 0 0,1 1 0 0 0,0-1-1 0 0,0 0 1 0 0,0 0 0 0 0,0 0 0 0 0,0 0 0 0 0,0 0-1 0 0,-18 0 92 0 0,12-1 62 0 0,8 0-134 0 0,-2-1-5 0 0,-23 1 335 0 0,-2 4 59 0 0,0 1-1 0 0,1 1 1 0 0,0 1 0 0 0,-1 2 0 0 0,-38 17-1 0 0,5-3-126 0 0,8-5-235 0 0,2 3-1 0 0,-59 33 1 0 0,92-44-9 0 0,-2-1-1 0 0,1 0 1 0 0,-26 7-1 0 0,0 1 17 0 0,15-2-56 0 0,129-51-307 0 0,-60 16 307 0 0,1 0 0 0 0,49-33 0 0 0,46-36 80 0 0,-118 78-80 0 0,36-15 0 0 0,-51 25-1 0 0,-9-2 3 0 0,-20 1 10 0 0,-29-8 42 0 0,53 15-108 0 0,0 34 198 0 0,0-22-32 0 0,0-13-75 0 0,0-5-23 0 0,0 1-12 0 0,-1 0 1 0 0,0 0-1 0 0,1 0 0 0 0,-1 0 0 0 0,1 0 1 0 0,-1 1-1 0 0,0-1 0 0 0,0 0 0 0 0,0 0 0 0 0,1 0 1 0 0,-1 1-1 0 0,0-1 0 0 0,0 0 0 0 0,0 1 1 0 0,0-1-1 0 0,0 1 0 0 0,0-1 0 0 0,-2 0 0 0 0,-2-2 23 0 0,4 2-23 0 0,0 0 0 0 0,1 0 1 0 0,-1 0-1 0 0,1 0 0 0 0,-1 0 0 0 0,1 0 1 0 0,-1 0-1 0 0,1 0 0 0 0,0-1 0 0 0,0 1 1 0 0,-1 0-1 0 0,1 0 0 0 0,0 0 1 0 0,0-1-1 0 0,0-1 0 0 0,-3-16 55 0 0,-4 8-30 0 0,5 8-17 0 0,0-1 0 0 0,0 1 1 0 0,1 0-1 0 0,-1-1 0 0 0,1 0 0 0 0,0 1 1 0 0,0-1-1 0 0,0 0 0 0 0,0 0 1 0 0,0 1-1 0 0,1-1 0 0 0,0-7 0 0 0,0-21-10 0 0,0 42 1 0 0,-1 0 0 0 0,1-1 0 0 0,-2 1 0 0 0,1 0 0 0 0,-2 0 0 0 0,1 0 0 0 0,-1-1-1 0 0,0 0 1 0 0,-1 1 0 0 0,0-1 0 0 0,-1 0 0 0 0,0-1 0 0 0,0 1 0 0 0,-11 11 0 0 0,6-10 21 0 0,9-9-17 0 0,-1 1 1 0 0,1-1-1 0 0,0 0 0 0 0,0 1 1 0 0,-1-1-1 0 0,1 1 1 0 0,0-1-1 0 0,0 1 1 0 0,0-1-1 0 0,0 1 0 0 0,1 0 1 0 0,-1 0-1 0 0,0-1 1 0 0,1 1-1 0 0,-1 0 0 0 0,1 0 1 0 0,0 0-1 0 0,-1-1 1 0 0,1 1-1 0 0,0 0 1 0 0,0 0-1 0 0,1 3 0 0 0,-1-3 129 0 0,-1-4-139 0 0,1 0 1 0 0,0 0-1 0 0,0-1 1 0 0,1 1 0 0 0,-1 0-1 0 0,0 0 1 0 0,1 0-1 0 0,-1 0 1 0 0,1 0-1 0 0,-1 0 1 0 0,2-2-1 0 0,3-1 5 0 0,23-19 0 0 0,-27 23 0 0 0,1-1 0 0 0,-1 1 0 0 0,1-1 0 0 0,-1 1 0 0 0,0-1 0 0 0,0 0 0 0 0,0 0 0 0 0,0 0 0 0 0,0 1 0 0 0,0-1 0 0 0,0 0 0 0 0,0 0 0 0 0,-1 0 0 0 0,1-3 0 0 0,-1 5 0 0 0,0-1 0 0 0,0 0 0 0 0,0 0 0 0 0,0 0 0 0 0,0 0 0 0 0,0 0 0 0 0,1 0 0 0 0,-1 1 0 0 0,0-1 0 0 0,1 0 0 0 0,-1 0 0 0 0,0 0 0 0 0,1 0 0 0 0,-1 1 0 0 0,1-1 0 0 0,-1 0 0 0 0,1 1 0 0 0,-1-1 0 0 0,1 0 0 0 0,0 1 0 0 0,-1-1 0 0 0,1 1 0 0 0,0-1 0 0 0,0 1 0 0 0,-1-1 0 0 0,1 1 0 0 0,0-1 0 0 0,1 1 0 0 0,-1-1 0 0 0,-1 1 0 0 0,1 0 0 0 0,0-1 0 0 0,0 1 0 0 0,-1 0 0 0 0,1-1 0 0 0,0 1 0 0 0,-1-1 0 0 0,1 1 0 0 0,-1-1 0 0 0,1 1 0 0 0,-1-1 0 0 0,1 0 0 0 0,-1 1 0 0 0,1-1 0 0 0,-1 0 0 0 0,1 1 0 0 0,-1-1 0 0 0,0 0 0 0 0,1 1 0 0 0,-1-1 0 0 0,0 0 0 0 0,0 0 0 0 0,0 0 0 0 0,1 1 0 0 0,-1-1 0 0 0,0 0 0 0 0,0-1 0 0 0,0 2 0 0 0,0 0 0 0 0,0 0 0 0 0,0-1 0 0 0,0 1 0 0 0,0-1 0 0 0,0 1 0 0 0,0-1 0 0 0,0 1 0 0 0,0 0 0 0 0,0-1 0 0 0,0 1 0 0 0,0-1 0 0 0,0 1 0 0 0,0 0 0 0 0,1-1 0 0 0,-1 1 0 0 0,0-1 0 0 0,0 1 0 0 0,1 0 0 0 0,-1-1 0 0 0,0 1 0 0 0,0 0 0 0 0,1 0 0 0 0,-1-1 0 0 0,0 1 0 0 0,1-1 0 0 0,17-4 0 0 0,-18 5 0 0 0,1 1 0 0 0,-1-1 0 0 0,0 0 0 0 0,1 0 0 0 0,-1 0 0 0 0,0 1 0 0 0,1-1 0 0 0,-1 0 0 0 0,0 0 0 0 0,0 1 0 0 0,1-1 0 0 0,-1 0 0 0 0,0 1 0 0 0,0-1 0 0 0,1 0 0 0 0,-1 1 0 0 0,0-1 0 0 0,0 0 0 0 0,0 1 0 0 0,0-1 0 0 0,0 0 0 0 0,1 1 0 0 0,-1-1 0 0 0,0 0 0 0 0,0 1 0 0 0,0-1 0 0 0,0 1 0 0 0,0-1 0 0 0,0 0 0 0 0,0 1 0 0 0,0-1 0 0 0,0 1 0 0 0,0-1 0 0 0,-1 0 0 0 0,1 1 0 0 0,0-1 0 0 0,0 0 0 0 0,0 1 0 0 0,-1 6 0 0 0,1 1 10 0 0,-1 0 0 0 0,0 0-1 0 0,-1-1 1 0 0,0 1-1 0 0,0 0 1 0 0,-1-1 0 0 0,0 1-1 0 0,0-1 1 0 0,-1 0-1 0 0,-5 8 1 0 0,-10 22 18 0 0,16-14-76 0 0,3-22 44 0 0,0-1 0 0 0,0 0 1 0 0,0 1-1 0 0,0-1 0 0 0,0 1 0 0 0,0-1 0 0 0,1 0 0 0 0,-1 1 0 0 0,0-1 0 0 0,0 1 1 0 0,0-1-1 0 0,0 1 0 0 0,-1-1 0 0 0,1 0 0 0 0,0 1 0 0 0,0-1 0 0 0,0 1 1 0 0,0-1-1 0 0,0 0 0 0 0,0 1 0 0 0,-1-1 0 0 0,1 1 0 0 0,0-1 0 0 0,0 0 1 0 0,0 1-1 0 0,-1-1 0 0 0,1 0 0 0 0,0 1 0 0 0,-1-1 0 0 0,1 0 0 0 0,0 0 1 0 0,-1 1-1 0 0,1-1 0 0 0,0 0 0 0 0,-1 1 0 0 0,-17-7-289 0 0,17 6 241 0 0,1 0 1 0 0,0-1-1 0 0,-1 1 0 0 0,1 0 1 0 0,-1-1-1 0 0,1 1 1 0 0,0-1-1 0 0,0 1 1 0 0,-1 0-1 0 0,1-1 1 0 0,0 1-1 0 0,-1-1 1 0 0,1 1-1 0 0,0-1 1 0 0,0 1-1 0 0,0-1 0 0 0,0 1 1 0 0,0-1-1 0 0,0 1 1 0 0,-1-1-1 0 0,1 1 1 0 0,0-1-1 0 0,0 1 1 0 0,1-1-1 0 0,-1 1 1 0 0,0-1-1 0 0,0 1 1 0 0,0-1-1 0 0,0 1 0 0 0,0-1 1 0 0,0 1-1 0 0,1-1 1 0 0,-1 1-1 0 0,0-1 1 0 0,0 1-1 0 0,1-1 1 0 0,-1 1-1 0 0,0 0 1 0 0,1-1-1 0 0,-1 1 1 0 0,0-1-1 0 0,1 1 0 0 0,0-1 1 0 0,3-2-304 0 0,-2 2 190 0 0,-1 0-1 0 0,0 0 1 0 0,1-1-1 0 0,-1 1 1 0 0,0 0-1 0 0,0 0 0 0 0,0-1 1 0 0,0 1-1 0 0,0 0 1 0 0,0-1-1 0 0,0 1 1 0 0,0-1-1 0 0,-1 1 1 0 0,1-1-1 0 0,-1 1 1 0 0,1-1-1 0 0,-1 0 1 0 0,1 1-1 0 0,-1-1 1 0 0,0 0-1 0 0,0 1 1 0 0,0-3-1 0 0,0-22-2582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8:56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44 480 0 0,'0'0'6550'0'0,"5"0"-6457"0"0,17 0 241 0 0,-22 4 236 0 0,0-4-558 0 0,0 0 1 0 0,0 0-1 0 0,0 1 1 0 0,-1-1-1 0 0,1 0 1 0 0,0 1-1 0 0,0-1 1 0 0,0 0-1 0 0,0 1 1 0 0,0-1-1 0 0,0 0 1 0 0,0 1-1 0 0,0-1 1 0 0,0 1-1 0 0,0-1 1 0 0,0 0-1 0 0,0 1 1 0 0,0-1-1 0 0,0 0 1 0 0,0 1-1 0 0,0-1 1 0 0,0 0 0 0 0,0 1-1 0 0,0-1 1 0 0,0 0-1 0 0,1 1 1 0 0,-1-1-1 0 0,0 0 1 0 0,0 1-1 0 0,0-1 1 0 0,1 0-1 0 0,-1 0 1 0 0,0 1-1 0 0,0-1 1 0 0,1 0-1 0 0,-1 0 1 0 0,0 1-1 0 0,0-1 1 0 0,1 0-1 0 0,-1 0 1 0 0,0 0-1 0 0,1 0 1 0 0,0 1-1 0 0,5 1 6 0 0,6 6 56 0 0,-8 15 128 0 0,-4-21-201 0 0,0 0 1 0 0,0 1-1 0 0,0-1 1 0 0,-1 0-1 0 0,1 1 0 0 0,0-1 1 0 0,-1 0-1 0 0,0 1 1 0 0,-1 2-1 0 0,-9 4-3 0 0,5-5 3 0 0,5-4-1 0 0,1 1 0 0 0,-1-1 0 0 0,1 1 0 0 0,-1-1 0 0 0,1 1 0 0 0,-1-1 0 0 0,1 1 0 0 0,0-1 0 0 0,-1 1 0 0 0,1-1 0 0 0,0 1 0 0 0,0 0 0 0 0,-1-1 0 0 0,1 1 0 0 0,0-1 0 0 0,0 1 0 0 0,0 0 0 0 0,0-1 0 0 0,0 1 0 0 0,0 0 0 0 0,0-1 0 0 0,0 1 0 0 0,0 0 0 0 0,0-1 0 0 0,0 1 0 0 0,0-1 0 0 0,1 2 0 0 0,-1-1 0 0 0,0-1 0 0 0,0 1 0 0 0,0-1 0 0 0,1 1 0 0 0,-1 0 0 0 0,0-1 0 0 0,0 1 0 0 0,0-1 0 0 0,0 1 0 0 0,0-1 0 0 0,0 1 0 0 0,-1 0 0 0 0,1-1 0 0 0,0 1 0 0 0,0-1 0 0 0,0 1 0 0 0,0-1 0 0 0,-1 1 0 0 0,1 0 0 0 0,0-1 0 0 0,-1 1 0 0 0,1-1 0 0 0,0 1 0 0 0,-1-1 0 0 0,1 0 0 0 0,0 1 0 0 0,-1 0 0 0 0,-7 3 5 0 0,7-4-2 0 0,0 1-1 0 0,0-1 0 0 0,0 1 1 0 0,0-1-1 0 0,0 1 0 0 0,1 0 1 0 0,-1-1-1 0 0,0 1 0 0 0,0 0 1 0 0,0 0-1 0 0,1 0 0 0 0,-1 0 1 0 0,0-1-1 0 0,1 1 0 0 0,-1 0 1 0 0,1 0-1 0 0,-1 0 0 0 0,1 0 1 0 0,0 0-1 0 0,-1 0 0 0 0,1 1 1 0 0,0-1-1 0 0,0 0 0 0 0,0 0 1 0 0,-1 0-1 0 0,1 0 0 0 0,0 0 1 0 0,0 0-1 0 0,1 0 0 0 0,-1 0 1 0 0,0 3-1 0 0,0 119 158 0 0,0-123-160 0 0,1 1 0 0 0,-1-1 0 0 0,0 0 0 0 0,-1 0 0 0 0,1 1 0 0 0,0-1 0 0 0,0 0 0 0 0,0 0 0 0 0,0 0 0 0 0,0 1 0 0 0,0-1 0 0 0,0 0 0 0 0,0 0 0 0 0,0 1 0 0 0,0-1 0 0 0,0 0 0 0 0,-1 0 0 0 0,1 0 0 0 0,0 1 0 0 0,0-1 0 0 0,0 0 0 0 0,0 0 0 0 0,-1 0 0 0 0,1 0 0 0 0,0 0 0 0 0,0 1 0 0 0,0-1 0 0 0,-1 0 0 0 0,1 0 0 0 0,0 0 0 0 0,0 0 0 0 0,0 0 0 0 0,-1 0 0 0 0,1 0 0 0 0,0 0 0 0 0,0 0 0 0 0,-1 0 0 0 0,1 0 0 0 0,0 0 0 0 0,0 0 0 0 0,-1 0 0 0 0,1 0 0 0 0,0 0 0 0 0,0 0 0 0 0,0 0 0 0 0,-1 0 0 0 0,1 0 0 0 0,0 0 0 0 0,0 0 0 0 0,-1 0 0 0 0,1-1 0 0 0,0 1 0 0 0,0 0 0 0 0,-12 1 0 0 0,11 0 0 0 0,0 0 0 0 0,1 0 0 0 0,-1 0 0 0 0,0 0 0 0 0,1 0 0 0 0,-1 0 0 0 0,1 1 0 0 0,0-1 0 0 0,-1 0 0 0 0,1 0 0 0 0,0 0 0 0 0,0 1 0 0 0,-1-1 0 0 0,1 0 0 0 0,0 0 0 0 0,0 1 0 0 0,1 1 0 0 0,-1 97 80 0 0,0-99-80 0 0,0-1 0 0 0,0 1 0 0 0,0-1 0 0 0,0 0 0 0 0,0 1 0 0 0,0-1 0 0 0,0 1 0 0 0,0-1 0 0 0,0 0 0 0 0,0 1 0 0 0,-1-1 0 0 0,1 1 0 0 0,0-1 0 0 0,0 0 0 0 0,0 1 0 0 0,0-1 0 0 0,-1 0 0 0 0,1 1 0 0 0,0-1 0 0 0,0 0 0 0 0,-1 1 0 0 0,1-1 0 0 0,0 0 0 0 0,0 0 0 0 0,-1 1 0 0 0,1-1 0 0 0,0 0 0 0 0,-1 0 0 0 0,1 0 0 0 0,0 1 0 0 0,-1-1 0 0 0,1 0 0 0 0,-1 0 0 0 0,1 0 0 0 0,0 0 0 0 0,-1 0 0 0 0,1 0 0 0 0,-1 0 0 0 0,1 0 0 0 0,0 0 0 0 0,-1 0 0 0 0,-10 5 0 0 0,10-4 0 0 0,0 0 0 0 0,0 1 0 0 0,1-1 0 0 0,-1 0 0 0 0,1 1 0 0 0,-1-1 0 0 0,1 1 0 0 0,0-1 0 0 0,-1 1 0 0 0,1-1 0 0 0,0 1 0 0 0,0-1 0 0 0,0 0 0 0 0,0 3 0 0 0,0 7 67 0 0,0-10-107 0 0,5 0 80 0 0,19 7-24 0 0,-26-6-5 0 0,2-1 215 0 0,-5-1-146 0 0,-1-1-49 0 0,-14 5 36 0 0,2-1-5 0 0,18-3-60 0 0,0 0-1 0 0,0 0 0 0 0,0 0 1 0 0,0 0-1 0 0,0 0 0 0 0,1 0 0 0 0,-1 0 1 0 0,0 0-1 0 0,0 1 0 0 0,0-1 0 0 0,0 0 1 0 0,0 0-1 0 0,0 0 0 0 0,0 0 0 0 0,0 0 1 0 0,0 0-1 0 0,0 0 0 0 0,0 0 0 0 0,0 0 1 0 0,0 1-1 0 0,0-1 0 0 0,0 0 0 0 0,0 0 1 0 0,0 0-1 0 0,0 0 0 0 0,0 0 0 0 0,0 0 1 0 0,0 0-1 0 0,0 1 0 0 0,0-1 0 0 0,0 0 1 0 0,0 0-1 0 0,0 0 0 0 0,0 0 1 0 0,0 0-1 0 0,0 0 0 0 0,0 0 0 0 0,0 0 1 0 0,0 1-1 0 0,0-1 0 0 0,0 0 0 0 0,0 0 1 0 0,0 0-1 0 0,0 0 0 0 0,0 0 0 0 0,0 0 1 0 0,-1 0-1 0 0,1 0 0 0 0,0 0 0 0 0,0 0 1 0 0,0 0-1 0 0,0 0 0 0 0,22 6 13 0 0,-15-5-11 0 0,-5 0 2 0 0,-1-1 0 0 0,1 0 1 0 0,0 0-1 0 0,0 0 0 0 0,0 0 0 0 0,-1 0 1 0 0,1 0-1 0 0,0 0 0 0 0,0 0 1 0 0,-1-1-1 0 0,4 0 0 0 0,13-5 22 0 0,-9 2 26 0 0,9 4-39 0 0,8 4-1 0 0,-22-4 41 0 0,-3 0-41 0 0,21 12 53 0 0,-22-12-61 0 0,1 0 0 0 0,-1 1-1 0 0,0-1 1 0 0,1 0 0 0 0,-1 0-1 0 0,0 0 1 0 0,0 1 0 0 0,1-1-1 0 0,-1 0 1 0 0,0 0-1 0 0,0 1 1 0 0,1-1 0 0 0,-1 0-1 0 0,0 0 1 0 0,0 1 0 0 0,0-1-1 0 0,0 0 1 0 0,1 1 0 0 0,-1-1-1 0 0,0 0 1 0 0,0 1 0 0 0,0-1-1 0 0,0 0 1 0 0,0 1 0 0 0,0-1-1 0 0,0 0 1 0 0,0 1-1 0 0,0-1 1 0 0,0 0 0 0 0,0 1-1 0 0,0-1 1 0 0,0 1 0 0 0,0-1-1 0 0,-1 2-2 0 0,6 2 12 0 0,13-2-1 0 0,-14 2 40 0 0,1 3-39 0 0,12-2-1 0 0,-8-1 40 0 0,13-3-39 0 0,1 0-14 0 0,-14 2 0 0 0,8-2 13 0 0,-8 0 40 0 0,13 4-39 0 0,4-4-14 0 0,-7 0 13 0 0,-16 2 54 0 0,2-2 0 0 0,7-1 60 0 0,29 1 373 0 0,-4 3-531 0 0,-28-1 16 0 0,-1 1 21 0 0,14 0 47 0 0,0-3-53 0 0,-18 0-53 0 0,-4 2 53 0 0,0-2 40 0 0,5-1-80 0 0,13 0 40 0 0,-11 1 54 0 0,-10 0-42 0 0,3-1-12 0 0,0 0 0 0 0,1 0-1 0 0,-1 0 1 0 0,0 0 0 0 0,0 1 0 0 0,0-1 0 0 0,0 0 0 0 0,0 0 0 0 0,0 0 0 0 0,0 0 0 0 0,0 0-1 0 0,0 0 1 0 0,0 0 0 0 0,0 0 0 0 0,0 0 0 0 0,0 0 0 0 0,0 1 0 0 0,0-1 0 0 0,0 0 0 0 0,0 0-1 0 0,0 0 1 0 0,0 0 0 0 0,0 0 0 0 0,0 0 0 0 0,0 0 0 0 0,0 0 0 0 0,0 0 0 0 0,0 0 0 0 0,0 1-1 0 0,0-1 1 0 0,-1 0 0 0 0,1 0 0 0 0,0 0 0 0 0,0 0 0 0 0,0 0 0 0 0,0 0 0 0 0,0 0 0 0 0,0 0 0 0 0,0 0-1 0 0,0 0 1 0 0,0 0 0 0 0,0 0 0 0 0,0 0 0 0 0,-1 0 0 0 0,51 2 99 0 0,-41-2-46 0 0,35 5 54 0 0,-39-5-41 0 0,-1-1 1 0 0,22-3-33 0 0,50-12 252 0 0,-45 5-206 0 0,0 3 0 0 0,0 0 0 0 0,59-5 0 0 0,-86 14-133 0 0,-8 2 40 0 0,3-3 15 0 0,0 0 0 0 0,0 0 1 0 0,1-1-1 0 0,-1 1 0 0 0,0 0 1 0 0,1 0-1 0 0,-1 0 0 0 0,0 0 1 0 0,1 0-1 0 0,-1 0 0 0 0,0 0 1 0 0,1 0-1 0 0,-1 0 0 0 0,0 0 1 0 0,1 1-1 0 0,-1-1 0 0 0,0 0 1 0 0,1 0-1 0 0,-1 0 0 0 0,0 1 1 0 0,1-1-1 0 0,-1 0 0 0 0,1 1 1 0 0,-1-1-1 0 0,1 1 0 0 0,-1-1 1 0 0,1 1-1 0 0,-1-1 0 0 0,1 1 1 0 0,-1-1-1 0 0,1 1 0 0 0,-1-1 1 0 0,1 1-1 0 0,0 0 0 0 0,0-1 1 0 0,-1 1-1 0 0,1-1 0 0 0,0 1 1 0 0,-1 1-1 0 0,6 3 65 0 0,13-4 13 0 0,-14-1 80 0 0,-6-4-86 0 0,26 8-162 0 0,-15-3 35 0 0,27 4 36 0 0,-32-6 7 0 0,0 1-3 0 0,-4-1-27 0 0,-1 0 46 0 0,1-1 1 0 0,0 1-1 0 0,0-1 0 0 0,0 0 0 0 0,0 1 1 0 0,0-1-1 0 0,1 1 0 0 0,-1-1 0 0 0,0 1 1 0 0,1-1-1 0 0,-1 1 0 0 0,1-1 1 0 0,-1 1-1 0 0,1-1 0 0 0,0 1 0 0 0,0 0 1 0 0,0-1-1 0 0,-1 1 0 0 0,1 0 0 0 0,0 0 1 0 0,0 0-1 0 0,1 0 0 0 0,1-2 0 0 0,5-5 4 0 0,10-17 96 0 0,-15 18-79 0 0,1 1 0 0 0,1 0 0 0 0,-1 1-1 0 0,1-1 1 0 0,0 1 0 0 0,9-7 0 0 0,-11 9-17 0 0,0 1 1 0 0,0-1 0 0 0,0 0 0 0 0,-1 0 0 0 0,1-1 0 0 0,-1 1-1 0 0,1 0 1 0 0,-1-1 0 0 0,2-3 0 0 0,-2 3 9 0 0,0 0 0 0 0,0 0-1 0 0,1 0 1 0 0,-1 1 0 0 0,1-1 0 0 0,0 1 0 0 0,5-5-1 0 0,9-8 89 0 0,0-1-1 0 0,-1-1 1 0 0,-1 0-1 0 0,13-23 0 0 0,-9 15 45 0 0,29-33 0 0 0,-26 37-192 0 0,-21 20 36 0 0,0 1 0 0 0,0 0 0 0 0,0 0 0 0 0,0-1 0 0 0,0 1 0 0 0,0 0 1 0 0,0 0-1 0 0,0 0 0 0 0,1 0 0 0 0,-1 0 0 0 0,0 1 0 0 0,0-1 0 0 0,1 0 0 0 0,-1 0 1 0 0,2 0-1 0 0,4-1-14 0 0,-6 1 18 0 0,-1 0-1 0 0,1 0 1 0 0,0 0 0 0 0,-1-1 0 0 0,1 1-1 0 0,-1 0 1 0 0,1 0 0 0 0,-1 0 0 0 0,1 0 0 0 0,-1-1-1 0 0,0 1 1 0 0,0 0 0 0 0,0 0 0 0 0,0-1-1 0 0,0 1 1 0 0,0 0 0 0 0,0-1 0 0 0,0 1-1 0 0,0 0 1 0 0,-1-2 0 0 0,0-8 85 0 0,-3 10-45 0 0,-14 1-94 0 0,-17 0-12 0 0,13-1 49 0 0,22 1 17 0 0,0 0 0 0 0,0 0 0 0 0,0 0 0 0 0,0 0 0 0 0,0 0 0 0 0,0 0 0 0 0,0 0 0 0 0,0 0 1 0 0,0 0-1 0 0,0 0 0 0 0,0-1 0 0 0,0 1 0 0 0,0 0 0 0 0,0 0 0 0 0,0 0 0 0 0,0 0 0 0 0,0 0 1 0 0,0 0-1 0 0,0 0 0 0 0,0 0 0 0 0,0 0 0 0 0,0 0 0 0 0,0-1 0 0 0,0 1 0 0 0,0 0 0 0 0,0 0 1 0 0,0 0-1 0 0,0 0 0 0 0,0 0 0 0 0,0 0 0 0 0,0 0 0 0 0,0 0 0 0 0,0 0 0 0 0,0 0 0 0 0,0 0 1 0 0,1 0-1 0 0,-1 0 0 0 0,0 0 0 0 0,0-1 0 0 0,0 1 0 0 0,0 0 0 0 0,0 0 0 0 0,0 0 0 0 0,0 0 1 0 0,-55-7 144 0 0,-157-15 109 0 0,83 8-241 0 0,109 9-28 0 0,9 0 17 0 0,-12-1-2 0 0,-137-16 80 0 0,129 18-80 0 0,-13-3 0 0 0,39 5 0 0 0,0 0 0 0 0,0 1 0 0 0,0-1 0 0 0,-1 1 0 0 0,1 1 0 0 0,-9-1 0 0 0,1 0 0 0 0,-31-2-25 0 0,42 3 5 0 0,-10-4-2 0 0,-10 3 9 0 0,15 1 13 0 0,-167-9 160 0 0,120 2-160 0 0,17 3-68 0 0,30 6 19 0 0,3 0 6 0 0,4-2 41 0 0,0 1 0 0 0,0-1 0 0 0,0 0 0 0 0,0 0 0 0 0,0 0 0 0 0,0 0 0 0 0,0 0 0 0 0,0 0 0 0 0,0 0 0 0 0,0 0 0 0 0,0 0 0 0 0,0 0 0 0 0,0 0 0 0 0,0 1 0 0 0,0-1 0 0 0,0 0 0 0 0,0 0 0 0 0,0 0 0 0 0,0 0 0 0 0,0 0 0 0 0,0 0 0 0 0,0 0 0 0 0,0 0 0 0 0,0 0 0 0 0,0 1 0 0 0,0-1 0 0 0,0 0 0 0 0,0 0 0 0 0,0 0 0 0 0,0 0 0 0 0,0 0 0 0 0,0 0 0 0 0,0 0 0 0 0,0 0-1 0 0,0 0 1 0 0,-1 0 0 0 0,1 0 0 0 0,0 0 0 0 0,0 0 0 0 0,0 1 0 0 0,0-1 0 0 0,0 0 0 0 0,0 0 0 0 0,0 0 0 0 0,0 0 0 0 0,0 0 0 0 0,0 0 0 0 0,0 0 0 0 0,-1 0 0 0 0,1 0 0 0 0,0 0 0 0 0,0 0 0 0 0,0 0 0 0 0,0 0 0 0 0,0 0 0 0 0,0 0 0 0 0,0 0 0 0 0,0 0 0 0 0,0 0 0 0 0,-1 0 0 0 0,0 1-81 0 0,-27 0 48 0 0,-47 4-271 0 0,88-5 279 0 0,-26 0-53 0 0,8 2-185 0 0,1 5-684 0 0,-8 3-63 0 0,-1 0 1 0 0,0-1-1 0 0,0-1 1 0 0,-1 0-1 0 0,-23 9 1 0 0,-43 14-4899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9:07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183 468 1121 0 0,'0'0'474'0'0,"0"-3"-63"0"0,-4 1 3799 0 0,-14 2-3970 0 0,9 5 14 0 0,3-6-242 0 0,-1 1-17 0 0,-24 13 91 0 0,30-13-77 0 0,1 0-1 0 0,0 0 1 0 0,-1 0 0 0 0,1 1-1 0 0,0-1 1 0 0,-1 0 0 0 0,1 0-1 0 0,0 1 1 0 0,0-1-1 0 0,-1 0 1 0 0,1 0 0 0 0,0 1-1 0 0,0-1 1 0 0,-1 0 0 0 0,1 1-1 0 0,0-1 1 0 0,0 0 0 0 0,0 1-1 0 0,0-1 1 0 0,0 0-1 0 0,-1 1 1 0 0,1-1 0 0 0,0 0-1 0 0,0 1 1 0 0,0-1 0 0 0,0 1-1 0 0,0-1 1 0 0,0 0-1 0 0,0 1 1 0 0,0-1 0 0 0,0 0-1 0 0,0 1 1 0 0,1-1 0 0 0,-1 1-1 0 0,0-1-3 0 0,0 1 0 0 0,0-1 1 0 0,0 0-1 0 0,0 1 0 0 0,0-1 0 0 0,1 0 0 0 0,-1 1 0 0 0,0-1 0 0 0,0 0 0 0 0,0 1 0 0 0,0-1 0 0 0,0 0 0 0 0,-1 1 1 0 0,1-1-1 0 0,0 1 0 0 0,0-1 0 0 0,0 0 0 0 0,0 1 0 0 0,0-1 0 0 0,0 0 0 0 0,-1 0 0 0 0,1 1 0 0 0,0-1 0 0 0,0 0 0 0 0,0 1 1 0 0,-1-1-1 0 0,1 0 0 0 0,0 0 0 0 0,0 1 0 0 0,-1-1 0 0 0,1 0 0 0 0,0 0 0 0 0,-1 0 0 0 0,1 1 0 0 0,-2-1 27 0 0,0 0-14 0 0,1 0 0 0 0,0 1 0 0 0,0-1 0 0 0,-1 0 0 0 0,1 0 0 0 0,0 1 0 0 0,0-1 0 0 0,0 1 0 0 0,0-1 0 0 0,-1 1 0 0 0,1 0 0 0 0,0-1 0 0 0,0 1 0 0 0,0 0 0 0 0,-2 2 1761 0 0,0-8-1539 0 0,-37-1 1 0 0,40 6-237 0 0,-1 0 0 0 0,1 0 0 0 0,0-1 0 0 0,-1 1 0 0 0,1 0 1 0 0,0 0-1 0 0,0 0 0 0 0,-1 0 0 0 0,1-1 0 0 0,0 1 0 0 0,0 0 1 0 0,-1 0-1 0 0,1-1 0 0 0,0 1 0 0 0,0 0 0 0 0,0 0 1 0 0,-1-1-1 0 0,1 1 0 0 0,0 0 0 0 0,0 0 0 0 0,0-1 0 0 0,0 1 1 0 0,0 0-1 0 0,0-1 0 0 0,0 1 0 0 0,0 0 0 0 0,-1-1 1 0 0,1 1-1 0 0,0-1 0 0 0,1-2 17 0 0,-1 3-19 0 0,0-1-1 0 0,0 1 1 0 0,0 0-1 0 0,0-1 1 0 0,0 1-1 0 0,0 0 1 0 0,0-1-1 0 0,-1 1 1 0 0,1 0 0 0 0,0-1-1 0 0,0 1 1 0 0,0 0-1 0 0,-1-1 1 0 0,1 1-1 0 0,0 0 1 0 0,0-1-1 0 0,-1 1 1 0 0,1 0-1 0 0,0 0 1 0 0,-1 0-1 0 0,1-1 1 0 0,0 1-1 0 0,-1 0 1 0 0,1 0-1 0 0,0 0 1 0 0,-1 0 0 0 0,1-1-1 0 0,-1 1 1 0 0,1 0-1 0 0,0 0 1 0 0,-1 0-1 0 0,1 0 1 0 0,-1 0-1 0 0,1 0 1 0 0,0 0-1 0 0,-1 0 1 0 0,0 0 1 0 0,0 1 0 0 0,1-1 1 0 0,-1 0-1 0 0,1 0 0 0 0,-1-1 0 0 0,0 1 1 0 0,1 0-1 0 0,-1 0 0 0 0,1 0 0 0 0,-1 0 1 0 0,0-1-1 0 0,1 1 0 0 0,-1 0 0 0 0,1 0 1 0 0,-1-1-1 0 0,1 1 0 0 0,-1 0 0 0 0,1-1 1 0 0,-1 1-1 0 0,1-1 0 0 0,-1 1 0 0 0,1 0 1 0 0,0-1-1 0 0,-1 1 0 0 0,1-1 0 0 0,0 1 1 0 0,-1-1-1 0 0,1 0 0 0 0,0 1 0 0 0,0-1 1 0 0,-1 1-1 0 0,1-1 0 0 0,0 1 0 0 0,0-1 1 0 0,0 0-1 0 0,0 1 0 0 0,0-1 1 0 0,0 1-1 0 0,0-2 0 0 0,-1-1 32 0 0,1 1-20 0 0,0 1-1 0 0,-1-1 0 0 0,1 0 1 0 0,0 1-1 0 0,0-1 0 0 0,0 0 1 0 0,0 1-1 0 0,0-1 0 0 0,1 0 1 0 0,-1 1-1 0 0,0-1 0 0 0,1 0 1 0 0,-1 1-1 0 0,1-1 0 0 0,0 1 1 0 0,-1-1-1 0 0,2-1 0 0 0,1 1-12 0 0,12-11 45 0 0,-14 10-35 0 0,0 1 1 0 0,0-1-1 0 0,-1 0 0 0 0,1 0 1 0 0,-1 1-1 0 0,1-1 1 0 0,-1 0-1 0 0,-1-4 1 0 0,3 4-9 0 0,-1 1 1 0 0,0 0 0 0 0,0 0 0 0 0,1-1 0 0 0,-1 1 0 0 0,1 0 0 0 0,0 0 0 0 0,-1 0 0 0 0,1 0 0 0 0,0 1 0 0 0,0-1 0 0 0,1 1 0 0 0,2-3 0 0 0,13-12 86 0 0,-6 2-47 0 0,1-1-1 0 0,0 2 1 0 0,26-21 0 0 0,-37 33-46 0 0,-1 0 5 0 0,-1 0-1 0 0,1 0 1 0 0,-1 0-1 0 0,1 0 1 0 0,-1 0-1 0 0,1 0 1 0 0,-1 0-1 0 0,0 0 1 0 0,1 0-1 0 0,-1 0 1 0 0,0 0-1 0 0,0 0 0 0 0,0 0 1 0 0,0 0-1 0 0,0 0 1 0 0,0 0-1 0 0,0 0 1 0 0,0 0-1 0 0,0 0 1 0 0,0 0-1 0 0,-1-1 1 0 0,1 1-2 0 0,0 0 0 0 0,-1 0 0 0 0,1 0 0 0 0,0 1 0 0 0,0-1 0 0 0,0 0 0 0 0,0 0 0 0 0,0 0 0 0 0,0 0 0 0 0,0 0 0 0 0,0 0 0 0 0,0 0 0 0 0,1 1 0 0 0,-1-1 0 0 0,0 0 0 0 0,0 0 0 0 0,1 0 0 0 0,-1 0 0 0 0,1 1 0 0 0,-1-1 0 0 0,1 0 0 0 0,-1 0 0 0 0,1 1 0 0 0,0-2 0 0 0,7-2-5 0 0,-7 3 9 0 0,0 1 0 0 0,0-1 0 0 0,0 1 0 0 0,-1-1 0 0 0,1 1 0 0 0,0-1 1 0 0,0 0-1 0 0,0 1 0 0 0,0-1 0 0 0,-1 0 0 0 0,1 0 0 0 0,0 0 0 0 0,-1 0 1 0 0,1 0-1 0 0,-1 0 0 0 0,1 0 0 0 0,-1 0 0 0 0,1 0 0 0 0,-1 0 0 0 0,0 0 1 0 0,1 0-1 0 0,-1 0 0 0 0,0 0 0 0 0,0 0 0 0 0,0 0 0 0 0,0 0 0 0 0,0 0 1 0 0,0 0-1 0 0,0 0 0 0 0,0 0 0 0 0,-1-2 0 0 0,1 1 6 0 0,0 1-1 0 0,0-1 1 0 0,-1 1-1 0 0,1-1 1 0 0,1 1-1 0 0,-1 0 0 0 0,0-1 1 0 0,0 1-1 0 0,0 0 1 0 0,1-1-1 0 0,-1 1 1 0 0,1-1-1 0 0,-1 1 1 0 0,1 0-1 0 0,-1 0 1 0 0,1-1-1 0 0,0 1 1 0 0,0 0-1 0 0,0 0 1 0 0,0 0-1 0 0,-1 0 1 0 0,1 0-1 0 0,1 0 1 0 0,-1 0-1 0 0,0 0 0 0 0,0 0 1 0 0,0 1-1 0 0,2-2 1 0 0,1-1-8 0 0,-3 1 2 0 0,0 0 0 0 0,0 0 0 0 0,0 0 0 0 0,0 0 0 0 0,-1 0 0 0 0,1 0 0 0 0,-1 0 0 0 0,1 0 0 0 0,-1 0 0 0 0,0 0 0 0 0,0-1 0 0 0,0 1 1 0 0,0 0-1 0 0,0 0 0 0 0,-1 0 0 0 0,0-3 0 0 0,1-2 2 0 0,0 5 5 0 0,-1 1 10 0 0,1 0 0 0 0,0-1 1 0 0,0 1-1 0 0,0-1 0 0 0,0 1 1 0 0,0-1-1 0 0,0 1 0 0 0,0-1 1 0 0,0 1-1 0 0,0 0 0 0 0,1-1 1 0 0,-1 1-1 0 0,1-1 0 0 0,-1 1 1 0 0,1 0-1 0 0,-1 0 1 0 0,2-3-1 0 0,16 0 205 0 0,-36 3-147 0 0,14 1 240 0 0,4-1-240 0 0,0-2 0 0 0,0 2 80 0 0,0-27 13 0 0,0 27-106 0 0,0 2 0 0 0,0-2-71 0 0,0 0 0 0 0,0 1 0 0 0,0-1-1 0 0,0 0 1 0 0,1 1 0 0 0,-1-1 0 0 0,0 0 0 0 0,1 1 0 0 0,-1-1 0 0 0,0 0 0 0 0,1 1 0 0 0,-1-1 0 0 0,1 0 0 0 0,-1 1 0 0 0,1-1-1 0 0,-1 1 1 0 0,1-1 0 0 0,-1 1 0 0 0,1-1 0 0 0,-1 1 0 0 0,1-1 0 0 0,0 1 0 0 0,-1 0 0 0 0,1-1 0 0 0,0 1 0 0 0,-1 0 0 0 0,1 0-1 0 0,0-1 1 0 0,0 1 0 0 0,-1 0 0 0 0,2 0 0 0 0,4-2-12 0 0,-6 2 20 0 0,1 0-1 0 0,-1 0 1 0 0,0-1 0 0 0,1 1-1 0 0,-1 0 1 0 0,0 0 0 0 0,1-1-1 0 0,-1 1 1 0 0,0 0 0 0 0,0-1-1 0 0,1 1 1 0 0,-1 0-1 0 0,0-1 1 0 0,0 1 0 0 0,0 0-1 0 0,0-1 1 0 0,1 1 0 0 0,-1 0-1 0 0,0-1 1 0 0,0 1 0 0 0,0 0-1 0 0,0-1 1 0 0,0 1 0 0 0,0-1-1 0 0,0 1 1 0 0,0 0 0 0 0,0-1-1 0 0,0 1 1 0 0,0-1 0 0 0,0 1-1 0 0,0 0 1 0 0,0-1-1 0 0,-1 1 1 0 0,1-1-2 0 0,0 1 0 0 0,0 0 0 0 0,0 0 0 0 0,0 0 0 0 0,0 0 0 0 0,0 0 0 0 0,0-1 0 0 0,0 1 0 0 0,0 0 0 0 0,0 0 0 0 0,0 0 0 0 0,0 0 0 0 0,0-1 0 0 0,0 1 0 0 0,0 0 0 0 0,0 0 0 0 0,0 0 0 0 0,0-1 0 0 0,0 1-1 0 0,0 0 1 0 0,0 0 0 0 0,0 0 0 0 0,0 0 0 0 0,0-1 0 0 0,0 1 0 0 0,0 0 0 0 0,0 0 0 0 0,0 0 0 0 0,0 0 0 0 0,0 0 0 0 0,0-1 0 0 0,1 1 0 0 0,-1 0 0 0 0,0 0 0 0 0,0 0 0 0 0,0 0 0 0 0,0 0 0 0 0,0 0 0 0 0,1 0 0 0 0,-1 0 0 0 0,0-1 0 0 0,0 1 0 0 0,0 0 0 0 0,0 0 0 0 0,0 0 0 0 0,1 0 0 0 0,-1 0 0 0 0,0 0-1 0 0,0 0 1 0 0,0 0 0 0 0,0 0 0 0 0,1 0 0 0 0,-1 0 0 0 0,0 0 0 0 0,0 0 0 0 0,0 0 0 0 0,1 0 0 0 0,-1 0 0 0 0,13 1-2 0 0,-26-1 13 0 0,8 0 27 0 0,1 1-80 0 0,-14 2 40 0 0,9 5 67 0 0,-17-2 0 0 0,8-1-40 0 0,9 1 26 0 0,-4-1-45 0 0,-13 7 50 0 0,25-11-25 0 0,5-1-5 0 0,5-1-8 0 0,-4 1-207 0 0,-5-12-7990 0 0,0 7 4962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9:07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17 560 0 0,'0'0'3362'0'0,"0"-7"-2162"0"0,-27 7 801 0 0,27-5-2401 0 0,-27 5-1201 0 0,27-5-880 0 0,-26 5 160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9:08.8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0 1361 0 0,'0'0'4722'0'0,"4"0"-4495"0"0,18 0 1000 0 0,-22 0-1167 0 0,0 1-30 0 0,0 0 0 0 0,0 0 0 0 0,0-1 1 0 0,0 1-1 0 0,0 0 0 0 0,0 0 0 0 0,0 0 0 0 0,0-1 0 0 0,0 1 1 0 0,1 0-1 0 0,-1 0 0 0 0,0 0 0 0 0,0-1 0 0 0,1 1 0 0 0,-1 0 1 0 0,0-1-1 0 0,1 1 0 0 0,-1 0 0 0 0,1-1 0 0 0,0 2 0 0 0,5-1-16 0 0,-5-1-12 0 0,-1 0 0 0 0,1 0-1 0 0,0 0 1 0 0,-1 1 0 0 0,1-1 0 0 0,0 0 0 0 0,-1 0 0 0 0,1 0 0 0 0,0 0-1 0 0,-1 1 1 0 0,1-1 0 0 0,-1 0 0 0 0,1 1 0 0 0,0-1 0 0 0,-1 0 0 0 0,1 1-1 0 0,-1-1 1 0 0,1 1 0 0 0,-1-1 0 0 0,0 1 0 0 0,1-1 0 0 0,-1 1-1 0 0,1-1 1 0 0,-1 1 0 0 0,0-1 0 0 0,1 1 0 0 0,-1 0 0 0 0,0-1 0 0 0,0 1-1 0 0,1-1 1 0 0,-1 1 0 0 0,0 0 0 0 0,0-1 0 0 0,0 1 0 0 0,0 1-1 0 0,0-2 0 0 0,0 1-1 0 0,0-1 1 0 0,0 1-1 0 0,1-1 1 0 0,-1 1-1 0 0,0-1 0 0 0,0 1 1 0 0,0 0-1 0 0,1-1 1 0 0,-1 0-1 0 0,0 1 1 0 0,1-1-1 0 0,-1 1 0 0 0,0-1 1 0 0,1 1-1 0 0,-1-1 1 0 0,0 0-1 0 0,1 1 1 0 0,-1-1-1 0 0,1 0 0 0 0,-1 1 1 0 0,1-1-1 0 0,-1 0 1 0 0,1 1-1 0 0,-1-1 1 0 0,1 0-1 0 0,-1 0 0 0 0,1 0 1 0 0,-1 0-1 0 0,1 0 1 0 0,0 1-1 0 0,0-1 0 0 0,0 0 1 0 0,-1 0-1 0 0,1 0 1 0 0,0 0-1 0 0,-1 0 0 0 0,1 1 1 0 0,0-1-1 0 0,-1 0 1 0 0,1 1-1 0 0,-1-1 0 0 0,1 0 1 0 0,-1 1-1 0 0,1-1 1 0 0,0 1-1 0 0,-1-1 0 0 0,1 0 1 0 0,-1 1-1 0 0,0-1 1 0 0,1 1-1 0 0,-1 0 0 0 0,1-1 1 0 0,-1 1-1 0 0,0-1 1 0 0,0 1-1 0 0,1 0 0 0 0,-1-1 1 0 0,0 1-1 0 0,0 0 1 0 0,0-1-1 0 0,1 1 0 0 0,-1 0 1 0 0,0 0-1 0 0,0 1 3 0 0,0-1-1 0 0,0 0 0 0 0,0 0 1 0 0,0 0-1 0 0,1 0 1 0 0,-1 0-1 0 0,0 0 0 0 0,1 0 1 0 0,-1 0-1 0 0,1 0 1 0 0,-1 0-1 0 0,1 0 1 0 0,-1 0-1 0 0,1 0 0 0 0,0 0 1 0 0,-1 0-1 0 0,1 0 1 0 0,0 0-1 0 0,0-1 1 0 0,0 1-1 0 0,-1 0 0 0 0,1-1 1 0 0,0 1-1 0 0,0-1 1 0 0,0 1-1 0 0,2 0 0 0 0,2 2 0 0 0,-5-3 1 0 0,1 1 0 0 0,-1-1 1 0 0,1 0-1 0 0,-1 1 0 0 0,0-1 0 0 0,1 1 0 0 0,-1-1 1 0 0,0 1-1 0 0,0-1 0 0 0,1 1 0 0 0,-1-1 1 0 0,0 1-1 0 0,0-1 0 0 0,0 1 0 0 0,0-1 1 0 0,0 1-1 0 0,1-1 0 0 0,-1 1 0 0 0,0-1 0 0 0,0 1 1 0 0,0 0-1 0 0,-1-1 0 0 0,1 1 0 0 0,0-1 1 0 0,0 1-1 0 0,0 0 17 0 0,0-1 1 0 0,0 0 0 0 0,0 1-1 0 0,-1-1 1 0 0,1 0 0 0 0,0 1-1 0 0,0-1 1 0 0,0 0-1 0 0,0 1 1 0 0,0-1 0 0 0,0 0-1 0 0,0 1 1 0 0,0-1-1 0 0,0 0 1 0 0,1 1 0 0 0,-1-1-1 0 0,0 0 1 0 0,0 0-1 0 0,0 1 1 0 0,0-1 0 0 0,0 0-1 0 0,0 1 1 0 0,1-1-1 0 0,-1 0 1 0 0,0 0 0 0 0,0 1-1 0 0,0-1 1 0 0,1 0-1 0 0,-1 0 1 0 0,0 1 0 0 0,1-1-1 0 0,-1 0 1 0 0,0 0 0 0 0,0 0-1 0 0,1 1 1 0 0,-1-1-1 0 0,1 0 1 0 0,17 3 6 0 0,-125-11 906 0 0,89 7-839 0 0,18 1-92 0 0,0 0-1 0 0,0 0 1 0 0,0 0 0 0 0,0 0 0 0 0,0 0-1 0 0,-1 0 1 0 0,1 1 0 0 0,0-1 0 0 0,0 0 0 0 0,0 0-1 0 0,0 0 1 0 0,0 0 0 0 0,0 0 0 0 0,-1 0 0 0 0,1 0-1 0 0,0 0 1 0 0,0 0 0 0 0,0 0 0 0 0,0 0-1 0 0,0 0 1 0 0,0 0 0 0 0,-1 0 0 0 0,1-1 0 0 0,0 1-1 0 0,0 0 1 0 0,0 0 0 0 0,0 0 0 0 0,0 0 0 0 0,0 0-1 0 0,0 0 1 0 0,0 0 0 0 0,-1 0 0 0 0,1 0-1 0 0,0 0 1 0 0,0 0 0 0 0,0-1 0 0 0,0 1 0 0 0,0 0-1 0 0,0 0 1 0 0,0 0 0 0 0,0 0 0 0 0,0 0 0 0 0,0 0-1 0 0,0 0 1 0 0,0-1 0 0 0,0 1 0 0 0,0 0-1 0 0,0 0 1 0 0,0 0 0 0 0,0 0 0 0 0,0 0 0 0 0,0 0-1 0 0,0-1 1 0 0,0 1 0 0 0,0 0 0 0 0,0 0 0 0 0,0 0-1 0 0,0 0 1 0 0,0 0 0 0 0,0 0 3 0 0,0-1-1 0 0,0 1 1 0 0,0 0 0 0 0,0 0-1 0 0,0 0 1 0 0,0 0 0 0 0,0 0-1 0 0,0 0 1 0 0,0-1 0 0 0,0 1-1 0 0,0 0 1 0 0,0 0 0 0 0,0 0-1 0 0,0 0 1 0 0,0 0-1 0 0,0 0 1 0 0,0-1 0 0 0,0 1-1 0 0,0 0 1 0 0,0 0 0 0 0,0 0-1 0 0,0 0 1 0 0,-1 0 0 0 0,1 0-1 0 0,0 0 1 0 0,0-1 0 0 0,0 1-1 0 0,0 0 1 0 0,0 0 0 0 0,0 0-1 0 0,0 0 1 0 0,0 0 0 0 0,0 0-1 0 0,-1 0 1 0 0,1 0 0 0 0,0 0-1 0 0,0 0 1 0 0,0 0 0 0 0,0 0-1 0 0,0 0 1 0 0,0 0 0 0 0,-1 0-1 0 0,1 0 1 0 0,0 0 0 0 0,0 0-1 0 0,0 0 1 0 0,0 0 0 0 0,0 0-1 0 0,0 0 1 0 0,-1 0 0 0 0,1 0-1 0 0,0 0 1 0 0,0 0 0 0 0,0 0-1 0 0,0 0 1 0 0,0 0 0 0 0,0 0-1 0 0,0 0 1 0 0,-1 0 0 0 0,-11 2 11 0 0,7 2-19 0 0,6-4 3 0 0,0 0 0 0 0,0 0 0 0 0,0 0 0 0 0,0 0 0 0 0,0 0 0 0 0,0 0 0 0 0,0 0 0 0 0,0 0 0 0 0,0 0 0 0 0,0 0 0 0 0,0 1 0 0 0,0-1 0 0 0,0 0 0 0 0,0 1 0 0 0,0-1 0 0 0,0 1 0 0 0,0-1 0 0 0,0 1 0 0 0,0 0 0 0 0,1 0 0 0 0,-2 0 0 0 0,1 0 0 0 0,0 0 0 0 0,0 0 1 0 0,-1 0-1 0 0,1 0 0 0 0,0 0 0 0 0,0 0 0 0 0,0 0 0 0 0,0 0 1 0 0,0-1-1 0 0,0 1 0 0 0,0 0 0 0 0,0-1 0 0 0,0 1 1 0 0,0 0-1 0 0,1-1 0 0 0,-1 0 0 0 0,2 1 0 0 0,-1 0 10 0 0,13 5 55 0 0,-14-6-64 0 0,0 1-1 0 0,0-1 1 0 0,-1 0-1 0 0,1 0 0 0 0,0 0 1 0 0,-1 1-1 0 0,1-1 1 0 0,0 0-1 0 0,0 1 0 0 0,-1-1 1 0 0,1 0-1 0 0,-1 1 1 0 0,1-1-1 0 0,0 1 0 0 0,-1-1 1 0 0,1 1-1 0 0,-1 0 1 0 0,1-1-1 0 0,-1 1 0 0 0,1-1 1 0 0,-1 1-1 0 0,0 0 1 0 0,1-1-1 0 0,-1 1 0 0 0,0 0 1 0 0,1-1-1 0 0,-1 1 1 0 0,0 0-1 0 0,0 0 0 0 0,0-1 1 0 0,0 1-1 0 0,0 0 1 0 0,0 0-1 0 0,0 0 0 0 0,0-1 1 0 0,0 2-1 0 0,-4-2 54 0 0,-94-25 359 0 0,71 19-253 0 0,22 5-94 0 0,6 0-50 0 0,-2-2-17 0 0,-20 1 80 0 0,16 2 1 0 0,1 0 0 0 0,-20 0 90 0 0,11-1-551 0 0,1 1 1 0 0,-1 0-1 0 0,0 1 1 0 0,1 0-1 0 0,0 1 0 0 0,-14 4 1 0 0,-26 14-3048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8:47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452 17 2321 0 0,'1'-1'240'0'0,"-1"0"0"0"0,1 0-1 0 0,0 0 1 0 0,0 1 0 0 0,0-1 0 0 0,0 0-1 0 0,0 0 1 0 0,0 1 0 0 0,0-1 0 0 0,0 1-1 0 0,0-1 1 0 0,0 1 0 0 0,0-1 0 0 0,0 1-1 0 0,0-1 1 0 0,1 1 0 0 0,3-1 3314 0 0,-23 1-3127 0 0,14 0-187 0 0,4-1-133 0 0,0-2-27 0 0,0 2 320 0 0,0 2-333 0 0,0 2-40 0 0,0-2 39 0 0,0 39 508 0 0,4-38-508 0 0,-3-2-60 0 0,0 0-1 0 0,0 0 1 0 0,0 0-1 0 0,0 1 0 0 0,0-1 1 0 0,0 0-1 0 0,0 1 0 0 0,0-1 1 0 0,0 0-1 0 0,-1 1 0 0 0,1-1 1 0 0,0 1-1 0 0,0-1 0 0 0,0 1 1 0 0,-1 0-1 0 0,1-1 1 0 0,0 1-1 0 0,-1 0 0 0 0,1 0 1 0 0,0-1-1 0 0,-1 1 0 0 0,1 0 1 0 0,-1 0-1 0 0,1 1 0 0 0,2 31 165 0 0,-4-22-140 0 0,1-6-21 0 0,-1 1 0 0 0,0 0-1 0 0,-1 0 1 0 0,1-1 0 0 0,-1 1 0 0 0,0-1 0 0 0,-1 1-1 0 0,1-1 1 0 0,-1 0 0 0 0,0 0 0 0 0,0 0 0 0 0,-7 8 0 0 0,-5 9-44 0 0,6 9 168 0 0,-6-13-13 0 0,-77 110 161 0 0,87-122-292 0 0,-1 0 1 0 0,1 0 0 0 0,-1-1 0 0 0,0 0-1 0 0,-14 9 1 0 0,-7 7-22 0 0,11-8 55 0 0,7-6 7 0 0,0 0 0 0 0,1 1 0 0 0,0 0 0 0 0,-13 15 1 0 0,15-10-62 0 0,4-10 26 0 0,0 0 0 0 0,1 0 0 0 0,-1 0 0 0 0,0-1 0 0 0,-1 1 0 0 0,1 0 0 0 0,0-1 1 0 0,-1 1-1 0 0,-3 2 0 0 0,-1 1 186 0 0,0 0 0 0 0,1 0 0 0 0,0 1 0 0 0,0 0 0 0 0,1 1 0 0 0,-7 9 0 0 0,8-8-168 0 0,0 0 1 0 0,-1-1-1 0 0,0 0 0 0 0,0 0 1 0 0,-1 0-1 0 0,0-1 0 0 0,0 1 1 0 0,-10 7-1 0 0,13-13-17 0 0,1 0 0 0 0,0 0 0 0 0,0 0 0 0 0,0 0 0 0 0,0 0 0 0 0,0 0-1 0 0,1 1 1 0 0,-1-1 0 0 0,1 0 0 0 0,-1 1 0 0 0,1-1 0 0 0,0 1 0 0 0,0 0 0 0 0,0-1 0 0 0,0 1 0 0 0,1 0 0 0 0,-1 0 0 0 0,1-1 0 0 0,-1 1 0 0 0,1 0 0 0 0,0 0 0 0 0,1 5 0 0 0,-1-7-130 0 0,-1-1-16 0 0,1-1-1 0 0,0 1 1 0 0,0-1-1 0 0,-1 1 1 0 0,1-1-1 0 0,0 1 1 0 0,-1-1-1 0 0,1 1 1 0 0,0-1 0 0 0,0 1-1 0 0,0-1 1 0 0,0 1-1 0 0,0-1 1 0 0,-1 1-1 0 0,1-1 1 0 0,0 1-1 0 0,0-1 1 0 0,0 1-1 0 0,0-1 1 0 0,1 1 0 0 0,-1-1-1 0 0,0 1 1 0 0,0-1-1 0 0,0 1 1 0 0,0-1-1 0 0,0 1 1 0 0,1-1-1 0 0,-1 1 1 0 0,0-1-1 0 0,0 1 1 0 0,1-1 0 0 0,-1 1-1 0 0,1-1 1 0 0,15-15-2023 0 0,-10 10 804 0 0,-5 3 976 0 0,0 0 0 0 0,0-1 1 0 0,0 1-1 0 0,-1-1 0 0 0,1 1 0 0 0,-1 0 0 0 0,0-1 1 0 0,0-3-1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8:49.3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16 960 0 0,'-7'2'1037'0'0,"-3"1"-238"0"0,0 0 0 0 0,0-1 1 0 0,0-1-1 0 0,0 1 0 0 0,0-2 0 0 0,0 1 0 0 0,-20-3 1 0 0,31 5-473 0 0,-2-5-174 0 0,1 1 420 0 0,-48 6 161 0 0,43-5-507 0 0,1 0-134 0 0,-7 2-41 0 0,10-2 8 0 0,13-3 135 0 0,-8 0-115 0 0,-4 2 80 0 0,5 1-93 0 0,283-5 266 0 0,-259 4-333 0 0,18 1 0 0 0,62 9 101 0 0,26 4 38 0 0,-7 1-45 0 0,-83-10-12 0 0,68-3 0 0 0,-53-2-20 0 0,-3-2-37 0 0,66-12 0 0 0,3 0 6 0 0,-25 3-31 0 0,-70 7 0 0 0,55-1 0 0 0,-75 4-3 0 0,27-1 19 0 0,-34 4 51 0 0,-4 2-14 0 0,0-2-106 0 0,0 0-174 0 0,0 2 227 0 0,0-1 53 0 0,0 1-26 0 0,0-2 40 0 0,0 0-80 0 0,0 0 42 0 0,0-1 0 0 0,0 1 0 0 0,0-1 0 0 0,0 1-1 0 0,0-1 1 0 0,0 1 0 0 0,0-1 0 0 0,0 1-1 0 0,0-1 1 0 0,0 1 0 0 0,0-1 0 0 0,0 1-1 0 0,0-1 1 0 0,-1 1 0 0 0,1-1 0 0 0,0 1-1 0 0,0-1 1 0 0,-1 1 0 0 0,1-1 0 0 0,0 0-1 0 0,-1 1 1 0 0,1-1 0 0 0,0 1 0 0 0,-1-1 0 0 0,-4 3-21 0 0,4-2-7 0 0,0-1-1 0 0,0 1 1 0 0,0-1 0 0 0,-1 1-1 0 0,1 0 1 0 0,1 0-1 0 0,-1-1 1 0 0,0 1 0 0 0,0 0-1 0 0,0 0 1 0 0,0 0 0 0 0,0 0-1 0 0,1 0 1 0 0,-1 0-1 0 0,0 0 1 0 0,1 0 0 0 0,-1 0-1 0 0,1 1 1 0 0,0-1 0 0 0,-1 0-1 0 0,1 0 1 0 0,0 0-1 0 0,-1 1 1 0 0,1-1 0 0 0,0 0-1 0 0,0 0 1 0 0,0 1 0 0 0,0 0-1 0 0,0-1 8 0 0,0 1-1 0 0,0-1 1 0 0,0 0-1 0 0,0 1 1 0 0,-1-1-1 0 0,1 0 1 0 0,-1 1 0 0 0,1-1-1 0 0,-1 0 1 0 0,1 0-1 0 0,-1 0 1 0 0,0 0-1 0 0,1 1 1 0 0,-1-1-1 0 0,0 0 1 0 0,0 0 0 0 0,0 0-1 0 0,0-1 1 0 0,-2 3-1 0 0,-6 7 56 0 0,7-2-43 0 0,0 0-1 0 0,1 0 1 0 0,-1 0 0 0 0,2 0 0 0 0,-1 0 0 0 0,1 0 0 0 0,0 0 0 0 0,2 12 0 0 0,0 5-39 0 0,-2-24 17 0 0,0-1-1 0 0,-1 1 1 0 0,1 0 0 0 0,0-1 0 0 0,0 1 0 0 0,0-1 0 0 0,1 1 0 0 0,-1-1-1 0 0,0 1 1 0 0,0-1 0 0 0,0 1 0 0 0,0-1 0 0 0,0 1 0 0 0,1-1 0 0 0,-1 1 0 0 0,0-1-1 0 0,0 1 1 0 0,1-1 0 0 0,-1 1 0 0 0,0-1 0 0 0,1 0 0 0 0,-1 1 0 0 0,0-1-1 0 0,1 1 1 0 0,4 2-2 0 0,9 10 37 0 0,-11 16 5 0 0,-2-26-42 0 0,-1 0 1 0 0,0 0-1 0 0,0 1 0 0 0,0-1 1 0 0,-1 0-1 0 0,1 0 1 0 0,-1 0-1 0 0,0 0 0 0 0,0 0 1 0 0,0 0-1 0 0,0 0 0 0 0,0 0 1 0 0,-1-1-1 0 0,1 1 0 0 0,-1 0 1 0 0,0-1-1 0 0,0 1 1 0 0,0-1-1 0 0,0 0 0 0 0,0 1 1 0 0,-3 1-1 0 0,1 1 18 0 0,1-1 0 0 0,0 0 0 0 0,0 1-1 0 0,0 0 1 0 0,1-1 0 0 0,0 1 0 0 0,0 0 0 0 0,-2 7 0 0 0,2-7 5 0 0,0 1-1 0 0,0-1 1 0 0,0 0 0 0 0,-1 0-1 0 0,1 0 1 0 0,-1 0 0 0 0,0-1 0 0 0,-6 6-1 0 0,-7 6 8 0 0,13-14-21 0 0,0 0 0 0 0,0 1 0 0 0,1-1 0 0 0,-1 1 0 0 0,1 0 0 0 0,-1 0 0 0 0,1-1 0 0 0,0 1 0 0 0,0 1 0 0 0,0-1 0 0 0,0 0 0 0 0,1 0 0 0 0,-1 1 0 0 0,1-1 0 0 0,0 1 0 0 0,0-1 0 0 0,0 1 0 0 0,0 4 0 0 0,1 5 58 0 0,1-8-67 0 0,-1-1 0 0 0,0 0-1 0 0,0 1 1 0 0,0-1 0 0 0,-1 1 0 0 0,1-1 0 0 0,-1 0 0 0 0,-2 7 0 0 0,-5 4 17 0 0,6-11 0 0 0,0-1 1 0 0,0 1-1 0 0,0 0 0 0 0,1 1 1 0 0,0-1-1 0 0,-1 0 1 0 0,1 0-1 0 0,1 0 1 0 0,-2 8-1 0 0,2-8 8 0 0,0 0 0 0 0,0-1 0 0 0,-1 1 0 0 0,0 0 0 0 0,1-1 1 0 0,-1 1-1 0 0,-1-1 0 0 0,1 1 0 0 0,-1-1 0 0 0,-2 6 0 0 0,-6 12 347 0 0,9-16-290 0 0,0 0 0 0 0,1-1 0 0 0,0 1 0 0 0,-1 0 0 0 0,2 0 0 0 0,-1 5 1 0 0,1-6-62 0 0,-1 0 1 0 0,1 0 0 0 0,-1 1 0 0 0,0-1 0 0 0,-1 0 0 0 0,1 0-1 0 0,-1 0 1 0 0,0 0 0 0 0,0 0 0 0 0,0 0 0 0 0,-3 6 0 0 0,-3 1-12 0 0,5-9-2 0 0,1 1 0 0 0,-1 0 0 0 0,0 0 0 0 0,1-1 0 0 0,0 1 0 0 0,-1 0 0 0 0,1 0 0 0 0,1 1 0 0 0,-1-1 0 0 0,0 0 0 0 0,1 0 0 0 0,-1 0 0 0 0,1 0 0 0 0,0 6 0 0 0,0-7 5 0 0,0 0 0 0 0,0 0-1 0 0,0 0 1 0 0,0 0 0 0 0,-1 0-1 0 0,1 0 1 0 0,0 0 0 0 0,-1 0-1 0 0,0 0 1 0 0,1 0 0 0 0,-1 0-1 0 0,0-1 1 0 0,0 1 0 0 0,0 0-1 0 0,0 0 1 0 0,-1-1 0 0 0,1 1-1 0 0,-3 2 1 0 0,-3 4 26 0 0,6-7-34 0 0,1 0-1 0 0,-1 1 1 0 0,1-1 0 0 0,-1 0-1 0 0,1 1 1 0 0,0-1-1 0 0,-1 0 1 0 0,1 1-1 0 0,0-1 1 0 0,0 0 0 0 0,0 1-1 0 0,0-1 1 0 0,0 0-1 0 0,1 3 1 0 0,-1-4-10 0 0,0 1-1 0 0,0 0 1 0 0,0 0 0 0 0,0 0 0 0 0,1 0-1 0 0,-1 0 1 0 0,0 0 0 0 0,-1 0 0 0 0,1 0-1 0 0,0 0 1 0 0,0 0 0 0 0,0 0 0 0 0,-1 0-1 0 0,1 0 1 0 0,0 0 0 0 0,-1-1 0 0 0,1 1-1 0 0,0 0 1 0 0,-1 0 0 0 0,0 0 0 0 0,1-1-1 0 0,-1 1 1 0 0,0 1 0 0 0,-3-1-50 0 0,0 1 0 0 0,0-1 0 0 0,0 0 0 0 0,0 0 0 0 0,0-1 0 0 0,0 1 0 0 0,0-1 0 0 0,-6 0 0 0 0,-1 1-184 0 0,-45 6-1063 0 0,45-5 819 0 0,-1 0-1 0 0,0 0 0 0 0,0-1 0 0 0,0-1 0 0 0,0 0 1 0 0,0-1-1 0 0,0 0 0 0 0,-19-4 0 0 0,-18-15-3127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9:13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80 106 4562 0 0,'0'-1'222'0'0,"0"0"-1"0"0,0 0 1 0 0,0 0 0 0 0,0 0-1 0 0,0 1 1 0 0,0-1 0 0 0,-1 0-1 0 0,1 0 1 0 0,0 0-1 0 0,0 0 1 0 0,-1 0 0 0 0,1 1-1 0 0,-1-1 1 0 0,1 0 0 0 0,-1 0-1 0 0,1 1 1 0 0,-1-1-1 0 0,-1-1 1 0 0,1 1-212 0 0,-1 0 1 0 0,0 0-1 0 0,0 0 0 0 0,0 1 1 0 0,0-1-1 0 0,1 0 0 0 0,-1 1 1 0 0,0 0-1 0 0,0-1 0 0 0,0 1 1 0 0,-2 0-1 0 0,-14-3 297 0 0,18 2-294 0 0,0 1 0 0 0,-1 0-1 0 0,1 0 1 0 0,0 0 0 0 0,0 0-1 0 0,-1 0 1 0 0,1-1 0 0 0,0 1 0 0 0,0 0-1 0 0,-1 0 1 0 0,1-1 0 0 0,0 1-1 0 0,0 0 1 0 0,0 0 0 0 0,0-1 0 0 0,-1 1-1 0 0,1 0 1 0 0,0 0 0 0 0,0-1-1 0 0,0 1 1 0 0,0 0 0 0 0,0-1 0 0 0,0 1-1 0 0,0 0 1 0 0,0-1 0 0 0,0 1-1 0 0,0 0 1 0 0,0-1 0 0 0,0 1-1 0 0,0 0 1 0 0,0 0 0 0 0,0-1 0 0 0,0 1 5 0 0,0-1 1 0 0,0 1-1 0 0,0 0 1 0 0,0 0 0 0 0,0 0-1 0 0,0-1 1 0 0,0 1-1 0 0,0 0 1 0 0,0 0 0 0 0,0-1-1 0 0,0 1 1 0 0,0 0-1 0 0,0 0 1 0 0,0 0 0 0 0,0-1-1 0 0,0 1 1 0 0,0 0-1 0 0,0 0 1 0 0,0-1 0 0 0,0 1-1 0 0,-1 0 1 0 0,1 0-1 0 0,0 0 1 0 0,0 0 0 0 0,0-1-1 0 0,0 1 1 0 0,0 0-1 0 0,-1 0 1 0 0,1 0 0 0 0,0 0-1 0 0,0 0 1 0 0,0-1-1 0 0,-1 1 1 0 0,1 0 0 0 0,0 0-1 0 0,0 0 1 0 0,0 0-1 0 0,-1 0 1 0 0,1 0 0 0 0,0 0-1 0 0,-1 0 1 0 0,-3-1 20 0 0,-10-5 744 0 0,10-17 3584 0 0,8 23-4274 0 0,18-2 156 0 0,43-8 1 0 0,-37 5-96 0 0,-1 0 0 0 0,36 0 0 0 0,-10 2 9 0 0,-38 1-134 0 0,0 1-1 0 0,1 1 1 0 0,-1 1 0 0 0,30 4-1 0 0,13 6 4 0 0,-35-8-17 0 0,0 1 1 0 0,-1 2-1 0 0,39 14 1 0 0,65 24 76 0 0,-92-33-104 0 0,46 29 159 0 0,-28-12 13 0 0,-30-17-146 0 0,-19-9-14 0 0,-1 0 0 0 0,0-1 0 0 0,1 0 0 0 0,-1 1-1 0 0,1-1 1 0 0,0 0 0 0 0,-1-1 0 0 0,5 2 0 0 0,19 4 27 0 0,-1 1-1 0 0,35 14 1 0 0,16-9 133 0 0,-28-5 0 0 0,0-1 0 0 0,82-2-1 0 0,17 2 96 0 0,-133-4-200 0 0,0 1 0 0 0,24 8-1 0 0,-6-1 9 0 0,-6-3 29 0 0,45 19 1 0 0,-36-12-38 0 0,107 46 25 0 0,-13-15-80 0 0,-7-16 132 0 0,-4-1-91 0 0,-17-8 25 0 0,-16-6-52 0 0,66 10 28 0 0,14 3-17 0 0,-155-24-22 0 0,33 9-20 0 0,-16-5-36 0 0,105 27 40 0 0,50 15 26 0 0,-66-20 134 0 0,19-7-29 0 0,32 6 71 0 0,-112-21-139 0 0,-44-6-44 0 0,0 0-1 0 0,0 1 0 0 0,0 0 1 0 0,0 1-1 0 0,0 0 0 0 0,0 1 1 0 0,16 8-1 0 0,-9-5 13 0 0,0-1 0 0 0,27 6-1 0 0,12 2 23 0 0,28 11 90 0 0,169 25-1 0 0,99-17 146 0 0,-255-34-1649 0 0,-98 1 1332 0 0,0 0-1 0 0,0 0 1 0 0,0 0 0 0 0,1 0-1 0 0,-1-1 1 0 0,0 1 0 0 0,0 0-1 0 0,0 0 1 0 0,0 0 0 0 0,0 0-1 0 0,1 0 1 0 0,-1 0 0 0 0,0 0-1 0 0,0 0 1 0 0,0 0 0 0 0,0 0-1 0 0,0 0 1 0 0,0 0 0 0 0,1 0-1 0 0,-1 0 1 0 0,0 0 0 0 0,0 0-1 0 0,0 0 1 0 0,0 1 0 0 0,0-1-1 0 0,0 0 1 0 0,1 0 0 0 0,-1 0-1 0 0,0 0 1 0 0,0 0-1 0 0,0 0 1 0 0,0 0 0 0 0,0 0-1 0 0,0 0 1 0 0,0 0 0 0 0,0 1-1 0 0,1-1 1 0 0,-1 0 0 0 0,0 0-1 0 0,0 0 1 0 0,0 0 0 0 0,0 0-1 0 0,0 0 1 0 0,0 1 0 0 0,0-1-1 0 0,0 0 1 0 0,0 0 0 0 0,0 0-1 0 0,0 0 1 0 0,0 0 0 0 0,0 0-1 0 0,0 1 1 0 0,0-1 0 0 0,0 0-1 0 0,0 0 1 0 0,0 0 0 0 0,0 0-1 0 0,0 0 1 0 0,0 1 0 0 0,0-1-1 0 0,0 0 1 0 0,-5 2-4229 0 0,-17 2-732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9:16.3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317 83 1121 0 0,'0'0'74'0'0,"0"-1"1"0"0,0 0-1 0 0,0 1 1 0 0,0-1 0 0 0,0 1-1 0 0,0-1 1 0 0,1 1 0 0 0,-1-1-1 0 0,0 1 1 0 0,0-1-1 0 0,1 1 1 0 0,-1 0 0 0 0,0-1-1 0 0,1 1 1 0 0,-1-1 0 0 0,0 1-1 0 0,1 0 1 0 0,-1-1-1 0 0,1 1 1 0 0,-1 0 0 0 0,1-1-1 0 0,-1 1 1 0 0,1 0 0 0 0,-1 0-1 0 0,1-1 1 0 0,-1 1-1 0 0,1 0 1 0 0,-1 0 0 0 0,1 0-1 0 0,-1 0 1 0 0,2-1 0 0 0,-2 1-6 0 0,1 0 0 0 0,0 0 0 0 0,-1 0 0 0 0,1 0 0 0 0,0 0 0 0 0,-1-1 0 0 0,1 1 1 0 0,0 0-1 0 0,-1 0 0 0 0,1-1 0 0 0,-1 1 0 0 0,1-1 0 0 0,-1 1 0 0 0,1 0 0 0 0,0-1 0 0 0,-1 1 1 0 0,0-1-1 0 0,1 1 0 0 0,-1-1 0 0 0,1 0 0 0 0,-1 1 0 0 0,0-1 0 0 0,1 1 0 0 0,-1-1 0 0 0,0 0 1 0 0,0 1-1 0 0,1-1 0 0 0,-1 0 0 0 0,0 1 0 0 0,0-1 0 0 0,0 0 0 0 0,0-1 0 0 0,-4 0 452 0 0,1 2-467 0 0,2 0-31 0 0,0 0 0 0 0,0 0 0 0 0,0 0 0 0 0,1 0 0 0 0,-1 0 0 0 0,0-1 0 0 0,0 1 0 0 0,1 0 0 0 0,-1 0 0 0 0,0-1 0 0 0,0 1 0 0 0,1 0 0 0 0,-1-1 0 0 0,0 1 0 0 0,1-1 0 0 0,-1 1 0 0 0,1-1 0 0 0,-1 1 0 0 0,0-1 0 0 0,1 1 0 0 0,-1-1 0 0 0,1 1 0 0 0,-1-1 0 0 0,1 0 0 0 0,0 1 0 0 0,-1-1 0 0 0,1 0 0 0 0,0 0 0 0 0,-1 1 0 0 0,1-1 0 0 0,0 0-1 0 0,0 0 1 0 0,0 1 0 0 0,0-1 0 0 0,-1 0 0 0 0,1 0 0 0 0,0 1 0 0 0,0-1 0 0 0,1-1 0 0 0,-5 0 66 0 0,1 1-1 0 0,0-1 0 0 0,0 1 1 0 0,-1-1-1 0 0,1 1 1 0 0,-1 0-1 0 0,-3 0 0 0 0,-17-4 187 0 0,1 0-1 0 0,-1 2 1 0 0,0 1-1 0 0,0 1 0 0 0,0 1 1 0 0,-33 4-1 0 0,52-3-259 0 0,0 0 0 0 0,0 1 0 0 0,0-1 0 0 0,0 1 0 0 0,1 0 0 0 0,-1 0 0 0 0,0 1-1 0 0,1-1 1 0 0,0 1 0 0 0,-1 0 0 0 0,1 1 0 0 0,0-1 0 0 0,1 0 0 0 0,-1 1 0 0 0,1 0 0 0 0,-7 8 0 0 0,9-9-15 0 0,0 0 0 0 0,0 1 0 0 0,0-1 0 0 0,1 0 0 0 0,-1 1 0 0 0,1-1 0 0 0,-1 0 0 0 0,1 1 0 0 0,0-1 0 0 0,0 0 0 0 0,1 1 0 0 0,-1-1 0 0 0,1 0 0 0 0,0 1 0 0 0,-1-1 0 0 0,3 5 0 0 0,6 5 0 0 0,-7-9 0 0 0,1 0 0 0 0,-1-1 0 0 0,1 1 0 0 0,-1-1 0 0 0,1 0 0 0 0,0 1 0 0 0,0-2 0 0 0,1 1 0 0 0,-1 0 0 0 0,1-1 0 0 0,-1 1 0 0 0,1-1 0 0 0,6 3 0 0 0,16 6 7 0 0,-1-2 1 0 0,54 12 0 0 0,-65-18-4 0 0,-1-1 1 0 0,0-1-1 0 0,1 0 0 0 0,-1-1 1 0 0,0 0-1 0 0,1-1 0 0 0,-1-1 1 0 0,0 0-1 0 0,16-4 0 0 0,-20 3 12 0 0,-1-1-1 0 0,1 1 1 0 0,-1-1 0 0 0,0-1-1 0 0,0 0 1 0 0,-1 0-1 0 0,0 0 1 0 0,1-1-1 0 0,-2 0 1 0 0,1 0 0 0 0,11-15-1 0 0,-17 17-2 0 0,0-1 1 0 0,1 1-1 0 0,-1-1 1 0 0,-1 0-1 0 0,1 1 0 0 0,-1-1 1 0 0,0 0-1 0 0,0 0 0 0 0,0 1 1 0 0,-1-6-1 0 0,0-6-13 0 0,1 15-5 0 0,0-1 0 0 0,0 0 0 0 0,0 0 0 0 0,-1 1 0 0 0,1-1-1 0 0,-1 0 1 0 0,1 1 0 0 0,-1-1 0 0 0,1 0 0 0 0,-1 1 0 0 0,0-1 0 0 0,0 1 0 0 0,0-1 0 0 0,1 1 0 0 0,-2-1 0 0 0,1 1 0 0 0,0 0 0 0 0,0 0 0 0 0,0-1 0 0 0,-1 1-1 0 0,1 0 1 0 0,0 0 0 0 0,-1 0 0 0 0,1 0 0 0 0,-1 1 0 0 0,1-1 0 0 0,-1 0 0 0 0,0 1 0 0 0,-1-2 0 0 0,-16-8-297 0 0,16 7 29 0 0,1 1-1 0 0,-1 0 1 0 0,0 0-1 0 0,0 0 1 0 0,0 1 0 0 0,0-1-1 0 0,-1 1 1 0 0,1-1-1 0 0,0 1 1 0 0,-1 0-1 0 0,1 0 1 0 0,0 1-1 0 0,-1-1 1 0 0,1 1-1 0 0,-8-1 1 0 0,-15 6-2662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9:17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688 5 240 0 0,'1'-4'2700'0'0,"-6"4"1403"0"0,-21 5-3886 0 0,0 1 0 0 0,0 1 0 0 0,-29 13-1 0 0,-28 11 56 0 0,-39 17-63 0 0,92-34-179 0 0,-1-2 1 0 0,-41 11 0 0 0,40-14 54 0 0,0 2-1 0 0,-46 22 1 0 0,12-5-18 0 0,61-24-94 0 0,6-3-7 0 0,-1 0-1 0 0,1-1 0 0 0,-1 1 1 0 0,0 0-1 0 0,1-1 0 0 0,-1 1 0 0 0,1 0 1 0 0,0-1-1 0 0,-1 1 0 0 0,1-1 1 0 0,0 1-1 0 0,-1-1 0 0 0,1 1 0 0 0,0-1 1 0 0,-1 1-1 0 0,1-1 0 0 0,0 0 1 0 0,0 1-1 0 0,0-1 0 0 0,-1 0 0 0 0,1 0 1 0 0,0 0-1 0 0,0 1 0 0 0,0-1 1 0 0,0 0-1 0 0,-1 0 0 0 0,2 0 1 0 0,27 0-1262 0 0,-3-6-825 0 0,1 1-267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9:18.4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5 640 0 0,'9'-2'596'0'0,"0"0"104"0"0,0 1 2766 0 0,-9 1-3418 0 0,-1 1 0 0 0,1-1 0 0 0,0 1 0 0 0,0-1 0 0 0,0 1 0 0 0,0-1 0 0 0,0 0 0 0 0,0 1 0 0 0,1-1 0 0 0,-1 1 0 0 0,0-1 0 0 0,0 1-1 0 0,0-1 1 0 0,0 0 0 0 0,0 1 0 0 0,1-1 0 0 0,-1 1 0 0 0,0-1 0 0 0,0 0 0 0 0,1 1 0 0 0,-1-1 0 0 0,0 0 0 0 0,0 1 0 0 0,1-1 0 0 0,-1 0-1 0 0,1 1 1 0 0,0-1-33 0 0,0 0-11 0 0,0 0 0 0 0,1 0 0 0 0,-1-1 0 0 0,0 2 0 0 0,0-1 0 0 0,0 0 0 0 0,0 0 0 0 0,0 0 0 0 0,0 0-1 0 0,0 1 1 0 0,0-1 0 0 0,0 0 0 0 0,0 1 0 0 0,0-1 0 0 0,0 1 0 0 0,0-1 0 0 0,0 1 0 0 0,-1-1 0 0 0,2 2 0 0 0,3 3 9 0 0,39 17 0 0 0,-43-22-10 0 0,-1 0-1 0 0,0 0 0 0 0,1 0 0 0 0,-1 1 1 0 0,0-1-1 0 0,0 0 0 0 0,1 1 0 0 0,-1-1 1 0 0,0 0-1 0 0,1 0 0 0 0,-1 1 0 0 0,0-1 1 0 0,0 0-1 0 0,0 1 0 0 0,1-1 0 0 0,-1 1 1 0 0,0-1-1 0 0,0 0 0 0 0,0 1 0 0 0,0-1 1 0 0,0 1-1 0 0,0-1 0 0 0,0 0 0 0 0,0 1 1 0 0,0 0-1 0 0,4 7 19 0 0,41 33 113 0 0,-27-21-106 0 0,2-1 0 0 0,37 29-1 0 0,12 10-97 0 0,-59-49 0 0 0,1 0-1 0 0,0-1 1 0 0,1 0 0 0 0,16 9-1 0 0,7 4-564 0 0,-9-9-939 0 0,1-5-2028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9:19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 0 1601 0 0,'1'9'4740'0'0,"-1"-8"-4760"0"0,0 1 0 0 0,0 0 0 0 0,0-1 1 0 0,-1 1-1 0 0,1-1 0 0 0,0 1 0 0 0,-1-1 0 0 0,1 1 0 0 0,-1-1 0 0 0,1 1 0 0 0,-1-1 1 0 0,0 2-1 0 0,-11 12 71 0 0,2 0 0 0 0,0 0 0 0 0,0 1 0 0 0,2 0 0 0 0,-9 24 1 0 0,15-37-49 0 0,2 0-1 0 0,-1-1-1 0 0,0 0 0 0 0,0 1 1 0 0,0-1-1 0 0,0 0 0 0 0,0 0 0 0 0,-1 1 1 0 0,1-1-1 0 0,-1 0 0 0 0,0 0 0 0 0,1-1 1 0 0,-1 1-1 0 0,0 0 0 0 0,0-1 0 0 0,0 1 1 0 0,0-1-1 0 0,-2 2 0 0 0,-54 48 79 0 0,52-48-64 0 0,6-3-14 0 0,-1 1 0 0 0,0-1 0 0 0,0 0 0 0 0,0 0 0 0 0,0 1 0 0 0,0-1-1 0 0,1 1 1 0 0,-1-1 0 0 0,0 1 0 0 0,0-1 0 0 0,1 1 0 0 0,-1 0 0 0 0,0-1 0 0 0,1 1-1 0 0,-1 0 1 0 0,0-1 0 0 0,1 1 0 0 0,-1 0 0 0 0,1 0 0 0 0,0 0 0 0 0,-1-1 0 0 0,1 1-1 0 0,0 0 1 0 0,-1 0 0 0 0,1 0 0 0 0,0 1 0 0 0,0-2-3 0 0,0 1 0 0 0,0-1 0 0 0,0 0 0 0 0,0 1 0 0 0,0-1 0 0 0,0 1 0 0 0,0-1 0 0 0,0 0 0 0 0,0 1 1 0 0,0-1-1 0 0,0 1 0 0 0,-1-1 0 0 0,1 0 0 0 0,0 1 0 0 0,0-1 0 0 0,0 0 0 0 0,0 1 0 0 0,-1-1 0 0 0,1 0 0 0 0,0 1 0 0 0,0-1 0 0 0,-1 0 0 0 0,1 1 0 0 0,0-1 0 0 0,0 0 0 0 0,-1 0 0 0 0,1 1 0 0 0,0-1 0 0 0,-1 0 1 0 0,1 0-1 0 0,0 0 0 0 0,-1 1 0 0 0,1-1 0 0 0,-1 0 0 0 0,1 0 0 0 0,0 0 0 0 0,-1 0 0 0 0,1 0 0 0 0,0 0 0 0 0,-1 0 0 0 0,1 0 0 0 0,-1 0 0 0 0,0 0 0 0 0,-10 5-20 0 0,11-4 25 0 0,-1 1-1 0 0,0-1 1 0 0,0 1-1 0 0,1-1 1 0 0,-1 1-1 0 0,1-1 1 0 0,0 1 0 0 0,-1-1-1 0 0,1 1 1 0 0,0 0-1 0 0,0-1 1 0 0,0 1-1 0 0,0 2 1 0 0,0-3-5 0 0,1 0 1 0 0,-1 0 0 0 0,1 0-1 0 0,-1 0 1 0 0,1 0 0 0 0,0-1-1 0 0,-1 1 1 0 0,1 0-1 0 0,0 0 1 0 0,0-1 0 0 0,-1 1-1 0 0,1 0 1 0 0,0-1 0 0 0,0 1-1 0 0,0 0 1 0 0,0-1 0 0 0,0 0-1 0 0,0 1 1 0 0,2 0-1 0 0,2 2 35 0 0,-4-2-6 0 0,0 0 0 0 0,-1 0 0 0 0,1 0 0 0 0,-1 0 0 0 0,1 0 0 0 0,-1 0 0 0 0,1 1-1 0 0,-1-1 1 0 0,0 0 0 0 0,0 0 0 0 0,1 0 0 0 0,-1 1 0 0 0,0-1 0 0 0,0 1 0 0 0,-1 4-708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9:20.3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1057 0 160 0 0,'-18'10'1270'0'0,"-19"12"789"0"0,35-22-1977 0 0,1 1 1 0 0,0 0-1 0 0,-1 0 1 0 0,1 0-1 0 0,0 0 1 0 0,0 0-1 0 0,0 0 1 0 0,0 0-1 0 0,0 1 1 0 0,0-1-1 0 0,0 0 0 0 0,0 1 1 0 0,0-1-1 0 0,0 1 1 0 0,1-1-1 0 0,-1 0 1 0 0,1 1-1 0 0,-1 1 1 0 0,1-2-74 0 0,0-1 0 0 0,0 1 0 0 0,0 0 1 0 0,-1 0-1 0 0,1-1 0 0 0,0 1 0 0 0,0 0 1 0 0,0-1-1 0 0,-1 1 0 0 0,1-1 0 0 0,0 1 1 0 0,0 0-1 0 0,-1-1 0 0 0,1 1 0 0 0,-1-1 1 0 0,1 1-1 0 0,-1-1 0 0 0,1 1 0 0 0,-1-1 1 0 0,1 1-1 0 0,-1-1 0 0 0,1 1 0 0 0,-1-1 1 0 0,1 0-1 0 0,-1 1 0 0 0,1-1 0 0 0,-1 0 1 0 0,0 1-1 0 0,0-1 0 0 0,0 0 3 0 0,0 1 0 0 0,0-1 0 0 0,0 0 1 0 0,0 1-1 0 0,1-1 0 0 0,-1 1 0 0 0,0-1 0 0 0,0 1 0 0 0,1-1 0 0 0,-1 1 0 0 0,1 0 0 0 0,-1-1 0 0 0,0 1 0 0 0,1 0 1 0 0,-1-1-1 0 0,1 1 0 0 0,-1 0 0 0 0,1 0 0 0 0,0 0 0 0 0,-1 0 0 0 0,1-1 0 0 0,0 1 0 0 0,-1 0 0 0 0,1 0 0 0 0,0 0 1 0 0,0 0-1 0 0,0 0 0 0 0,0 0 0 0 0,0 1 0 0 0,-4 0 148 0 0,0-1-97 0 0,3-1-49 0 0,1 0 0 0 0,-1 0 0 0 0,0 0 0 0 0,0 0-1 0 0,1 0 1 0 0,-1 0 0 0 0,0 0 0 0 0,1 0 0 0 0,-1 1 0 0 0,0-1-1 0 0,0 0 1 0 0,1 0 0 0 0,-1 1 0 0 0,0-1 0 0 0,1 1-1 0 0,-1-1 1 0 0,1 0 0 0 0,-1 1 0 0 0,1-1 0 0 0,-1 1 0 0 0,1-1-1 0 0,-1 1 1 0 0,1 0 0 0 0,-1-1 0 0 0,1 1 0 0 0,-1-1-1 0 0,1 1 1 0 0,0 0 0 0 0,-1-1 0 0 0,1 1 0 0 0,0 0-1 0 0,0 0 1 0 0,0-1 0 0 0,-1 2 0 0 0,1-1-8 0 0,0-1 0 0 0,0 1 0 0 0,0-1-1 0 0,0 0 1 0 0,0 1 0 0 0,0-1 0 0 0,0 1 0 0 0,0-1 0 0 0,-1 0 0 0 0,1 1 0 0 0,0-1-1 0 0,0 0 1 0 0,0 1 0 0 0,-1-1 0 0 0,1 0 0 0 0,0 1 0 0 0,-1-1 0 0 0,1 0 0 0 0,0 0 0 0 0,0 1-1 0 0,-1-1 1 0 0,1 0 0 0 0,-1 0 0 0 0,1 1 0 0 0,0-1 0 0 0,-1 0 0 0 0,1 0 0 0 0,0 0-1 0 0,-1 0 1 0 0,1 0 0 0 0,-1 0 0 0 0,1 0 0 0 0,0 0 0 0 0,-1 0 0 0 0,1 0 0 0 0,-1 0-1 0 0,1 0 1 0 0,0 0 0 0 0,-1 0 0 0 0,0 0 2 0 0,1 0-1 0 0,-1 0 0 0 0,0 0 1 0 0,1 0-1 0 0,-1 0 1 0 0,1 0-1 0 0,-1 0 0 0 0,1 0 1 0 0,-1 0-1 0 0,1 1 1 0 0,-1-1-1 0 0,1 0 1 0 0,-1 0-1 0 0,1 0 0 0 0,-1 1 1 0 0,1-1-1 0 0,-1 0 1 0 0,1 1-1 0 0,-1-1 1 0 0,1 0-1 0 0,-1 1 0 0 0,1-1 1 0 0,0 0-1 0 0,-1 1 1 0 0,1-1-1 0 0,0 1 1 0 0,-1-1-1 0 0,1 1 0 0 0,0-1 1 0 0,0 1-1 0 0,-1-1 1 0 0,1 1-1 0 0,0-1 0 0 0,0 1 1 0 0,0-1-1 0 0,0 1 1 0 0,0 0-1 0 0,0-1 1 0 0,0 1-1 0 0,0-1 0 0 0,0 1 1 0 0,1 12 65 0 0,-1-10-61 0 0,1 1-1 0 0,-1-1 1 0 0,0 1 0 0 0,0-1 0 0 0,0 1 0 0 0,0-1 0 0 0,0 1-1 0 0,-1-1 1 0 0,1 1 0 0 0,-1-1 0 0 0,0 0 0 0 0,-3 7 0 0 0,0-7 54 0 0,2-2-47 0 0,1 0 0 0 0,0 0 0 0 0,-1 0 1 0 0,1 0-1 0 0,0 0 0 0 0,0 0 1 0 0,0 0-1 0 0,0 0 0 0 0,0 0 1 0 0,0 0-1 0 0,0 1 0 0 0,0-1 1 0 0,1 0-1 0 0,-1 1 0 0 0,0-1 1 0 0,1 0-1 0 0,-1 2 0 0 0,1-2-17 0 0,0-1 1 0 0,0 1-1 0 0,0-1 0 0 0,-1 1 0 0 0,1-1 0 0 0,0 1 0 0 0,0-1 1 0 0,0 1-1 0 0,-1-1 0 0 0,1 0 0 0 0,0 1 0 0 0,0-1 1 0 0,-1 0-1 0 0,1 1 0 0 0,0-1 0 0 0,-1 0 0 0 0,1 1 1 0 0,-1-1-1 0 0,1 0 0 0 0,0 1 0 0 0,-1-1 0 0 0,1 0 0 0 0,-1 0 1 0 0,1 0-1 0 0,-1 1 0 0 0,1-1 0 0 0,0 0 0 0 0,-1 0 1 0 0,1 0-1 0 0,-1 0 0 0 0,1 0 0 0 0,-1 0 0 0 0,0 0 1 0 0,0 0-3 0 0,1 0 1 0 0,-1 0-1 0 0,0 0 1 0 0,1 0-1 0 0,-1 0 1 0 0,1 0-1 0 0,-1 0 1 0 0,1 1-1 0 0,-1-1 1 0 0,1 0-1 0 0,-1 0 1 0 0,0 0-1 0 0,1 1 1 0 0,-1-1-1 0 0,1 0 1 0 0,0 1 0 0 0,-1-1-1 0 0,1 0 1 0 0,-1 1-1 0 0,1-1 1 0 0,-1 1-1 0 0,1-1 1 0 0,0 1-1 0 0,-1-1 1 0 0,1 1-1 0 0,0-1 1 0 0,0 1-1 0 0,-1-1 1 0 0,1 1-1 0 0,0-1 1 0 0,0 1-1 0 0,0-1 1 0 0,0 1-1 0 0,-1 0 1 0 0,1 0 0 0 0,0-1 0 0 0,0 1 1 0 0,0-1 0 0 0,0 1 0 0 0,0-1 0 0 0,-1 1-1 0 0,1-1 1 0 0,0 1 0 0 0,0-1 0 0 0,-1 0 0 0 0,1 1-1 0 0,0-1 1 0 0,-1 1 0 0 0,1-1 0 0 0,0 0 0 0 0,-1 1-1 0 0,1-1 1 0 0,0 0 0 0 0,-1 1 0 0 0,1-1 0 0 0,-1 0-1 0 0,1 0 1 0 0,-1 0 0 0 0,1 1 0 0 0,-1-1-1 0 0,1 0 1 0 0,-1 0 0 0 0,1 0 0 0 0,-1 0 0 0 0,1 0-1 0 0,-1 0 1 0 0,1 0 0 0 0,-1 0 0 0 0,1 0 0 0 0,-2 0-1 0 0,2 0 2 0 0,-1 0 0 0 0,1 0 0 0 0,0 0 0 0 0,-1 0-1 0 0,1 0 1 0 0,-1 0 0 0 0,1 0 0 0 0,-1 0-1 0 0,1 0 1 0 0,-1 0 0 0 0,1 0 0 0 0,-1 0 0 0 0,1 0-1 0 0,0 1 1 0 0,-1-1 0 0 0,1 0 0 0 0,-1 0-1 0 0,1 0 1 0 0,0 1 0 0 0,-1-1 0 0 0,1 0 0 0 0,0 1-1 0 0,-1-1 1 0 0,1 0 0 0 0,0 1 0 0 0,-1-1-1 0 0,1 0 1 0 0,0 1 0 0 0,0-1 0 0 0,-1 1 0 0 0,1-1-1 0 0,0 0 1 0 0,0 1 0 0 0,0 0 0 0 0,4 0 77 0 0,6-2-28 0 0,-29 3 376 0 0,-7 3-413 0 0,0 2-1 0 0,1 0 1 0 0,0 2 0 0 0,0 1 0 0 0,1 0 0 0 0,0 2-1 0 0,-33 23 1 0 0,-31 15-40 0 0,-302 160 305 0 0,389-210-286 0 0,-49 26-203 0 0,47-25 113 0 0,1 1 0 0 0,-1-1 0 0 0,1-1-1 0 0,-1 1 1 0 0,1 0 0 0 0,-1 0 0 0 0,1-1-1 0 0,-1 0 1 0 0,1 1 0 0 0,-1-1 0 0 0,0 0-1 0 0,1 0 1 0 0,-1 0 0 0 0,0-1 0 0 0,1 1-1 0 0,-1-1 1 0 0,-4-1 0 0 0,6 2 0 0 0,1-1 1 0 0,0 1-1 0 0,-1-1 0 0 0,1 1 1 0 0,-1-1-1 0 0,1 1 1 0 0,0-1-1 0 0,0 1 0 0 0,-1-1 1 0 0,1 1-1 0 0,0-1 1 0 0,0 1-1 0 0,-1-1 0 0 0,1 1 1 0 0,0-1-1 0 0,0 1 1 0 0,0-1-1 0 0,0 1 0 0 0,0-1 1 0 0,0 0-1 0 0,0 1 1 0 0,0-1-1 0 0,0 0 0 0 0,0 1 96 0 0,0-25-4455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9:20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1 640 0 0,'-3'0'3888'0'0,"-17"1"-2773"0"0,22-1-1079 0 0,-1 1 0 0 0,0 0 0 0 0,1-1 1 0 0,-1 1-1 0 0,0 0 0 0 0,0 0 1 0 0,1 0-1 0 0,-1-1 0 0 0,0 1 0 0 0,0 1 1 0 0,0-1-1 0 0,0 0 0 0 0,0 0 1 0 0,-1 0-1 0 0,1 0 0 0 0,0 1 0 0 0,-1-1 1 0 0,1 0-1 0 0,0 1 0 0 0,-1-1 1 0 0,1 0-1 0 0,-1 1 0 0 0,0-1 0 0 0,1 3 1 0 0,-1 1-36 0 0,1 0 0 0 0,-1 0 0 0 0,2 0 0 0 0,-1 0 0 0 0,0 0 0 0 0,1 0 0 0 0,0 0 0 0 0,0 0 0 0 0,0-1 1 0 0,1 1-1 0 0,0-1 0 0 0,0 0 0 0 0,0 0 0 0 0,5 6 0 0 0,8 11 9 0 0,17 42 56 0 0,-26-48-49 0 0,0-1-1 0 0,1 0 0 0 0,1 0 0 0 0,11 14 0 0 0,7 1-5 0 0,21 26 58 0 0,1 1 11 0 0,-48-53-88 0 0,1-1-1 0 0,-1 0 1 0 0,1 1-1 0 0,0-1 1 0 0,0 0-1 0 0,0 0 1 0 0,0 0-1 0 0,0 0 1 0 0,5 2-1 0 0,-5-3-70 0 0,-1-1 0 0 0,1 1 0 0 0,0-1 0 0 0,-1 0 0 0 0,1 1 0 0 0,-1-1-1 0 0,1 0 1 0 0,0 0 0 0 0,-1 0 0 0 0,1-1 0 0 0,0 1 0 0 0,-1 0 0 0 0,1-1 0 0 0,-1 1-1 0 0,1-1 1 0 0,0 1 0 0 0,-1-1 0 0 0,1 0 0 0 0,1-1 0 0 0,24-17-2896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9:21.7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1521 0 0,'0'6'1371'0'0,"-1"-3"-1147"0"0,1-1 1 0 0,0 0-1 0 0,-1 0 1 0 0,1 1-1 0 0,0-1 1 0 0,0 0-1 0 0,0 1 0 0 0,1-1 1 0 0,-1 0-1 0 0,0 0 1 0 0,1 1-1 0 0,0-1 1 0 0,-1 0-1 0 0,1 0 1 0 0,2 3-1 0 0,4 0-168 0 0,0 0-1 0 0,-1 1 1 0 0,0 0-1 0 0,1 0 1 0 0,4 7-1 0 0,25 31 327 0 0,-23-31-310 0 0,-9-8-40 0 0,0 0 0 0 0,0 1 0 0 0,0 0 1 0 0,-1 0-1 0 0,0 0 0 0 0,0 0 0 0 0,4 12 0 0 0,-5-10 7 0 0,1-1 1 0 0,0 0-1 0 0,0 0 1 0 0,1 0-1 0 0,6 9 1 0 0,-5-9 10 0 0,-1 0 0 0 0,0 0 0 0 0,0 1 1 0 0,-1-1-1 0 0,5 14 0 0 0,-5-12-1 0 0,0-1 0 0 0,0 0 0 0 0,1 0 0 0 0,8 13 0 0 0,7 3 14 0 0,11 19-32 0 0,-28-39-27 0 0,0 1 0 0 0,0-1 0 0 0,0 0 0 0 0,0 0-1 0 0,1 0 1 0 0,-1-1 0 0 0,1 1 0 0 0,0 0 0 0 0,0-1 0 0 0,0 0 0 0 0,1 0 0 0 0,-1 0 0 0 0,1 0 0 0 0,0 0 0 0 0,0-1 0 0 0,8 4 0 0 0,12 12-43 0 0,-21-11-4018 0 0,-3-14 1043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9:24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67 1601 0 0,'0'-1'119'0'0,"0"1"0"0"0,0-1-1 0 0,0 0 1 0 0,0 1 0 0 0,0-1 0 0 0,0 0 0 0 0,0 0 0 0 0,0 1 0 0 0,0-1 0 0 0,0 0 0 0 0,0 1 0 0 0,-1-1 0 0 0,1 0 0 0 0,0 0-1 0 0,-1 1 1 0 0,1-1 0 0 0,0 1 0 0 0,-1-1 0 0 0,1 0 0 0 0,-1 1 0 0 0,1-1 0 0 0,-1 1 0 0 0,1-1 0 0 0,-1 1 0 0 0,1-1-1 0 0,-1 1 1 0 0,1-1 0 0 0,-1 1 0 0 0,0 0 0 0 0,1-1 0 0 0,-1 1 0 0 0,0 0 0 0 0,1 0 0 0 0,-1-1 0 0 0,0 1 0 0 0,1 0 0 0 0,-1 0-1 0 0,-1 0 1 0 0,-4-2-47 0 0,5 2-59 0 0,1 0 0 0 0,0 0 1 0 0,0 0-1 0 0,-1 0 0 0 0,1 0 1 0 0,0-1-1 0 0,0 1 0 0 0,0 0 1 0 0,-1 0-1 0 0,1 0 1 0 0,0 0-1 0 0,0 0 0 0 0,0-1 1 0 0,-1 1-1 0 0,1 0 0 0 0,0 0 1 0 0,0 0-1 0 0,0-1 1 0 0,0 1-1 0 0,-1 0 0 0 0,1 0 1 0 0,0-1-1 0 0,0 1 0 0 0,0 0 1 0 0,0 0-1 0 0,0-1 0 0 0,0 1 1 0 0,0 0-1 0 0,0 0 1 0 0,0-1-1 0 0,0 1 0 0 0,0 0 1 0 0,0 0-1 0 0,0-1 0 0 0,0 1 1 0 0,0 0-1 0 0,0-1 1 0 0,0 1-1 0 0,0 0 0 0 0,0-1-2 0 0,1 1 0 0 0,-1 0-1 0 0,0 0 1 0 0,0-1-1 0 0,0 1 1 0 0,0 0 0 0 0,0 0-1 0 0,0-1 1 0 0,0 1 0 0 0,0 0-1 0 0,0-1 1 0 0,0 1 0 0 0,0 0-1 0 0,0 0 1 0 0,0-1 0 0 0,0 1-1 0 0,-1 0 1 0 0,1 0-1 0 0,0-1 1 0 0,0 1 0 0 0,0 0-1 0 0,0 0 1 0 0,0 0 0 0 0,0-1-1 0 0,-1 1 1 0 0,1 0 0 0 0,0 0-1 0 0,0 0 1 0 0,0-1 0 0 0,-1 1-1 0 0,1 0 1 0 0,0 0-1 0 0,0 0 1 0 0,0 0 0 0 0,-1 0-1 0 0,1-1 1 0 0,0 1 0 0 0,0 0-1 0 0,-1 0 1 0 0,-5-1 86 0 0,6 1-81 0 0,-1 0-1 0 0,0 0 1 0 0,1 0-1 0 0,-1 0 1 0 0,0-1-1 0 0,1 1 1 0 0,-1 0-1 0 0,0 0 1 0 0,1 0-1 0 0,-1-1 1 0 0,0 1-1 0 0,1 0 1 0 0,-1 0-1 0 0,1-1 1 0 0,-1 1-1 0 0,0-1 1 0 0,1 1-1 0 0,-1-1 1 0 0,1 1-1 0 0,0-1 1 0 0,-1 1 0 0 0,1-1-1 0 0,-1 1 1 0 0,1-1-1 0 0,0 1 1 0 0,-1-1-1 0 0,1 0 1 0 0,0 1-1 0 0,-1-1 1 0 0,1 1-1 0 0,0-1 1 0 0,0 0-1 0 0,0 1 1 0 0,0-2-1 0 0,-18-3 319 0 0,4 0-142 0 0,-5 4-29 0 0,-1 1 122 0 0,18 0-280 0 0,-1 0 0 0 0,1 0-1 0 0,-1 1 1 0 0,1-1 0 0 0,-1 1-1 0 0,1-1 1 0 0,-1 1 0 0 0,1 0 0 0 0,0 0-1 0 0,-1 0 1 0 0,1 0 0 0 0,0 1-1 0 0,0-1 1 0 0,0 1 0 0 0,0-1 0 0 0,-3 4-1 0 0,-15 8-4 0 0,4-6 3 0 0,13-5 2 0 0,0-1 1 0 0,-1 1 0 0 0,1-1 0 0 0,0 1 0 0 0,0 0 0 0 0,0 0-1 0 0,0 1 1 0 0,1-1 0 0 0,-1 0 0 0 0,-4 6 0 0 0,-2 0 9 0 0,8-8-18 0 0,0 1 1 0 0,0 0-1 0 0,0-1 0 0 0,0 1 1 0 0,0 0-1 0 0,1 0 0 0 0,-1 0 1 0 0,0 0-1 0 0,0 0 0 0 0,1 0 1 0 0,-1 0-1 0 0,1 0 1 0 0,-1 0-1 0 0,0 0 0 0 0,1 0 1 0 0,0 0-1 0 0,-1 0 0 0 0,1 1 1 0 0,0-1-1 0 0,0 0 1 0 0,-1 0-1 0 0,1 0 0 0 0,0 1 1 0 0,0-1-1 0 0,1 1 0 0 0,-1 0 6 0 0,0 0-1 0 0,0 0 0 0 0,0-1 0 0 0,1 1 0 0 0,-1 0 0 0 0,1-1 0 0 0,-1 1 0 0 0,1 0 0 0 0,0-1 0 0 0,0 1 0 0 0,0-1 0 0 0,0 1 0 0 0,0-1 0 0 0,0 1 1 0 0,0-1-1 0 0,0 0 0 0 0,0 1 0 0 0,1-1 0 0 0,-1 0 0 0 0,0 0 0 0 0,1 0 0 0 0,-1 0 0 0 0,1 0 0 0 0,-1 0 0 0 0,1-1 0 0 0,0 1 0 0 0,-1 0 1 0 0,1-1-1 0 0,2 1 0 0 0,12 7-11 0 0,-16-8 9 0 0,1 0-1 0 0,-1 1 1 0 0,0-1 0 0 0,1 1-1 0 0,-1-1 1 0 0,1 1 0 0 0,-1-1 0 0 0,0 1-1 0 0,1 0 1 0 0,-1-1 0 0 0,0 1-1 0 0,0 0 1 0 0,1-1 0 0 0,-1 1 0 0 0,0-1-1 0 0,0 1 1 0 0,0 0 0 0 0,0-1-1 0 0,0 1 1 0 0,0 0 0 0 0,0 1 0 0 0,3 10 113 0 0,-1-10-91 0 0,0 0 1 0 0,0 0 0 0 0,0 0 0 0 0,1 0 0 0 0,-1-1 0 0 0,0 1 0 0 0,1-1 0 0 0,-1 1 0 0 0,1-1 0 0 0,-1 0 0 0 0,1 0 0 0 0,0 0 0 0 0,-1 0 0 0 0,5 0 0 0 0,1 0-11 0 0,0 0 1 0 0,0 0-1 0 0,0-1 0 0 0,15-2 0 0 0,5-2 6 0 0,53-16-1 0 0,-78 19-21 0 0,-1 1 1 0 0,1-1-1 0 0,0-1 0 0 0,-1 1 1 0 0,1 0-1 0 0,-1-1 1 0 0,0 1-1 0 0,1-1 1 0 0,-1 0-1 0 0,0 1 1 0 0,0-1-1 0 0,0 0 0 0 0,0 0 1 0 0,0-1-1 0 0,-1 1 1 0 0,1 0-1 0 0,-1-1 1 0 0,1 1-1 0 0,-1-1 0 0 0,0 1 1 0 0,0-1-1 0 0,2-4 1 0 0,-1-5-45 0 0,0 1 0 0 0,-1-1 1 0 0,0 0-1 0 0,-1-17 1 0 0,0 28 19 0 0,0-1 1 0 0,-1 0-1 0 0,1 0 1 0 0,-1 0 0 0 0,1 0-1 0 0,-1 0 1 0 0,0 1 0 0 0,0-1-1 0 0,0 0 1 0 0,0 1-1 0 0,0-1 1 0 0,0 0 0 0 0,-1 1-1 0 0,1-1 1 0 0,0 1-1 0 0,-1 0 1 0 0,1 0 0 0 0,-1-1-1 0 0,1 1 1 0 0,-1 0 0 0 0,0 0-1 0 0,1 0 1 0 0,-1 0-1 0 0,0 1 1 0 0,0-1 0 0 0,0 0-1 0 0,1 1 1 0 0,-4-1-1 0 0,-6-2-285 0 0,0 1 0 0 0,0 0-1 0 0,-16 0 1 0 0,24 2 186 0 0,-25 0-1887 0 0,3 4-734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9:26.0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1038 6 1441 0 0,'-5'-5'5069'0'0,"-11"5"-4966"0"0,10 0 928 0 0,2 7-511 0 0,-3 1-482 0 0,1 0 0 0 0,1 1 1 0 0,0-1-1 0 0,0 1 0 0 0,1 0 1 0 0,0 1-1 0 0,-5 15 1 0 0,6 5-26 0 0,3-26-13 0 0,0-1 0 0 0,0 0 0 0 0,-1 0 0 0 0,1 0 0 0 0,0 0 0 0 0,-1 0 0 0 0,0 0 0 0 0,-2 5 0 0 0,-5 7 0 0 0,6-13 1 0 0,1 1 0 0 0,-1 0 0 0 0,1 0 0 0 0,-1 0 0 0 0,1 0 0 0 0,0 0 0 0 0,0 0 0 0 0,0 0 0 0 0,0 1 0 0 0,1-1 0 0 0,-1 0 0 0 0,1 4 0 0 0,0-3 6 0 0,-1 0-1 0 0,1 0 1 0 0,-1 0-1 0 0,0 0 1 0 0,0 0-1 0 0,0-1 1 0 0,0 1-1 0 0,-1 0 1 0 0,-3 6-1 0 0,3-7 9 0 0,0 1 0 0 0,0-1 0 0 0,1 1 0 0 0,-1 0-1 0 0,1-1 1 0 0,0 1 0 0 0,0 0 0 0 0,0 0 0 0 0,0 8 0 0 0,1-10-10 0 0,0 0 1 0 0,0 0 0 0 0,0 0-1 0 0,-1 0 1 0 0,1 0 0 0 0,-1 0-1 0 0,1 0 1 0 0,-1 0-1 0 0,0 0 1 0 0,0 0 0 0 0,0 0-1 0 0,0 0 1 0 0,0 0 0 0 0,-1 0-1 0 0,-1 2 1 0 0,1-3-6 0 0,1 1 0 0 0,0 0 1 0 0,0-1-1 0 0,0 1 0 0 0,-1 0 0 0 0,2 0 0 0 0,-1 0 0 0 0,0 0 1 0 0,0 0-1 0 0,1 0 0 0 0,-1 0 0 0 0,1 0 0 0 0,-1 0 1 0 0,1 0-1 0 0,0 3 0 0 0,0 6 0 0 0,-3 18 199 0 0,3-28-191 0 0,-1 0 0 0 0,1 0 0 0 0,-1 0 0 0 0,0 0 0 0 0,0 0 0 0 0,1 0 0 0 0,-1-1 0 0 0,0 1 0 0 0,0 0 1 0 0,0 0-1 0 0,0-1 0 0 0,0 1 0 0 0,0-1 0 0 0,0 1 0 0 0,0-1 0 0 0,0 1 0 0 0,0-1 0 0 0,0 0 0 0 0,0 1 0 0 0,0-1 0 0 0,0 0 0 0 0,0 0 0 0 0,0 0 0 0 0,-2 0 0 0 0,-5 1 23 0 0,7-1-23 0 0,1-1 0 0 0,-1 1 0 0 0,0 0 0 0 0,1 0 0 0 0,-1 0 0 0 0,0 0 0 0 0,1 0 0 0 0,-1 0 0 0 0,0 0 0 0 0,1 0 0 0 0,-1 1 0 0 0,0-1 0 0 0,1 0 0 0 0,-1 0 0 0 0,1 0 0 0 0,-1 1 0 0 0,0-1 0 0 0,1 0 0 0 0,-1 1 0 0 0,1-1 0 0 0,-1 0 0 0 0,1 1 0 0 0,-1-1 0 0 0,1 1-1 0 0,-1-1 1 0 0,1 1 0 0 0,0-1 0 0 0,-1 1 0 0 0,1-1 0 0 0,0 1 0 0 0,-1-1 0 0 0,1 1 0 0 0,0 0 0 0 0,0-1 0 0 0,-1 1 0 0 0,1-1 0 0 0,0 1 0 0 0,0 0 0 0 0,0-1 0 0 0,0 1 0 0 0,0 0 0 0 0,0-1 0 0 0,0 1 0 0 0,0 0 0 0 0,0-1 0 0 0,0 1 0 0 0,0 0 0 0 0,0 0 1 0 0,0 0 1 0 0,0 0-1 0 0,0 0 0 0 0,0 0 1 0 0,0 0-1 0 0,0 0 1 0 0,0 0-1 0 0,0 0 1 0 0,-1 0-1 0 0,1 0 1 0 0,-1 0-1 0 0,1 0 0 0 0,0 0 1 0 0,-1 0-1 0 0,1-1 1 0 0,-1 1-1 0 0,0 0 1 0 0,1 0-1 0 0,-1-1 0 0 0,0 1 1 0 0,1 0-1 0 0,-1-1 1 0 0,0 1-1 0 0,0 0 1 0 0,-1 0-1 0 0,1 0 0 0 0,0-1-1 0 0,0 1 1 0 0,0 0-1 0 0,0 0 1 0 0,0 0-1 0 0,0-1 1 0 0,0 1-1 0 0,0 0 1 0 0,1 0-1 0 0,-1 1 1 0 0,0-1-1 0 0,1 0 1 0 0,-1 0-1 0 0,1 0 1 0 0,-1 0-1 0 0,1 0 1 0 0,-1 1-1 0 0,1-1 1 0 0,0 0 0 0 0,0 0-1 0 0,-1 1 1 0 0,1-1-1 0 0,0 0 1 0 0,0 1-1 0 0,1 1 1 0 0,-1 57 151 0 0,-1-59-156 0 0,1 0 0 0 0,-1-1 0 0 0,0 1 1 0 0,1 0-1 0 0,-1 0 0 0 0,0 0 1 0 0,1 0-1 0 0,-1 0 0 0 0,0-1 0 0 0,0 1 1 0 0,0 0-1 0 0,0-1 0 0 0,0 1 0 0 0,1-1 1 0 0,-1 1-1 0 0,0-1 0 0 0,0 1 1 0 0,-2 0-1 0 0,-3 1 8 0 0,6-1-9 0 0,-1 0 0 0 0,1 0 0 0 0,-1 0-1 0 0,1-1 1 0 0,-1 1 0 0 0,1 0 0 0 0,0 0 0 0 0,-1 0 0 0 0,1 0-1 0 0,0 0 1 0 0,0 0 0 0 0,0 0 0 0 0,-1 0 0 0 0,1 0 0 0 0,0 0-1 0 0,0 0 1 0 0,1 0 0 0 0,-1 0 0 0 0,0 0 0 0 0,0 1 0 0 0,1 0-3 0 0,-1-1 0 0 0,0 0 1 0 0,0 0-1 0 0,1 0 0 0 0,-1 0 1 0 0,0 0-1 0 0,0 1 0 0 0,-1-1 1 0 0,1 0-1 0 0,0 0 0 0 0,0 0 1 0 0,0 0-1 0 0,-1 0 0 0 0,1 0 1 0 0,-1 1-1 0 0,1-1 0 0 0,-1 0 1 0 0,1 0-1 0 0,-1 0 0 0 0,0 1 1 0 0,-71 90 145 0 0,72-91-145 0 0,-1 0 0 0 0,1 0 0 0 0,-1 0 0 0 0,1 0 0 0 0,-1-1 0 0 0,1 1-1 0 0,0 0 1 0 0,-1 0 0 0 0,1 0 0 0 0,0 0 0 0 0,0 0 0 0 0,-1 0-1 0 0,1 0 1 0 0,0 0 0 0 0,0 0 0 0 0,0 1 0 0 0,-3 11-16 0 0,-46 33 96 0 0,45-43-75 0 0,1 0 1 0 0,0 1-1 0 0,0-1 1 0 0,0 1-1 0 0,0-1 1 0 0,1 1 0 0 0,-1 0-1 0 0,-2 5 1 0 0,3-3-4 0 0,-1-1 1 0 0,0 0-1 0 0,0-1 1 0 0,-1 1-1 0 0,-6 6 1 0 0,-6 5 19 0 0,0 0 0 0 0,1 0 1 0 0,-21 32-1 0 0,13-29 49 0 0,6-6-77 0 0,7 0-23 0 0,9-11 25 0 0,0 0 0 0 0,-1 0 0 0 0,1 0-1 0 0,-1-1 1 0 0,1 1 0 0 0,-1-1-1 0 0,1 1 1 0 0,-1-1 0 0 0,0 1 0 0 0,0-1-1 0 0,-2 1 1 0 0,0 0 3 0 0,0 1 1 0 0,1-1-1 0 0,0 1 1 0 0,-1 0-1 0 0,1 0 0 0 0,0 0 1 0 0,-4 6-1 0 0,-16 14-16 0 0,9-13-6 0 0,9-7 14 0 0,0 1 1 0 0,0 0-1 0 0,0 0 1 0 0,1 0-1 0 0,-7 6 1 0 0,-42 59-46 0 0,53-68 54 0 0,-1 0 1 0 0,0 0-1 0 0,1 0 1 0 0,-1 0-1 0 0,1 0 1 0 0,0 0 0 0 0,-1 0-1 0 0,1 0 1 0 0,0 0-1 0 0,0 0 1 0 0,0 0-1 0 0,0 0 1 0 0,0 0 0 0 0,0 2-1 0 0,0-2 2 0 0,0 0 0 0 0,0 0 0 0 0,0 0 0 0 0,0 0-1 0 0,0 0 1 0 0,-1 1 0 0 0,1-1 0 0 0,0 0 0 0 0,-1 0 0 0 0,1 0 0 0 0,0 0 0 0 0,-1 0 0 0 0,1 0-1 0 0,-2 1 1 0 0,-5 6 24 0 0,6-7-22 0 0,-1 1-1 0 0,1-1 1 0 0,0 0 0 0 0,0 1 0 0 0,0 0 0 0 0,0-1 0 0 0,0 1 0 0 0,0 0 0 0 0,0-1 0 0 0,0 1 0 0 0,0 0 0 0 0,1 0 0 0 0,-1 0 0 0 0,1-1 0 0 0,0 1 0 0 0,-1 0-1 0 0,1 0 1 0 0,0 2 0 0 0,0-3-6 0 0,1 0 0 0 0,-1 0 0 0 0,0 0-1 0 0,0 0 1 0 0,0 0 0 0 0,0 0 0 0 0,0 0-1 0 0,0 0 1 0 0,0-1 0 0 0,0 1 0 0 0,0 0-1 0 0,0 0 1 0 0,0 0 0 0 0,-1 0 0 0 0,1 0-1 0 0,0 0 1 0 0,-1 0 0 0 0,1-1 0 0 0,0 1-1 0 0,-1 0 1 0 0,1 0 0 0 0,-1-1 0 0 0,0 1-1 0 0,1 0 1 0 0,-1 0 0 0 0,1-1 0 0 0,-1 1-1 0 0,0-1 1 0 0,0 1 0 0 0,1-1-1 0 0,-1 1 1 0 0,0-1 0 0 0,0 1 0 0 0,0-1-1 0 0,0 1 1 0 0,-8 3-7 0 0,8-3 8 0 0,1-1 0 0 0,-1 0 0 0 0,1 1 0 0 0,0-1 0 0 0,-1 1 0 0 0,1-1 0 0 0,0 1 0 0 0,-1 0 0 0 0,1-1 0 0 0,0 1 0 0 0,-1-1 0 0 0,1 1 0 0 0,0 0 0 0 0,0-1 0 0 0,0 1 0 0 0,0 0 0 0 0,0-1 0 0 0,0 1 0 0 0,0-1 0 0 0,0 1 0 0 0,0 0 0 0 0,0-1 0 0 0,0 1 0 0 0,0 0 0 0 0,0 0 0 0 0,1 0 0 0 0,-1-1 0 0 0,0 1 0 0 0,0-1 0 0 0,0 1 0 0 0,0 0 0 0 0,0-1 0 0 0,0 1 0 0 0,0 0 0 0 0,0-1 0 0 0,0 1 0 0 0,0 0 0 0 0,0-1 0 0 0,-1 1 0 0 0,1-1 0 0 0,0 1 0 0 0,0 0 0 0 0,-1-1 0 0 0,1 1 0 0 0,0-1 0 0 0,-1 1 0 0 0,1-1 0 0 0,0 1 0 0 0,-1-1 0 0 0,1 1 0 0 0,-1 0 0 0 0,-5 3 0 0 0,0 1 0 0 0,0 0 0 0 0,0 0 0 0 0,1 1 0 0 0,0-1 0 0 0,-6 9 0 0 0,-15 20 80 0 0,20-20 1040 0 0,7-27 81 0 0,-1 12-1192 0 0,0 1-1 0 0,0-1 1 0 0,0 1-1 0 0,0-1 1 0 0,0 1 0 0 0,0-1-1 0 0,0 1 1 0 0,0-1-1 0 0,0 1 1 0 0,0-1-1 0 0,-1 1 1 0 0,1-1 0 0 0,0 1-1 0 0,0-1 1 0 0,-1 1-1 0 0,1-1 1 0 0,0 1-1 0 0,-1-1 1 0 0,1 1 0 0 0,0 0-1 0 0,-1-1 1 0 0,1 1-1 0 0,-1 0 1 0 0,1-1-1 0 0,-1 1 1 0 0,1 0 0 0 0,-1-1-1 0 0,1 1 1 0 0,-1 0-1 0 0,1 0 1 0 0,-1 0 0 0 0,1-1-1 0 0,-1 1 1 0 0,1 0-1 0 0,-1 0 1 0 0,1 0-1 0 0,-1 0 1 0 0,0 0 0 0 0,0 0-6 0 0,1 0 1 0 0,-1 0 0 0 0,1 0-1 0 0,-1 0 1 0 0,1 0 0 0 0,-1 0 0 0 0,1 0-1 0 0,-1 0 1 0 0,1-1 0 0 0,-1 1 0 0 0,1 0-1 0 0,-1 0 1 0 0,1-1 0 0 0,-1 1 0 0 0,1 0-1 0 0,-1 0 1 0 0,1-1 0 0 0,0 1 0 0 0,-1-1-1 0 0,1 1 1 0 0,-1 0 0 0 0,1-1-1 0 0,0 1 1 0 0,-1-1 0 0 0,1 1 0 0 0,0-1-1 0 0,0 1 1 0 0,0-1 0 0 0,-1 1 0 0 0,1-1-1 0 0,0 1 1 0 0,0-1 0 0 0,0 1 0 0 0,0-1-1 0 0,0 1 1 0 0,0-1 0 0 0,0 1 0 0 0,0-1-1 0 0,0 0 4 0 0,0 0 0 0 0,0 0 0 0 0,0 0 0 0 0,0 0 0 0 0,-1 0 0 0 0,1 1 1 0 0,0-1-1 0 0,0 0 0 0 0,0 0 0 0 0,-1 0 0 0 0,1 1 0 0 0,0-1 0 0 0,-1 0 0 0 0,1 0 0 0 0,-1 1 0 0 0,1-1 0 0 0,-1 0 0 0 0,1 1 0 0 0,-1-1 0 0 0,0 0 0 0 0,1 1 0 0 0,-1-1 0 0 0,0 1 0 0 0,1-1 0 0 0,-1 1 0 0 0,0-1 0 0 0,1 1 0 0 0,-1 0 0 0 0,0-1 0 0 0,0 1 0 0 0,0 0 0 0 0,-1-1 0 0 0,-4-1 15 0 0,6 2-20 0 0,0 0 0 0 0,0 0 0 0 0,0 0 0 0 0,0 0 0 0 0,0 0 0 0 0,-1 0-1 0 0,1 0 1 0 0,0 0 0 0 0,0 0 0 0 0,0 0 0 0 0,0 0 0 0 0,0 0 0 0 0,-1 0 0 0 0,1 0 0 0 0,0-1 0 0 0,0 1 0 0 0,0 0 0 0 0,0 0 0 0 0,0 0 0 0 0,0 0 0 0 0,0 0 0 0 0,-1 0 0 0 0,1-1 0 0 0,0 1 0 0 0,0 0 0 0 0,0 0 0 0 0,0 0 0 0 0,0 0 0 0 0,0 0 0 0 0,0-1 0 0 0,0 1 0 0 0,0 0 0 0 0,0 0 0 0 0,0 0 0 0 0,0 0-1 0 0,0 0 1 0 0,0-1 0 0 0,0 1 0 0 0,0 0 0 0 0,0 0 0 0 0,0 0 0 0 0,0 0 0 0 0,0-1 0 0 0,0 1 0 0 0,0 0 0 0 0,0 0 0 0 0,0 0 0 0 0,1 0 0 0 0,-3-4 69 0 0,-20 3 215 0 0,17 1-192 0 0,5-3-53 0 0,3-30 235 0 0,-2 32-275 0 0,-1 0 0 0 0,1 0 0 0 0,0 0-1 0 0,0 0 1 0 0,-1 0 0 0 0,1 0 0 0 0,0 0 0 0 0,0 0 0 0 0,0 0 0 0 0,0 1-1 0 0,0-1 1 0 0,0 0 0 0 0,0 1 0 0 0,0-1 0 0 0,1 1 0 0 0,-1-1-1 0 0,0 1 1 0 0,2-1 0 0 0,-3 0 8 0 0,1 0-1 0 0,-1 0 0 0 0,1 0 1 0 0,0 0-1 0 0,-1 0 1 0 0,0 0-1 0 0,1 0 1 0 0,-1 0-1 0 0,0-1 0 0 0,0 1 1 0 0,1 0-1 0 0,-1 0 1 0 0,0 0-1 0 0,0 0 0 0 0,0-1 1 0 0,0 1-1 0 0,0 0 1 0 0,-1-1-1 0 0,1 1-6 0 0,0 1 0 0 0,0-1 0 0 0,0 0 1 0 0,0 1-1 0 0,0-1 0 0 0,-1 1 0 0 0,1-1 0 0 0,0 1 0 0 0,0-1 0 0 0,-1 1 0 0 0,1-1 0 0 0,0 1 0 0 0,0 0 1 0 0,-1-1-1 0 0,1 1 0 0 0,0-1 0 0 0,-1 1 0 0 0,1 0 0 0 0,-1-1 0 0 0,1 1 0 0 0,-1 0 0 0 0,1-1 0 0 0,0 1 1 0 0,-1 0-1 0 0,1 0 0 0 0,-1-1 0 0 0,1 1 0 0 0,-1 0 0 0 0,1 0 0 0 0,-1 0 0 0 0,0 0 0 0 0,0 0 0 0 0,0 0 0 0 0,1-1 0 0 0,-1 1 0 0 0,0 0 0 0 0,1 0 0 0 0,-1 0 0 0 0,0-1 0 0 0,1 1 0 0 0,-1 0-1 0 0,0-1 1 0 0,1 1 0 0 0,-1 0 0 0 0,1-1 0 0 0,-1 1 0 0 0,1-1 0 0 0,-1 1 0 0 0,1-1 0 0 0,-1 1-1 0 0,1-1 1 0 0,-1 1 0 0 0,1-1 0 0 0,-1 0 0 0 0,1 1 0 0 0,0-1 0 0 0,0 1 0 0 0,-1-1 0 0 0,1 0-1 0 0,0 1 1 0 0,0-1 0 0 0,0 0 0 0 0,-1 0 0 0 0,1 1 0 0 0,0-1 0 0 0,0-1 0 0 0,0 0 1 0 0,0 1 0 0 0,0-1 0 0 0,0 0 0 0 0,-1 1 1 0 0,1-1-1 0 0,-1 0 0 0 0,1 1 0 0 0,-1-1 0 0 0,1 1 1 0 0,-1-1-1 0 0,0 0 0 0 0,0 1 0 0 0,0 0 0 0 0,0-1 1 0 0,0 1-1 0 0,0 0 0 0 0,-2-2 0 0 0,2 2 0 0 0,0-1 0 0 0,-1 1-1 0 0,1 0 1 0 0,0-1 0 0 0,0 1 0 0 0,0-1-1 0 0,0 1 1 0 0,1-1 0 0 0,-1 1-1 0 0,0-1 1 0 0,1 0 0 0 0,-1 1 0 0 0,1-1-1 0 0,-1 0 1 0 0,1 0 0 0 0,0 1 0 0 0,0-3-1 0 0,0 1 2 0 0,0 1 0 0 0,-1-1-1 0 0,1 1 1 0 0,-1 0-1 0 0,1-1 1 0 0,-1 1 0 0 0,0 0-1 0 0,1-1 1 0 0,-1 1 0 0 0,0 0-1 0 0,-1 0 1 0 0,1 0 0 0 0,0 0-1 0 0,-2-3 1 0 0,-7-10 8 0 0,8 1-1711 0 0,0 1 1 0 0,1-1-1 0 0,0 0 1 0 0,1 0-1 0 0,2-18 1 0 0,-2 48-1957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9:27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387 247 1281 0 0,'-107'10'5295'0'0,"109"-10"-5177"0"0,-1 1-93 0 0,0-1 0 0 0,0 0-1 0 0,0 0 1 0 0,0 0 0 0 0,0 1 0 0 0,0-1 0 0 0,0 0-1 0 0,0 0 1 0 0,0 0 0 0 0,0 0 0 0 0,-1-1-1 0 0,1 1 1 0 0,0 0 0 0 0,0 0 0 0 0,0 0 0 0 0,0-1-1 0 0,0 1 1 0 0,0-1 0 0 0,0 1 0 0 0,-1 0 0 0 0,1-1-1 0 0,0 1 1 0 0,0-1 0 0 0,0 0 0 0 0,-1 1 0 0 0,2-2-1 0 0,29-14 390 0 0,-1 8-250 0 0,11-5-88 0 0,-33 9-51 0 0,-1 0 0 0 0,1 1 0 0 0,0 0 0 0 0,0 0 0 0 0,1 1-1 0 0,11-2 1 0 0,27-8 94 0 0,-24 8-105 0 0,-1 2-1 0 0,-18-1 54 0 0,-4 1 13 0 0,0-3 0 0 0,0 4 0 0 0,0 2-13 0 0,-4 4-41 0 0,-11-3 46 0 0,1 0 0 0 0,-1-1-1 0 0,-16-2 1 0 0,-19 3 108 0 0,-67 19 267 0 0,-10 1 53 0 0,126-22-487 0 0,0 1-5 0 0,-1-1 1 0 0,1 0-1 0 0,0 0 1 0 0,0 1-1 0 0,-1-1 1 0 0,1 0-1 0 0,0 0 1 0 0,-1 0-1 0 0,1 0 0 0 0,0-1 1 0 0,0 1-1 0 0,-1 0 1 0 0,1-1-1 0 0,0 1 1 0 0,0 0-1 0 0,-1-1 1 0 0,1 1-1 0 0,-2-2 1 0 0,8 0 71 0 0,17-4 45 0 0,-20 2-77 0 0,-3 4-47 0 0,1-1 0 0 0,0 1 1 0 0,0 0-1 0 0,0 0 0 0 0,0 0 1 0 0,0 0-1 0 0,0-1 0 0 0,0 1 0 0 0,0 0 1 0 0,0 0-1 0 0,0 0 0 0 0,0-1 1 0 0,0 1-1 0 0,0 0 0 0 0,0 0 0 0 0,0 0 1 0 0,0-1-1 0 0,0 1 0 0 0,0 0 0 0 0,0 0 1 0 0,0 0-1 0 0,0-1 0 0 0,0 1 1 0 0,0 0-1 0 0,1 0 0 0 0,-1 0 0 0 0,0 0 1 0 0,0-1-1 0 0,0 1 0 0 0,0 0 0 0 0,0 0 1 0 0,0 0-1 0 0,1 0 0 0 0,-1 0 1 0 0,0-1-1 0 0,0 1 0 0 0,0 0 0 0 0,1 0 1 0 0,-1 0-1 0 0,0 0 0 0 0,0 0 1 0 0,14-5 22 0 0,0 0 1 0 0,0 1 0 0 0,0 0 0 0 0,1 2-1 0 0,-1-1 1 0 0,26 1 0 0 0,160 6-183 0 0,-187-3 156 0 0,11 1 28 0 0,-29-2 61 0 0,-40-5-27 0 0,-40-10 50 0 0,1-4 0 0 0,2-4 0 0 0,-112-45 0 0 0,188 65-93 0 0,-24-11 11 0 0,28 13-21 0 0,1 1 0 0 0,0-1 0 0 0,0 1-1 0 0,0-1 1 0 0,1 0 0 0 0,-1 1 0 0 0,0-1-1 0 0,0 0 1 0 0,0 0 0 0 0,0 0 0 0 0,1 0-1 0 0,-1 1 1 0 0,0-1 0 0 0,1 0 0 0 0,-1 0-1 0 0,1 0 1 0 0,-1 0 0 0 0,1-1 0 0 0,-1 1-1 0 0,1-1 1 0 0,-5-3 73 0 0,-8-1-26 0 0,30 6-108 0 0,1 3 15 0 0,46 6 52 0 0,67 18 0 0 0,-74-12-45 0 0,-27-9 9 0 0,0 2 0 0 0,0 2 0 0 0,-1 1 0 0 0,31 15 0 0 0,-20-13 68 0 0,-35-11-21 0 0,-23-5-13 0 0,17 2-11 0 0,-175-48 241 0 0,63 16-108 0 0,224 64-197 0 0,94 22-99 0 0,-190-50 154 0 0,28 10-3 0 0,-21-6 33 0 0,-18-6-13 0 0,12 3 1 0 0,-16-4-10 0 0,0-1 1 0 0,1 1 0 0 0,-1 0 0 0 0,0 0 0 0 0,1 0 0 0 0,-1 0 0 0 0,0 0 0 0 0,1 0 0 0 0,-1-1 0 0 0,0 1 0 0 0,1 0 0 0 0,-1 0-1 0 0,0 0 1 0 0,0-1 0 0 0,1 1 0 0 0,-1 0 0 0 0,0 0 0 0 0,0-1 0 0 0,1 1 0 0 0,-1 0 0 0 0,0-1 0 0 0,0 1 0 0 0,0 0-1 0 0,0-1 1 0 0,1 1 0 0 0,-1 0 0 0 0,0-1 0 0 0,0 1 0 0 0,0 0 0 0 0,0-1 0 0 0,0 1 0 0 0,0 0 0 0 0,0-1 0 0 0,0 1 0 0 0,0 0-1 0 0,0-1 1 0 0,0 0 0 0 0,-1 0 0 0 0,1 0 0 0 0,-1 0 0 0 0,0 0 1 0 0,1 0-1 0 0,-1 0 0 0 0,0 0 0 0 0,0 0 0 0 0,0 1 0 0 0,0-1 0 0 0,0 0 0 0 0,0 0 0 0 0,0 1 0 0 0,0-1 0 0 0,0 0 0 0 0,0 1 0 0 0,0-1 0 0 0,0 1 0 0 0,-2-1 0 0 0,-1-1 13 0 0,-7-7-19 0 0,-1 0 0 0 0,0 1-1 0 0,0 0 1 0 0,-18-8 0 0 0,27 14-117 0 0,0 1-1 0 0,-1-1 0 0 0,1 1 0 0 0,0 0 0 0 0,-1 0 1 0 0,1 0-1 0 0,0 1 0 0 0,-1-1 0 0 0,0 1 0 0 0,1-1 1 0 0,-1 1-1 0 0,1 1 0 0 0,-1-1 0 0 0,1 0 0 0 0,-1 1 1 0 0,1-1-1 0 0,-1 1 0 0 0,1 0 0 0 0,0 0 0 0 0,-1 1 1 0 0,1-1-1 0 0,0 1 0 0 0,-6 3 0 0 0,-18 24-3291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9:28.5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97 1521 0 0,'-49'6'4095'0'0,"49"-6"-4079"0"0,0 0 1 0 0,1 0-1 0 0,-1 0 0 0 0,0 0 1 0 0,0 1-1 0 0,0-1 1 0 0,0 0-1 0 0,0 0 0 0 0,0 0 1 0 0,1 0-1 0 0,-1 0 0 0 0,0 0 1 0 0,0 0-1 0 0,0 0 1 0 0,0 1-1 0 0,0-1 0 0 0,0 0 1 0 0,0 0-1 0 0,0 0 1 0 0,0 0-1 0 0,0 0 0 0 0,0 1 1 0 0,0-1-1 0 0,1 0 0 0 0,-1 0 1 0 0,0 0-1 0 0,0 0 1 0 0,0 0-1 0 0,0 1 0 0 0,0-1 1 0 0,0 0-1 0 0,0 0 1 0 0,-1 0-1 0 0,1 0 0 0 0,0 0 1 0 0,0 1-1 0 0,0-1 0 0 0,0 0 1 0 0,0 0-1 0 0,0 0 1 0 0,0 0-1 0 0,0 0 0 0 0,0 0 1 0 0,0 1-1 0 0,0-1 0 0 0,0 0 1 0 0,-1 0-1 0 0,1 0 1 0 0,0 0-1 0 0,0 0 0 0 0,0 0 1 0 0,0 0-1 0 0,0 0 1 0 0,0 1-1 0 0,0-1 0 0 0,-1 0 1 0 0,15 1 85 0 0,0 1 0 0 0,1-2 0 0 0,-1 0 0 0 0,0-1 0 0 0,24-4 0 0 0,9-1-47 0 0,-19 3-23 0 0,41-12 0 0 0,-33 7-30 0 0,0-8 68 0 0,-23 10-60 0 0,-8 0 40 0 0,-13 2-3 0 0,-7 1 30 0 0,7 2-7 0 0,0 1 0 0 0,0 0 1 0 0,-1 0-1 0 0,1 1 0 0 0,0 0 1 0 0,-11 2-1 0 0,3 0-2 0 0,-21 5 119 0 0,1 1 0 0 0,0 2-1 0 0,-38 16 1 0 0,72-26-183 0 0,-2 0-2 0 0,0 1 0 0 0,1-1 0 0 0,-1 1-1 0 0,0-1 1 0 0,1 1 0 0 0,0 0 0 0 0,-1 0 0 0 0,1 1 0 0 0,0-1 0 0 0,0 1 0 0 0,0-1 0 0 0,0 1 0 0 0,1 0 0 0 0,-1 0-1 0 0,1 0 1 0 0,0 0 0 0 0,0 1 0 0 0,-3 4 0 0 0,4-7 0 0 0,0 0 0 0 0,1 0-1 0 0,-1 0 1 0 0,0 1 0 0 0,1-1 0 0 0,-1 0-1 0 0,0 0 1 0 0,1 0 0 0 0,-1 1 0 0 0,1-1-1 0 0,0 0 1 0 0,-1 1 0 0 0,1-1 0 0 0,0 0 0 0 0,0 1-1 0 0,0-1 1 0 0,0 1 0 0 0,0-1 0 0 0,0 0-1 0 0,1 3 1 0 0,0-3-9 0 0,1 0 0 0 0,-1 0 0 0 0,1 0-1 0 0,0 0 1 0 0,-1 0 0 0 0,1 0 0 0 0,0 0 0 0 0,0 0-1 0 0,0-1 1 0 0,0 1 0 0 0,-1-1 0 0 0,1 0 0 0 0,0 1-1 0 0,0-1 1 0 0,0 0 0 0 0,0 0 0 0 0,0 0 0 0 0,0 0 0 0 0,2-1-1 0 0,12 1-86 0 0,0 0 0 0 0,-1-1 0 0 0,1-1-1 0 0,-1 0 1 0 0,0-1 0 0 0,1-1-1 0 0,-1 0 1 0 0,-1-1 0 0 0,1-1 0 0 0,-1 0-1 0 0,0-1 1 0 0,0 0 0 0 0,-1-1 0 0 0,19-15-1 0 0,-2 2 114 0 0,-23 17 7 0 0,-1 0 0 0 0,0 0-1 0 0,0-1 1 0 0,0 1 0 0 0,9-11 0 0 0,12-19 281 0 0,-21 17-97 0 0,-6 11-10 0 0,-6 11 43 0 0,-7 8-197 0 0,0 0 0 0 0,-1-1 0 0 0,0 0-1 0 0,-1-2 1 0 0,0 0 0 0 0,-24 12 0 0 0,-12 9 33 0 0,38-22-28 0 0,-20 14 58 0 0,31-22-101 0 0,1 0 1 0 0,0 0-1 0 0,0 0 0 0 0,0 0 1 0 0,0 0-1 0 0,0 0 1 0 0,0 0-1 0 0,0 0 0 0 0,0 1 1 0 0,0-1-1 0 0,0 0 0 0 0,0 1 1 0 0,1-1-1 0 0,-1 0 1 0 0,0 3-1 0 0,2-4-27 0 0,0 0-1 0 0,0 1 1 0 0,0-1-1 0 0,0 0 1 0 0,0 0 0 0 0,0 1-1 0 0,0-1 1 0 0,1 0 0 0 0,-1 0-1 0 0,0 0 1 0 0,0 0 0 0 0,0-1-1 0 0,0 1 1 0 0,0 0 0 0 0,0 0-1 0 0,0-1 1 0 0,0 1 0 0 0,0 0-1 0 0,0-1 1 0 0,0 1 0 0 0,1-2-1 0 0,5 0-408 0 0,-6 2 290 0 0,0 0 75 0 0,1 0 0 0 0,-1 1 0 0 0,0-1 0 0 0,0 0 0 0 0,0-1 0 0 0,0 1-1 0 0,0 0 1 0 0,0 0 0 0 0,0 0 0 0 0,0-1 0 0 0,0 1 0 0 0,0 0 0 0 0,0-1-1 0 0,0 1 1 0 0,0-1 0 0 0,0 1 0 0 0,0-1 0 0 0,-1 1 0 0 0,2-2 0 0 0,-1 1-94 0 0,0 0 1 0 0,-1 0 0 0 0,1 0 0 0 0,0 1 0 0 0,0-1-1 0 0,0 0 1 0 0,0 0 0 0 0,-1 1 0 0 0,1-1 0 0 0,0 1 0 0 0,0-1-1 0 0,0 1 1 0 0,0-1 0 0 0,0 1 0 0 0,1-1 0 0 0,-1 1 0 0 0,0 0-1 0 0,2-1 1 0 0,0 1-465 0 0,-3-1 536 0 0,0 1-1 0 0,1 0 0 0 0,-1 0 0 0 0,0-1 1 0 0,1 1-1 0 0,-1 0 0 0 0,0-1 1 0 0,0 1-1 0 0,1 0 0 0 0,-1-1 1 0 0,0 1-1 0 0,0 0 0 0 0,0-1 1 0 0,0 1-1 0 0,1-1 0 0 0,-1 1 1 0 0,0 0-1 0 0,0-1 0 0 0,0 1 1 0 0,0-1-1 0 0,0 1 0 0 0,0 0 1 0 0,0-1-1 0 0,0 1 0 0 0,0-1 1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9:31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320 242 560 0 0,'0'-1'198'0'0,"0"0"0"0"0,0-1 0 0 0,0 1 0 0 0,0 0 0 0 0,0 0 0 0 0,0 0 0 0 0,1-1 0 0 0,-1 1 0 0 0,0 0 0 0 0,1 0 0 0 0,-1 0 0 0 0,0 0 0 0 0,1 0 0 0 0,0-1 0 0 0,-1 1 0 0 0,1 0 1 0 0,0 0-1 0 0,-1 0 0 0 0,1 1 0 0 0,0-1 0 0 0,0 0 0 0 0,0 0 0 0 0,0 0 0 0 0,0 0 0 0 0,0 1 0 0 0,0-1 0 0 0,0 1 0 0 0,1-2 0 0 0,4-1-205 0 0,2-9 1141 0 0,37-9-640 0 0,-41 17-462 0 0,1 1-1 0 0,0 0 1 0 0,-1 0 0 0 0,1 0 0 0 0,0 1 0 0 0,7-3 0 0 0,-6 3-20 0 0,-1 0 0 0 0,1-1 0 0 0,0 0 0 0 0,-1 0 0 0 0,0 0 0 0 0,6-6-1 0 0,117-88 83 0 0,-79 68-94 0 0,-45 27 25 0 0,-5 4-2 0 0,-11 9 49 0 0,-169 115 499 0 0,95-69-321 0 0,3 3 0 0 0,-77 72-1 0 0,53-27-115 0 0,105-103-169 0 0,-1 1-1 0 0,1-1 1 0 0,-1 1 0 0 0,1-1-1 0 0,0 1 1 0 0,0 0 0 0 0,0-1-1 0 0,0 1 1 0 0,0 0 0 0 0,1 0-1 0 0,-1 0 1 0 0,1 1 0 0 0,0-1 0 0 0,0 0-1 0 0,0 1 1 0 0,-1 4 0 0 0,2-7 21 0 0,0-1 0 0 0,0 0 1 0 0,0 0-1 0 0,0 0 1 0 0,0 0-1 0 0,0 0 1 0 0,0 0-1 0 0,0 1 0 0 0,0-1 1 0 0,0 0-1 0 0,0 0 1 0 0,0 0-1 0 0,0 0 1 0 0,0 0-1 0 0,0 0 0 0 0,0 1 1 0 0,0-1-1 0 0,0 0 1 0 0,0 0-1 0 0,0 0 1 0 0,1 0-1 0 0,-1 0 0 0 0,0 0 1 0 0,0 1-1 0 0,0-1 1 0 0,0 0-1 0 0,0 0 1 0 0,0 0-1 0 0,0 0 0 0 0,0 0 1 0 0,0 0-1 0 0,1 0 1 0 0,-1 0-1 0 0,0 0 1 0 0,0 0-1 0 0,0 0 0 0 0,0 0 1 0 0,0 0-1 0 0,0 1 1 0 0,1-1-1 0 0,-1 0 0 0 0,0 0 1 0 0,0 0-1 0 0,0 0 1 0 0,0 0-1 0 0,0 0 1 0 0,0 0-1 0 0,1 0 0 0 0,-1 0 1 0 0,0 0-1 0 0,0-1 1 0 0,0 1-1 0 0,0 0 1 0 0,0 0-1 0 0,0 0 0 0 0,1 0 1 0 0,2 0-160 0 0,0 0 1 0 0,1-1 0 0 0,-1 1-1 0 0,0-1 1 0 0,1 0-1 0 0,-1 0 1 0 0,0 0-1 0 0,0 0 1 0 0,0-1-1 0 0,0 1 1 0 0,0-1-1 0 0,0 0 1 0 0,5-4-1 0 0,18-19-1774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9:32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69 159 480 0 0,'1'-3'300'0'0,"0"-1"-1"0"0,0 1 1 0 0,1 0 0 0 0,-1 0-1 0 0,1 0 1 0 0,0 0 0 0 0,-1 1-1 0 0,1-1 1 0 0,1 0-1 0 0,-1 1 1 0 0,0-1 0 0 0,1 1-1 0 0,-1 0 1 0 0,1-1-1 0 0,-1 1 1 0 0,4-1 0 0 0,11-12 782 0 0,-8 6-884 0 0,1 0-1 0 0,0 1 1 0 0,1 1-1 0 0,0-1 1 0 0,0 1 0 0 0,1 1-1 0 0,0 0 1 0 0,0 1-1 0 0,0 0 1 0 0,0 1-1 0 0,1 1 1 0 0,20-4-1 0 0,9 1-149 0 0,1 2 1 0 0,57 2-1 0 0,-89 2 14 0 0,1-1-58 0 0,0 1 0 0 0,1 1-1 0 0,-1 0 1 0 0,0 1 0 0 0,0 0 0 0 0,22 7 0 0 0,-33-9 1 0 0,0 0-1 0 0,0 0 1 0 0,0 1 0 0 0,0-1 0 0 0,0 1 0 0 0,1-1 0 0 0,-1 1-1 0 0,0-1 1 0 0,-1 1 0 0 0,1 0 0 0 0,0 0 0 0 0,0-1 0 0 0,0 1-1 0 0,0 0 1 0 0,0 0 0 0 0,-1 0 0 0 0,1 0 0 0 0,0 0 0 0 0,-1 0 0 0 0,1 0-1 0 0,-1 0 1 0 0,1 0 0 0 0,-1 0 0 0 0,1 0 0 0 0,-1 0 0 0 0,0 0-1 0 0,0 0 1 0 0,1 1 0 0 0,-1-1 0 0 0,0 0 0 0 0,0 0 0 0 0,0 2-1 0 0,-2 0 27 0 0,1 0-1 0 0,0 0 0 0 0,-1 1 0 0 0,0-1 0 0 0,0 0 0 0 0,0-1 0 0 0,0 1 0 0 0,0 0 0 0 0,0-1 0 0 0,-1 1 0 0 0,-3 2 0 0 0,-8 8 166 0 0,-2-2 0 0 0,0 0 0 0 0,0 0 1 0 0,-1-1-1 0 0,0-1 0 0 0,-36 13 0 0 0,-122 29 1271 0 0,65-21-585 0 0,-24 18 25 0 0,133-48-913 0 0,0 1 0 0 0,0-1 0 0 0,0 0-1 0 0,-1 1 1 0 0,1-1 0 0 0,0 1 0 0 0,0-1 0 0 0,0 1 0 0 0,0-1 0 0 0,0 1 0 0 0,0 0 0 0 0,0-1 0 0 0,0 1 0 0 0,0 0 0 0 0,0 0 0 0 0,1 0 0 0 0,-1 0 0 0 0,-1 1 0 0 0,3-1-24 0 0,-1-1 0 0 0,0 1 1 0 0,1-1-1 0 0,-1 1 1 0 0,0-1-1 0 0,1 1 0 0 0,-1-1 1 0 0,1 1-1 0 0,-1-1 0 0 0,1 1 1 0 0,-1-1-1 0 0,1 0 0 0 0,-1 1 1 0 0,1-1-1 0 0,-1 0 0 0 0,1 1 1 0 0,-1-1-1 0 0,1 0 0 0 0,0 0 1 0 0,-1 0-1 0 0,1 0 0 0 0,0 1 1 0 0,-1-1-1 0 0,2 0 1 0 0,66 8-2664 0 0,47-3-1322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9:43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41 2081 0 0,'0'0'161'0'0,"0"0"1"0"0,0 1-1 0 0,0-1 1 0 0,0 0-1 0 0,0 1 1 0 0,0-1-1 0 0,0 0 1 0 0,0 0-1 0 0,0 1 1 0 0,0-1-1 0 0,0 0 0 0 0,1 1 1 0 0,-1-1-1 0 0,0 0 1 0 0,0 0-1 0 0,0 1 1 0 0,0-1-1 0 0,0 0 1 0 0,0 0-1 0 0,1 0 1 0 0,-1 1-1 0 0,0-1 1 0 0,0 0-1 0 0,0 0 0 0 0,1 0 1 0 0,-1 1-1 0 0,0-1 1 0 0,0 0-1 0 0,1 0 1 0 0,-1 0-1 0 0,0 0 1 0 0,1 1-1 0 0,11-2-640 0 0,-2-1 1646 0 0,-8 2-1109 0 0,0-1 0 0 0,0 1-1 0 0,-1 0 1 0 0,1-1 0 0 0,0 1 0 0 0,0-1 0 0 0,-1 0-1 0 0,1 0 1 0 0,0 0 0 0 0,-1 0 0 0 0,1 0 0 0 0,-1 0-1 0 0,1 0 1 0 0,1-2 0 0 0,-3 2-90 0 0,-1 1 0 0 0,1-1 0 0 0,0 0-1 0 0,0 0 1 0 0,-1 1 0 0 0,1-1 0 0 0,0 0 0 0 0,-1 0 0 0 0,1 1-1 0 0,-1-1 1 0 0,1 0 0 0 0,-1 1 0 0 0,1-1 0 0 0,-1 1 0 0 0,1-1-1 0 0,-1 1 1 0 0,0-1 0 0 0,1 1 0 0 0,-1-1 0 0 0,0 1 0 0 0,1-1 0 0 0,-1 1-1 0 0,0 0 1 0 0,0-1 0 0 0,1 1 0 0 0,-1 0 0 0 0,0 0 0 0 0,0 0-1 0 0,1 0 1 0 0,-1 0 0 0 0,0 0 0 0 0,0-1 0 0 0,-1 2 0 0 0,0-2-209 0 0,-24-9-3547 0 0,21 3 1547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9:46.7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2160 1441 0 0,'-4'0'1720'0'0,"-14"-4"15"0"0,19 3-1710 0 0,1 1 1 0 0,0-1-1 0 0,-1 1 1 0 0,1 0-1 0 0,-1 0 1 0 0,1 0 0 0 0,0 0-1 0 0,-1 0 1 0 0,1 0-1 0 0,0 0 1 0 0,2 1 1520 0 0,0-1-1386 0 0,-3 0-141 0 0,0 0-1 0 0,0 0 1 0 0,0 0 0 0 0,-1 0-1 0 0,1 0 1 0 0,0 0 0 0 0,0 0-1 0 0,0 0 1 0 0,-1-1 0 0 0,1 1-1 0 0,0 0 1 0 0,0 0-1 0 0,-1-1 1 0 0,1 1 0 0 0,0-1-1 0 0,0 1 1 0 0,-1 0 0 0 0,1-1-1 0 0,-1 1 1 0 0,1-1 0 0 0,0 0-1 0 0,-1 1 1 0 0,1-1 0 0 0,-1 1-1 0 0,1-1 1 0 0,-1 0-1 0 0,0 1 1 0 0,1-1 0 0 0,0-1-1 0 0,1-29 818 0 0,-2 19-857 0 0,0 10 32 0 0,0 1 0 0 0,0 0-1 0 0,0-1 1 0 0,0 1 0 0 0,1 0 0 0 0,-1-1 0 0 0,1 1-1 0 0,-1 0 1 0 0,1-1 0 0 0,-1 1 0 0 0,1 0-1 0 0,0 0 1 0 0,-1 0 0 0 0,1 0 0 0 0,0-1-1 0 0,0 1 1 0 0,0 0 0 0 0,0 0 0 0 0,0 1 0 0 0,0-1-1 0 0,1-1 1 0 0,6-5 46 0 0,12-27 110 0 0,-17 27-141 0 0,1 0-1 0 0,1 0 1 0 0,-1 0 0 0 0,1 1-1 0 0,0-1 1 0 0,7-5-1 0 0,-5 4-13 0 0,0 0 0 0 0,-1-1-1 0 0,0 0 1 0 0,0 0-1 0 0,4-12 1 0 0,-3 9-15 0 0,3-9 13 0 0,-9 17-4 0 0,1 0 1 0 0,0 0-1 0 0,0 0 0 0 0,1 0 1 0 0,-1 1-1 0 0,1-1 0 0 0,0 1 0 0 0,4-5 1 0 0,38-39 6 0 0,-23 12-15 0 0,-17 26-10 0 0,1 0 1 0 0,-1 0 0 0 0,2 1-1 0 0,0 0 1 0 0,0 0-1 0 0,0 0 1 0 0,15-11 0 0 0,-4 7-25 0 0,5-5-90 0 0,-1-1 0 0 0,21-20 0 0 0,28-30-781 0 0,-64 61 768 0 0,0 0 1 0 0,1 0-1 0 0,0 0 0 0 0,16-10 1 0 0,-20 14 124 0 0,-1-1 1 0 0,1 1 0 0 0,0-1 0 0 0,-1 0-1 0 0,0 0 1 0 0,0 0 0 0 0,0 0 0 0 0,0-1-1 0 0,-1 1 1 0 0,4-9 0 0 0,5-8-55 0 0,-9 14 75 0 0,-1 1 0 0 0,1-1 0 0 0,-1 1 0 0 0,0-1 0 0 0,-1 0 0 0 0,1 0 0 0 0,-1 0 0 0 0,-1 0 0 0 0,-1-10 0 0 0,1-8 83 0 0,1 21-74 0 0,1 0 0 0 0,-1 1 0 0 0,1-1 0 0 0,0 0-1 0 0,0 0 1 0 0,0 0 0 0 0,1 1 0 0 0,-1-1 0 0 0,1 1 0 0 0,0-1 0 0 0,4-5-1 0 0,32-36 126 0 0,-31 38-116 0 0,0 0 0 0 0,0-1 0 0 0,-1 0 0 0 0,0 0 0 0 0,7-13-1 0 0,-5 2 30 0 0,-8 16-38 0 0,2 0-1 0 0,-1-1 1 0 0,0 1-1 0 0,1 0 1 0 0,-1 1-1 0 0,1-1 1 0 0,0 0-1 0 0,0 0 1 0 0,0 1-1 0 0,0-1 1 0 0,4-3-1 0 0,-4 5 6 0 0,0 0-1 0 0,0-1 0 0 0,0 1 1 0 0,0-1-1 0 0,0 1 0 0 0,-1-1 0 0 0,1 0 1 0 0,-1 0-1 0 0,1 0 0 0 0,-1 0 0 0 0,0 0 1 0 0,1 0-1 0 0,-1 0 0 0 0,0 0 0 0 0,0 0 1 0 0,-1-1-1 0 0,1 1 0 0 0,0 0 0 0 0,-1 0 1 0 0,0-1-1 0 0,1 1 0 0 0,-1-1 0 0 0,0 1 1 0 0,0 0-1 0 0,0-1 0 0 0,-1-3 0 0 0,1 5-14 0 0,0 0 1 0 0,0 0-1 0 0,1 0 0 0 0,-1 0 0 0 0,0 0 0 0 0,1 0 0 0 0,-1 0 0 0 0,0 0 0 0 0,1 0 0 0 0,0 0 0 0 0,-1 0 0 0 0,1 0 0 0 0,-1 0 0 0 0,1 0 0 0 0,0 1 0 0 0,0-1 0 0 0,-1 0 0 0 0,1 0 1 0 0,0 1-1 0 0,0-1 0 0 0,0 0 0 0 0,2 0 0 0 0,4-5 28 0 0,20-31 146 0 0,28-55 1 0 0,-26 41-129 0 0,-16 29-18 0 0,1 2-1 0 0,1-1 0 0 0,23-23 1 0 0,-31 36-13 0 0,-1-1 1 0 0,0 1 0 0 0,9-18-1 0 0,0 0 53 0 0,-11 11-61 0 0,-4 15-13 0 0,0-1 1 0 0,0 0 0 0 0,0 0-1 0 0,0 0 1 0 0,0 1 0 0 0,0-1-1 0 0,0 0 1 0 0,0 0 0 0 0,0 1-1 0 0,1-1 1 0 0,-1 0 0 0 0,0 0 0 0 0,1 1-1 0 0,-1-1 1 0 0,1 0 0 0 0,-1 1-1 0 0,0-1 1 0 0,1 0 0 0 0,0 0-1 0 0,6-4 21 0 0,-6 4-19 0 0,0 1 0 0 0,0-1 0 0 0,0 1 0 0 0,0-1 0 0 0,0 1 0 0 0,0-1 0 0 0,-1 0 0 0 0,1 0 0 0 0,0 1-1 0 0,0-1 1 0 0,-1 0 0 0 0,1 0 0 0 0,0 0 0 0 0,-1 0 0 0 0,1 0 0 0 0,-1 0 0 0 0,1 0 0 0 0,-1 0 0 0 0,0 0 0 0 0,1 0-1 0 0,-1 0 1 0 0,0 0 0 0 0,0-2 0 0 0,0 3-2 0 0,0-1 0 0 0,0 0 0 0 0,1 1 0 0 0,-1-1 0 0 0,0 1 0 0 0,0-1 0 0 0,0 0 0 0 0,0 1 0 0 0,1-1 0 0 0,-1 1 0 0 0,0-1 1 0 0,1 1-1 0 0,-1-1 0 0 0,0 1 0 0 0,1-1 0 0 0,-1 1 0 0 0,1-1 0 0 0,-1 1 0 0 0,1 0 0 0 0,-1-1 0 0 0,0 1 0 0 0,1 0 0 0 0,0-1 0 0 0,-1 1 0 0 0,1 0 0 0 0,-1 0 0 0 0,1-1 0 0 0,-1 1 0 0 0,1 0 0 0 0,0 0 0 0 0,-1 0 0 0 0,1 0 0 0 0,0 0 2 0 0,0 0 0 0 0,-1-1 0 0 0,1 1 0 0 0,-1 0 0 0 0,1 0 0 0 0,0 0 0 0 0,-1-1 0 0 0,1 1 0 0 0,-1 0 0 0 0,1 0 0 0 0,0-1 0 0 0,-1 1 0 0 0,1-1 0 0 0,-1 1 0 0 0,0 0 0 0 0,1-1 0 0 0,-1 1 0 0 0,1-1 0 0 0,-1 1 0 0 0,1-1 0 0 0,-1 1 0 0 0,0-1 0 0 0,0 1 0 0 0,1-1 0 0 0,-1 0 0 0 0,0 1 0 0 0,0-1 0 0 0,1 1 0 0 0,-1-1 0 0 0,0 0 0 0 0,0 1 0 0 0,0-2 0 0 0,0 1 2 0 0,0-1 0 0 0,0 0-1 0 0,0 1 1 0 0,0-1 0 0 0,1 0 0 0 0,-1 1 0 0 0,1-1 0 0 0,-1 1-1 0 0,1-1 1 0 0,-1 1 0 0 0,1-1 0 0 0,0 1 0 0 0,0-1 0 0 0,0 1-1 0 0,0-1 1 0 0,0 1 0 0 0,0 0 0 0 0,0 0 0 0 0,0 0 0 0 0,0 0 0 0 0,1 0-1 0 0,-1 0 1 0 0,0 0 0 0 0,1 0 0 0 0,-1 0 0 0 0,3-1 0 0 0,16-14 52 0 0,2-8 7 0 0,-19 21-43 0 0,0 0-1 0 0,0 1 1 0 0,0-1-1 0 0,-1-1 1 0 0,1 1-1 0 0,-1 0 1 0 0,1-1-1 0 0,-1 1 0 0 0,0-1 1 0 0,-1 0-1 0 0,1 0 1 0 0,-1 0-1 0 0,1 1 1 0 0,-1-1-1 0 0,0-1 1 0 0,-1 1-1 0 0,1-5 0 0 0,-1 8-9 0 0,1 0-1 0 0,-1 0 0 0 0,0 0 0 0 0,0 0 0 0 0,0 0 0 0 0,0 0 0 0 0,0 0 1 0 0,0 0-1 0 0,-1 0 0 0 0,1 0 0 0 0,0 0 0 0 0,0 0 0 0 0,-1 0 0 0 0,1 0 0 0 0,0 1 1 0 0,-1-1-1 0 0,1 0 0 0 0,-1 0 0 0 0,1 0 0 0 0,-1 0 0 0 0,0 1 0 0 0,1-1 0 0 0,-1 0 1 0 0,0 1-1 0 0,0-1 0 0 0,1 0 0 0 0,-1 1 0 0 0,0-1 0 0 0,0 1 0 0 0,0-1 0 0 0,0 1 1 0 0,1 0-1 0 0,-1-1 0 0 0,-2 1 0 0 0,-2-2-8 0 0,4 1 5 0 0,1 0 1 0 0,-1 0 0 0 0,0 0 0 0 0,1 0 0 0 0,-1 0-1 0 0,1 0 1 0 0,-1 0 0 0 0,1 0 0 0 0,-1 0-1 0 0,1 0 1 0 0,0 0 0 0 0,0-1 0 0 0,-1 1 0 0 0,1 0-1 0 0,0 0 1 0 0,0 0 0 0 0,0 0 0 0 0,0 0-1 0 0,0 0 1 0 0,1-1 0 0 0,-1 1 0 0 0,0 0 0 0 0,1-1-1 0 0,0-15 5 0 0,-6 17 42 0 0,-13 3-26 0 0,14-2 40 0 0,4-2 13 0 0,0-2 67 0 0,0 7-134 0 0,0 2-13 0 0,0-2 0 0 0,4-8 0 0 0,14-1-13 0 0,-9 4-41 0 0,9 0 41 0 0,-14-2 80 0 0,-4 6-67 0 0,0-2-1 0 0,-1 0 0 0 0,1 0 1 0 0,-1 0-1 0 0,1 0 0 0 0,-1 0 0 0 0,1 0 1 0 0,-1 0-1 0 0,0 0 0 0 0,0 0 1 0 0,1-1-1 0 0,-1 1 0 0 0,0 0 1 0 0,0-1-1 0 0,0 1 0 0 0,0 0 1 0 0,0-1-1 0 0,0 1 0 0 0,0-1 1 0 0,-2 1-1 0 0,-2 2 15 0 0,-25 32 12 0 0,26-32-22 0 0,0 0-1 0 0,0 0 1 0 0,0 1 0 0 0,1 0-1 0 0,-1 0 1 0 0,1-1 0 0 0,0 2-1 0 0,1-1 1 0 0,-1 0 0 0 0,0 1-1 0 0,1-1 1 0 0,0 1 0 0 0,0 0-1 0 0,1 0 1 0 0,-1-1-1 0 0,1 1 1 0 0,0 0 0 0 0,1 0-1 0 0,-1 0 1 0 0,1 1 0 0 0,0 7-1 0 0,0-12 2 0 0,-1 1-1 0 0,1-1 1 0 0,0 1 0 0 0,0-1-1 0 0,0 0 1 0 0,0 1 0 0 0,1-1-1 0 0,-1 1 1 0 0,0-1-1 0 0,0 0 1 0 0,1 1 0 0 0,-1-1-1 0 0,1 0 1 0 0,-1 1-1 0 0,1-1 1 0 0,0 0 0 0 0,-1 1-1 0 0,1-1 1 0 0,0 0-1 0 0,0 0 1 0 0,0 0 0 0 0,0 0-1 0 0,0 0 1 0 0,0 0 0 0 0,0 0-1 0 0,0 0 1 0 0,0-1-1 0 0,3 2 1 0 0,0 1-5 0 0,1 2 13 0 0,-5-8-26 0 0,0-2-43 0 0,1 1 1 0 0,0-1-1 0 0,0 1 0 0 0,0-1 1 0 0,0 1-1 0 0,1 0 1 0 0,0 0-1 0 0,0-1 1 0 0,0 1-1 0 0,0 0 0 0 0,0 1 1 0 0,5-6-1 0 0,-4 6 58 0 0,-1-1 1 0 0,1 0-1 0 0,-1 0 0 0 0,0 0 0 0 0,0 0 1 0 0,0 0-1 0 0,0 0 0 0 0,-1 0 0 0 0,0-1 0 0 0,0 1 1 0 0,0 0-1 0 0,1-7 0 0 0,-1-15 21 0 0,0 20-19 0 0,0 0 0 0 0,-1 0 0 0 0,1-1 0 0 0,-1 1 0 0 0,-1 0 0 0 0,1 0 0 0 0,-1 0 0 0 0,0 0 0 0 0,-1-1 0 0 0,-2-6 0 0 0,-4 3 6 0 0,7 9-7 0 0,-1 0 0 0 0,1 0 0 0 0,0-1 0 0 0,0 1 1 0 0,0 0-1 0 0,0-1 0 0 0,0 1 0 0 0,0-1 0 0 0,1 1 0 0 0,-1-1 0 0 0,0 1 1 0 0,1-1-1 0 0,-1 0 0 0 0,1 1 0 0 0,0-1 0 0 0,-1 0 0 0 0,1-2 0 0 0,0 3 1 0 0,0-1-1 0 0,0 1 0 0 0,0-1 1 0 0,-1 1-1 0 0,1 0 0 0 0,0-1 0 0 0,-1 1 1 0 0,1 0-1 0 0,-1-1 0 0 0,1 1 1 0 0,-1 0-1 0 0,0 0 0 0 0,0 0 1 0 0,1-1-1 0 0,-1 1 0 0 0,0 0 0 0 0,-1-1 1 0 0,1 1-2 0 0,-1 0-1 0 0,1 0 1 0 0,1-1 0 0 0,-1 1 0 0 0,0 0 0 0 0,0-1 0 0 0,0 1 0 0 0,1 0 0 0 0,-1-1 0 0 0,1 1 0 0 0,-1-1-1 0 0,1 1 1 0 0,-1-1 0 0 0,1 1 0 0 0,0-1 0 0 0,0 1 0 0 0,0-3 0 0 0,0 2-2 0 0,-1 0-3 0 0,1-1-1 0 0,0 1 1 0 0,-1 0 0 0 0,1 0 0 0 0,0 0 0 0 0,1-1 0 0 0,-1 1 0 0 0,0 0 0 0 0,1 0 0 0 0,-1 0 0 0 0,1 0 0 0 0,-1-1 0 0 0,1 1 0 0 0,0 0 0 0 0,0 0-1 0 0,0 0 1 0 0,0 1 0 0 0,1-1 0 0 0,-1 0 0 0 0,0 0 0 0 0,1 1 0 0 0,-1-1 0 0 0,1 0 0 0 0,0 1 0 0 0,3-3 0 0 0,0 0 2 0 0,-1 0 0 0 0,1 0 1 0 0,-1-1-1 0 0,8-9 1 0 0,10-12 16 0 0,54-61 197 0 0,-75 86-209 0 0,-1 0 0 0 0,1 0 0 0 0,-1-1 0 0 0,1 1 0 0 0,-1 0 0 0 0,1 0 0 0 0,-1 0 0 0 0,1-1 0 0 0,-1 1 0 0 0,0 0 0 0 0,0 0 0 0 0,0-1 0 0 0,0 1 0 0 0,0 0-1 0 0,0 0 1 0 0,0-1 0 0 0,0-1 0 0 0,-1-4 19 0 0,6 3-36 0 0,-4 4 9 0 0,0-1 1 0 0,0 1 0 0 0,0-1-1 0 0,0 1 1 0 0,0 0 0 0 0,0 0-1 0 0,0 0 1 0 0,0 0 0 0 0,0 0-1 0 0,0 0 1 0 0,0 0 0 0 0,0 0-1 0 0,0 0 1 0 0,1 0 0 0 0,-1 0-1 0 0,0 1 1 0 0,0-1 0 0 0,0 0-1 0 0,0 1 1 0 0,1 0 0 0 0,-3 2 6 0 0,1-2-3 0 0,0-1 0 0 0,0 1 0 0 0,0-1 0 0 0,0 1 0 0 0,0 0 0 0 0,0-1 0 0 0,0 1 0 0 0,0-1 0 0 0,0 1 0 0 0,0-1 0 0 0,0 1 0 0 0,1-1 0 0 0,-1 1 0 0 0,0-1 0 0 0,0 1 0 0 0,1-1 0 0 0,-1 1 0 0 0,0-1 0 0 0,1 1 0 0 0,-1-1 0 0 0,1 1 0 0 0,-1-1 0 0 0,0 0 0 0 0,1 1 0 0 0,-1-1 0 0 0,1 0 0 0 0,-1 1 0 0 0,1-1 0 0 0,-1 0 0 0 0,1 1 0 0 0,-1-1 0 0 0,1 0 0 0 0,-1 0 0 0 0,1 0 0 0 0,-1 0 0 0 0,1 0 0 0 0,0 1 0 0 0,-1-1 0 0 0,1 0 0 0 0,-1 0 0 0 0,1 0 0 0 0,-1-1 0 0 0,2 1 0 0 0,-2 0 0 0 0,0 0 0 0 0,1 0 0 0 0,-1 0 0 0 0,0 0 0 0 0,1 0 0 0 0,-1 0 0 0 0,0 0 0 0 0,1 0 0 0 0,-1 0 0 0 0,1 0 0 0 0,-1 0 0 0 0,0 0 0 0 0,1 0 0 0 0,-1 0 0 0 0,0 0 0 0 0,1 0 0 0 0,-1 1 0 0 0,0-1 0 0 0,1 0 0 0 0,-1 0 0 0 0,0 0 0 0 0,0 0 0 0 0,1 1 0 0 0,-1-1 0 0 0,0 0 0 0 0,1 0 0 0 0,-1 1 0 0 0,0-1 0 0 0,0 0 0 0 0,0 1 0 0 0,1-1 0 0 0,-1 0 0 0 0,0 1 0 0 0,0-1 0 0 0,0 0 0 0 0,0 1 0 0 0,0-1 0 0 0,0 0 0 0 0,0 1 0 0 0,1 0 0 0 0,-1-1 1 0 0,0 0 0 0 0,0 1 0 0 0,0-1 1 0 0,0 1-1 0 0,0-1 0 0 0,0 1 0 0 0,1-1 1 0 0,-1 1-1 0 0,0-1 0 0 0,0 0 0 0 0,1 1 0 0 0,-1-1 1 0 0,0 0-1 0 0,0 1 0 0 0,1-1 0 0 0,-1 0 1 0 0,0 1-1 0 0,1-1 0 0 0,-1 0 0 0 0,1 1 0 0 0,-1-1 1 0 0,0 0-1 0 0,1 0 0 0 0,-1 0 0 0 0,1 0 1 0 0,-1 1-1 0 0,1-1 0 0 0,-1 0 0 0 0,0 0 0 0 0,1 0 1 0 0,-1 0-1 0 0,1 0 0 0 0,-1 0 0 0 0,2 0 1 0 0,-2 0 0 0 0,1 0 1 0 0,-1 0 0 0 0,1 0 0 0 0,-1 0 0 0 0,1 0-1 0 0,0 0 1 0 0,-1 0 0 0 0,1 1 0 0 0,-1-1 0 0 0,1 0-1 0 0,-1 0 1 0 0,1 1 0 0 0,0-1 0 0 0,-1 0 0 0 0,1 0 0 0 0,-1 1-1 0 0,0-1 1 0 0,1 1 0 0 0,-1-1 0 0 0,1 0 0 0 0,-1 1-1 0 0,0-1 1 0 0,1 1 0 0 0,-1-1 0 0 0,0 1 0 0 0,1-1-1 0 0,-1 1 1 0 0,0-1 0 0 0,0 1 0 0 0,1 0 0 0 0,-1-1 0 0 0,0 1-1 0 0,0-1 1 0 0,0 1 0 0 0,0-1 0 0 0,0 2 0 0 0,1 9 44 0 0,0-8-33 0 0,-1 0-1 0 0,0-1 1 0 0,1 1 0 0 0,-1 0 0 0 0,0 0 0 0 0,0 0-1 0 0,-1 0 1 0 0,1 0 0 0 0,-1 0 0 0 0,1-1-1 0 0,-1 1 1 0 0,0 0 0 0 0,-2 5 0 0 0,-4-4-3 0 0,6-4-8 0 0,0 0 0 0 0,0 0-1 0 0,1 1 1 0 0,-1-1-1 0 0,0 1 1 0 0,0-1 0 0 0,0 1-1 0 0,1-1 1 0 0,-1 1 0 0 0,0-1-1 0 0,1 1 1 0 0,-1-1 0 0 0,0 1-1 0 0,1 0 1 0 0,-1 0-1 0 0,1-1 1 0 0,-1 1 0 0 0,1 0-1 0 0,0 0 1 0 0,-1-1 0 0 0,1 1-1 0 0,-1 0 1 0 0,1 0-1 0 0,0 0 1 0 0,0 1 0 0 0,-1-1-3 0 0,1 0 1 0 0,-1 0 0 0 0,1 0-1 0 0,0 0 1 0 0,-1 0-1 0 0,0 0 1 0 0,1-1 0 0 0,-1 1-1 0 0,1 0 1 0 0,-1 0 0 0 0,0-1-1 0 0,0 1 1 0 0,0 0-1 0 0,1-1 1 0 0,-1 1 0 0 0,0-1-1 0 0,0 1 1 0 0,0-1 0 0 0,0 1-1 0 0,-1 0 1 0 0,-5 3-1 0 0,-6 11 47 0 0,-1-1 0 0 0,-1 0 0 0 0,-1-1 1 0 0,0-1-1 0 0,-21 13 0 0 0,-20 15 57 0 0,32-24-94 0 0,0 0 0 0 0,-2-1 0 0 0,0-2 0 0 0,0-1 0 0 0,-1-1 0 0 0,-1-1 0 0 0,-45 9 0 0 0,34-14-117 0 0,31-6-470 0 0,13-3 320 0 0,-3 3 131 0 0,48-44-5423 0 0,-23 24 2894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9:48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409 7 320 0 0,'22'0'2054'0'0,"-7"-3"1992"0"0,-14 2-3919 0 0,0 1 1 0 0,0-1 0 0 0,0 1-1 0 0,0 0 1 0 0,0 0-1 0 0,0-1 1 0 0,0 1-1 0 0,0 0 1 0 0,0 0 0 0 0,0 0-1 0 0,0 0 1 0 0,0 0-1 0 0,0 0 1 0 0,0 0 0 0 0,0 0-1 0 0,0 1 1 0 0,0-1-1 0 0,2 1 1 0 0,3 0-78 0 0,0 1-1 0 0,-1 0 1 0 0,1 0-1 0 0,-1 0 1 0 0,1 1-1 0 0,4 3 1 0 0,1 4-97 0 0,10 6 14 0 0,-20-15 30 0 0,1-1 1 0 0,-1 1-1 0 0,0-1 1 0 0,1 1-1 0 0,-1 0 1 0 0,1 0 0 0 0,-1 0-1 0 0,0-1 1 0 0,0 1-1 0 0,1 0 1 0 0,-1 1-1 0 0,0-1 1 0 0,0 0-1 0 0,0 0 1 0 0,0 0-1 0 0,0 1 1 0 0,-1-1-1 0 0,1 0 1 0 0,0 1-1 0 0,0-1 1 0 0,-1 1-1 0 0,1-1 1 0 0,-1 1 0 0 0,0-1-1 0 0,1 1 1 0 0,-1 2-1 0 0,0-2 3 0 0,0-1 0 0 0,0 0 0 0 0,1 1 1 0 0,-1-1-1 0 0,0 1 0 0 0,0-1 0 0 0,1 0 0 0 0,-1 1 0 0 0,1-1 0 0 0,-1 0 0 0 0,1 1 0 0 0,0-1 0 0 0,0 0 0 0 0,-1 0 1 0 0,1 0-1 0 0,0 1 0 0 0,0-1 0 0 0,0 0 0 0 0,2 1 0 0 0,-2-1 4 0 0,1 0 0 0 0,-1 0 0 0 0,0 0 0 0 0,0 1 0 0 0,0-1-1 0 0,0 0 1 0 0,-1 0 0 0 0,1 1 0 0 0,0-1 0 0 0,0 1 0 0 0,-1-1 0 0 0,1 1 0 0 0,-1-1 0 0 0,1 1 0 0 0,-1-1 0 0 0,0 1-1 0 0,1-1 1 0 0,-1 1 0 0 0,0 2 0 0 0,-1 9 39 0 0,0-9-28 0 0,1-1 1 0 0,-1 1-1 0 0,1 0 0 0 0,0 0 0 0 0,0-1 0 0 0,0 1 0 0 0,1 0 1 0 0,-1 0-1 0 0,1-1 0 0 0,0 1 0 0 0,0 0 0 0 0,2 4 0 0 0,5-3 19 0 0,-7-5-32 0 0,0 1 0 0 0,-1-1 1 0 0,1 1-1 0 0,0-1 1 0 0,0 0-1 0 0,0 1 0 0 0,-1-1 1 0 0,1 1-1 0 0,0 0 1 0 0,-1-1-1 0 0,1 1 0 0 0,0 0 1 0 0,-1-1-1 0 0,1 1 1 0 0,-1 0-1 0 0,1-1 0 0 0,-1 1 1 0 0,1 0-1 0 0,-1 0 1 0 0,0 0-1 0 0,1 0 0 0 0,-1-1 1 0 0,0 1-1 0 0,1 1 1 0 0,-3 1 13 0 0,3-3-3 0 0,22 10 24 0 0,-14 1-37 0 0,-8-11 0 0 0,0 0 0 0 0,1 0 0 0 0,-1 0 0 0 0,0 0 0 0 0,0 1 0 0 0,0-1 0 0 0,0 0 0 0 0,0 1 0 0 0,0-1 0 0 0,0 1 0 0 0,0-1 0 0 0,0 1 0 0 0,0-1 0 0 0,0 1 0 0 0,0 0 0 0 0,0 0 0 0 0,0-1 0 0 0,-1 1 0 0 0,1 0 0 0 0,1 1 0 0 0,-1-1 1 0 0,-1 0-1 0 0,1 0 1 0 0,0 0-1 0 0,0-1 0 0 0,0 1 1 0 0,-1 0-1 0 0,1 0 0 0 0,0-1 1 0 0,0 1-1 0 0,0-1 1 0 0,0 1-1 0 0,0-1 0 0 0,0 1 1 0 0,0-1-1 0 0,1 0 0 0 0,-1 1 1 0 0,0-1-1 0 0,0 0 1 0 0,2 0-1 0 0,-2 1 6 0 0,4 4 47 0 0,-5-1-40 0 0,0-14-13 0 0,-2 7 3 0 0,1 1 0 0 0,-1 0-1 0 0,1 0 1 0 0,-1 0-1 0 0,0-1 1 0 0,1 1-1 0 0,-1 1 1 0 0,0-1-1 0 0,-1 0 1 0 0,1 0 0 0 0,0 1-1 0 0,0-1 1 0 0,-1 1-1 0 0,1 0 1 0 0,-1 0-1 0 0,1 0 1 0 0,-4-1 0 0 0,-8-5 30 0 0,-8-5 62 0 0,-1 2-1 0 0,0 1 0 0 0,-1 1 1 0 0,1 1-1 0 0,-42-7 0 0 0,32 7 61 0 0,13 0 25 0 0,16 5-149 0 0,1 1 1 0 0,-1 0-1 0 0,0 0 1 0 0,1 0-1 0 0,-1 0 1 0 0,-7 0-1 0 0,11 2-47 0 0,0-1 14 0 0,0 0 0 0 0,0 1 1 0 0,-1-1-1 0 0,1 0 0 0 0,0 0 1 0 0,0 1-1 0 0,0-1 0 0 0,0 0 1 0 0,0 0-1 0 0,0 1 0 0 0,0-1 1 0 0,1 0-1 0 0,-1 0 0 0 0,0 1 1 0 0,0-1-1 0 0,0 0 0 0 0,0 0 1 0 0,0 1-1 0 0,0-1 0 0 0,0 0 1 0 0,0 0-1 0 0,1 0 0 0 0,-1 1 0 0 0,0-1 1 0 0,0 0-1 0 0,0 0 0 0 0,0 0 1 0 0,1 0-1 0 0,-1 1 0 0 0,0-1 1 0 0,0 0-1 0 0,0 0 0 0 0,1 0 1 0 0,-1 0-1 0 0,0 0 0 0 0,0 0 1 0 0,1 1-1 0 0,33 18 53 0 0,-21-11-24 0 0,1 0 0 0 0,0-1 1 0 0,18 7-1 0 0,-18-9-30 0 0,3 0-13 0 0,-1 1 0 0 0,1 0 0 0 0,16 11 0 0 0,-6-5-10 0 0,-27-12 25 0 0,0 0-1 0 0,0 0 1 0 0,0 0 0 0 0,0 0 0 0 0,0 0 0 0 0,0 0 0 0 0,-1 0 0 0 0,1 0 0 0 0,0 0 0 0 0,0 0 0 0 0,0 0 0 0 0,0 0-1 0 0,0 1 1 0 0,0-1 0 0 0,0 0 0 0 0,0 0 0 0 0,0 0 0 0 0,0 0 0 0 0,0 0 0 0 0,0 0 0 0 0,0 0 0 0 0,0 0 0 0 0,0 1-1 0 0,0-1 1 0 0,0 0 0 0 0,0 0 0 0 0,0 0 0 0 0,0 0 0 0 0,0 0 0 0 0,0 0 0 0 0,0 0 0 0 0,0 0 0 0 0,0 1 0 0 0,0-1 0 0 0,0 0-1 0 0,0 0 1 0 0,0 0 0 0 0,0 0 0 0 0,0 0 0 0 0,0 0 0 0 0,0 0 0 0 0,1 0 0 0 0,-1 0 0 0 0,0 0 0 0 0,0 1 0 0 0,0-1-1 0 0,0 0 1 0 0,0 0 0 0 0,-28-7-13 0 0,-6-4 28 0 0,-64-16 380 0 0,-2 4-1 0 0,0 4 1 0 0,-121-7-1 0 0,185 23 87 0 0,76 2-519 0 0,134 11-556 0 0,-86-3 376 0 0,14 0-32 0 0,138 3-619 0 0,-236-10 777 0 0,-4 0 89 0 0,0 0 0 0 0,0-1 0 0 0,0 1-1 0 0,0 0 1 0 0,0-1-1 0 0,0 1 1 0 0,-1 0-1 0 0,1-1 1 0 0,0 1-1 0 0,0 0 1 0 0,0-1-1 0 0,-1 1 1 0 0,1 0-1 0 0,0 0 1 0 0,0-1-1 0 0,-1 1 1 0 0,1 0-1 0 0,0 0 1 0 0,0-1-1 0 0,-1 1 1 0 0,1 0-1 0 0,0 0 1 0 0,-1 0-1 0 0,1 0 1 0 0,0-1 0 0 0,-1 1-1 0 0,1 0 1 0 0,-1 0-1 0 0,1 0 1 0 0,0 0-1 0 0,-1 0 1 0 0,0 0-1 0 0,-31-12 45 0 0,-42-9 0 0 0,-272-45 721 0 0,303 58-573 0 0,35 5-113 0 0,19 1-5 0 0,232 17-358 0 0,-157-6-68 0 0,135-5 0 0 0,-184-9 303 0 0,-36 5 51 0 0,0 0 0 0 0,0 0 0 0 0,0 0 0 0 0,0 0 0 0 0,0 0 0 0 0,0-1 0 0 0,0 1 0 0 0,0 0 1 0 0,0-1-1 0 0,-1 1 0 0 0,1-1 0 0 0,0 1 0 0 0,0-1 0 0 0,0 1 0 0 0,-1-1 0 0 0,1 1 0 0 0,0-1 0 0 0,-1 0 0 0 0,1 0 0 0 0,-1 1 0 0 0,1-1 0 0 0,0 0 1 0 0,-1 0-1 0 0,0 0 0 0 0,1 1 0 0 0,-1-1 0 0 0,1-1 0 0 0,-1 1 1 0 0,-1 0 0 0 0,1 0 0 0 0,-1 0 0 0 0,1 0 1 0 0,-1 0-1 0 0,1 0 0 0 0,-1 1 0 0 0,0-1 0 0 0,1 0 0 0 0,-1 0 1 0 0,0 1-1 0 0,1-1 0 0 0,-1 0 0 0 0,0 1 0 0 0,0-1 0 0 0,0 1 0 0 0,0-1 1 0 0,0 1-1 0 0,1-1 0 0 0,-1 1 0 0 0,0 0 0 0 0,0-1 0 0 0,0 1 1 0 0,0 0-1 0 0,-2 0 0 0 0,-3-2-30 0 0,5 1 26 0 0,-3 0-103 0 0,-1-1 0 0 0,0 0 0 0 0,0 1 0 0 0,0 0 0 0 0,0 0 0 0 0,-9 0 0 0 0,-102-1-2680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9:50.8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2 326 1521 0 0,'0'9'3494'0'0,"0"-12"-1266"0"0,0 2-1641 0 0,-1 1-562 0 0,1 0 0 0 0,0 0 0 0 0,0-1 0 0 0,0 1 0 0 0,0 0 0 0 0,0 0 0 0 0,0-1 0 0 0,0 1 0 0 0,0 0 0 0 0,0 0 0 0 0,-1-1 0 0 0,1 1 0 0 0,0 0 0 0 0,0 0 0 0 0,0-1 0 0 0,0 1 0 0 0,1 0 0 0 0,-1 0 0 0 0,0-1 0 0 0,0 1 0 0 0,0 0 1 0 0,0 0-1 0 0,0-1 0 0 0,0 1 0 0 0,0 0 0 0 0,0 0 0 0 0,0 0 0 0 0,1-1 0 0 0,-1 1 0 0 0,0 0 0 0 0,0 0 0 0 0,0 0 0 0 0,0-1 0 0 0,1 1 0 0 0,-1 0 0 0 0,0 0 0 0 0,0 0 0 0 0,0 0 0 0 0,1 0 0 0 0,-1-1 0 0 0,0 1 0 0 0,0 0 0 0 0,1 0 0 0 0,-1 0 0 0 0,0 0 0 0 0,0 0 0 0 0,1 0 0 0 0,5 0 13 0 0,-6 0-33 0 0,1 0 1 0 0,-1 0 0 0 0,1 1 0 0 0,0-1 0 0 0,-1 0-1 0 0,1 0 1 0 0,-1 0 0 0 0,1 0 0 0 0,0-1 0 0 0,-1 1-1 0 0,1 0 1 0 0,-1 0 0 0 0,1 0 0 0 0,-1 0 0 0 0,1-1-1 0 0,0 1 1 0 0,-1 0 0 0 0,1 0 0 0 0,-1-1 0 0 0,1 1-1 0 0,-1 0 1 0 0,1-1 0 0 0,-1 1 0 0 0,1-1 0 0 0,-1 1-1 0 0,0-1 1 0 0,1 1 0 0 0,-1-1 0 0 0,0 1 0 0 0,1-1-1 0 0,-1 1 1 0 0,0-1 0 0 0,0 1 0 0 0,1-1 0 0 0,-1 1-1 0 0,0-1 1 0 0,0 0 0 0 0,0 1 0 0 0,0-1 0 0 0,0 1-1 0 0,0-1 1 0 0,0 0 0 0 0,0 1 0 0 0,0-1-1 0 0,0 1 1 0 0,0-1 0 0 0,0 0 0 0 0,0 1 0 0 0,0-1-1 0 0,-1 0 1 0 0,1 0-4 0 0,0 1 1 0 0,0-1-1 0 0,1 1 0 0 0,-1-1 0 0 0,0 1 0 0 0,0-1 1 0 0,0 1-1 0 0,0-1 0 0 0,1 0 0 0 0,-1 1 0 0 0,0-1 1 0 0,1 1-1 0 0,-1 0 0 0 0,0-1 0 0 0,1 1 0 0 0,-1-1 0 0 0,0 1 1 0 0,1-1-1 0 0,-1 1 0 0 0,1 0 0 0 0,-1-1 0 0 0,1 1 1 0 0,-1 0-1 0 0,1 0 0 0 0,-1-1 0 0 0,1 1 0 0 0,-1 0 1 0 0,1 0-1 0 0,0 0 0 0 0,-1 0 0 0 0,1 0 0 0 0,-1-1 0 0 0,1 1 1 0 0,-1 0-1 0 0,2 1 0 0 0,-2-1-2 0 0,1 0 1 0 0,-1 0-1 0 0,0 0 1 0 0,1 0-1 0 0,-1-1 1 0 0,1 1-1 0 0,-1 0 0 0 0,1 0 1 0 0,-1 0-1 0 0,1 0 1 0 0,-1 0-1 0 0,1 0 1 0 0,-1-1-1 0 0,1 1 0 0 0,-1 0 1 0 0,0 0-1 0 0,1-1 1 0 0,-1 1-1 0 0,0 0 1 0 0,1-1-1 0 0,-1 1 1 0 0,0 0-1 0 0,1-1 0 0 0,-1 1 1 0 0,0-1-1 0 0,1 1 1 0 0,-1 0-1 0 0,0-1 1 0 0,0 1-1 0 0,0-1 0 0 0,1 1 1 0 0,-1-1-1 0 0,0 0 1 0 0,1-3 3 0 0,1 1 1 0 0,-1 0-1 0 0,1 0 1 0 0,0 0-1 0 0,0 0 1 0 0,0 0-1 0 0,0 0 1 0 0,0 0-1 0 0,1 0 1 0 0,-1 1-1 0 0,1 0 1 0 0,0-1-1 0 0,4-1 1 0 0,2-5-2 0 0,27-29-3 0 0,-24 28 0 0 0,0 2 0 0 0,1-1 0 0 0,21-10 0 0 0,-25 9 0 0 0,35-13 0 0 0,-43 22 0 0 0,-1 1 0 0 0,0 0 0 0 0,1 0 0 0 0,-1 0 0 0 0,0 0 0 0 0,1-1 0 0 0,-1 1 0 0 0,0 0 0 0 0,0 0 0 0 0,1-1 0 0 0,-1 1 0 0 0,0 0 0 0 0,0 0 0 0 0,1-1 0 0 0,-1 1 0 0 0,0 0 0 0 0,0 0 0 0 0,0-1 0 0 0,0 1 0 0 0,1 0 0 0 0,-1-1 0 0 0,0 1 0 0 0,0 0 0 0 0,0-1 0 0 0,0 1 0 0 0,0-1 0 0 0,0 1 0 0 0,0 0 0 0 0,0-1 0 0 0,3-7 0 0 0,0 8 0 0 0,-2-1 0 0 0,0 1 0 0 0,0 0 0 0 0,0 0 0 0 0,0 0 0 0 0,0 0 0 0 0,0-1 0 0 0,0 1 0 0 0,0 0 0 0 0,0-1 0 0 0,0 1 0 0 0,-1-1 0 0 0,1 1 0 0 0,0-1 0 0 0,0 1 0 0 0,0-1 0 0 0,-1 1 0 0 0,1-1 0 0 0,0 0 0 0 0,-1 0 0 0 0,1 1 0 0 0,-1-1 0 0 0,2-1 0 0 0,-2 1 0 0 0,-1 1 0 0 0,1-1 0 0 0,0 1 0 0 0,1-1 0 0 0,-1 1 0 0 0,0 0-1 0 0,0-1 1 0 0,0 1 0 0 0,0-1 0 0 0,0 1 0 0 0,0-1 0 0 0,1 1 0 0 0,-1-1 0 0 0,0 1-1 0 0,0-1 1 0 0,1 1 0 0 0,-1 0 0 0 0,0-1 0 0 0,0 1 0 0 0,1 0 0 0 0,-1-1-1 0 0,1 1 1 0 0,-1 0 0 0 0,0-1 0 0 0,1 1 0 0 0,-1 0 0 0 0,1 0 0 0 0,-1-1 0 0 0,0 1-1 0 0,1 0 1 0 0,-1 0 0 0 0,1 0 0 0 0,-1 0 0 0 0,1-1 0 0 0,-1 1 0 0 0,1 0-1 0 0,-1 0 1 0 0,1 0 0 0 0,0 0 0 0 0,0 0 2 0 0,-1 0 0 0 0,1 0-1 0 0,-1 0 1 0 0,1 0 0 0 0,0 0 0 0 0,-1 0-1 0 0,1 0 1 0 0,-1 0 0 0 0,1 0 0 0 0,-1-1-1 0 0,1 1 1 0 0,-1 0 0 0 0,1 0 0 0 0,-1-1-1 0 0,1 1 1 0 0,-1 0 0 0 0,1-1 0 0 0,-1 1-1 0 0,1-1 1 0 0,-1 1 0 0 0,0-1 0 0 0,1 1-1 0 0,-1 0 1 0 0,0-1 0 0 0,1 1 0 0 0,-1-1-1 0 0,0 0 1 0 0,1 1 0 0 0,-1-1 0 0 0,0 1-1 0 0,0-1 1 0 0,0 1 0 0 0,0-1 0 0 0,0 1 0 0 0,0-1-1 0 0,0 0 1 0 0,0 1 0 0 0,0-1 0 0 0,0 1-1 0 0,0-2 1 0 0,5-1 11 0 0,8 2 1 0 0,-26 2 52 0 0,8 2 14 0 0,1-2-13 0 0,-14-1-40 0 0,18 0-24 0 0,-1 0 1 0 0,1 0-1 0 0,0 0 1 0 0,0 0-1 0 0,-1 0 0 0 0,1 0 1 0 0,0 1-1 0 0,0-1 1 0 0,0 0-1 0 0,-1 0 1 0 0,1 0-1 0 0,0 0 0 0 0,0 0 1 0 0,-1 0-1 0 0,1 1 1 0 0,0-1-1 0 0,0 0 1 0 0,0 0-1 0 0,-1 0 0 0 0,1 1 1 0 0,0-1-1 0 0,0 0 1 0 0,0 0-1 0 0,0 0 1 0 0,0 1-1 0 0,0-1 0 0 0,-1 0 1 0 0,1 0-1 0 0,0 1 1 0 0,0-1-1 0 0,0 0 1 0 0,0 0-1 0 0,0 1 0 0 0,0-1 1 0 0,0 0-1 0 0,0 0 1 0 0,0 1-1 0 0,0-1 1 0 0,0 0-1 0 0,0 0 0 0 0,0 1 1 0 0,0-1-1 0 0,1 0 1 0 0,-1 0-1 0 0,0 1 1 0 0,0-1-1 0 0,0 0 1 0 0,0 0-1 0 0,0 1 0 0 0,0-1 1 0 0,1 0-1 0 0,-1 0 1 0 0,0 0-1 0 0,0 1 1 0 0,0-1-1 0 0,1 0 0 0 0,-1 0 1 0 0,0 0-1 0 0,0 0 1 0 0,0 0-1 0 0,1 1 1 0 0,-1-1-1 0 0,0 0 0 0 0,0 0 1 0 0,1 0-1 0 0,-1 0 1 0 0,0 0-1 0 0,0 0 1 0 0,1 0-1 0 0,0 1-5 0 0,1-1 9 0 0,-1 0 0 0 0,0 1 0 0 0,0-1 0 0 0,1 1 0 0 0,-1-1 0 0 0,0 1 0 0 0,0-1 0 0 0,0 1 0 0 0,0 0 0 0 0,0 0 0 0 0,0 0 0 0 0,0-1 0 0 0,2 3 0 0 0,0 26 137 0 0,-3 93 150 0 0,0-121-294 0 0,0 0 1 0 0,0 1-1 0 0,0-1 1 0 0,0 0-1 0 0,1 0 1 0 0,-1 0 0 0 0,0 0-1 0 0,1 0 1 0 0,-1 0-1 0 0,0 0 1 0 0,1 0-1 0 0,-1 0 1 0 0,1 0 0 0 0,-1 0-1 0 0,1 0 1 0 0,0 0-1 0 0,0 0 1 0 0,-1 0 0 0 0,1-1-1 0 0,0 1 1 0 0,0 0-1 0 0,0 0 1 0 0,0-1-1 0 0,1 2 1 0 0,-1-2-1 0 0,0 1 0 0 0,0-1 0 0 0,-1 1 0 0 0,1-1 0 0 0,0 1 0 0 0,0 0 0 0 0,0-1 0 0 0,-1 1 0 0 0,1 0 0 0 0,-1 0-1 0 0,1 0 1 0 0,0-1 0 0 0,-1 1 0 0 0,1 0 0 0 0,-1 0 0 0 0,0 0 0 0 0,1 0 0 0 0,-1 0 0 0 0,0 0 0 0 0,0 0 0 0 0,1 0 0 0 0,-1 0 0 0 0,0 0 0 0 0,0 1 0 0 0,0 10 0 0 0,1-9 0 0 0,-1 1 0 0 0,0-1 0 0 0,0 1 0 0 0,0 0 0 0 0,0-1 0 0 0,0 1 0 0 0,-1-1 0 0 0,0 1 0 0 0,0-1 0 0 0,-2 6 0 0 0,-2-3 0 0 0,-8 10 11 0 0,13-16-9 0 0,0 1 0 0 0,-1-1 0 0 0,1 1 0 0 0,0-1 0 0 0,-1 1-1 0 0,1-1 1 0 0,0 1 0 0 0,0 0 0 0 0,0-1 0 0 0,0 1 0 0 0,0-1 0 0 0,-1 1-1 0 0,1-1 1 0 0,0 1 0 0 0,0 0 0 0 0,0-1 0 0 0,0 1 0 0 0,1-1-1 0 0,-1 1 1 0 0,0-1 0 0 0,0 1 0 0 0,0 0 0 0 0,0-1 0 0 0,1 1-1 0 0,-1-1 1 0 0,0 1 0 0 0,0-1 0 0 0,1 1 0 0 0,0 0 0 0 0,16 8-2 0 0,-16-8-4 0 0,-1-1 1 0 0,0 0 0 0 0,1 0 0 0 0,-1 0 0 0 0,0 1 0 0 0,0-1 0 0 0,1 0 0 0 0,-1 0-1 0 0,0 1 1 0 0,0-1 0 0 0,1 0 0 0 0,-1 0 0 0 0,0 1 0 0 0,0-1 0 0 0,0 0-1 0 0,0 1 1 0 0,1-1 0 0 0,-1 0 0 0 0,0 1 0 0 0,0-1 0 0 0,0 0 0 0 0,0 1-1 0 0,0-1 1 0 0,0 0 0 0 0,0 1 0 0 0,0-1 0 0 0,0 0 0 0 0,0 1 0 0 0,0-1 0 0 0,0 1-1 0 0,0-1 3 0 0,0 1 0 0 0,0-1 0 0 0,0 0-1 0 0,-1 0 1 0 0,1 1 0 0 0,0-1-1 0 0,0 0 1 0 0,0 0 0 0 0,0 1-1 0 0,0-1 1 0 0,0 0 0 0 0,1 0-1 0 0,-1 1 1 0 0,0-1 0 0 0,0 0 0 0 0,0 1-1 0 0,0-1 1 0 0,0 0 0 0 0,0 0-1 0 0,0 1 1 0 0,1-1 0 0 0,-1 0-1 0 0,0 0 1 0 0,0 0 0 0 0,0 1-1 0 0,0-1 1 0 0,1 0 0 0 0,-1 0 0 0 0,0 0-1 0 0,0 0 1 0 0,0 1 0 0 0,1-1-1 0 0,-1 0 1 0 0,0 0 0 0 0,0 0-1 0 0,1 0 1 0 0,-1 0 0 0 0,18 1 14 0 0,9 5 121 0 0,-23-1-54 0 0,-4-7-79 0 0,0-1 0 0 0,0 1 1 0 0,0 0-1 0 0,1 0 1 0 0,-1-1-1 0 0,0 1 0 0 0,1 0 1 0 0,0 0-1 0 0,-1 0 0 0 0,1 0 1 0 0,0 0-1 0 0,0 0 1 0 0,0 0-1 0 0,1 0 0 0 0,-1 0 1 0 0,0 0-1 0 0,1 0 0 0 0,-1 1 1 0 0,1-1-1 0 0,-1 1 1 0 0,1-1-1 0 0,0 1 0 0 0,0 0 1 0 0,-1-1-1 0 0,1 1 1 0 0,2-1-1 0 0,20-16 55 0 0,9-20 43 0 0,22-22 42 0 0,-10 20-61 0 0,57-57 147 0 0,-99 94-213 0 0,0 0 0 0 0,-1 0 0 0 0,1 0 0 0 0,-1 0 1 0 0,1 0-1 0 0,-1 0 0 0 0,0-1 0 0 0,0 1 0 0 0,-1-1 0 0 0,1 1 0 0 0,-1-1 0 0 0,1 0 1 0 0,-1 1-1 0 0,-1-1 0 0 0,1 0 0 0 0,0-6 0 0 0,-1 9-6 0 0,0 0 1 0 0,0 0-1 0 0,0 0 1 0 0,0 0-1 0 0,1 0 0 0 0,-1-1 1 0 0,0 1-1 0 0,0 0 1 0 0,1 0-1 0 0,-1 0 1 0 0,1 0-1 0 0,-1 0 0 0 0,1 0 1 0 0,-1 0-1 0 0,1 0 1 0 0,0 0-1 0 0,-1 0 0 0 0,1 1 1 0 0,0-1-1 0 0,0 0 1 0 0,0 0-1 0 0,-1 0 1 0 0,3 0-1 0 0,2-3 57 0 0,-4 3-10 0 0,2-3 101 0 0,-21-4-87 0 0,14 7-149 0 0,4 2-23 0 0,-1 0 0 0 0,0 0 1 0 0,1 0-1 0 0,-1 0 0 0 0,0 0 0 0 0,0 0 0 0 0,0 0 1 0 0,0 0-1 0 0,0 0 0 0 0,1-1 0 0 0,-2 1 0 0 0,1 0 1 0 0,0-1-1 0 0,0 1 0 0 0,0 0 0 0 0,0-1 0 0 0,0 0 1 0 0,0 1-1 0 0,-3 0 0 0 0,-6 3-896 0 0,-39 22-4083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9:52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844 65 3442 0 0,'-14'-1'1075'0'0,"-9"-3"118"0"0,23 4-1146 0 0,-1 0-1 0 0,1 0 0 0 0,-1 0 0 0 0,1 0 0 0 0,-1-1 1 0 0,1 1-1 0 0,-1 0 0 0 0,1 0 0 0 0,-1 0 0 0 0,1-1 1 0 0,-1 1-1 0 0,1 0 0 0 0,-1-1 0 0 0,1 1 0 0 0,0-1 1 0 0,-1 1-1 0 0,1 0 0 0 0,0-1 0 0 0,-1 1 1 0 0,1-1-1 0 0,0 1 0 0 0,-1-1 0 0 0,1 1 0 0 0,0-1 1 0 0,0 1-1 0 0,0-1 0 0 0,-1 1 0 0 0,1-1 0 0 0,0 0 1 0 0,-4-1 139 0 0,2 2-151 0 0,1 0-24 0 0,1 0 0 0 0,-1 0 0 0 0,0 0 0 0 0,0 0 0 0 0,0 0 0 0 0,0 0 0 0 0,0 0 0 0 0,0 0 0 0 0,0-1 0 0 0,1 1 0 0 0,-1 0 0 0 0,0-1 0 0 0,0 1 0 0 0,0 0 0 0 0,1-1 0 0 0,-1 1 0 0 0,0-1 0 0 0,0 1 0 0 0,1-1 0 0 0,-1 0 0 0 0,0 1 0 0 0,1-1 0 0 0,-1 0 0 0 0,1 1-1 0 0,-1-2 1 0 0,0 1 6 0 0,0 0-1 0 0,1 0 0 0 0,-1 0 1 0 0,0 1-1 0 0,0-1 0 0 0,0 0 0 0 0,1 1 1 0 0,-1-1-1 0 0,0 1 0 0 0,0-1 0 0 0,0 1 1 0 0,0-1-1 0 0,0 1 0 0 0,0 0 1 0 0,0 0-1 0 0,0-1 0 0 0,0 1 0 0 0,0 0 1 0 0,0 0-1 0 0,0 0 0 0 0,-2 0 0 0 0,2 0 13 0 0,-8-6 385 0 0,2 3-379 0 0,-1 1 1 0 0,0 0-1 0 0,0 0 0 0 0,0 1 1 0 0,-1 0-1 0 0,1 0 0 0 0,0 1 1 0 0,0 0-1 0 0,0 1 0 0 0,-1 0 1 0 0,-9 2-1 0 0,-17 5 149 0 0,-43 15 0 0 0,63-19-176 0 0,-62 21-41 0 0,-108 50 0 0 0,127-50 16 0 0,46-21 31 0 0,0 1 0 0 0,1 1 0 0 0,-1 0 0 0 0,-16 11 0 0 0,22-11 3 0 0,1 0 0 0 0,0 0 0 0 0,0 1 0 0 0,0-1 0 0 0,1 1 0 0 0,0 1 0 0 0,0-1 0 0 0,-5 14 0 0 0,7-17-10 0 0,-7 30 6 0 0,-8 5-13 0 0,8 5 0 0 0,0-20-11 0 0,7-21 7 0 0,0 1 0 0 0,0 0 1 0 0,0 1-1 0 0,1-1 0 0 0,0 0 0 0 0,-1 0 0 0 0,2 1 0 0 0,-1-1 1 0 0,0 1-1 0 0,1-1 0 0 0,0 0 0 0 0,0 1 0 0 0,0-1 1 0 0,1 1-1 0 0,-1-1 0 0 0,1 1 0 0 0,2 5 0 0 0,0-5 4 0 0,-1-1 0 0 0,1 1 0 0 0,0-1 0 0 0,1 0 0 0 0,-1 1 0 0 0,1-2 0 0 0,0 1 0 0 0,0 0 0 0 0,0-1 0 0 0,6 5 0 0 0,44 20 0 0 0,-44-24 6 0 0,1 0 0 0 0,-1-1 0 0 0,1 0 0 0 0,0-1 0 0 0,0-1-1 0 0,0 1 1 0 0,0-2 0 0 0,0 1 0 0 0,12-3 0 0 0,8-1 82 0 0,54-15-1 0 0,-82 17-81 0 0,526-161 741 0 0,-491 148-533 0 0,38-20-1 0 0,-64 28-118 0 0,0-1 0 0 0,0-1 1 0 0,0 0-1 0 0,-1 0 0 0 0,-1-1 1 0 0,19-20-1 0 0,1-2 151 0 0,-23 26-203 0 0,-1-1 0 0 0,0 0 0 0 0,0-1 0 0 0,-1 1 0 0 0,0-1 0 0 0,6-10 0 0 0,-11 15-36 0 0,1-1 0 0 0,-1 1 0 0 0,1-1 0 0 0,-1 1-1 0 0,0-1 1 0 0,0 0 0 0 0,0 1 0 0 0,-1-1 0 0 0,1 1 0 0 0,0-1 0 0 0,-1 0 0 0 0,0 1-1 0 0,0-1 1 0 0,1 1 0 0 0,-1 0 0 0 0,-1-1 0 0 0,1 1 0 0 0,0 0 0 0 0,-1 0-1 0 0,1-1 1 0 0,-1 1 0 0 0,1 0 0 0 0,-4-2 0 0 0,1-2 15 0 0,-5-6-38 0 0,-1 0 1 0 0,0 1-1 0 0,0 0 1 0 0,-1 0-1 0 0,0 1 0 0 0,-1 1 1 0 0,0 0-1 0 0,-1 0 1 0 0,1 2-1 0 0,-2-1 1 0 0,1 2-1 0 0,-1 0 1 0 0,0 0-1 0 0,0 1 0 0 0,-1 1 1 0 0,1 0-1 0 0,-18-1 1 0 0,-5 1-233 0 0,1 2 0 0 0,0 2-1 0 0,-1 2 1 0 0,-43 6 0 0 0,74-7 134 0 0,0 1 0 0 0,0-1-1 0 0,0 1 1 0 0,0 0 0 0 0,1 0 0 0 0,-1 1-1 0 0,1-1 1 0 0,-1 1 0 0 0,-6 6 0 0 0,-18 8-1412 0 0,-18 6-1502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1:20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2 200 800 0 0,'0'0'134'0'0,"0"-1"0"0"0,-1 1 0 0 0,1 0-1 0 0,0-1 1 0 0,0 1 0 0 0,0 0 0 0 0,0-1-1 0 0,0 1 1 0 0,0 0 0 0 0,0-1-1 0 0,0 1 1 0 0,0-1 0 0 0,0 1 0 0 0,0 0-1 0 0,0-1 1 0 0,0 1 0 0 0,0 0 0 0 0,0-1-1 0 0,0 1 1 0 0,0 0 0 0 0,1-1 0 0 0,-1 1-1 0 0,0 0 1 0 0,0-1 0 0 0,0 1 0 0 0,0 0-1 0 0,1 0 1 0 0,-1-1 0 0 0,0 1-1 0 0,0 0 1 0 0,1 0 0 0 0,-1-1 0 0 0,0 1-1 0 0,1 0 1 0 0,-1 0 0 0 0,0 0 0 0 0,0-1-1 0 0,1 1 1 0 0,4-1 175 0 0,-4 1-273 0 0,0 0-1 0 0,0 0 1 0 0,-1 0-1 0 0,1-1 1 0 0,0 1-1 0 0,-1 0 1 0 0,1 0-1 0 0,0 0 1 0 0,-1-1-1 0 0,1 1 1 0 0,0 0-1 0 0,-1-1 1 0 0,1 1-1 0 0,0 0 1 0 0,-1-1-1 0 0,1 1 1 0 0,-1-1-1 0 0,1 1 1 0 0,-1-1-1 0 0,1 1 1 0 0,-1-1-1 0 0,1 0 1 0 0,-1 1-1 0 0,1-1 1 0 0,-1 0-1 0 0,0 1 1 0 0,0-1-1 0 0,1 0 1 0 0,-1 1-1 0 0,0-1 1 0 0,0 0-1 0 0,1-1 1 0 0,-1 1-11 0 0,0 0 0 0 0,1-1 0 0 0,-1 1 0 0 0,0 0 1 0 0,1 0-1 0 0,-1-1 0 0 0,1 1 0 0 0,0 0 0 0 0,0 0 0 0 0,-1 0 1 0 0,1 0-1 0 0,0 0 0 0 0,0 0 0 0 0,0 0 0 0 0,0 0 0 0 0,0 0 1 0 0,0 0-1 0 0,0 0 0 0 0,0 1 0 0 0,0-1 0 0 0,1 0 0 0 0,-1 1 1 0 0,0-1-1 0 0,0 1 0 0 0,2-1 0 0 0,-1 1-12 0 0,-1-1 1 0 0,0 1-1 0 0,0-1 0 0 0,1 1 1 0 0,-1-1-1 0 0,0 0 0 0 0,0 1 1 0 0,1-1-1 0 0,-1 0 0 0 0,0 0 1 0 0,0 0-1 0 0,0 0 0 0 0,0 0 0 0 0,0 0 1 0 0,0 0-1 0 0,-1 0 0 0 0,1 0 1 0 0,0-1-1 0 0,0 1 0 0 0,-1 0 1 0 0,1 0-1 0 0,-1-1 0 0 0,1 1 1 0 0,-1 0-1 0 0,1-3 0 0 0,-1 3 0 0 0,0 0 1 0 0,0 0-1 0 0,0 0 0 0 0,0 0 1 0 0,0-1-1 0 0,1 1 0 0 0,-1 0 0 0 0,0 0 1 0 0,1 0-1 0 0,-1 0 0 0 0,1 0 1 0 0,-1 0-1 0 0,1 0 0 0 0,0 0 0 0 0,-1 0 1 0 0,1 0-1 0 0,0 0 0 0 0,0 1 0 0 0,-1-1 1 0 0,1 0-1 0 0,0 0 0 0 0,2-1 1 0 0,-2 2-3 0 0,0-1 0 0 0,0 1 0 0 0,0-1 0 0 0,0 0 0 0 0,-1 0 0 0 0,1 0 0 0 0,0 1 0 0 0,0-1 0 0 0,-1 0 0 0 0,1 0 0 0 0,0 0 1 0 0,-1 0-1 0 0,1 0 0 0 0,-1 0 0 0 0,1 0 0 0 0,-1 0 0 0 0,0 0 0 0 0,1-1 0 0 0,-1 1 0 0 0,0 0 0 0 0,0 0 0 0 0,0-2 0 0 0,0 2 1 0 0,0-1-1 0 0,1 1 0 0 0,-1 0 1 0 0,0 0-1 0 0,0 0 0 0 0,1 0 1 0 0,-1 0-1 0 0,1-1 0 0 0,-1 1 1 0 0,1 0-1 0 0,-1 0 0 0 0,1 0 1 0 0,0 0-1 0 0,-1 0 0 0 0,1 0 0 0 0,0 1 1 0 0,0-1-1 0 0,0 0 0 0 0,-1 0 1 0 0,1 1-1 0 0,0-1 0 0 0,0 0 1 0 0,2 0-1 0 0,4-4 24 0 0,9-8 74 0 0,-15 13-103 0 0,0 0-1 0 0,0-1 1 0 0,0 1-1 0 0,-1 0 0 0 0,1-1 1 0 0,0 1-1 0 0,0-1 1 0 0,-1 1-1 0 0,1-1 1 0 0,0 0-1 0 0,-1 1 1 0 0,1-1-1 0 0,0 0 1 0 0,-1 1-1 0 0,1-1 1 0 0,-1 0-1 0 0,1 0 1 0 0,-1 0-1 0 0,0 1 1 0 0,1-1-1 0 0,-1 0 0 0 0,0 0 1 0 0,1-1-1 0 0,-1 2-2 0 0,1-1 0 0 0,-1 0 0 0 0,1 1 0 0 0,-1-1 0 0 0,1 1 0 0 0,0-1 0 0 0,-1 1 0 0 0,1-1 0 0 0,0 1 0 0 0,-1 0 0 0 0,1-1 0 0 0,0 1 0 0 0,-1 0 0 0 0,1 0 0 0 0,0-1 0 0 0,0 1-1 0 0,0 0 1 0 0,-1 0 0 0 0,1 0 0 0 0,0 0 0 0 0,0 0 0 0 0,0 0 0 0 0,-1 0 0 0 0,1 0 0 0 0,0 0 0 0 0,0 0 0 0 0,-1 1 0 0 0,2-1 0 0 0,25 4-2 0 0,-26-4 6 0 0,1 1-4 0 0,1 0 1 0 0,0 0-1 0 0,0 0 0 0 0,-1 0 1 0 0,1 1-1 0 0,0-1 1 0 0,-1 1-1 0 0,1-1 1 0 0,-1 1-1 0 0,0 0 0 0 0,0 0 1 0 0,1 0-1 0 0,-1 0 1 0 0,-1 0-1 0 0,4 4 0 0 0,11 11 9 0 0,-1-6 4 0 0,-1 0 0 0 0,0 1-1 0 0,-1 0 1 0 0,0 1-1 0 0,21 29 1 0 0,-33-41-12 0 0,-1 1 0 0 0,1 0 0 0 0,0 0 0 0 0,0 0 0 0 0,-1 0 0 0 0,1 0 0 0 0,-1 0 0 0 0,0 0 0 0 0,1 1 0 0 0,-1-1 0 0 0,0 0 0 0 0,0 0 0 0 0,0 0 0 0 0,-1 0 0 0 0,1 0 0 0 0,-1 2 0 0 0,1-2-4 0 0,-1-1 0 0 0,1 1 0 0 0,0-1 0 0 0,0 1 0 0 0,-1-1 0 0 0,1 1 0 0 0,0-1-1 0 0,0 1 1 0 0,1-1 0 0 0,-1 1 0 0 0,0-1 0 0 0,0 0 0 0 0,1 1 0 0 0,-1-1 0 0 0,1 1 0 0 0,-1-1 0 0 0,1 0 0 0 0,0 1 0 0 0,0 0 0 0 0,8 7-1 0 0,-7-8 0 0 0,-1 0 1 0 0,0 0-1 0 0,0 1 1 0 0,0-1-1 0 0,0 0 1 0 0,0 0-1 0 0,0 0 1 0 0,-1 1-1 0 0,1-1 0 0 0,0 0 1 0 0,-1 1-1 0 0,1-1 1 0 0,-1 0-1 0 0,1 1 1 0 0,-1-1-1 0 0,1 1 1 0 0,-1-1-1 0 0,0 1 0 0 0,0-1 1 0 0,0 1-1 0 0,0-1 1 0 0,0 4-1 0 0,-1 5-32 0 0,0-6 30 0 0,1-1 1 0 0,0 0-1 0 0,0 1 0 0 0,0-1 0 0 0,0 1 0 0 0,0-1 1 0 0,0 0-1 0 0,1 1 0 0 0,0-1 0 0 0,0 0 0 0 0,2 7 1 0 0,4-1 1 0 0,-5-8 5 0 0,-1 1 0 0 0,1-1 0 0 0,-1 1-1 0 0,0-1 1 0 0,0 1 0 0 0,0 0-1 0 0,0 0 1 0 0,0 0 0 0 0,0-1 0 0 0,0 1-1 0 0,-1 0 1 0 0,1 0 0 0 0,-1 0-1 0 0,1 0 1 0 0,-1 0 0 0 0,0 0-1 0 0,0 3 1 0 0,-1 14 8 0 0,1-13-14 0 0,-1 0 1 0 0,1 0 0 0 0,0 0 0 0 0,0 0-1 0 0,1 0 1 0 0,0 0 0 0 0,0 0-1 0 0,3 10 1 0 0,5-3-27 0 0,-8-12 25 0 0,1 1 1 0 0,-1-1 0 0 0,0 1-1 0 0,0 0 1 0 0,0-1-1 0 0,0 1 1 0 0,0 0 0 0 0,0 0-1 0 0,-1 0 1 0 0,1 0-1 0 0,0 0 1 0 0,-1 0 0 0 0,0 0-1 0 0,1 0 1 0 0,-1 3 0 0 0,0-4 2 0 0,0 1 0 0 0,0-1 0 0 0,0 1 0 0 0,1-1 0 0 0,-1 1 0 0 0,0-1 0 0 0,1 0 0 0 0,-1 1 0 0 0,1-1 0 0 0,-1 0 0 0 0,1 1 0 0 0,0-1 0 0 0,-1 0 0 0 0,1 0 0 0 0,0 0 0 0 0,0 1 0 0 0,0-1 0 0 0,0 0 0 0 0,0 0 0 0 0,0 0 0 0 0,0-1 0 0 0,1 1 0 0 0,-1 0 0 0 0,0 0 0 0 0,0-1 0 0 0,1 1 0 0 0,-1 0 0 0 0,0-1 0 0 0,1 1 0 0 0,1-1 0 0 0,19 14-14 0 0,-15-6-6 0 0,-6-7 18 0 0,-1 0 0 0 0,1 0-1 0 0,0 0 1 0 0,0 0 0 0 0,0 0-1 0 0,0 0 1 0 0,0-1 0 0 0,0 1-1 0 0,0 0 1 0 0,0-1 0 0 0,1 1-1 0 0,-1 0 1 0 0,0-1 0 0 0,0 0-1 0 0,0 1 1 0 0,1-1 0 0 0,-1 0-1 0 0,0 1 1 0 0,3-1-1 0 0,37 11-13 0 0,-31-8 10 0 0,1-1-1 0 0,-1 0 1 0 0,1 0 0 0 0,0-1-1 0 0,0 0 1 0 0,-1-1-1 0 0,1 0 1 0 0,0-1 0 0 0,12-2-1 0 0,-7 2 7 0 0,-12 1 0 0 0,-1 0 0 0 0,1 0 0 0 0,-1 0 0 0 0,1 0 0 0 0,-1-1 0 0 0,0 0 0 0 0,1 1 0 0 0,4-3 0 0 0,18-6 0 0 0,-21 9 0 0 0,-1-1 0 0 0,0-1 0 0 0,1 1 0 0 0,-1-1 0 0 0,0 0 0 0 0,0 1 0 0 0,0-2 0 0 0,0 1 0 0 0,0 0 0 0 0,0-1 0 0 0,4-4 0 0 0,10-6-3 0 0,9-8 20 0 0,4-35 63 0 0,-27 49-72 0 0,0 1 1 0 0,0-2 0 0 0,-1 1-1 0 0,0 0 1 0 0,0 0 0 0 0,-1-1-1 0 0,3-13 1 0 0,-4 13 0 0 0,1 0 0 0 0,0 0 1 0 0,1 1-1 0 0,0-1 0 0 0,0 0 0 0 0,8-12 0 0 0,-7 15 3 0 0,-1 1 0 0 0,-1-1-1 0 0,1 1 1 0 0,0-1 0 0 0,-1 0-1 0 0,0 0 1 0 0,0 0 0 0 0,-1 0-1 0 0,1 0 1 0 0,-1 0 0 0 0,0-1-1 0 0,0 1 1 0 0,-1 0 0 0 0,0-1-1 0 0,0-7 1 0 0,0 13-11 0 0,0-1 1 0 0,0 1-1 0 0,0-1 1 0 0,0 0-1 0 0,1 1 0 0 0,-1-1 1 0 0,0 0-1 0 0,0 1 1 0 0,1-1-1 0 0,-1 0 0 0 0,0 1 1 0 0,1-1-1 0 0,-1 1 1 0 0,0-1-1 0 0,1 1 0 0 0,-1-1 1 0 0,1 1-1 0 0,-1-1 1 0 0,1 1-1 0 0,-1 0 1 0 0,1-1-1 0 0,-1 1 0 0 0,1-1 1 0 0,-1 1-1 0 0,1 0 1 0 0,0 0-1 0 0,-1-1 0 0 0,1 1 1 0 0,0 0-1 0 0,-1 0 1 0 0,2 0-1 0 0,-1 0 0 0 0,-1 0-1 0 0,1-1 1 0 0,-1 1 0 0 0,1 0-1 0 0,-1 0 1 0 0,1 0 0 0 0,0 0 0 0 0,-1-1-1 0 0,1 1 1 0 0,-1 0 0 0 0,1 0-1 0 0,-1-1 1 0 0,1 1 0 0 0,-1 0-1 0 0,0-1 1 0 0,1 1 0 0 0,-1-1 0 0 0,1 1-1 0 0,-1-1 1 0 0,0 1 0 0 0,1 0-1 0 0,-1-1 1 0 0,0 1 0 0 0,0-1-1 0 0,1 0 1 0 0,-1 1 0 0 0,0-1 0 0 0,0 1-1 0 0,0-1 1 0 0,1 0 0 0 0,-1 0-1 0 0,0 1 0 0 0,0-1 0 0 0,0 1 0 0 0,0-1 0 0 0,1 1 0 0 0,-1-1 0 0 0,0 1 0 0 0,0 0 1 0 0,1-1-1 0 0,-1 1 0 0 0,0-1 0 0 0,0 1 0 0 0,1 0 0 0 0,-1-1 0 0 0,1 1 0 0 0,-1 0 0 0 0,0-1 0 0 0,1 1 0 0 0,-1 0 1 0 0,1 0-1 0 0,-1-1 0 0 0,1 1 0 0 0,-1 0 0 0 0,0 0 0 0 0,1 0 0 0 0,-1 0 0 0 0,1 0 0 0 0,-1-1 0 0 0,1 1 0 0 0,-1 0 1 0 0,1 0-1 0 0,-1 0 0 0 0,1 0 0 0 0,0 1 0 0 0,0-1 0 0 0,-1 0-1 0 0,1 0 1 0 0,-1 0-1 0 0,1 0 1 0 0,-1 0-1 0 0,1 0 1 0 0,-1 0-1 0 0,0 0 1 0 0,1 0-1 0 0,-1 0 1 0 0,1 0-1 0 0,-1-1 1 0 0,1 1-1 0 0,-1 0 1 0 0,1 0-1 0 0,-1 0 1 0 0,0-1-1 0 0,1 1 1 0 0,-1 0-1 0 0,1 0 1 0 0,-1-1 0 0 0,0 1-1 0 0,1 0 1 0 0,-1-1-1 0 0,0 1 1 0 0,0 0-1 0 0,1-1 1 0 0,-1 1-1 0 0,0-1 1 0 0,0 1-1 0 0,1 0 1 0 0,-1-1-1 0 0,0 1 1 0 0,0-1-1 0 0,3-1-4 0 0,0 0 0 0 0,0 1 0 0 0,0 0-1 0 0,0-1 1 0 0,0 1 0 0 0,0 1 0 0 0,1-1-1 0 0,-1 0 1 0 0,0 1 0 0 0,0-1 0 0 0,5 1 0 0 0,-1-1 1 0 0,4 0 29 0 0,1-2 0 0 0,-1 1 0 0 0,0-1 0 0 0,0-1 1 0 0,-1 0-1 0 0,1 0 0 0 0,-1-1 0 0 0,19-12 0 0 0,46-22 149 0 0,-40 20-69 0 0,-24 14-81 0 0,-1-1 0 0 0,0 1 1 0 0,0-2-1 0 0,16-13 1 0 0,-20 5-148 0 0,-6 14 61 0 0,0 1 0 0 0,0 0 0 0 0,0-1 0 0 0,0 1 0 0 0,0 0 0 0 0,0-1 0 0 0,0 1 1 0 0,0 0-1 0 0,0-1 0 0 0,0 1 0 0 0,0-1 0 0 0,0 1 0 0 0,0 0 0 0 0,-1-1 0 0 0,1 1 0 0 0,0 0 1 0 0,0-1-1 0 0,0 1 0 0 0,0 0 0 0 0,-1-1 0 0 0,1 1 0 0 0,0 0 0 0 0,0 0 0 0 0,-1-1 0 0 0,1 1 0 0 0,0 0 1 0 0,0 0-1 0 0,-1 0 0 0 0,1-1 0 0 0,0 1 0 0 0,-1 0 0 0 0,1 0 0 0 0,0 0 0 0 0,-1 0 0 0 0,1 0 1 0 0,0-1-1 0 0,-1 1 0 0 0,1 0 0 0 0,-1 0 0 0 0,1 0 0 0 0,0 0 0 0 0,-1 0 0 0 0,1 0 0 0 0,-1 0 1 0 0,-43 8-3581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1:34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612 38 1361 0 0,'75'-17'4842'0'0,"-70"17"-3962"0"0,-6 2-585 0 0,6 1-256 0 0,13-3 1 0 0,-9 6 40 0 0,9-5 0 0 0,-14-1 240 0 0,-5-1-260 0 0,0 0 1 0 0,0-1-1 0 0,0 1 0 0 0,0 0 1 0 0,-1 0-1 0 0,1 0 0 0 0,0 0 1 0 0,-1 0-1 0 0,1 0 0 0 0,-1 0 1 0 0,1 1-1 0 0,-1-1 0 0 0,1 0 1 0 0,-1 1-1 0 0,1-1 0 0 0,-1 1 1 0 0,1 0-1 0 0,-1-1 1 0 0,0 1-1 0 0,-1 0 0 0 0,-35-7 207 0 0,0 2 0 0 0,-59 0 0 0 0,82 7-253 0 0,0 0 1 0 0,0 0 0 0 0,0 2-1 0 0,-25 8 1 0 0,7-1-8 0 0,-29 16-7 0 0,38-20 0 0 0,14-5 0 0 0,0 1 0 0 0,1 1 0 0 0,0-1 0 0 0,-1 1 0 0 0,1 1 0 0 0,-12 8 0 0 0,-39 28-35 0 0,40-29 20 0 0,1 1 0 0 0,0 1 1 0 0,-23 23-1 0 0,28-23 26 0 0,8-8-13 0 0,-1 0 0 0 0,1 1 0 0 0,1 0-1 0 0,-6 8 1 0 0,-16 31-64 0 0,26-43 66 0 0,0 0 0 0 0,0-1 0 0 0,0 1 0 0 0,0 0 0 0 0,0 1 0 0 0,1-1 0 0 0,-1 0 0 0 0,1 0 0 0 0,0 0 0 0 0,0 0 0 0 0,0 0 0 0 0,0 0 0 0 0,2 5 0 0 0,-1 7 0 0 0,-2 1 0 0 0,0-11 0 0 0,1-1 0 0 0,0 0 0 0 0,0 1 0 0 0,0-1 0 0 0,0 0 0 0 0,1 0 0 0 0,-1 1 0 0 0,1-1 0 0 0,0 0 0 0 0,2 5 0 0 0,6 2-2 0 0,-8-10-1 0 0,0 0-1 0 0,0 0 0 0 0,0 0 1 0 0,0 1-1 0 0,0-1 1 0 0,0 0-1 0 0,0 1 0 0 0,0-1 1 0 0,0 1-1 0 0,-1-1 0 0 0,1 1 1 0 0,0 0-1 0 0,-1-1 0 0 0,0 1 1 0 0,1-1-1 0 0,-1 1 0 0 0,0 2 1 0 0,1-2 3 0 0,-1-1 0 0 0,0 0-1 0 0,1 0 1 0 0,-1 0 0 0 0,1 0 0 0 0,-1 0 0 0 0,1 1 0 0 0,-1-1 0 0 0,1 0 0 0 0,0 0 0 0 0,0 0-1 0 0,-1 0 1 0 0,1-1 0 0 0,0 1 0 0 0,0 0 0 0 0,0 0 0 0 0,0 0 0 0 0,0-1 0 0 0,0 1-1 0 0,0 0 1 0 0,0-1 0 0 0,1 1 0 0 0,-1-1 0 0 0,0 0 0 0 0,0 1 0 0 0,0-1 0 0 0,2 0-1 0 0,41 9 46 0 0,-33-8-33 0 0,78 12 2 0 0,-66-10-19 0 0,0 0 26 0 0,-1 0 0 0 0,0 2 0 0 0,39 14 1 0 0,-46-14-22 0 0,1-1 1 0 0,-1 0-1 0 0,0-1 0 0 0,1-1 1 0 0,0 0-1 0 0,0-1 1 0 0,-1-1-1 0 0,18-1 1 0 0,131-21 99 0 0,-117 14-44 0 0,2 1 1 0 0,40-7 3 0 0,-81 13-30 0 0,-1-1 0 0 0,0-1 0 0 0,0 1 0 0 0,0-1 0 0 0,0 0 0 0 0,0-1 0 0 0,0 1 0 0 0,7-7 0 0 0,-10 0-4 0 0,1-3 28 0 0,1 8-45 0 0,-4 4-5 0 0,-1 0-1 0 0,0 0 0 0 0,0 0 0 0 0,0 1 0 0 0,0-1 0 0 0,0 0 1 0 0,0-1-1 0 0,0 1 0 0 0,0 0 0 0 0,-1 0 0 0 0,1 0 1 0 0,0 0-1 0 0,-1-1 0 0 0,1 1 0 0 0,-1 0 0 0 0,1-1 1 0 0,-1 1-1 0 0,1 0 0 0 0,-1-1 0 0 0,0 1 0 0 0,0-3 1 0 0,0 2-1 0 0,1 0 1 0 0,-1 0 0 0 0,0 0-1 0 0,1 0 1 0 0,-1 0-1 0 0,1 0 1 0 0,-1 0 0 0 0,1 0-1 0 0,0 0 1 0 0,0 0 0 0 0,0 0-1 0 0,0 1 1 0 0,0-1 0 0 0,3-3-1 0 0,6-9 36 0 0,21-78 148 0 0,-17 54-81 0 0,-3 9 14 0 0,17-31 1 0 0,-24 54-115 0 0,-1 1 0 0 0,0-1 0 0 0,0 0 0 0 0,0-1 0 0 0,-1 1 0 0 0,0 0 1 0 0,0 0-1 0 0,-1-1 0 0 0,1 0 0 0 0,-1 1 0 0 0,-1-1 0 0 0,1-12 1 0 0,-1 17-10 0 0,0 1 0 0 0,-1-1 0 0 0,1 0 0 0 0,0 0 0 0 0,-1 0 1 0 0,1 0-1 0 0,-1 1 0 0 0,1-1 0 0 0,-1 0 0 0 0,0 1 0 0 0,1-1 1 0 0,-1 0-1 0 0,0 1 0 0 0,0-1 0 0 0,0 1 0 0 0,-1-1 0 0 0,-1-1 1 0 0,2 2-2 0 0,0 0 0 0 0,-1-1 0 0 0,1 1 0 0 0,0 0 0 0 0,0-1 1 0 0,0 1-1 0 0,1-1 0 0 0,-1 0 0 0 0,0 1 0 0 0,0-1 0 0 0,1 1 1 0 0,-1-1-1 0 0,1 0 0 0 0,0 1 0 0 0,-1-1 0 0 0,1 0 0 0 0,0-2 1 0 0,-1 3-3 0 0,1 0 1 0 0,-1 1-1 0 0,0-1 1 0 0,0 0-1 0 0,0 1 1 0 0,1-1-1 0 0,-1 1 1 0 0,0-1-1 0 0,0 1 1 0 0,0-1-1 0 0,0 1 1 0 0,0 0-1 0 0,0 0 1 0 0,0-1-1 0 0,0 1 1 0 0,0 0-1 0 0,0 0 1 0 0,0 0-1 0 0,0 0 1 0 0,0 0-1 0 0,0 0 1 0 0,0 0-1 0 0,-1 1 1 0 0,-28 0-651 0 0,-19 9-1918 0 0,-89 25-4323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6:28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36 343 1040 0 0,'-35'14'5424'0'0,"67"-16"-4338"0"0,-29 2-699 0 0,-3-1-350 0 0,0 0-1 0 0,0 0 1 0 0,0 0-1 0 0,1 0 1 0 0,-1 0-1 0 0,0 0 1 0 0,0 0 0 0 0,0 0-1 0 0,1 0 1 0 0,-1 0-1 0 0,1 0 1 0 0,-1 0 0 0 0,1 1-1 0 0,-1-1 1 0 0,1 0-1 0 0,-1 0 1 0 0,1 0 0 0 0,0 0-1 0 0,-1 1 1 0 0,1-1-1 0 0,0 0 1 0 0,0 1-1 0 0,0-1 1 0 0,-1 1 0 0 0,3-2-1 0 0,6-4 40 0 0,1-7 72 0 0,11-7 11 0 0,41-40 14 0 0,165-117 54 0 0,-147 129-214 0 0,-76 41-13 0 0,-4 8-4 0 0,0 1-9 0 0,1 1 0 0 0,-1-1 0 0 0,0 0 0 0 0,0 1 0 0 0,-1-1 0 0 0,1 0 0 0 0,0 1 0 0 0,-1-1 0 0 0,1 0 0 0 0,-1 1 0 0 0,-1 3 0 0 0,-4-2 13 0 0,5-4 0 0 0,0 0 0 0 0,0 0 0 0 0,1 1 0 0 0,-1-1 0 0 0,0 0 0 0 0,1 1 0 0 0,-1-1 0 0 0,0 0 0 0 0,1 1 0 0 0,-1-1 0 0 0,1 1 0 0 0,-1-1 0 0 0,0 1 0 0 0,1-1 0 0 0,-1 1 0 0 0,1-1 0 0 0,0 1 0 0 0,-1 0 0 0 0,1-1 0 0 0,-1 1 0 0 0,1 0 0 0 0,0-1 0 0 0,0 1 0 0 0,-1 0 0 0 0,1 0 0 0 0,0-1 0 0 0,0 1 0 0 0,0 0 0 0 0,0 0 0 0 0,0-1 0 0 0,0 1 0 0 0,0 0 0 0 0,0 0 0 0 0,0-1 0 0 0,0 1 0 0 0,0 0 0 0 0,0 0 0 0 0,0-1 0 0 0,1 1 0 0 0,-1 0 0 0 0,1 0 0 0 0,6 7 9 0 0,-6-6-14 0 0,1-1 1 0 0,-1 0-1 0 0,0 1 0 0 0,0-1 1 0 0,0 1-1 0 0,0 0 0 0 0,0-1 1 0 0,0 1-1 0 0,0 0 0 0 0,0-1 1 0 0,0 1-1 0 0,-1 0 0 0 0,1 0 1 0 0,-1 0-1 0 0,0 0 0 0 0,1 0 1 0 0,-1-1-1 0 0,0 5 0 0 0,0-6 5 0 0,0 1 0 0 0,0 0 0 0 0,0 0 0 0 0,0 0 0 0 0,0 0 0 0 0,0 0 0 0 0,1 0 0 0 0,-1-1 0 0 0,0 1 0 0 0,0 0 0 0 0,1 0 0 0 0,-1 0 0 0 0,0-1 0 0 0,1 1 0 0 0,-1 0 0 0 0,1 0 0 0 0,-1-1 0 0 0,1 1 0 0 0,0 0 0 0 0,-1-1 0 0 0,1 1 0 0 0,0-1 0 0 0,-1 1 0 0 0,1-1 0 0 0,0 1 0 0 0,-1-1 0 0 0,1 1 0 0 0,1-1 0 0 0,-1 1 0 0 0,0-1 0 0 0,0 0 0 0 0,0 1 0 0 0,-1-1 0 0 0,1 1 0 0 0,0-1 0 0 0,-1 1 0 0 0,1-1 0 0 0,0 1 0 0 0,-1-1 0 0 0,1 1 0 0 0,-1 0 0 0 0,1-1 0 0 0,-1 1 0 0 0,1 0 0 0 0,-1-1 0 0 0,1 1 0 0 0,-1 0 0 0 0,0 0 0 0 0,1 0 0 0 0,-1-1 0 0 0,0 1 0 0 0,0 0 0 0 0,0 0 0 0 0,1 0 0 0 0,-1-1 0 0 0,0 1 0 0 0,0 2 0 0 0,0 14 11 0 0,-3 34-67 0 0,3-48 48 0 0,-1 0 1 0 0,0 0 0 0 0,0 0 0 0 0,0 0 0 0 0,-1 0-1 0 0,1 0 1 0 0,0 0 0 0 0,-1-1 0 0 0,0 1-1 0 0,0 0 1 0 0,0-1 0 0 0,0 0 0 0 0,-4 4 0 0 0,-43 32-7 0 0,47-33 22 0 0,-1-2 18 0 0,-19 2 20 0 0,20-5-32 0 0,-1 0-1 0 0,0 0 1 0 0,1 0-1 0 0,-1 0 0 0 0,0 0 1 0 0,1-1-1 0 0,-1 1 1 0 0,1-1-1 0 0,-1 0 1 0 0,1 1-1 0 0,-1-1 0 0 0,1 0 1 0 0,-1-1-1 0 0,1 1 1 0 0,0 0-1 0 0,-1-1 1 0 0,-3-2-1 0 0,1-1 40 0 0,1 1 0 0 0,-1-1 0 0 0,1 0 0 0 0,0 0 0 0 0,-5-6 1 0 0,8 8-41 0 0,0 0 0 0 0,0 0 1 0 0,0 0-1 0 0,0 0 0 0 0,1 0 1 0 0,-1-1-1 0 0,1 1 0 0 0,0 0 1 0 0,0 0-1 0 0,0 0 0 0 0,0-1 1 0 0,1 1-1 0 0,-1 0 0 0 0,1 0 1 0 0,0 0-1 0 0,0 0 0 0 0,0 0 1 0 0,0 0-1 0 0,0 0 0 0 0,1 0 1 0 0,-1 0-1 0 0,1 0 0 0 0,0 0 1 0 0,0 1-1 0 0,0-1 0 0 0,0 1 1 0 0,0 0-1 0 0,5-4 0 0 0,4-3-19 0 0,0 0 0 0 0,1 0 0 0 0,0 1 0 0 0,0 1 0 0 0,1 0-1 0 0,0 0 1 0 0,1 2 0 0 0,-1-1 0 0 0,1 2 0 0 0,0 0 0 0 0,0 1 0 0 0,19-3-1 0 0,-28 6-4 0 0,0 1-1 0 0,-1-1 0 0 0,1 1 0 0 0,-1-1 1 0 0,1 1-1 0 0,-1 1 0 0 0,1-1 1 0 0,-1 1-1 0 0,0 0 0 0 0,0 0 0 0 0,0 0 1 0 0,0 0-1 0 0,0 1 0 0 0,0-1 1 0 0,0 1-1 0 0,-1 0 0 0 0,0 0 0 0 0,1 0 1 0 0,-1 1-1 0 0,0-1 0 0 0,-1 1 0 0 0,1 0 1 0 0,0 0-1 0 0,-1 0 0 0 0,0 0 1 0 0,0 0-1 0 0,0 0 0 0 0,-1 1 0 0 0,0-1 1 0 0,1 1-1 0 0,-1-1 0 0 0,0 6 1 0 0,-1 49-56 0 0,0-58 70 0 0,-1 0-1 0 0,1 0 1 0 0,-1-1 0 0 0,1 1-1 0 0,-1 0 1 0 0,1 0 0 0 0,-1-1-1 0 0,0 1 1 0 0,1 0 0 0 0,-1-1-1 0 0,0 1 1 0 0,0-1 0 0 0,1 1 0 0 0,-1-1-1 0 0,0 0 1 0 0,0 1 0 0 0,0-1-1 0 0,0 0 1 0 0,1 1 0 0 0,-1-1-1 0 0,0 0 1 0 0,0 0 0 0 0,0 0-1 0 0,0 0 1 0 0,-1 0 0 0 0,0 1 7 0 0,-52 21 310 0 0,54-21-304 0 0,-1-1 1 0 0,0 1-1 0 0,1 0 1 0 0,-1-1-1 0 0,0 1 0 0 0,0-1 1 0 0,0 0-1 0 0,0 1 1 0 0,0-1-1 0 0,1 0 0 0 0,-1 1 1 0 0,0-1-1 0 0,0 0 0 0 0,0 0 1 0 0,0 0-1 0 0,0 0 1 0 0,0 0-1 0 0,0 0 0 0 0,0 0 1 0 0,-1 0-1 0 0,-5-1 174 0 0,8 1-182 0 0,0 0-8 0 0,0 0 0 0 0,0 1 0 0 0,0-2 0 0 0,0 1 1 0 0,0 0-1 0 0,-1 0 0 0 0,1 0 0 0 0,0 0 0 0 0,0 0 1 0 0,0-1-1 0 0,0 1 0 0 0,0 0 0 0 0,-1-1 0 0 0,1 1 1 0 0,0-1-1 0 0,0 1 0 0 0,-1-1 0 0 0,1 1 0 0 0,0-1 1 0 0,-1 0-1 0 0,1 1 0 0 0,0-1 0 0 0,-1 0 1 0 0,1 1-1 0 0,0-2 0 0 0,0 1 2 0 0,-1 0 1 0 0,1 0-1 0 0,-1 0 1 0 0,1 0 0 0 0,0 0-1 0 0,0 0 1 0 0,-1 0-1 0 0,1 0 1 0 0,0 0-1 0 0,0 0 1 0 0,0 1-1 0 0,0-1 1 0 0,0 0-1 0 0,0 1 1 0 0,0-1-1 0 0,0 1 1 0 0,1-1-1 0 0,1 0 1 0 0,0 0 16 0 0,18-17-17 0 0,1 1 1 0 0,1 2 0 0 0,0 0-1 0 0,44-20 1 0 0,-34 18-15 0 0,-30 15 6 0 0,0 0 1 0 0,0 0-1 0 0,0 1 0 0 0,1-1 1 0 0,-1 1-1 0 0,1-1 0 0 0,0 1 1 0 0,-1 0-1 0 0,1 1 0 0 0,0-1 1 0 0,4 0-1 0 0,-8 1 5 0 0,0 0-1 0 0,0 0 1 0 0,1 0-1 0 0,-1 0 1 0 0,0 0 0 0 0,0 0-1 0 0,0 0 1 0 0,0 0 0 0 0,1 0-1 0 0,-1 0 1 0 0,0 0 0 0 0,0 0-1 0 0,0 0 1 0 0,0 0-1 0 0,0 0 1 0 0,1 0 0 0 0,-1 1-1 0 0,0-1 1 0 0,0 0 0 0 0,0 0-1 0 0,0 0 1 0 0,0 0 0 0 0,1 0-1 0 0,-1 0 1 0 0,0 0 0 0 0,0 1-1 0 0,0-1 1 0 0,0 0-1 0 0,0 0 1 0 0,0 0 0 0 0,0 0-1 0 0,0 0 1 0 0,0 1 0 0 0,0-1-1 0 0,1 0 1 0 0,-1 0 0 0 0,0 0-1 0 0,0 0 1 0 0,0 1-1 0 0,0-1 1 0 0,0 0 0 0 0,0 0-1 0 0,0 0 1 0 0,0 0 0 0 0,0 1-1 0 0,0-1 1 0 0,-1 0 0 0 0,1 0-1 0 0,0 8 6 0 0,0-1 1 0 0,-1 1-1 0 0,0-1 0 0 0,0 0 0 0 0,-1 1 0 0 0,0-1 1 0 0,0 0-1 0 0,-1 0 0 0 0,-5 10 0 0 0,-1-2 29 0 0,-1-1-1 0 0,-17 22 1 0 0,-9 11-119 0 0,36-47 68 0 0,-1 0 1 0 0,1 0-1 0 0,0 1 1 0 0,-1-1 0 0 0,1 1-1 0 0,0-1 1 0 0,0 0-1 0 0,-1 1 1 0 0,1-1 0 0 0,0 1-1 0 0,0-1 1 0 0,0 0 0 0 0,0 1-1 0 0,0-1 1 0 0,-1 1-1 0 0,1-1 1 0 0,0 1 0 0 0,0-1-1 0 0,0 1 1 0 0,0-1-1 0 0,0 0 1 0 0,0 1 0 0 0,0-1-1 0 0,1 1 1 0 0,-1-1-1 0 0,0 1 1 0 0,0-1 0 0 0,0 1-1 0 0,0-1 1 0 0,0 0 0 0 0,1 1-1 0 0,-1-1 1 0 0,0 1-1 0 0,0-1 1 0 0,1 1 0 0 0,17 2-188 0 0,-17-2 71 0 0,1-1 0 0 0,0 0 0 0 0,-1 0 0 0 0,1-1 1 0 0,-1 1-1 0 0,1 0 0 0 0,-1 0 0 0 0,1-1 0 0 0,-1 1 0 0 0,1-1 1 0 0,-1 1-1 0 0,1-1 0 0 0,-1 0 0 0 0,0 0 0 0 0,1 1 0 0 0,-1-1 1 0 0,0 0-1 0 0,0 0 0 0 0,1 0 0 0 0,-1-1 0 0 0,1 0 1 0 0,2-11-2535 0 0,19-13-80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6:29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1601 0 0,'3'0'5650'0'0,"17"2"-5004"0"0,-20-2-628 0 0,0 0-1 0 0,0 0 1 0 0,1 0 0 0 0,-1 0-1 0 0,0 0 1 0 0,0 0 0 0 0,1 1-1 0 0,-1-1 1 0 0,0 0-1 0 0,0 0 1 0 0,1 0 0 0 0,-1 0-1 0 0,0 1 1 0 0,0-1 0 0 0,0 0-1 0 0,1 0 1 0 0,-1 1 0 0 0,0-1-1 0 0,0 0 1 0 0,0 0 0 0 0,0 1-1 0 0,0-1 1 0 0,0 0 0 0 0,0 1-1 0 0,1-1 1 0 0,-1 0 0 0 0,0 0-1 0 0,0 1 1 0 0,0-1-1 0 0,0 0 1 0 0,0 1 0 0 0,3 8 231 0 0,20 7-107 0 0,0-1 0 0 0,46 22 0 0 0,-6-4-61 0 0,-33-16-28 0 0,-7-5-29 0 0,0 2-1 0 0,-1 1 0 0 0,39 33 0 0 0,-57-43-55 0 0,1-1 1 0 0,-1 0-1 0 0,1 0 0 0 0,-1-1 0 0 0,1 1 0 0 0,0-1 1 0 0,1 0-1 0 0,-1 0 0 0 0,0-1 0 0 0,1 0 0 0 0,-1 0 1 0 0,12 3-1 0 0,-19-6-1063 0 0,1 0 877 0 0,-1 0-1 0 0,1 1 1 0 0,-1-1-1 0 0,1 0 0 0 0,0 0 1 0 0,0 0-1 0 0,-1 1 1 0 0,1-2-1 0 0,0 1 0 0 0,0 0 1 0 0,0 0-1 0 0,0 0 1 0 0,0 0-1 0 0,0-1 1 0 0,1 1-1 0 0,-1 0 0 0 0,0-2 1 0 0,1-9-2343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6:30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0 226 80 0 0,'0'0'2401'0'0,"0"-7"-240"0"0,27 2-560 0 0,-27-6-321 0 0,53-5-319 0 0,1-8-481 0 0,79-20-160 0 0,48-12-160 0 0,-74 22-240 0 0,-80 22-240 0 0,-27 7-1441 0 0,0 0-1120 0 0,0-2 0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6:31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56 1040 0 0,'-12'-1'789'0'0,"9"0"-595"0"0,0 0 0 0 0,0 1 0 0 0,0-1 1 0 0,0 1-1 0 0,0 0 0 0 0,0-1 0 0 0,0 1 1 0 0,0 1-1 0 0,0-1 0 0 0,0 0 0 0 0,0 1 1 0 0,0 0-1 0 0,0-1 0 0 0,1 1 0 0 0,-1 0 1 0 0,0 1-1 0 0,0-1 0 0 0,1 0 0 0 0,-1 1 0 0 0,1-1 1 0 0,-1 1-1 0 0,-2 2 0 0 0,2 0-120 0 0,1-1 0 0 0,-1 0-1 0 0,1 0 1 0 0,0 1 0 0 0,0-1 0 0 0,0 1 0 0 0,0 0-1 0 0,1-1 1 0 0,0 1 0 0 0,-1 0 0 0 0,1 0-1 0 0,1 0 1 0 0,-1 0 0 0 0,0 0 0 0 0,1 0-1 0 0,0 0 1 0 0,0 0 0 0 0,0 0 0 0 0,1 0-1 0 0,-1 0 1 0 0,1 0 0 0 0,0 0 0 0 0,0 0-1 0 0,0 0 1 0 0,1 0 0 0 0,-1 0 0 0 0,1-1-1 0 0,0 1 1 0 0,0-1 0 0 0,0 1 0 0 0,1-1 0 0 0,-1 0-1 0 0,6 6 1 0 0,0-3-102 0 0,1 0-1 0 0,-1 0 1 0 0,1-1 0 0 0,0 0-1 0 0,0-1 1 0 0,0 0 0 0 0,1 0-1 0 0,0-1 1 0 0,-1 0 0 0 0,1-1-1 0 0,0 0 1 0 0,0 0 0 0 0,21-1-1 0 0,-17-1-3 0 0,1-1 0 0 0,-1 0-1 0 0,0-2 1 0 0,1 1-1 0 0,-1-2 1 0 0,-1 0 0 0 0,1-1-1 0 0,0 0 1 0 0,19-10 0 0 0,-31 13 33 0 0,-1 1 0 0 0,1 0 0 0 0,0-1 0 0 0,0 1 0 0 0,0-1 0 0 0,-1 1 1 0 0,1-1-1 0 0,-1 0 0 0 0,0 1 0 0 0,1-1 0 0 0,-1 0 0 0 0,0 0 0 0 0,0 0 1 0 0,0 0-1 0 0,0 0 0 0 0,0-1 0 0 0,-1 1 0 0 0,1 0 0 0 0,0-3 0 0 0,0-5 38 0 0,0 0 0 0 0,-1 0 0 0 0,-1-14 0 0 0,0-1 103 0 0,1 22-122 0 0,-1 0 0 0 0,1 0 1 0 0,-1 0-1 0 0,0 1 0 0 0,0-1 0 0 0,-1 0 1 0 0,1 1-1 0 0,0-1 0 0 0,-1 1 0 0 0,1-1 1 0 0,-1 1-1 0 0,0 0 0 0 0,0-1 0 0 0,0 1 1 0 0,0 0-1 0 0,0 0 0 0 0,0 1 0 0 0,-1-1 1 0 0,1 0-1 0 0,-1 1 0 0 0,1-1 0 0 0,-1 1 1 0 0,0 0-1 0 0,1 0 0 0 0,-4-1 0 0 0,-9-4 126 0 0,-1 1 0 0 0,-31-5 0 0 0,45 9-136 0 0,-24 0 150 0 0,25 3-156 0 0,0 0 0 0 0,0-1 0 0 0,1 1 0 0 0,-1 0 0 0 0,0 0 0 0 0,1 0 0 0 0,0-1 0 0 0,-1 1 0 0 0,1 0 0 0 0,0 0 0 0 0,0 0 0 0 0,0 0 0 0 0,0 0 0 0 0,0-1 0 0 0,1 4 0 0 0,-1-3-2 0 0,0-1-3 0 0,0 0-1 0 0,0-1 0 0 0,1 1 1 0 0,-1-1-1 0 0,0 1 0 0 0,0 0 0 0 0,0-1 1 0 0,1 1-1 0 0,-1-1 0 0 0,0 1 1 0 0,1-1-1 0 0,-1 1 0 0 0,0-1 1 0 0,1 1-1 0 0,-1-1 0 0 0,0 1 0 0 0,1-1 1 0 0,-1 1-1 0 0,1-1 0 0 0,-1 0 1 0 0,1 1-1 0 0,-1-1 0 0 0,1 0 1 0 0,0 0-1 0 0,-1 1 0 0 0,1-1 0 0 0,-1 0 1 0 0,1 0-1 0 0,-1 0 0 0 0,1 1 1 0 0,0-1-1 0 0,-1 0 0 0 0,1 0 0 0 0,-1 0 1 0 0,1 0-1 0 0,0 0 0 0 0,-1 0 1 0 0,1-1-1 0 0,0 1 0 0 0,-1 0 1 0 0,1 0-1 0 0,-1 0 0 0 0,1 0 0 0 0,-1-1 1 0 0,1 1-1 0 0,0-1 0 0 0,0 1 2 0 0,-1 0 0 0 0,0 0 0 0 0,0 0 0 0 0,1 0 0 0 0,-1 0 0 0 0,0 0 0 0 0,0 0 0 0 0,1-1 0 0 0,-1 1 0 0 0,0 0 0 0 0,0 0 0 0 0,1 0 0 0 0,-1 0 0 0 0,0 0 0 0 0,0-1 0 0 0,0 1 0 0 0,0 0 0 0 0,1 0 0 0 0,-1 0 0 0 0,0-1 0 0 0,0 1 0 0 0,0 0 0 0 0,0 0 0 0 0,0 0 0 0 0,0-1 0 0 0,1 1 0 0 0,-1 0 0 0 0,0 0 0 0 0,0-1 0 0 0,0 1 0 0 0,0 0 0 0 0,0 0 0 0 0,0-1 0 0 0,0 1 0 0 0,0 0 0 0 0,0-1 0 0 0,0 1 0 0 0,0 0 0 0 0,0 0 0 0 0,0-1 0 0 0,0 1 0 0 0,-1 0 0 0 0,1-1 0 0 0,0-6 0 0 0,4 1 0 0 0,14 1-13 0 0,-13 4-27 0 0,-10-3 80 0 0,-8 3-27 0 0,26 0-13 0 0,-8-4 0 0 0,-5-1 14 0 0,0 2 26 0 0,0 7-94 0 0,0-6 68 0 0,-5 1 39 0 0,-22-2 27 0 0,-1 0 0 0 0,-49 1 0 0 0,48 5-99 0 0,21 0-3 0 0,5 1 10 0 0,-6 7-2 0 0,-9-5 1 0 0,9 1-54 0 0,-9-5 54 0 0,14 1-75 0 0,-1 2-317 0 0,-43 0-3331 0 0,21-4-505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6:32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371 1 1441 0 0,'0'-1'4863'0'0,"1"11"-3928"0"0,-1-9-938 0 0,0 1 0 0 0,0-1 0 0 0,0 0 0 0 0,0 1 0 0 0,0-1 0 0 0,0 0-1 0 0,-1 0 1 0 0,1 1 0 0 0,0-1 0 0 0,-1 0 0 0 0,1 0 0 0 0,-1 1 0 0 0,1-1 0 0 0,-1 0 0 0 0,-1 1 0 0 0,0 0 24 0 0,-17 13 85 0 0,19-15-100 0 0,-1 1 0 0 0,1 0 0 0 0,-1 0-1 0 0,1-1 1 0 0,-1 1 0 0 0,1 0-1 0 0,0 0 1 0 0,0-1 0 0 0,-1 1 0 0 0,1 0-1 0 0,0 0 1 0 0,0 0 0 0 0,0 0 0 0 0,0-1-1 0 0,0 1 1 0 0,0 0 0 0 0,0 0-1 0 0,0 0 1 0 0,0 0 0 0 0,0-1 0 0 0,1 1-1 0 0,-1 0 1 0 0,0 0 0 0 0,0 0-1 0 0,1-1 1 0 0,-1 1 0 0 0,1 0 0 0 0,-1 0-1 0 0,0-1 1 0 0,1 1 0 0 0,0 0 0 0 0,-1-1-1 0 0,1 1 1 0 0,-1-1 0 0 0,2 2-1 0 0,3 3 18 0 0,-4-4-16 0 0,1 0 1 0 0,-1 1-1 0 0,1-1 1 0 0,-1 1-1 0 0,0 0 1 0 0,1-1-1 0 0,-1 1 1 0 0,0 0-1 0 0,0 0 0 0 0,-1 0 1 0 0,1 0-1 0 0,0 0 1 0 0,0 0-1 0 0,-1 0 1 0 0,1 0-1 0 0,-1 0 1 0 0,0 0-1 0 0,0 0 1 0 0,0 0-1 0 0,0 0 1 0 0,0 4-1 0 0,0 123 340 0 0,0-123-349 0 0,1-1-1 0 0,0 1 1 0 0,0-1 0 0 0,1 0-1 0 0,-1 1 1 0 0,1-1-1 0 0,5 9 1 0 0,-5-11 0 0 0,-1 0 1 0 0,1 1-1 0 0,0-1 0 0 0,-1 0 1 0 0,0 1-1 0 0,0-1 0 0 0,0 1 0 0 0,0 0 1 0 0,-1-1-1 0 0,1 1 0 0 0,-1 0 0 0 0,0-1 1 0 0,0 1-1 0 0,0 0 0 0 0,0-1 1 0 0,-1 1-1 0 0,0 0 0 0 0,1-1 0 0 0,-4 8 1 0 0,-14 18 1 0 0,9 3 13 0 0,-8-2 40 0 0,8-8-40 0 0,7-16-14 0 0,0 0-1 0 0,0-1 0 0 0,-1 1 0 0 0,0-1 0 0 0,0 0 0 0 0,-4 6 0 0 0,-14 26-30 0 0,19-32 38 0 0,0-1 0 0 0,0 1 0 0 0,0-1 0 0 0,-1 0 0 0 0,1 0-1 0 0,-1 0 1 0 0,0 0 0 0 0,0-1 0 0 0,-8 7 0 0 0,-28 22 61 0 0,26-20-9 0 0,-1 0-1 0 0,-26 15 1 0 0,34-25-23 0 0,0-1 0 0 0,0 0 0 0 0,0 0 0 0 0,0 0 0 0 0,0-1 0 0 0,-1 0 0 0 0,1 0-1 0 0,0 0 1 0 0,0-1 0 0 0,0 0 0 0 0,0 0 0 0 0,-11-4 0 0 0,9 3-22 0 0,5 1-2 0 0,-1 0 1 0 0,1 0-1 0 0,0 0 0 0 0,0-1 1 0 0,0 1-1 0 0,0-1 0 0 0,0 1 0 0 0,1-1 1 0 0,-1 0-1 0 0,0 0 0 0 0,1-1 1 0 0,-1 1-1 0 0,1 0 0 0 0,0-1 1 0 0,0 1-1 0 0,0-1 0 0 0,0 0 1 0 0,0 0-1 0 0,1 0 0 0 0,-1 0 1 0 0,1 0-1 0 0,0 0 0 0 0,0 0 0 0 0,0 0 1 0 0,0 0-1 0 0,0-1 0 0 0,1 1 1 0 0,0 0-1 0 0,-1 0 0 0 0,1-1 1 0 0,1-4-1 0 0,-1-4-5 0 0,2 1-1 0 0,-1-1 1 0 0,1 1 0 0 0,1 0 0 0 0,0-1-1 0 0,1 2 1 0 0,0-1 0 0 0,6-11 0 0 0,-5 11 13 0 0,1 1 1 0 0,1 0-1 0 0,0 0 1 0 0,0 1 0 0 0,1 0-1 0 0,0 1 1 0 0,11-10-1 0 0,5-1 63 0 0,37-22-1 0 0,-32 23-40 0 0,-3 1-35 0 0,1 2 1 0 0,0 0 0 0 0,2 2-1 0 0,-1 2 1 0 0,1 0 0 0 0,1 2-1 0 0,0 1 1 0 0,0 1 0 0 0,1 2-1 0 0,-1 1 1 0 0,48 0 0 0 0,-73 4-301 0 0,-10-1-613 0 0,-17-5-1280 0 0,-4-4-801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6:35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1033 93 1121 0 0,'19'-3'2421'0'0,"38"0"0"0"0,-53 3-714 0 0,-4 1-1676 0 0,0-1 1 0 0,0 1-1 0 0,0-1 0 0 0,0 0 0 0 0,-1 1 0 0 0,1-1 0 0 0,0 0 0 0 0,0 1 1 0 0,-1-1-1 0 0,1 0 0 0 0,0 0 0 0 0,0 1 0 0 0,-1-1 0 0 0,1 0 1 0 0,0 0-1 0 0,-1 1 0 0 0,1-1 0 0 0,0 0 0 0 0,-1 0 0 0 0,1 0 1 0 0,0 0-1 0 0,-1 1 0 0 0,1-1 0 0 0,-1 0 0 0 0,1 0 0 0 0,0 0 1 0 0,-1 0-1 0 0,1 0 0 0 0,-1 0 0 0 0,1 0 0 0 0,0 0 0 0 0,-1 0 1 0 0,1 0-1 0 0,0 0 0 0 0,-1 0 0 0 0,1 0 0 0 0,-1-1 0 0 0,1 1 1 0 0,-1 0-1 0 0,-17 1 109 0 0,5 1-44 0 0,0 0-1 0 0,0 0 0 0 0,-18-1 0 0 0,-32 2 71 0 0,46 0-154 0 0,-219 33 136 0 0,19 2-14 0 0,184-33-97 0 0,-1-1 1 0 0,1-2-1 0 0,0-1 0 0 0,-43-4 1 0 0,50 2 11 0 0,0 1-1 0 0,-29 5 1 0 0,33-3-132 0 0,16-1 51 0 0,4 3 14 0 0,-47 48 5 0 0,38-46 41 0 0,10-6-29 0 0,0 1 1 0 0,1-1-1 0 0,-1 0 1 0 0,0 1-1 0 0,0-1 1 0 0,0 1-1 0 0,1-1 1 0 0,-1 1-1 0 0,0-1 1 0 0,0 1-1 0 0,1-1 1 0 0,-1 1-1 0 0,0 0 1 0 0,1-1-1 0 0,-1 1 1 0 0,1 0-1 0 0,-1 0 1 0 0,1-1-1 0 0,-1 1 1 0 0,1 0-1 0 0,0 0 1 0 0,-1 0-1 0 0,1 0 1 0 0,0 0-1 0 0,0-1 0 0 0,0 1 1 0 0,-1 0-1 0 0,1 2 1 0 0,0-2-1 0 0,0 1 0 0 0,-1 0 0 0 0,1-1 0 0 0,-1 1 0 0 0,1-1 0 0 0,-1 0 0 0 0,0 1 0 0 0,0-1 0 0 0,0 1 1 0 0,0-1-1 0 0,0 0 0 0 0,0 0 0 0 0,0 0 0 0 0,0 1 0 0 0,0-1 0 0 0,-3 1 0 0 0,-11 14 4 0 0,9-9-2 0 0,5-6-2 0 0,-1 1 0 0 0,1-1 1 0 0,-1 1-1 0 0,1 0 0 0 0,0-1 0 0 0,0 1 1 0 0,0 0-1 0 0,0 0 0 0 0,0-1 0 0 0,0 1 0 0 0,1 0 1 0 0,-1 0-1 0 0,0 0 0 0 0,1 0 0 0 0,0 0 1 0 0,-1 0-1 0 0,1 0 0 0 0,0 3 0 0 0,-1 18-40 0 0,0-15 26 0 0,0 0 0 0 0,1 1 1 0 0,0-1-1 0 0,0 1 0 0 0,1-1 0 0 0,0 0 0 0 0,4 16 0 0 0,40 44-105 0 0,-44-66 120 0 0,-1-1 1 0 0,1 1-1 0 0,0 0 0 0 0,-1-1 0 0 0,1 1 0 0 0,-1 0 0 0 0,0-1 1 0 0,1 1-1 0 0,-1 0 0 0 0,0-1 0 0 0,0 1 0 0 0,0 0 0 0 0,0 0 1 0 0,0-1-1 0 0,-1 1 0 0 0,1 0 0 0 0,0-1 0 0 0,-1 1 1 0 0,1 0-1 0 0,-1-1 0 0 0,0 1 0 0 0,0-1 0 0 0,1 1 0 0 0,-1-1 1 0 0,0 1-1 0 0,0-1 0 0 0,0 0 0 0 0,-2 2 0 0 0,-3 10 35 0 0,6-12-37 0 0,1 1 0 0 0,0 0 0 0 0,0 0-1 0 0,0-1 1 0 0,0 1 0 0 0,0 0 0 0 0,0-1 0 0 0,1 1 0 0 0,-1-1-1 0 0,0 0 1 0 0,1 1 0 0 0,-1-1 0 0 0,4 2 0 0 0,-3-2-1 0 0,0 0 0 0 0,0 1-1 0 0,0-1 1 0 0,0 1 0 0 0,-1 0 0 0 0,1 0 0 0 0,0 0 0 0 0,-1-1 0 0 0,0 1 0 0 0,1 1 0 0 0,-1-1 0 0 0,0 0-1 0 0,0 0 1 0 0,0 0 0 0 0,1 4 0 0 0,-2 33-77 0 0,0-38 75 0 0,1 0 1 0 0,-1 0-1 0 0,1-1 1 0 0,-1 1-1 0 0,1 0 0 0 0,-1 0 1 0 0,1-1-1 0 0,0 1 0 0 0,-1-1 1 0 0,1 1-1 0 0,0 0 1 0 0,0-1-1 0 0,-1 1 0 0 0,1-1 1 0 0,0 0-1 0 0,0 1 0 0 0,0-1 1 0 0,0 0-1 0 0,-1 1 0 0 0,1-1 1 0 0,0 0-1 0 0,0 0 1 0 0,0 0-1 0 0,0 0 0 0 0,1 0 1 0 0,0 1-9 0 0,16 7-6 0 0,-1 1 0 0 0,0 1 1 0 0,-1 0-1 0 0,18 15 0 0 0,-1-5-2 0 0,-4-5-38 0 0,-20-12 59 0 0,0 1 0 0 0,0-1 0 0 0,0-1 0 0 0,1 0 0 0 0,-1 0 0 0 0,1-1 0 0 0,-1 0 0 0 0,15-1 0 0 0,11 2 0 0 0,8-1 32 0 0,0-2-1 0 0,83-14 1 0 0,-71 8-33 0 0,-7 0 23 0 0,0-2 0 0 0,65-20 0 0 0,361-83-22 0 0,-465 111 8 0 0,0-1-1 0 0,-1 0 0 0 0,1-1 0 0 0,-1 0 1 0 0,1 0-1 0 0,-1-1 0 0 0,0 0 1 0 0,-1 0-1 0 0,1-1 0 0 0,12-10 0 0 0,3-12 36 0 0,49-42 1 0 0,18-20 29 0 0,-48 46-73 0 0,-33 35 0 0 0,-1-1 0 0 0,0 1 0 0 0,0-2 0 0 0,0 1 0 0 0,-2-1 0 0 0,12-19 0 0 0,-7 7 2 0 0,-1 4 6 0 0,-1-1 0 0 0,8-22 1 0 0,-15 36-6 0 0,-1 0 1 0 0,1-1 0 0 0,-1 1 0 0 0,0 0 0 0 0,-1 0 0 0 0,1-1 0 0 0,-1 1-1 0 0,0 0 1 0 0,0-1 0 0 0,-1 1 0 0 0,0 0 0 0 0,1-1 0 0 0,-4-8 0 0 0,-14-18 76 0 0,15 27-79 0 0,0 0 0 0 0,0 1 0 0 0,0-1 1 0 0,-1 1-1 0 0,0 0 0 0 0,0 0 0 0 0,0 1 1 0 0,0-1-1 0 0,0 1 0 0 0,-1 0 0 0 0,0 0 1 0 0,1 0-1 0 0,-1 1 0 0 0,0 0 0 0 0,0 0 1 0 0,0 0-1 0 0,-1 0 0 0 0,1 1 1 0 0,-9-2-1 0 0,-7 0-168 0 0,0 0 1 0 0,0 1 0 0 0,-38 2-1 0 0,25 3-1002 0 0,1 2-1 0 0,-51 13 1 0 0,26-1-3647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6:37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822 14 1761 0 0,'0'0'148'0'0,"0"0"1"0"0,0-1-1 0 0,1 1 0 0 0,-1 0 1 0 0,0-1-1 0 0,0 1 0 0 0,0 0 1 0 0,0-1-1 0 0,0 1 0 0 0,0 0 1 0 0,0-1-1 0 0,0 1 0 0 0,0 0 1 0 0,0-1-1 0 0,0 1 1 0 0,0 0-1 0 0,0-1 0 0 0,0 1 1 0 0,0 0-1 0 0,0-1 0 0 0,0 1 1 0 0,-1 0-1 0 0,1-1 0 0 0,0 1 1 0 0,0 0-1 0 0,0 0 1 0 0,0-1-1 0 0,-1 1 0 0 0,1 0 1 0 0,0-1-1 0 0,0 1 0 0 0,-1 0 1 0 0,1 0-1 0 0,0 0 0 0 0,0-1 1 0 0,-1 1-1 0 0,1 0 1 0 0,0 0-1 0 0,-1 0 0 0 0,0-1 1 0 0,-13 1-56 0 0,8-1-59 0 0,-1 1-1 0 0,1 0 1 0 0,0 0 0 0 0,0 0 0 0 0,-1 1-1 0 0,1 0 1 0 0,0 0 0 0 0,0 0-1 0 0,0 1 1 0 0,0 0 0 0 0,0 0-1 0 0,0 0 1 0 0,1 1 0 0 0,-1 0-1 0 0,1 0 1 0 0,-1 0 0 0 0,1 1 0 0 0,-7 6-1 0 0,-3 3 40 0 0,-1 0-1 0 0,0-1 1 0 0,-22 12-1 0 0,17-12-44 0 0,1 2 0 0 0,-31 26 0 0 0,43-33-26 0 0,-1 0 0 0 0,0-1-1 0 0,-1 0 1 0 0,0 0 0 0 0,1-1 0 0 0,-17 7 0 0 0,14-8 0 0 0,1 2 0 0 0,-1-1 1 0 0,1 2-1 0 0,1-1 0 0 0,-13 11 0 0 0,11-6 25 0 0,6-5-20 0 0,0-1-1 0 0,0 0 1 0 0,0-1 0 0 0,-1 1-1 0 0,-8 3 1 0 0,-4 1-7 0 0,11-6-11 0 0,-1 1 0 0 0,1 0 0 0 0,0 1 0 0 0,0-1 0 0 0,-7 7-1 0 0,-13 10-2 0 0,20-16 25 0 0,1 0 0 0 0,0 0 1 0 0,1 0-1 0 0,-1 1 0 0 0,-6 8 1 0 0,2 4-27 0 0,6-11 8 0 0,1 0-1 0 0,-1 0 1 0 0,0-1-1 0 0,0 0 1 0 0,-1 0 0 0 0,-10 10-1 0 0,10-12 8 0 0,4-3 3 0 0,1-1-1 0 0,0 1 1 0 0,-1 0 0 0 0,1 0 0 0 0,0 0 0 0 0,0 0-1 0 0,0 0 1 0 0,0 0 0 0 0,0 0 0 0 0,0 0 0 0 0,0 0-1 0 0,0 0 1 0 0,0 1 0 0 0,0-1 0 0 0,0 0-1 0 0,1 1 1 0 0,-1-1 0 0 0,1 0 0 0 0,-1 1 0 0 0,1-1-1 0 0,0 1 1 0 0,-1-1 0 0 0,1 3 0 0 0,0-3-5 0 0,0 0 1 0 0,0 1 0 0 0,0-1-1 0 0,-1 0 1 0 0,1 1 0 0 0,0-1-1 0 0,-1 0 1 0 0,1 0 0 0 0,-1 1-1 0 0,1-1 1 0 0,-1 0 0 0 0,0 0-1 0 0,1 0 1 0 0,-1 0 0 0 0,0 0-1 0 0,0 0 1 0 0,0 0 0 0 0,0 0-1 0 0,0 0 1 0 0,-1 1 0 0 0,-7 9-25 0 0,5 11 14 0 0,4-20 11 0 0,1-1-1 0 0,-1 1 1 0 0,0 0 0 0 0,-1 0 0 0 0,1 0 0 0 0,0-1 0 0 0,-1 1 0 0 0,1 0 0 0 0,0 0 0 0 0,-1-1 0 0 0,0 1 0 0 0,-1 3 0 0 0,-7 4-28 0 0,8-9 28 0 0,0 1 0 0 0,0 0 0 0 0,0 0 0 0 0,0 0 0 0 0,0 0 0 0 0,0 0 0 0 0,0 0 0 0 0,1 0 0 0 0,-1 0-1 0 0,0 0 1 0 0,1 0 0 0 0,-1 0 0 0 0,1 0 0 0 0,-1 0 0 0 0,1 1 0 0 0,-1-1 0 0 0,1 0 0 0 0,0 0 0 0 0,0 0 0 0 0,0 1 0 0 0,0-1 0 0 0,0 2-1 0 0,0 149 69 0 0,0-149-67 0 0,1-1 0 0 0,-1 1 1 0 0,1-1-1 0 0,0 1 0 0 0,0-1 0 0 0,0 0 0 0 0,0 1 0 0 0,1-1 1 0 0,-1 0-1 0 0,0 0 0 0 0,1 0 0 0 0,0 0 0 0 0,-1 0 0 0 0,1 0 1 0 0,0-1-1 0 0,0 1 0 0 0,0 0 0 0 0,0-1 0 0 0,0 1 0 0 0,1-1 1 0 0,-1 0-1 0 0,0 0 0 0 0,5 1 0 0 0,-3 0 7 0 0,-1 0 0 0 0,1 0 0 0 0,0 1 0 0 0,-1-1 0 0 0,0 1 0 0 0,1-1 0 0 0,-1 1 0 0 0,3 4 0 0 0,3 7 6 0 0,-8-12-13 0 0,0 0 0 0 0,0 0 0 0 0,1 0 0 0 0,-1 0 0 0 0,1 0 0 0 0,-1 0 0 0 0,1 0 0 0 0,0 0 0 0 0,0-1 0 0 0,0 1 0 0 0,3 1 0 0 0,29 24 44 0 0,-28-22-27 0 0,-1 0-1 0 0,1-1 1 0 0,0 1 0 0 0,0-1-1 0 0,1 0 1 0 0,-1-1-1 0 0,1 0 1 0 0,0 0 0 0 0,0 0-1 0 0,7 1 1 0 0,-2 0-26 0 0,-1 1 0 0 0,1 0 0 0 0,-1 1 0 0 0,12 8 0 0 0,-9-6-11 0 0,-1 0 0 0 0,1-1-1 0 0,0-1 1 0 0,22 8-1 0 0,31-2 58 0 0,-44-9-49 0 0,43 11 1 0 0,17 3 64 0 0,-38-1-40 0 0,-37-14-12 0 0,28 5 44 0 0,1 0 0 0 0,-1-3 1 0 0,1-1-1 0 0,53-3 0 0 0,173-13 195 0 0,-233 8-199 0 0,1-2 0 0 0,-1-1 0 0 0,0-1 1 0 0,-1-1-1 0 0,30-15 0 0 0,20-6 32 0 0,-62 23-58 0 0,0 0 0 0 0,0 0 0 0 0,15-12 0 0 0,0 0 32 0 0,248-158 113 0 0,-208 135-71 0 0,-55 35-69 0 0,-1-2 1 0 0,0 1 0 0 0,-1-2 0 0 0,0 0 0 0 0,20-20-1 0 0,-32 28-23 0 0,0-1-1 0 0,-1 0 0 0 0,1 1 0 0 0,-1-1 0 0 0,0 0 0 0 0,0-1 0 0 0,0 1 1 0 0,0 0-1 0 0,-1-1 0 0 0,0 1 0 0 0,0-1 0 0 0,1-4 0 0 0,-1-59 89 0 0,-1 37-40 0 0,-1 28-43 0 0,1 1 0 0 0,0-1 0 0 0,-1 1 0 0 0,1 0-1 0 0,-1-1 1 0 0,0 1 0 0 0,0-1 0 0 0,0 1-1 0 0,0 0 1 0 0,0 0 0 0 0,-1 0 0 0 0,1 0-1 0 0,0 0 1 0 0,-1 0 0 0 0,0 0 0 0 0,1 0-1 0 0,-1 0 1 0 0,0 1 0 0 0,0-1 0 0 0,-3-1-1 0 0,-4-3 23 0 0,-1 0-1 0 0,0 1 0 0 0,-13-5 0 0 0,1 0 8 0 0,-151-66-19 0 0,106 49 2 0 0,-66-46 146 0 0,-27 12-80 0 0,153 58-108 0 0,-8-3 112 0 0,0 0 0 0 0,-27-6 0 0 0,36 11-208 0 0,0 0 0 0 0,1 0 0 0 0,-1 1 0 0 0,0 0 0 0 0,1 0 0 0 0,-1 0 0 0 0,0 1 1 0 0,1 0-1 0 0,-1 0 0 0 0,0 0 0 0 0,1 1 0 0 0,-8 2 0 0 0,-35 21-3704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7:23.8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0 1921 0 0,'-22'15'2281'0'0,"21"-14"-2203"0"0,0 0 1 0 0,1 0-1 0 0,-1-1 1 0 0,0 1-1 0 0,0-1 1 0 0,0 1-1 0 0,0 0 1 0 0,0-1-1 0 0,0 0 1 0 0,0 1-1 0 0,0-1 1 0 0,0 1-1 0 0,0-1 1 0 0,0 0-1 0 0,0 0 1 0 0,0 0-1 0 0,0 0 1 0 0,0 0-1 0 0,0 0 1 0 0,0 0-1 0 0,-2 0 1 0 0,-1 0 101 0 0,4-1-178 0 0,-1 1 0 0 0,1 0 0 0 0,0-1-1 0 0,-1 1 1 0 0,1 0 0 0 0,-1-1 0 0 0,1 1-1 0 0,0-1 1 0 0,0 1 0 0 0,-1 0 0 0 0,1-1-1 0 0,0 1 1 0 0,0-1 0 0 0,0 1 0 0 0,-1-1-1 0 0,1 1 1 0 0,0-1 0 0 0,0 1 0 0 0,0-1-1 0 0,0 1 1 0 0,0-1 0 0 0,0 1 0 0 0,0-1-1 0 0,0 1 1 0 0,0-1 0 0 0,0-4-983 0 0,1 10 129 0 0,-1-4 78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37:25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502 23 480 0 0,'0'1'124'0'0,"1"0"0"0"0,-1 0 0 0 0,0 0 0 0 0,0 0 1 0 0,0 0-1 0 0,0 0 0 0 0,0 0 0 0 0,-1 0 0 0 0,1 0 0 0 0,0 0 0 0 0,0 0 0 0 0,0 0 0 0 0,-1 0 0 0 0,1 0 0 0 0,-1-1 0 0 0,1 1 0 0 0,-1 0 0 0 0,1 0 0 0 0,-1 0 0 0 0,1-1 0 0 0,-1 1 0 0 0,0 0 1 0 0,1 0-1 0 0,-1-1 0 0 0,0 1 0 0 0,0-1 0 0 0,1 1 0 0 0,-1-1 0 0 0,0 1 0 0 0,0-1 0 0 0,0 1 0 0 0,0-1 0 0 0,0 0 0 0 0,0 1 0 0 0,0-1 0 0 0,0 0 0 0 0,1 0 0 0 0,-1 0 0 0 0,-2 0 0 0 0,21 0 23 0 0,-14 0 107 0 0,1 0-108 0 0,0 2-107 0 0,39-4 336 0 0,-22-2-295 0 0,-18 3 80 0 0,1 1-80 0 0,13 0 0 0 0,-14 1 0 0 0,0 3-13 0 0,1-2-56 0 0,39-4 85 0 0,-32-1-48 0 0,1 1 0 0 0,-1-2 0 0 0,-1 1 0 0 0,12-7 0 0 0,3 0 272 0 0,-21 8 1587 0 0,-10 2-1840 0 0,-13 0-54 0 0,10-4-13 0 0,-10 4-13 0 0,-30 4-40 0 0,43-4 293 0 0,6-1-43 0 0,-6-2-167 0 0,-66-3 543 0 0,66 6-506 0 0,1-1 13 0 0,0 0-76 0 0,-14-2 49 0 0,16 6-36 0 0,-23-1-11 0 0,-55 4 87 0 0,-53 20 214 0 0,84-18-213 0 0,44-4-28 0 0,5-4 14 0 0,-4 0-13 0 0,-5 2-77 0 0,0-1-1 0 0,0 1 1 0 0,1 1 0 0 0,-1 0-1 0 0,1 0 1 0 0,-9 5 0 0 0,-16 5 29 0 0,13-5-9 0 0,0 1 1 0 0,1 0 0 0 0,0 1-1 0 0,-27 21 1 0 0,46-31-18 0 0,-1 1-1 0 0,1-1 1 0 0,-1 1-1 0 0,1 0 1 0 0,0-1-1 0 0,-1 1 1 0 0,1-1 0 0 0,0 1-1 0 0,0-1 1 0 0,-1 1-1 0 0,1 0 1 0 0,0-1 0 0 0,0 1-1 0 0,0-1 1 0 0,0 1-1 0 0,0 0 1 0 0,0-1 0 0 0,0 1-1 0 0,0 0 1 0 0,0-1-1 0 0,0 1 1 0 0,0 0-1 0 0,1 0-48 0 0,-1-1 0 0 0,0 1-1 0 0,0-1 1 0 0,0 1 0 0 0,0-1-1 0 0,0 1 1 0 0,0-1 0 0 0,0 1-1 0 0,0-1 1 0 0,0 0-1 0 0,0 1 1 0 0,0-1 0 0 0,0 1-1 0 0,0-1 1 0 0,-1 1 0 0 0,1-1-1 0 0,0 1 1 0 0,0-1-1 0 0,0 0 1 0 0,-1 1 0 0 0,1-1-1 0 0,0 1 1 0 0,0-1 0 0 0,-1 0-1 0 0,1 1 1 0 0,0-1 0 0 0,-1 0-1 0 0,1 1 1 0 0,0-1-1 0 0,-1 0 1 0 0,0 1 0 0 0,-17 2-2572 0 0,18-3 2500 0 0,0 0 0 0 0,0 0 0 0 0,-1 0 0 0 0,1 0 0 0 0,0-1 0 0 0,0 1 1 0 0,-1 0-1 0 0,1 0 0 0 0,0 0 0 0 0,0-1 0 0 0,-1 1 0 0 0,1 0 0 0 0,0 0 0 0 0,0-1 0 0 0,0 1 0 0 0,0 0 0 0 0,-1 0 1 0 0,1-1-1 0 0,0 1 0 0 0,0 0 0 0 0,0 0 0 0 0,0-1 0 0 0,0 1 0 0 0,0 0 0 0 0,0-1 0 0 0,0 1 0 0 0,0 0 1 0 0,0-1-1 0 0,0 1 0 0 0,0 0 0 0 0,0-1 0 0 0,0 1 0 0 0,0-1 0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1:41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1512 13 1361 0 0,'-5'0'350'0'0,"4"0"-267"0"0,0 0 1 0 0,0 0 0 0 0,0 0 0 0 0,0 0 0 0 0,0 0-1 0 0,0-1 1 0 0,0 1 0 0 0,0 0 0 0 0,0 0 0 0 0,0-1-1 0 0,0 1 1 0 0,0 0 0 0 0,1-1 0 0 0,-1 1 0 0 0,0-1-1 0 0,0 1 1 0 0,0-1 0 0 0,0 0 0 0 0,1 1 0 0 0,-1-1-1 0 0,0 0 1 0 0,1 1 0 0 0,-2-2 0 0 0,-2 0 796 0 0,-52 1 1106 0 0,10 3-1451 0 0,-30 4 266 0 0,43-4-494 0 0,0 1 1 0 0,-51 11 0 0 0,-5 1-31 0 0,-44 8 43 0 0,111-18-264 0 0,0 0-1 0 0,1 2 1 0 0,0 0-1 0 0,-24 13 1 0 0,23-10-11 0 0,-1-1 0 0 0,-41 11 1 0 0,30-13 13 0 0,0 1-1 0 0,1 2 1 0 0,0 1 0 0 0,-41 21-1 0 0,8-2-44 0 0,48-23-11 0 0,0 0-1 0 0,0 2 0 0 0,1 0 0 0 0,0 2 0 0 0,-16 12 0 0 0,-24 20 136 0 0,40-31-104 0 0,1 0 0 0 0,-27 27 0 0 0,34-31-8 0 0,1 0 0 0 0,-1-1 0 0 0,-18 12 0 0 0,17-13-15 0 0,0 1 0 0 0,1 0-1 0 0,-16 16 1 0 0,12-10-11 0 0,7-8 13 0 0,0 1-1 0 0,1 0 1 0 0,-1 0-1 0 0,-6 12 1 0 0,11-16-13 0 0,-1 0 0 0 0,2 0 0 0 0,-1 0 0 0 0,0 0 1 0 0,0 0-1 0 0,1 1 0 0 0,-1-1 0 0 0,1 0 0 0 0,0 0 0 0 0,0 0 1 0 0,-1 1-1 0 0,1-1 0 0 0,1 0 0 0 0,-1 0 0 0 0,0 0 0 0 0,1 1 1 0 0,-1-1-1 0 0,1 0 0 0 0,-1 0 0 0 0,1 0 0 0 0,0 0 0 0 0,1 2 1 0 0,7 10-31 0 0,-8-12 27 0 0,1 0 1 0 0,-1 1-1 0 0,1-1 0 0 0,-1 0 1 0 0,0 0-1 0 0,0 0 0 0 0,0 1 1 0 0,0-1-1 0 0,-1 1 0 0 0,1-1 1 0 0,-1 1-1 0 0,1-1 1 0 0,-1 5-1 0 0,-1 25 3 0 0,0-24 0 0 0,0 1 0 0 0,1 0 0 0 0,0 0 0 0 0,1 0 0 0 0,0-1 0 0 0,0 1 0 0 0,4 11 0 0 0,1-4 0 0 0,1 3 0 0 0,0-1 0 0 0,2 0 0 0 0,11 18 0 0 0,-14-27 7 0 0,1-1-1 0 0,1 0 1 0 0,0-1 0 0 0,0 1 0 0 0,0-2 0 0 0,1 1 0 0 0,0-1-1 0 0,13 7 1 0 0,21 15-68 0 0,-15-8 53 0 0,1-1 0 0 0,0-1 0 0 0,57 24 1 0 0,94 22 172 0 0,-155-56-152 0 0,32 7-2 0 0,-1-2 0 0 0,2-3 1 0 0,-1-2-1 0 0,1-2 1 0 0,0-4-1 0 0,102-7 1 0 0,2-14 68 0 0,171-41 0 0 0,-288 50-74 0 0,364-88 188 0 0,-342 75-34 0 0,95-46-1 0 0,57-45-91 0 0,-174 87-8 0 0,49-38 0 0 0,-73 50-47 0 0,-6 4-10 0 0,-1 0 0 0 0,0-1-1 0 0,-1-1 1 0 0,0 0 0 0 0,15-21 0 0 0,-24 29-3 0 0,0-1-1 0 0,-1 1 1 0 0,1-1 0 0 0,-1 0 0 0 0,0-1 0 0 0,-1 1-1 0 0,1 0 1 0 0,-1-1 0 0 0,-1 1 0 0 0,1-1 0 0 0,-1 0 0 0 0,0 0-1 0 0,0 1 1 0 0,-1-1 0 0 0,0 0 0 0 0,0 0 0 0 0,-1 0 0 0 0,-1-7-1 0 0,0 7 9 0 0,-1 0 0 0 0,0 0-1 0 0,0 0 1 0 0,0 1-1 0 0,-1-1 1 0 0,0 1 0 0 0,0 0-1 0 0,0 0 1 0 0,-1 1 0 0 0,0-1-1 0 0,0 1 1 0 0,-1 0-1 0 0,-5-5 1 0 0,-8-3 54 0 0,0 0 1 0 0,-40-19-1 0 0,10 11-185 0 0,-1 2 0 0 0,-1 2 0 0 0,0 3 0 0 0,-1 2 0 0 0,0 2 0 0 0,-1 3 0 0 0,0 1 0 0 0,-82 3 0 0 0,-30 18-1945 0 0,-17 12-1454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1:28.3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109 159 960 0 0,'-20'-6'1445'0'0,"18"5"-1183"0"0,-1 0-1 0 0,0 0 1 0 0,1 0 0 0 0,-1 0-1 0 0,0 1 1 0 0,0-1-1 0 0,1 1 1 0 0,-1 0-1 0 0,0 0 1 0 0,-3 0-1 0 0,2-4 313 0 0,-14 3-267 0 0,13 1 653 0 0,1 0-640 0 0,-14 0 1 0 0,17 0 57 0 0,-5 3-309 0 0,35-1 844 0 0,59-3-873 0 0,138-19 0 0 0,-225 20-40 0 0,28-2-51 0 0,22 3 22 0 0,-44-1 29 0 0,0 1 0 0 0,0 0 0 0 0,0 0 0 0 0,0 1 0 0 0,0 0 0 0 0,0 0 0 0 0,7 3 0 0 0,30 10 0 0 0,-15-10 0 0 0,-14-2-4 0 0,0 0 1 0 0,0 1 0 0 0,22 8 0 0 0,-32-9-12 0 0,4-1-8 0 0,26 5-6 0 0,-15-4 29 0 0,-15-3 0 0 0,0 1 0 0 0,0 0 0 0 0,0 0 0 0 0,0 0 0 0 0,7 3 0 0 0,11 1 0 0 0,-1-4 13 0 0,9 5 54 0 0,8 0-67 0 0,-26-2 0 0 0,10-3 0 0 0,-1-1-13 0 0,-22 0-8 0 0,-1 0 20 0 0,0 0 0 0 0,0 0-1 0 0,0 1 1 0 0,0-1-1 0 0,0 0 1 0 0,0 0-1 0 0,0 0 1 0 0,0 0 0 0 0,0 0-1 0 0,0-1 1 0 0,0 1-1 0 0,0 0 1 0 0,0 0-1 0 0,0-1 1 0 0,0 1 0 0 0,1 0-1 0 0,-1-1 1 0 0,0 1-1 0 0,0-1 1 0 0,0 1-1 0 0,0-1 1 0 0,0-1-1 0 0,-12-5 71 0 0,-5-3-4 0 0,13 6-40 0 0,0 0 0 0 0,-1 0-1 0 0,0 1 1 0 0,0-1 0 0 0,-7-2 0 0 0,-17-9 79 0 0,-103-68 363 0 0,100 53-447 0 0,30 26-33 0 0,0 0 0 0 0,0 0 1 0 0,-1 1-1 0 0,0 0 0 0 0,1-1 0 0 0,-1 1 1 0 0,-1 1-1 0 0,1-1 0 0 0,0 1 1 0 0,-6-3-1 0 0,3 3-120 0 0,6 2 83 0 0,0 0-1 0 0,0 0 1 0 0,0 0-1 0 0,0 0 1 0 0,0 0-1 0 0,1 0 1 0 0,-1 0-1 0 0,0-1 1 0 0,0 1 0 0 0,0 0-1 0 0,0-1 1 0 0,0 1-1 0 0,0-1 1 0 0,1 1-1 0 0,-1-1 1 0 0,0 1-1 0 0,0-1 1 0 0,1 0-1 0 0,-1 1 1 0 0,1-1-1 0 0,-1 0 1 0 0,-1-1-1 0 0,-2 1-1683 0 0,-14 2-960 0 0,18-1 2614 0 0,0 0 0 0 0,0 0 1 0 0,-1 0-1 0 0,1 0 0 0 0,0 0 0 0 0,0 0 1 0 0,0 0-1 0 0,-1 1 0 0 0,1-1 1 0 0,0 0-1 0 0,0 0 0 0 0,0 0 1 0 0,-1 0-1 0 0,1 0 0 0 0,0 0 1 0 0,0 1-1 0 0,0-1 0 0 0,0 0 1 0 0,0 0-1 0 0,-1 0 0 0 0,1 0 1 0 0,0 1-1 0 0,0-1 0 0 0,0 0 1 0 0,0 0-1 0 0,0 0 0 0 0,0 1 1 0 0,0-1-1 0 0,0 0 0 0 0,0 0 1 0 0,0 0-1 0 0,0 1 0 0 0,0-1 1 0 0,0 0-1 0 0,0 0 0 0 0,0 1 1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1:29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543 126 640 0 0,'-5'0'1254'0'0,"-4"1"-706"0"0,0 1 0 0 0,1-1 0 0 0,-1 2 0 0 0,0 0 0 0 0,1 0 0 0 0,0 0-1 0 0,-11 7 1 0 0,0-1-238 0 0,-37 11-1 0 0,4-5 165 0 0,-52 21 0 0 0,80-27-315 0 0,-1-1 0 0 0,0-1 0 0 0,-43 6 1 0 0,23-5 3 0 0,14 3 10 0 0,21-9-145 0 0,13-3-33 0 0,9-6-98 0 0,-12 6 100 0 0,1 1 0 0 0,0-1 0 0 0,-1 0 0 0 0,1 0 0 0 0,0 1 0 0 0,-1-1 0 0 0,1 0 0 0 0,0 1 0 0 0,0-1 0 0 0,0 1 0 0 0,0-1 0 0 0,-1 1 0 0 0,1 0 0 0 0,0-1 0 0 0,0 1 0 0 0,0 0-1 0 0,0-1 1 0 0,0 1 0 0 0,0 0 0 0 0,0 0 0 0 0,0 0 0 0 0,1 0 0 0 0,4-1-20 0 0,-3 0 9 0 0,-1 0-1 0 0,0 0 1 0 0,0 0 0 0 0,1-1-1 0 0,-1 1 1 0 0,0-1 0 0 0,0 1-1 0 0,0-1 1 0 0,-1 1-1 0 0,1-1 1 0 0,0 0 0 0 0,-1 0-1 0 0,3-3 1 0 0,-1 1-16 0 0,0 1-1 0 0,0-1 1 0 0,0 1 0 0 0,0 0-1 0 0,1 0 1 0 0,5-4-1 0 0,5-2-37 0 0,-5 4 1 0 0,0 0 1 0 0,0-1 0 0 0,-1 0-1 0 0,0-1 1 0 0,11-11 0 0 0,6-11-241 0 0,30-24 0 0 0,-54 52 302 0 0,1 0 1 0 0,0 0 0 0 0,-1-1 0 0 0,1 1 0 0 0,0 0 0 0 0,-1-1 0 0 0,1 0 0 0 0,-1 1 0 0 0,1-1 0 0 0,-1 0 1 0 0,1 1-1 0 0,-1-1 0 0 0,0 0 0 0 0,0 0 0 0 0,0 0 0 0 0,0 0 0 0 0,-1 0 0 0 0,1-1 0 0 0,0 1 0 0 0,-1 0 1 0 0,0 0-1 0 0,1 0 0 0 0,-1 0 0 0 0,0-1 0 0 0,0 1 0 0 0,-1-4 0 0 0,1 5 4 0 0,0 0 0 0 0,0 0 0 0 0,0 0 0 0 0,-1 1 0 0 0,1-1 0 0 0,0 0 0 0 0,-1 0 0 0 0,1 0 0 0 0,-1 0 0 0 0,1 0 0 0 0,-1 1 0 0 0,1-1 0 0 0,-1 0 0 0 0,0 0 0 0 0,1 1 0 0 0,-1-1 0 0 0,0 1 0 0 0,1-1 0 0 0,-1 0 0 0 0,0 1 0 0 0,0-1 0 0 0,0 1 0 0 0,0 0 0 0 0,0-1 0 0 0,1 1 0 0 0,-1 0 0 0 0,-1-1 0 0 0,-3-1 0 0 0,2 1 8 0 0,0-1 0 0 0,0 1 0 0 0,-1 0 0 0 0,1 0 1 0 0,0 1-1 0 0,-1-1 0 0 0,1 1 0 0 0,-1-1 0 0 0,1 1 0 0 0,0 0 0 0 0,-1 0 0 0 0,1 1 0 0 0,-5 0 0 0 0,6-1-1 0 0,1 0 1 0 0,-1 0-1 0 0,1 0 1 0 0,-1 1-1 0 0,1-1 1 0 0,0 0-1 0 0,-1 1 0 0 0,1-1 1 0 0,-1 1-1 0 0,1-1 1 0 0,0 1-1 0 0,-1 0 0 0 0,1 0 1 0 0,0-1-1 0 0,0 1 1 0 0,0 0-1 0 0,0 0 0 0 0,-1 0 1 0 0,1 0-1 0 0,0 0 1 0 0,1 1-1 0 0,-1-1 0 0 0,0 0 1 0 0,0 0-1 0 0,0 1 1 0 0,1-1-1 0 0,-1 2 0 0 0,0 24 121 0 0,0-18-110 0 0,1 0 0 0 0,0 0 0 0 0,0 0 0 0 0,1 0 0 0 0,0 0 0 0 0,3 9 0 0 0,6 2 14 0 0,-8-17-24 0 0,-1-1 1 0 0,1 1-1 0 0,-1-1 1 0 0,0 1-1 0 0,0 0 1 0 0,0 0-1 0 0,0 0 0 0 0,0-1 1 0 0,-1 1-1 0 0,1 0 1 0 0,-1 5-1 0 0,0 20 22 0 0,0-17-7 0 0,0-17-36 0 0,0 5 15 0 0,0 0 0 0 0,0 1 0 0 0,0-1-1 0 0,1 0 1 0 0,-1 1 0 0 0,0-1 0 0 0,0 0 0 0 0,0 1-1 0 0,1-1 1 0 0,-1 0 0 0 0,0 1 0 0 0,0-1 0 0 0,1 1-1 0 0,-1-1 1 0 0,1 0 0 0 0,-1 1 0 0 0,0-1 0 0 0,1 1-1 0 0,-1-1 1 0 0,1 1 0 0 0,-1 0 0 0 0,1-1 0 0 0,0 1-1 0 0,-1-1 1 0 0,1 1 0 0 0,-1 0 0 0 0,1 0 0 0 0,0-1 0 0 0,-1 1-1 0 0,1 0 1 0 0,0 0 0 0 0,0-1-6 0 0,0 1 1 0 0,-1 0 0 0 0,1 0-1 0 0,0 0 1 0 0,-1-1-1 0 0,1 1 1 0 0,0 0-1 0 0,-1-1 1 0 0,1 1-1 0 0,0-1 1 0 0,-1 1-1 0 0,1-1 1 0 0,-1 1-1 0 0,1-1 1 0 0,-1 1-1 0 0,1-1 1 0 0,-1 0-1 0 0,1 1 1 0 0,-1-1 0 0 0,0 1-1 0 0,1-1 1 0 0,-1 0-1 0 0,0 0 1 0 0,0 1-1 0 0,1-1 1 0 0,-1 0-1 0 0,0 1 1 0 0,0-1-1 0 0,0 0 1 0 0,0 0-1 0 0,0 0 1 0 0,1-11-213 0 0,-1 9 38 0 0,1 0 0 0 0,-1 0 0 0 0,0 0 0 0 0,0 1 0 0 0,0-1 0 0 0,0 0 0 0 0,0 0 0 0 0,-1 0 0 0 0,1 0 0 0 0,-1 0 0 0 0,0 1 0 0 0,0-1 0 0 0,-1-3 0 0 0,-21-11-2370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1:47.7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321 376 160 0 0,'-7'-1'900'0'0,"-23"-7"942"0"0,29 8-1772 0 0,0 0 0 0 0,0-1 1 0 0,0 1-1 0 0,0-1 1 0 0,0 1-1 0 0,1 0 0 0 0,-1-1 1 0 0,0 0-1 0 0,0 1 1 0 0,1-1-1 0 0,-1 1 0 0 0,0-1 1 0 0,1 0-1 0 0,-1 0 1 0 0,0 1-1 0 0,1-1 0 0 0,-1 0 1 0 0,1 0-1 0 0,-1 0 0 0 0,1 1 1 0 0,0-1-1 0 0,-1 0 1 0 0,1 0-1 0 0,0 0 0 0 0,0 0 1 0 0,-1-1-1 0 0,3 4-47 0 0,-9 0 13 0 0,-10 1-1 0 0,13 0 31 0 0,4-2 108 0 0,-5-2-28 0 0,4 1-107 0 0,0 0-26 0 0,0 0 0 0 0,0 0 1 0 0,0 0-1 0 0,0 0 1 0 0,0 0-1 0 0,0 0 0 0 0,1 0 1 0 0,-1-1-1 0 0,0 1 1 0 0,0 0-1 0 0,0-1 0 0 0,0 1 1 0 0,1 0-1 0 0,-1-1 1 0 0,0 1-1 0 0,0-1 1 0 0,1 1-1 0 0,-1-1 0 0 0,0 1 1 0 0,1-1-1 0 0,-1 0 1 0 0,0 1-1 0 0,1-1 0 0 0,-1 0 1 0 0,0-1-1 0 0,0 1 5 0 0,1 1-1 0 0,-1-1 0 0 0,0 0 0 0 0,0 0 1 0 0,1 1-1 0 0,-1-1 0 0 0,0 1 1 0 0,0-1-1 0 0,0 0 0 0 0,0 1 0 0 0,0 0 1 0 0,0-1-1 0 0,0 1 0 0 0,0 0 1 0 0,0-1-1 0 0,0 1 0 0 0,0 0 0 0 0,0 0 1 0 0,0 0-1 0 0,0 0 0 0 0,-2 0 1 0 0,3 0 15 0 0,-1 0-17 0 0,1 0 0 0 0,0-1-1 0 0,-1 1 1 0 0,1 0 0 0 0,0 0 0 0 0,-1 0 0 0 0,1 0 0 0 0,0-1 0 0 0,0 1-1 0 0,-1 0 1 0 0,1 0 0 0 0,0 0 0 0 0,-1-1 0 0 0,1 1 0 0 0,0 0 0 0 0,0 0-1 0 0,0-1 1 0 0,-1 1 0 0 0,1 0 0 0 0,0-1 0 0 0,0 1 0 0 0,0 0 0 0 0,0-1-1 0 0,0 1 1 0 0,-1 0 0 0 0,1-1 0 0 0,0 1 0 0 0,-2-5 100 0 0,-43-7 444 0 0,-35-32 241 0 0,76 38-643 0 0,0 2-10 0 0,-14 3-54 0 0,13 1 146 0 0,6 0-232 0 0,-1 1 1 0 0,0-1-1 0 0,0 1 0 0 0,0 0 0 0 0,0-1 1 0 0,0 1-1 0 0,0-1 0 0 0,0 1 0 0 0,0 0 1 0 0,0-1-1 0 0,0 1 0 0 0,0-1 1 0 0,0 1-1 0 0,0-1 0 0 0,0 1 0 0 0,0 0 1 0 0,-1-1-1 0 0,1 1 0 0 0,0-1 1 0 0,0 1-1 0 0,-1-1 0 0 0,1 1 0 0 0,0-1 1 0 0,-1 1-1 0 0,1-1 0 0 0,0 1 1 0 0,-1-1-1 0 0,0 1 0 0 0,-4 4 4 0 0,4-4-1 0 0,-1 0 0 0 0,1 1 0 0 0,-1-1 0 0 0,1 1 0 0 0,0-1-1 0 0,0 1 1 0 0,0-1 0 0 0,0 1 0 0 0,0 0 0 0 0,0 0 0 0 0,0 0 0 0 0,0-1-1 0 0,1 1 1 0 0,-1 0 0 0 0,1 0 0 0 0,-1 0 0 0 0,1 0 0 0 0,0 0-1 0 0,0 0 1 0 0,0 3 0 0 0,3 30 186 0 0,-2-34-188 0 0,0 1-1 0 0,0-1 0 0 0,0 1 1 0 0,0-1-1 0 0,1 1 1 0 0,-1-1-1 0 0,0 0 1 0 0,1 0-1 0 0,-1 0 1 0 0,1 0-1 0 0,-1 0 1 0 0,3 1-1 0 0,0 6 5 0 0,-4-7-13 0 0,0-1 0 0 0,0 0 0 0 0,0 1 0 0 0,0-1 0 0 0,0 0 0 0 0,0 1 0 0 0,0-1 0 0 0,0 0 0 0 0,0 1 0 0 0,0-1 0 0 0,0 0 0 0 0,0 0 0 0 0,0 1 0 0 0,1-1 0 0 0,-1 0 0 0 0,0 1 0 0 0,0-1 0 0 0,0 0 0 0 0,1 0 0 0 0,-1 1 0 0 0,0-1 0 0 0,0 0 0 0 0,1 0 0 0 0,-1 0 0 0 0,0 1 0 0 0,0-1 0 0 0,1 0 0 0 0,-1 0 0 0 0,1 0 0 0 0,5 2 4 0 0,-5-2-2 0 0,-1 0 0 0 0,1 0-1 0 0,0 0 1 0 0,-1 0 0 0 0,1 0-1 0 0,0 1 1 0 0,-1-1 0 0 0,1 0-1 0 0,-1 0 1 0 0,1 0 0 0 0,0 1 0 0 0,-1-1-1 0 0,1 0 1 0 0,-1 1 0 0 0,1-1-1 0 0,-1 0 1 0 0,1 1 0 0 0,-1-1-1 0 0,1 1 1 0 0,-1-1 0 0 0,1 1 0 0 0,-1-1-1 0 0,1 1 1 0 0,-1-1 0 0 0,0 1-1 0 0,1 0 1 0 0,-1-1 0 0 0,0 1-1 0 0,0-1 1 0 0,0 1 0 0 0,1 0 0 0 0,-1-1-1 0 0,0 1 1 0 0,0 0 0 0 0,0-1-1 0 0,0 2 1 0 0,0-1-1 0 0,0 0-1 0 0,0 0 1 0 0,0-1-1 0 0,0 1 1 0 0,1 0-1 0 0,-1 0 1 0 0,0-1-1 0 0,0 1 1 0 0,1 0-1 0 0,-1-1 1 0 0,0 1 0 0 0,1 0-1 0 0,-1-1 1 0 0,1 1-1 0 0,-1 0 1 0 0,1-1-1 0 0,-1 1 1 0 0,1-1-1 0 0,-1 1 1 0 0,1-1-1 0 0,0 1 1 0 0,-1-1-1 0 0,1 0 1 0 0,0 1 0 0 0,-1-1-1 0 0,2 1 1 0 0,-1-1-1 0 0,0 1 0 0 0,0-1-1 0 0,0 0 1 0 0,-1 1 0 0 0,1-1 0 0 0,0 1 0 0 0,0 0 0 0 0,0-1 0 0 0,-1 1 0 0 0,1 0 0 0 0,0-1 0 0 0,-1 1 0 0 0,1 0 0 0 0,-1 0 0 0 0,1-1 0 0 0,-1 1 0 0 0,1 0 0 0 0,-1 0 0 0 0,0 0 0 0 0,1 0 0 0 0,-1 0 0 0 0,0 0 0 0 0,0 0 0 0 0,0 0 0 0 0,1-1-1 0 0,-1 1 1 0 0,0 1 0 0 0,0-1 2 0 0,0 0-1 0 0,0 0 0 0 0,0-1 1 0 0,0 1-1 0 0,0 0 0 0 0,0-1 1 0 0,0 1-1 0 0,1 0 0 0 0,-1-1 1 0 0,0 1-1 0 0,0 0 0 0 0,1-1 1 0 0,-1 1-1 0 0,0-1 0 0 0,1 1 1 0 0,-1 0-1 0 0,1-1 0 0 0,-1 1 1 0 0,1-1-1 0 0,-1 1 0 0 0,1-1 1 0 0,-1 1-1 0 0,1-1 0 0 0,0 0 1 0 0,-1 1-1 0 0,1-1 0 0 0,-1 0 1 0 0,1 0-1 0 0,0 1 0 0 0,-1-1 1 0 0,2 0-1 0 0,-1 0 0 0 0,-1 1 0 0 0,1-1-1 0 0,0 0 1 0 0,-1 0 0 0 0,1 1 0 0 0,0-1-1 0 0,-1 0 1 0 0,1 1 0 0 0,-1-1 0 0 0,1 0-1 0 0,0 1 1 0 0,-1-1 0 0 0,1 1 0 0 0,-1-1-1 0 0,1 1 1 0 0,-1 0 0 0 0,0-1 0 0 0,1 1-1 0 0,-1-1 1 0 0,1 1 0 0 0,-1 0 0 0 0,0-1-1 0 0,0 1 1 0 0,1 0 0 0 0,-1-1 0 0 0,0 1-1 0 0,0 0 1 0 0,0-1 0 0 0,0 1 0 0 0,0 0-1 0 0,0 0 1 0 0,0 60-134 0 0,0-60 132 0 0,0 1 1 0 0,0-1-1 0 0,1 0 1 0 0,-1 1-1 0 0,0-1 0 0 0,0 0 1 0 0,1 1-1 0 0,-1-1 1 0 0,1 0-1 0 0,-1 1 1 0 0,1-1-1 0 0,0 0 1 0 0,-1 0-1 0 0,1 0 1 0 0,0 0-1 0 0,0 0 1 0 0,0 0-1 0 0,0 0 1 0 0,0 0-1 0 0,2 2 0 0 0,6 6 13 0 0,17 29 121 0 0,-25-37-132 0 0,-1 0 0 0 0,1 0 0 0 0,-1 0 0 0 0,1 1 0 0 0,-1-1 1 0 0,0 0-1 0 0,1 0 0 0 0,-1 1 0 0 0,0-1 0 0 0,0 0 0 0 0,0 0 0 0 0,0 1 0 0 0,0 1 0 0 0,-1-2-4 0 0,1-1 0 0 0,0 1 0 0 0,0 0 0 0 0,0 0 0 0 0,0 0 0 0 0,0 0-1 0 0,0 0 1 0 0,0 0 0 0 0,0 0 0 0 0,0-1 0 0 0,1 1 0 0 0,-1 0 0 0 0,0 0 0 0 0,1 0-1 0 0,-1 0 1 0 0,0-1 0 0 0,1 1 0 0 0,-1 0 0 0 0,1 0 0 0 0,-1-1 0 0 0,2 2 0 0 0,16 5-11 0 0,-18-7 14 0 0,0 0 0 0 0,1 0 0 0 0,-1 0 1 0 0,0 0-1 0 0,0 0 0 0 0,0 0 0 0 0,1 1 0 0 0,-1-1 0 0 0,0 0 0 0 0,0 0 0 0 0,0 0 0 0 0,1 0 0 0 0,-1 0 0 0 0,0 0 0 0 0,0 0 0 0 0,0 0 0 0 0,1 0 0 0 0,-1 1 0 0 0,0-1 0 0 0,0 0 0 0 0,0 0 0 0 0,0 0 0 0 0,0 0 0 0 0,1 1 0 0 0,-1-1 0 0 0,0 0 0 0 0,0 0 0 0 0,0 0 0 0 0,0 1 1 0 0,0-1-1 0 0,0 0 0 0 0,0 0 0 0 0,0 0 0 0 0,0 1 0 0 0,0-1 0 0 0,0 0 0 0 0,0 0 0 0 0,0 0 0 0 0,0 1 0 0 0,0-1 0 0 0,0 0 0 0 0,0 0 0 0 0,0 0 0 0 0,0 1 0 0 0,0-1 0 0 0,0 0 0 0 0,0 0 0 0 0,0 0 0 0 0,0 1 0 0 0,0-1 0 0 0,0 0 0 0 0,-1 0 0 0 0,1 0 1 0 0,0 0-1 0 0,1 0 0 0 0,-1 0 0 0 0,0 0 0 0 0,0 0 0 0 0,0 0 1 0 0,0 0-1 0 0,0 0 0 0 0,0 0 0 0 0,0 0 0 0 0,0 0 1 0 0,0 0-1 0 0,1-1 0 0 0,-1 1 0 0 0,0 0 0 0 0,0 0 0 0 0,0 0 1 0 0,0 0-1 0 0,0 0 0 0 0,0 0 0 0 0,0 0 0 0 0,1 0 0 0 0,-1 0 1 0 0,0 0-1 0 0,0 0 0 0 0,0 0 0 0 0,0 0 0 0 0,0 0 0 0 0,0 1 1 0 0,0-1-1 0 0,1 0 0 0 0,-1 0 0 0 0,0 0 0 0 0,0 0 1 0 0,0 0-1 0 0,0 0 0 0 0,0 0 0 0 0,0 0 0 0 0,0 0 0 0 0,0 0 1 0 0,0 0-1 0 0,0 0 0 0 0,1 0 0 0 0,-1 1 0 0 0,0-1 0 0 0,0 0 1 0 0,0 0-1 0 0,0 0 0 0 0,0 0 0 0 0,0 0 0 0 0,0 0 0 0 0,0 0 1 0 0,0 0-1 0 0,0 1 0 0 0,0-1 0 0 0,0 0 0 0 0,0 0 0 0 0,0 0 1 0 0,0 0-1 0 0,0 0 0 0 0,0 0 0 0 0,0 0 0 0 0,0 1 1 0 0,0-1-1 0 0,11-1 31 0 0,0-1 0 0 0,0 0 0 0 0,0-1 0 0 0,0 0 0 0 0,0 0 0 0 0,-1-1 1 0 0,0-1-1 0 0,18-10 0 0 0,155-93 558 0 0,-68 39-298 0 0,4 0-36 0 0,295-179 331 0 0,-201 120-226 0 0,-191 120-440 0 0,-38 13-302 0 0,1 0 0 0 0,0 2 0 0 0,0 0 0 0 0,0 0 1 0 0,1 1-1 0 0,0 1 0 0 0,-15 13 0 0 0,-47 31-3660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1:48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13 320 0 0,'-32'-9'2604'0'0,"19"5"-425"0"0,36 13-1146 0 0,60 33-1192 0 0,-37-18 118 0 0,-37-18 58 0 0,1 0 1 0 0,-2 0-1 0 0,1 1 1 0 0,11 12-1 0 0,4 2 43 0 0,-18-16-42 0 0,-4-4-12 0 0,-1 0-1 0 0,1 0 1 0 0,-1 0 0 0 0,0 0-1 0 0,1 0 1 0 0,-1 1 0 0 0,0-1-1 0 0,0 0 1 0 0,0 0 0 0 0,0 1-1 0 0,0-1 1 0 0,0 1 0 0 0,0-1-1 0 0,-1 1 1 0 0,1-1 0 0 0,0 1-1 0 0,-1 0 1 0 0,1-1 0 0 0,-1 1-1 0 0,0-1 1 0 0,0 1 0 0 0,1 0 0 0 0,-1 0-1 0 0,0 1 1 0 0,0 1 10 0 0,0 0-1 0 0,1 0 1 0 0,0 0 0 0 0,0 0 0 0 0,0 0 0 0 0,0-1 0 0 0,0 1-1 0 0,1 0 1 0 0,0-1 0 0 0,3 6 0 0 0,2 4 37 0 0,-2-4-6 0 0,0 0 0 0 0,1 0 1 0 0,0-1-1 0 0,1 0 0 0 0,0 0 1 0 0,0 0-1 0 0,0-1 1 0 0,1 0-1 0 0,15 10 0 0 0,-10-7 67 0 0,-1 0-1 0 0,20 20 0 0 0,-30-27-90 0 0,1-1-1 0 0,-1 1 0 0 0,0-1 0 0 0,0 1 0 0 0,0 0 1 0 0,0 0-1 0 0,0 0 0 0 0,-1 0 0 0 0,1 0 1 0 0,-1 0-1 0 0,0 0 0 0 0,0 0 0 0 0,0 1 1 0 0,0-1-1 0 0,-1 0 0 0 0,1 1 0 0 0,-1 3 1 0 0,1-3-16 0 0,-1 0 0 0 0,1 0 1 0 0,0 0-1 0 0,0 0 1 0 0,0-1-1 0 0,1 1 1 0 0,-1 0-1 0 0,1-1 1 0 0,0 1-1 0 0,0-1 0 0 0,0 0 1 0 0,0 1-1 0 0,1-1 1 0 0,-1 0-1 0 0,1 0 1 0 0,0-1-1 0 0,0 1 1 0 0,0-1-1 0 0,0 1 1 0 0,0-1-1 0 0,0 0 0 0 0,1 0 1 0 0,6 3-1 0 0,0-1-272 0 0,1 1-1 0 0,-1-1 0 0 0,1-1 1 0 0,0 0-1 0 0,1 0 0 0 0,11 0 1 0 0,-23-2 210 0 0,0-1 1 0 0,1 0-1 0 0,-1 0 1 0 0,0 0-1 0 0,0 0 1 0 0,0 0-1 0 0,1 0 1 0 0,-1 1-1 0 0,0-1 1 0 0,0 0-1 0 0,0 0 1 0 0,1 0-1 0 0,-1 0 1 0 0,0 0-1 0 0,0 0 1 0 0,1 0-1 0 0,-1 0 1 0 0,0 0-1 0 0,0 0 1 0 0,0 0-1 0 0,1 0 1 0 0,-1 0-1 0 0,0 0 1 0 0,0 0-1 0 0,1 0 1 0 0,-1 0-1 0 0,0 0 1 0 0,0-1-1 0 0,0 1 1 0 0,1 0-1 0 0,-1 0 1 0 0,0 0-1 0 0,0 0 1 0 0,0 0-1 0 0,1-1 1 0 0,-1 1 0 0 0,0 0-1 0 0,0 0 1 0 0,0 0-1 0 0,0 0 1 0 0,0-1-1 0 0,0 1 1 0 0,1 0-1 0 0,-1 0 1 0 0,0 0-1 0 0,0-1 1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1:54.0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2379 263 880 0 0,'1'-15'4631'0'0,"-1"20"-3370"0"0,1-4-1239 0 0,-1 1 0 0 0,0-1 0 0 0,0 0 0 0 0,0 1 0 0 0,-1-1 0 0 0,1 0 0 0 0,0 1 0 0 0,0-1-1 0 0,-1 0 1 0 0,1 1 0 0 0,-1-1 0 0 0,1 0 0 0 0,-1 0 0 0 0,0 0 0 0 0,-1 2 0 0 0,-3 0-6 0 0,4-2 7 0 0,0 0 1 0 0,0-1-1 0 0,0 1 1 0 0,0 0-1 0 0,0 0 1 0 0,0 0-1 0 0,0 0 1 0 0,0 0-1 0 0,0 0 1 0 0,0 0-1 0 0,0 0 1 0 0,0 0-1 0 0,1 0 1 0 0,-1 0-1 0 0,0 0 1 0 0,1 1-1 0 0,-1-1 1 0 0,1 0-1 0 0,-1 0 1 0 0,1 1-1 0 0,0-1 1 0 0,0 0-1 0 0,-1 1 1 0 0,1-1-1 0 0,0 0 1 0 0,0 1-1 0 0,0-1 1 0 0,1 0-1 0 0,-1 3 1 0 0,0-2 25 0 0,1 1 0 0 0,-1 0 0 0 0,0-1 0 0 0,-1 1 0 0 0,1-1 0 0 0,0 1 0 0 0,-1-1 0 0 0,1 1 0 0 0,-1-1 0 0 0,0 1 0 0 0,0-1 0 0 0,0 0 0 0 0,0 1 0 0 0,-2 2 0 0 0,-1-2-12 0 0,1-1 1 0 0,0 1-1 0 0,-1-1 1 0 0,1 0 0 0 0,-1 0-1 0 0,0 0 1 0 0,1 0 0 0 0,-5 0-1 0 0,5-1-17 0 0,-22 8 28 0 0,0 0-1 0 0,-52 8 1 0 0,48-12 7 0 0,-55 19 1 0 0,-71 31 117 0 0,7-2-87 0 0,100-34-17 0 0,-1-2 0 0 0,-52 11 1 0 0,-379 91 143 0 0,356-91 14 0 0,120-28-174 0 0,4-6-26 0 0,-5 2 13 0 0,-48-10-8 0 0,30 8-7 0 0,0 0 0 0 0,-38-3 0 0 0,-33 3-22 0 0,0 4 0 0 0,-1 5 1 0 0,-118 18-1 0 0,26-4 130 0 0,182-17-132 0 0,-5 1 10 0 0,1-1 0 0 0,0 0 0 0 0,-1 0 0 0 0,1-1 0 0 0,-13-2 0 0 0,20 2-10 0 0,1 1 0 0 0,-1-1 0 0 0,0 0-1 0 0,0 0 1 0 0,1 1 0 0 0,-1-1 0 0 0,0 0 0 0 0,1 0 0 0 0,-1-1 0 0 0,1 1-1 0 0,-1 0 1 0 0,1 0 0 0 0,0-1 0 0 0,0 1 0 0 0,-1-1 0 0 0,1 1 0 0 0,0-1 0 0 0,0 0-1 0 0,1 1 1 0 0,-1-1 0 0 0,0 0 0 0 0,0 0 0 0 0,1 1 0 0 0,-1-1 0 0 0,1 0-1 0 0,0 0 1 0 0,-1 0 0 0 0,1 0 0 0 0,0 0 0 0 0,0-3 0 0 0,0 3-4 0 0,0-1 1 0 0,0 1-1 0 0,0 0 0 0 0,0 0 1 0 0,1 0-1 0 0,-1-1 0 0 0,1 1 1 0 0,-1 0-1 0 0,1 0 0 0 0,0 0 1 0 0,-1 0-1 0 0,1 0 0 0 0,0 0 1 0 0,1 0-1 0 0,-1 0 0 0 0,0 0 1 0 0,0 0-1 0 0,1 1 1 0 0,1-3-1 0 0,12-15-11 0 0,-6 5 49 0 0,-4 6-29 0 0,-1 0-1 0 0,2 0 0 0 0,-1 1 0 0 0,1 0 1 0 0,8-8-1 0 0,-5 6 3 0 0,-1 0-1 0 0,0 0 1 0 0,13-20 0 0 0,-18 25-26 0 0,1-14 19 0 0,-4 17 2 0 0,0 0 0 0 0,0 0 0 0 0,0 0 0 0 0,0 0 0 0 0,0 0 0 0 0,1 0 1 0 0,-1 0-1 0 0,0 1 0 0 0,0-1 0 0 0,1 0 0 0 0,-1 0 0 0 0,0 0 0 0 0,1 0 0 0 0,-1 0 0 0 0,1 1 0 0 0,0-2 1 0 0,7-6 1 0 0,-6 6-8 0 0,-1 1 0 0 0,0 0 0 0 0,0 0 0 0 0,0-1 0 0 0,1 1 0 0 0,-2 0 0 0 0,1-1 0 0 0,0 1 0 0 0,0-1 0 0 0,0 0 0 0 0,-1 1 0 0 0,1-1 0 0 0,0 0 0 0 0,-1 1 0 0 0,0-1 0 0 0,1 0 0 0 0,-1 1 0 0 0,0-1 0 0 0,0 0 0 0 0,0 0 0 0 0,0 1 0 0 0,0-1 0 0 0,-1-2 0 0 0,2 2 5 0 0,-1 0 1 0 0,0-1-1 0 0,1 1 1 0 0,0-1-1 0 0,-1 1 1 0 0,1 0-1 0 0,0 0 0 0 0,0-1 1 0 0,0 1-1 0 0,1 0 1 0 0,-1 0-1 0 0,0 0 1 0 0,1 0-1 0 0,0 0 1 0 0,-1 1-1 0 0,1-1 1 0 0,0 0-1 0 0,2-1 0 0 0,46-29-5 0 0,-39 26-40 0 0,127-76-197 0 0,177-74 157 0 0,-218 110 86 0 0,5 7 63 0 0,-74 25-82 0 0,-27 13 14 0 0,0 0 0 0 0,0 0-1 0 0,-1 1 1 0 0,1-1-1 0 0,0 0 1 0 0,0 1-1 0 0,0-1 1 0 0,0 1 0 0 0,0-1-1 0 0,0 1 1 0 0,0 0-1 0 0,0-1 1 0 0,0 1 0 0 0,0 0-1 0 0,0 0 1 0 0,0 0-1 0 0,0 0 1 0 0,0 0 0 0 0,0 0-1 0 0,1 0 1 0 0,-15 3-12 0 0,12-3 8 0 0,1 0-1 0 0,0 0 1 0 0,0 0 0 0 0,0 0-1 0 0,-1 0 1 0 0,1 0-1 0 0,0 0 1 0 0,0 0-1 0 0,0 0 1 0 0,0 0 0 0 0,-1 0-1 0 0,1 0 1 0 0,0 1-1 0 0,0-1 1 0 0,0 0-1 0 0,-1 0 1 0 0,1 0 0 0 0,0 0-1 0 0,0 0 1 0 0,0 0-1 0 0,0 1 1 0 0,0-1-1 0 0,-1 0 1 0 0,1 0 0 0 0,0 0-1 0 0,0 0 1 0 0,0 1-1 0 0,0-1 1 0 0,0 0-1 0 0,0 0 1 0 0,0 0-1 0 0,0 0 1 0 0,0 1 0 0 0,0-1-1 0 0,0 0 1 0 0,-1 0-1 0 0,1 0 1 0 0,0 1-1 0 0,0-1 1 0 0,0 0 0 0 0,1 0-1 0 0,-1 0 1 0 0,0 1-1 0 0,0-1 1 0 0,0 0-1 0 0,0 0 1 0 0,0 1 0 0 0,0 1-126 0 0,0 0 17 0 0,0 0 1 0 0,0 0-1 0 0,-1 0 0 0 0,1 0 1 0 0,-1 0-1 0 0,0-1 0 0 0,1 1 0 0 0,-1 0 1 0 0,0 0-1 0 0,0 0 0 0 0,0-1 1 0 0,0 1-1 0 0,-1 0 0 0 0,-1 2 0 0 0,-64 70-4994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1:55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584 275 1521 0 0,'0'-9'939'0'0,"-1"7"-789"0"0,1 0 0 0 0,-1 0-1 0 0,1 0 1 0 0,0 0-1 0 0,0 0 1 0 0,0 0-1 0 0,0 0 1 0 0,0 0-1 0 0,1 0 1 0 0,-1 0-1 0 0,1 0 1 0 0,-1 0-1 0 0,1 0 1 0 0,0 0-1 0 0,-1 0 1 0 0,3-2-1 0 0,0 0-60 0 0,-1 3-44 0 0,0-1-1 0 0,-1 1 1 0 0,1-1-1 0 0,-1 0 1 0 0,0 1-1 0 0,1-1 1 0 0,-1 0-1 0 0,0 0 1 0 0,0 0-1 0 0,0 0 0 0 0,0 0 1 0 0,0 0-1 0 0,-1 0 1 0 0,1 0-1 0 0,-1 0 1 0 0,1-1-1 0 0,-1 1 1 0 0,0 0-1 0 0,0 0 1 0 0,0-1-1 0 0,0-1 0 0 0,0 3-48 0 0,0-1 0 0 0,0 1 0 0 0,0-1 0 0 0,0 1 0 0 0,0 0 0 0 0,-1-1 0 0 0,1 1 0 0 0,0-1 0 0 0,-1 1-1 0 0,1 0 1 0 0,-1 0 0 0 0,0-1 0 0 0,1 1 0 0 0,-1 0 0 0 0,0 0 0 0 0,0 0 0 0 0,1-1 0 0 0,-1 1 0 0 0,0 0-1 0 0,0 0 1 0 0,0 0 0 0 0,0 1 0 0 0,-1-1 0 0 0,1 0 0 0 0,0 0 0 0 0,0 0 0 0 0,0 1 0 0 0,-3-2 0 0 0,-5-3 56 0 0,-3 0 66 0 0,0 0 0 0 0,0 1 1 0 0,0 0-1 0 0,-25-4 0 0 0,20 4-69 0 0,-170-30 525 0 0,178 32-546 0 0,-1 0 0 0 0,1 1 1 0 0,-1 0-1 0 0,-10 0 0 0 0,-9 8-2 0 0,9 0 20 0 0,11-5-42 0 0,2-1 6 0 0,0 0 0 0 0,1 1 0 0 0,-1 0 0 0 0,0 0 0 0 0,1 1 0 0 0,0 0 0 0 0,-1 0 0 0 0,-6 5-1 0 0,-10 6-9 0 0,17-11 0 0 0,0 1 0 0 0,1 0 0 0 0,-1 0 0 0 0,1 0 0 0 0,-1 0 0 0 0,1 1 0 0 0,-8 9 0 0 0,-14 37 0 0 0,26-45-2 0 0,-1 0-1 0 0,1 0 0 0 0,0 0 1 0 0,0 0-1 0 0,1 0 0 0 0,0 1 1 0 0,0-1-1 0 0,1 9 1 0 0,0 6-41 0 0,0-17 45 0 0,-1 1-1 0 0,1 0 1 0 0,1 0 0 0 0,-1 0 0 0 0,1-1 0 0 0,-1 1 0 0 0,1 0-1 0 0,1-1 1 0 0,-1 0 0 0 0,1 0 0 0 0,-1 1 0 0 0,1-1 0 0 0,1-1-1 0 0,-1 1 1 0 0,0 0 0 0 0,1-1 0 0 0,7 6 0 0 0,8 5 16 0 0,0-1-1 0 0,30 16 1 0 0,-33-20-24 0 0,56 37 94 0 0,-54-33-76 0 0,1 0 0 0 0,1-1 0 0 0,0-1 0 0 0,1-1 0 0 0,30 10 0 0 0,-28-14-5 0 0,-1-2 1 0 0,1-1 0 0 0,0 0-1 0 0,0-2 1 0 0,0-1-1 0 0,0 0 1 0 0,0-2-1 0 0,0-1 1 0 0,0 0 0 0 0,-1-2-1 0 0,26-8 1 0 0,3-5 22 0 0,-1-1 1 0 0,0-3 0 0 0,82-50-1 0 0,-113 61-18 0 0,0-1 0 0 0,-1 0-1 0 0,-1-2 1 0 0,0 0 0 0 0,0-1-1 0 0,-2 0 1 0 0,18-23 0 0 0,3-7 40 0 0,30-46 42 0 0,-63 88-93 0 0,-1 0 0 0 0,0-1 0 0 0,0 1 0 0 0,0-1 0 0 0,-1 1 0 0 0,1-1 0 0 0,-1 0 0 0 0,0 1-1 0 0,0-1 1 0 0,0 0 0 0 0,-1 0 0 0 0,1 0 0 0 0,-1 0 0 0 0,0 0 0 0 0,0 1 0 0 0,0-1 0 0 0,-1 0-1 0 0,1 0 1 0 0,-1 0 0 0 0,-1-4 0 0 0,-1 4 3 0 0,1 0-1 0 0,-1 0 1 0 0,1 0 0 0 0,-1 0-1 0 0,-1 0 1 0 0,1 1-1 0 0,0 0 1 0 0,-1-1 0 0 0,0 1-1 0 0,0 1 1 0 0,0-1-1 0 0,0 0 1 0 0,0 1 0 0 0,0 0-1 0 0,0 0 1 0 0,-9-2-1 0 0,-10-4-17 0 0,-1 2-1 0 0,0 0 0 0 0,0 2 1 0 0,0 0-1 0 0,0 2 0 0 0,-1 1 1 0 0,-27 2-1 0 0,-10 3-347 0 0,-100 21 1 0 0,102-11-353 0 0,2 3 1 0 0,0 2-1 0 0,-63 30 0 0 0,-35 18-3341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1:59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793 185 800 0 0,'76'-1'6083'0'0,"-78"-1"-5931"0"0,0 1-1 0 0,0-1 1 0 0,0 0-1 0 0,0 1 1 0 0,-1 0 0 0 0,1-1-1 0 0,0 1 1 0 0,-1 0-1 0 0,1 0 1 0 0,-3 0 0 0 0,-19-4-31 0 0,1 0 1 0 0,-1 2 0 0 0,0 1-1 0 0,0 1 1 0 0,0 1 0 0 0,0 1 0 0 0,-45 9-1 0 0,21 3-81 0 0,-68 30 0 0 0,110-40-39 0 0,1-1 5 0 0,1 0 0 0 0,0 0 0 0 0,0 0 0 0 0,0 0 0 0 0,0 1 0 0 0,0 0 0 0 0,0 0 0 0 0,1 0 0 0 0,0 0 0 0 0,-5 6 0 0 0,1-6 9 0 0,7-3-16 0 0,-1 0 1 0 0,0 1 0 0 0,0-1 0 0 0,0 0 0 0 0,0 1 0 0 0,0-1 0 0 0,1 1 0 0 0,-1-1 0 0 0,0 1 0 0 0,0-1 0 0 0,1 1 0 0 0,-1 0 0 0 0,0-1 0 0 0,1 1 0 0 0,-1 0 0 0 0,1-1 0 0 0,-1 1 0 0 0,1 0 0 0 0,-1 0 0 0 0,1 0 0 0 0,-1 0 0 0 0,1-1-1 0 0,-1 2 1 0 0,1 0-1 0 0,0-1-1 0 0,-1 1 1 0 0,1-1-1 0 0,0 1 1 0 0,-1-1-1 0 0,0 1 1 0 0,1-1-1 0 0,-1 0 1 0 0,0 1-1 0 0,1-1 1 0 0,-1 0 0 0 0,0 0-1 0 0,0 0 1 0 0,0 0-1 0 0,0 0 1 0 0,-3 2-1 0 0,-23 16-46 0 0,16-11 28 0 0,-16 10 25 0 0,2 2 1 0 0,0 1-1 0 0,1 0 0 0 0,-31 38 1 0 0,46-48 9 0 0,-1-1-1 0 0,-1-1 1 0 0,-18 15 0 0 0,21-19-8 0 0,0 1 0 0 0,1 0-1 0 0,-1 1 1 0 0,1-1 0 0 0,0 2 0 0 0,1-1-1 0 0,0 1 1 0 0,-7 10 0 0 0,10 5-56 0 0,3-21 44 0 0,0 1-1 0 0,0-1 1 0 0,0 0 0 0 0,-1 1 0 0 0,1-1-1 0 0,0 1 1 0 0,-1-1 0 0 0,0 0 0 0 0,0 1-1 0 0,0 1 1 0 0,-6 6 5 0 0,5-8 0 0 0,1-1 0 0 0,0 0 0 0 0,0 1 0 0 0,0-1 0 0 0,0 1 0 0 0,0 0 0 0 0,0-1 0 0 0,0 1 0 0 0,0 0 0 0 0,1-1 0 0 0,-1 1 0 0 0,0 0 0 0 0,1 0 0 0 0,0 0 0 0 0,-1-1 0 0 0,1 1 0 0 0,0 0 0 0 0,0 0 0 0 0,0 0 0 0 0,0 0 0 0 0,1-1 0 0 0,-1 1 0 0 0,0 0 0 0 0,2 3 0 0 0,3 8 1 0 0,-3-7-2 0 0,0 0 0 0 0,1 0 0 0 0,-1-1 0 0 0,1 1 0 0 0,1-1 1 0 0,-1 1-1 0 0,1-1 0 0 0,-1 0 0 0 0,1 0 0 0 0,1-1 1 0 0,-1 1-1 0 0,1-1 0 0 0,0 0 0 0 0,0 0 0 0 0,0-1 1 0 0,11 7-1 0 0,150 54-4 0 0,-97-40 63 0 0,113 37-71 0 0,-101-38-141 0 0,2 0 14 0 0,-44-13 114 0 0,1-2-1 0 0,-1-1 0 0 0,60 2 1 0 0,-28-2-161 0 0,111 2 160 0 0,237-24 116 0 0,-309 9-4 0 0,64 3 68 0 0,335 39 0 0 0,-394-19-219 0 0,211 16 40 0 0,-233-27-1 0 0,141-12 0 0 0,-10 0 88 0 0,-14 1-42 0 0,-53-2 76 0 0,82-8-57 0 0,-62 9-102 0 0,-66 6 128 0 0,297-7 175 0 0,81-3-198 0 0,-341-1-69 0 0,129-6 16 0 0,195-4 26 0 0,60 4-1 0 0,129-12 134 0 0,-118 18 101 0 0,-132 5-243 0 0,-160 3 90 0 0,102-6-30 0 0,-342 9-69 0 0,-2-2-5 0 0,29-7 75 0 0,255-43-199 0 0,-31-13 293 0 0,133-35-13 0 0,-341 88-117 0 0,214-49 116 0 0,-208 45-173 0 0,-1-4-1 0 0,76-35 0 0 0,-81 20 15 0 0,-54 35 15 0 0,1-1 0 0 0,-1 1 0 0 0,1 0 1 0 0,-1-1-1 0 0,1 1 0 0 0,-1-1 0 0 0,1 1 0 0 0,-1-1 0 0 0,0 0 1 0 0,1 1-1 0 0,-1-1 0 0 0,0 1 0 0 0,1-1 0 0 0,-1 0 1 0 0,0 1-1 0 0,0-1 0 0 0,1 0 0 0 0,-1 1 0 0 0,0-1 0 0 0,0 0 1 0 0,0 1-1 0 0,0-1 0 0 0,0 0 0 0 0,0 1 0 0 0,0-1 0 0 0,0 0 1 0 0,0 1-1 0 0,-1-1 0 0 0,1 0 0 0 0,0 1 0 0 0,0-1 1 0 0,0 1-1 0 0,-1-1 0 0 0,1 0 0 0 0,0 1 0 0 0,-1-1 0 0 0,1 1 1 0 0,-1-1-1 0 0,1 1 0 0 0,-1-1 0 0 0,1 1 0 0 0,-1-1 0 0 0,1 1 1 0 0,-1-1-1 0 0,0 1 0 0 0,-16-17 138 0 0,-10-17 7 0 0,26 32-146 0 0,0 0-1 0 0,0 1 1 0 0,0-1 0 0 0,1 0 0 0 0,-1 0-1 0 0,0 1 1 0 0,1-1 0 0 0,-1 0 0 0 0,1 0-1 0 0,0 0 1 0 0,0 0 0 0 0,0 0 0 0 0,-1 0-1 0 0,2 0 1 0 0,-1 0 0 0 0,0 0 0 0 0,0 0-1 0 0,1 1 1 0 0,-1-1 0 0 0,1 0 0 0 0,0-2-1 0 0,19-28-3 0 0,-18 29 3 0 0,-1 3 0 0 0,-1-1 0 0 0,1 0 1 0 0,-1 0-1 0 0,1 0 0 0 0,-1 0 0 0 0,1 0 0 0 0,-1 0 1 0 0,0 1-1 0 0,1-1 0 0 0,-1 0 0 0 0,0 0 0 0 0,0 0 1 0 0,0 0-1 0 0,0 0 0 0 0,0 0 0 0 0,0-1 0 0 0,4-11-16 0 0,4 7-6 0 0,-7 6 20 0 0,0-1 1 0 0,0 1-1 0 0,0-1 1 0 0,0 1 0 0 0,0-1-1 0 0,0 0 1 0 0,-1 0-1 0 0,1 1 1 0 0,0-1-1 0 0,0 0 1 0 0,-1 0-1 0 0,1 0 1 0 0,-1 0 0 0 0,1 1-1 0 0,0-1 1 0 0,-1 0-1 0 0,0 0 1 0 0,1 0-1 0 0,-1 0 1 0 0,0 0-1 0 0,1 0 1 0 0,-1-1 0 0 0,0 1-1 0 0,0 0 1 0 0,0 0-1 0 0,0 0 1 0 0,0 0-1 0 0,0 0 1 0 0,0 0 0 0 0,-1-2-1 0 0,1 2 2 0 0,-1 0 0 0 0,0 0 0 0 0,0 0 0 0 0,1 1 0 0 0,-1-1 0 0 0,0 0 0 0 0,0 0 0 0 0,0 1 0 0 0,0-1 0 0 0,0 1 0 0 0,0-1 0 0 0,0 1 0 0 0,0-1 0 0 0,0 1 0 0 0,0-1 0 0 0,0 1 0 0 0,0 0 0 0 0,-2-1 0 0 0,0 0 0 0 0,-16-8-49 0 0,0 0-1 0 0,-1 1 0 0 0,0 1 1 0 0,-1 0-1 0 0,1 2 1 0 0,-38-5-1 0 0,-1 2-50 0 0,0 2-1 0 0,-1 3 1 0 0,-67 5 0 0 0,-189 31 274 0 0,-111 10 173 0 0,-44-42 80 0 0,200-13-278 0 0,-385-22 249 0 0,415 16-341 0 0,-334-28 153 0 0,0 22-300 0 0,412 22 126 0 0,-764-63-36 0 0,756 33 81 0 0,-30-3-108 0 0,119 30-193 0 0,-128 7 1 0 0,-74 26 133 0 0,38-3 37 0 0,150-19 174 0 0,-96 9 57 0 0,-13-5-75 0 0,6-1-321 0 0,119 3-744 0 0,-84 23 1 0 0,137-28 378 0 0,-97 16-2529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2:56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1003 332 2241 0 0,'0'0'73'0'0,"0"-1"0"0"0,0 1 0 0 0,1 0 0 0 0,-1-1 0 0 0,0 1 0 0 0,0 0 0 0 0,1-1 0 0 0,-1 1 0 0 0,0 0 0 0 0,1-1 0 0 0,-1 1 0 0 0,0 0 0 0 0,1 0 0 0 0,-1 0 0 0 0,1-1 0 0 0,-1 1 0 0 0,0 0 0 0 0,1 0 0 0 0,-1 0 0 0 0,1 0 0 0 0,-1-1 0 0 0,0 1 0 0 0,1 0 0 0 0,-1 0 0 0 0,1 0 0 0 0,-1 0 0 0 0,1 0 0 0 0,-1 0 0 0 0,1 0 0 0 0,-1 1 0 0 0,0-1 0 0 0,1 0 0 0 0,0 0 0 0 0,-1 0-32 0 0,1 0 0 0 0,-1 1 0 0 0,1-1 0 0 0,-1 0 1 0 0,0 0-1 0 0,1 0 0 0 0,-1 0 0 0 0,1 0 0 0 0,-1 0 0 0 0,1 0 1 0 0,-1 0-1 0 0,1 0 0 0 0,-1 0 0 0 0,0 0 0 0 0,1-1 1 0 0,-1 1-1 0 0,1 0 0 0 0,-1 0 0 0 0,1 0 0 0 0,-1-1 0 0 0,0 1 1 0 0,1 0-1 0 0,-1 0 0 0 0,0-1 0 0 0,1 1 0 0 0,-1 0 1 0 0,0 0-1 0 0,1-1 0 0 0,-1 1 0 0 0,0-1 0 0 0,1 1 0 0 0,-1 0 1 0 0,0-1-1 0 0,0-1 933 0 0,-4 4-59 0 0,-14-2-376 0 0,-10-8-51 0 0,12 3-409 0 0,1 2 0 0 0,-1 0 0 0 0,0 0 0 0 0,0 2-1 0 0,-1 0 1 0 0,-18 1 0 0 0,8 0-52 0 0,19 0-19 0 0,0 0 1 0 0,0 0-1 0 0,0 0 1 0 0,-1 1 0 0 0,1 0-1 0 0,0 1 1 0 0,-14 4-1 0 0,-5 0-23 0 0,9-3 14 0 0,1 0 1 0 0,-18 6-1 0 0,-29 6 16 0 0,-11 1-15 0 0,-63 12 80 0 0,136-27-82 0 0,-1-1 0 0 0,1 1 0 0 0,0 0 0 0 0,-1 0-1 0 0,1 0 1 0 0,0 0 0 0 0,0 0 0 0 0,0 0-1 0 0,0 1 1 0 0,0-1 0 0 0,-2 2 0 0 0,-17 11-52 0 0,14-10 44 0 0,0 0-1 0 0,0 0 0 0 0,1 1 0 0 0,-11 9 0 0 0,-22 15 199 0 0,18-18-125 0 0,11-6-52 0 0,0 0 0 0 0,0 1 0 0 0,-10 8 0 0 0,16-11-11 0 0,1-1 1 0 0,0 0-1 0 0,0 0 1 0 0,-1 0-1 0 0,1 0 1 0 0,-1-1-1 0 0,1 0 1 0 0,-1 1-1 0 0,-6 0 1 0 0,7-1 3 0 0,0-1-1 0 0,0 1 1 0 0,0 0 0 0 0,0 0-1 0 0,0 0 1 0 0,0 1 0 0 0,0-1-1 0 0,0 1 1 0 0,1-1 0 0 0,-1 1 0 0 0,1 0-1 0 0,-3 3 1 0 0,0 6-38 0 0,6-10 33 0 0,-1-1 0 0 0,0 1 0 0 0,0-1 0 0 0,-1 1 0 0 0,1 0 0 0 0,0-1 1 0 0,0 1-1 0 0,0-1 0 0 0,0 1 0 0 0,0-1 0 0 0,0 1 0 0 0,-1-1 0 0 0,1 1 1 0 0,0-1-1 0 0,-1 1 0 0 0,1-1 0 0 0,0 1 0 0 0,-1-1 0 0 0,1 0 0 0 0,0 1 0 0 0,-1 0 1 0 0,-16 10 0 0 0,15-10 0 0 0,0 0 0 0 0,0 0 0 0 0,0 0 0 0 0,0 0 0 0 0,1 0 0 0 0,-1 1 0 0 0,0-1 0 0 0,0 1 0 0 0,1-1 0 0 0,-1 1 0 0 0,1 0 0 0 0,0 0 0 0 0,-1-1 0 0 0,1 1 0 0 0,0 0 0 0 0,0 0 0 0 0,0 0 0 0 0,0 0 0 0 0,0 0 0 0 0,1 1 0 0 0,-1-1 0 0 0,1 0 0 0 0,-1 0 0 0 0,1 4 0 0 0,0-6 0 0 0,0 1 0 0 0,0 0 0 0 0,0-1 0 0 0,0 1 0 0 0,0-1 0 0 0,0 1 0 0 0,-1-1 0 0 0,1 1 0 0 0,0-1 0 0 0,0 1 0 0 0,0-1 0 0 0,-1 1 0 0 0,1-1 0 0 0,0 1 0 0 0,0-1 0 0 0,-1 1 0 0 0,1-1 0 0 0,-1 1 0 0 0,1-1 0 0 0,0 0 0 0 0,-1 1 0 0 0,1-1 0 0 0,-1 0 0 0 0,1 1 0 0 0,-1-1 0 0 0,1 0 0 0 0,-1 0 0 0 0,1 1 0 0 0,-1-1 0 0 0,1 0 0 0 0,-1 0 0 0 0,1 0 0 0 0,-1 0 0 0 0,1 1 0 0 0,-1-1 0 0 0,0 0 0 0 0,0 0 0 0 0,1 0 0 0 0,-1 0 0 0 0,0 0 0 0 0,1 0 0 0 0,-1 0 0 0 0,1 0 0 0 0,-1 0 0 0 0,1 1 0 0 0,-1-1 0 0 0,1 0 0 0 0,-1 0 0 0 0,0 1 0 0 0,1-1 0 0 0,0 0 0 0 0,-1 1 0 0 0,1-1 0 0 0,-1 0 0 0 0,1 1 0 0 0,-1-1 0 0 0,1 1 0 0 0,0-1 0 0 0,-1 1 0 0 0,1-1 0 0 0,0 1 0 0 0,-1-1 0 0 0,1 1 0 0 0,0-1 0 0 0,0 1 0 0 0,0-1 0 0 0,-1 1 0 0 0,1-1 0 0 0,0 1 0 0 0,0 0 0 0 0,0-1 0 0 0,0 1 0 0 0,0 0 0 0 0,0 106 66 0 0,0-104-72 0 0,1 0 0 0 0,-1 0 0 0 0,1 0 0 0 0,0 0 0 0 0,0 0 0 0 0,0 0 0 0 0,0 0 0 0 0,0-1 0 0 0,3 5 0 0 0,3 9 13 0 0,-11-2 35 0 0,3-9-20 0 0,10 6-19 0 0,-1-2 1 0 0,-7-8-1 0 0,0 0-1 0 0,0 0 1 0 0,0 0-1 0 0,0 0 1 0 0,0 0 0 0 0,0 0-1 0 0,0-1 1 0 0,0 1-1 0 0,0 0 1 0 0,1-1-1 0 0,-1 1 1 0 0,0 0 0 0 0,0-1-1 0 0,1 1 1 0 0,-1-1-1 0 0,0 0 1 0 0,1 1-1 0 0,0-1 1 0 0,25 7-60 0 0,-19-5 56 0 0,0 0 0 0 0,1 0-1 0 0,-1 0 1 0 0,1-1 0 0 0,-1-1 0 0 0,1 1-1 0 0,12-2 1 0 0,608-88 255 0 0,-314 33-30 0 0,-74 12-48 0 0,-180 34-142 0 0,11-3 8 0 0,1 3 0 0 0,116 0 0 0 0,-146 14 24 0 0,0 1 0 0 0,-1 3 0 0 0,64 20 0 0 0,-74-19-10 0 0,-19-6-22 0 0,-1 1 0 0 0,0 0 0 0 0,0 0 0 0 0,-1 2 1 0 0,1-1-1 0 0,-1 1 0 0 0,0 1 0 0 0,11 9 0 0 0,-11-8-5 0 0,17 12 110 0 0,35 18 0 0 0,-41-28-126 0 0,-17-8-53 0 0,26-4 124 0 0,53-10-1 0 0,9 0 43 0 0,-74 11-124 0 0,52-3 51 0 0,1 3 0 0 0,112 12 0 0 0,-170-8-60 0 0,-1 0 0 0 0,0 0 1 0 0,0 2-1 0 0,-1-1 0 0 0,18 10 1 0 0,-24-11 2 0 0,0 0 1 0 0,0 1 0 0 0,0-1-1 0 0,-1 1 1 0 0,1 1 0 0 0,-1-1-1 0 0,0 1 1 0 0,0 0 0 0 0,-1 0-1 0 0,1 0 1 0 0,5 10 0 0 0,-9-13 1 0 0,1 0 0 0 0,-1 1 0 0 0,1-1 0 0 0,0 0 1 0 0,0 0-1 0 0,0 0 0 0 0,0 0 0 0 0,0-1 0 0 0,0 1 1 0 0,1 0-1 0 0,-1-1 0 0 0,1 0 0 0 0,-1 1 1 0 0,1-1-1 0 0,-1 0 0 0 0,1 0 0 0 0,-1-1 0 0 0,1 1 1 0 0,4 0-1 0 0,7 1-13 0 0,0 0 1 0 0,25-2 0 0 0,-30 0 13 0 0,365-5 241 0 0,-201-4-240 0 0,-116 5 0 0 0,-31 2-1 0 0,0-2 1 0 0,36-10-1 0 0,-12 2 16 0 0,399-114 278 0 0,-134 11-186 0 0,-289 104-187 0 0,-25 10 80 0 0,0 0 0 0 0,-1 0 0 0 0,1 0 0 0 0,-1-1 0 0 0,1 1 0 0 0,-1 0 0 0 0,1 0 0 0 0,-1 0 0 0 0,0 0 0 0 0,0 0 0 0 0,0 0 0 0 0,1-1 0 0 0,-1 1 0 0 0,0 0 0 0 0,0 0 0 0 0,-1 0 0 0 0,1-3 0 0 0,-1 3-3 0 0,1 0 0 0 0,-1 0 0 0 0,1 0 0 0 0,-1 0 0 0 0,1 0 0 0 0,-1 1 0 0 0,0-1 0 0 0,0 0-1 0 0,1 0 1 0 0,-1 0 0 0 0,0 1 0 0 0,0-1 0 0 0,0 0 0 0 0,0 1 0 0 0,0-1 0 0 0,0 1 0 0 0,0-1 0 0 0,0 1 0 0 0,0-1 0 0 0,0 1 0 0 0,0 0 0 0 0,-2-1 0 0 0,-3-2-20 0 0,2 1 9 0 0,-1-2 0 0 0,1 1 1 0 0,0 0-1 0 0,0-1 0 0 0,0 0 1 0 0,-3-4-1 0 0,-14-14-50 0 0,13 15 37 0 0,1-1 1 0 0,1 0-1 0 0,-1 0 0 0 0,1-1 1 0 0,-7-14-1 0 0,11 20 27 0 0,-5-8-19 0 0,-1 0 0 0 0,0 0 0 0 0,0 1 0 0 0,-15-14 0 0 0,-7-8-47 0 0,24 27 60 0 0,1-1-1 0 0,0 1 0 0 0,-1 0 0 0 0,0 1 0 0 0,0-1 0 0 0,-1 1 0 0 0,1 0 0 0 0,-1 1 0 0 0,0 0 0 0 0,-13-5 0 0 0,-10-4 3 0 0,-9-4 23 0 0,16 7 12 0 0,-44-23 0 0 0,18 7-107 0 0,-2 2 0 0 0,-84-25 1 0 0,-264-65 448 0 0,341 98-402 0 0,0 2 0 0 0,0 3-1 0 0,-1 2 1 0 0,-77-1-1 0 0,5 6-29 0 0,-53 1-42 0 0,-477 19-45 0 0,543-8 138 0 0,72-3 37 0 0,0-3 0 0 0,-91-5 1 0 0,-58-12 66 0 0,107 10-72 0 0,37 2-114 0 0,1 3 1 0 0,-1 2-1 0 0,-92 18 1 0 0,136-20 87 0 0,-57 12-138 0 0,-104 35-1 0 0,167-48 115 0 0,0 0 0 0 0,-1 0 0 0 0,1 1-1 0 0,-1-1 1 0 0,1 0 0 0 0,-1 1-1 0 0,1 0 1 0 0,0-1 0 0 0,-1 1-1 0 0,1 0 1 0 0,0 0 0 0 0,0 0 0 0 0,0-1-1 0 0,-1 1 1 0 0,1 0 0 0 0,0 1-1 0 0,0-1 1 0 0,0 0 0 0 0,1 0-1 0 0,-2 2 1 0 0,2-2-88 0 0,1 1 1 0 0,0-1-1 0 0,-1 1 0 0 0,1-1 0 0 0,0 0 0 0 0,0 1 0 0 0,0-1 1 0 0,0 0-1 0 0,0 0 0 0 0,0 0 0 0 0,0 0 0 0 0,0 0 1 0 0,1 0-1 0 0,1 1 0 0 0,3 3-281 0 0,21 22-2526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01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130 134 1841 0 0,'0'0'60'0'0,"-1"-1"0"0"0,1 1 1 0 0,0 0-1 0 0,0-1 0 0 0,0 1 1 0 0,-1-1-1 0 0,1 1 0 0 0,0-1 1 0 0,-1 1-1 0 0,1 0 0 0 0,0-1 1 0 0,-1 1-1 0 0,1 0 0 0 0,0-1 1 0 0,-1 1-1 0 0,1 0 0 0 0,-1 0 0 0 0,1-1 1 0 0,0 1-1 0 0,-1 0 0 0 0,1 0 1 0 0,-1 0-1 0 0,1 0 0 0 0,-1-1 1 0 0,1 1-1 0 0,-1 0 0 0 0,1 0 1 0 0,-1 0-1 0 0,1 0 0 0 0,-1 0 1 0 0,1 0-1 0 0,-2 1 0 0 0,2-1-29 0 0,0 0 0 0 0,-1 0 0 0 0,1 0 0 0 0,-1 0 0 0 0,1 0 0 0 0,-1 0 0 0 0,1 0 1 0 0,-1 0-1 0 0,1 0 0 0 0,-1-1 0 0 0,1 1 0 0 0,-1 0 0 0 0,1 0 0 0 0,-1 0 0 0 0,1 0 0 0 0,-1-1 0 0 0,1 1 0 0 0,0 0 0 0 0,-1-1 0 0 0,1 1 0 0 0,-1 0 0 0 0,1-1 0 0 0,0 1 0 0 0,-1 0 0 0 0,1-1 0 0 0,0 1 0 0 0,-1 0 0 0 0,1-1 0 0 0,0 1 0 0 0,0-1 0 0 0,0 1 1 0 0,-1-1-1 0 0,1-1 449 0 0,1 1 14 0 0,-6-2-401 0 0,-13 2 133 0 0,13 1 268 0 0,1 0-347 0 0,-40 0 426 0 0,39 0 308 0 0,5 0-854 0 0,0 0 0 0 0,1-1 1 0 0,-1 1-1 0 0,0 0 0 0 0,0-1 1 0 0,0 1-1 0 0,0 0 0 0 0,0-1 1 0 0,0 1-1 0 0,0 0 0 0 0,0-1 1 0 0,0 1-1 0 0,0 0 0 0 0,0-1 1 0 0,0 1-1 0 0,0 0 0 0 0,0-1 1 0 0,0 1-1 0 0,0 0 0 0 0,0-1 1 0 0,0 1-1 0 0,0 0 0 0 0,0-1 1 0 0,-1 1-1 0 0,1 0 0 0 0,0 0 1 0 0,0-1-1 0 0,0 1 0 0 0,-1 0 1 0 0,1 0-1 0 0,0-1 0 0 0,0 1 1 0 0,-1 0-1 0 0,1 0 0 0 0,0-1 1 0 0,0 1-1 0 0,-1 0 0 0 0,1 0 1 0 0,0 0-1 0 0,-1-1 0 0 0,-17-4 520 0 0,249-12-360 0 0,93 12-27 0 0,-191 2-94 0 0,67 0-53 0 0,-166 4-13 0 0,1 2 1 0 0,-1 2-1 0 0,58 14 0 0 0,5 5 76 0 0,1-4-1 0 0,129 8 1 0 0,-170-27-9 0 0,-39-1-41 0 0,-12-2 80 0 0,-30-1 15 0 0,5-1 89 0 0,-2-3-87 0 0,10 4-77 0 0,-4 0 20 0 0,1 0-1 0 0,-1-1 1 0 0,1 0-1 0 0,-14-8 1 0 0,-18-8 252 0 0,-1 1-1 0 0,-68-17 1 0 0,-19-7 570 0 0,111 38-607 0 0,19 5-242 0 0,35 11-1987 0 0,-2-7-84 0 0,1-1 0 0 0,40 0 0 0 0,32-7-1836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02.0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587 0 2321 0 0,'-107'34'4242'0'0,"0"10"-3041"0"0,27 14-1362 0 0,0 15 81 0 0,-26 0 80 0 0,26-12 0 0 0,53-17-560 0 0,54-20-2081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02.5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1 293 1601 0 0,'5'0'401'0'0,"-1"0"1"0"0,1-1 0 0 0,0 0 0 0 0,0 0-1 0 0,-1 0 1 0 0,1-1 0 0 0,-1 0 0 0 0,1 0-1 0 0,-1 0 1 0 0,0 0 0 0 0,0 0 0 0 0,5-5-1 0 0,43-20 580 0 0,-25 17-824 0 0,133-58 299 0 0,34-38-64 0 0,-162 87-330 0 0,43-18 178 0 0,-70 35-139 0 0,-4 3-28 0 0,-7 5 20 0 0,-17 6 71 0 0,1 1 1 0 0,0 1-1 0 0,0 0 1 0 0,2 2-1 0 0,-34 32 1 0 0,46-38-116 0 0,1 0 1 0 0,1 0-1 0 0,-1 0 1 0 0,2 1-1 0 0,-1 0 1 0 0,1 0-1 0 0,1 1 1 0 0,-3 12-1 0 0,-5 9 106 0 0,1-3-21 0 0,1-6 8 0 0,1 0 0 0 0,-10 45 0 0 0,10 11 72 0 0,1-51-196 0 0,5-19-51 0 0,0 1 0 0 0,0-1 0 0 0,1 1 0 0 0,-1 13 1 0 0,3-22-21 0 0,0 0 0 0 0,0-1 0 0 0,0 1 0 0 0,0 0 0 0 0,0-1 0 0 0,0 1 0 0 0,1-1 0 0 0,-1 1 0 0 0,1 0 0 0 0,-1-1 0 0 0,1 1 0 0 0,-1-1 0 0 0,1 1 0 0 0,0-1 0 0 0,0 1 0 0 0,0-1 0 0 0,0 0 0 0 0,0 1 0 0 0,0-1 0 0 0,0 0 0 0 0,0 0 0 0 0,0 0 0 0 0,0 0 0 0 0,1 0 0 0 0,-1 0 0 0 0,1 0 0 0 0,-1 0 0 0 0,0 0 0 0 0,1-1 0 0 0,-1 1 0 0 0,1 0 0 0 0,0-1 0 0 0,1 1 0 0 0,1-1-159 0 0,0 1 0 0 0,0-1-1 0 0,0 0 1 0 0,1 0 0 0 0,-1 0 0 0 0,0-1 0 0 0,0 0-1 0 0,0 1 1 0 0,-1-2 0 0 0,6-1 0 0 0,3-2-1020 0 0,-1 0 0 0 0,20-14 1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03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23 691 3922 0 0,'-23'10'1867'0'0,"23"-10"-1855"0"0,1 0 0 0 0,-1 0 0 0 0,0 0 0 0 0,0 0 0 0 0,0 0 0 0 0,0 0 0 0 0,0 0 0 0 0,0 0 0 0 0,0 0-1 0 0,0 1 1 0 0,0-1 0 0 0,1 0 0 0 0,-1 0 0 0 0,0 0 0 0 0,0 0 0 0 0,0 0 0 0 0,0 0 0 0 0,0 0 0 0 0,0 0 0 0 0,0 1-1 0 0,0-1 1 0 0,0 0 0 0 0,0 0 0 0 0,0 0 0 0 0,0 0 0 0 0,0 0 0 0 0,0 0 0 0 0,0 0 0 0 0,0 1 0 0 0,0-1 0 0 0,0 0-1 0 0,0 0 1 0 0,0 0 0 0 0,0 0 0 0 0,0 0 0 0 0,0 0 0 0 0,0 0 0 0 0,0 1 0 0 0,0-1 0 0 0,0 0 0 0 0,0 0 0 0 0,0 0-1 0 0,0 0 1 0 0,-1 0 0 0 0,1 0 0 0 0,0 0 0 0 0,0 0 0 0 0,0 0 0 0 0,0 1 0 0 0,0-1 0 0 0,0 0 0 0 0,0 0 0 0 0,0 0-1 0 0,0 0 1 0 0,-1 0 0 0 0,9-2 224 0 0,-1 0 1 0 0,0-1-1 0 0,0 0 0 0 0,0 0 0 0 0,0-1 0 0 0,0 0 0 0 0,-1 0 0 0 0,1 0 0 0 0,6-7 0 0 0,-6 5-57 0 0,0 0 0 0 0,0-1 0 0 0,0 0 0 0 0,-1 0 0 0 0,0 0 0 0 0,9-16 0 0 0,18-23 476 0 0,198-191 1252 0 0,-164 181-1822 0 0,-38 34-21 0 0,26-26 1 0 0,-33 24 34 0 0,-1-1 1 0 0,17-29 0 0 0,19-22-1240 0 0,-37 61-239 0 0,-22 16-1243 0 0,-43 8-580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03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1 304 1841 0 0,'208'-80'4802'0'0,"32"7"-2881"0"0,-80 17-2001 0 0,-32 22-320 0 0,-48 7 240 0 0,-27 10-161 0 0,0 5-399 0 0,-53 7-1921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03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51 720 0 0,'-27'5'1921'0'0,"1"-5"1041"0"0,-1 5-2642 0 0,27-10 0 0 0,0 0-320 0 0,0-2-80 0 0,0-3-80 0 0,0 3-240 0 0,0 2-321 0 0,0-5-1040 0 0,-27-2-640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04.3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1441 0 0,'48'51'3441'0'0,"5"-7"-2240"0"0,-26-5-1121 0 0,-1-5-160 0 0,1 0 160 0 0,0 0 0 0 0,-1-7-80 0 0,1-10-400 0 0,0-10-881 0 0,-1-7-3201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05.2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449 36 400 0 0,'1'0'155'0'0,"0"1"0"0"0,0-1 1 0 0,0 0-1 0 0,0-1 0 0 0,0 1 0 0 0,0 0 0 0 0,-1 0 0 0 0,1 0 0 0 0,0-1 1 0 0,0 1-1 0 0,0 0 0 0 0,0-1 0 0 0,0 1 0 0 0,0-1 0 0 0,0 1 0 0 0,-1-1 1 0 0,1 1-1 0 0,0-1 0 0 0,0 0 0 0 0,-1 1 0 0 0,1-1 0 0 0,0 0 0 0 0,-1 1 1 0 0,1-1-1 0 0,-1 0 0 0 0,1 0 0 0 0,-1 0 0 0 0,1 0 0 0 0,0-1 0 0 0,-2 1-58 0 0,0-1 0 0 0,0 1 0 0 0,0 0 0 0 0,0 0 0 0 0,0 0 0 0 0,0 0 0 0 0,0 0 0 0 0,0 1 0 0 0,0-1-1 0 0,0 0 1 0 0,0 0 0 0 0,0 1 0 0 0,-1-1 0 0 0,1 0 0 0 0,0 1 0 0 0,0-1 0 0 0,-1 1 0 0 0,1 0 0 0 0,-1-1 0 0 0,1 1 0 0 0,0 0-1 0 0,-3 0 1 0 0,-9-2 2 0 0,0 1 0 0 0,0 0 0 0 0,-1 1 0 0 0,1 0 0 0 0,0 1 0 0 0,-1 1 0 0 0,1 0 0 0 0,-13 4 0 0 0,20-5-69 0 0,1 0 0 0 0,-1 1 0 0 0,0 0 0 0 0,1 0 0 0 0,0 1 0 0 0,-1-1 0 0 0,1 1 0 0 0,0 1 0 0 0,0-1 0 0 0,1 0 0 0 0,-1 1 0 0 0,1 0 0 0 0,-1 0 0 0 0,1 1 0 0 0,0-1 0 0 0,1 1 0 0 0,-1 0 0 0 0,1 0 0 0 0,0 0 0 0 0,-3 7 0 0 0,5-10-19 0 0,1 1-1 0 0,-1-1 1 0 0,1 0 0 0 0,-1 1-1 0 0,1-1 1 0 0,0 1 0 0 0,0-1-1 0 0,0 1 1 0 0,0-1 0 0 0,0 1-1 0 0,1-1 1 0 0,-1 1 0 0 0,1-1-1 0 0,-1 1 1 0 0,1-1 0 0 0,0 1-1 0 0,0-1 1 0 0,0 0 0 0 0,0 0-1 0 0,1 0 1 0 0,-1 1 0 0 0,1-1-1 0 0,-1 0 1 0 0,1-1 0 0 0,0 1-1 0 0,3 3 1 0 0,4 2-22 0 0,0-1 0 0 0,0 0 0 0 0,0-1 0 0 0,18 8 1 0 0,-11-5 16 0 0,-1-1-6 0 0,-9-3 0 0 0,0-1 0 0 0,0 0 0 0 0,0 0 0 0 0,1-1 0 0 0,-1 0 0 0 0,1 0 0 0 0,0 0 0 0 0,-1-1 0 0 0,11 1 0 0 0,-1-1 1 0 0,0 0 0 0 0,-1-1 0 0 0,1 0 0 0 0,0-1 0 0 0,0-1 0 0 0,-1-1 0 0 0,1 0 0 0 0,-1-1 0 0 0,0 0 0 0 0,0-2 0 0 0,0 1 0 0 0,0-2 0 0 0,15-9-1 0 0,-21 10 26 0 0,-4 3-8 0 0,0 0 0 0 0,-1-1 0 0 0,1 1 0 0 0,-1-1 0 0 0,1 0 0 0 0,6-8 0 0 0,-10 10-8 0 0,0 0 1 0 0,0 1-1 0 0,0-1 0 0 0,-1 0 1 0 0,1 0-1 0 0,0 0 1 0 0,-1 0-1 0 0,1 0 0 0 0,-1-1 1 0 0,0 1-1 0 0,0 0 0 0 0,0 0 1 0 0,0 0-1 0 0,0 0 0 0 0,0 0 1 0 0,0 0-1 0 0,-1 0 0 0 0,1 0 1 0 0,-1 0-1 0 0,0 0 1 0 0,1 0-1 0 0,-1 0 0 0 0,-2-3 1 0 0,0-1 50 0 0,0 0 0 0 0,-1 0 1 0 0,1 0-1 0 0,-1 0 0 0 0,0 1 1 0 0,-1 0-1 0 0,1 0 1 0 0,-1 0-1 0 0,-8-6 0 0 0,8 8 6 0 0,0 0-1 0 0,0 1 0 0 0,0 0 1 0 0,0 0-1 0 0,-10-3 0 0 0,13 4-55 0 0,0 1-1 0 0,0 0 1 0 0,1 0-1 0 0,-1 0 1 0 0,0 0-1 0 0,0 0 1 0 0,1 0 0 0 0,-1 0-1 0 0,0 0 1 0 0,0 1-1 0 0,1-1 1 0 0,-1 1-1 0 0,0-1 1 0 0,1 1-1 0 0,-1 0 1 0 0,0 0-1 0 0,1 0 1 0 0,-1 0-1 0 0,1 0 1 0 0,0 0 0 0 0,-1 0-1 0 0,-1 2 1 0 0,1-1-8 0 0,-1 1 1 0 0,1-1-1 0 0,0 1 1 0 0,0 0 0 0 0,1 0-1 0 0,-1-1 1 0 0,1 1-1 0 0,-1 0 1 0 0,1 0-1 0 0,0 1 1 0 0,0-1 0 0 0,0 0-1 0 0,0 0 1 0 0,1 0-1 0 0,-1 1 1 0 0,1-1 0 0 0,0 0-1 0 0,0 1 1 0 0,0-1-1 0 0,0 0 1 0 0,1 1 0 0 0,-1-1-1 0 0,1 0 1 0 0,0 0-1 0 0,1 4 1 0 0,1-1-4 0 0,0-1 0 0 0,1 1 0 0 0,-1 0 0 0 0,1-1 0 0 0,0 0 0 0 0,0 0 0 0 0,1 0 0 0 0,0 0 0 0 0,-1-1 0 0 0,7 4 0 0 0,9 11 0 0 0,56 59-147 0 0,-71-73 132 0 0,0 0 0 0 0,0 0 0 0 0,0 0 1 0 0,-1 0-1 0 0,1 1 0 0 0,-2 0 0 0 0,1-1 0 0 0,0 2 0 0 0,-1-1 0 0 0,0 0 0 0 0,-1 1 0 0 0,0-1 0 0 0,0 1 0 0 0,0 0 1 0 0,0-1-1 0 0,0 11 0 0 0,-2-15 13 0 0,0 0 1 0 0,0 0 0 0 0,-1 0-1 0 0,1 0 1 0 0,0 0 0 0 0,-1 0-1 0 0,0 0 1 0 0,1 0 0 0 0,-1 0-1 0 0,0 0 1 0 0,0 0 0 0 0,0 0-1 0 0,0 0 1 0 0,0 0 0 0 0,0-1-1 0 0,-1 1 1 0 0,1-1 0 0 0,-1 1-1 0 0,1-1 1 0 0,-1 1 0 0 0,1-1-1 0 0,-5 3 1 0 0,-1-1 10 0 0,0 1 1 0 0,-1-1 0 0 0,1-1-1 0 0,-15 4 1 0 0,14-4-14 0 0,-90 21 118 0 0,-103 10-1 0 0,-95-5 74 0 0,242-24-1 0 0,51-5-110 0 0,8-3-74 0 0,16-2-40 0 0,116-21-2 0 0,227-78-760 0 0,-224 68 345 0 0,155-46-944 0 0,-249 68 185 0 0,55-29 0 0 0,32-26-3601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07.9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742 21 2241 0 0,'-5'-1'1587'0'0,"-12"-2"-439"0"0,17 3-1129 0 0,-1 0 1 0 0,1 0 0 0 0,0 0-1 0 0,0 0 1 0 0,0 0-1 0 0,0 0 1 0 0,-1 0 0 0 0,1 0-1 0 0,0 0 1 0 0,0 0 0 0 0,0 0-1 0 0,0 0 1 0 0,0 0 0 0 0,-1 0-1 0 0,1 0 1 0 0,0 0-1 0 0,0 0 1 0 0,0 0 0 0 0,0 0-1 0 0,0 0 1 0 0,-1 0 0 0 0,1 0-1 0 0,0-1 1 0 0,0 1-1 0 0,0 0 1 0 0,0 0 0 0 0,0 0-1 0 0,0 0 1 0 0,0 0 0 0 0,0 0-1 0 0,-1 0 1 0 0,1-1 0 0 0,0 1-1 0 0,0 0 1 0 0,0 0-1 0 0,0 0 1 0 0,0 0 0 0 0,0 0-1 0 0,0-1 1 0 0,0 1 0 0 0,0 0-1 0 0,0 0 1 0 0,0 0 0 0 0,0 0-1 0 0,0-1 1 0 0,0 1-1 0 0,0 0 1 0 0,0 0 0 0 0,0 0-1 0 0,0 0 1 0 0,0-1 0 0 0,0 1-14 0 0,0 0 0 0 0,0 0 0 0 0,0 0 1 0 0,0 0-1 0 0,0 0 0 0 0,0 0 0 0 0,0-1 0 0 0,0 1 1 0 0,0 0-1 0 0,0 0 0 0 0,0 0 0 0 0,0 0 1 0 0,0 0-1 0 0,0 0 0 0 0,0 0 0 0 0,0-1 0 0 0,0 1 1 0 0,0 0-1 0 0,0 0 0 0 0,0 0 0 0 0,0 0 1 0 0,0 0-1 0 0,0 0 0 0 0,0 0 0 0 0,0 0 0 0 0,0-1 1 0 0,0 1-1 0 0,-1 0 0 0 0,1 0 0 0 0,0 0 1 0 0,0 0-1 0 0,0 0 0 0 0,0 0 0 0 0,0 0 0 0 0,0 0 1 0 0,0 0-1 0 0,0 0 0 0 0,-1 0 0 0 0,1 0 1 0 0,0 0-1 0 0,0 0 0 0 0,0 0 0 0 0,0 0 0 0 0,0 0 1 0 0,0 0-1 0 0,-1 0 0 0 0,1 0 0 0 0,0 0 1 0 0,0 0-1 0 0,0 0 0 0 0,0 0 0 0 0,0 0 0 0 0,0 0 1 0 0,0 0-1 0 0,-1 0 0 0 0,1 0 0 0 0,0 0 1 0 0,0 0-1 0 0,0 0 0 0 0,0 0 0 0 0,-18 0 88 0 0,14-3-81 0 0,-1 7 0 0 0,-4 1 48 0 0,0 1 0 0 0,0 1 0 0 0,1-1 0 0 0,0 2 0 0 0,0-1-1 0 0,-12 16 1 0 0,-11 10 127 0 0,17-21-108 0 0,1 2 0 0 0,1-1 0 0 0,0 2 0 0 0,-17 27 0 0 0,18-25-37 0 0,0-1 1 0 0,-17 18-1 0 0,17-22-18 0 0,1 1 0 0 0,0 0-1 0 0,1 0 1 0 0,-8 16 0 0 0,5-7 10 0 0,-1-1 0 0 0,-2-1 0 0 0,-27 31 0 0 0,29-37-12 0 0,1 0-1 0 0,0 1 1 0 0,2 0-1 0 0,-1 1 0 0 0,2 0 1 0 0,0 0-1 0 0,-10 26 1 0 0,13-20 19 0 0,4-14-27 0 0,0-1 0 0 0,0 0 0 0 0,-1 0 0 0 0,0 0 0 0 0,0-1 0 0 0,-7 10-1 0 0,2-1 3 0 0,1 0 0 0 0,0 0-1 0 0,1 0 1 0 0,0 1-1 0 0,-3 17 1 0 0,3-13-10 0 0,-1 6 26 0 0,5-16-25 0 0,-1-1 0 0 0,0 0 0 0 0,0 0 0 0 0,-1 0-1 0 0,-5 9 1 0 0,0 1 44 0 0,1 0 1 0 0,0 1-1 0 0,2 0 0 0 0,-9 41 0 0 0,12-47-19 0 0,-4 24 30 0 0,4-21-36 0 0,-1 0 1 0 0,0 0-1 0 0,-9 20 1 0 0,7-19-1 0 0,1-1 0 0 0,0 2 0 0 0,1-1 1 0 0,1 0-1 0 0,1 1 0 0 0,0-1 0 0 0,3 38 0 0 0,-1-47-4 0 0,1-2-22 0 0,0 0 0 0 0,0 0 0 0 0,1-1 0 0 0,0 1 0 0 0,0-1 0 0 0,1 0 0 0 0,0 1 0 0 0,0-1 0 0 0,1 0 0 0 0,-1-1 0 0 0,9 11 0 0 0,-1 0 1 0 0,-9-13 1 0 0,0 0 0 0 0,0-1 1 0 0,-1 1-1 0 0,1 0 0 0 0,1-1 0 0 0,-1 0 1 0 0,0 1-1 0 0,1-1 0 0 0,-1 0 1 0 0,1 0-1 0 0,-1 0 0 0 0,1 0 1 0 0,0-1-1 0 0,0 1 0 0 0,0-1 1 0 0,0 0-1 0 0,0 0 0 0 0,0 0 1 0 0,6 1-1 0 0,-7-1-3 0 0,67 21 11 0 0,18 7 70 0 0,99 19 1 0 0,-133-40 11 0 0,0-2 0 0 0,1-2 1 0 0,106-6-1 0 0,-20-8 70 0 0,88-1-86 0 0,220 34 203 0 0,-183 22 1039 0 0,55 6 924 0 0,-181-38-1436 0 0,144-5 0 0 0,165-2 540 0 0,-181 6-960 0 0,261 10-200 0 0,-505-23-237 0 0,0-1 0 0 0,0-1 0 0 0,0-2 0 0 0,0 0 1 0 0,27-10-1 0 0,-3-3 159 0 0,57-29 1 0 0,-87 37-75 0 0,0-1 1 0 0,-1 0-1 0 0,0-1 1 0 0,0-1-1 0 0,17-20 1 0 0,-16 17-9 0 0,5-5 3 0 0,-9 10 16 0 0,0-1 0 0 0,20-26-1 0 0,-30 33-36 0 0,1 0 0 0 0,-2 0-1 0 0,1 0 1 0 0,0-1 0 0 0,-1 1-1 0 0,0 0 1 0 0,0-1 0 0 0,-1 0-1 0 0,0 1 1 0 0,0-1 0 0 0,0 0-1 0 0,0-9 1 0 0,0-35-86 0 0,0 26 129 0 0,0 0 1 0 0,-2 1 0 0 0,-6-42 0 0 0,-10 7 0 0 0,8-2-13 0 0,-9 3 80 0 0,9 2-40 0 0,6 41-75 0 0,1 4-12 0 0,0 0 1 0 0,-1 0-1 0 0,0 0 1 0 0,0 1-1 0 0,-1-1 1 0 0,0 1-1 0 0,0 0 1 0 0,-1 0-1 0 0,-1 0 1 0 0,-8-11-1 0 0,-10 1-16 0 0,-35-24 0 0 0,32 25-29 0 0,-29-25-1 0 0,47 35 39 0 0,1 0-1 0 0,0 0 1 0 0,1-1-1 0 0,0 0 1 0 0,0 0-1 0 0,1-1 1 0 0,-7-12 0 0 0,6 7-100 0 0,-2 1 1 0 0,0 1-1 0 0,-1-1 1 0 0,0 1 0 0 0,0 1-1 0 0,-2 0 1 0 0,0 1-1 0 0,0 0 1 0 0,-25-17 0 0 0,27 20 79 0 0,-1 1 1 0 0,1 0-1 0 0,-1 1 1 0 0,0 0-1 0 0,-1 1 1 0 0,1 1 0 0 0,-1-1-1 0 0,0 2 1 0 0,-17-4-1 0 0,-7-2-85 0 0,-189-32-390 0 0,55 13 458 0 0,1-6-18 0 0,-212-51 298 0 0,344 72-234 0 0,0-2 1 0 0,-62-34-1 0 0,61 29 65 0 0,-71-27 1 0 0,73 34-1 0 0,-66-30 0 0 0,93 38-55 0 0,0 1 1 0 0,-1 0-1 0 0,0 0 1 0 0,-18-3-1 0 0,-16-4-19 0 0,-4 0-61 0 0,-1 3 1 0 0,0 2-1 0 0,-60 0 1 0 0,80 5 65 0 0,-22 0-10 0 0,26 1-1 0 0,1-1-1 0 0,-32-5 1 0 0,38 3-34 0 0,0 0 1 0 0,0 2-1 0 0,0 0 0 0 0,-1 1 1 0 0,-22 3-1 0 0,-87 20-321 0 0,96-17 379 0 0,-14 7 157 0 0,35-9-141 0 0,0 0 0 0 0,-1-1-1 0 0,0-1 1 0 0,1 0 0 0 0,-24 1 0 0 0,21-4-37 0 0,8 1 5 0 0,1 0 0 0 0,-1 0 1 0 0,1 0-1 0 0,-1 0 0 0 0,1 1 0 0 0,-1 0 0 0 0,1 0 0 0 0,-1 1 1 0 0,1 0-1 0 0,-6 2 0 0 0,-3 2 7 0 0,-1-1-1 0 0,0-1 1 0 0,0 0 0 0 0,-28 2-1 0 0,40-5 6 0 0,-4-1-12 0 0,1 0 0 0 0,-1 1 0 0 0,0 0 0 0 0,1 1 0 0 0,-1-1-1 0 0,1 1 1 0 0,-1 1 0 0 0,1-1 0 0 0,0 1 0 0 0,-6 3 0 0 0,2 0 14 0 0,0-1 1 0 0,-1 0-1 0 0,1-1 0 0 0,-1 0 1 0 0,0-1-1 0 0,-15 2 0 0 0,-76 8 40 0 0,35-5-33 0 0,-23 14-98 0 0,72-16-342 0 0,-1-1 1 0 0,1-1-1 0 0,-1-1 1 0 0,-29 1 0 0 0,74-24-4759 0 0,19-9 1947 0 0,-14 5 81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13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914 385 1521 0 0,'-257'-18'5175'0'0,"252"18"-5132"0"0,-1-1-1 0 0,0 0 0 0 0,0-1 0 0 0,1 1 1 0 0,-11-5-1 0 0,16 6-36 0 0,-1 0 0 0 0,0 0 0 0 0,1-1 1 0 0,-1 1-1 0 0,0 0 0 0 0,1 0 0 0 0,-1-1 0 0 0,1 1 0 0 0,-1-1 1 0 0,1 1-1 0 0,-1 0 0 0 0,0-1 0 0 0,1 1 0 0 0,0-1 0 0 0,-1 1 1 0 0,1-1-1 0 0,-1 0 0 0 0,1 1 0 0 0,0-1 0 0 0,-1 1 1 0 0,1-1-1 0 0,0 0 0 0 0,-1 1 0 0 0,1-1 0 0 0,0 0 0 0 0,0 1 1 0 0,0-1-1 0 0,0 0 0 0 0,0 1 0 0 0,0-1 0 0 0,0 0 0 0 0,0 1 1 0 0,0-1-1 0 0,0 0 0 0 0,0 1 0 0 0,0-1 0 0 0,0 0 1 0 0,0 1-1 0 0,1-1 0 0 0,-1 0 0 0 0,0 1 0 0 0,0-1 0 0 0,1 0 1 0 0,-1 1-1 0 0,1-1 0 0 0,-1 1 0 0 0,0-1 0 0 0,1 1 0 0 0,-1-1 1 0 0,1 1-1 0 0,-1-1 0 0 0,1 1 0 0 0,0-1 0 0 0,14-10 39 0 0,1 1 0 0 0,0 1 0 0 0,0 0-1 0 0,22-8 1 0 0,-32 15-42 0 0,114-51 67 0 0,115-56 180 0 0,-124 47-156 0 0,-96 52-52 0 0,-15 10-41 0 0,0 0 0 0 0,0 0 0 0 0,0 0-1 0 0,0 0 1 0 0,0 0 0 0 0,0-1 0 0 0,0 1-1 0 0,0 0 1 0 0,0 0 0 0 0,0 0 0 0 0,0 0 0 0 0,0 0-1 0 0,0 0 1 0 0,0 0 0 0 0,0 0 0 0 0,0-1 0 0 0,0 1-1 0 0,0 0 1 0 0,0 0 0 0 0,0 0 0 0 0,0 0 0 0 0,0 0-1 0 0,-1 0 1 0 0,1 0 0 0 0,0 0 0 0 0,0 0 0 0 0,0 0-1 0 0,0-1 1 0 0,0 1 0 0 0,0 0 0 0 0,0 0-1 0 0,0 0 1 0 0,0 0 0 0 0,0 0 0 0 0,0 0 0 0 0,-1 0-1 0 0,1 0 1 0 0,0 0 0 0 0,0 0 0 0 0,0 0 0 0 0,0 0-1 0 0,0 0 1 0 0,0 0 0 0 0,0 0 0 0 0,0 0 0 0 0,-1 0-1 0 0,1 0 1 0 0,0 0 0 0 0,0 0 0 0 0,0 0 0 0 0,0 0-1 0 0,0 0 1 0 0,0 0 0 0 0,0 0 0 0 0,0 0-1 0 0,-1 0 1 0 0,1 0 0 0 0,0 0 0 0 0,0 0 0 0 0,0 0-1 0 0,0 1 1 0 0,0-1 0 0 0,0 0 0 0 0,0 0 0 0 0,0 0-1 0 0,0 0 1 0 0,0 0 0 0 0,0 0 0 0 0,-47 13 62 0 0,-215 62-78 0 0,-155 54-37 0 0,-17 40 385 0 0,403-156-87 0 0,53-18-131 0 0,207-76-99 0 0,119-38-19 0 0,-171 61-5 0 0,302-83-51 0 0,-458 140 49 0 0,-16 3-6 0 0,-8 0-51 0 0,-82 23-13 0 0,-478 173 27 0 0,194-42 253 0 0,427-179-174 0 0,155-56 41 0 0,119-47 13 0 0,-225 86-60 0 0,2 4 0 0 0,0 6 0 0 0,121-18 0 0 0,-167 37-20 0 0,0 2 0 0 0,118 1 0 0 0,-168 9-5 0 0,1 1-1 0 0,-1 0 1 0 0,0 1-1 0 0,0 0 1 0 0,0 1 0 0 0,17 8-1 0 0,-22-9-4 0 0,-1 1 0 0 0,0 0 0 0 0,0 0 1 0 0,0 1-1 0 0,-1-1 0 0 0,1 2 0 0 0,-1-1 0 0 0,0 0 0 0 0,-1 1 0 0 0,6 7 0 0 0,-10-11 8 0 0,1 0 0 0 0,-1 0 0 0 0,-1 0 0 0 0,1 1 0 0 0,0-1 0 0 0,0 0 0 0 0,-1 0 0 0 0,1 0 0 0 0,-1 1 0 0 0,0-1 0 0 0,0 0 0 0 0,0 1-1 0 0,0-1 1 0 0,0 0 0 0 0,0 0 0 0 0,0 1 0 0 0,-1-1 0 0 0,1 0 0 0 0,-1 0 0 0 0,-1 5 0 0 0,-1-1-2 0 0,-1 1 0 0 0,1-1 0 0 0,-1 0 0 0 0,0 0 1 0 0,-8 9-1 0 0,-1-2 17 0 0,0 0 0 0 0,0-1 1 0 0,-1-1-1 0 0,-28 18 0 0 0,-71 32 134 0 0,41-29-39 0 0,0-3 0 0 0,-2-2 0 0 0,-94 20 1 0 0,-232 21 512 0 0,321-58-88 0 0,-153 1 1 0 0,225-11-491 0 0,-16-1 262 0 0,-42-7 0 0 0,61 8-271 0 0,-1-1 1 0 0,1 0-1 0 0,0-1 0 0 0,0 1 0 0 0,-1-1 0 0 0,1 1 1 0 0,0-1-1 0 0,1-1 0 0 0,-1 1 0 0 0,0 0 1 0 0,1-1-1 0 0,-1 0 0 0 0,1 0 0 0 0,0 0 0 0 0,-4-4 1 0 0,6 5-28 0 0,0 0 0 0 0,0 0 0 0 0,0 0 0 0 0,0 0 0 0 0,1 0 0 0 0,-1 0 0 0 0,1 0 0 0 0,-1 0 0 0 0,1 0 0 0 0,0 0 0 0 0,0-1 0 0 0,0 1 0 0 0,0 0 0 0 0,0 0 0 0 0,0 0 0 0 0,1 0 0 0 0,-1 0 0 0 0,1 0 0 0 0,-1 0 0 0 0,1 0 0 0 0,0 0 0 0 0,0 0 0 0 0,0 0 0 0 0,0 0 0 0 0,0 0 0 0 0,0 1 0 0 0,2-3 0 0 0,4-5 8 0 0,1 0-1 0 0,0 0 0 0 0,17-13 0 0 0,11-5 4 0 0,0 1 0 0 0,2 3-1 0 0,1 1 1 0 0,1 1 0 0 0,74-26 0 0 0,222-54 122 0 0,-300 91-134 0 0,453-90-166 0 0,-436 93 16 0 0,0 2-1 0 0,1 2 1 0 0,88 8-1 0 0,-118-2 70 0 0,0 1-1 0 0,0 1 1 0 0,0 1-1 0 0,0 1 0 0 0,-1 2 1 0 0,0 0-1 0 0,-1 1 1 0 0,0 1-1 0 0,34 23 0 0 0,-51-30 69 0 0,0-1 0 0 0,0 1 0 0 0,-1 0-1 0 0,1 0 1 0 0,-1 1 0 0 0,0 0 0 0 0,0-1-1 0 0,5 10 1 0 0,-7-11 11 0 0,-1 0-1 0 0,1 0 1 0 0,-1 1 0 0 0,0-1-1 0 0,-1 1 1 0 0,1-1 0 0 0,0 1-1 0 0,-1-1 1 0 0,0 1-1 0 0,0-1 1 0 0,0 1 0 0 0,0-1-1 0 0,-1 1 1 0 0,1-1 0 0 0,-1 1-1 0 0,0-1 1 0 0,-2 7-1 0 0,-5 8 25 0 0,-1 0-1 0 0,0 0 0 0 0,-1-1 0 0 0,-1 0 0 0 0,-1-1 0 0 0,0-1 0 0 0,-1 0 0 0 0,-1 0 0 0 0,0-1 1 0 0,-1-1-1 0 0,-28 20 0 0 0,-3-3 20 0 0,-1-1 0 0 0,-98 43 0 0 0,85-47 22 0 0,-1-3 0 0 0,-101 23 0 0 0,-114-1 258 0 0,184-32-7 0 0,1-4 0 0 0,-166-8 0 0 0,234-2-271 0 0,1-1-1 0 0,-1-1 1 0 0,1 0-1 0 0,0-2 1 0 0,1-1-1 0 0,-36-15 1 0 0,51 19-43 0 0,1 1 0 0 0,0-1-1 0 0,0-1 1 0 0,0 1 0 0 0,0 0 0 0 0,1-1-1 0 0,-1 0 1 0 0,1 0 0 0 0,0-1 0 0 0,0 1-1 0 0,0-1 1 0 0,1 0 0 0 0,0 0 0 0 0,0 0 0 0 0,0 0-1 0 0,0 0 1 0 0,1-1 0 0 0,0 1 0 0 0,0-1-1 0 0,1 0 1 0 0,-1 0 0 0 0,1 1 0 0 0,0-1-1 0 0,1 0 1 0 0,-1 0 0 0 0,1 0 0 0 0,1 0 0 0 0,0-10-1 0 0,1 5 8 0 0,1 1 0 0 0,0-1-1 0 0,0 0 1 0 0,1 1 0 0 0,0 0 0 0 0,1 0-1 0 0,0 0 1 0 0,0 0 0 0 0,1 1 0 0 0,1 0-1 0 0,0 0 1 0 0,0 1 0 0 0,0 0 0 0 0,12-10-1 0 0,4-1 14 0 0,2 2 0 0 0,0 0 0 0 0,1 1 0 0 0,27-12-1 0 0,21-6-8 0 0,2 3 0 0 0,0 4-1 0 0,94-21 1 0 0,-7 10-80 0 0,2 6-1 0 0,0 8 1 0 0,313-5 0 0 0,-409 30-24 0 0,0 4 0 0 0,0 2 1 0 0,-1 4-1 0 0,-1 2 0 0 0,67 23 0 0 0,-109-28 65 0 0,0 2 0 0 0,27 14 0 0 0,-48-22 25 0 0,-1 0 0 0 0,1-1-1 0 0,-1 1 1 0 0,0 0 0 0 0,0 1 0 0 0,1-1 0 0 0,-2 1 0 0 0,1-1 0 0 0,0 1 0 0 0,0 0 0 0 0,-1 0 0 0 0,0 0 0 0 0,1 0 0 0 0,-1 0-1 0 0,2 5 1 0 0,-4-5 2 0 0,0 0 0 0 0,1 1 0 0 0,-1-1 0 0 0,0 0-1 0 0,-1 0 1 0 0,1 0 0 0 0,-1 0 0 0 0,1 0 0 0 0,-1 0 0 0 0,0 0-1 0 0,0 0 1 0 0,0 0 0 0 0,0 0 0 0 0,-1 0 0 0 0,1-1-1 0 0,-1 1 1 0 0,-4 5 0 0 0,0 1 11 0 0,-1 1 0 0 0,-1-1 0 0 0,0 0 0 0 0,0 0 0 0 0,-1-1 0 0 0,-14 11 0 0 0,2-5 22 0 0,0-1 1 0 0,-37 16-1 0 0,-76 25 77 0 0,-4-5 1 0 0,-207 44 0 0 0,222-67 157 0 0,-1-6 1 0 0,-1-6-1 0 0,-169-1 1 0 0,234-13-138 0 0,-1-3 1 0 0,-59-11 0 0 0,94 10-152 0 0,1-2 1 0 0,-1-1-1 0 0,1-1 0 0 0,1-1 1 0 0,-1-1-1 0 0,2-1 1 0 0,-28-18-1 0 0,43 24-107 0 0,0 0 0 0 0,0-1 0 0 0,0 0 1 0 0,-8-10-1 0 0,15 16 60 0 0,0-1 1 0 0,0 0-1 0 0,0 0 1 0 0,0-1-1 0 0,1 1 0 0 0,-1 0 1 0 0,0 0-1 0 0,1 0 1 0 0,-1 0-1 0 0,0-1 1 0 0,1 1-1 0 0,-1 0 1 0 0,1 0-1 0 0,0-1 1 0 0,-1 1-1 0 0,1 0 0 0 0,0-1 1 0 0,0 1-1 0 0,0-1 1 0 0,0 1-1 0 0,0 0 1 0 0,0-1-1 0 0,0 1 1 0 0,1 0-1 0 0,-1-1 1 0 0,0 1-1 0 0,1 0 0 0 0,-1-1 1 0 0,1 1-1 0 0,-1 0 1 0 0,1 0-1 0 0,0 0 1 0 0,-1-1-1 0 0,1 1 1 0 0,0 0-1 0 0,0 0 1 0 0,1-1-1 0 0,5-3-360 0 0,0 1-1 0 0,0 0 1 0 0,0 0-1 0 0,1 0 1 0 0,-1 1 0 0 0,1 0-1 0 0,0 1 1 0 0,14-3-1 0 0,146-29-5513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15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27 608 2081 0 0,'-1'0'194'0'0,"-1"0"0"0"0,1 0 0 0 0,0 1 0 0 0,-1-1 0 0 0,1 0 0 0 0,0 1 0 0 0,-1-1 0 0 0,1 1 0 0 0,0-1 0 0 0,0 1 0 0 0,-1-1 0 0 0,1 1 0 0 0,0 0 0 0 0,0 0 0 0 0,0 0 0 0 0,0-1 0 0 0,0 1 0 0 0,0 0 0 0 0,0 0 1 0 0,0 1-1 0 0,-1 1 0 0 0,3-3-174 0 0,-1-1 1 0 0,0 1-1 0 0,0 0 1 0 0,1 0 0 0 0,-1 0-1 0 0,0 0 1 0 0,1 0-1 0 0,-1-1 1 0 0,0 1 0 0 0,1 0-1 0 0,-1 0 1 0 0,0 0-1 0 0,0 0 1 0 0,1 0 0 0 0,-1 0-1 0 0,0 0 1 0 0,1 0-1 0 0,-1 0 1 0 0,0 0 0 0 0,1 0-1 0 0,-1 1 1 0 0,0-1-1 0 0,1 0 1 0 0,-1 0-1 0 0,0 0 1 0 0,0 0 0 0 0,1 0-1 0 0,-1 0 1 0 0,0 1-1 0 0,1-1 1 0 0,-1 0 0 0 0,0 0-1 0 0,0 1 1 0 0,0-1-1 0 0,1 0 1 0 0,10 7 128 0 0,-10-7-119 0 0,3 3 303 0 0,-4-5-239 0 0,0 1 0 0 0,0-1-1 0 0,0 0 1 0 0,0 0-1 0 0,-1 0 1 0 0,1 0-1 0 0,0 1 1 0 0,-1-1-1 0 0,1 0 1 0 0,-1 0-1 0 0,0 1 1 0 0,0-1-1 0 0,0 0 1 0 0,0 1-1 0 0,0-1 1 0 0,0 1-1 0 0,0-1 1 0 0,-3-1-1 0 0,-4-8-29 0 0,7 10-53 0 0,1 0 0 0 0,-1 0-1 0 0,1-1 1 0 0,0 1-1 0 0,0 0 1 0 0,-1 0 0 0 0,1-1-1 0 0,0 1 1 0 0,0 0-1 0 0,0 0 1 0 0,0 0 0 0 0,0-1-1 0 0,1 1 1 0 0,-1 0-1 0 0,0 0 1 0 0,1-1 0 0 0,-1 1-1 0 0,0 0 1 0 0,1 0-1 0 0,0 0 1 0 0,-1 0 0 0 0,1 0-1 0 0,-1 0 1 0 0,1 0-1 0 0,0 0 1 0 0,0 0 0 0 0,0 0-1 0 0,0 0 1 0 0,0 0-1 0 0,1 0 1 0 0,6-10 61 0 0,3-6-5 0 0,2-1 0 0 0,0 2 0 0 0,1-1 1 0 0,0 2-1 0 0,32-26 0 0 0,3-5 50 0 0,-24 21-55 0 0,1 0 0 0 0,33-23 0 0 0,-50 42-28 0 0,1-2-1 0 0,-1 1 1 0 0,0-1-1 0 0,-1 0 0 0 0,0-1 1 0 0,0 0-1 0 0,-1 0 0 0 0,0-1 1 0 0,-1 0-1 0 0,0 0 0 0 0,5-11 1 0 0,-10 17-8 0 0,0-1 1 0 0,0 1 0 0 0,1 0-1 0 0,0 1 1 0 0,0-1 0 0 0,0 0-1 0 0,0 0 1 0 0,1 1 0 0 0,-1-1-1 0 0,6-4 1 0 0,-8 7-18 0 0,1 1 1 0 0,-1 0-1 0 0,0 0 0 0 0,0-1 0 0 0,1 1 0 0 0,-1 0 1 0 0,0 0-1 0 0,0-1 0 0 0,0 1 0 0 0,0 0 1 0 0,0-1-1 0 0,1 1 0 0 0,-1 0 0 0 0,0-1 0 0 0,0 1 1 0 0,0 0-1 0 0,0 0 0 0 0,0-1 0 0 0,0 1 1 0 0,0 0-1 0 0,0-1 0 0 0,0 1 0 0 0,0 0 0 0 0,0-1 1 0 0,0 1-1 0 0,0 0 0 0 0,0-1 0 0 0,-1 1 0 0 0,1 0 1 0 0,0-1-1 0 0,0 1 0 0 0,0 0 0 0 0,0 0 1 0 0,-1-1-1 0 0,1 1 0 0 0,0 0 0 0 0,0 0 0 0 0,0-1 1 0 0,-1 1-1 0 0,1 0 0 0 0,0 0 0 0 0,0-1 1 0 0,-1 1-1 0 0,1 0 0 0 0,0 0 0 0 0,-1 0 0 0 0,1 0 1 0 0,0 0-1 0 0,0 0 0 0 0,-1-1 0 0 0,1 1 1 0 0,0 0-1 0 0,-1 0 0 0 0,-13-3 240 0 0,14 1-203 0 0,-1 1-1 0 0,0-1 1 0 0,0 1 0 0 0,1-1-1 0 0,-1 1 1 0 0,1-1 0 0 0,-1 1-1 0 0,1-1 1 0 0,0 0 0 0 0,-1 1-1 0 0,1-1 1 0 0,0 0 0 0 0,0 1-1 0 0,0-1 1 0 0,1 0 0 0 0,-1 1-1 0 0,1-3 1 0 0,-1 0 93 0 0,-1-3-125 0 0,1 5-4 0 0,0 0-1 0 0,-1 1 1 0 0,1-1-1 0 0,0 0 1 0 0,0 0-1 0 0,0 1 1 0 0,0-1 0 0 0,0 0-1 0 0,0 0 1 0 0,1 1-1 0 0,-1-1 1 0 0,1 0-1 0 0,-1 1 1 0 0,1-1 0 0 0,-1 0-1 0 0,1 1 1 0 0,1-3-1 0 0,4 1 44 0 0,-5 3-41 0 0,0 0-1 0 0,0 0 1 0 0,0-1-1 0 0,-1 1 1 0 0,1 0-1 0 0,0-1 1 0 0,0 1-1 0 0,-1-1 1 0 0,1 1-1 0 0,0-1 1 0 0,0 1-1 0 0,-1-1 1 0 0,1 1-1 0 0,-1-1 1 0 0,1 1-1 0 0,0-1 1 0 0,-1 0-1 0 0,1 0 1 0 0,-1 1-1 0 0,0-1 1 0 0,1 0 0 0 0,-1 0-1 0 0,0 1 1 0 0,1-1-1 0 0,-1 0 1 0 0,0 0-1 0 0,0 0 1 0 0,1-1-1 0 0,-1 1 136 0 0,74 5 575 0 0,75 13 1 0 0,1 1-261 0 0,-95-14-356 0 0,94 4-1225 0 0,-145-8-362 0 0,-12-1-4228 0 0,-32-5 1453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15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27 141 4322 0 0,'0'-12'2561'0'0,"-26"2"-1680"0"0,26 3-481 0 0,26-3-80 0 0,-26-2 0 0 0,0-5 80 0 0,27-5 0 0 0,-27 5 1 0 0,27 0-1 0 0,-1 5-80 0 0,1 12 0 0 0,26-5-160 0 0,1 10-80 0 0,26 12-400 0 0,53 29-1441 0 0,-53 22-4161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16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0 4642 0 0,'-16'0'1208'0'0,"15"0"-447"0"0,22 0 885 0 0,6 1-754 0 0,45 8 1 0 0,88 25-436 0 0,-78-15-244 0 0,-28-7-145 0 0,15 3-82 0 0,71 7 0 0 0,-92-22-1347 0 0,-48 0 1285 0 0,0 0-1 0 0,0 0 1 0 0,0 0-1 0 0,0 0 1 0 0,0 0-1 0 0,0 0 1 0 0,0 0 0 0 0,0 0-1 0 0,0 0 1 0 0,-1 0-1 0 0,1-1 1 0 0,0 1-1 0 0,0 0 1 0 0,0 0 0 0 0,0 0-1 0 0,0 0 1 0 0,0 0-1 0 0,0 0 1 0 0,0 0-1 0 0,0-1 1 0 0,0 1 0 0 0,0 0-1 0 0,0 0 1 0 0,0 0-1 0 0,0 0 1 0 0,0 0 0 0 0,0 0-1 0 0,0-1 1 0 0,0 1-1 0 0,0 0 1 0 0,0 0-1 0 0,0 0 1 0 0,0 0 0 0 0,0 0-1 0 0,0 0 1 0 0,0-1-1 0 0,0 1 1 0 0,0 0-1 0 0,1 0 1 0 0,-1 0 0 0 0,0 0-1 0 0,0 0 1 0 0,0 0-1 0 0,0 0 1 0 0,0 0-1 0 0,0 0 1 0 0,0-1 0 0 0,-31-6-2579 0 0,-40-8-253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16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 2081 0 0,'0'12'4402'0'0,"27"-12"-3762"0"0,-1-7-240 0 0,1 7 1 0 0,0-5-1 0 0,21 0-80 0 0,32-7 0 0 0,80 12 80 0 0,53 5-160 0 0,-80 29-800 0 0,-58-34-1681 0 0,-22-5-3922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18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0 295 5362 0 0,'5'-3'2068'0'0,"-4"3"-2052"0"0,1-1 0 0 0,-1 0-1 0 0,1 0 1 0 0,-1-1 0 0 0,1 1 0 0 0,-1 0 0 0 0,0 0 0 0 0,0-1-1 0 0,0 1 1 0 0,1-1 0 0 0,-1 1 0 0 0,0-1 0 0 0,-1 1-1 0 0,1-1 1 0 0,0 1 0 0 0,0-1 0 0 0,-1 0 0 0 0,1 0-1 0 0,-1 1 1 0 0,1-1 0 0 0,-1 0 0 0 0,0 0 0 0 0,0 0-1 0 0,0 1 1 0 0,0-1 0 0 0,0-2 0 0 0,0 3-22 0 0,0 0 0 0 0,0 1 0 0 0,0-1 1 0 0,0 1-1 0 0,0-1 0 0 0,0 1 0 0 0,1-1 0 0 0,-1 0 0 0 0,0 1 1 0 0,0-1-1 0 0,1 1 0 0 0,-1-1 0 0 0,0 1 0 0 0,1-1 0 0 0,-1 1 0 0 0,0-1 1 0 0,1 1-1 0 0,-1 0 0 0 0,1-1 0 0 0,-1 1 0 0 0,1-1 0 0 0,-1 1 1 0 0,1 0-1 0 0,-1 0 0 0 0,1-1 0 0 0,-1 1 0 0 0,1 0 0 0 0,-1 0 1 0 0,1-1-1 0 0,0 1 0 0 0,-1 0 0 0 0,1 0 0 0 0,-1 0 0 0 0,1 0 1 0 0,0 0-1 0 0,0 0 0 0 0,-1 0 5 0 0,1 0 0 0 0,-1 0 1 0 0,1 0-1 0 0,-1 0 0 0 0,0 0 1 0 0,1 0-1 0 0,-1 0 0 0 0,1 0 1 0 0,-1 0-1 0 0,1 0 0 0 0,-1-1 1 0 0,1 1-1 0 0,-1 0 0 0 0,0 0 1 0 0,1 0-1 0 0,-1-1 0 0 0,0 1 0 0 0,1 0 1 0 0,-1 0-1 0 0,0-1 0 0 0,1 1 1 0 0,-1 0-1 0 0,0-1 0 0 0,1 1 1 0 0,-1 0-1 0 0,0-1 0 0 0,0 1 1 0 0,1-1-1 0 0,-1 1 0 0 0,0 0 1 0 0,0-1-1 0 0,0 1 0 0 0,0-1 1 0 0,0 0-1 0 0,1 0 6 0 0,0 1 1 0 0,-1-1 0 0 0,1 0-1 0 0,0 0 1 0 0,0 0-1 0 0,0 1 1 0 0,-1-1-1 0 0,1 0 1 0 0,0 1 0 0 0,0-1-1 0 0,0 1 1 0 0,0-1-1 0 0,0 1 1 0 0,0 0 0 0 0,0-1-1 0 0,0 1 1 0 0,0 0-1 0 0,0-1 1 0 0,0 1-1 0 0,0 0 1 0 0,2 0 0 0 0,2-1 18 0 0,19-9 130 0 0,0 0 1 0 0,38-24 0 0 0,-17 8-59 0 0,168-71 144 0 0,-207 94-240 0 0,-1 0 0 0 0,1 1 0 0 0,-1 0 0 0 0,1 0 0 0 0,0 1 0 0 0,0-1 0 0 0,0 1 0 0 0,0 1 0 0 0,0-1 0 0 0,12 1 0 0 0,-18 1 0 0 0,1-1-1 0 0,-1 1 1 0 0,1-1 0 0 0,-1 1-1 0 0,1-1 1 0 0,-1 1 0 0 0,1 0-1 0 0,-1-1 1 0 0,0 1 0 0 0,1 0-1 0 0,-1-1 1 0 0,0 1 0 0 0,0 0-1 0 0,0-1 1 0 0,1 1 0 0 0,-1 0-1 0 0,0 0 1 0 0,0-1 0 0 0,0 1-1 0 0,0 0 1 0 0,0 0 0 0 0,0-1 0 0 0,0 1-1 0 0,-1 0 1 0 0,1 0 0 0 0,0-1-1 0 0,0 2 1 0 0,-1 6-18 0 0,1-2 7 0 0,-1 0-1 0 0,0 1 1 0 0,0-1-1 0 0,0 0 1 0 0,-1 0-1 0 0,0 0 1 0 0,0 0-1 0 0,0 0 1 0 0,-1 0-1 0 0,-3 5 1 0 0,-42 56 57 0 0,37-54-19 0 0,-16 9 62 0 0,26-21-79 0 0,-1 0 0 0 0,0 0 0 0 0,1 0 0 0 0,-1-1 0 0 0,1 2 0 0 0,-1-1 0 0 0,1 0 0 0 0,-1 0 0 0 0,1 0 0 0 0,0 1 0 0 0,0-1 0 0 0,0 1 0 0 0,0-1 1 0 0,0 1-1 0 0,0-1 0 0 0,0 1 0 0 0,0-1 0 0 0,0 1 0 0 0,1 0 0 0 0,-1 0 0 0 0,1-1 0 0 0,-1 3 0 0 0,0 8 65 0 0,1-14 40 0 0,0 0-104 0 0,0 0 0 0 0,0 1 0 0 0,0-1 0 0 0,0 0-1 0 0,1 0 1 0 0,-1 1 0 0 0,1-1 0 0 0,-1 1 0 0 0,1-1 0 0 0,0 1-1 0 0,0-3 1 0 0,37-27 115 0 0,0 1-78 0 0,-21 13-35 0 0,1 1 1 0 0,1 1-1 0 0,1 1 1 0 0,0 1-1 0 0,1 0 1 0 0,0 2 0 0 0,1 0-1 0 0,26-8 1 0 0,-10 2-3 0 0,-10 13-64 0 0,-28 3 50 0 0,1 1 1 0 0,0 0 0 0 0,0 0 0 0 0,0 0 0 0 0,-1 0 0 0 0,1 0-1 0 0,0 0 1 0 0,0 0 0 0 0,-1 1 0 0 0,1-1 0 0 0,0 0 0 0 0,0 0 0 0 0,-1 1-1 0 0,1-1 1 0 0,0 0 0 0 0,-1 1 0 0 0,1-1 0 0 0,0 1 0 0 0,-1-1-1 0 0,1 1 1 0 0,0-1 0 0 0,-1 1 0 0 0,1-1 0 0 0,-1 1 0 0 0,1-1-1 0 0,-1 1 1 0 0,1 0 0 0 0,-1-1 0 0 0,0 1 0 0 0,1 0 0 0 0,-1 0-1 0 0,0-1 1 0 0,0 1 0 0 0,1 0 0 0 0,-1 0 0 0 0,0 0 0 0 0,0 1 0 0 0,0 0 1 0 0,1-1 0 0 0,-1 1-1 0 0,0-1 1 0 0,1 0 0 0 0,-1 1 0 0 0,1-1-1 0 0,0 1 1 0 0,-1-1 0 0 0,1 0 0 0 0,0 1-1 0 0,1 0 1 0 0,4 13 4 0 0,-7-8-4 0 0,-1 0-1 0 0,1-1 0 0 0,-2 1 1 0 0,1-1-1 0 0,-1 0 0 0 0,0 1 1 0 0,-5 7-1 0 0,-7 1 2 0 0,-1-1 0 0 0,-24 16 0 0 0,33-26 21 0 0,-1 0 0 0 0,0-1 1 0 0,0 0-1 0 0,0 0 0 0 0,0-1 1 0 0,-16 3-1 0 0,20-5 17 0 0,0 1-2 0 0,1-2 1 0 0,0 1 0 0 0,0 0-1 0 0,0-1 1 0 0,0 1 0 0 0,0-1 0 0 0,0 0-1 0 0,0 0 1 0 0,0 0 0 0 0,1-1-1 0 0,-1 1 1 0 0,0 0 0 0 0,0-1 0 0 0,1 0-1 0 0,-1 0 1 0 0,-3-3 0 0 0,5 4-34 0 0,1 1-1 0 0,0 0 0 0 0,0-1-1 0 0,-1 1 1 0 0,1 0 0 0 0,0 0 0 0 0,0 0 0 0 0,-1-1 0 0 0,1 1 0 0 0,0 0 0 0 0,0 0 0 0 0,0-1 0 0 0,0 1 0 0 0,0 0 0 0 0,-1 0 0 0 0,1-1 0 0 0,0 1 0 0 0,0 0 0 0 0,0-1 0 0 0,0 1 0 0 0,0 0 0 0 0,0 0 0 0 0,0-1 0 0 0,0 1 0 0 0,0 0 0 0 0,0-1 0 0 0,0 1 0 0 0,0 0 0 0 0,0 0-1 0 0,0-1 1 0 0,0 1 0 0 0,1 0 0 0 0,-1-1 0 0 0,0 1 0 0 0,0 0 0 0 0,0 0 0 0 0,0-1 0 0 0,0 1 0 0 0,1 0 0 0 0,-1 0 0 0 0,0 0 0 0 0,0-1 0 0 0,0 1 0 0 0,1 0 0 0 0,-1 0 0 0 0,0 0 0 0 0,1-1 0 0 0,14-8 36 0 0,-9 6-22 0 0,22-16-2 0 0,33-19-1 0 0,-6 10 9 0 0,2 3 0 0 0,106-34 1 0 0,-153 56-32 0 0,0 1 1 0 0,1 0-1 0 0,-1 0 1 0 0,0 1-1 0 0,1 0 1 0 0,-1 1-1 0 0,1 0 1 0 0,-1 1-1 0 0,1 0 1 0 0,18 4-1 0 0,-28-4 7 0 0,-1-1 0 0 0,1 1 0 0 0,-1 0 0 0 0,1-1 0 0 0,-1 1 0 0 0,1-1-1 0 0,-1 1 1 0 0,0 0 0 0 0,1-1 0 0 0,-1 1 0 0 0,0 0 0 0 0,1 0 0 0 0,-1-1-1 0 0,0 1 1 0 0,0 0 0 0 0,0 0 0 0 0,0-1 0 0 0,0 1 0 0 0,0 0 0 0 0,0 0-1 0 0,0-1 1 0 0,0 1 0 0 0,0 0 0 0 0,0 0 0 0 0,0-1 0 0 0,-1 2 0 0 0,1 1 6 0 0,0-1 1 0 0,0 0 0 0 0,0-1 0 0 0,-1 1 0 0 0,1-1 0 0 0,0 1 0 0 0,0 0 0 0 0,-1-1 0 0 0,1 1 0 0 0,-1-1 0 0 0,0 1 0 0 0,1-1 0 0 0,-1 1 0 0 0,0-1 0 0 0,0 1 0 0 0,-1 0 0 0 0,-16 21 11 0 0,-1-1-1 0 0,0-1 1 0 0,-2-1-1 0 0,0-1 1 0 0,-28 19-1 0 0,47-37-51 0 0,1 0 0 0 0,-1 0-1 0 0,0 0 1 0 0,1 0 0 0 0,-1 0-1 0 0,0 0 1 0 0,1 1 0 0 0,-1-1-1 0 0,1 0 1 0 0,0 1 0 0 0,0-1-1 0 0,-2 3 1 0 0,3-3-6 0 0,1 0 1 0 0,-1 0-1 0 0,1 0 0 0 0,-1-1 1 0 0,1 1-1 0 0,-1 0 0 0 0,1 0 1 0 0,0-1-1 0 0,0 1 0 0 0,-1-1 1 0 0,1 1-1 0 0,0 0 0 0 0,0-1 1 0 0,0 0-1 0 0,-1 1 0 0 0,1-1 1 0 0,0 1-1 0 0,0-1 0 0 0,0 0 1 0 0,2 1-1 0 0,-2 0-130 0 0,1 0-1 0 0,0-1 0 0 0,0 1 1 0 0,-1 0-1 0 0,1 0 1 0 0,0-1-1 0 0,0 1 0 0 0,0-1 1 0 0,0 0-1 0 0,-1 0 1 0 0,1 1-1 0 0,0-1 1 0 0,0 0-1 0 0,0-1 0 0 0,0 1 1 0 0,0 0-1 0 0,0 0 1 0 0,0-1-1 0 0,-1 1 1 0 0,1-1-1 0 0,0 0 0 0 0,0 1 1 0 0,-1-1-1 0 0,1 0 1 0 0,0 0-1 0 0,-1 0 0 0 0,1 0 1 0 0,-1-1-1 0 0,1 1 1 0 0,-1 0-1 0 0,3-3 1 0 0,18-12-2270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19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228 51 1121 0 0,'2'-1'242'0'0,"-1"-1"0"0"0,0 0 0 0 0,1 1 0 0 0,-1-1 0 0 0,1 1 1 0 0,0-1-1 0 0,-1 1 0 0 0,1 0 0 0 0,0-1 0 0 0,0 1 1 0 0,0 0-1 0 0,-1 0 0 0 0,1 1 0 0 0,0-1 0 0 0,1 0 1 0 0,-1 1-1 0 0,2-1 0 0 0,15-7 1588 0 0,-14 5-1682 0 0,0 0 1 0 0,0 0-1 0 0,0 1 0 0 0,1 0 0 0 0,-1 0 1 0 0,1 0-1 0 0,0 1 0 0 0,-1 0 1 0 0,1 0-1 0 0,0 0 0 0 0,7 0 0 0 0,-10 2-149 0 0,0-1-1 0 0,-1 0 0 0 0,1 0 1 0 0,0 1-1 0 0,-1 0 0 0 0,1-1 1 0 0,0 1-1 0 0,-1 0 0 0 0,1 0 1 0 0,-1 0-1 0 0,1 1 0 0 0,-1-1 1 0 0,0 1-1 0 0,0-1 0 0 0,1 1 1 0 0,-1 0-1 0 0,0 0 0 0 0,0 0 1 0 0,-1 0-1 0 0,1 0 0 0 0,0 0 1 0 0,-1 0-1 0 0,1 1 0 0 0,-1-1 0 0 0,0 1 1 0 0,2 4-1 0 0,2 9-9 0 0,0 0-1 0 0,-1 0 1 0 0,-1 0-1 0 0,0 1 1 0 0,-2-1 0 0 0,0 26-1 0 0,-1-40 12 0 0,0 0 0 0 0,1 0 0 0 0,-1 0 0 0 0,0 0 0 0 0,0 0 0 0 0,1 0 0 0 0,-1 0 0 0 0,1 0 0 0 0,0 0 0 0 0,0-1 0 0 0,-1 1 0 0 0,1 0 0 0 0,1 0 0 0 0,-1-1 0 0 0,0 1 0 0 0,0 0 0 0 0,2 1 0 0 0,-1-1 0 0 0,-1-1 0 0 0,0 0 0 0 0,0 0 0 0 0,0 1 0 0 0,0-1 0 0 0,0 1 0 0 0,0-1 0 0 0,0 1 0 0 0,-1-1 0 0 0,1 1 0 0 0,-1 0 0 0 0,1-1 0 0 0,-1 1 0 0 0,1 0 0 0 0,-1-1 0 0 0,0 1 0 0 0,0 2 0 0 0,0-3-1 0 0,0 0 1 0 0,0 0-1 0 0,0-1 0 0 0,0 1 1 0 0,0 0-1 0 0,0 0 0 0 0,0-1 0 0 0,0 1 1 0 0,0 0-1 0 0,1 0 0 0 0,-1-1 1 0 0,0 1-1 0 0,1 0 0 0 0,-1 0 1 0 0,0-1-1 0 0,1 1 0 0 0,-1-1 0 0 0,2 2 1 0 0,15 4-54 0 0,-12-9 54 0 0,-5 3 2 0 0,0-1 0 0 0,0 1 0 0 0,0-1 0 0 0,-1 1 0 0 0,1-1 0 0 0,0 1 0 0 0,0-1 0 0 0,0 1 0 0 0,0-1 0 0 0,-1 1 0 0 0,1 0 0 0 0,0-1 0 0 0,0 1 0 0 0,-1-1 0 0 0,1 1 0 0 0,0 0 0 0 0,-1-1 0 0 0,1 1 0 0 0,0 0 0 0 0,-1-1 0 0 0,1 1 0 0 0,-1 0 0 0 0,1 0 0 0 0,-1-1 0 0 0,1 1 0 0 0,0 0 0 0 0,-1 0 0 0 0,1 0 0 0 0,-1-1 0 0 0,1 1 0 0 0,-1 0-1 0 0,1 0 1 0 0,-1 0 0 0 0,1 0 0 0 0,-1 0 0 0 0,0 0 0 0 0,1 0-2 0 0,-1 0 0 0 0,1 0 0 0 0,-1 0 0 0 0,0 0 0 0 0,1 0-1 0 0,-1 0 1 0 0,1 0 0 0 0,-1 0 0 0 0,1 0 0 0 0,-1-1-1 0 0,1 1 1 0 0,-1 0 0 0 0,1 0 0 0 0,-1-1 0 0 0,1 1 0 0 0,-1 0-1 0 0,1-1 1 0 0,-1 1 0 0 0,1-1 0 0 0,-1 1 0 0 0,1 0 0 0 0,0-1-1 0 0,-1 1 1 0 0,1-1 0 0 0,0 1 0 0 0,0-1 0 0 0,-1 1 0 0 0,1-1-1 0 0,0 1 1 0 0,0-1 0 0 0,-1 1 0 0 0,1-1 0 0 0,0 1 0 0 0,0-1-1 0 0,0 0 1 0 0,0 0 0 0 0,0-1 0 0 0,-1 1 0 0 0,0 0 0 0 0,1-1 0 0 0,-1 1 0 0 0,0 0 0 0 0,1 0 0 0 0,-1 0 0 0 0,0-1 0 0 0,0 1 0 0 0,0 0 0 0 0,0 0 0 0 0,0 0 0 0 0,0 0 0 0 0,-1 1 0 0 0,1-1 0 0 0,0 0 0 0 0,0 0 0 0 0,-1 1 0 0 0,1-1 0 0 0,0 1 0 0 0,-3-1 0 0 0,-36-13 0 0 0,29 10 0 0 0,-9-3-7 0 0,1 1 0 0 0,-1 1-1 0 0,0 0 1 0 0,0 2 0 0 0,-1 0-1 0 0,1 1 1 0 0,-1 1 0 0 0,1 1 0 0 0,-1 1-1 0 0,-35 6 1 0 0,49-6 8 0 0,-5 0-2 0 0,0 1 0 0 0,-23 7 1 0 0,30-7 1 0 0,1 0 0 0 0,0 0 0 0 0,0 0 1 0 0,0 0-1 0 0,0 1 0 0 0,0-1 0 0 0,1 1 1 0 0,-1 0-1 0 0,1 1 0 0 0,0-1 0 0 0,-4 5 0 0 0,6-7 3 0 0,0 0-1 0 0,-1 0 0 0 0,1 1 0 0 0,0-1 1 0 0,0 1-1 0 0,0-1 0 0 0,0 1 1 0 0,0-1-1 0 0,1 1 0 0 0,-1-1 0 0 0,0 1 1 0 0,1 0-1 0 0,-1-1 0 0 0,1 1 0 0 0,-1 0 1 0 0,1 0-1 0 0,0-1 0 0 0,0 1 1 0 0,0 0-1 0 0,0 0 0 0 0,0 0 0 0 0,0-1 1 0 0,1 1-1 0 0,-1 0 0 0 0,0 0 0 0 0,1-1 1 0 0,0 1-1 0 0,-1 0 0 0 0,1-1 1 0 0,0 1-1 0 0,0-1 0 0 0,1 3 0 0 0,4 1 3 0 0,-1 0 0 0 0,1 0 0 0 0,0-1 0 0 0,0 0-1 0 0,1-1 1 0 0,-1 1 0 0 0,1-1 0 0 0,8 3-1 0 0,6 2-5 0 0,0-1-1 0 0,1-1 0 0 0,0-1 0 0 0,0 0 0 0 0,1-2 0 0 0,43 1 0 0 0,136-19-335 0 0,-158 10 198 0 0,-4 1-53 0 0,30-3-1388 0 0,83-20 1 0 0,-42-9-3571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22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28 332 160 0 0,'-4'1'1666'0'0,"-10"3"1425"0"0,13-4-3049 0 0,1 0-1 0 0,0 0 1 0 0,0 0 0 0 0,-1 0 0 0 0,1 0 0 0 0,0 0 0 0 0,0 0-1 0 0,-1 0 1 0 0,1 0 0 0 0,0 0 0 0 0,0 0 0 0 0,-1 0 0 0 0,1 0-1 0 0,0 0 1 0 0,0 0 0 0 0,-1 0 0 0 0,1 0 0 0 0,0 0-1 0 0,0 0 1 0 0,-1 0 0 0 0,1-1 0 0 0,0 1 0 0 0,0 0 0 0 0,0 0-1 0 0,-1 0 1 0 0,1 0 0 0 0,0-1 0 0 0,0 1 0 0 0,0 0-1 0 0,-1 0 1 0 0,1 0 0 0 0,0-1 0 0 0,0 1 0 0 0,0 0 0 0 0,0 0-1 0 0,0 0 1 0 0,0-1 0 0 0,0 1 0 0 0,-1-1 80 0 0,0 0 271 0 0,7-2-266 0 0,16 2 1020 0 0,-22 1-1114 0 0,0 0-1 0 0,0-1 1 0 0,-1 1-1 0 0,1 0 1 0 0,0-1 0 0 0,0 1-1 0 0,0-1 1 0 0,0 1-1 0 0,0 0 1 0 0,0-1-1 0 0,0 1 1 0 0,0 0-1 0 0,0-1 1 0 0,0 1 0 0 0,0 0-1 0 0,0-1 1 0 0,0 1-1 0 0,1-1 1 0 0,-1 1-1 0 0,0 0 1 0 0,0-1 0 0 0,0 1-1 0 0,0 0 1 0 0,1 0-1 0 0,-1-1 1 0 0,0 1-1 0 0,0 0 1 0 0,1-1-1 0 0,-1 1 1 0 0,0 0 0 0 0,0 0-1 0 0,1-1 1 0 0,0 1-1 0 0,136-64 875 0 0,-58 33-775 0 0,247-107 190 0 0,-216 86-229 0 0,-79 28 41 0 0,-30 23-135 0 0,0 0 0 0 0,-1 1 0 0 0,1-1 0 0 0,0 1 0 0 0,0-1 0 0 0,0 1 0 0 0,-1 0 1 0 0,1-1-1 0 0,0 1 0 0 0,0 0 0 0 0,0-1 0 0 0,0 1 0 0 0,0 0 0 0 0,0 0 0 0 0,0 0 0 0 0,0 0 0 0 0,0 0 1 0 0,0 0-1 0 0,-1 0 0 0 0,1 0 0 0 0,0 0 0 0 0,0 1 0 0 0,0-1 0 0 0,1 1 0 0 0,-3 3-110 0 0,1-3 110 0 0,0-1 0 0 0,0 0-1 0 0,0 1 1 0 0,0-1-1 0 0,0 0 1 0 0,-1 1-1 0 0,1-1 1 0 0,0 0 0 0 0,0 0-1 0 0,0 1 1 0 0,-1-1-1 0 0,1 0 1 0 0,0 0 0 0 0,0 0-1 0 0,0 1 1 0 0,-1-1-1 0 0,1 0 1 0 0,0 0 0 0 0,-1 0-1 0 0,1 0 1 0 0,0 0-1 0 0,0 1 1 0 0,-1-1 0 0 0,1 0-1 0 0,0 0 1 0 0,-1 0-1 0 0,1 0 1 0 0,0 0 0 0 0,-1 0-1 0 0,1 0 1 0 0,0 0-1 0 0,-1 0 1 0 0,0 0-1 0 0,0 0 0 0 0,0 0 0 0 0,-1 0 0 0 0,1 1 0 0 0,0-1 0 0 0,0 0 0 0 0,0 1 0 0 0,0-1 0 0 0,0 1 0 0 0,0-1-1 0 0,0 1 1 0 0,0 0 0 0 0,0-1 0 0 0,1 1 0 0 0,-1 0 0 0 0,0-1 0 0 0,0 1 0 0 0,0 0 0 0 0,1 0 0 0 0,-1 0 0 0 0,0 0 0 0 0,0 1 0 0 0,-7 11 10 0 0,0-1-1 0 0,-1 0 1 0 0,0-1 0 0 0,-1 1 0 0 0,0-2 0 0 0,0 0-1 0 0,-1 0 1 0 0,-22 14 0 0 0,-1 3 15 0 0,-77 60 137 0 0,90-72-115 0 0,1 0-1 0 0,-26 27 0 0 0,-9 9 104 0 0,41-40-52 0 0,11-10-77 0 0,1 1 0 0 0,-1-1 0 0 0,1 1 0 0 0,0 0 0 0 0,0-1 0 0 0,0 1 0 0 0,0 0 0 0 0,0 0 0 0 0,0 0 0 0 0,1 1 0 0 0,-1-1 0 0 0,1 0 0 0 0,-1 1 0 0 0,1-1 0 0 0,0 1 0 0 0,0-1 0 0 0,0 1 0 0 0,0 0 0 0 0,0-1 0 0 0,1 1 0 0 0,-1 0 0 0 0,1 5 0 0 0,9-8-1286 0 0,111-17-3269 0 0,-63 1 548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23.6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34 3442 0 0,'-64'-16'3835'0'0,"50"12"-3290"0"0,0 0 1 0 0,-1 1-1 0 0,1 0 1 0 0,-19-1 0 0 0,71 7-390 0 0,0 2 1 0 0,0 2 0 0 0,70 20-1 0 0,-11-1-102 0 0,209 24-1441 0 0,-296-49 926 0 0,0 0 1 0 0,0 1 0 0 0,18 5 0 0 0,-24-4-445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24.0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17 2001 0 0,'-53'7'2881'0'0,"26"-7"-560"0"0,27-7-1600 0 0,27 7-481 0 0,-27-5 80 0 0,26 5-80 0 0,1-5 80 0 0,53 5-80 0 0,0-7 0 0 0,48 7-160 0 0,85 0-400 0 0,-53 12-800 0 0,-80 0-1041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25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28 269 1761 0 0,'-14'2'1321'0'0,"14"-2"-1251"0"0,0 0 1 0 0,0 0-1 0 0,-1 1 1 0 0,1-1-1 0 0,0 0 1 0 0,-1 0 0 0 0,1 0-1 0 0,0 0 1 0 0,-1 0-1 0 0,1 0 1 0 0,0 1-1 0 0,-1-1 1 0 0,1 0 0 0 0,0 0-1 0 0,-1 0 1 0 0,1 0-1 0 0,0 0 1 0 0,-1 0-1 0 0,1 0 1 0 0,0 0 0 0 0,-1-1-1 0 0,1 1 1 0 0,0 0-1 0 0,-1 0 1 0 0,1 0 0 0 0,0 0-1 0 0,-1 0 1 0 0,1 0-1 0 0,0-1 1 0 0,0 1-1 0 0,-1 0 1 0 0,1 0 0 0 0,0 0-1 0 0,0-1 1 0 0,-1 1-1 0 0,1 0 1 0 0,0 0-1 0 0,0-1 1 0 0,0 1 0 0 0,-1 0-1 0 0,1-1 1 0 0,0 1-1 0 0,0 0 1 0 0,0-1-1 0 0,0 1 1 0 0,0 0 0 0 0,0-1-1 0 0,-1 1 1 0 0,1 0-1 0 0,0-1 1 0 0,0 1-1 0 0,0 0 1 0 0,0-1 0 0 0,0 0-1 0 0,0 0 90 0 0,0-1 479 0 0,0 1-599 0 0,0 0 0 0 0,0 0 0 0 0,0 0 1 0 0,0 0-1 0 0,0 0 0 0 0,0 0 0 0 0,0 0 0 0 0,0 0 0 0 0,0 0 0 0 0,0 0 0 0 0,1 0 0 0 0,-1 1 0 0 0,0-1 0 0 0,1 0 0 0 0,-1 0 1 0 0,0 0-1 0 0,1 0 0 0 0,-1 0 0 0 0,2-1 0 0 0,47-21 267 0 0,-43 20-295 0 0,1 0 1 0 0,-1 0-1 0 0,0-1 1 0 0,0 0-1 0 0,0 0 1 0 0,8-8-1 0 0,-6 6-24 0 0,1-1 0 0 0,-1 1 0 0 0,1 0 0 0 0,17-8-1 0 0,0 3-9 0 0,65-26-43 0 0,-79 32 62 0 0,0 1 0 0 0,1 1-1 0 0,-1 0 1 0 0,1 1 0 0 0,16-1 0 0 0,-4 3-32 0 0,36 1-92 0 0,-56 0 116 0 0,0 0 1 0 0,0 0-1 0 0,0 0 0 0 0,0 0 0 0 0,8 5 0 0 0,-12-6 11 0 0,-1 1 0 0 0,1-1 0 0 0,-1 1 0 0 0,1-1 0 0 0,-1 1 0 0 0,0-1 0 0 0,1 1 0 0 0,-1-1 0 0 0,0 1 0 0 0,0-1 0 0 0,1 1 0 0 0,-1 0 0 0 0,0-1 0 0 0,0 1 0 0 0,0 0 0 0 0,0-1 0 0 0,0 1 0 0 0,0-1 0 0 0,1 1 0 0 0,-2 0 0 0 0,1-1 0 0 0,0 1 0 0 0,0 0 0 0 0,0-1 0 0 0,0 1 0 0 0,0 0 0 0 0,0-1 0 0 0,-1 1 0 0 0,1-1 0 0 0,0 1 0 0 0,-1-1 0 0 0,1 1 0 0 0,0 0 0 0 0,-1-1 0 0 0,1 1 0 0 0,0-1 0 0 0,-2 1 0 0 0,-3 3 0 0 0,-1 0-1 0 0,0-1 1 0 0,0 1 0 0 0,0-2 0 0 0,-13 5-1 0 0,-7 4-10 0 0,-39 24 8 0 0,45-22 106 0 0,-1-2 0 0 0,-24 10 0 0 0,31-17-49 0 0,2 1-23 0 0,9-4 4 0 0,5-1 32 0 0,0 0-43 0 0,-1 0-19 0 0,0 0 1 0 0,0 0-1 0 0,-1 0 1 0 0,1 1-1 0 0,0-1 1 0 0,0 0 0 0 0,0-1-1 0 0,-1 1 1 0 0,1 0-1 0 0,0 0 1 0 0,0 0-1 0 0,-1 0 1 0 0,1 0-1 0 0,0-1 1 0 0,0 1-1 0 0,-1 0 1 0 0,1-1 0 0 0,0 1-1 0 0,-1-1 1 0 0,1 1-1 0 0,0-1 1 0 0,-1 1-1 0 0,1-1 1 0 0,-1 1-1 0 0,1-1 1 0 0,0 0 0 0 0,0 0 3 0 0,-1 0 1 0 0,1 0-1 0 0,0 0 1 0 0,0 1 0 0 0,-1-1-1 0 0,1 0 1 0 0,0 1 0 0 0,0-1-1 0 0,0 0 1 0 0,0 1-1 0 0,0-1 1 0 0,0 1 0 0 0,0 0-1 0 0,0-1 1 0 0,0 1 0 0 0,0 0-1 0 0,0 0 1 0 0,0-1 0 0 0,0 1-1 0 0,2 0 1 0 0,-2 0 14 0 0,87-45 70 0 0,19-6-144 0 0,40-15 6 0 0,-111 51 44 0 0,61-20 0 0 0,-66 30 0 0 0,-9 8-13 0 0,-19-2 2 0 0,0 0 1 0 0,-1 0-1 0 0,1 0 0 0 0,-1 1 0 0 0,1-1 1 0 0,-1 0-1 0 0,0 1 0 0 0,1 0 0 0 0,-1 0 1 0 0,3 2-1 0 0,-5-3 7 0 0,1 1 1 0 0,-1-1-1 0 0,1 0 1 0 0,-1 0-1 0 0,1 0 1 0 0,-1 0-1 0 0,0 0 1 0 0,0 1-1 0 0,1-1 1 0 0,-1 0-1 0 0,0 0 1 0 0,0 0-1 0 0,0 1 1 0 0,0-1-1 0 0,-1 0 0 0 0,1 0 1 0 0,0 0-1 0 0,0 1 1 0 0,-1-1-1 0 0,1 0 1 0 0,-1 0-1 0 0,1 0 1 0 0,-1 0-1 0 0,1 0 1 0 0,-1 0-1 0 0,-1 2 1 0 0,-5 6-5 0 0,-1 1 0 0 0,0-2 0 0 0,0 1 0 0 0,0-1 1 0 0,-1-1-1 0 0,-1 0 0 0 0,1 0 0 0 0,-1-1 1 0 0,0 0-1 0 0,-1 0 0 0 0,-15 5 0 0 0,4-1 60 0 0,20-9-48 0 0,0 0 0 0 0,0 0 0 0 0,0 0 1 0 0,0-1-1 0 0,0 1 0 0 0,-1 0 0 0 0,1-1 1 0 0,0 1-1 0 0,0-1 0 0 0,0 0 0 0 0,-1 0 1 0 0,-3 0-1 0 0,6-1 9 0 0,-1 0 1 0 0,0 0-1 0 0,1 0 0 0 0,-1 0 1 0 0,1 0-1 0 0,-1 0 0 0 0,1 0 1 0 0,0-1-1 0 0,-1 1 0 0 0,1 0 1 0 0,0 0-1 0 0,0 0 0 0 0,0-1 1 0 0,0 1-1 0 0,0 0 0 0 0,0 0 1 0 0,0-1-1 0 0,1 1 0 0 0,-1 0 1 0 0,0 0-1 0 0,1 0 0 0 0,-1 0 1 0 0,0-1-1 0 0,1 1 0 0 0,0 0 1 0 0,0-1-1 0 0,9-5 2 0 0,-1 2 0 0 0,1-1-1 0 0,0 2 1 0 0,17-7 0 0 0,5-2 4 0 0,-1-3-19 0 0,-19 8 0 0 0,1 1 0 0 0,1 0 0 0 0,-1 1 0 0 0,1 0 0 0 0,0 1 0 0 0,1 1 0 0 0,-1 0 0 0 0,1 1 0 0 0,21-1 0 0 0,-35 4 1 0 0,0 0-1 0 0,0 0 0 0 0,0 0 0 0 0,0 0 0 0 0,0 0 0 0 0,0 0 0 0 0,0 0 0 0 0,0 0 0 0 0,0 1 0 0 0,0-1 1 0 0,-1 0-1 0 0,1 1 0 0 0,0-1 0 0 0,0 1 0 0 0,0-1 0 0 0,0 1 0 0 0,0-1 0 0 0,-1 1 0 0 0,1-1 0 0 0,0 1 1 0 0,-1 0-1 0 0,1-1 0 0 0,0 1 0 0 0,-1 0 0 0 0,1 0 0 0 0,-1 0 0 0 0,1-1 0 0 0,-1 1 0 0 0,1 0 0 0 0,-1 0 0 0 0,0 0 1 0 0,0 0-1 0 0,1 1 0 0 0,-1 1-1 0 0,0-1 0 0 0,0 1-1 0 0,0-1 1 0 0,0 1 0 0 0,-1-1 0 0 0,1 1 0 0 0,-1-1 0 0 0,0 1 0 0 0,0-1 0 0 0,0 1 0 0 0,0-1-1 0 0,0 0 1 0 0,0 1 0 0 0,-3 2 0 0 0,-7 9-6 0 0,-2 0 0 0 0,1-1-1 0 0,-2-1 1 0 0,0 0 0 0 0,0-1 0 0 0,-19 11-1 0 0,8-4-33 0 0,-30 26 0 0 0,46-32-803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28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80 251 800 0 0,'2'9'4860'0'0,"-8"-18"-3010"0"0,1 6-1786 0 0,-2-3 115 0 0,13 2-5 0 0,0 0-97 0 0,-6 4-67 0 0,1-1 1 0 0,-1 1-1 0 0,0 0 1 0 0,1-1-1 0 0,-1 1 1 0 0,0 0 0 0 0,1-1-1 0 0,-1 1 1 0 0,0-1-1 0 0,1 1 1 0 0,-1 0-1 0 0,0-1 1 0 0,0 1 0 0 0,0-1-1 0 0,0 1 1 0 0,1-1-1 0 0,-1 1 1 0 0,0 0-1 0 0,0-1 1 0 0,0 1-1 0 0,0-1 1 0 0,0 1 0 0 0,0-1-1 0 0,0 0 1 0 0,4-11 192 0 0,10 0-81 0 0,1 0 1 0 0,0 1-1 0 0,26-15 1 0 0,-6 4-40 0 0,13-13-8 0 0,-31 21-42 0 0,2 1 0 0 0,-1 1 0 0 0,2 1 0 0 0,21-10 0 0 0,-22 12-33 0 0,-16 7 0 0 0,0 0 0 0 0,0 0 0 0 0,0 1 0 0 0,1 0 0 0 0,-1-1 0 0 0,0 1 0 0 0,5 0 0 0 0,-8 1 0 0 0,1 0 0 0 0,-1 0 0 0 0,0-1 0 0 0,0 1 0 0 0,0 0 0 0 0,0 0 0 0 0,1 0 0 0 0,-1 1 0 0 0,0-1 0 0 0,0 0 0 0 0,0 0 0 0 0,0 0 0 0 0,0 0 0 0 0,1 0 0 0 0,-1 0 0 0 0,0 0 0 0 0,0 0 0 0 0,0 0 0 0 0,0 0 0 0 0,0 0 0 0 0,1 0 0 0 0,-1 0 0 0 0,0 0 0 0 0,0 1 0 0 0,0-1 0 0 0,0 0 0 0 0,0 0 0 0 0,0 0 0 0 0,0 0 0 0 0,0 0 0 0 0,0 0 0 0 0,1 1 0 0 0,-1-1 0 0 0,0 0 0 0 0,0 0 0 0 0,0 0 0 0 0,0 0 0 0 0,0 1 0 0 0,0-1 0 0 0,0 0 0 0 0,0 0 0 0 0,0 0 0 0 0,0 0 0 0 0,0 0 0 0 0,0 1 0 0 0,0 4-13 0 0,0-1-54 0 0,0-3-13 0 0,0 0 13 0 0,0 1 59 0 0,0 0 0 0 0,0 0-1 0 0,0 0 1 0 0,0 0 0 0 0,-1-1-1 0 0,1 1 1 0 0,0 0-1 0 0,-1 0 1 0 0,1-1 0 0 0,-1 1-1 0 0,-1 3 1 0 0,-10 1 20 0 0,2-2-17 0 0,1 3 8 0 0,0 1 0 0 0,1 0 0 0 0,0 0 0 0 0,0 0 0 0 0,1 1 0 0 0,0 0 1 0 0,0 1-1 0 0,1 0 0 0 0,1 0 0 0 0,-7 15 0 0 0,4-10 45 0 0,-1 1 0 0 0,0-1 1 0 0,-17 20-1 0 0,-71 54 152 0 0,85-78-165 0 0,-9 11 171 0 0,0-2 0 0 0,-31 23 1 0 0,35-33-104 0 0,15-10-97 0 0,0 1-1 0 0,0 0 0 0 0,-1 0 1 0 0,2 0-1 0 0,-1 0 1 0 0,0 0-1 0 0,0 0 1 0 0,0 1-1 0 0,0-1 1 0 0,1 1-1 0 0,-1-1 1 0 0,1 1-1 0 0,-1 0 1 0 0,1-1-1 0 0,0 1 1 0 0,-1 0-1 0 0,1 0 0 0 0,0 0 1 0 0,0 0-1 0 0,1 0 1 0 0,-1 0-1 0 0,0 0 1 0 0,1 0-1 0 0,-2 4 1 0 0,3-5-28 0 0,-1 1 1 0 0,0-1-1 0 0,0 0 1 0 0,1 0-1 0 0,-1 0 1 0 0,0 0-1 0 0,1 0 1 0 0,-1 0-1 0 0,1 0 0 0 0,0 0 1 0 0,-1 0-1 0 0,1 0 1 0 0,0-1-1 0 0,-1 1 1 0 0,1 0-1 0 0,0 0 1 0 0,0-1-1 0 0,0 1 1 0 0,-1 0-1 0 0,1-1 1 0 0,0 1-1 0 0,0-1 1 0 0,0 1-1 0 0,0-1 1 0 0,0 1-1 0 0,0-1 1 0 0,1 0-1 0 0,-1 1 0 0 0,0-1 1 0 0,0 0-1 0 0,0 0 1 0 0,0 0-1 0 0,0 0 1 0 0,0 0-1 0 0,0 0 1 0 0,2 0-1 0 0,41-6-740 0 0,-43 6 720 0 0,14-4-868 0 0,1 0-1 0 0,-1-1 1 0 0,16-7-1 0 0,-29 11 751 0 0,25-16-2641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29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474 187 720 0 0,'0'-1'202'0'0,"0"-1"-1"0"0,0 0 0 0 0,-1 0 0 0 0,1 1 0 0 0,-1-1 0 0 0,1 0 1 0 0,-1 1-1 0 0,0-1 0 0 0,1 1 0 0 0,-1-1 0 0 0,0 1 1 0 0,0-1-1 0 0,0 1 0 0 0,0-1 0 0 0,0 1 0 0 0,0 0 0 0 0,-1 0 1 0 0,1 0-1 0 0,0-1 0 0 0,-1 1 0 0 0,1 0 0 0 0,0 1 1 0 0,-3-2-1 0 0,-2-1 87 0 0,-1 0 1 0 0,1 1 0 0 0,0-1 0 0 0,-1 2-1 0 0,0-1 1 0 0,-8 0 0 0 0,-4 0-67 0 0,0 1 0 0 0,1 0-1 0 0,-31 5 1 0 0,34-2-181 0 0,1 2 0 0 0,0 0 0 0 0,0 0-1 0 0,0 2 1 0 0,0-1 0 0 0,1 2 0 0 0,-21 12 0 0 0,11-3-8 0 0,0 1 1 0 0,-34 34-1 0 0,50-44-20 0 0,0 1 0 0 0,0 0 0 0 0,1 0 0 0 0,0 0 0 0 0,-5 11 0 0 0,9-16-9 0 0,0 0 0 0 0,1 1 0 0 0,-1-1 0 0 0,1 1 0 0 0,0-1 0 0 0,0 1 0 0 0,0-1 0 0 0,1 1 0 0 0,-1 0 0 0 0,1-1 0 0 0,0 1 0 0 0,0 0 1 0 0,0 0-1 0 0,0-1 0 0 0,1 1 0 0 0,1 5 0 0 0,0-4 16 0 0,0 0 1 0 0,0 0-1 0 0,0 0 1 0 0,1 0-1 0 0,0 0 1 0 0,0-1-1 0 0,0 1 0 0 0,1-1 1 0 0,-1 0-1 0 0,1 0 1 0 0,0 0-1 0 0,0 0 1 0 0,1-1-1 0 0,7 5 1 0 0,-5-4-14 0 0,1 0 1 0 0,1-1-1 0 0,-1 0 1 0 0,0 0 0 0 0,1-1-1 0 0,0 0 1 0 0,-1 0-1 0 0,13 0 1 0 0,13-1 43 0 0,0-3 0 0 0,0 0 0 0 0,60-13 0 0 0,-92 15-43 0 0,6-2 8 0 0,7 0 17 0 0,0-1-1 0 0,0 0 0 0 0,-1-1 0 0 0,1-1 1 0 0,-1 0-1 0 0,0-1 0 0 0,-1-1 0 0 0,24-15 1 0 0,-10 3 40 0 0,-1-1 0 0 0,-1-2 1 0 0,-1-1-1 0 0,-1 0 0 0 0,30-41 1 0 0,-49 59-52 0 0,-1 0-1 0 0,0-1 1 0 0,0 1 0 0 0,0-1 0 0 0,-1 0 0 0 0,0 0 0 0 0,0 0-1 0 0,0 0 1 0 0,-1 0 0 0 0,0 0 0 0 0,0-1 0 0 0,0 1 0 0 0,-1 0-1 0 0,0-1 1 0 0,0 1 0 0 0,-1 0 0 0 0,1 0 0 0 0,-1-1-1 0 0,-1 1 1 0 0,1 0 0 0 0,-1 0 0 0 0,0 0 0 0 0,-1 0 0 0 0,0 0-1 0 0,1 1 1 0 0,-2-1 0 0 0,1 1 0 0 0,-1 0 0 0 0,1 0 0 0 0,-1 0-1 0 0,-1 0 1 0 0,1 1 0 0 0,-1-1 0 0 0,0 1 0 0 0,0 0 0 0 0,0 1-1 0 0,0-1 1 0 0,-1 1 0 0 0,1 0 0 0 0,-1 1 0 0 0,0-1 0 0 0,0 1-1 0 0,-9-2 1 0 0,-19-2-304 0 0,-1 1 0 0 0,0 2 0 0 0,1 2 0 0 0,-1 1 0 0 0,0 1 0 0 0,-37 7 0 0 0,-11 17-1399 0 0,7-2-1107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33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28 437 1841 0 0,'-22'-4'3561'0'0,"22"4"-3539"0"0,-1 0-1 0 0,1 0 0 0 0,0 0 1 0 0,0 0-1 0 0,-1-1 0 0 0,1 1 0 0 0,0 0 1 0 0,0 0-1 0 0,-1 0 0 0 0,1 0 0 0 0,0 0 1 0 0,0 0-1 0 0,0-1 0 0 0,-1 1 0 0 0,1 0 1 0 0,0 0-1 0 0,0 0 0 0 0,0-1 0 0 0,0 1 1 0 0,0 0-1 0 0,-1 0 0 0 0,1-1 0 0 0,0 1 1 0 0,0 0-1 0 0,0 0 0 0 0,0 0 0 0 0,0-1 1 0 0,0 1-1 0 0,0 0 0 0 0,0-1 1 0 0,0 1-1 0 0,0 0 0 0 0,0 0 0 0 0,0-1 1 0 0,0 1-1 0 0,0 0 0 0 0,0 0 0 0 0,0-1 1 0 0,0 1-1 0 0,0 0 0 0 0,0 0 0 0 0,0 0 1 0 0,1-1-1 0 0,-1 1 0 0 0,0 0 0 0 0,0 0 1 0 0,0-1-1 0 0,0 1 0 0 0,0 0 0 0 0,1 0 1 0 0,-1 0-1 0 0,0 0 0 0 0,0-1 0 0 0,0 1 1 0 0,1 0-1 0 0,-1 0 0 0 0,0 0 1 0 0,0 0-1 0 0,1 0 0 0 0,-1 0 0 0 0,0-1 1 0 0,0 1-1 0 0,1 0 0 0 0,0 0 15 0 0,0 0 0 0 0,0 0 0 0 0,0 0-1 0 0,1-1 1 0 0,-1 1 0 0 0,0 0 0 0 0,0-1 0 0 0,0 1 0 0 0,0-1-1 0 0,0 1 1 0 0,0-1 0 0 0,0 0 0 0 0,0 1 0 0 0,0-1 0 0 0,0 0-1 0 0,1-1 1 0 0,1-28 662 0 0,-3 30-698 0 0,0-1 16 0 0,1 0-1 0 0,-1 0 1 0 0,1 0-1 0 0,-1 0 1 0 0,1 0-1 0 0,-1 1 1 0 0,1-1-1 0 0,0 0 1 0 0,0 0-1 0 0,-1 0 1 0 0,1 1-1 0 0,0-1 1 0 0,0 0 0 0 0,0 1-1 0 0,0-1 1 0 0,0 0-1 0 0,0 1 1 0 0,-1-1-1 0 0,1 1 1 0 0,2-1-1 0 0,2-2 60 0 0,-4 2-61 0 0,0 0 0 0 0,-1 0 0 0 0,1 0 0 0 0,-1 0 0 0 0,1 0 0 0 0,-1 0 0 0 0,1 0 0 0 0,-1 0 0 0 0,0-1 0 0 0,0 1 0 0 0,1 0 0 0 0,-1 0 0 0 0,0 0 0 0 0,0-1 0 0 0,0-1 0 0 0,3-16 175 0 0,46-45 305 0 0,-44 55-442 0 0,2-3 19 0 0,0 0-1 0 0,1 0 0 0 0,1 1 0 0 0,-1 0 0 0 0,2 0 0 0 0,-1 1 0 0 0,12-10 0 0 0,86-58 264 0 0,-91 67-316 0 0,0 1 0 0 0,1 1-1 0 0,0 1 1 0 0,0 0 0 0 0,20-6 0 0 0,-25 11-30 0 0,-1 0 0 0 0,1 0 0 0 0,1 1 0 0 0,-1 1 0 0 0,0 0 0 0 0,0 0 0 0 0,0 1 0 0 0,1 1-1 0 0,19 3 1 0 0,-17 0-33 0 0,0 0-1 0 0,0 1 0 0 0,-1 0 1 0 0,0 1-1 0 0,0 1 1 0 0,20 13-1 0 0,-27-16 14 0 0,-1 0 0 0 0,-1 0 1 0 0,1 1-1 0 0,-1 0 0 0 0,0 0 1 0 0,0 0-1 0 0,0 1 0 0 0,-1-1 0 0 0,1 1 1 0 0,-1 0-1 0 0,-1 1 0 0 0,1-1 1 0 0,-1 1-1 0 0,-1-1 0 0 0,4 10 0 0 0,-6-13 26 0 0,1-1-1 0 0,-1 1 1 0 0,0-1-1 0 0,0 0 1 0 0,0 1-1 0 0,-1-1 1 0 0,1 1-1 0 0,-1-1 0 0 0,1 0 1 0 0,-1 1-1 0 0,0-1 1 0 0,1 0-1 0 0,-1 0 1 0 0,0 0-1 0 0,-1 1 1 0 0,1-1-1 0 0,0 0 1 0 0,-1 0-1 0 0,1-1 1 0 0,-1 1-1 0 0,1 0 0 0 0,-1 0 1 0 0,0-1-1 0 0,-4 3 1 0 0,-3 3 14 0 0,-1-1 1 0 0,0 0-1 0 0,-19 8 1 0 0,19-10 0 0 0,-168 78 325 0 0,169-77-263 0 0,-6 1 39 0 0,14-6-100 0 0,1 0 0 0 0,0 0 0 0 0,0 0 0 0 0,-1 0 1 0 0,1 0-1 0 0,0 0 0 0 0,-1 0 0 0 0,1 0 0 0 0,0 0 0 0 0,0 0 0 0 0,-1-1 0 0 0,1 1 0 0 0,0 0 0 0 0,0 0 0 0 0,0 0 0 0 0,-1 0 0 0 0,1-1 0 0 0,0 1 0 0 0,0 0 0 0 0,0 0 0 0 0,-1 0 0 0 0,1-1 0 0 0,0 1 0 0 0,0 0 0 0 0,0 0 1 0 0,0-1-1 0 0,0 1 0 0 0,0 0 0 0 0,-1 0 0 0 0,1-1 0 0 0,0 1 0 0 0,0 0 0 0 0,0-1 0 0 0,0 1 0 0 0,0 0 0 0 0,0 0 0 0 0,0-1 0 0 0,0 1 0 0 0,0 0 0 0 0,0-1 0 0 0,0 1 0 0 0,1-1 0 0 0,-1 1-1 0 0,1-1-1 0 0,0 0 0 0 0,-1 0 0 0 0,1 0 0 0 0,0 1 0 0 0,0-1 1 0 0,-1 0-1 0 0,1 1 0 0 0,0-1 0 0 0,0 1 0 0 0,0-1 0 0 0,0 1 1 0 0,0-1-1 0 0,0 1 0 0 0,0 0 0 0 0,0-1 0 0 0,0 1 0 0 0,0 0 1 0 0,2 0-1 0 0,0-1 2 0 0,24-23 70 0 0,102-80 230 0 0,-99 78-349 0 0,0 1 1 0 0,1 1 0 0 0,2 2-1 0 0,0 1 1 0 0,49-22 0 0 0,-74 38 21 0 0,2 2-1 0 0,-1-1 1 0 0,0 1 0 0 0,1 1-1 0 0,-1 0 1 0 0,1 0-1 0 0,0 1 1 0 0,0 0 0 0 0,11 0-1 0 0,-15 3-10 0 0,0-1 0 0 0,0 1-1 0 0,0 0 1 0 0,0 0 0 0 0,-1 1-1 0 0,1-1 1 0 0,7 6 0 0 0,-5 9-92 0 0,-6-13 92 0 0,0 1 1 0 0,0-1 0 0 0,-1 1 0 0 0,1 0-1 0 0,-1 0 1 0 0,-1-1 0 0 0,1 1 0 0 0,-1 0-1 0 0,1 0 1 0 0,-1 0 0 0 0,-1 0 0 0 0,1 0-1 0 0,-1-1 1 0 0,0 1 0 0 0,0 0-1 0 0,0 0 1 0 0,-1-1 0 0 0,1 1 0 0 0,-1-1-1 0 0,0 1 1 0 0,-1-1 0 0 0,-2 6 0 0 0,-5 2 8 0 0,1 0 1 0 0,-2 0 0 0 0,1-1 0 0 0,-2-1 0 0 0,1 0 0 0 0,-2 0-1 0 0,1-1 1 0 0,-1 0 0 0 0,0-1 0 0 0,-25 10 0 0 0,-68 38 98 0 0,105-56-76 0 0,1 0 0 0 0,0 0 1 0 0,0-1-1 0 0,-1 1 1 0 0,1 0-1 0 0,0 0 0 0 0,-1 0 1 0 0,1-1-1 0 0,0 1 1 0 0,0 0-1 0 0,-1 0 1 0 0,1-1-1 0 0,0 1 0 0 0,0 0 1 0 0,0 0-1 0 0,0-1 1 0 0,-1 1-1 0 0,1 0 0 0 0,0-1 1 0 0,0 1-1 0 0,0 0 1 0 0,0-1-1 0 0,0 1 0 0 0,0 0 1 0 0,0-1-1 0 0,0 1 1 0 0,0 0-1 0 0,0-1 1 0 0,0 1-1 0 0,0 0 0 0 0,0-1 1 0 0,0 1-1 0 0,0 0 1 0 0,0-1-1 0 0,0 1 0 0 0,1-1 1 0 0,3-16 205 0 0,14 0-130 0 0,-5 1-56 0 0,1 0 1 0 0,0 0-1 0 0,2 1 0 0 0,0 1 1 0 0,26-18-1 0 0,-15 11-10 0 0,-1 0 6 0 0,2 2-1 0 0,0 0 0 0 0,54-26 1 0 0,-71 40-29 0 0,0 0 0 0 0,1 1 0 0 0,0 1 1 0 0,-1 0-1 0 0,1 0 0 0 0,0 1 1 0 0,0 1-1 0 0,0 0 0 0 0,1 0 0 0 0,-1 1 1 0 0,0 1-1 0 0,0 0 0 0 0,0 1 1 0 0,21 5-1 0 0,-31-6 8 0 0,-1-1 1 0 0,1 1 0 0 0,-1 0-1 0 0,1 0 1 0 0,-1 0-1 0 0,1 0 1 0 0,-1 0-1 0 0,0 0 1 0 0,0 0-1 0 0,1 0 1 0 0,-1 0 0 0 0,0 0-1 0 0,0 1 1 0 0,0-1-1 0 0,0 0 1 0 0,0 1-1 0 0,-1-1 1 0 0,1 1-1 0 0,0-1 1 0 0,-1 1 0 0 0,1 0-1 0 0,-1-1 1 0 0,1 1-1 0 0,-1-1 1 0 0,0 1-1 0 0,0 0 1 0 0,0-1-1 0 0,0 1 1 0 0,0 0 0 0 0,0-1-1 0 0,0 1 1 0 0,0 0-1 0 0,-1 1 1 0 0,-1 8 2 0 0,-1 0 1 0 0,0-1-1 0 0,-9 21 0 0 0,7-19 4 0 0,2-3 1 0 0,-1 0-1 0 0,0 0 1 0 0,0-1 0 0 0,-1 1-1 0 0,0-1 1 0 0,-1 0 0 0 0,0-1-1 0 0,0 1 1 0 0,0-1 0 0 0,-1 0-1 0 0,-12 9 1 0 0,-8 7 20 0 0,27-22-33 0 0,0-1 1 0 0,-1 0 0 0 0,1 0 0 0 0,0 0 0 0 0,0 0-1 0 0,-1 1 1 0 0,1-1 0 0 0,0 0 0 0 0,0 0 0 0 0,0 1-1 0 0,-1-1 1 0 0,1 0 0 0 0,0 0 0 0 0,0 1-1 0 0,0-1 1 0 0,0 0 0 0 0,0 0 0 0 0,0 1 0 0 0,-1-1-1 0 0,1 0 1 0 0,0 0 0 0 0,0 1 0 0 0,0-1 0 0 0,0 0-1 0 0,0 1 1 0 0,0-1 0 0 0,0 0 0 0 0,0 1 0 0 0,0-1-1 0 0,1 0 1 0 0,-1 0 0 0 0,0 1 0 0 0,0-1 0 0 0,0 0-1 0 0,0 1 1 0 0,0-1 0 0 0,0 0 0 0 0,0 0 0 0 0,1 1-1 0 0,-1-1 1 0 0,0 0 0 0 0,0 0 0 0 0,0 0-1 0 0,1 1 1 0 0,-1-1 0 0 0,0 0 0 0 0,0 0 0 0 0,1 0-1 0 0,-1 0 1 0 0,0 1 0 0 0,0-1 0 0 0,1 0 0 0 0,-1 0-1 0 0,0 0 1 0 0,1 0 0 0 0,-1 0 0 0 0,0 0 0 0 0,0 0-1 0 0,1 0 1 0 0,-1 0 0 0 0,1 0 0 0 0,17 0-486 0 0,-10-2 156 0 0,0 0 1 0 0,-1 0-1 0 0,1 0 0 0 0,-1-1 0 0 0,1 0 1 0 0,-1-1-1 0 0,12-7 0 0 0,25-13-2470 0 0,27-7-63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34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44 2241 0 0,'-80'-19'6179'0'0,"4"0"-4514"0"0,59 18-926 0 0,16 1-723 0 0,1 0 0 0 0,0 1 0 0 0,-1-1 0 0 0,1 0 0 0 0,-1 0 0 0 0,1 0 0 0 0,-1 0 0 0 0,1 0 0 0 0,-1 0 0 0 0,1 0 0 0 0,0 0 0 0 0,-1 0 0 0 0,1 0 0 0 0,-1 0 0 0 0,1 0 0 0 0,-1 0 0 0 0,1 0 0 0 0,-1-1 0 0 0,1 1 0 0 0,0 0 0 0 0,-1 0 0 0 0,1 0 0 0 0,-1-1 0 0 0,1 1 0 0 0,0 0 0 0 0,-1-1 0 0 0,1 1 0 0 0,0 0 0 0 0,-1-1 0 0 0,1 1 0 0 0,0 0 0 0 0,-1-1 0 0 0,1 0 224 0 0,25 5-210 0 0,-1 0 0 0 0,1-2 0 0 0,39-2 0 0 0,-43 0-190 0 0,22 0-495 0 0,203-4-6027 0 0,-192 3 3828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34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23 560 0 0,'-27'0'3922'0'0,"0"-12"-1441"0"0,27 7-800 0 0,0 0-1281 0 0,27 5-160 0 0,0 0 0 0 0,26 0 0 0 0,107 22-159 0 0,75 12-642 0 0,-102-12-879 0 0,-80 0-3363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37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17 307 2801 0 0,'-4'1'2188'0'0,"-7"2"-1516"0"0,9-2-304 0 0,19-6 1287 0 0,-17 5-1643 0 0,0 0 1 0 0,0 0-1 0 0,0 0 1 0 0,0 0-1 0 0,0-1 1 0 0,-1 1-1 0 0,1 0 1 0 0,0 0-1 0 0,0 0 1 0 0,0 0-1 0 0,0 0 1 0 0,0-1-1 0 0,0 1 1 0 0,0 0-1 0 0,0 0 1 0 0,0 0-1 0 0,0 0 1 0 0,0-1-1 0 0,0 1 1 0 0,0 0-1 0 0,0 0 1 0 0,0 0-1 0 0,0 0 1 0 0,0-1-1 0 0,0 1 1 0 0,0 0-1 0 0,0 0 1 0 0,0 0-1 0 0,1 0 1 0 0,-1 0-1 0 0,0-1 1 0 0,0 1-1 0 0,0 0 1 0 0,0 0-1 0 0,0 0 1 0 0,0 0-1 0 0,0 0 1 0 0,0 0-1 0 0,1-1 1 0 0,-1 1-1 0 0,0 0 1 0 0,0 0-1 0 0,0 0 1 0 0,0 0-1 0 0,0 0 1 0 0,1 0-1 0 0,-1 0 1 0 0,0 0-1 0 0,0 0 1 0 0,0 0-1 0 0,0 0 1 0 0,1 0-1 0 0,-1 0 1 0 0,0 0-1 0 0,0 0 1 0 0,0 0-1 0 0,0 0 1 0 0,1 0-1 0 0,-1 0 1 0 0,0 0-1 0 0,0 0 1 0 0,0 0-1 0 0,1 0 1 0 0,0 0 61 0 0,0 0-54 0 0,0 0 0 0 0,-1 0 1 0 0,1 0-1 0 0,0 0 0 0 0,0 0 0 0 0,0 0 0 0 0,-1 0 1 0 0,1 0-1 0 0,0 0 0 0 0,0 0 0 0 0,-1-1 0 0 0,1 1 0 0 0,0 0 1 0 0,0-1-1 0 0,-1 1 0 0 0,1 0 0 0 0,0-1 0 0 0,-1 1 1 0 0,1-1-1 0 0,0 1 0 0 0,-1-1 0 0 0,1 1 0 0 0,-1-1 1 0 0,1 0-1 0 0,-1 1 0 0 0,1-1 0 0 0,-1 1 0 0 0,0-1 1 0 0,1 0-1 0 0,-1 0 0 0 0,1 0 0 0 0,-1-1 0 0 0,1 1-1 0 0,-1 0 1 0 0,1 0-1 0 0,-1-1 1 0 0,1 1 0 0 0,0 0-1 0 0,-1 0 1 0 0,1 0-1 0 0,0 0 1 0 0,0 0-1 0 0,0 0 1 0 0,0 0-1 0 0,0 0 1 0 0,0 0 0 0 0,0 1-1 0 0,0-1 1 0 0,2-1-1 0 0,12-10 189 0 0,7-6-111 0 0,0 0 0 0 0,2 2 0 0 0,41-22-1 0 0,134-60-11 0 0,-92 47-10 0 0,-80 39-61 0 0,-23 6-14 0 0,-4 11 0 0 0,0-1-14 0 0,0-3-52 0 0,-4 7-81 0 0,-2-1 144 0 0,0 0 1 0 0,0 1-1 0 0,1-1 0 0 0,1 1 1 0 0,-5 9-1 0 0,-9 15 6 0 0,-15 16 17 0 0,22-34-10 0 0,2-1 0 0 0,-1 1 0 0 0,2 0 0 0 0,0 1 0 0 0,-10 26 0 0 0,9 3-24 0 0,1-27-14 0 0,6-15 13 0 0,1-1 0 0 0,-1 1 0 0 0,1 0 0 0 0,0 0 0 0 0,0 0 0 0 0,0 0 0 0 0,0 1-1 0 0,1-1 1 0 0,-1 0 0 0 0,1 0 0 0 0,-1 0 0 0 0,1 1 0 0 0,0-1 0 0 0,-1 0 0 0 0,1 0 0 0 0,0 1 0 0 0,1-1 0 0 0,-1 0-1 0 0,0 1 1 0 0,1-1 0 0 0,0 2 0 0 0,8 6-224 0 0,-8-9 177 0 0,0-1-1 0 0,0 1 0 0 0,0-1 0 0 0,0 1 1 0 0,0 0-1 0 0,0 0 0 0 0,-1 0 0 0 0,1-1 1 0 0,0 1-1 0 0,-1 0 0 0 0,1 0 0 0 0,-1 0 0 0 0,1 0 1 0 0,-1 0-1 0 0,1 0 0 0 0,-1 0 0 0 0,0 0 1 0 0,1 0-1 0 0,-1 2 0 0 0,0-1-1111 0 0,0-9-4989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38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38 1841 0 0,'-19'-1'1299'0'0,"11"1"-700"0"0,0-1 1 0 0,1 0-1 0 0,-1 0 1 0 0,1 0-1 0 0,-12-4 0 0 0,19 5-556 0 0,0 0-1 0 0,0 0 1 0 0,-1 0-1 0 0,1 0 0 0 0,0-1 1 0 0,0 1-1 0 0,-1 0 1 0 0,1 0-1 0 0,0 0 0 0 0,0 0 1 0 0,0 0-1 0 0,-1 0 0 0 0,1 0 1 0 0,0-1-1 0 0,0 1 1 0 0,0 0-1 0 0,-1 0 0 0 0,1 0 1 0 0,0 0-1 0 0,0-1 1 0 0,0 1-1 0 0,0 0 0 0 0,-1 0 1 0 0,1 0-1 0 0,0-1 1 0 0,0 1-1 0 0,0 0 0 0 0,0 0 1 0 0,0-1-1 0 0,0 1 1 0 0,0 0-1 0 0,0 0 0 0 0,0 0 1 0 0,0-1-1 0 0,0 1 0 0 0,0 0 1 0 0,0-1-1 0 0,8-4 662 0 0,7 1-457 0 0,-11 3 59 0 0,28-5 348 0 0,455 1 359 0 0,-375 8-1346 0 0,-74-3-26 0 0,-23-1-179 0 0,-1 1 1 0 0,1 1-1 0 0,0 0 1 0 0,0 1-1 0 0,0 0 1 0 0,18 6-1 0 0,-29-4-2143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38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79 140 1281 0 0,'0'0'101'0'0,"0"-1"0"0"0,0 1 1 0 0,0-1-1 0 0,0 1 0 0 0,0-1 0 0 0,0 1 1 0 0,1-1-1 0 0,-1 1 0 0 0,0 0 1 0 0,0-1-1 0 0,0 1 0 0 0,0-1 1 0 0,1 1-1 0 0,-1 0 0 0 0,0-1 1 0 0,0 1-1 0 0,1-1 0 0 0,-1 1 1 0 0,0 0-1 0 0,1-1 0 0 0,-1 1 1 0 0,0 0-1 0 0,1 0 0 0 0,-1-1 0 0 0,1 1 1 0 0,-1 0-1 0 0,1 0 0 0 0,-1-1 1 0 0,0 1-1 0 0,1 0 0 0 0,-1 0 1 0 0,1 0-1 0 0,-1 0 0 0 0,1 0 1 0 0,-1 0-1 0 0,1 0 0 0 0,-1 0 1 0 0,1 0-1 0 0,-1 0 0 0 0,0 0 1 0 0,1 0-1 0 0,17-5 1353 0 0,41-25 138 0 0,-44 24-1555 0 0,0-1 0 0 0,-1 0 0 0 0,0-1 0 0 0,-1 0 0 0 0,17-15 0 0 0,-22 18-21 0 0,1 0-1 0 0,0 0 1 0 0,-1 0-1 0 0,2 1 1 0 0,17-5-1 0 0,-22 8 52 0 0,-10 1 13 0 0,-2 1-65 0 0,1 0 0 0 0,-1 1 1 0 0,0 0-1 0 0,0 0 0 0 0,1 1 0 0 0,-1 0 0 0 0,1 0 0 0 0,0 0 1 0 0,0 1-1 0 0,-10 8 0 0 0,0 0 9 0 0,1 1 1 0 0,-24 24-1 0 0,13-5 42 0 0,19-23-66 0 0,0 0 0 0 0,-1 0 1 0 0,0-1-1 0 0,-1 0 0 0 0,-15 11 0 0 0,-7 2 101 0 0,16-13 7 0 0,2 1 1 0 0,-21 17 0 0 0,33-26-116 0 0,1 1 0 0 0,-1-1 0 0 0,1 1 1 0 0,-1-1-1 0 0,1 1 0 0 0,-1-1 0 0 0,1 1 1 0 0,-1 0-1 0 0,1-1 0 0 0,0 1 0 0 0,-1 0 0 0 0,1-1 1 0 0,0 1-1 0 0,-1 0 0 0 0,1-1 0 0 0,0 1 1 0 0,0 0-1 0 0,0-1 0 0 0,0 1 0 0 0,-1 0 1 0 0,1 0-1 0 0,0-1 0 0 0,0 1 0 0 0,0 0 0 0 0,1-1 1 0 0,-1 1-1 0 0,0 0 0 0 0,0 0 0 0 0,0-1 1 0 0,0 1-1 0 0,1 0 0 0 0,-1-1 0 0 0,0 1 0 0 0,1 0 1 0 0,-1-1-1 0 0,0 1 0 0 0,1-1 0 0 0,-1 1 1 0 0,1 0-1 0 0,-1-1 0 0 0,1 1 0 0 0,-1-1 0 0 0,1 1 1 0 0,0-1-1 0 0,-1 0 0 0 0,1 1 0 0 0,0-1 1 0 0,-1 0-1 0 0,1 1 0 0 0,0-1 0 0 0,-1 0 0 0 0,2 1 1 0 0,3 1-175 0 0,0-1 1 0 0,1 1 0 0 0,-1-1 0 0 0,0 1-1 0 0,7-1 1 0 0,0-1-502 0 0,0 0 0 0 0,0-1 0 0 0,-1 0 0 0 0,1-1 0 0 0,17-5 0 0 0,-10 2-1109 0 0,8 0-343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39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237 186 1681 0 0,'-11'-2'926'0'0,"-1"0"1"0"0,1 0 0 0 0,0 2-1 0 0,-1-1 1 0 0,-19 3 0 0 0,16-1-786 0 0,0 2 0 0 0,0 0 1 0 0,0 1-1 0 0,0 0 1 0 0,1 1-1 0 0,-18 8 0 0 0,30-12-130 0 0,0 0-1 0 0,1-1 0 0 0,-1 1 1 0 0,0 0-1 0 0,1 0 0 0 0,-1 0 0 0 0,1 0 1 0 0,-1 1-1 0 0,1-1 0 0 0,0 0 1 0 0,0 1-1 0 0,-1-1 0 0 0,1 1 0 0 0,0-1 1 0 0,0 1-1 0 0,0-1 0 0 0,0 1 1 0 0,1 0-1 0 0,-2 2 0 0 0,2-2 1 0 0,0-1-1 0 0,0 1 1 0 0,0-1 0 0 0,0 1-1 0 0,1-1 1 0 0,-1 1-1 0 0,0-1 1 0 0,1 1 0 0 0,-1-1-1 0 0,1 1 1 0 0,0-1-1 0 0,-1 0 1 0 0,1 1 0 0 0,0-1-1 0 0,0 0 1 0 0,0 0-1 0 0,0 0 1 0 0,2 2 0 0 0,5 5 33 0 0,1-2 0 0 0,0 1-1 0 0,0-1 1 0 0,19 10 0 0 0,-27-16-44 0 0,16 7 18 0 0,0 0 0 0 0,0-2-1 0 0,1 0 1 0 0,0-1-1 0 0,0 0 1 0 0,0-2-1 0 0,0 0 1 0 0,0-1-1 0 0,1-1 1 0 0,-1-1 0 0 0,0 0-1 0 0,0-1 1 0 0,20-6-1 0 0,1 0 35 0 0,0-3 1 0 0,-1-1-1 0 0,0-1 0 0 0,57-31 0 0 0,-75 34-36 0 0,0-2-1 0 0,-1 0 1 0 0,0-1 0 0 0,-1-1-1 0 0,24-24 1 0 0,-40 35-33 0 0,1 1 1 0 0,-1-1-1 0 0,1 0 1 0 0,-1 0-1 0 0,0 0 0 0 0,0 0 1 0 0,0 0-1 0 0,0 0 1 0 0,-1 0-1 0 0,0-1 1 0 0,1 1-1 0 0,-1-1 1 0 0,0 1-1 0 0,-1-1 1 0 0,1 1-1 0 0,0-1 1 0 0,-1 0-1 0 0,0 1 1 0 0,0-1-1 0 0,0 0 1 0 0,0 1-1 0 0,-1-1 0 0 0,0 1 1 0 0,1-1-1 0 0,-1 0 1 0 0,0 1-1 0 0,-1 0 1 0 0,1-1-1 0 0,-1 1 1 0 0,1 0-1 0 0,-1-1 1 0 0,0 1-1 0 0,0 0 1 0 0,-1 0-1 0 0,1 1 1 0 0,0-1-1 0 0,-1 0 1 0 0,0 1-1 0 0,1 0 0 0 0,-1-1 1 0 0,0 1-1 0 0,0 0 1 0 0,-1 1-1 0 0,1-1 1 0 0,-5-2-1 0 0,-3 2-228 0 0,0 0 1 0 0,0 0-1 0 0,0 1 0 0 0,0 0 0 0 0,0 0 0 0 0,0 2 0 0 0,0-1 0 0 0,-20 5 0 0 0,26-4-18 0 0,-53 8-4046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39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0 652 960 0 0,'3'-19'6660'0'0,"10"2"-5948"0"0,3 0-707 0 0,75-80 507 0 0,-36 42-90 0 0,56-88 605 0 0,-99 127-977 0 0,-1 0-1 0 0,2 0 1 0 0,0 2-1 0 0,1-1 1 0 0,1 2-1 0 0,18-15 1 0 0,43-25 38 0 0,-32 22-39 0 0,44-39 1 0 0,-83 66-130 0 0,0 0 1 0 0,0 0 0 0 0,0 0 0 0 0,1 0 0 0 0,8-4 0 0 0,-13 8 23 0 0,1-1 1 0 0,-1 0 0 0 0,1 1-1 0 0,-1 0 1 0 0,1-1-1 0 0,-1 1 1 0 0,1 0-1 0 0,0 0 1 0 0,-1 0 0 0 0,1 0-1 0 0,-1 0 1 0 0,1 0-1 0 0,0 0 1 0 0,-1 0-1 0 0,1 1 1 0 0,-1-1 0 0 0,1 0-1 0 0,-1 1 1 0 0,1 0-1 0 0,-1-1 1 0 0,3 2 0 0 0,-4-1 23 0 0,0-1 0 0 0,1 0 1 0 0,-1 0-1 0 0,0 0 0 0 0,0 1 1 0 0,0-1-1 0 0,1 0 0 0 0,-1 0 1 0 0,0 1-1 0 0,0-1 0 0 0,0 0 1 0 0,0 0-1 0 0,0 1 0 0 0,1-1 1 0 0,-1 0-1 0 0,0 1 0 0 0,0-1 1 0 0,0 0-1 0 0,0 1 0 0 0,0-1 1 0 0,0 0-1 0 0,0 0 0 0 0,0 1 1 0 0,0-1-1 0 0,0 0 0 0 0,0 1 1 0 0,0-1-1 0 0,-1 0 0 0 0,1 1 1 0 0,0-1-1 0 0,0 0 0 0 0,0 0 1 0 0,0 1-1 0 0,0-1 0 0 0,-1 0 1 0 0,1 0-1 0 0,0 1 0 0 0,0-1 1 0 0,0 0-1 0 0,-1 0 0 0 0,1 0 1 0 0,0 1-1 0 0,0-1 0 0 0,-1 0 0 0 0,1 0 1 0 0,0 0-1 0 0,0 0 0 0 0,-1 1 1 0 0,-14 8-879 0 0,14-8 597 0 0,-3 9-1728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40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0 141 240 0 0,'0'-5'2401'0'0,"27"0"-400"0"0,-27-7-480 0 0,53 0-401 0 0,-26 2-399 0 0,26-7-321 0 0,1 0-160 0 0,-1 0-240 0 0,-5 0-80 0 0,-21 5-160 0 0,-1 7-641 0 0,1 0-959 0 0,-27-2-321 0 0,-27 7 0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40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0 5683 0 0,'-53'34'2401'0'0,"26"10"-2241"0"0,27 2-320 0 0,0-19 240 0 0,0-5-80 0 0,53-15-320 0 0,1-14-401 0 0,-1-3-2080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41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438 15 1361 0 0,'-26'-5'1196'0'0,"-2"1"1"0"0,1 1-1 0 0,0 1 1 0 0,-28 2-1 0 0,41 1-1116 0 0,-1 1-1 0 0,1 1 1 0 0,0 0-1 0 0,0 1 0 0 0,0 0 1 0 0,0 1-1 0 0,1 1 0 0 0,0 0 1 0 0,-14 9-1 0 0,17-9-50 0 0,8-5-20 0 0,-1 0-1 0 0,1 0 1 0 0,-1 0-1 0 0,1 1 1 0 0,0-1 0 0 0,-1 1-1 0 0,1-1 1 0 0,0 1 0 0 0,0 0-1 0 0,0 0 1 0 0,0 0 0 0 0,0 0-1 0 0,1 0 1 0 0,-1 0-1 0 0,1 1 1 0 0,-1-1 0 0 0,1 1-1 0 0,0-1 1 0 0,0 1 0 0 0,0-1-1 0 0,0 1 1 0 0,0 0 0 0 0,1-1-1 0 0,-1 1 1 0 0,0 4 0 0 0,1-1 7 0 0,0 0 1 0 0,1 0 0 0 0,-1 0 0 0 0,1-1 0 0 0,0 1-1 0 0,0 0 1 0 0,1 0 0 0 0,0 0 0 0 0,4 8 0 0 0,-5-12-20 0 0,0 0 1 0 0,1 0 0 0 0,0 0 0 0 0,-1 0-1 0 0,1 0 1 0 0,0-1 0 0 0,0 1-1 0 0,0-1 1 0 0,0 1 0 0 0,0-1 0 0 0,0 1-1 0 0,1-1 1 0 0,-1 0 0 0 0,0 0 0 0 0,1 0-1 0 0,-1-1 1 0 0,0 1 0 0 0,1 0-1 0 0,-1-1 1 0 0,1 0 0 0 0,-1 1 0 0 0,1-1-1 0 0,-1 0 1 0 0,1-1 0 0 0,-1 1 0 0 0,5-1-1 0 0,6-2 9 0 0,1 0 0 0 0,-1-1-1 0 0,0 0 1 0 0,0-1 0 0 0,0-1 0 0 0,-1 0-1 0 0,0-1 1 0 0,0 0 0 0 0,0 0-1 0 0,-1-2 1 0 0,-1 1 0 0 0,1-1 0 0 0,16-19-1 0 0,22-39 75 0 0,-49 67-78 0 0,0 0-1 0 0,1 0 1 0 0,-1-1-1 0 0,0 1 0 0 0,1 0 1 0 0,-1-1-1 0 0,0 1 1 0 0,0 0-1 0 0,1-1 0 0 0,-1 1 1 0 0,0 0-1 0 0,0-1 1 0 0,1 1-1 0 0,-1 0 1 0 0,0-1-1 0 0,0 1 0 0 0,0-1 1 0 0,0 1-1 0 0,0 0 1 0 0,0-1-1 0 0,1 1 1 0 0,-1-1-1 0 0,0 1 0 0 0,0-1 1 0 0,0 1-1 0 0,-1 0 1 0 0,1-1-1 0 0,0 1 0 0 0,0-1 1 0 0,0 1-1 0 0,0 0 1 0 0,0-1-1 0 0,0 1 1 0 0,-1-1-1 0 0,1 1 0 0 0,0 0 1 0 0,0-1-1 0 0,0 1 1 0 0,-1 0-1 0 0,1-1 0 0 0,0 1 1 0 0,-1 0-1 0 0,1-1 1 0 0,0 1-1 0 0,-1 0 1 0 0,1-1-1 0 0,-18 1-1 0 0,17 1-1 0 0,1-1-1 0 0,-1 0 1 0 0,1 1-1 0 0,0-1 1 0 0,-1 0 0 0 0,1 1-1 0 0,0-1 1 0 0,-1 0-1 0 0,1 1 1 0 0,0-1 0 0 0,-1 1-1 0 0,1-1 1 0 0,0 1-1 0 0,0-1 1 0 0,-1 1 0 0 0,1-1-1 0 0,0 1 1 0 0,0-1-1 0 0,0 1 1 0 0,0-1 0 0 0,0 1-1 0 0,0-1 1 0 0,0 1-1 0 0,0 0 1 0 0,0-1 0 0 0,0 1-1 0 0,0-1 1 0 0,0 1-1 0 0,0-1 1 0 0,0 2 0 0 0,10 21-23 0 0,5-5 49 0 0,-2-3-20 0 0,-1 1 0 0 0,0 0-1 0 0,-1 1 1 0 0,-1 0 0 0 0,11 23 0 0 0,5 30-72 0 0,-24-66 66 0 0,-1 0-1 0 0,0 0 1 0 0,0 0-1 0 0,0 0 1 0 0,-1 0 0 0 0,1 0-1 0 0,-1 0 1 0 0,0 0-1 0 0,0 0 1 0 0,0 0 0 0 0,-1 0-1 0 0,1 0 1 0 0,-1 0 0 0 0,0 0-1 0 0,0 0 1 0 0,-1 0-1 0 0,1 0 1 0 0,-1 0 0 0 0,0 0-1 0 0,0-1 1 0 0,0 1-1 0 0,0-1 1 0 0,-6 7 0 0 0,-2-1 57 0 0,0 1-1 0 0,0-2 1 0 0,-1 1 0 0 0,0-2 0 0 0,-16 10 0 0 0,26-17-51 0 0,-18 13 69 0 0,-1-2 1 0 0,0 0-1 0 0,-1-1 1 0 0,0-1-1 0 0,-1-1 1 0 0,0-1-1 0 0,0-1 1 0 0,-1-1-1 0 0,1-1 1 0 0,-1-1-1 0 0,-30 0 1 0 0,45-3-13 0 0,0-1 1 0 0,0 0-1 0 0,0 0 1 0 0,0-1-1 0 0,0 0 1 0 0,0 0-1 0 0,1-1 1 0 0,-12-5-1 0 0,18 8-51 0 0,-1-1 0 0 0,1 0 0 0 0,0 1 0 0 0,0-1 0 0 0,0 0 0 0 0,0 0 0 0 0,0 0 0 0 0,0 0 0 0 0,0 0 0 0 0,0 0 0 0 0,0 0 0 0 0,0 0 0 0 0,1 0 0 0 0,-1 0 0 0 0,0 0 0 0 0,1-1 0 0 0,-1 1 0 0 0,1 0 0 0 0,-1 0 0 0 0,1-1 0 0 0,-1-1 0 0 0,2 1-8 0 0,-1 0 0 0 0,1 0 0 0 0,0 0 0 0 0,-1 0 0 0 0,1 0 0 0 0,0 1 1 0 0,0-1-1 0 0,0 0 0 0 0,0 0 0 0 0,0 1 0 0 0,1-1 0 0 0,-1 1 1 0 0,0-1-1 0 0,1 1 0 0 0,-1 0 0 0 0,1-1 0 0 0,-1 1 0 0 0,1 0 0 0 0,3-1 1 0 0,35-22-29 0 0,2 1 1 0 0,44-16-1 0 0,-50 23-35 0 0,304-111-1314 0 0,-153 62-1427 0 0,-4-7-3122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42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5 6323 0 0,'-76'-5'3455'0'0,"94"5"-3322"0"0,-13 0-39 0 0,107 2-395 0 0,162 24 1 0 0,-190-8-2234 0 0,-81-18 2257 0 0,-1 1-1 0 0,1 0 1 0 0,-1 0 0 0 0,1 0 0 0 0,0 0 0 0 0,-1 0 0 0 0,0 0 0 0 0,4 3-1 0 0,-5-3 115 0 0,0 0 0 0 0,-1-1 0 0 0,0 1-1 0 0,1 0 1 0 0,-1 0 0 0 0,1 0 0 0 0,-1-1 0 0 0,0 1-1 0 0,0 0 1 0 0,1 0 0 0 0,-1 0 0 0 0,0 0 0 0 0,0 0-1 0 0,0 0 1 0 0,0-1 0 0 0,0 3 0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42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29 3602 0 0,'-27'-5'3441'0'0,"0"-2"-2160"0"0,27 2-961 0 0,27 0 80 0 0,0-2-240 0 0,26 7 80 0 0,0 7-80 0 0,54-2 0 0 0,0 7-160 0 0,26 5-480 0 0,-32-2-880 0 0,-74 2-2642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45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75 228 1040 0 0,'-4'0'2175'0'0,"-63"0"3707"0"0,67 0-5818 0 0,-1 0-1 0 0,1-1 1 0 0,0 1-1 0 0,-1 0 1 0 0,1-1-1 0 0,0 1 1 0 0,0 0-1 0 0,-1-1 0 0 0,1 1 1 0 0,0-1-1 0 0,0 1 1 0 0,0 0-1 0 0,0-1 1 0 0,-1 1-1 0 0,1-1 1 0 0,0 1-1 0 0,0 0 0 0 0,0-1 1 0 0,0 1-1 0 0,0-1 1 0 0,0 1-1 0 0,0 0 1 0 0,0-1-1 0 0,0 1 1 0 0,0-1-1 0 0,0 1 0 0 0,0-1 1 0 0,1 1-1 0 0,-1 0 1 0 0,0-1-1 0 0,0 1 1 0 0,0-1-1 0 0,0 1 1 0 0,1 0-1 0 0,-1-1 0 0 0,0 1 1 0 0,0 0-1 0 0,1-1 1 0 0,-1 1-1 0 0,1-1 1 0 0,39-11 869 0 0,45-26-212 0 0,-28 10-450 0 0,-3 4-129 0 0,-28 10-94 0 0,6-3-25 0 0,34-13 0 0 0,-57 27-7 0 0,0-1 1 0 0,0 0 0 0 0,14-10 0 0 0,16-6-31 0 0,-21 17-39 0 0,-18 3 52 0 0,0 0 0 0 0,0 0 0 0 0,0 0 0 0 0,-1 0 1 0 0,1 0-1 0 0,0 0 0 0 0,0 0 0 0 0,0 0 0 0 0,0 0 0 0 0,0 0 1 0 0,0 0-1 0 0,0 1 0 0 0,0-1 0 0 0,0 0 0 0 0,0 0 0 0 0,0 0 1 0 0,0 0-1 0 0,0 0 0 0 0,0 0 0 0 0,0 0 0 0 0,0 0 0 0 0,0 0 0 0 0,0 0 1 0 0,0 1-1 0 0,0-1 0 0 0,0 0 0 0 0,0 0 0 0 0,1 0 0 0 0,-1 0 1 0 0,0 0-1 0 0,0 0 0 0 0,-18 1-79 0 0,13 1-106 0 0,1 4-15 0 0,-21 13 125 0 0,2 0-1 0 0,-22 24 1 0 0,40-39 78 0 0,0 2 14 0 0,-1 0 0 0 0,1 1 0 0 0,1-1 0 0 0,-1 1-1 0 0,-3 7 1 0 0,-17 23 36 0 0,17-25-33 0 0,0 0-1 0 0,0 0 1 0 0,1 0 0 0 0,-7 18-1 0 0,7-13 27 0 0,-2 0-1 0 0,-14 21 1 0 0,16-29-27 0 0,0 1-1 0 0,0 0 1 0 0,1 0 0 0 0,1 1 0 0 0,0-1 0 0 0,0 1-1 0 0,1 0 1 0 0,-3 14 0 0 0,4-16-16 0 0,-1-1 1 0 0,0 1-1 0 0,0-1 0 0 0,-1 0 1 0 0,0 0-1 0 0,-12 15 1 0 0,-12 20 73 0 0,26-24-4 0 0,3-17-82 0 0,1-1-1 0 0,-1 1 1 0 0,0 0 0 0 0,0-1-1 0 0,0 1 1 0 0,-1-1 0 0 0,1 1-1 0 0,0 0 1 0 0,-1-1 0 0 0,1 1-1 0 0,-1-1 1 0 0,1 1 0 0 0,-1-1 0 0 0,0 1-1 0 0,-1 2 1 0 0,-12 1-812 0 0,21-9-1122 0 0,35-15-746 0 0,-31 15 2375 0 0,-2 2-164 0 0,0-1 0 0 0,-1-1 1 0 0,1 0-1 0 0,-1 0 0 0 0,14-9 0 0 0,5-8-1909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46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504 167 1761 0 0,'0'-1'243'0'0,"0"-1"0"0"0,-1 1-1 0 0,1-1 1 0 0,0 1 0 0 0,-1 0 0 0 0,1-1 0 0 0,-1 1 0 0 0,1 0 0 0 0,-1-1-1 0 0,0 1 1 0 0,0 0 0 0 0,1 0 0 0 0,-1 0 0 0 0,0 0 0 0 0,0 0 0 0 0,0-1 0 0 0,0 2-1 0 0,0-1 1 0 0,0 0 0 0 0,-1 0 0 0 0,1 0 0 0 0,-2-1 0 0 0,-3-1 59 0 0,1 1 0 0 0,-1 0 0 0 0,0 0 0 0 0,0 0 0 0 0,-10-2 1 0 0,-4 2-155 0 0,0 0 0 0 0,-36 1 0 0 0,23 4-31 0 0,1 1 0 0 0,0 1 0 0 0,-53 18-1 0 0,73-18-114 0 0,1 0-1 0 0,0 2 1 0 0,0-1 0 0 0,1 2-1 0 0,0-1 1 0 0,0 1-1 0 0,1 1 1 0 0,0-1-1 0 0,0 2 1 0 0,1-1 0 0 0,0 1-1 0 0,1 0 1 0 0,0 1-1 0 0,1 0 1 0 0,0 0-1 0 0,-5 13 1 0 0,10-20 1 0 0,-1-1 0 0 0,1 1-1 0 0,0 0 1 0 0,0-1 0 0 0,1 1 0 0 0,-1 0 0 0 0,1 0 0 0 0,0-1 0 0 0,0 1-1 0 0,0 0 1 0 0,1 0 0 0 0,-1-1 0 0 0,1 1 0 0 0,0 0 0 0 0,0-1-1 0 0,0 1 1 0 0,0 0 0 0 0,1-1 0 0 0,-1 0 0 0 0,1 1 0 0 0,0-1 0 0 0,0 0-1 0 0,0 0 1 0 0,1 0 0 0 0,-1 0 0 0 0,1 0 0 0 0,0-1 0 0 0,-1 1-1 0 0,1-1 1 0 0,0 1 0 0 0,0-1 0 0 0,1 0 0 0 0,4 2 0 0 0,1 0 3 0 0,0 1 0 0 0,1-2 1 0 0,-1 1-1 0 0,1-1 1 0 0,0-1-1 0 0,0 0 0 0 0,0 0 1 0 0,0-1-1 0 0,1 0 1 0 0,-1-1-1 0 0,19-2 0 0 0,-5-1 36 0 0,0-2-1 0 0,0-1 1 0 0,-1-1-1 0 0,0 0 1 0 0,-1-2-1 0 0,31-16 0 0 0,-39 17-12 0 0,0 0-1 0 0,-1-1 0 0 0,0 0 0 0 0,0-1 0 0 0,-1-1 1 0 0,0 0-1 0 0,-1 0 0 0 0,-1-1 0 0 0,1-1 0 0 0,11-19 1 0 0,-14 20-14 0 0,-1-1 1 0 0,0 0 0 0 0,0 0 0 0 0,-2 0-1 0 0,0-1 1 0 0,0 1 0 0 0,-1-1 0 0 0,-1-1 0 0 0,0 1-1 0 0,1-22 1 0 0,-4 32-16 0 0,-1 1 1 0 0,1 0-1 0 0,-1-1 0 0 0,1 1 1 0 0,-1 0-1 0 0,0-1 0 0 0,0 1 0 0 0,-1 0 1 0 0,1 0-1 0 0,0 0 0 0 0,-1 0 1 0 0,0 0-1 0 0,0 0 0 0 0,0 1 1 0 0,0-1-1 0 0,0 0 0 0 0,-1 1 1 0 0,1 0-1 0 0,-1-1 0 0 0,1 1 0 0 0,-1 0 1 0 0,0 1-1 0 0,0-1 0 0 0,0 0 1 0 0,0 1-1 0 0,-6-3 0 0 0,2 2-59 0 0,0 0 0 0 0,0 0 0 0 0,0 0 0 0 0,-1 1 0 0 0,1 0 0 0 0,0 1-1 0 0,0 0 1 0 0,-1 0 0 0 0,1 0 0 0 0,0 1 0 0 0,0 0 0 0 0,-8 2 0 0 0,11-1-92 0 0,0 0 0 0 0,0 0 0 0 0,1 1 0 0 0,-1 0 0 0 0,0-1 0 0 0,1 1 0 0 0,0 0 0 0 0,0 1 1 0 0,0-1-1 0 0,0 0 0 0 0,0 1 0 0 0,0 0 0 0 0,1 0 0 0 0,0 0 0 0 0,-3 6 0 0 0,4-7-43 0 0,0-1-1 0 0,0 0 0 0 0,1 1 0 0 0,-1-1 0 0 0,1 0 1 0 0,0 1-1 0 0,-1-1 0 0 0,1 0 0 0 0,0 4 1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46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409 88 1761 0 0,'0'-4'753'0'0,"0"0"-1"0"0,0 0 1 0 0,0 0 0 0 0,-1 1 0 0 0,0-1 0 0 0,0 0 0 0 0,0 0-1 0 0,-3-6 1 0 0,3 7-685 0 0,-1 1-1 0 0,0-1 1 0 0,0 1-1 0 0,0 0 1 0 0,0 0-1 0 0,-1 0 1 0 0,1 0 0 0 0,0 0-1 0 0,-1 0 1 0 0,1 1-1 0 0,-1-1 1 0 0,0 1-1 0 0,0 0 1 0 0,1-1-1 0 0,-1 1 1 0 0,-5-1-1 0 0,1 1-29 0 0,-1-1-1 0 0,1 1 0 0 0,0 0 1 0 0,0 0-1 0 0,-1 1 0 0 0,1 0 1 0 0,-1 0-1 0 0,-11 3 0 0 0,-59 17 90 0 0,69-18-96 0 0,-4 2 1 0 0,-1 0 0 0 0,0 0 0 0 0,1 2 0 0 0,0-1 0 0 0,1 2 0 0 0,-1-1 0 0 0,1 2 0 0 0,0 0 0 0 0,-18 16 0 0 0,24-19-11 0 0,1 1-1 0 0,-1 0 1 0 0,1 0-1 0 0,1 0 1 0 0,-1 1-1 0 0,-5 12 1 0 0,9-16-18 0 0,0-1 1 0 0,1 0-1 0 0,-1 1 1 0 0,1-1 0 0 0,0 1-1 0 0,-1-1 1 0 0,1 0 0 0 0,0 1-1 0 0,1-1 1 0 0,-1 1-1 0 0,0-1 1 0 0,1 1 0 0 0,-1-1-1 0 0,1 0 1 0 0,0 1 0 0 0,0-1-1 0 0,0 0 1 0 0,0 0-1 0 0,0 0 1 0 0,0 0 0 0 0,1 0-1 0 0,1 3 1 0 0,4 3-7 0 0,1-1 1 0 0,-1 0-1 0 0,1 0 1 0 0,0 0-1 0 0,1-1 1 0 0,0-1-1 0 0,0 1 1 0 0,0-1-1 0 0,0-1 1 0 0,1 0-1 0 0,-1 0 1 0 0,1-1-1 0 0,0 0 1 0 0,1-1-1 0 0,18 3 1 0 0,-16-3-1 0 0,0-1-1 0 0,1 0 1 0 0,-1-1 0 0 0,1-1-1 0 0,-1 0 1 0 0,0 0 0 0 0,1-2-1 0 0,-1 1 1 0 0,0-2 0 0 0,0 0-1 0 0,21-9 1 0 0,-23 6 19 0 0,-1 0 0 0 0,1 0 1 0 0,-1-1-1 0 0,-1 0 0 0 0,0-1 1 0 0,0 0-1 0 0,0 0 0 0 0,12-19 1 0 0,-17 22-9 0 0,-1 1 1 0 0,1-1 0 0 0,-1 0-1 0 0,0 0 1 0 0,0 0-1 0 0,-1 0 1 0 0,0 0 0 0 0,0-1-1 0 0,0 1 1 0 0,-1-1 0 0 0,0 1-1 0 0,0-1 1 0 0,-1 1-1 0 0,0-1 1 0 0,0 0 0 0 0,-1-9-1 0 0,0 13-17 0 0,0 0-1 0 0,0 0 0 0 0,-1 0 0 0 0,1 0 0 0 0,-1 1 1 0 0,1-1-1 0 0,-1 1 0 0 0,0-1 0 0 0,0 1 1 0 0,0 0-1 0 0,0-1 0 0 0,0 1 0 0 0,0 0 0 0 0,-1 0 1 0 0,1 1-1 0 0,-1-1 0 0 0,1 0 0 0 0,-1 1 1 0 0,-5-2-1 0 0,-2-1-100 0 0,-1 0 1 0 0,-1 1-1 0 0,-18-3 1 0 0,12 3-58 0 0,15 2-44 0 0,0 0 0 0 0,0 1 0 0 0,-1-1 0 0 0,1 1 0 0 0,0-1 0 0 0,0 1 0 0 0,-1 0 0 0 0,1 1 0 0 0,0-1 0 0 0,0 0 0 0 0,-1 1 0 0 0,1 0 0 0 0,0 0 0 0 0,0 0 0 0 0,0 0 0 0 0,0 0 0 0 0,0 0 0 0 0,0 1 0 0 0,0 0 0 0 0,0-1 0 0 0,1 1 0 0 0,-1 0 0 0 0,-4 5 0 0 0,5-6-21 0 0,2 0 120 0 0,-1-1 0 0 0,1 1 0 0 0,0-1 0 0 0,-1 0-1 0 0,1 1 1 0 0,0-1 0 0 0,-1 1 0 0 0,1 0 0 0 0,0-1-1 0 0,0 1 1 0 0,-1-1 0 0 0,1 1 0 0 0,0-1 0 0 0,0 1 0 0 0,0-1-1 0 0,0 1 1 0 0,0 0 0 0 0,0-1 0 0 0,0 1 0 0 0,0-1 0 0 0,0 2-1 0 0,0 14-2181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46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315 196 1921 0 0,'0'-1'109'0'0,"0"1"0"0"0,0-1 0 0 0,0 0 0 0 0,0 0-1 0 0,0 0 1 0 0,0 1 0 0 0,0-1 0 0 0,1 0 0 0 0,-1 0 0 0 0,0 1 0 0 0,1-1 0 0 0,-1 0 0 0 0,0 0 0 0 0,1 1 0 0 0,-1-1-1 0 0,1 1 1 0 0,-1-1 0 0 0,1 0 0 0 0,-1 1 0 0 0,1-1 0 0 0,-1 1 0 0 0,1-1 0 0 0,0 1 0 0 0,-1-1 0 0 0,1 1 0 0 0,0 0-1 0 0,-1-1 1 0 0,2 1 0 0 0,-1-1-26 0 0,0 1-1 0 0,0-1 1 0 0,0 1-1 0 0,0 0 0 0 0,-1-1 1 0 0,1 1-1 0 0,0-1 1 0 0,-1 0-1 0 0,1 1 1 0 0,0-1-1 0 0,-1 0 1 0 0,1 1-1 0 0,0-1 0 0 0,-1 0 1 0 0,1 0-1 0 0,-1 1 1 0 0,0-1-1 0 0,1 0 1 0 0,-1 0-1 0 0,0 0 1 0 0,1 0-1 0 0,-1 0 0 0 0,0 1 1 0 0,0-1-1 0 0,0 0 1 0 0,0 0-1 0 0,1 0 1 0 0,-2-2-1 0 0,1-95 2853 0 0,0 96-2910 0 0,0 0 0 0 0,0 1 0 0 0,0-1 0 0 0,-1 0 0 0 0,1 0-1 0 0,-1 0 1 0 0,1 0 0 0 0,-1 0 0 0 0,0 0 0 0 0,0 0 0 0 0,0 1 0 0 0,0-1 0 0 0,0 0 0 0 0,0 1 0 0 0,0-1 0 0 0,0 1 0 0 0,-1-1 0 0 0,1 1 0 0 0,-3-2 0 0 0,0 0 17 0 0,1 1 1 0 0,-1 0-1 0 0,0 0 1 0 0,1 0 0 0 0,-1 1-1 0 0,0-1 1 0 0,0 1-1 0 0,-1 0 1 0 0,-5-1-1 0 0,4 1 13 0 0,-1 0 0 0 0,1 1 0 0 0,-1 0 0 0 0,1 0 0 0 0,-1 1 0 0 0,1-1 0 0 0,0 1 0 0 0,-1 1 0 0 0,1-1 0 0 0,0 1 0 0 0,-1 0 0 0 0,1 1 0 0 0,-11 5 0 0 0,12-4-15 0 0,0 0 1 0 0,0 0 0 0 0,0 0-1 0 0,1 1 1 0 0,-1-1 0 0 0,1 1-1 0 0,0 0 1 0 0,1 1-1 0 0,-1-1 1 0 0,1 1 0 0 0,0-1-1 0 0,0 1 1 0 0,-3 10-1 0 0,3-1 35 0 0,-1 1-1 0 0,2-1 0 0 0,0 0 0 0 0,1 1 0 0 0,1 15 1 0 0,0-27-81 0 0,0 0 0 0 0,1 1 0 0 0,0-1 1 0 0,-1 0-1 0 0,2 0 0 0 0,-1 0 1 0 0,0 0-1 0 0,1 0 0 0 0,0 0 0 0 0,0-1 1 0 0,0 1-1 0 0,0 0 0 0 0,0-1 0 0 0,1 0 1 0 0,0 1-1 0 0,-1-1 0 0 0,1 0 0 0 0,0 0 1 0 0,7 4-1 0 0,-5-3-21 0 0,0-1 0 0 0,0 0 0 0 0,1 0-1 0 0,-1-1 1 0 0,1 1 0 0 0,-1-1 0 0 0,1 0 0 0 0,0-1 0 0 0,0 1 0 0 0,0-1 0 0 0,10 0-1 0 0,-3-5 28 0 0,5-6 102 0 0,-16 10-80 0 0,0-1 1 0 0,0 1-1 0 0,-1-1 1 0 0,1 0-1 0 0,0 0 0 0 0,-1 0 1 0 0,1 0-1 0 0,-1 0 1 0 0,1 0-1 0 0,-1 0 0 0 0,0 0 1 0 0,1-1-1 0 0,-1 1 0 0 0,0 0 1 0 0,0-1-1 0 0,0 1 1 0 0,0-1-1 0 0,0 0 0 0 0,0 1 1 0 0,-1-1-1 0 0,1 0 1 0 0,0 1-1 0 0,-1-1 0 0 0,1 0 1 0 0,-1 0-1 0 0,0 1 1 0 0,1-1-1 0 0,-1 0 0 0 0,0 0 1 0 0,0 0-1 0 0,0 0 0 0 0,-1-1 1 0 0,1-4-24 0 0,0 1 1 0 0,0-1-1 0 0,0 1 0 0 0,-1-1 1 0 0,0 1-1 0 0,-1-1 1 0 0,0 1-1 0 0,1 0 0 0 0,-2 0 1 0 0,1 0-1 0 0,-1 0 1 0 0,0 0-1 0 0,0 0 0 0 0,-1 1 1 0 0,1-1-1 0 0,-1 1 1 0 0,-1 0-1 0 0,1 0 0 0 0,-1 1 1 0 0,1-1-1 0 0,-8-4 1 0 0,1 2-241 0 0,0 0 0 0 0,0 0 0 0 0,-1 2 0 0 0,0-1 0 0 0,-23-6 0 0 0,29 10-117 0 0,0 0 0 0 0,0 1 0 0 0,0 0 0 0 0,-1 0-1 0 0,1 0 1 0 0,0 1 0 0 0,-1 0 0 0 0,1 0-1 0 0,-1 0 1 0 0,1 1 0 0 0,0 0 0 0 0,0 0 0 0 0,-1 1-1 0 0,1 0 1 0 0,-7 3 0 0 0,-14 11-3244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47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809 154 400 0 0,'0'-39'7163'0'0,"0"36"-7064"0"0,0 0 0 0 0,0 0 0 0 0,0 0-1 0 0,0-1 1 0 0,-1 1 0 0 0,1 0 0 0 0,-1 0-1 0 0,0 0 1 0 0,0 0 0 0 0,0 0 0 0 0,0 0-1 0 0,0 1 1 0 0,-1-1 0 0 0,-1-3 0 0 0,0 3-21 0 0,-1 0 1 0 0,1 1 0 0 0,-1-1 0 0 0,1 1 0 0 0,-1-1-1 0 0,0 1 1 0 0,0 0 0 0 0,0 1 0 0 0,0-1-1 0 0,-5-1 1 0 0,-120-35 1122 0 0,125 37-1183 0 0,-1 0 0 0 0,0 1 1 0 0,0 0-1 0 0,0 0 0 0 0,0 0 1 0 0,0 1-1 0 0,0 0 0 0 0,0 0 1 0 0,1 0-1 0 0,-1 0 0 0 0,0 1 1 0 0,1-1-1 0 0,-1 1 0 0 0,1 1 1 0 0,-1-1-1 0 0,1 0 0 0 0,0 1 1 0 0,-6 5-1 0 0,4-3-20 0 0,0 1 1 0 0,0 0 0 0 0,0 0-1 0 0,1 0 1 0 0,0 1-1 0 0,0-1 1 0 0,0 1-1 0 0,1 0 1 0 0,-5 11-1 0 0,6-7 1 0 0,1 1 1 0 0,0-1-1 0 0,0 0 0 0 0,1 1 0 0 0,0-1 0 0 0,1 1 0 0 0,1-1 1 0 0,0 1-1 0 0,0-1 0 0 0,1 0 0 0 0,0 1 0 0 0,1-1 0 0 0,1 0 1 0 0,0-1-1 0 0,7 16 0 0 0,-8-19-8 0 0,1-1 0 0 0,-1 1 0 0 0,1-1 0 0 0,1-1 1 0 0,-1 1-1 0 0,1 0 0 0 0,0-1 0 0 0,0 0 0 0 0,0 0 0 0 0,1-1 0 0 0,11 8 1 0 0,0-3-63 0 0,0-1 1 0 0,0-1 0 0 0,26 7 0 0 0,-33-10 28 0 0,0-2-1 0 0,1 1 1 0 0,-1-1-1 0 0,1-1 1 0 0,0 0-1 0 0,-1 0 1 0 0,1-1-1 0 0,0-1 1 0 0,19-3-1 0 0,-16 1 45 0 0,-1-1-1 0 0,0-1 1 0 0,-1 0-1 0 0,1 0 0 0 0,-1-1 1 0 0,0-1-1 0 0,14-10 1 0 0,-22 14 0 0 0,-1 2 2 0 0,0-1-1 0 0,1 0 1 0 0,-1 1 0 0 0,0-2-1 0 0,-1 1 1 0 0,1 0 0 0 0,0 0-1 0 0,-1-1 1 0 0,1 0-1 0 0,-1 1 1 0 0,0-1 0 0 0,0 0-1 0 0,0 0 1 0 0,0 0 0 0 0,0-1-1 0 0,-1 1 1 0 0,1 0 0 0 0,-1 0-1 0 0,0-1 1 0 0,0 1-1 0 0,0-1 1 0 0,-1 1 0 0 0,1-1-1 0 0,-1-6 1 0 0,2-31 70 0 0,-1 17 102 0 0,-3-37-1 0 0,2 55-133 0 0,-1 0 1 0 0,0 1-1 0 0,0-1 1 0 0,-1 0-1 0 0,0 1 0 0 0,0-1 1 0 0,0 1-1 0 0,0 0 1 0 0,-1 0-1 0 0,0 0 0 0 0,-5-8 1 0 0,5 10-18 0 0,-1 0 0 0 0,1 0 0 0 0,0 0 0 0 0,-1 0 0 0 0,0 0 0 0 0,1 1 0 0 0,-1 0 0 0 0,0 0 0 0 0,-1 0 1 0 0,1 0-1 0 0,0 0 0 0 0,0 1 0 0 0,-1 0 0 0 0,-8-1 0 0 0,-23-9 359 0 0,32 9-50 0 0,0 3-241 0 0,-10 5-236 0 0,25 1-90 0 0,-7-5 203 0 0,0 0 0 0 0,-1 1 1 0 0,1-1-1 0 0,0 1 0 0 0,-1 0 1 0 0,1 0-1 0 0,4 5 0 0 0,18 24-166 0 0,52 47-1 0 0,-27-28 43 0 0,-31-31 63 0 0,-1 0 0 0 0,-2 1 0 0 0,0 1 0 0 0,-1 1 0 0 0,19 35-1 0 0,-33-52 87 0 0,0 1 0 0 0,-1-1 0 0 0,0 1-1 0 0,0-1 1 0 0,0 1 0 0 0,-1-1 0 0 0,0 1-1 0 0,0 0 1 0 0,-1-1 0 0 0,1 1 0 0 0,-1-1-1 0 0,-1 1 1 0 0,1-1 0 0 0,-1 1 0 0 0,-1-1-1 0 0,-2 7 1 0 0,0-2 15 0 0,-1 0-1 0 0,0 0 1 0 0,-1 0-1 0 0,0-1 1 0 0,-1 0-1 0 0,0-1 1 0 0,-17 17-1 0 0,-14 4 53 0 0,-2-1 1 0 0,0-3-1 0 0,-2-1 0 0 0,0-3 0 0 0,-84 32 1 0 0,67-34 81 0 0,-1-3 1 0 0,0-3-1 0 0,-2-2 1 0 0,1-2-1 0 0,-97 0 1 0 0,129-9-11 0 0,16 0-24 0 0,1 0 0 0 0,-1-1 0 0 0,1 0 1 0 0,-1-2-1 0 0,1 1 0 0 0,-1-2 1 0 0,1 0-1 0 0,0 0 0 0 0,0-1 1 0 0,-18-8-1 0 0,30 11-98 0 0,-3 0 23 0 0,1-1-1 0 0,0 1 0 0 0,0-1 1 0 0,-1 0-1 0 0,1 1 0 0 0,0-2 0 0 0,1 1 1 0 0,-1 0-1 0 0,0-1 0 0 0,-3-4 0 0 0,5 7-28 0 0,1-1 0 0 0,0 0-1 0 0,-1 0 1 0 0,1 0-1 0 0,0 1 1 0 0,0-1-1 0 0,0 0 1 0 0,0 0-1 0 0,-1 0 1 0 0,1 1-1 0 0,1-1 1 0 0,-1 0-1 0 0,0 0 1 0 0,0 0-1 0 0,0 0 1 0 0,0 1-1 0 0,0-1 1 0 0,1 0-1 0 0,-1 0 1 0 0,0 0-1 0 0,1 0 1 0 0,1-2 3 0 0,0 0 1 0 0,0 0-1 0 0,1 0 1 0 0,-1 0-1 0 0,1 1 1 0 0,-1 0-1 0 0,7-5 1 0 0,15-10-46 0 0,2 1 1 0 0,49-22-1 0 0,70-22-486 0 0,-127 53 431 0 0,223-76-1564 0 0,63 2-1453 0 0,12-7-2668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48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51 1281 0 0,'-75'-17'5615'0'0,"66"5"-3974"0"0,6 11-1495 0 0,2 1-116 0 0,0 0 1 0 0,0 0-1 0 0,0 0 1 0 0,0 0-1 0 0,0 0 0 0 0,0 0 1 0 0,0-1-1 0 0,0 1 0 0 0,1 0 1 0 0,-1-1-1 0 0,0 1 0 0 0,0-1 1 0 0,0 1-1 0 0,0-1 0 0 0,1 1 1 0 0,-1-1-1 0 0,0 0 1 0 0,0 1-1 0 0,1-1 0 0 0,-1 0 1 0 0,0-1-1 0 0,5 0 210 0 0,13-1-64 0 0,0 0 0 0 0,1 2 0 0 0,-1-1 0 0 0,21 3 0 0 0,85 11 345 0 0,51 11 306 0 0,785 36 1987 0 0,-85-14-2253 0 0,-849-42-601 0 0,-1-1 0 0 0,29-2 0 0 0,-52-2-445 0 0,-5-1 276 0 0,3 2 131 0 0,0 1 0 0 0,-1-1 0 0 0,1 0 1 0 0,0 1-1 0 0,0-1 0 0 0,1 0 0 0 0,-1 0 0 0 0,0 0 1 0 0,0 0-1 0 0,0 1 0 0 0,1-1 0 0 0,-1-1 0 0 0,0 1 0 0 0,1 0 1 0 0,-1 0-1 0 0,1 0 0 0 0,-1-1 0 0 0,-1-29-1565 0 0,0 24-2636 0 0,-16 17 1304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49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27 249 1841 0 0,'-26'0'5616'0'0,"83"-18"-4803"0"0,54-12-119 0 0,312-98 720 0 0,-401 121-1305 0 0,38-19 0 0 0,-14 6-47 0 0,-37 16-47 0 0,-3 1 9 0 0,1 0 0 0 0,-1 1-1 0 0,1 0 1 0 0,11-2 0 0 0,-9 3-31 0 0,-17 6-34 0 0,-11 6 22 0 0,-73 44 59 0 0,54-35 6 0 0,2 2 1 0 0,0 2 0 0 0,-41 36 0 0 0,-80 102-4 0 0,132-133-100 0 0,14-18 13 0 0,7-8-5 0 0,1 1-1 0 0,-1 0 1 0 0,1-1 0 0 0,-1 1 0 0 0,1 0 0 0 0,0 1 0 0 0,1-1-1 0 0,-1 0 1 0 0,1 1 0 0 0,0 0 0 0 0,0-1 0 0 0,0 1 0 0 0,1 0-1 0 0,-1 0 1 0 0,1 0 0 0 0,-1 8 0 0 0,2-12 7 0 0,0 0 1 0 0,0 1-1 0 0,0-1 1 0 0,1 0-1 0 0,-1 0 1 0 0,0 0-1 0 0,0 1 0 0 0,1-1 1 0 0,-1 0-1 0 0,0 0 1 0 0,1 0-1 0 0,-1 0 1 0 0,1 0-1 0 0,-1 0 1 0 0,1 1-1 0 0,0-1 0 0 0,0-1 1 0 0,-1 1-1 0 0,1 0 1 0 0,0 0-1 0 0,0 0 1 0 0,0 0-1 0 0,0-1 0 0 0,0 1 1 0 0,1 1-1 0 0,29 4-817 0 0,-23-5 545 0 0,45 1-2288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49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318 232 2241 0 0,'0'0'192'0'0,"0"0"-129"0"0,0-1 0 0 0,1 1 0 0 0,-1 0 0 0 0,0-1 0 0 0,0 1-1 0 0,0 0 1 0 0,0 0 0 0 0,0-1 0 0 0,0 1 0 0 0,0 0 0 0 0,0-1 0 0 0,0 1 0 0 0,0 0 0 0 0,0-1 0 0 0,0 1 0 0 0,0 0 0 0 0,0-1 0 0 0,0 1 0 0 0,0 0-1 0 0,0 0 1 0 0,0-1 0 0 0,0 1 0 0 0,0 0 0 0 0,0-1 0 0 0,-1 1 0 0 0,1 0 0 0 0,0 0 0 0 0,0-1 0 0 0,0 1 0 0 0,0 0 0 0 0,-1 0 0 0 0,1-1 0 0 0,0 1-1 0 0,0 0 1 0 0,-1 0 0 0 0,1 0 0 0 0,0-1 0 0 0,0 1 0 0 0,-1 0 0 0 0,1 0 0 0 0,0 0 0 0 0,-1 0 0 0 0,1 0 0 0 0,0 0 0 0 0,-1 0 0 0 0,1 0 0 0 0,0 0-1 0 0,0-1 1 0 0,-1 1 0 0 0,1 0 0 0 0,0 1 0 0 0,-1-1 0 0 0,1 0 0 0 0,0 0 0 0 0,-1 0 0 0 0,1 0 0 0 0,-1 0 0 0 0,-27 5 491 0 0,1 1 1 0 0,-1 1-1 0 0,1 2 1 0 0,0 1-1 0 0,1 1 1 0 0,-37 21 0 0 0,54-28-460 0 0,-1 2 16 0 0,0 0-1 0 0,1 0 0 0 0,-17 14 1 0 0,24-19-98 0 0,1 1 1 0 0,-1 0 0 0 0,1-1 0 0 0,-1 1-1 0 0,1 0 1 0 0,0 0 0 0 0,-1-1-1 0 0,1 1 1 0 0,0 0 0 0 0,0 0 0 0 0,1 0-1 0 0,-1 1 1 0 0,0-1 0 0 0,1 0-1 0 0,-1 0 1 0 0,1 0 0 0 0,-1 0 0 0 0,1 1-1 0 0,0-1 1 0 0,0 0 0 0 0,0 0-1 0 0,0 1 1 0 0,1-1 0 0 0,-1 0 0 0 0,2 3-1 0 0,-1-1 0 0 0,1 0 0 0 0,1 0 0 0 0,-1 0-1 0 0,0 0 1 0 0,1 0 0 0 0,0-1 0 0 0,0 0-1 0 0,0 1 1 0 0,0-1 0 0 0,1 0 0 0 0,-1 0-1 0 0,1-1 1 0 0,-1 1 0 0 0,1-1 0 0 0,6 3-1 0 0,0 0 12 0 0,0-1 0 0 0,0-1 0 0 0,0 1 0 0 0,0-2-1 0 0,20 4 1 0 0,-8-5 52 0 0,1 0 0 0 0,-1-2 0 0 0,0 0 0 0 0,0-2 0 0 0,0 0 0 0 0,0-2 0 0 0,0 0 0 0 0,-1-1 0 0 0,0-1 0 0 0,21-11-1 0 0,10-7 172 0 0,0-2-1 0 0,76-54 0 0 0,-84 52-345 0 0,-3-3 1 0 0,0-1-1 0 0,-2-1 0 0 0,62-72 1 0 0,-74 71-476 0 0,-27 35 562 0 0,0 0-1 0 0,0 0 1 0 0,1-1 0 0 0,-1 1-1 0 0,0 0 1 0 0,0-1-1 0 0,1 1 1 0 0,-1 0 0 0 0,0 0-1 0 0,0-1 1 0 0,0 1 0 0 0,0 0-1 0 0,0-1 1 0 0,1 1-1 0 0,-1 0 1 0 0,0-1 0 0 0,0 1-1 0 0,0 0 1 0 0,0-1 0 0 0,0 1-1 0 0,0 0 1 0 0,0-1 0 0 0,0 1-1 0 0,0 0 1 0 0,0-1-1 0 0,0 1 1 0 0,0 0 0 0 0,-1-1-1 0 0,1 1 1 0 0,0 0 0 0 0,0-1-1 0 0,0 1 1 0 0,0 0-1 0 0,-1-1 1 0 0,1 1 0 0 0,0 0-1 0 0,0 0 1 0 0,0-1 0 0 0,-1 1-1 0 0,1 0 1 0 0,0 0-1 0 0,0 0 1 0 0,-1-1 0 0 0,1 1-1 0 0,0 0 1 0 0,-1 0 0 0 0,1 0-1 0 0,0 0 1 0 0,-1-1 0 0 0,1 1-1 0 0,0 0 1 0 0,-1 0-1 0 0,1 0 1 0 0,-1 0 0 0 0,-39-6-1936 0 0,9-1-2574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50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30 1601 0 0,'-27'-12'3521'0'0,"0"7"-1760"0"0,1 0-800 0 0,26-2 399 0 0,26 7-1120 0 0,28 0-160 0 0,26 0 80 0 0,53 7-80 0 0,22 3-80 0 0,-22 2 0 0 0,-53-7-240 0 0,-27 7-240 0 0,1-7-400 0 0,-28 2-1121 0 0,-26 3-2321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50.6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23 2081 0 0,'-53'-5'3522'0'0,"53"0"-1522"0"0,-27 5-799 0 0,54 0-1041 0 0,26 5 0 0 0,27 0 0 0 0,48 12 0 0 0,86-17-160 0 0,-28-12-880 0 0,-52-15-2562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51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127 227 2161 0 0,'-22'0'2641'0'0,"22"0"-2607"0"0,-1 0 0 0 0,1 0 0 0 0,0 0 0 0 0,0 0 0 0 0,0 0 0 0 0,0 0 0 0 0,0 0 0 0 0,0 0 0 0 0,0 0 0 0 0,0 0 0 0 0,-1 0 0 0 0,1 0 0 0 0,0 1 0 0 0,0-1 0 0 0,0 0 0 0 0,0 0 0 0 0,0 0 0 0 0,0 0 0 0 0,-1 0 0 0 0,1 0 0 0 0,0 0 0 0 0,0-1 0 0 0,0 1 0 0 0,0 0 0 0 0,0 0 0 0 0,0 0 0 0 0,0 0 0 0 0,-1 0 0 0 0,1 0 0 0 0,0 0 0 0 0,0 0 0 0 0,0 0 0 0 0,0 0 0 0 0,0 0-1 0 0,0 0 1 0 0,0 0 0 0 0,0 0 0 0 0,0-1 0 0 0,-1 1 0 0 0,1 0 0 0 0,0 0 0 0 0,0 0 0 0 0,0 0 0 0 0,0 0 0 0 0,0 0 0 0 0,0 0 0 0 0,0 0 0 0 0,0-1 0 0 0,0 1 0 0 0,0 0 0 0 0,0 0 0 0 0,0 0 0 0 0,0 0 0 0 0,0 0 0 0 0,0 0 0 0 0,0-1 0 0 0,0 1 0 0 0,0 0 0 0 0,0 0 0 0 0,0 0 0 0 0,0 0-20 0 0,0 0-1 0 0,0-1 1 0 0,0 1 0 0 0,0 0 0 0 0,0 0 0 0 0,0 0-1 0 0,0 0 1 0 0,0-1 0 0 0,0 1 0 0 0,0 0-1 0 0,0 0 1 0 0,0 0 0 0 0,0 0 0 0 0,0 0-1 0 0,0-1 1 0 0,0 1 0 0 0,0 0 0 0 0,0 0-1 0 0,0 0 1 0 0,0 0 0 0 0,0 0 0 0 0,0-1-1 0 0,0 1 1 0 0,0 0 0 0 0,0 0 0 0 0,-1 0-1 0 0,1 0 1 0 0,0 0 0 0 0,0 0 0 0 0,0 0-1 0 0,0-1 1 0 0,0 1 0 0 0,0 0 0 0 0,-1 0-1 0 0,1 0 1 0 0,0 0 0 0 0,0 0 0 0 0,0 0-1 0 0,0 0 1 0 0,0 0 0 0 0,-1 0 0 0 0,1 0-1 0 0,0 0 1 0 0,0 0 0 0 0,0 0 0 0 0,0 0-1 0 0,-1 0 1 0 0,1 0 0 0 0,0 0 0 0 0,0 0-1 0 0,0 0 1 0 0,-18-3 400 0 0,18 3-371 0 0,-1-1-1 0 0,1 1 1 0 0,0 0 0 0 0,-1 0 0 0 0,1 0 0 0 0,0 0 0 0 0,-1-1 0 0 0,1 1 0 0 0,0 0 0 0 0,0 0 0 0 0,-1 0 0 0 0,1-1 0 0 0,0 1-1 0 0,0 0 1 0 0,-1-1 0 0 0,1 1 0 0 0,0 0 0 0 0,0-1 0 0 0,0 1 0 0 0,0 0 0 0 0,-1-1 0 0 0,1 1 0 0 0,0 0 0 0 0,0-1-1 0 0,0 1 1 0 0,0 0 0 0 0,0-1 0 0 0,0 1 0 0 0,0 0 0 0 0,0-1 0 0 0,0 1 0 0 0,0 0 0 0 0,0-1 0 0 0,0 1 0 0 0,0 0-1 0 0,1-1 1 0 0,-1 1 0 0 0,0-1 0 0 0,5-10 205 0 0,19-8 116 0 0,36-23 0 0 0,-36 26-175 0 0,0-1-1 0 0,26-24 0 0 0,-42 34-70 0 0,0 1-1 0 0,0 0 1 0 0,1 0-1 0 0,-1 0 0 0 0,1 1 1 0 0,1 1-1 0 0,-1-1 1 0 0,0 2-1 0 0,15-5 0 0 0,-19 7 137 0 0,-5 3-217 0 0,0 0-1 0 0,-1 0 1 0 0,1-1 0 0 0,-1 1 0 0 0,1 0 0 0 0,-1 0-1 0 0,1-1 1 0 0,-1 1 0 0 0,0 0 0 0 0,0-1 0 0 0,0 1 0 0 0,0 0-1 0 0,0-1 1 0 0,0 1 0 0 0,0-1 0 0 0,-1 0 0 0 0,1 1-1 0 0,-3 1 1 0 0,-9 11 91 0 0,-2 6 80 0 0,-25 45 0 0 0,26-39-191 0 0,-2-1 0 0 0,-33 42 0 0 0,-75 81-231 0 0,115-139-79 0 0,1 1-1 0 0,0 0 1 0 0,1 0-1 0 0,-10 19 1 0 0,15-25 45 0 0,2-3 175 0 0,0 0 1 0 0,0 0 0 0 0,0 0 0 0 0,-1 1-1 0 0,1-1 1 0 0,0 0 0 0 0,-1 0-1 0 0,1 0 1 0 0,-1 0 0 0 0,1 0 0 0 0,-1-1-1 0 0,0 1 1 0 0,1 0 0 0 0,-1 0-1 0 0,0 0 1 0 0,0 0 0 0 0,1-1 0 0 0,-1 1-1 0 0,0 0 1 0 0,0-1 0 0 0,0 1 0 0 0,0-1-1 0 0,0 1 1 0 0,0-1 0 0 0,0 1-1 0 0,0-1 1 0 0,0 1 0 0 0,0-1 0 0 0,0 0-1 0 0,0 0 1 0 0,-2 0 0 0 0,0-1-482 0 0,10-3-119 0 0,34-7-1635 0 0,11-9-1774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51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399 136 1201 0 0,'-192'23'5145'0'0,"166"-18"-4688"0"0,0 2 0 0 0,0 0 0 0 0,0 1 0 0 0,-43 21 0 0 0,67-28-457 0 0,0 0 0 0 0,0 0 1 0 0,0 0-1 0 0,0 0 0 0 0,0 1 0 0 0,0-1 1 0 0,1 0-1 0 0,-1 1 0 0 0,0-1 1 0 0,1 1-1 0 0,-1 0 0 0 0,1-1 1 0 0,-1 1-1 0 0,1 0 0 0 0,0 0 1 0 0,0 0-1 0 0,0 0 0 0 0,0 0 1 0 0,0 0-1 0 0,0 0 0 0 0,0 5 0 0 0,1-5 7 0 0,0 1-1 0 0,0-1 0 0 0,1 0 0 0 0,-1 1 0 0 0,1-1 0 0 0,0 0 0 0 0,0 1 0 0 0,0-1 0 0 0,0 0 0 0 0,0 0 0 0 0,0 0 0 0 0,0 0 0 0 0,1 0 0 0 0,-1 0 0 0 0,1 0 0 0 0,3 3 0 0 0,2 2 21 0 0,1 0-1 0 0,0-1 0 0 0,1 0 1 0 0,-1-1-1 0 0,1 0 0 0 0,0 0 1 0 0,1 0-1 0 0,12 3 0 0 0,10 0 50 0 0,0-2 0 0 0,0-1-1 0 0,0-1 1 0 0,1-2 0 0 0,-1-1-1 0 0,1-2 1 0 0,62-9 0 0 0,-47 1 21 0 0,-1-1 1 0 0,0-3 0 0 0,0-2 0 0 0,69-32-1 0 0,-102 40-51 0 0,0 1-1 0 0,0-2 1 0 0,-1 0 0 0 0,0-1-1 0 0,0 0 1 0 0,-1-1-1 0 0,-1 0 1 0 0,1-1-1 0 0,-1 0 1 0 0,-1-1 0 0 0,13-18-1 0 0,-21 27-26 0 0,0 0 1 0 0,0 0-1 0 0,0 0 0 0 0,-1 0 0 0 0,1-1 1 0 0,-1 1-1 0 0,1 0 0 0 0,-1-1 0 0 0,0 1 1 0 0,0-1-1 0 0,-1 1 0 0 0,1-1 0 0 0,-1 1 0 0 0,0-1 1 0 0,0 0-1 0 0,0 1 0 0 0,0-1 0 0 0,-1 1 1 0 0,1-1-1 0 0,-1 1 0 0 0,-1-5 0 0 0,0 5 8 0 0,-1-1 0 0 0,1 1 0 0 0,-1 0 0 0 0,0 0 0 0 0,0 0 0 0 0,0 0 0 0 0,0 0 0 0 0,0 0-1 0 0,-1 1 1 0 0,1 0 0 0 0,-1 0 0 0 0,0 0 0 0 0,0 0 0 0 0,0 0 0 0 0,0 1 0 0 0,-7-3 0 0 0,-5 0-3 0 0,0 1 1 0 0,0 0 0 0 0,0 1-1 0 0,0 0 1 0 0,0 1 0 0 0,-20 2-1 0 0,3 0-36 0 0,-24-1-242 0 0,-1 2 1 0 0,1 3-1 0 0,0 2 1 0 0,-74 19-1 0 0,118-23 68 0 0,1 1-1 0 0,-1 1 0 0 0,-19 10 0 0 0,32-15 148 0 0,-1 0 0 0 0,0 0-1 0 0,1 1 1 0 0,-1-1-1 0 0,0 0 1 0 0,1 0 0 0 0,-1 1-1 0 0,1-1 1 0 0,-1 1 0 0 0,1-1-1 0 0,-1 1 1 0 0,1-1-1 0 0,-1 1 1 0 0,1-1 0 0 0,0 1-1 0 0,-1-1 1 0 0,1 1 0 0 0,0-1-1 0 0,-1 1 1 0 0,1 0-1 0 0,0-1 1 0 0,-1 1 0 0 0,1-1-1 0 0,0 1 1 0 0,0 0-1 0 0,0-1 1 0 0,0 1 0 0 0,0 0-1 0 0,0-1 1 0 0,0 1 0 0 0,0 0-1 0 0,0-1 1 0 0,0 1-1 0 0,0 0 1 0 0,0-1 0 0 0,0 1-1 0 0,1 0 1 0 0,-1-1-1 0 0,0 1 1 0 0,1 0 0 0 0,-1 0-1 0 0,22 21-3388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52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476 108 1921 0 0,'-1'-3'183'0'0,"1"1"0"0"0,-1-1 1 0 0,0 1-1 0 0,0-1 0 0 0,0 1 0 0 0,0-1 1 0 0,0 1-1 0 0,0 0 0 0 0,-1-1 0 0 0,1 1 1 0 0,-1 0-1 0 0,1 0 0 0 0,-1 0 0 0 0,0 0 1 0 0,0 1-1 0 0,0-1 0 0 0,0 0 0 0 0,-4-2 0 0 0,-13-14 778 0 0,17 15-835 0 0,-1 0 0 0 0,1 0-1 0 0,-1 0 1 0 0,0 0 0 0 0,0 1 0 0 0,0-1 0 0 0,0 1-1 0 0,0 0 1 0 0,-1 0 0 0 0,1 0 0 0 0,0 0 0 0 0,-1 1 0 0 0,0-1-1 0 0,1 1 1 0 0,-1 0 0 0 0,-7-2 0 0 0,-1 2 20 0 0,1 0-1 0 0,0 0 1 0 0,-1 1 0 0 0,-19 3 0 0 0,-3 2 125 0 0,1 1 0 0 0,-51 17 1 0 0,70-19-237 0 0,0 0 1 0 0,0 2-1 0 0,1-1 1 0 0,0 2-1 0 0,-13 7 1 0 0,23-11-30 0 0,-1-1 0 0 0,1 1 0 0 0,0-1 0 0 0,0 1 0 0 0,0 0 0 0 0,1 0 0 0 0,-1 1 1 0 0,1-1-1 0 0,-1 0 0 0 0,1 1 0 0 0,0-1 0 0 0,1 1 0 0 0,-1 0 0 0 0,1 0 0 0 0,-1-1 0 0 0,1 1 0 0 0,0 0 0 0 0,0 0 0 0 0,1 0 0 0 0,-1 0 0 0 0,1 6 0 0 0,0 11 4 0 0,-1-10 4 0 0,1 0 0 0 0,1 0 0 0 0,1 14 0 0 0,-1-21-11 0 0,0-1 0 0 0,0 1 0 0 0,0-1 0 0 0,1 1 0 0 0,-1-1 0 0 0,1 0 0 0 0,0 0 0 0 0,0 1 0 0 0,0-1-1 0 0,0 0 1 0 0,0-1 0 0 0,1 1 0 0 0,4 4 0 0 0,3 0-2 0 0,0-1-1 0 0,1-1 1 0 0,0 0 0 0 0,0 0-1 0 0,0-1 1 0 0,0 0 0 0 0,0-1-1 0 0,21 3 1 0 0,-26-4-7 0 0,10 1 7 0 0,0-1 0 0 0,0 0 1 0 0,0-1-1 0 0,0 0 0 0 0,0-1 0 0 0,1-1 0 0 0,-1-1 0 0 0,24-5 0 0 0,-18 0 36 0 0,-1 0-1 0 0,0-1 0 0 0,-1-1 0 0 0,1-1 0 0 0,25-17 0 0 0,-38 22-14 0 0,1-1 1 0 0,-1 1-1 0 0,-1-1 0 0 0,1-1 0 0 0,10-10 1 0 0,-16 13-11 0 0,1 0 1 0 0,-1 1-1 0 0,1-1 0 0 0,-1-1 1 0 0,0 1-1 0 0,-1 0 1 0 0,1 0-1 0 0,-1-1 1 0 0,0 1-1 0 0,0-1 0 0 0,0 1 1 0 0,-1-1-1 0 0,1 1 1 0 0,-1-7-1 0 0,0 4 13 0 0,0-1 1 0 0,0 1-1 0 0,-1 0 0 0 0,0-1 1 0 0,0 1-1 0 0,-1 0 0 0 0,0 0 1 0 0,0 0-1 0 0,-5-11 1 0 0,4 14-16 0 0,0 0 0 0 0,1 0 0 0 0,-2 1 0 0 0,1-1 1 0 0,0 1-1 0 0,-1-1 0 0 0,0 1 0 0 0,1 0 0 0 0,-1 1 1 0 0,0-1-1 0 0,-1 1 0 0 0,1 0 0 0 0,0 0 0 0 0,-1 0 1 0 0,1 0-1 0 0,-10-2 0 0 0,-12-2-153 0 0,0 2-1 0 0,-1 0 1 0 0,1 1-1 0 0,-1 2 1 0 0,-32 2 0 0 0,39 0-160 0 0,-1 1 0 0 0,0 1 1 0 0,1 1-1 0 0,-1 0 0 0 0,1 2 1 0 0,0 1-1 0 0,-24 11 0 0 0,33-12-704 0 0,-1 1 0 0 0,2 1 0 0 0,-18 15 0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53.0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875 123 2081 0 0,'0'-4'257'0'0,"1"3"-122"0"0,-1-1 0 0 0,0 0 1 0 0,1 0-1 0 0,-1 0 0 0 0,0 0 0 0 0,0 0 0 0 0,0 0 1 0 0,-1 1-1 0 0,1-1 0 0 0,0 0 0 0 0,-1 0 0 0 0,1 0 1 0 0,-1 0-1 0 0,0 1 0 0 0,0-1 0 0 0,1 0 0 0 0,-1 1 1 0 0,0-1-1 0 0,0 1 0 0 0,0-1 0 0 0,-1 1 0 0 0,1-1 1 0 0,0 1-1 0 0,-1 0 0 0 0,1-1 0 0 0,-1 1 0 0 0,1 0 1 0 0,-1 0-1 0 0,1 0 0 0 0,-1 0 0 0 0,0 0 0 0 0,1 1 1 0 0,-1-1-1 0 0,-2 0 0 0 0,-53-21 1406 0 0,-67-17-1 0 0,112 37-1477 0 0,0 0 0 0 0,0 1 0 0 0,0 1 0 0 0,0-1 0 0 0,-15 3 1 0 0,16-1-43 0 0,7 0-20 0 0,-1 0 0 0 0,1 0 0 0 0,0 0-1 0 0,0 0 1 0 0,0 1 0 0 0,0 0 0 0 0,0-1-1 0 0,0 2 1 0 0,0-1 0 0 0,0 0-1 0 0,1 1 1 0 0,-1-1 0 0 0,1 1 0 0 0,0 0-1 0 0,0 1 1 0 0,0-1 0 0 0,0 0 0 0 0,0 1-1 0 0,-2 3 1 0 0,2-1-1 0 0,-1 0 0 0 0,1 0 0 0 0,0 0 0 0 0,0 0-1 0 0,1 1 1 0 0,0-1 0 0 0,0 1 0 0 0,0 0 0 0 0,1-1 0 0 0,-1 13 0 0 0,3-11-4 0 0,0 0 0 0 0,0 0 0 0 0,1-1 0 0 0,0 1-1 0 0,1 0 1 0 0,0-1 0 0 0,0 1 0 0 0,1-1 0 0 0,-1 0 0 0 0,9 11 0 0 0,1 1-12 0 0,2 1 0 0 0,20 19-1 0 0,-35-38 16 0 0,20 20-29 0 0,30 25-1 0 0,-41-40 22 0 0,-1 0 0 0 0,1-1 1 0 0,0 1-1 0 0,0-2 0 0 0,0 1 0 0 0,1-1 0 0 0,16 4 0 0 0,-26-8 9 0 0,9 3-1 0 0,-1 0 0 0 0,1-1 0 0 0,0 0 1 0 0,0-1-1 0 0,0 0 0 0 0,0 0 0 0 0,0-1 1 0 0,0 0-1 0 0,0-1 0 0 0,0 0 0 0 0,-1 0 1 0 0,1-1-1 0 0,0 0 0 0 0,0 0 0 0 0,-1-1 0 0 0,11-5 1 0 0,-14 4 8 0 0,1 0 1 0 0,-1 0-1 0 0,0 0 0 0 0,0-1 1 0 0,0 0-1 0 0,-1 0 1 0 0,1 0-1 0 0,-1-1 1 0 0,-1 0-1 0 0,1 1 0 0 0,-1-1 1 0 0,0-1-1 0 0,0 1 1 0 0,-1 0-1 0 0,1-1 1 0 0,-1 1-1 0 0,-1-1 0 0 0,2-10 1 0 0,0 3 10 0 0,-1 0 0 0 0,-1-1 1 0 0,0 1-1 0 0,-1-1 0 0 0,-1 1 0 0 0,0 0 1 0 0,-1-1-1 0 0,-6-22 0 0 0,5 29-2 0 0,-1 1 0 0 0,0 0-1 0 0,0 0 1 0 0,0 0 0 0 0,-1 1 0 0 0,-1 0 0 0 0,1 0-1 0 0,-1 0 1 0 0,0 0 0 0 0,-9-6 0 0 0,1 2 97 0 0,-2 0 0 0 0,0 1 0 0 0,-22-10 0 0 0,33 17 312 0 0,5 8-546 0 0,1-4 117 0 0,-1-1 0 0 0,0 1-1 0 0,1 0 1 0 0,0-1-1 0 0,-1 1 1 0 0,1 0-1 0 0,0-1 1 0 0,-1 1 0 0 0,1-1-1 0 0,0 1 1 0 0,0-1-1 0 0,0 0 1 0 0,1 1 0 0 0,-1-1-1 0 0,0 0 1 0 0,0 0-1 0 0,1 0 1 0 0,-1 0 0 0 0,1 0-1 0 0,-1 0 1 0 0,1 0-1 0 0,-1-1 1 0 0,3 2 0 0 0,9 7-9 0 0,102 67-93 0 0,-43-31-116 0 0,97 80 0 0 0,-158-114 195 0 0,0 1 1 0 0,0 0-1 0 0,-1 1 1 0 0,-1 0-1 0 0,0 0 1 0 0,-1 1-1 0 0,-1 0 0 0 0,0 0 1 0 0,0 1-1 0 0,-2 0 1 0 0,7 24-1 0 0,-12-35 28 0 0,1 0-1 0 0,-1 1 1 0 0,1-1-1 0 0,-1 1 1 0 0,0-1-1 0 0,-1 1 1 0 0,1-1-1 0 0,-1 0 0 0 0,0 1 1 0 0,0-1-1 0 0,0 0 1 0 0,-1 1-1 0 0,0-1 1 0 0,0 0-1 0 0,0 0 1 0 0,0 0-1 0 0,0-1 1 0 0,-1 1-1 0 0,1 0 1 0 0,-1-1-1 0 0,0 0 1 0 0,0 1-1 0 0,-4 2 1 0 0,-7 5 7 0 0,-1 0-1 0 0,0-1 1 0 0,0 0 0 0 0,-24 11 0 0 0,-7 0 35 0 0,0-2 0 0 0,-2-1 0 0 0,-67 14 0 0 0,-160 20 406 0 0,250-48-382 0 0,-261 36 423 0 0,241-36-488 0 0,1-2 0 0 0,-1-2 0 0 0,0-2 1 0 0,-58-10-1 0 0,100 12-13 0 0,1 0 1 0 0,-1-1 0 0 0,1 0-1 0 0,0 1 1 0 0,-1-1 0 0 0,1 0-1 0 0,0 0 1 0 0,0 0-1 0 0,0-1 1 0 0,0 1 0 0 0,0 0-1 0 0,0-1 1 0 0,-3-2 0 0 0,4 3 2 0 0,0-1 1 0 0,1 1 0 0 0,-1 0-1 0 0,1 0 1 0 0,-1 0 0 0 0,1 0 0 0 0,-1-1-1 0 0,1 1 1 0 0,-1 0 0 0 0,1 0-1 0 0,0-1 1 0 0,0 1 0 0 0,0 0 0 0 0,0 0-1 0 0,0-1 1 0 0,0 1 0 0 0,0 0 0 0 0,1-3-1 0 0,1-2-35 0 0,0 1 1 0 0,0-1-1 0 0,1 0 0 0 0,0 1 0 0 0,0 0 0 0 0,1 0 0 0 0,-1 0 1 0 0,9-9-1 0 0,4-2-452 0 0,1 0 1 0 0,30-22-1 0 0,78-43-2534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53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 18 3682 0 0,'-6'-2'1137'0'0,"5"2"-1058"0"0,0 1 0 0 0,0-1-1 0 0,0 0 1 0 0,1-1 0 0 0,-1 1 0 0 0,0 0-1 0 0,0 0 1 0 0,1 0 0 0 0,-1 0 0 0 0,0-1-1 0 0,0 1 1 0 0,1 0 0 0 0,-1 0 0 0 0,0-1-1 0 0,1 1 1 0 0,-1-1 0 0 0,0 1 0 0 0,1-1-1 0 0,-1 1 1 0 0,0-1 0 0 0,1 1 0 0 0,-1-1-1 0 0,1 1 1 0 0,-1-1 0 0 0,1 0 0 0 0,0 1-1 0 0,-1-1 1 0 0,1 0 0 0 0,0 0 0 0 0,-1 1-1 0 0,1-1 1 0 0,0 0 0 0 0,0 0 0 0 0,0 0 41 0 0,0 1-105 0 0,1-1 0 0 0,0 1-1 0 0,0 0 1 0 0,0 0 0 0 0,0 0 0 0 0,0 0 0 0 0,0 0 0 0 0,-1 0-1 0 0,1 0 1 0 0,0 0 0 0 0,0 1 0 0 0,0-1 0 0 0,0 0 0 0 0,0 0 0 0 0,-1 1-1 0 0,1-1 1 0 0,0 1 0 0 0,0-1 0 0 0,-1 1 0 0 0,1-1 0 0 0,0 1-1 0 0,1 0 1 0 0,-8 14 219 0 0,-4 7-89 0 0,0 30 77 0 0,8-34-178 0 0,-1-1-1 0 0,0 1 1 0 0,-2-1 0 0 0,-8 21-1 0 0,-7 6-5 0 0,1 1-1 0 0,2 1 0 0 0,2 1 1 0 0,-11 65-1 0 0,18-54 61 0 0,-15 92 124 0 0,11-85-122 0 0,-2 71 0 0 0,8-70-73 0 0,-2 5-17 0 0,3-41-40 0 0,1 1 1 0 0,2 0 0 0 0,4 59 0 0 0,-2-84-39 0 0,1 1 1 0 0,0-1-1 0 0,0 0 0 0 0,0 0 0 0 0,1 1 0 0 0,0-1 0 0 0,0 0 0 0 0,1-1 1 0 0,-1 1-1 0 0,1 0 0 0 0,1-1 0 0 0,-1 1 0 0 0,1-1 0 0 0,0 0 0 0 0,0 0 1 0 0,0-1-1 0 0,1 1 0 0 0,0-1 0 0 0,-1 0 0 0 0,2 0 0 0 0,-1 0 0 0 0,9 4 1 0 0,-1-3-654 0 0,1-1 1 0 0,1 0 0 0 0,18 3-1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3:54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790 79 5843 0 0,'-17'-3'700'0'0,"1"0"0"0"0,-1 1 0 0 0,1 1 0 0 0,-29 2 0 0 0,1 0-572 0 0,25-3 91 0 0,33-2 96 0 0,56-7-155 0 0,104-5 0 0 0,501-23 66 0 0,-672 39-225 0 0,451 0 159 0 0,-310 11-131 0 0,427 18 649 0 0,774-46 442 0 0,-1149 8-1017 0 0,109 2-33 0 0,-294 7-79 0 0,-1 1 0 0 0,1 1-1 0 0,0 0 1 0 0,12 4 0 0 0,-9-2 69 0 0,-10-3 60 0 0,-17-4 346 0 0,7 3-253 0 0,7 3 815 0 0,4 0-1024 0 0,0 0 0 0 0,0 1 0 0 0,-1-1 0 0 0,1 1 0 0 0,-1 0 1 0 0,0 1-1 0 0,0-1 0 0 0,0 1 0 0 0,0-1 0 0 0,-1 1 0 0 0,0 0 0 0 0,0 1 0 0 0,3 7 0 0 0,10 15 33 0 0,1-3-6 0 0,-4-5-35 0 0,-1 0-1 0 0,-1 1 1 0 0,12 29-1 0 0,40 164-9 0 0,-46-149 1 0 0,1 15-95 0 0,11 110-1 0 0,-27-177 100 0 0,0 15-17 0 0,-1-1 1 0 0,-1 0-1 0 0,-1 1 1 0 0,-9 45-1 0 0,-35 108-73 0 0,17-106 260 0 0,-72 141 0 0 0,-4 4 371 0 0,58-105-186 0 0,-93 170 1 0 0,138-283-351 0 0,0-1-1 0 0,0 1 0 0 0,0 0 1 0 0,0 0-1 0 0,0-1 0 0 0,0 1 1 0 0,0 0-1 0 0,0-1 1 0 0,-1 1-1 0 0,1-1 0 0 0,-1 0 1 0 0,1 1-1 0 0,-1-1 1 0 0,0 0-1 0 0,1 0 0 0 0,-1 0 1 0 0,0 0-1 0 0,0 0 0 0 0,0 0 1 0 0,1-1-1 0 0,-1 1 1 0 0,0-1-1 0 0,-2 1 0 0 0,-2-2-22 0 0,1 0 0 0 0,0-1 0 0 0,0 1 0 0 0,0-1-1 0 0,0-1 1 0 0,0 1 0 0 0,1 0 0 0 0,-7-5 0 0 0,10 6 22 0 0,-31-17-70 0 0,-19-11-248 0 0,-93-67 1 0 0,109 68 259 0 0,-1 1 1 0 0,-2 2 0 0 0,0 2 0 0 0,-2 1-1 0 0,0 2 1 0 0,-2 2 0 0 0,0 2 0 0 0,-77-20-1 0 0,-476-81-177 0 0,-12 40 289 0 0,491 63-18 0 0,-68-7-29 0 0,-414-52 267 0 0,8-27 154 0 0,415 60-550 0 0,-150-27-68 0 0,258 56 129 0 0,-1 4 0 0 0,-114 1 0 0 0,154 7-261 0 0,0 2 0 0 0,1 0 0 0 0,-53 14 1 0 0,79-17 182 0 0,-1 1 0 0 0,1-1 0 0 0,0 0 0 0 0,0 0 0 0 0,0 1 0 0 0,0-1 0 0 0,-1 0 0 0 0,1 1 0 0 0,0 0 0 0 0,0-1 1 0 0,0 1-1 0 0,0-1 0 0 0,0 1 0 0 0,0 0 0 0 0,0 0 0 0 0,0 0 0 0 0,1-1 0 0 0,-1 1 0 0 0,0 0 0 0 0,0 0 1 0 0,1 0-1 0 0,-1 0 0 0 0,0 0 0 0 0,1 0 0 0 0,-1 1 0 0 0,1-1 0 0 0,-1 0 0 0 0,1 0 0 0 0,0 0 0 0 0,0 0 1 0 0,-1 1-1 0 0,1 1 0 0 0,0 17-5259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4:05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67 160 0 0,'-5'-2'1024'0'0,"4"2"-890"0"0,-1 0-1 0 0,1 0 1 0 0,0-1-1 0 0,0 1 1 0 0,0-1-1 0 0,-1 1 1 0 0,1-1-1 0 0,0 1 1 0 0,0-1 0 0 0,0 0-1 0 0,0 1 1 0 0,0-1-1 0 0,0 0 1 0 0,0 0-1 0 0,0 0 1 0 0,1 0-1 0 0,-1 0 1 0 0,0 0-1 0 0,0 0 1 0 0,0-1-1 0 0,-1 1-123 0 0,0-1 0 0 0,0 1-1 0 0,0-1 1 0 0,0 1-1 0 0,0 0 1 0 0,-1 0-1 0 0,1 0 1 0 0,0 0-1 0 0,-1 0 1 0 0,1 0-1 0 0,-1 1 1 0 0,1-1-1 0 0,0 1 1 0 0,-5 0-1 0 0,-4-3 289 0 0,2-8 622 0 0,3 9-792 0 0,5 2-105 0 0,1 0 1 0 0,-1 0 0 0 0,0 0 0 0 0,1 0 0 0 0,-1 0-1 0 0,0-1 1 0 0,1 1 0 0 0,-1 0 0 0 0,1 0 0 0 0,-1 0-1 0 0,0-1 1 0 0,1 1 0 0 0,-1 0 0 0 0,1-1 0 0 0,-1 1-1 0 0,1-1 1 0 0,-1 1 0 0 0,1 0 0 0 0,-1-1 0 0 0,1 1-1 0 0,-1-1 1 0 0,1 1 0 0 0,0-1 0 0 0,-1 0 0 0 0,1 1-1 0 0,0-1 1 0 0,-1 1 0 0 0,1-1 0 0 0,0 0 0 0 0,0 1-1 0 0,-1-1 1 0 0,1 1 0 0 0,0-1 0 0 0,0-1 0 0 0,0 1 256 0 0,-22-3 413 0 0,22 4-678 0 0,-1 0-1 0 0,1 0 1 0 0,0 0 0 0 0,0 0-1 0 0,0 0 1 0 0,-1 1-1 0 0,1-1 1 0 0,0 0-1 0 0,0 0 1 0 0,-1 0 0 0 0,1 0-1 0 0,0 0 1 0 0,0 0-1 0 0,0 1 1 0 0,0-1-1 0 0,-1 0 1 0 0,1 0 0 0 0,0 0-1 0 0,0 1 1 0 0,0-1-1 0 0,0 0 1 0 0,0 0-1 0 0,0 0 1 0 0,-1 1 0 0 0,1-1-1 0 0,0 0 1 0 0,0 0-1 0 0,0 0 1 0 0,0 1-1 0 0,0-1 1 0 0,0 0 0 0 0,0 0-1 0 0,0 1 1 0 0,0-1-1 0 0,0 0 1 0 0,0 0-1 0 0,0 1 1 0 0,0-1 0 0 0,0 0-1 0 0,0 0 1 0 0,0 0-1 0 0,1 1 1 0 0,-1-1-1 0 0,0 0 1 0 0,0 0 0 0 0,0 1-1 0 0,0-1 1 0 0,0 0-1 0 0,0 0 1 0 0,1 0-1 0 0,-1 0 1 0 0,0 1 0 0 0,0-1-1 0 0,0 0 1 0 0,1 0-1 0 0,-1 0 1 0 0,0 0-1 0 0,0 0 1 0 0,0 0 0 0 0,1 1-1 0 0,-1-1 1 0 0,0 0-1 0 0,0 0 1 0 0,1 0-1 0 0,88 47 747 0 0,5-6-614 0 0,1-4-1 0 0,124 29 1 0 0,105 24-40 0 0,-168-36-41 0 0,-87-31 62 0 0,-49-17-37 0 0,0 1 0 0 0,30 13 0 0 0,-43-17-233 0 0,0 0 0 0 0,1-1 0 0 0,-1 0 0 0 0,1 0 0 0 0,0-1 0 0 0,-1 0 0 0 0,1 0 1 0 0,0-1-1 0 0,0 0 0 0 0,9-2 0 0 0,-10 0-1259 0 0,-9-2-480 0 0,-21-7-2881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4:06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81 518 1201 0 0,'-54'0'3841'0'0,"28"0"-1600"0"0,52-12-1360 0 0,28 0-161 0 0,106-44 241 0 0,101-10-1 0 0,-48 8-800 0 0,-26-8-400 0 0,-6 20 320 0 0,33 2 160 0 0,-54-12-160 0 0,-6 5-320 0 0,-20 29-560 0 0,-81 10-961 0 0,-26-5-2481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4:20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369 17 1201 0 0,'-9'-1'126'0'0,"-4"0"224"0"0,0 0 1 0 0,1 0-1 0 0,-1 2 0 0 0,0-1 0 0 0,-16 4 0 0 0,24-1-390 0 0,-34-10 1097 0 0,29 6-700 0 0,-16-6 702 0 0,22 6-923 0 0,1-1 0 0 0,-1 1 0 0 0,0 1 0 0 0,0-1 0 0 0,0 1 1 0 0,1-1-1 0 0,-7 1 0 0 0,9 0-129 0 0,-13 0 315 0 0,-1 1-1 0 0,1 0 1 0 0,-17 3 0 0 0,12 3-147 0 0,8-3-35 0 0,0 0-1 0 0,0-1 1 0 0,-12 2 386 0 0,49-5-45 0 0,-21 19-308 0 0,13 4-93 0 0,-15-14-64 0 0,-1-3-4 0 0,1-1 0 0 0,-1 1-1 0 0,1 0 1 0 0,0 0 0 0 0,1-1-1 0 0,-1 0 1 0 0,1 0 0 0 0,0 0-1 0 0,0 0 1 0 0,1 0 0 0 0,-1-1 0 0 0,1 0-1 0 0,0 0 1 0 0,0 0 0 0 0,0 0-1 0 0,1-1 1 0 0,7 4 0 0 0,31 20 22 0 0,-17-9 29 0 0,36 17 0 0 0,-15-11-5 0 0,-11-5-46 0 0,1-2-1 0 0,47 15 1 0 0,-43-22-30 0 0,0-1 1 0 0,0-3-1 0 0,45 1 0 0 0,126-7 134 0 0,40 4-975 0 0,-245-3 488 0 0,0-1 0 0 0,0 2 0 0 0,0-1-1 0 0,0 1 1 0 0,10 4 0 0 0,-17-6 276 0 0,-1 0 0 0 0,0 0 0 0 0,1 1 0 0 0,-1-1 0 0 0,0 0 0 0 0,0 0 0 0 0,1 1 0 0 0,-1-1 0 0 0,0 0 0 0 0,1 1 0 0 0,-1-1 0 0 0,0 0 0 0 0,0 1 0 0 0,0-1 0 0 0,0 0 0 0 0,1 1 0 0 0,-1-1 0 0 0,0 0 0 0 0,0 1 0 0 0,0-1 0 0 0,0 1 0 0 0,0-1 0 0 0,0 0 0 0 0,0 1 0 0 0,0-1 0 0 0,0 1 0 0 0,0-1 0 0 0,0 0 0 0 0,0 1 0 0 0,0-1-1 0 0,0 0 1 0 0,0 1 0 0 0,0-1 0 0 0,-1 1 0 0 0,1-1 0 0 0,0 0 0 0 0,0 1 0 0 0,0-1 0 0 0,-1 0 0 0 0,1 1 0 0 0,0-1 0 0 0,0 0 0 0 0,-1 0 0 0 0,1 1 0 0 0,0-1 0 0 0,-1 0 0 0 0,1 0 0 0 0,-1 1 0 0 0,-21 5-2706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4:20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137 304 2881 0 0,'-10'-2'525'0'0,"-57"-14"2298"0"0,62 15-2696 0 0,-1-2 1 0 0,1 1-1 0 0,0 0 1 0 0,0-1 0 0 0,0 0-1 0 0,0 0 1 0 0,1-1-1 0 0,-8-7 1 0 0,11 11-104 0 0,1-1 0 0 0,-1 1-1 0 0,0-1 1 0 0,1 1 0 0 0,-1-1 0 0 0,1 0 0 0 0,-1 1 0 0 0,1-1 0 0 0,-1 0 0 0 0,1 0 0 0 0,0 1 0 0 0,-1-1 0 0 0,1 0 0 0 0,0 0-1 0 0,0 1 1 0 0,0-1 0 0 0,-1 0 0 0 0,1 0 0 0 0,0 0 0 0 0,0 0 0 0 0,0 1 0 0 0,0-1 0 0 0,0 0 0 0 0,0 0 0 0 0,1 0 0 0 0,-1 0 0 0 0,0 1-1 0 0,0-1 1 0 0,1 0 0 0 0,-1 0 0 0 0,0 1 0 0 0,1-1 0 0 0,-1 0 0 0 0,0 0 0 0 0,1 0 0 0 0,22-16 440 0 0,-20 14-429 0 0,33-18 276 0 0,1 0 0 0 0,1 3-1 0 0,79-28 1 0 0,-52 28-139 0 0,122-19 1 0 0,-112 26-131 0 0,191-23-58 0 0,-248 34-437 0 0,0 0-1 0 0,0 1 1 0 0,31 5-1 0 0,-23 4-1934 0 0,-25-10 2240 0 0,-1 0-1 0 0,0 1 1 0 0,1-1-1 0 0,-1 1 1 0 0,0-1-1 0 0,1 0 1 0 0,-1 1-1 0 0,0-1 1 0 0,1 1-1 0 0,-1-1 0 0 0,0 1 1 0 0,0 0-1 0 0,0-1 1 0 0,1 1-1 0 0,-1-1 1 0 0,0 1-1 0 0,0-1 1 0 0,0 1-1 0 0,0-1 0 0 0,0 1 1 0 0,0 0-1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4:33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45 265 2241 0 0,'-22'10'2588'0'0,"18"-11"-490"0"0,-1-4-1648 0 0,-7 2-357 0 0,11 0 283 0 0,17-4 722 0 0,8-2-358 0 0,14-8 213 0 0,-32 15-851 0 0,0 0 0 0 0,0 0 0 0 0,-1-1 0 0 0,1 1 1 0 0,0-1-1 0 0,5-5 0 0 0,17-11 420 0 0,32-15-1 0 0,-39 23-329 0 0,0-1-1 0 0,-1 0 1 0 0,-1-2-1 0 0,20-17 1 0 0,10-13 301 0 0,-48 42-455 0 0,1 0 0 0 0,-1 0-1 0 0,1 0 1 0 0,-1 0 0 0 0,1 0-1 0 0,0 1 1 0 0,0-1-1 0 0,0 1 1 0 0,0-1 0 0 0,3-1-1 0 0,0 1 30 0 0,0-6 394 0 0,-10 12 25 0 0,-1 4-494 0 0,0-1 1 0 0,1 1 0 0 0,0 0 0 0 0,0 0 0 0 0,1 1 0 0 0,0 0 0 0 0,-5 14-1 0 0,-14 71 100 0 0,14-52-33 0 0,-8 17 82 0 0,-37 87 1 0 0,49-134-131 0 0,-100 225-718 0 0,98-222 404 0 0,-10 34-1017 0 0,16-46 1138 0 0,1-1 0 0 0,-1 1 0 0 0,1 0 0 0 0,0-1 0 0 0,0 1 0 0 0,0 0 0 0 0,0 0-1 0 0,0-1 1 0 0,1 1 0 0 0,-1 0 0 0 0,1-1 0 0 0,0 1 0 0 0,-1-1 0 0 0,1 1 0 0 0,3 4 0 0 0,0-2-447 0 0,0-1 0 0 0,0 1 0 0 0,1-1-1 0 0,0 0 1 0 0,0 0 0 0 0,0-1 0 0 0,7 5 0 0 0,-12-8 606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4:33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452 120 1601 0 0,'-19'-34'2864'0'0,"18"31"-2645"0"0,-1-1-1 0 0,1 1 1 0 0,-1 0-1 0 0,0-1 0 0 0,0 1 1 0 0,0 0-1 0 0,0 0 1 0 0,0 0-1 0 0,-1 1 1 0 0,1-1-1 0 0,-1 0 1 0 0,0 1-1 0 0,-5-4 0 0 0,-67-22 743 0 0,75 28-949 0 0,0 0-1 0 0,0 0 1 0 0,0 0-1 0 0,0-1 1 0 0,1 1 0 0 0,-1 0-1 0 0,0 0 1 0 0,0 0 0 0 0,0 0-1 0 0,0 0 1 0 0,0 0 0 0 0,0 0-1 0 0,0 0 1 0 0,0-1 0 0 0,0 1-1 0 0,1 0 1 0 0,-1 0-1 0 0,0 0 1 0 0,0 0 0 0 0,0 0-1 0 0,0 0 1 0 0,0-1 0 0 0,0 1-1 0 0,0 0 1 0 0,0 0 0 0 0,0 0-1 0 0,0 0 1 0 0,0 0-1 0 0,0-1 1 0 0,0 1 0 0 0,0 0-1 0 0,0 0 1 0 0,0 0 0 0 0,0 0-1 0 0,0 0 1 0 0,0-1 0 0 0,0 1-1 0 0,0 0 1 0 0,0 0 0 0 0,-1 0-1 0 0,1 0 1 0 0,0 0-1 0 0,0 0 1 0 0,0-1 0 0 0,0 1-1 0 0,0 0 1 0 0,0 0 0 0 0,0 0-1 0 0,0 0 1 0 0,-1 0 0 0 0,1 0-1 0 0,0 0 1 0 0,0 0 0 0 0,0 0-1 0 0,22-6 1336 0 0,-22 7-1254 0 0,0-1-91 0 0,0 0 0 0 0,0 1 0 0 0,0-1 0 0 0,0 0 0 0 0,0 0 0 0 0,0 1 0 0 0,0-1 0 0 0,0 0 0 0 0,0 0 0 0 0,0 1 0 0 0,0-1 0 0 0,0 0 0 0 0,0 0 0 0 0,0 1 0 0 0,0-1 0 0 0,0 0 0 0 0,0 0 0 0 0,0 1 0 0 0,0-1 0 0 0,0 0 0 0 0,0 0 0 0 0,1 1 0 0 0,-1-1 0 0 0,0 0 0 0 0,0 0 0 0 0,0 0 1 0 0,0 1-1 0 0,1-1 0 0 0,-1 0 0 0 0,0 0 0 0 0,0 0 0 0 0,0 0 0 0 0,1 1 0 0 0,-1-1 0 0 0,0 0 0 0 0,0 0 0 0 0,1 0 0 0 0,-1 0 0 0 0,0 0 0 0 0,2 1 16 0 0,0 0 0 0 0,0 1 1 0 0,-1-1-1 0 0,1 0 0 0 0,-1 0 0 0 0,1 1 0 0 0,-1-1 1 0 0,1 1-1 0 0,-1 0 0 0 0,0-1 0 0 0,0 1 1 0 0,0 0-1 0 0,0 0 0 0 0,0-1 0 0 0,0 1 1 0 0,-1 0-1 0 0,1 0 0 0 0,0 0 0 0 0,-1 0 0 0 0,0 0 1 0 0,1 0-1 0 0,-1 0 0 0 0,0 0 0 0 0,0 4 1 0 0,-1 5 108 0 0,-1-1 0 0 0,0 0 0 0 0,-1 0 1 0 0,-4 11-1 0 0,4-12-23 0 0,0 0 1 0 0,1 1-1 0 0,0-1 1 0 0,-2 17-1 0 0,3-15-42 0 0,-1 0 0 0 0,-1 0 0 0 0,0-1 0 0 0,0 1 0 0 0,-1-1 0 0 0,0 0 0 0 0,-1 0 0 0 0,0 0 0 0 0,0 0 0 0 0,-11 12 0 0 0,-9 20 123 0 0,16-23-120 0 0,0-2 19 0 0,0 0 1 0 0,-1-1 0 0 0,0 0 0 0 0,-2 0 0 0 0,-12 13 0 0 0,7-12-2 0 0,5-7-11 0 0,1 2 1 0 0,1-1 0 0 0,-16 22-1 0 0,-22 30 65 0 0,35-49-107 0 0,1 1 0 0 0,-17 29 0 0 0,28-43-17 0 0,0 0 0 0 0,1 0 1 0 0,-1 0-1 0 0,0 0 0 0 0,1 0 0 0 0,-1 0 1 0 0,1 0-1 0 0,-1 0 0 0 0,1 0 0 0 0,-1 1 1 0 0,1-1-1 0 0,0 0 0 0 0,0 0 0 0 0,-1 1 1 0 0,1-1-1 0 0,0 0 0 0 0,0 1 0 0 0,0-1 1 0 0,0 0-1 0 0,1 0 0 0 0,-1 1 0 0 0,0-1 1 0 0,1 0-1 0 0,-1 0 0 0 0,0 0 0 0 0,1 1 0 0 0,-1-1 1 0 0,1 0-1 0 0,0 0 0 0 0,-1 0 0 0 0,1 0 1 0 0,0 0-1 0 0,0 0 0 0 0,0 0 0 0 0,0 0 1 0 0,0 0-1 0 0,0 0 0 0 0,0-1 0 0 0,0 1 1 0 0,0 0-1 0 0,0-1 0 0 0,2 2 0 0 0,4 0 12 0 0,0 0-1 0 0,0-1 0 0 0,1 1 0 0 0,-1-1 1 0 0,14 0-1 0 0,-13-1 21 0 0,329 11-645 0 0,-284-12-6857 0 0,-49 2 3335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4:34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1 80 0 0,'17'0'872'0'0,"0"0"0"0"0,-1 2 0 0 0,29 5 0 0 0,-36-5-610 0 0,0 1 0 0 0,-1 0-1 0 0,1 1 1 0 0,-1 0-1 0 0,1 0 1 0 0,-1 1 0 0 0,0 0-1 0 0,11 10 1 0 0,-10-7-194 0 0,0 0 0 0 0,0 0 1 0 0,-1 1-1 0 0,0 0 1 0 0,-1 0-1 0 0,1 1 0 0 0,9 19 1 0 0,-17-28-70 0 0,1 0 0 0 0,-1 0 0 0 0,1 0 1 0 0,-1 0-1 0 0,0 0 0 0 0,1 1 0 0 0,-1-1 1 0 0,0 0-1 0 0,0 0 0 0 0,0 0 0 0 0,0 1 1 0 0,0-1-1 0 0,0 0 0 0 0,0 0 0 0 0,0 0 1 0 0,0 1-1 0 0,-1-1 0 0 0,1 0 0 0 0,0 0 1 0 0,-1 0-1 0 0,1 0 0 0 0,-1 0 1 0 0,0 0-1 0 0,1 1 0 0 0,-1-1 0 0 0,0-1 1 0 0,1 1-1 0 0,-1 0 0 0 0,0 0 0 0 0,0 0 1 0 0,-2 1-1 0 0,2-1 3 0 0,0 0 0 0 0,0 0 0 0 0,0 0 0 0 0,0 0 0 0 0,0 1 0 0 0,0-1 0 0 0,0 0-1 0 0,0 0 1 0 0,1 1 0 0 0,-1-1 0 0 0,0 0 0 0 0,1 1 0 0 0,-1-1 0 0 0,1 1 0 0 0,-1-1 0 0 0,1 1 0 0 0,0-1 0 0 0,0 3 0 0 0,0 18-2 0 0,0-18 0 0 0,0-8 0 0 0,-1 2 3 0 0,1 1 0 0 0,-1-1 1 0 0,1 0-1 0 0,-1 0 0 0 0,1 0 0 0 0,-1 1 1 0 0,0-1-1 0 0,0 0 0 0 0,0 1 0 0 0,0-1 0 0 0,0 1 1 0 0,0-1-1 0 0,0 1 0 0 0,-1-1 0 0 0,1 1 1 0 0,0 0-1 0 0,-3-2 0 0 0,0 0 0 0 0,1 1-1 0 0,-1 0 1 0 0,0 0 0 0 0,1 0 0 0 0,-1 0-1 0 0,0 0 1 0 0,-8-2 0 0 0,-7 1 4 0 0,1 1-1 0 0,0 0 1 0 0,-1 1 0 0 0,1 2-1 0 0,-33 3 1 0 0,18 1 6 0 0,1 1 1 0 0,-40 14-1 0 0,61-16 28 0 0,0 0-1 0 0,1 0 1 0 0,0 1 0 0 0,0 1-1 0 0,0 0 1 0 0,1 0-1 0 0,0 1 1 0 0,0 0 0 0 0,0 0-1 0 0,-10 12 1 0 0,17-16-27 0 0,0 0 0 0 0,-1 0 0 0 0,1 0 0 0 0,0 0-1 0 0,1 0 1 0 0,-1 0 0 0 0,1 0 0 0 0,-1 0 0 0 0,1 1 0 0 0,0-1 0 0 0,0 1 0 0 0,0-1 0 0 0,1 1 0 0 0,-1-1 0 0 0,1 1-1 0 0,0-1 1 0 0,0 1 0 0 0,0 0 0 0 0,0-1 0 0 0,1 1 0 0 0,-1-1 0 0 0,1 1 0 0 0,0-1 0 0 0,0 1 0 0 0,0-1 0 0 0,1 0 0 0 0,-1 1-1 0 0,1-1 1 0 0,0 0 0 0 0,0 0 0 0 0,0 0 0 0 0,0 0 0 0 0,0-1 0 0 0,6 6 0 0 0,-5-5-17 0 0,1 1 0 0 0,1-1 0 0 0,-1 0 0 0 0,0 0 1 0 0,1-1-1 0 0,0 1 0 0 0,-1-1 0 0 0,1 0 0 0 0,0 0 0 0 0,0-1 0 0 0,0 1 1 0 0,0-1-1 0 0,0 0 0 0 0,1-1 0 0 0,-1 1 0 0 0,6-1 0 0 0,5 2-28 0 0,13 1-505 0 0,-1-1 1 0 0,1 0-1 0 0,0-3 1 0 0,0 0-1 0 0,0-2 1 0 0,41-9-1 0 0,6 1-3132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4:35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701 28 1601 0 0,'-70'-7'2948'0'0,"-122"5"0"0"0,186 2-2897 0 0,1 0 1 0 0,-1 1-1 0 0,1 0 1 0 0,-1-1-1 0 0,1 2 0 0 0,-1-1 1 0 0,1 1-1 0 0,0-1 1 0 0,0 1-1 0 0,0 1 1 0 0,0-1-1 0 0,0 1 1 0 0,-6 4-1 0 0,11-7-51 0 0,-1 1 0 0 0,1-1 1 0 0,0 0-1 0 0,0 1 0 0 0,-1-1 0 0 0,1 1 0 0 0,0-1 0 0 0,0 0 1 0 0,0 1-1 0 0,-1-1 0 0 0,1 1 0 0 0,0-1 0 0 0,0 1 0 0 0,0-1 0 0 0,0 1 1 0 0,0-1-1 0 0,0 1 0 0 0,0-1 0 0 0,0 0 0 0 0,0 1 0 0 0,0-1 1 0 0,0 1-1 0 0,0-1 0 0 0,1 1 0 0 0,-1-1 0 0 0,0 1 0 0 0,0-1 1 0 0,0 0-1 0 0,0 1 0 0 0,1-1 0 0 0,-1 1 0 0 0,0-1 0 0 0,1 0 0 0 0,-1 1 1 0 0,0-1-1 0 0,1 0 0 0 0,-1 1 0 0 0,1-1 0 0 0,16 12-39 0 0,-14-10 32 0 0,9 4 28 0 0,1 0 0 0 0,-1-1 1 0 0,1 0-1 0 0,0-1 0 0 0,0 0 0 0 0,1-1 0 0 0,-1-1 1 0 0,1 0-1 0 0,0-1 0 0 0,-1 0 0 0 0,1-1 0 0 0,0-1 0 0 0,-1 0 1 0 0,1-1-1 0 0,-1 0 0 0 0,15-5 0 0 0,-26 7-17 0 0,-1 0-1 0 0,1-1 1 0 0,-1 1-1 0 0,0-1 1 0 0,1 1-1 0 0,-1-1 0 0 0,1 0 1 0 0,-1 1-1 0 0,0-1 1 0 0,0 0-1 0 0,1 0 1 0 0,-1 0-1 0 0,0 0 1 0 0,0 0-1 0 0,0 0 1 0 0,0 0-1 0 0,1-2 0 0 0,1-27 55 0 0,-3 26-58 0 0,0 2 3 0 0,0 1 0 0 0,0 0 0 0 0,-1 0-1 0 0,1 0 1 0 0,0 0 0 0 0,0 0 0 0 0,-1 0 0 0 0,1 0-1 0 0,-1 0 1 0 0,1 0 0 0 0,-1 0 0 0 0,1 0 0 0 0,-1 0-1 0 0,0 0 1 0 0,1 0 0 0 0,-1 1 0 0 0,0-1-1 0 0,0 0 1 0 0,1 0 0 0 0,-1 1 0 0 0,0-1 0 0 0,0 1-1 0 0,0-1 1 0 0,-1 0 0 0 0,-5-4 7 0 0,5 3 3 0 0,0 0 0 0 0,0 0 0 0 0,0 1 0 0 0,0-1-1 0 0,0 1 1 0 0,0 0 0 0 0,0-1 0 0 0,-1 1 0 0 0,-3-1 0 0 0,4 1-8 0 0,1 0 0 0 0,-1 0 1 0 0,1 1-1 0 0,0-1 1 0 0,-1 1-1 0 0,1-1 1 0 0,0 1-1 0 0,-1-1 1 0 0,1 1 0 0 0,-1 0-1 0 0,1 0 1 0 0,-1 0-1 0 0,1 0 1 0 0,-1 0-1 0 0,1 0 1 0 0,-3 0-1 0 0,2 1 0 0 0,3 0-5 0 0,1 1 0 0 0,-1-1 0 0 0,0 1 0 0 0,1-1 0 0 0,-1 1 0 0 0,1-1 0 0 0,-1 0 0 0 0,1 0 0 0 0,3 2 0 0 0,31 33-67 0 0,-13-21 26 0 0,45 22 0 0 0,-50-28-20 0 0,0 0 0 0 0,0 2 0 0 0,-1 0 1 0 0,20 16-1 0 0,-35-25 62 0 0,1 0 1 0 0,-1 0-1 0 0,1 1 1 0 0,-1-1 0 0 0,0 1-1 0 0,0-1 1 0 0,0 1-1 0 0,0 0 1 0 0,-1-1-1 0 0,1 1 1 0 0,-1 0 0 0 0,1 0-1 0 0,-1 0 1 0 0,0 0-1 0 0,0 0 1 0 0,-1 1 0 0 0,1-1-1 0 0,-1 0 1 0 0,1 0-1 0 0,-1 1 1 0 0,0-1 0 0 0,0 0-1 0 0,-1 0 1 0 0,1 1-1 0 0,0-1 1 0 0,-1 0-1 0 0,0 0 1 0 0,0 0 0 0 0,0 0-1 0 0,0 0 1 0 0,-1 0-1 0 0,1 0 1 0 0,-1 0 0 0 0,1 0-1 0 0,-1 0 1 0 0,0-1-1 0 0,0 1 1 0 0,0-1-1 0 0,-1 0 1 0 0,1 1 0 0 0,-4 2-1 0 0,-19 13 219 0 0,-1 0 0 0 0,0-2-1 0 0,-1 0 1 0 0,-1-2-1 0 0,-33 12 1 0 0,54-23-164 0 0,-59 24 817 0 0,-119 34 1 0 0,148-53-890 0 0,1-1 0 0 0,-1-1 0 0 0,0-2 0 0 0,-70-2 1 0 0,97-3-77 0 0,1 1 1 0 0,-1-2 0 0 0,1 1 0 0 0,-12-4-1 0 0,17 3-30 0 0,0 0 0 0 0,0 1 0 0 0,0-1 0 0 0,0-1 0 0 0,1 1 0 0 0,-1 0 0 0 0,1-1 0 0 0,-1 0 0 0 0,1 0 0 0 0,0 0 0 0 0,-5-6 0 0 0,7 8 46 0 0,0 0 0 0 0,0-1 0 0 0,0 1 1 0 0,0 0-1 0 0,0-1 0 0 0,0 1 0 0 0,0 0 0 0 0,0-1 1 0 0,0 0-1 0 0,1 1 0 0 0,-1-1 0 0 0,1 1 0 0 0,-1-1 0 0 0,1 0 1 0 0,0 1-1 0 0,0-1 0 0 0,-1 0 0 0 0,1 1 0 0 0,0-1 1 0 0,0 0-1 0 0,1 1 0 0 0,-1-1 0 0 0,0 0 0 0 0,1 1 1 0 0,-1-1-1 0 0,2-2 0 0 0,1-1-287 0 0,1 0 0 0 0,0 0 0 0 0,1 0-1 0 0,-1 1 1 0 0,1-1 0 0 0,9-6 0 0 0,58-44-4586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4:35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 35 1841 0 0,'-17'3'556'0'0,"1"1"0"0"0,0 1 1 0 0,-1 0-1 0 0,2 1 0 0 0,-1 1 0 0 0,1 1 1 0 0,0 0-1 0 0,0 1 0 0 0,-25 20 0 0 0,38-28-543 0 0,1 0-1 0 0,0 0 1 0 0,-1 0-1 0 0,1 1 1 0 0,0-1-1 0 0,0 0 1 0 0,0 1-1 0 0,-1-1 1 0 0,1 1-1 0 0,1-1 1 0 0,-1 1-1 0 0,0-1 1 0 0,0 1-1 0 0,1 0 1 0 0,-1-1-1 0 0,1 1 1 0 0,-1 0-1 0 0,1 0 1 0 0,0-1-1 0 0,-1 1 1 0 0,1 0-1 0 0,0 0 1 0 0,0 2-1 0 0,1-2-1 0 0,0 0 0 0 0,0 0 0 0 0,0 0 0 0 0,0 0 0 0 0,1-1 0 0 0,-1 1 0 0 0,0 0 0 0 0,1-1 0 0 0,-1 1 0 0 0,1-1 0 0 0,0 1 0 0 0,-1-1 0 0 0,1 0 0 0 0,0 0 0 0 0,0 1 0 0 0,2 0 0 0 0,9 4 41 0 0,0-1 0 0 0,1-1 0 0 0,-1 0 0 0 0,28 5 0 0 0,-14-6-18 0 0,-1 0 0 0 0,1-2 0 0 0,0 0 0 0 0,0-2 0 0 0,48-8 0 0 0,-59 6-26 0 0,0-1 0 0 0,0 0 1 0 0,0-2-1 0 0,0 1 0 0 0,-1-2 0 0 0,0 0 0 0 0,-1-1 0 0 0,1 0 1 0 0,-2-2-1 0 0,22-16 0 0 0,-32 23-40 0 0,-1 1-1 0 0,1-1 1 0 0,0 0 0 0 0,-1 0-1 0 0,0 0 1 0 0,0 0 0 0 0,0-1-1 0 0,0 1 1 0 0,0 0 0 0 0,-1-1 0 0 0,1 1-1 0 0,-1-1 1 0 0,0 0 0 0 0,0 0-1 0 0,0 1 1 0 0,-1-1 0 0 0,1 0 0 0 0,-1-5-1 0 0,0 7-25 0 0,0 1 0 0 0,0-1-1 0 0,0 0 1 0 0,-1 1 0 0 0,1-1-1 0 0,0 1 1 0 0,-1-1 0 0 0,1 1-1 0 0,-1-1 1 0 0,0 1 0 0 0,1 0-1 0 0,-1-1 1 0 0,0 1 0 0 0,0 0-1 0 0,0-1 1 0 0,0 1 0 0 0,0 0-1 0 0,0 0 1 0 0,0 0 0 0 0,0 0-1 0 0,-2-1 1 0 0,-30-12-2384 0 0,29 12 1952 0 0,-23-5-2325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4:36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367 6 400 0 0,'-5'-1'2361'0'0,"-11"-4"3372"0"0,35 5-4340 0 0,36 8-1449 0 0,-52-7 50 0 0,0 0 0 0 0,0 1 1 0 0,0-1-1 0 0,0 1 0 0 0,0-1 0 0 0,-1 1 0 0 0,1 0 0 0 0,-1 0 1 0 0,1 0-1 0 0,-1 1 0 0 0,0-1 0 0 0,0 0 0 0 0,0 1 0 0 0,0 0 1 0 0,0-1-1 0 0,0 1 0 0 0,-1 0 0 0 0,0 0 0 0 0,1 0 0 0 0,-1 0 1 0 0,0 0-1 0 0,0 0 0 0 0,-1 0 0 0 0,1 0 0 0 0,-1 1 0 0 0,1-1 1 0 0,-1 0-1 0 0,0 0 0 0 0,0 0 0 0 0,0 1 0 0 0,-2 5 0 0 0,-6 11 115 0 0,5-15 30 0 0,1 1-1 0 0,0-1 1 0 0,0 0-1 0 0,1 0 1 0 0,0 1-1 0 0,0-1 1 0 0,0 1-1 0 0,0-1 1 0 0,1 7-1 0 0,0-13-136 0 0,0 0-1 0 0,0 0 0 0 0,-1 0 0 0 0,1 0 0 0 0,0 0 0 0 0,0 1 1 0 0,-1-1-1 0 0,1 0 0 0 0,0 0 0 0 0,-1 1 0 0 0,1-1 0 0 0,-1 0 1 0 0,1 0-1 0 0,-1 1 0 0 0,1-1 0 0 0,-1 0 0 0 0,0 1 0 0 0,1-1 1 0 0,-1 1-1 0 0,0-1 0 0 0,1 1 0 0 0,-1-1 0 0 0,0 1 0 0 0,0 0 0 0 0,-1-1 1 0 0,-6-5 21 0 0,4 2-27 0 0,0 1 1 0 0,1 0-1 0 0,-1 0 1 0 0,0 0-1 0 0,0 0 1 0 0,-1 0-1 0 0,1 1 1 0 0,-1 0-1 0 0,-7-3 1 0 0,-4 0 28 0 0,0 1 0 0 0,-28-3 0 0 0,3 4 228 0 0,-1 1 1 0 0,1 3-1 0 0,-70 8 1 0 0,105-8-171 0 0,0 0 0 0 0,1 1 0 0 0,-1-1 0 0 0,1 1 0 0 0,-1 0 0 0 0,1 0 0 0 0,0 0 0 0 0,-8 6 0 0 0,12-8-65 0 0,0 1 0 0 0,1 0 1 0 0,-1-1-1 0 0,1 1 0 0 0,-1 0 1 0 0,0 0-1 0 0,1-1 0 0 0,0 1 0 0 0,-1 0 1 0 0,1 0-1 0 0,-1 0 0 0 0,1-1 1 0 0,0 1-1 0 0,0 0 0 0 0,-1 0 1 0 0,1 0-1 0 0,0 0 0 0 0,0 0 1 0 0,0 0-1 0 0,0 0 0 0 0,0-1 1 0 0,0 1-1 0 0,0 0 0 0 0,0 0 0 0 0,1 0 1 0 0,-1 0-1 0 0,0 0 0 0 0,1 0 1 0 0,-1-1-1 0 0,0 1 0 0 0,1 0 1 0 0,-1 0-1 0 0,1 0 0 0 0,0 0 1 0 0,23 25 280 0 0,-23-24-279 0 0,12 7-45 0 0,-1 0-1 0 0,2 0 1 0 0,0-2-1 0 0,0 1 1 0 0,0-2 0 0 0,29 10-1 0 0,-20-8-169 0 0,167 54-4421 0 0,-84-39 54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4:36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30 3682 0 0,'-26'-17'2801'0'0,"-1"10"-1120"0"0,27 2 640 0 0,27 10-2001 0 0,-1-5-160 0 0,28 12-160 0 0,52 5-240 0 0,22 5-480 0 0,-21 7-481 0 0,0-2-880 0 0,-54-15-2001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4:37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1 320 0 0,'0'0'5843'0'0,"-27"0"-2642"0"0,54 0-3201 0 0,26 0-160 0 0,27 7 0 0 0,54-2 0 0 0,26 5-480 0 0,-54 2-2402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4:38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187 198 1040 0 0,'-39'-3'8128'0'0,"29"2"-8345"0"0,10 0 226 0 0,0 1 0 0 0,0 0-1 0 0,1 0 1 0 0,-1 0 0 0 0,0 0 0 0 0,0 0 0 0 0,0 0 0 0 0,0 0 0 0 0,0 0 0 0 0,0-1 0 0 0,0 1-1 0 0,0 0 1 0 0,0 0 0 0 0,1 0 0 0 0,-1 0 0 0 0,0 0 0 0 0,0-1 0 0 0,0 1 0 0 0,0 0 0 0 0,0 0 0 0 0,0 0-1 0 0,0 0 1 0 0,0 0 0 0 0,0-1 0 0 0,0 1 0 0 0,0 0 0 0 0,0 0 0 0 0,0 0 0 0 0,0 0 0 0 0,0-1-1 0 0,0 1 1 0 0,-1 0 0 0 0,1 0 0 0 0,0 0 0 0 0,0 0 0 0 0,0 0 0 0 0,0 0 0 0 0,0-1 0 0 0,0 1-1 0 0,0 0 1 0 0,0 0 0 0 0,0 0 0 0 0,-1 0 0 0 0,1 0 0 0 0,18 0 164 0 0,-14 0-26 0 0,1-17 187 0 0,1 15-305 0 0,-6 2-25 0 0,1 0 0 0 0,0 0-1 0 0,0 0 1 0 0,-1-1 0 0 0,1 1 0 0 0,0 0 0 0 0,0 0-1 0 0,-1-1 1 0 0,1 1 0 0 0,0 0 0 0 0,-1-1-1 0 0,1 1 1 0 0,-1-1 0 0 0,1 1 0 0 0,0-1 0 0 0,-1 1-1 0 0,1-1 1 0 0,-1 1 0 0 0,1-1 0 0 0,-1 0-1 0 0,0 1 1 0 0,1-1 0 0 0,-1 0 0 0 0,1 1 0 0 0,-1-1-1 0 0,0 0 1 0 0,0 1 0 0 0,1-1 0 0 0,-1 0 0 0 0,0-1-1 0 0,0 2-2 0 0,0-1-1 0 0,0 0 1 0 0,0 0-1 0 0,0 0 1 0 0,0 0-1 0 0,1 0 0 0 0,-1 1 1 0 0,0-1-1 0 0,0 0 1 0 0,1 0-1 0 0,-1 0 1 0 0,0 1-1 0 0,1-1 1 0 0,-1 0-1 0 0,1 1 1 0 0,-1-1-1 0 0,1 0 0 0 0,0 1 1 0 0,-1-1-1 0 0,1 0 1 0 0,-1 1-1 0 0,1-1 1 0 0,0 1-1 0 0,0-1 1 0 0,-1 1-1 0 0,1 0 1 0 0,1-1-1 0 0,-1 0 2 0 0,0 1 1 0 0,0 0-1 0 0,-1-1 1 0 0,1 1-1 0 0,0 0 0 0 0,0-1 1 0 0,-1 1-1 0 0,1-1 1 0 0,0 0-1 0 0,-1 1 0 0 0,1-1 1 0 0,-1 1-1 0 0,1-1 1 0 0,-1 0-1 0 0,1 0 1 0 0,-1 1-1 0 0,1-1 0 0 0,-1 0 1 0 0,0 0-1 0 0,1 1 1 0 0,-1-1-1 0 0,0 0 0 0 0,0 0 1 0 0,0 0-1 0 0,1 1 1 0 0,-1-1-1 0 0,0-2 0 0 0,0 2 2 0 0,0 0-1 0 0,1 0 1 0 0,-1 0-1 0 0,0 0 0 0 0,1 0 1 0 0,-1 0-1 0 0,1 0 1 0 0,0 0-1 0 0,-1 0 0 0 0,1 0 1 0 0,0 1-1 0 0,-1-1 1 0 0,1 0-1 0 0,0 0 0 0 0,0 0 1 0 0,0 1-1 0 0,0-1 1 0 0,0 1-1 0 0,0-1 0 0 0,0 1 1 0 0,2-2-1 0 0,11-7 82 0 0,-8 3-37 0 0,1 1 0 0 0,0-1 0 0 0,0 2 1 0 0,15-9-1 0 0,-16 10 7 0 0,1-1 0 0 0,0 0 0 0 0,-1 0 1 0 0,11-11-1 0 0,-11 11-11 0 0,-5-2 10 0 0,2-2-7 0 0,19 5 105 0 0,-17 3-72 0 0,-10 6 14 0 0,-1-3-76 0 0,-5 4 17 0 0,2 18 18 0 0,0-2 35 0 0,-1 0 0 0 0,-1-1 0 0 0,-24 37 0 0 0,-7 11 80 0 0,-34 50 70 0 0,49-81-161 0 0,1 2-1 0 0,-27 59 0 0 0,31-55-73 0 0,-5 16-272 0 0,26-60 222 0 0,1 0 1 0 0,-1 0 0 0 0,0 1 0 0 0,1-1-1 0 0,0 0 1 0 0,-1 0 0 0 0,1 1-1 0 0,0-1 1 0 0,0 0 0 0 0,0 1 0 0 0,0-1-1 0 0,0 0 1 0 0,0 1 0 0 0,0-1 0 0 0,0 0-1 0 0,0 1 1 0 0,1-1 0 0 0,-1 0-1 0 0,0 0 1 0 0,1 1 0 0 0,-1-1 0 0 0,1 0-1 0 0,0 0 1 0 0,-1 0 0 0 0,1 0 0 0 0,0 1-1 0 0,0-1 1 0 0,-1 0 0 0 0,1 0 0 0 0,0-1-1 0 0,0 1 1 0 0,0 0 0 0 0,0 0-1 0 0,0 0 1 0 0,1-1 0 0 0,-1 1 0 0 0,0 0-1 0 0,0-1 1 0 0,0 1 0 0 0,3 0 0 0 0,3 0-310 0 0,0 0 0 0 0,1 0 0 0 0,-1-1 0 0 0,1 0 0 0 0,0 0 0 0 0,8-1 0 0 0,59-9-3779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4:38.6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28 434 3442 0 0,'-27'0'3761'0'0,"27"-5"-2000"0"0,27-7-961 0 0,-27 0-399 0 0,53-15-241 0 0,54-46-240 0 0,26-29 0 0 0,-58 41 80 0 0,-75 27 80 0 0,0 0-80 0 0,0 12-160 0 0,0 0-401 0 0,0 5-559 0 0,0 10-2082 0 0,-27 2-879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4:39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1 264 160 0 0,'27'-17'2641'0'0,"26"-17"-240"0"0,22-32-160 0 0,31-2-1120 0 0,-26 22-1201 0 0,-53 24-560 0 0,0 12-481 0 0,-1 10-960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4:39.4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1 5523 0 0,'-107'46'3841'0'0,"27"10"-3441"0"0,27-10-880 0 0,53-2 240 0 0,27-27 80 0 0,-1-12-640 0 0,81-32-4002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4:39.8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953 85 480 0 0,'-8'-2'962'0'0,"-1"-1"0"0"0,1 0 0 0 0,0 0 0 0 0,-14-8 0 0 0,11 6 102 0 0,0 0 1 0 0,-23-8 0 0 0,21 10-733 0 0,3-1-52 0 0,0 2 1 0 0,-1 0-1 0 0,1 0 1 0 0,-20 0-1 0 0,-5 0 166 0 0,-59 7-1 0 0,84-4-385 0 0,1 0-1 0 0,-1 0 0 0 0,1 1 0 0 0,0 1 0 0 0,0-1 0 0 0,0 1 0 0 0,0 1 0 0 0,1 0 0 0 0,-1 0 1 0 0,1 1-1 0 0,-9 6 0 0 0,16-10-41 0 0,-1 1 1 0 0,1 0 0 0 0,-1 0-1 0 0,1 0 1 0 0,0 1 0 0 0,0-1 0 0 0,0 0-1 0 0,0 0 1 0 0,0 1 0 0 0,0-1-1 0 0,0 0 1 0 0,1 1 0 0 0,0-1-1 0 0,-1 1 1 0 0,1-1 0 0 0,0 5-1 0 0,6 33 78 0 0,-4-37-97 0 0,0 1 0 0 0,0 0-1 0 0,0-1 1 0 0,0 1-1 0 0,1-1 1 0 0,0 0 0 0 0,-1 0-1 0 0,1 0 1 0 0,0 0 0 0 0,0 0-1 0 0,1-1 1 0 0,-1 1 0 0 0,0-1-1 0 0,1 0 1 0 0,0 0 0 0 0,-1 0-1 0 0,1-1 1 0 0,0 1-1 0 0,0-1 1 0 0,0 0 0 0 0,0 0-1 0 0,6 1 1 0 0,8 1-65 0 0,0-1 1 0 0,1-1-1 0 0,31-2 1 0 0,-31 0 33 0 0,1-1 1 0 0,0-1 0 0 0,0-1-1 0 0,19-6 1 0 0,-33 8 26 0 0,0 1-1 0 0,0-2 1 0 0,-1 1 0 0 0,1 0-1 0 0,-1-1 1 0 0,1 0-1 0 0,-1-1 1 0 0,0 1 0 0 0,0-1-1 0 0,0 0 1 0 0,-1 0 0 0 0,0 0-1 0 0,1-1 1 0 0,-2 0-1 0 0,1 0 1 0 0,0 0 0 0 0,2-6-1 0 0,3-20 6 0 0,-1 19-2 0 0,-7 11 3 0 0,0 0 0 0 0,0 0-1 0 0,0 0 1 0 0,0 0-1 0 0,0 0 1 0 0,0-1-1 0 0,0 1 1 0 0,0 0 0 0 0,-1-1-1 0 0,1 1 1 0 0,-1-1-1 0 0,1 1 1 0 0,-1 0-1 0 0,1-1 1 0 0,-1 1-1 0 0,0-1 1 0 0,0 0 0 0 0,0 1-1 0 0,1-1 1 0 0,-2 1-1 0 0,1-1 1 0 0,0 1-1 0 0,0-1 1 0 0,0 1 0 0 0,-1-1-1 0 0,0-1 1 0 0,-2-1 22 0 0,0 0 0 0 0,-1 0 0 0 0,1 1 0 0 0,-1-1 0 0 0,0 1 0 0 0,0 0 0 0 0,-9-5 0 0 0,-11 1 163 0 0,23 7-179 0 0,0 0 1 0 0,0 0-1 0 0,0 0 0 0 0,1 0 1 0 0,-1 0-1 0 0,0 1 0 0 0,0-1 0 0 0,0 0 1 0 0,1 0-1 0 0,-1 1 0 0 0,0-1 1 0 0,1 0-1 0 0,-1 1 0 0 0,0-1 1 0 0,1 1-1 0 0,-1-1 0 0 0,0 1 0 0 0,1-1 1 0 0,-1 1-1 0 0,1 0 0 0 0,-1-1 1 0 0,1 1-1 0 0,-1 0 0 0 0,1-1 1 0 0,-1 2-1 0 0,-2 4 5 0 0,0 1-1 0 0,0-1 1 0 0,1 1 0 0 0,-1 0-1 0 0,2 0 1 0 0,-1 0 0 0 0,1 0-1 0 0,0 0 1 0 0,0 0 0 0 0,1 0-1 0 0,0 0 1 0 0,0 1 0 0 0,1-1-1 0 0,0 0 1 0 0,0 0 0 0 0,0 0-1 0 0,1 0 1 0 0,0 0 0 0 0,1-1-1 0 0,-1 1 1 0 0,1-1 0 0 0,1 1-1 0 0,5 8 1 0 0,14 16-33 0 0,-13-19-11 0 0,0 1-1 0 0,-1 0 1 0 0,-1 1-1 0 0,0-1 1 0 0,-1 2 0 0 0,0-1-1 0 0,9 31 1 0 0,-14-36 28 0 0,0-1 1 0 0,-1 1-1 0 0,0 0 0 0 0,-1 0 1 0 0,0 0-1 0 0,0 0 0 0 0,0-1 1 0 0,-1 1-1 0 0,-1 0 1 0 0,0 0-1 0 0,0-1 0 0 0,0 1 1 0 0,-1-1-1 0 0,0 0 0 0 0,-1 1 1 0 0,0-1-1 0 0,0-1 0 0 0,-1 1 1 0 0,0-1-1 0 0,0 0 1 0 0,-8 8-1 0 0,0 1 41 0 0,0-2 1 0 0,-1 0-1 0 0,0 0 0 0 0,-1-2 1 0 0,0 1-1 0 0,-1-2 0 0 0,-1 0 1 0 0,0-1-1 0 0,0-1 0 0 0,-1-1 1 0 0,0 0-1 0 0,0-1 0 0 0,-1-1 1 0 0,-28 6-1 0 0,-19-4 17 0 0,-1-3-1 0 0,0-2 0 0 0,1-4 1 0 0,-85-10-1 0 0,131 9-94 0 0,-1 0-154 0 0,0 0-1 0 0,0-1 1 0 0,0-1-1 0 0,1-1 1 0 0,-34-13-1 0 0,51 16 113 0 0,1 1-1 0 0,-1-1 0 0 0,1 1 1 0 0,0-1-1 0 0,-1 0 1 0 0,1 0-1 0 0,0 0 1 0 0,0 0-1 0 0,0-1 1 0 0,0 1-1 0 0,0 0 0 0 0,1-1 1 0 0,-2-3-1 0 0,2 5 6 0 0,1 0-1 0 0,-1-1 1 0 0,1 1-1 0 0,0-1 1 0 0,-1 1 0 0 0,1 0-1 0 0,0-1 1 0 0,0 1-1 0 0,0-1 1 0 0,0 1-1 0 0,1-1 1 0 0,-1 1-1 0 0,0 0 1 0 0,0-1 0 0 0,1 1-1 0 0,-1-1 1 0 0,1 1-1 0 0,-1 0 1 0 0,1 0-1 0 0,0-1 1 0 0,0 1-1 0 0,-1 0 1 0 0,1 0 0 0 0,0 0-1 0 0,0 0 1 0 0,0 0-1 0 0,0 0 1 0 0,0 0-1 0 0,0 0 1 0 0,2-1-1 0 0,14-8-1533 0 0,0 0-1 0 0,37-13 0 0 0,-53 23 1543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4:40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11 3201 0 0,'-54'0'4483'0'0,"-26"0"-1842"0"0,54-5-1521 0 0,-1 5 1 0 0,27-5-81 0 0,27 5-720 0 0,-1 5 1 0 0,28-5-161 0 0,-1 5-80 0 0,80 7-481 0 0,22 0-719 0 0,-48-2-561 0 0,-27 7-1040 0 0,-27 5-2962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4:40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6 3682 0 0,'-74'7'5042'0'0,"20"-14"-3681"0"0,28 2-1361 0 0,52 5 1680 0 0,1 0-1440 0 0,0 5 81 0 0,47-5 79 0 0,113 12 320 0 0,26 0-160 0 0,-80-2-880 0 0,-58-3-800 0 0,-22-2-561 0 0,54-5-560 0 0,-27 10-3362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4:42.0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154 252 2561 0 0,'0'-2'3618'0'0,"0"-9"-1233"0"0,0 8-2282 0 0,-1 0 0 0 0,1 0-1 0 0,0 0 1 0 0,0 0 0 0 0,0 0 0 0 0,0 0 0 0 0,1 0 0 0 0,-1 0-1 0 0,1 0 1 0 0,0 1 0 0 0,0-1 0 0 0,0 0 0 0 0,0 0-1 0 0,0 1 1 0 0,1-1 0 0 0,-1 1 0 0 0,1-1 0 0 0,0 1 0 0 0,-1-1-1 0 0,1 1 1 0 0,0 0 0 0 0,0 0 0 0 0,5-3 0 0 0,25-22-17 0 0,38-23 1 0 0,14-17 7 0 0,-52 44-41 0 0,-15 18-120 0 0,-17 5 66 0 0,0 0-1 0 0,0 0 1 0 0,0 0-1 0 0,0 1 1 0 0,0-1-1 0 0,-1 0 0 0 0,1 0 1 0 0,0 0-1 0 0,0 0 1 0 0,0 0-1 0 0,0 0 1 0 0,0 0-1 0 0,0 0 1 0 0,0 0-1 0 0,-1 0 1 0 0,1 1-1 0 0,0-1 1 0 0,0 0-1 0 0,0 0 1 0 0,0 0-1 0 0,0 0 0 0 0,0 0 1 0 0,0 0-1 0 0,0 1 1 0 0,0-1-1 0 0,0 0 1 0 0,0 0-1 0 0,0 0 1 0 0,0 0-1 0 0,0 0 1 0 0,0 1-1 0 0,0-1 1 0 0,0 0-1 0 0,0 0 1 0 0,0 0-1 0 0,0 0 1 0 0,0 0-1 0 0,0 0 0 0 0,0 1 1 0 0,0-1-1 0 0,0 0 1 0 0,0 0-1 0 0,0 0 1 0 0,0 0-1 0 0,0 0 1 0 0,0 0-1 0 0,1 1 1 0 0,-1-1-1 0 0,0 0 1 0 0,0 0-1 0 0,0 0 1 0 0,0 0-1 0 0,0 0 0 0 0,0 0 1 0 0,0 0-1 0 0,1 0 1 0 0,-1 0-1 0 0,0 0 1 0 0,0 0-1 0 0,0 1 1 0 0,-63 72 42 0 0,2 3 0 0 0,-54 92 0 0 0,39-56 396 0 0,65-97-391 0 0,-6 7-21 0 0,2 2 1 0 0,0 0-1 0 0,1 0 1 0 0,-12 33-1 0 0,26-56-59 0 0,-1 0 0 0 0,1 0 0 0 0,0 0 0 0 0,-1 0 0 0 0,1 0 0 0 0,0 0 0 0 0,0 0-1 0 0,0 0 1 0 0,0 0 0 0 0,0 0 0 0 0,0 0 0 0 0,0 0 0 0 0,0 0 0 0 0,0 0 0 0 0,0 0-1 0 0,1 0 1 0 0,-1 0 0 0 0,0-1 0 0 0,1 1 0 0 0,-1 0 0 0 0,0 0 0 0 0,1 0-1 0 0,-1 0 1 0 0,1 0 0 0 0,0 0 0 0 0,-1-1 0 0 0,1 1 0 0 0,0 0 0 0 0,-1-1 0 0 0,1 1-1 0 0,0 0 1 0 0,0-1 0 0 0,0 1 0 0 0,0-1 0 0 0,-1 1 0 0 0,1-1 0 0 0,0 1-1 0 0,0-1 1 0 0,0 0 0 0 0,0 1 0 0 0,0-1 0 0 0,0 0 0 0 0,0 0 0 0 0,2 0 0 0 0,3 1-256 0 0,-1-1 0 0 0,1 1 0 0 0,0-1 0 0 0,-1-1 0 0 0,1 1 0 0 0,0-1 0 0 0,9-2 0 0 0,33-12-2498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4:42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265 180 2161 0 0,'-17'3'1339'0'0,"-1"2"0"0"0,1 0-1 0 0,-25 11 1 0 0,25-7-842 0 0,-1 0 0 0 0,2 1 0 0 0,-1 1 0 0 0,1 1 0 0 0,-14 13 0 0 0,22-18-402 0 0,0 0 1 0 0,1 0-1 0 0,0 1 0 0 0,-8 10 0 0 0,14-15-94 0 0,-1 0 0 0 0,1 0 0 0 0,-1-1 0 0 0,1 1 0 0 0,0 0 0 0 0,0 0 0 0 0,0 0 0 0 0,1 0 0 0 0,-1 0 0 0 0,1 0 0 0 0,0 1 0 0 0,-1-1 0 0 0,1 0 0 0 0,1 0 0 0 0,-1 0 0 0 0,0 0 0 0 0,2 6 0 0 0,0-2 7 0 0,1 0 1 0 0,-1 0-1 0 0,1 0 1 0 0,0-1-1 0 0,1 1 1 0 0,0-1-1 0 0,0 0 1 0 0,0 0-1 0 0,1 0 1 0 0,-1-1-1 0 0,1 1 1 0 0,1-1-1 0 0,-1 0 1 0 0,1-1-1 0 0,0 1 1 0 0,0-1-1 0 0,0-1 0 0 0,1 1 1 0 0,-1-1-1 0 0,1 0 1 0 0,11 4-1 0 0,2-2 19 0 0,0 0 0 0 0,1-1-1 0 0,0-2 1 0 0,-1 0 0 0 0,1-1 0 0 0,33-2-1 0 0,-26 0-26 0 0,0-2-1 0 0,-1-1 1 0 0,1-1-1 0 0,-1-1 0 0 0,52-19 1 0 0,-64 19 1 0 0,0-1 0 0 0,-1-1 1 0 0,0 0-1 0 0,-1-1 0 0 0,0-1 1 0 0,0 0-1 0 0,-1 0 0 0 0,-1-1 0 0 0,0-1 1 0 0,0 0-1 0 0,-1 0 0 0 0,12-19 1 0 0,-13 16 10 0 0,-1 1 0 0 0,0-1 0 0 0,9-26 0 0 0,-15 35-11 0 0,0 0 1 0 0,-1-1-1 0 0,0 1 1 0 0,0-1-1 0 0,0 1 0 0 0,-1-1 1 0 0,1 0-1 0 0,-2 1 1 0 0,1-1-1 0 0,-1 0 0 0 0,0 1 1 0 0,-3-11-1 0 0,1 8 6 0 0,-1 0-1 0 0,0 0 1 0 0,-1 1 0 0 0,0 0-1 0 0,0 0 1 0 0,-1 0 0 0 0,0 1-1 0 0,0 0 1 0 0,-1 0-1 0 0,0 0 1 0 0,0 1 0 0 0,-1 0-1 0 0,1 0 1 0 0,-1 1 0 0 0,-1 0-1 0 0,1 0 1 0 0,-1 1-1 0 0,1 0 1 0 0,-1 1 0 0 0,0 0-1 0 0,-13-3 1 0 0,-4 0-55 0 0,-1 1 1 0 0,0 2-1 0 0,0 0 1 0 0,0 2-1 0 0,0 1 1 0 0,-40 5-1 0 0,51-4-64 0 0,-29 5-104 0 0,42-5 144 0 0,0-1-1 0 0,0 1 0 0 0,1 0 0 0 0,-1 0 0 0 0,1 0 1 0 0,-1 1-1 0 0,1-1 0 0 0,-1 0 0 0 0,1 1 0 0 0,0 0 1 0 0,-1-1-1 0 0,1 1 0 0 0,-2 3 0 0 0,4-5 25 0 0,-1 0 0 0 0,1 1 0 0 0,0-1 1 0 0,0 0-1 0 0,-1 1 0 0 0,1-1 0 0 0,0 1 0 0 0,0-1 0 0 0,-1 0 0 0 0,1 1 0 0 0,0-1 0 0 0,0 1 0 0 0,0-1 0 0 0,0 1 0 0 0,0-1 1 0 0,0 1-1 0 0,-1-1 0 0 0,1 1 0 0 0,0-1 0 0 0,0 1 0 0 0,1-1 0 0 0,-1 1 0 0 0,0-1 0 0 0,0 0 0 0 0,0 1 0 0 0,0-1 0 0 0,0 1 1 0 0,0-1-1 0 0,1 1 0 0 0,-1-1 0 0 0,0 1 0 0 0,0-1 0 0 0,1 0 0 0 0,-1 1 0 0 0,0-1 0 0 0,0 0 0 0 0,1 1 0 0 0,-1-1 0 0 0,1 0 1 0 0,-1 1-1 0 0,0-1 0 0 0,1 0 0 0 0,0 1 0 0 0,23 8-2606 0 0,25 3-1615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4:43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28 307 400 0 0,'0'2'294'0'0,"0"0"0"0"0,0 0 0 0 0,-1 0 0 0 0,1 0 0 0 0,0 0 0 0 0,-1 0 0 0 0,0 0 0 0 0,1-1 0 0 0,-1 1 0 0 0,0 0 0 0 0,0 0 0 0 0,0 0 1 0 0,0-1-1 0 0,0 1 0 0 0,-3 3 0 0 0,2-4-182 0 0,1 1 1 0 0,0-1 0 0 0,0 1 0 0 0,-1 0 0 0 0,1-1 0 0 0,0 1-1 0 0,0 0 1 0 0,1 0 0 0 0,-1 0 0 0 0,0 0 0 0 0,1 0 0 0 0,-1 0-1 0 0,1 0 1 0 0,0 0 0 0 0,-1 4 0 0 0,1 72 1941 0 0,0-76-1307 0 0,0-3-712 0 0,0 1-1 0 0,0-1 1 0 0,0 1-1 0 0,0-1 1 0 0,-1 1-1 0 0,1 0 1 0 0,0-1-1 0 0,0 1 1 0 0,0-1-1 0 0,0 1 1 0 0,0-1-1 0 0,0 1 1 0 0,0-1-1 0 0,0 1 1 0 0,0 0 0 0 0,1-1-1 0 0,-1 1 1 0 0,0-1-1 0 0,0 1 1 0 0,0-1-1 0 0,0 1 1 0 0,1 0-1 0 0,-1-1 1 0 0,0 1-1 0 0,0 0 1 0 0,1-1-1 0 0,-1 1 1 0 0,0-1-1 0 0,1 1 1 0 0,-1 0-1 0 0,0 0 1 0 0,1-1-1 0 0,0 1 1 0 0,3-4 18 0 0,-2 2-31 0 0,0 1 0 0 0,0-1 0 0 0,0 0 0 0 0,-1 0 0 0 0,1 0 0 0 0,0 0 0 0 0,-1 0 0 0 0,0-1 0 0 0,0 1 0 0 0,1 0 0 0 0,-1-1 0 0 0,-1 1 0 0 0,1 0 0 0 0,0-1 0 0 0,-1 0 0 0 0,1-4 0 0 0,10-23 194 0 0,1 0 0 0 0,1 1 1 0 0,30-49-1 0 0,-19 37 79 0 0,-11 15-72 0 0,-1 0-1 0 0,12-37 0 0 0,-20 50-177 0 0,-3 8-29 0 0,1-1 0 0 0,0 0 0 0 0,0 1 0 0 0,1 0 0 0 0,-1 0 0 0 0,1 0 1 0 0,4-6-1 0 0,-1 2 115 0 0,-6 9-121 0 0,-1 16-178 0 0,-1 23 71 0 0,-1 0 0 0 0,-11 48 0 0 0,10-66 81 0 0,1 8 18 0 0,1 1 0 0 0,2 52-1 0 0,1-30 61 0 0,-1-43-44 0 0,0-1-1 0 0,1 1 1 0 0,0-1 0 0 0,0 1 0 0 0,5 16 0 0 0,-4-22-12 0 0,-1 0 1 0 0,0 0 0 0 0,1 0-1 0 0,-1 0 1 0 0,1-1 0 0 0,0 1-1 0 0,0 0 1 0 0,0-1 0 0 0,0 1-1 0 0,1-1 1 0 0,-1 0 0 0 0,1 1-1 0 0,-1-1 1 0 0,1 0 0 0 0,0-1-1 0 0,0 1 1 0 0,0 0 0 0 0,0-1-1 0 0,4 2 1 0 0,0-1-11 0 0,1-1-1 0 0,0 0 1 0 0,0 0-1 0 0,0-1 1 0 0,-1 0-1 0 0,1 0 1 0 0,0 0 0 0 0,0-1-1 0 0,0-1 1 0 0,-1 1-1 0 0,14-6 1 0 0,1 1-2 0 0,0-1 0 0 0,-1 0 1 0 0,0-2-1 0 0,0-1 0 0 0,-1-1 0 0 0,35-24 1 0 0,279-253-1247 0 0,-225 186-231 0 0,-107 101 1412 0 0,15-17-893 0 0,-17 18 905 0 0,0-1 0 0 0,-1 1-1 0 0,1-1 1 0 0,0 1 0 0 0,-1 0 0 0 0,1 0-1 0 0,0-1 1 0 0,-1 1 0 0 0,1 0 0 0 0,0 0 0 0 0,-1-1-1 0 0,1 1 1 0 0,-1 0 0 0 0,1 0 0 0 0,0 0-1 0 0,-1 0 1 0 0,1 0 0 0 0,-1 0 0 0 0,1 0-1 0 0,-1 0 1 0 0,1 0 0 0 0,-1 0 0 0 0,1 0 0 0 0,0 0-1 0 0,-1 0 1 0 0,1 0 0 0 0,-1 0 0 0 0,1 0-1 0 0,-1 0 1 0 0,1 0 0 0 0,0 0 0 0 0,-1 1-1 0 0,1-1 1 0 0,-1 1 0 0 0,-25 3-4250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4:50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1 240 0 0,'53'7'1841'0'0,"0"3"-560"0"0,1 2-641 0 0,26 0-1360 0 0,53-2-2482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4:50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1441 0 0,'0'0'1280'0'0,"0"-5"1"0"0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5:10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72 3121 0 0,'-31'0'747'0'0,"13"1"-773"0"0,18-1 26 0 0,0 0 1 0 0,0 0-1 0 0,0 0 1 0 0,0 0-1 0 0,-1 0 1 0 0,1 0-1 0 0,0 0 1 0 0,0 0-1 0 0,0 0 1 0 0,-1 0-1 0 0,1 0 1 0 0,0 0-1 0 0,0 0 0 0 0,0 0 1 0 0,0 0-1 0 0,-1 0 1 0 0,1 0-1 0 0,0 0 1 0 0,0 0-1 0 0,0 0 1 0 0,0 1-1 0 0,-1-1 1 0 0,1 0-1 0 0,0 0 1 0 0,0 0-1 0 0,0 0 1 0 0,0 0-1 0 0,0 0 1 0 0,-1 0-1 0 0,1 1 1 0 0,0-1-1 0 0,0 0 1 0 0,0 0-1 0 0,0 0 1 0 0,0 0-1 0 0,0 1 1 0 0,0-1-1 0 0,0 0 0 0 0,0 0 1 0 0,0 0-1 0 0,0 1 1 0 0,0-1-1 0 0,0 0 1 0 0,0 0-1 0 0,0 0 1 0 0,0 0-1 0 0,0 1 1 0 0,0-1-1 0 0,0 0 1 0 0,0 0-1 0 0,0 0 1 0 0,0 1-1 0 0,0-1 1 0 0,0 0-1 0 0,0 0 1 0 0,0 0-1 0 0,0 0 1 0 0,0 1-1 0 0,0-1 1 0 0,0 0-1 0 0,1 0 1 0 0,-1 0-1 0 0,0 0 0 0 0,0 0 1 0 0,0 0-1 0 0,0 1 1 0 0,1-1-1 0 0,-2 1 48 0 0,1-1-38 0 0,0 0 1 0 0,0 0-1 0 0,0 0 1 0 0,0 0-1 0 0,0 0 0 0 0,0 0 1 0 0,-1 0-1 0 0,1 0 1 0 0,0 0-1 0 0,0 0 1 0 0,0 0-1 0 0,0 0 0 0 0,0 0 1 0 0,0-1-1 0 0,0 1 1 0 0,0 0-1 0 0,0 0 1 0 0,0 0-1 0 0,0 0 1 0 0,0 0-1 0 0,0 0 0 0 0,0 0 1 0 0,0 0-1 0 0,0 0 1 0 0,0 0-1 0 0,0 0 1 0 0,0-1-1 0 0,0 1 1 0 0,0 0-1 0 0,0 0 0 0 0,0 0 1 0 0,0 0-1 0 0,0 0 1 0 0,0 0-1 0 0,0 0 1 0 0,0 0-1 0 0,0 0 0 0 0,0 0 1 0 0,0-1-1 0 0,0 1 1 0 0,0 0-1 0 0,0 0 1 0 0,0 0-1 0 0,0 0 1 0 0,0 0-1 0 0,0 0 0 0 0,0 0 1 0 0,1 0-1 0 0,-1 0 1 0 0,0 0-1 0 0,0 0 1 0 0,0 0-1 0 0,0 0 0 0 0,0 0 1 0 0,0 0-1 0 0,0 0 1 0 0,0 0-1 0 0,0 0 1 0 0,0-1-1 0 0,1 1 1 0 0,-2 0 50 0 0,1 0 0 0 0,0 0 1 0 0,0 0-1 0 0,0-1 1 0 0,-1 1-1 0 0,1 0 1 0 0,0 0-1 0 0,0-1 0 0 0,0 1 1 0 0,0 0-1 0 0,-1 0 1 0 0,1-1-1 0 0,0 1 1 0 0,0 0-1 0 0,0 0 0 0 0,0-1 1 0 0,0 1-1 0 0,0 0 1 0 0,0-1-1 0 0,0 1 1 0 0,0 0-1 0 0,0-1 0 0 0,0 1 1 0 0,0 0-1 0 0,0 0 1 0 0,0-1-1 0 0,0 1 1 0 0,0 0-1 0 0,1-1 0 0 0,0 0 38 0 0,1 1-1 0 0,0-1 0 0 0,0 1 0 0 0,0-1 1 0 0,0 1-1 0 0,-1 0 0 0 0,1-1 0 0 0,0 1 1 0 0,0 0-1 0 0,0 1 0 0 0,0-1 0 0 0,0 0 1 0 0,2 1-1 0 0,30 4-39 0 0,-27-1-47 0 0,9-2-83 0 0,2-1 71 0 0,-62-8 227 0 0,-10 1 93 0 0,54 5-305 0 0,-1 0 0 0 0,0 0 1 0 0,1 0-1 0 0,-1 0 0 0 0,1-1 1 0 0,-1 1-1 0 0,1 0 0 0 0,0 0 1 0 0,-1 0-1 0 0,1-1 0 0 0,0 1 1 0 0,0 0-1 0 0,0 0 0 0 0,0-1 1 0 0,0 1-1 0 0,0 0 0 0 0,0 0 0 0 0,0-1 1 0 0,1 1-1 0 0,-1 0 0 0 0,0 0 1 0 0,1 0-1 0 0,-1-1 0 0 0,1 1 1 0 0,-1 0-1 0 0,2-2 0 0 0,43-9 52 0 0,-35 8-68 0 0,0 0-1 0 0,1 1 1 0 0,-1 0-1 0 0,1 1 1 0 0,-1 0-1 0 0,1 1 1 0 0,0 0-1 0 0,16 1 1 0 0,0 3-53 0 0,-8 5 36 0 0,-18-8 19 0 0,-1 1 0 0 0,0-1 1 0 0,1 0-1 0 0,-1 1 0 0 0,0-1 1 0 0,1 0-1 0 0,-1 1 0 0 0,0-1 1 0 0,0 0-1 0 0,1 1 0 0 0,-1-1 1 0 0,0 0-1 0 0,0 1 0 0 0,0-1 1 0 0,0 1-1 0 0,1-1 0 0 0,-1 1 1 0 0,0-1-1 0 0,0 0 0 0 0,0 1 1 0 0,0-1-1 0 0,0 1 0 0 0,0-1 1 0 0,0 1-1 0 0,-1 1 2 0 0,0 0 1 0 0,0 0-1 0 0,-1 0 1 0 0,1 0-1 0 0,0-1 1 0 0,-1 1-1 0 0,1 0 1 0 0,-1-1-1 0 0,1 0 1 0 0,-1 1-1 0 0,0-1 1 0 0,1 0-1 0 0,-1 0 1 0 0,-2 2-1 0 0,-72 39 77 0 0,68-37-70 0 0,0-1 0 0 0,0 0 0 0 0,0-1 1 0 0,0 0-1 0 0,-1 0 0 0 0,1-1 0 0 0,-19 3 0 0 0,0 0 2 0 0,-1-1 55 0 0,25-7-67 0 0,-15 1 0 0 0,18 2 0 0 0,0 0 0 0 0,-1 0 0 0 0,1 0 0 0 0,0 0 0 0 0,-1 0 0 0 0,1-1 0 0 0,0 1 0 0 0,0 0 0 0 0,-1 0 0 0 0,1 0 0 0 0,0 0 0 0 0,0-1 0 0 0,0 1 0 0 0,-1 0 0 0 0,1 0 0 0 0,0-1 0 0 0,0 1 0 0 0,0 0 0 0 0,0 0 0 0 0,-1-1 0 0 0,1 1 0 0 0,0 0 0 0 0,0 0 0 0 0,0-1 0 0 0,0 1 0 0 0,0 0 0 0 0,0-1 0 0 0,0 1 0 0 0,0 0 0 0 0,0 0 0 0 0,0-1 0 0 0,1-3 0 0 0,-1 2-3 0 0,0 1 1 0 0,1 0-1 0 0,-1 0 0 0 0,1 0 1 0 0,0 0-1 0 0,-1 0 0 0 0,1 0 1 0 0,0 0-1 0 0,-1 0 0 0 0,1 1 1 0 0,0-1-1 0 0,0 0 0 0 0,0 0 1 0 0,0 1-1 0 0,0-1 0 0 0,0 0 1 0 0,0 1-1 0 0,0-1 0 0 0,0 1 1 0 0,1-1-1 0 0,12-8-21 0 0,-6 3 24 0 0,1 1 0 0 0,0 1 0 0 0,1-1 0 0 0,-1 2 0 0 0,0-1 0 0 0,1 1 0 0 0,0 1 0 0 0,19-3 0 0 0,23-8 0 0 0,-43 11-6 0 0,1 0 0 0 0,-1 0 0 0 0,0 1-1 0 0,0 0 1 0 0,1 1 0 0 0,-1 0 0 0 0,0 1 0 0 0,1 0 0 0 0,-1 0 0 0 0,0 1-1 0 0,0 0 1 0 0,13 4 0 0 0,-21-6 5 0 0,0 1-1 0 0,0-1 1 0 0,0 0-1 0 0,0 0 1 0 0,-1 1-1 0 0,1-1 1 0 0,0 0 0 0 0,0 1-1 0 0,0-1 1 0 0,0 1-1 0 0,0 0 1 0 0,-1-1-1 0 0,1 1 1 0 0,0-1-1 0 0,-1 1 1 0 0,1 0 0 0 0,0 0-1 0 0,-1-1 1 0 0,1 1-1 0 0,-1 0 1 0 0,1 0-1 0 0,-1 0 1 0 0,1 0-1 0 0,-1-1 1 0 0,0 1 0 0 0,1 0-1 0 0,-1 0 1 0 0,0 0-1 0 0,0 0 1 0 0,0 0-1 0 0,1 1 1 0 0,-2 0-1 0 0,0 0 0 0 0,0 0 0 0 0,0 0-1 0 0,0 0 1 0 0,0 0 0 0 0,0 0 0 0 0,-1 0 0 0 0,1-1 0 0 0,0 1 0 0 0,-1 0 0 0 0,1-1 0 0 0,-1 1-1 0 0,0-1 1 0 0,0 0 0 0 0,-3 2 0 0 0,-14 9 2 0 0,0-1 0 0 0,-1 0 0 0 0,0-2 0 0 0,-1-1 0 0 0,0 0 0 0 0,0-1 0 0 0,-1-2 0 0 0,0 0 0 0 0,-23 2 0 0 0,37-7 26 0 0,0 0-1 0 0,0 0 1 0 0,0-1-1 0 0,0 0 1 0 0,0-1-1 0 0,0 1 1 0 0,1-2 0 0 0,-1 1-1 0 0,0-1 1 0 0,1 0-1 0 0,-14-8 1 0 0,20 9-25 0 0,0 0-1 0 0,1 0 1 0 0,-1 0 0 0 0,0 0 0 0 0,0-1-1 0 0,1 1 1 0 0,0 0 0 0 0,-1-1 0 0 0,1 1-1 0 0,0 0 1 0 0,0-1 0 0 0,0 1 0 0 0,0 0 0 0 0,0 0-1 0 0,2-4 1 0 0,-2 1 0 0 0,1 3 3 0 0,0 0 0 0 0,0 1 1 0 0,0 0-1 0 0,0-1 0 0 0,0 1 0 0 0,0 0 0 0 0,0-1 0 0 0,0 1 0 0 0,1 0 0 0 0,-1 0 1 0 0,1 0-1 0 0,-1 0 0 0 0,1 0 0 0 0,-1 0 0 0 0,1 1 0 0 0,-1-1 0 0 0,1 0 0 0 0,3 0 1 0 0,-2 0-4 0 0,9-2-1 0 0,-1 0 0 0 0,1 1 0 0 0,0 1 0 0 0,23-1 0 0 0,-19 2 0 0 0,1-2-18 0 0,0 2 0 0 0,1 0-1 0 0,-1 1 1 0 0,0 0 0 0 0,0 2-1 0 0,1 0 1 0 0,21 7-1 0 0,-39-10 19 0 0,1 0 0 0 0,-1 1 0 0 0,0-1-1 0 0,1 0 1 0 0,-1 1 0 0 0,0-1 0 0 0,1 0-1 0 0,-1 0 1 0 0,0 1 0 0 0,0-1-1 0 0,1 1 1 0 0,-1-1 0 0 0,0 0 0 0 0,0 1-1 0 0,0-1 1 0 0,1 0 0 0 0,-1 1-1 0 0,0-1 1 0 0,0 1 0 0 0,0-1 0 0 0,0 1-1 0 0,0-1 1 0 0,0 0 0 0 0,0 1 0 0 0,0-1-1 0 0,0 1 1 0 0,0-1 0 0 0,0 1-1 0 0,0-1 1 0 0,0 0 0 0 0,0 1 0 0 0,0-1-1 0 0,-1 1 1 0 0,1-1 0 0 0,0 0-1 0 0,0 1 1 0 0,0-1 0 0 0,-1 1 0 0 0,1-1-1 0 0,0 0 1 0 0,-1 1 0 0 0,1-1 0 0 0,0 0-1 0 0,0 0 1 0 0,-1 1 0 0 0,1-1-1 0 0,-1 1 1 0 0,-12 4 17 0 0,0 0 0 0 0,-1 0 0 0 0,0-1-1 0 0,1-1 1 0 0,-1 0 0 0 0,0-1 0 0 0,-18 0 0 0 0,8 1 8 0 0,-13 1 69 0 0,0-1-1 0 0,-1-2 0 0 0,-37-4 1 0 0,73 3-91 0 0,0 0 1 0 0,0 0 0 0 0,0 0-1 0 0,0 0 1 0 0,0-1-1 0 0,0 1 1 0 0,0-1 0 0 0,0 1-1 0 0,0-1 1 0 0,-3-2-1 0 0,-5-2 64 0 0,-2-3-25 0 0,19 3-16 0 0,-7 5-25 0 0,1 0-1 0 0,-1-1 1 0 0,1 1-1 0 0,-1 0 1 0 0,1 0-1 0 0,-1-1 1 0 0,1 1-1 0 0,-1 0 1 0 0,1-1 0 0 0,-1 1-1 0 0,0 0 1 0 0,1-1-1 0 0,-1 1 1 0 0,1 0-1 0 0,-1-1 1 0 0,0 1-1 0 0,1-1 1 0 0,-1 1-1 0 0,0-1 1 0 0,0 1-1 0 0,1-1 1 0 0,-1 0-1 0 0,0 0 0 0 0,1 1 0 0 0,-1-1 0 0 0,1 1 0 0 0,-1-1 0 0 0,1 0 0 0 0,-1 1 0 0 0,1-1 0 0 0,-1 1 0 0 0,1-1 0 0 0,-1 1 0 0 0,1-1 0 0 0,0 1 0 0 0,-1 0 0 0 0,1-1 0 0 0,0 1 0 0 0,-1 0 0 0 0,1-1 0 0 0,0 1 0 0 0,0 0 0 0 0,-1 0 0 0 0,2 0 0 0 0,25-6 0 0 0,-15 3 0 0 0,24-4-70 0 0,-1 0 0 0 0,1 3 0 0 0,0 1 0 0 0,1 1 0 0 0,-1 3 0 0 0,0 0 0 0 0,55 11 0 0 0,-82-11 51 0 0,-9-2 17 0 0,1 1 1 0 0,0 0-1 0 0,0 0 0 0 0,-1 0 1 0 0,1 0-1 0 0,0 0 1 0 0,0 0-1 0 0,-1 0 1 0 0,1 0-1 0 0,0 0 1 0 0,0 0-1 0 0,-1 1 0 0 0,1-1 1 0 0,0 0-1 0 0,-1 0 1 0 0,1 1-1 0 0,0-1 1 0 0,-1 0-1 0 0,1 1 1 0 0,0-1-1 0 0,-1 1 1 0 0,1-1-1 0 0,-1 1 0 0 0,1-1 1 0 0,-1 1-1 0 0,1-1 1 0 0,-1 1-1 0 0,1 0 1 0 0,-1-1-1 0 0,1 1 1 0 0,-1 0-1 0 0,0-1 0 0 0,1 1 1 0 0,-1 0-1 0 0,0-1 1 0 0,0 1-1 0 0,0 0 1 0 0,1 0-1 0 0,-1 0 3 0 0,-1-1 0 0 0,1 1 0 0 0,0-1-1 0 0,0 1 1 0 0,-1-1 0 0 0,1 0 0 0 0,0 1-1 0 0,0-1 1 0 0,-1 1 0 0 0,1-1 0 0 0,0 0 0 0 0,-1 0-1 0 0,1 1 1 0 0,0-1 0 0 0,-1 0 0 0 0,1 1 0 0 0,-1-1-1 0 0,1 0 1 0 0,-1 0 0 0 0,1 0 0 0 0,0 0-1 0 0,-1 1 1 0 0,1-1 0 0 0,-1 0 0 0 0,1 0 0 0 0,-1 0-1 0 0,1 0 1 0 0,-1 0 0 0 0,1 0 0 0 0,-1 0 0 0 0,1 0-1 0 0,-1 0 1 0 0,0 0 0 0 0,-38 8 151 0 0,0-2 0 0 0,0-2 0 0 0,-1-1 0 0 0,-52-3 0 0 0,80-1-102 0 0,0 0 0 0 0,0-1 0 0 0,0-1 0 0 0,1 0 0 0 0,-1 0 0 0 0,1-1 0 0 0,-13-7 0 0 0,24 11-49 0 0,-1 0-1 0 0,1 0 0 0 0,0 0 0 0 0,0 0 1 0 0,-1 0-1 0 0,1 0 0 0 0,0-1 0 0 0,0 1 0 0 0,-1 0 1 0 0,1 0-1 0 0,0 0 0 0 0,0 0 0 0 0,0-1 1 0 0,-1 1-1 0 0,1 0 0 0 0,0 0 0 0 0,0-1 0 0 0,0 1 1 0 0,0 0-1 0 0,-1 0 0 0 0,1-1 0 0 0,0 1 1 0 0,0 0-1 0 0,0 0 0 0 0,0-1 0 0 0,0 1 0 0 0,0 0 1 0 0,0 0-1 0 0,0-1 0 0 0,0 1 0 0 0,0 0 1 0 0,0-1-1 0 0,0 1 0 0 0,0 0 0 0 0,0 0 0 0 0,0-1 1 0 0,0 1-1 0 0,0 0 0 0 0,0 0 0 0 0,1-1 1 0 0,-1 1-1 0 0,0 0 0 0 0,0 0 0 0 0,0-1 0 0 0,0 1 1 0 0,0 0-1 0 0,1 0 0 0 0,-1 0 0 0 0,0-1 1 0 0,0 1-1 0 0,0 0 0 0 0,1 0 0 0 0,-1 0 0 0 0,0 0 1 0 0,0-1-1 0 0,1 1 0 0 0,-1 0 0 0 0,0 0 1 0 0,1 0-1 0 0,11-9 0 0 0,-8 5 0 0 0,1 1 0 0 0,-1 0 0 0 0,1 0 0 0 0,0 0 0 0 0,9-4 0 0 0,14-1-45 0 0,0 1 0 0 0,1 1 0 0 0,46-4 0 0 0,-58 9 17 0 0,1 1 1 0 0,-1 0-1 0 0,1 2 1 0 0,-1 0-1 0 0,1 0 1 0 0,-1 2-1 0 0,20 6 1 0 0,-36-10 24 0 0,0 0 0 0 0,0 1 0 0 0,-1-1 0 0 0,1 0 0 0 0,0 0 0 0 0,0 1 1 0 0,0-1-1 0 0,0 0 0 0 0,0 1 0 0 0,-1-1 0 0 0,1 1 0 0 0,0-1 1 0 0,0 1-1 0 0,-1 0 0 0 0,1-1 0 0 0,0 1 0 0 0,-1-1 0 0 0,1 1 0 0 0,0 0 1 0 0,-1 0-1 0 0,1-1 0 0 0,-1 1 0 0 0,0 0 0 0 0,1 2 0 0 0,-11 12-1 0 0,6-12 13 0 0,0 0 0 0 0,1 0 0 0 0,-2-1 1 0 0,1 0-1 0 0,0 0 0 0 0,0 0 1 0 0,-1-1-1 0 0,1 1 0 0 0,0-1 1 0 0,-1 0-1 0 0,0 0 0 0 0,1-1 1 0 0,-8 1-1 0 0,-65 0 171 0 0,58-1-108 0 0,-52-7-228 0 0,27-2-6291 0 0,21 3 3139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5:03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428 79 1441 0 0,'-19'1'1376'0'0,"7"-1"-783"0"0,1 0 1 0 0,0-1-1 0 0,-1 0 0 0 0,1-1 0 0 0,-20-5 0 0 0,12 4-636 0 0,-1 1-1 0 0,-39 0 0 0 0,51 2 42 0 0,-71-4 367 0 0,46-7 271 0 0,16 4-437 0 0,17 7-184 0 0,-1 0-1 0 0,1 0 0 0 0,0 0 0 0 0,-1-1 0 0 0,1 1 0 0 0,0 0 0 0 0,-1 0 1 0 0,1 0-1 0 0,0-1 0 0 0,0 1 0 0 0,-1 0 0 0 0,1 0 0 0 0,0-1 0 0 0,0 1 1 0 0,0 0-1 0 0,-1 0 0 0 0,1-1 0 0 0,0 1 0 0 0,0 0 0 0 0,0-1 0 0 0,0 1 1 0 0,0 0-1 0 0,-1-1 0 0 0,1 1 0 0 0,0 0 0 0 0,0-1 0 0 0,0 1 0 0 0,0 0 1 0 0,0-1-1 0 0,0 1 0 0 0,-3-8 201 0 0,-5 6-59 0 0,8 2-127 0 0,-1 0 0 0 0,0 0 0 0 0,1-1 0 0 0,-1 1 0 0 0,1 0 0 0 0,-1 0 0 0 0,0 0 0 0 0,1 0 0 0 0,-1-1 1 0 0,1 1-1 0 0,-1 0 0 0 0,0-1 0 0 0,1 1 0 0 0,-1 0 0 0 0,1-1 0 0 0,-1 1 0 0 0,1-1 0 0 0,0 1 0 0 0,-1-1 0 0 0,1 1 1 0 0,-1-1-1 0 0,1 1 0 0 0,0-1 0 0 0,-1 1 0 0 0,1-1 0 0 0,0 1 0 0 0,0-1 0 0 0,-1 0 0 0 0,1 1 0 0 0,0-1 1 0 0,0 1-1 0 0,0-1 0 0 0,0 0 0 0 0,0-1 0 0 0,-1 2-2 0 0,1-1 0 0 0,-1 1 0 0 0,0-1 0 0 0,1 1-1 0 0,-1-1 1 0 0,1 1 0 0 0,-1 0 0 0 0,0-1 0 0 0,0 1 0 0 0,1 0 0 0 0,-1-1 0 0 0,0 1 0 0 0,0 0 0 0 0,1 0 0 0 0,-1-1 0 0 0,0 1-1 0 0,0 0 1 0 0,1 0 0 0 0,-1 0 0 0 0,0 0 0 0 0,0 0 0 0 0,-1 1 0 0 0,-25-1 381 0 0,23 0-315 0 0,-1 0 548 0 0,5 2-565 0 0,0-1-74 0 0,0-1 1 0 0,0 1 0 0 0,0-1 0 0 0,0 0-1 0 0,0 1 1 0 0,0-1 0 0 0,0 1 0 0 0,0-1 0 0 0,0 0-1 0 0,0 1 1 0 0,0-1 0 0 0,1 0 0 0 0,-1 1-1 0 0,0-1 1 0 0,0 1 0 0 0,0-1 0 0 0,0 0-1 0 0,1 1 1 0 0,-1-1 0 0 0,0 0 0 0 0,0 1 0 0 0,1-1-1 0 0,-1 0 1 0 0,0 0 0 0 0,1 1 0 0 0,-1-1-1 0 0,0 0 1 0 0,1 0 0 0 0,-1 0 0 0 0,0 1 0 0 0,1-1-1 0 0,-1 0 1 0 0,0 0 0 0 0,1 0 0 0 0,-1 0-1 0 0,1 0 1 0 0,-1 0 0 0 0,0 0 0 0 0,1 0-1 0 0,226 109 625 0 0,-109-51-344 0 0,-80-41-227 0 0,0 1 0 0 0,-2 3 0 0 0,57 40 0 0 0,-69-43 25 0 0,0-1 0 0 0,1-2-1 0 0,39 19 1 0 0,-41-22-44 0 0,0-2-40 0 0,13 7-32 0 0,-30-10-101 0 0,-17-2-143 0 0,6-21-3100 0 0,1-1 782 0 0,-18 3-98 0 0,-5-6-173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5:04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102 440 4882 0 0,'-80'10'3202'0'0,"59"-10"-2482"0"0,42-5 240 0 0,-21 0-319 0 0,0-7-161 0 0,27-5-160 0 0,26-17 80 0 0,134-61 481 0 0,-1 5-321 0 0,-52 34-400 0 0,-60 5-80 0 0,-20 17 80 0 0,26 7-80 0 0,-54 10-560 0 0,1 10-1121 0 0,-27 14-1040 0 0,0 3-1521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5:33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124 164 2001 0 0,'-18'-21'1521'0'0,"15"19"-1332"0"0,0-1-1 0 0,0 0 0 0 0,0-1 1 0 0,0 1-1 0 0,1 0 0 0 0,-1-1 0 0 0,1 1 1 0 0,0-1-1 0 0,0 0 0 0 0,0 0 0 0 0,1 0 1 0 0,-1 0-1 0 0,1 0 0 0 0,0 0 1 0 0,0 0-1 0 0,0-8 0 0 0,1 11-186 0 0,0 0-1 0 0,0 1 0 0 0,-1-1 1 0 0,1 1-1 0 0,0-1 1 0 0,0 0-1 0 0,0 1 1 0 0,-1-1-1 0 0,1 1 1 0 0,0-1-1 0 0,-1 0 0 0 0,1 1 1 0 0,0-1-1 0 0,-1 1 1 0 0,1-1-1 0 0,-1 1 1 0 0,1 0-1 0 0,0-1 1 0 0,-1 1-1 0 0,1-1 1 0 0,-1 1-1 0 0,0 0 0 0 0,1-1 1 0 0,-1 1-1 0 0,1 0 1 0 0,-1 0-1 0 0,1-1 1 0 0,-1 1-1 0 0,0 0 1 0 0,1 0-1 0 0,-1 0 1 0 0,0 0-1 0 0,1 0 0 0 0,-2 0 1 0 0,1 0 1 0 0,1 0 1 0 0,0 0-1 0 0,-1 0 1 0 0,1 0-1 0 0,-1 0 0 0 0,1 0 1 0 0,0 0-1 0 0,-1 0 1 0 0,1 0-1 0 0,-1-1 0 0 0,1 1 1 0 0,0 0-1 0 0,-1 0 1 0 0,1 0-1 0 0,-1 0 1 0 0,1-1-1 0 0,0 1 0 0 0,-1 0 1 0 0,1 0-1 0 0,0-1 1 0 0,-1 1-1 0 0,1 0 0 0 0,0-1 1 0 0,0 1-1 0 0,-1 0 1 0 0,1-1-1 0 0,0 1 0 0 0,0 0 1 0 0,0-1-1 0 0,-1 1 1 0 0,1-1-1 0 0,0 0 157 0 0,0 0-132 0 0,1 0 0 0 0,-1 1 0 0 0,0-1 0 0 0,0 0-1 0 0,0 0 1 0 0,0 1 0 0 0,0-1 0 0 0,0 0 0 0 0,0 0 0 0 0,0 1-1 0 0,0-1 1 0 0,0 0 0 0 0,-1 1 0 0 0,1-1 0 0 0,0 0 0 0 0,0 0-1 0 0,-1 1 1 0 0,1-1 0 0 0,0 0 0 0 0,-1 1 0 0 0,1-1 0 0 0,-1 0 0 0 0,-1 0-11 0 0,1 1 21 0 0,0-1-1 0 0,0 1 1 0 0,0-1-1 0 0,0 1 1 0 0,0-1-1 0 0,0 0 1 0 0,0 1-1 0 0,1-1 1 0 0,-1 0 0 0 0,0 0-1 0 0,0 1 1 0 0,0-1-1 0 0,1 0 1 0 0,-1 0-1 0 0,0 0 1 0 0,1 0-1 0 0,-1 0 1 0 0,1 0-1 0 0,-1 0 1 0 0,1 0-1 0 0,0 0 1 0 0,-1 0 0 0 0,1 0-1 0 0,0 0 1 0 0,0-1-1 0 0,0 1 1 0 0,0 0-1 0 0,0 0 1 0 0,0 0-1 0 0,0 0 1 0 0,0 0-1 0 0,0 0 1 0 0,1-2-1 0 0,-1 2 337 0 0,-22 1 280 0 0,22 0-641 0 0,0 0 1 0 0,0 0 0 0 0,0 0 0 0 0,0 0 0 0 0,0 0 0 0 0,0 0 0 0 0,0 1 0 0 0,0-1 0 0 0,0 0 0 0 0,1 0-1 0 0,-1 0 1 0 0,0 0 0 0 0,0 0 0 0 0,0 0 0 0 0,0 0 0 0 0,0 1 0 0 0,0-1 0 0 0,0 0 0 0 0,0 0-1 0 0,0 0 1 0 0,0 0 0 0 0,0 0 0 0 0,0 0 0 0 0,0 1 0 0 0,0-1 0 0 0,0 0 0 0 0,0 0 0 0 0,0 0 0 0 0,0 0-1 0 0,0 0 1 0 0,0 0 0 0 0,0 1 0 0 0,0-1 0 0 0,0 0 0 0 0,0 0 0 0 0,0 0 0 0 0,0 0 0 0 0,0 0-1 0 0,-1 0 1 0 0,1 0 0 0 0,0 0 0 0 0,0 1 0 0 0,0-1 0 0 0,0 0 0 0 0,0 0 0 0 0,0 0 0 0 0,0 0 0 0 0,64 23 922 0 0,57 23-18 0 0,-90-33-752 0 0,112 57 370 0 0,-122-58-473 0 0,-1 1 0 0 0,0 1 0 0 0,-1 0 0 0 0,-1 2 0 0 0,21 22 0 0 0,-3 0 33 0 0,-19-20-112 0 0,0-1-1 0 0,-2 2 1 0 0,0 0-1 0 0,19 32 1 0 0,-26-38-31 0 0,1 0 0 0 0,0-1 0 0 0,1 0 0 0 0,0-1 0 0 0,13 12 0 0 0,-10-11-1144 0 0,0 1 0 0 0,15 22-1 0 0,-23-21-1956 0 0,-5-2-1467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5:33.9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27 438 3522 0 0,'-27'0'4482'0'0,"27"-5"-3762"0"0,0 0-160 0 0,0-12 1 0 0,75-17 399 0 0,111-61 801 0 0,1 5-881 0 0,-27 27-880 0 0,-32 19 80 0 0,-21 5 160 0 0,-27 10 0 0 0,0 12-1120 0 0,-54 17-2241 0 0,1 12-3442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5:40.3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904 448 1361 0 0,'-2'-14'5773'0'0,"-2"7"-4436"0"0,-10 4-2029 0 0,11 3 1010 0 0,3 0-312 0 0,0 0 0 0 0,0 0 0 0 0,0 0 0 0 0,0 0 0 0 0,0 0 0 0 0,-1 0 0 0 0,1 0 0 0 0,0 0 0 0 0,0 0 0 0 0,0 0 0 0 0,0 0 0 0 0,0 0 0 0 0,-1 0 0 0 0,1 0 0 0 0,0 0 0 0 0,0 0 0 0 0,0 0 0 0 0,0 0 0 0 0,0 0 0 0 0,-1 0 0 0 0,1 0 0 0 0,0 0 0 0 0,0 0 0 0 0,0 0 0 0 0,0 0 0 0 0,0-1 0 0 0,0 1 0 0 0,-1 0 0 0 0,1 0 0 0 0,0 0 0 0 0,0 0 0 0 0,0 0 0 0 0,0 0 0 0 0,0-1 0 0 0,0 1 0 0 0,0 0 0 0 0,0 0 0 0 0,0 0 0 0 0,0 0 0 0 0,0 0 0 0 0,0-1 0 0 0,0 1 0 0 0,0 0 0 0 0,0 0 0 0 0,0 0 0 0 0,0 0 0 0 0,0 0 0 0 0,0-1 0 0 0,0 1 0 0 0,0 0 0 0 0,0 0 0 0 0,0 0 0 0 0,0-1 0 0 0,0 1 0 0 0,0 0 0 0 0,0 0 0 0 0,0 0 0 0 0,0-1 0 0 0,0 1 0 0 0,0 0 0 0 0,0 0 0 0 0,0 0 0 0 0,0 0 0 0 0,0-1 0 0 0,-1 1 0 0 0,1 0 0 0 0,0 0 0 0 0,0 0 0 0 0,0 0 0 0 0,0-1 0 0 0,0 1 0 0 0,0 0 0 0 0,0 0 1 0 0,0 0-1 0 0,-1 0 0 0 0,1 0 0 0 0,0 0 0 0 0,0-1 0 0 0,0 1 0 0 0,0 0 0 0 0,-1 0 0 0 0,1 0 0 0 0,0 0 0 0 0,0 0 0 0 0,0 0 0 0 0,0 0 0 0 0,-1 0 0 0 0,1 0 0 0 0,0 0 0 0 0,0 0 0 0 0,-6 0 50 0 0,5 0-46 0 0,1 0 0 0 0,-1 0 0 0 0,1 0 0 0 0,-1 0 0 0 0,1 0 0 0 0,-1 0 0 0 0,0 0 1 0 0,1 0-1 0 0,-1 0 0 0 0,1 0 0 0 0,-1 0 0 0 0,1 0 0 0 0,-1 0 0 0 0,1 0 0 0 0,-1-1 0 0 0,1 1 0 0 0,-1 0 1 0 0,1 0-1 0 0,-1 0 0 0 0,1-1 0 0 0,-1 1 0 0 0,1 0 0 0 0,0-1 0 0 0,-1 1 0 0 0,1 0 0 0 0,-1-1 1 0 0,1 1-1 0 0,0-1 0 0 0,0 1 0 0 0,-1-1 0 0 0,1 1 0 0 0,0 0 0 0 0,-1-1 0 0 0,1 1 0 0 0,0-1 1 0 0,0 1-1 0 0,0-1 0 0 0,0 1 0 0 0,0-1 0 0 0,-1 0 0 0 0,1 0 0 0 0,0 0 150 0 0,-75-15 641 0 0,70 15-641 0 0,1 1-80 0 0,-14 0 0 0 0,-42-1 158 0 0,9 3-143 0 0,-2 5 52 0 0,31-5-112 0 0,2 1 216 0 0,0-2 1 0 0,-1-1-1 0 0,-24-2 0 0 0,40 7-90 0 0,-44 23-15 0 0,15-11-185 0 0,27-13 34 0 0,-1 0-1 0 0,1 0 1 0 0,-1 0-1 0 0,-12 3 1 0 0,16-6 4 0 0,-18 6-21 0 0,0 0 0 0 0,-32 16 0 0 0,42-18 35 0 0,0 0 1 0 0,1-1-1 0 0,-2-1 0 0 0,-17 3 1 0 0,6 0-1 0 0,19-4 40 0 0,1 2-39 0 0,-18 5-24 0 0,20-7 16 0 0,2-1-3 0 0,0-1 0 0 0,0 0 0 0 0,1 0 0 0 0,-1 1 0 0 0,0-1 0 0 0,0 0 0 0 0,0 0 0 0 0,0 1 0 0 0,0-1 0 0 0,0 0 0 0 0,0 0 0 0 0,0 0 0 0 0,0 1 0 0 0,0-1 0 0 0,0 0 0 0 0,0 0 0 0 0,0 1 0 0 0,0-1 0 0 0,0 0 0 0 0,0 0 1 0 0,0 1-1 0 0,-1-1 0 0 0,1 0 0 0 0,0 0 0 0 0,0 1 0 0 0,0-1 0 0 0,0 0 0 0 0,0 0 0 0 0,-1 0 0 0 0,1 0 0 0 0,0 1 0 0 0,0-1 0 0 0,0 0 0 0 0,0 0 0 0 0,-1 0 0 0 0,1 0 0 0 0,0 0 0 0 0,0 1 0 0 0,0-1 0 0 0,-1 0 0 0 0,-43 39 1144 0 0,43-39-1137 0 0,0 1 0 0 0,1-1-1 0 0,0 1 1 0 0,-1 0 0 0 0,1-1 0 0 0,-1 1 0 0 0,1 0 0 0 0,0-1 0 0 0,-1 1 0 0 0,1 0-1 0 0,0-1 1 0 0,0 1 0 0 0,-1 0 0 0 0,1 0 0 0 0,0-1 0 0 0,0 1 0 0 0,0 0 0 0 0,0 0-1 0 0,0 1 1 0 0,-3 10-34 0 0,-4-6 33 0 0,6-5-6 0 0,-1 1 0 0 0,1-1 0 0 0,0 0 1 0 0,0 1-1 0 0,-1-1 0 0 0,1 0 0 0 0,0 1 1 0 0,0-1-1 0 0,1 1 0 0 0,-1 0 0 0 0,0-1 1 0 0,0 1-1 0 0,1 0 0 0 0,-1-1 1 0 0,1 1-1 0 0,0 0 0 0 0,-1 0 0 0 0,1 0 1 0 0,0-1-1 0 0,0 1 0 0 0,0 3 0 0 0,0 0 1 0 0,0-3 0 0 0,-1 0 0 0 0,1 0 0 0 0,0 0 0 0 0,0 0 0 0 0,0-1 0 0 0,0 1 0 0 0,0 0 0 0 0,0 0-1 0 0,1 0 1 0 0,-1 0 0 0 0,0 0 0 0 0,1-1 0 0 0,0 1 0 0 0,-1 0 0 0 0,3 3 0 0 0,4-1-2 0 0,-1 0 0 0 0,1 1 0 0 0,-1 0 0 0 0,0 0 0 0 0,0 0-1 0 0,9 13 1 0 0,5-3 24 0 0,-18-14-24 0 0,0-1 0 0 0,-1 1-1 0 0,1 0 1 0 0,0 0 0 0 0,-1 0-1 0 0,1 0 1 0 0,-1 0-1 0 0,1 0 1 0 0,-1 0 0 0 0,0 1-1 0 0,1-1 1 0 0,-1 0 0 0 0,0 1-1 0 0,0-1 1 0 0,0 1-1 0 0,0-1 1 0 0,0 1 0 0 0,0 0-1 0 0,-1-1 1 0 0,1 1 0 0 0,0 0-1 0 0,-1 0 1 0 0,0 0-1 0 0,1 2 1 0 0,0-3-5 0 0,-1 0 0 0 0,1 0 1 0 0,0 0-1 0 0,-1 0 0 0 0,1 0 0 0 0,0 0 1 0 0,0 0-1 0 0,0-1 0 0 0,0 1 0 0 0,0 0 0 0 0,0 0 1 0 0,0-1-1 0 0,0 1 0 0 0,0 0 0 0 0,0-1 1 0 0,0 1-1 0 0,0-1 0 0 0,0 0 0 0 0,2 1 1 0 0,-1 0 4 0 0,5 2 6 0 0,-1 0 0 0 0,1-1 1 0 0,0 0-1 0 0,0 0 0 0 0,0 0 1 0 0,0-1-1 0 0,0 0 0 0 0,12 1 0 0 0,14 2 11 0 0,-30-3-16 0 0,1 0-1 0 0,-1 0 1 0 0,1-1-1 0 0,0 1 1 0 0,-1-1 0 0 0,1 0-1 0 0,0 0 1 0 0,-1 0-1 0 0,6-2 1 0 0,2 1 2 0 0,-1 0 1 0 0,1 1-1 0 0,0 0 1 0 0,16 2-1 0 0,-18-1-15 0 0,0 1 0 0 0,0 0-1 0 0,-1 0 1 0 0,1 1 0 0 0,11 5-1 0 0,23 7 73 0 0,-1-4-21 0 0,-17-4-1 0 0,0-2 0 0 0,37 5-1 0 0,-41-10-68 0 0,-11-1 17 0 0,0 1-1 0 0,0 0 0 0 0,19 3 0 0 0,-2 0-18 0 0,-25 0 9 0 0,0 0-5 0 0,38 16-102 0 0,-30-13 125 0 0,0-1-1 0 0,1 0 1 0 0,21 6 0 0 0,74 28 150 0 0,-92-36-123 0 0,0 2 0 0 0,21 9-1 0 0,9 4-10 0 0,9 3-12 0 0,-39-18 0 0 0,0 1 0 0 0,0 0 0 0 0,0 1 0 0 0,-1 0 0 0 0,24 14 0 0 0,-31-15 7 0 0,1-1 0 0 0,-1-1 0 0 0,1 1 0 0 0,0-1-1 0 0,0 0 1 0 0,9 1 0 0 0,35 11 92 0 0,-46-11-91 0 0,2-1-2 0 0,30 1-20 0 0,-12-3 32 0 0,1-1-1 0 0,0-1 1 0 0,0-2 0 0 0,-1 0-1 0 0,49-16 1 0 0,-36 10 50 0 0,79-19 61 0 0,1 4-1 0 0,148-10 1 0 0,-183 34-27 0 0,0 3 0 0 0,107 16 0 0 0,-75-5 73 0 0,97 3 65 0 0,-119-12-289 0 0,0 4 0 0 0,117 26 0 0 0,-162-23-28 0 0,-19-3 81 0 0,0-2-1 0 0,33 3 0 0 0,281 1-90 0 0,-82-5 14 0 0,182-19-20 0 0,-442 14 93 0 0,50-6-40 0 0,65-16 1 0 0,-17 4 51 0 0,7 0-38 0 0,16-15 23 0 0,-87 22-22 0 0,53-11-1 0 0,302-10 89 0 0,-221 23-126 0 0,-14 5 50 0 0,-27 9 93 0 0,-74-5-93 0 0,258-18-51 0 0,-198 9 74 0 0,30-2 35 0 0,347-28 57 0 0,-484 38-104 0 0,0 0-1 0 0,0-1 1 0 0,0 1 0 0 0,0-2 0 0 0,7-2 0 0 0,-14 5 0 0 0,1 0 0 0 0,-1 0 0 0 0,1-1 0 0 0,-1 1 0 0 0,0 0 1 0 0,1-1-1 0 0,-1 1 0 0 0,0-1 0 0 0,1 1 0 0 0,-1 0 1 0 0,0-1-1 0 0,0 1 0 0 0,1-1 0 0 0,-1 1 0 0 0,0-1 0 0 0,0 1 1 0 0,0-1-1 0 0,0 1 0 0 0,1-1 0 0 0,-1 1 0 0 0,0-1 1 0 0,0 1-1 0 0,0-1 0 0 0,0 1 0 0 0,0-2 0 0 0,3-9-17 0 0,2 6 19 0 0,-4 4 0 0 0,1-1 0 0 0,-1 0 0 0 0,1 1 0 0 0,-1-1 0 0 0,1 0 0 0 0,-1 0 0 0 0,0 0 0 0 0,0 1 0 0 0,0-1 0 0 0,0-1 0 0 0,0 1 0 0 0,-1 0 0 0 0,1 0 0 0 0,-1 0 0 0 0,1 0 0 0 0,-1 0 0 0 0,0-1 0 0 0,0 1 0 0 0,0 0 0 0 0,0-4 0 0 0,0 5-1 0 0,0 0 0 0 0,0 0 0 0 0,0 0 0 0 0,0-1 1 0 0,0 1-1 0 0,0 0 0 0 0,0 0 0 0 0,0 0 0 0 0,1-1 0 0 0,-1 1 0 0 0,0 0 1 0 0,1 0-1 0 0,-1 0 0 0 0,1 0 0 0 0,-1 0 0 0 0,2-2 0 0 0,13 1-42 0 0,-8 3 21 0 0,33-2-9 0 0,1-2 0 0 0,55-11-1 0 0,-92 11-8 0 0,0 2 80 0 0,14 0-26 0 0,-17 1-14 0 0,-1 0 0 0 0,0 0 0 0 0,0-1 0 0 0,1 1 0 0 0,-1 0 0 0 0,0 0 0 0 0,1 0 0 0 0,-1 0 0 0 0,0-1 0 0 0,0 1 0 0 0,1 0 0 0 0,-1 0 0 0 0,0-1 0 0 0,0 1 0 0 0,0 0 0 0 0,1 0 0 0 0,-1-1 0 0 0,0 1 0 0 0,0 0 0 0 0,0 0 0 0 0,0-1 0 0 0,0 1 0 0 0,0 0 0 0 0,1-1 0 0 0,-1 1 0 0 0,0 0 0 0 0,0-1 0 0 0,0 1 0 0 0,0-1 0 0 0,-1-2 0 0 0,2 2 0 0 0,-1 1 0 0 0,1-1 0 0 0,0 0 0 0 0,0 1 0 0 0,0-1 0 0 0,0 1 0 0 0,0-1 0 0 0,0 1 0 0 0,0 0 0 0 0,0-1 0 0 0,0 1 0 0 0,0 0 0 0 0,0 0 0 0 0,0 0 0 0 0,0 0 0 0 0,0 0 0 0 0,0 0 0 0 0,0 0 0 0 0,2 0 0 0 0,-2 0 0 0 0,3-6-14 0 0,0-8-7 0 0,5 13 0 0 0,1 0 4 0 0,-10 0 16 0 0,1 0 1 0 0,-1 1-1 0 0,1-1 1 0 0,-1 0 0 0 0,1 0-1 0 0,-1 1 1 0 0,0-1 0 0 0,0 0-1 0 0,1 0 1 0 0,-1 0-1 0 0,0 0 1 0 0,0 0 0 0 0,0 1-1 0 0,0-1 1 0 0,0 0-1 0 0,0 0 1 0 0,0-1 0 0 0,1-7 8 0 0,-1 6-3 0 0,1 0 0 0 0,-1 0 1 0 0,0 0-1 0 0,0 0 0 0 0,0 0 0 0 0,0 0 0 0 0,0 0 0 0 0,0 0 0 0 0,-1 0 0 0 0,0 0 0 0 0,1 0 1 0 0,-1 0-1 0 0,-2-5 0 0 0,-5 4-13 0 0,7 4 5 0 0,0-1 1 0 0,0 1 0 0 0,0-1 0 0 0,0 1-1 0 0,0-1 1 0 0,0 0 0 0 0,1 1 0 0 0,-1-1-1 0 0,0 0 1 0 0,0 0 0 0 0,1 0 0 0 0,-1 0-1 0 0,0 0 1 0 0,1 0 0 0 0,-1 0 0 0 0,1 0-1 0 0,-1 0 1 0 0,1 0 0 0 0,-1 0 0 0 0,1 0-1 0 0,0 0 1 0 0,0 0 0 0 0,-1 0 0 0 0,1 0-1 0 0,0 0 1 0 0,0-1 0 0 0,0 1 0 0 0,0 0-1 0 0,0 0 1 0 0,1 0 0 0 0,-1-2 0 0 0,1 2 2 0 0,-1-1 0 0 0,0 1 0 0 0,0 0 0 0 0,0 0 0 0 0,-1 0 0 0 0,1 0 0 0 0,0-1 0 0 0,0 1 0 0 0,-1 0 0 0 0,1 0 0 0 0,0 0 0 0 0,-1 0 0 0 0,1 0 0 0 0,-1 0 0 0 0,0 0 0 0 0,1 0 0 0 0,-1 0 0 0 0,0 0 0 0 0,1 0 0 0 0,-1 0 0 0 0,0 0 0 0 0,0 1 0 0 0,0-1 0 0 0,0 0 0 0 0,0 1 0 0 0,-1-2 0 0 0,-6-3 0 0 0,4-6-16 0 0,4 11 12 0 0,0-1 1 0 0,0 0-1 0 0,0 1 1 0 0,0-1-1 0 0,0 1 1 0 0,0-1-1 0 0,0 1 1 0 0,0-1-1 0 0,-1 1 1 0 0,1-1-1 0 0,0 1 1 0 0,0-1-1 0 0,0 1 1 0 0,-1-1-1 0 0,1 1 1 0 0,0-1-1 0 0,-1 1 0 0 0,1-1 1 0 0,0 1-1 0 0,-1 0 1 0 0,0-1-1 0 0,-12-12-138 0 0,8 8 61 0 0,0 0 0 0 0,0 1 0 0 0,0 0 0 0 0,-11-7 0 0 0,-27-10-119 0 0,29 15 160 0 0,0 0 0 0 0,1-2 0 0 0,0 1 0 0 0,-23-19 0 0 0,3-2-92 0 0,-52-34 0 0 0,69 52 103 0 0,0 2 0 0 0,-1 0 0 0 0,1 1 0 0 0,-1 0 0 0 0,-1 1 0 0 0,-30-5 0 0 0,-20 1 38 0 0,-111-2 0 0 0,-72 15 76 0 0,230-2-81 0 0,-191 10 181 0 0,97-3-177 0 0,-197-11-1 0 0,300 2 8 0 0,-1-1 0 0 0,1-1-1 0 0,0 0 1 0 0,0-1 0 0 0,0 0-1 0 0,0 0 1 0 0,1-1 0 0 0,0-1-1 0 0,-15-9 1 0 0,-9-6 4 0 0,0 3-1 0 0,-1 1 1 0 0,-1 2 0 0 0,-60-17-1 0 0,46 22 4 0 0,1 3 0 0 0,-1 2 0 0 0,-91 2 0 0 0,121 3-16 0 0,-65 5 44 0 0,64-3-9 0 0,0 0-1 0 0,0-1 1 0 0,0-2-1 0 0,0 0 1 0 0,-40-7-1 0 0,22-15-107 0 0,-201-35 381 0 0,203 50-254 0 0,-66-9-13 0 0,-192-7-1 0 0,201 22-166 0 0,-178 19 0 0 0,123 10 163 0 0,105-16-27 0 0,0-3 0 0 0,0-2 0 0 0,-47 1 0 0 0,-192 6 117 0 0,278-13-135 0 0,-490 9 18 0 0,435-8-47 0 0,0 2-1 0 0,-110 21 1 0 0,159-21 26 0 0,-1-1-1 0 0,-24 1 1 0 0,-16 2 8 0 0,34-4-12 0 0,12 0 0 0 0,-1-1-1 0 0,1 1 0 0 0,0 0 1 0 0,-1 1-1 0 0,-12 4 0 0 0,1 1 0 0 0,-38 10 0 0 0,33-11 20 0 0,-36 14 0 0 0,-10 6-5 0 0,-2-3-1 0 0,-123 22 1 0 0,152-37 0 0 0,22-5 2 0 0,0 0 0 0 0,-31 0 0 0 0,34-3 33 0 0,27 0-26 0 0,-27 0-14 0 0,9 2-3 0 0,0-2 3 0 0,-22-12 16 0 0,31 12-16 0 0,0 0 1 0 0,0-1-1 0 0,0 1 0 0 0,0 0 1 0 0,0 0-1 0 0,1 0 0 0 0,-1 0 1 0 0,0 0-1 0 0,0 0 0 0 0,0 0 1 0 0,0 0-1 0 0,0 0 0 0 0,0 0 0 0 0,0-1 1 0 0,0 1-1 0 0,0 0 0 0 0,0 0 1 0 0,0 0-1 0 0,0 0 0 0 0,0 0 1 0 0,0 0-1 0 0,0 0 0 0 0,0 0 1 0 0,0 0-1 0 0,0-1 0 0 0,0 1 1 0 0,0 0-1 0 0,0 0 0 0 0,0 0 1 0 0,0 0-1 0 0,0 0 0 0 0,-1 0 1 0 0,1 0-1 0 0,0 0 0 0 0,0 0 1 0 0,0 0-1 0 0,0 0 0 0 0,0-1 1 0 0,0 1-1 0 0,0 0 0 0 0,0 0 0 0 0,0 0 1 0 0,0 0-1 0 0,0 0 0 0 0,0 0 1 0 0,-1 0-1 0 0,1 0 0 0 0,0 0 1 0 0,0 0-1 0 0,0 0 0 0 0,0 0 1 0 0,0 0-1 0 0,0 0 0 0 0,0 0 1 0 0,0 0-1 0 0,0 0 0 0 0,-1 0 1 0 0,-21-3 102 0 0,15 2-78 0 0,-50-7 55 0 0,38 7-80 0 0,-6 1 13 0 0,2 0 27 0 0,15 0-80 0 0,-10 0-40 0 0,12 3-1515 0 0,3 0 482 0 0,-19 8-3716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7:01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848 22 1521 0 0,'-293'0'640'0'0,"58"0"-800"0"0,-85-22-1601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7:10.8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7 2641 0 0,'-43'0'2588'0'0,"38"0"-2294"0"0,1 0-188 0 0,-50-3 747 0 0,38 1-570 0 0,-1 1 1 0 0,1 0 0 0 0,-32 4 0 0 0,150 5 676 0 0,5 1-893 0 0,16 1 13 0 0,277 6 67 0 0,-357-16-135 0 0,-25-1-12 0 0,0 0 1 0 0,0 2-1 0 0,-1 0 0 0 0,24 6 0 0 0,39 16 0 0 0,-80-23 0 0 0,0 0 0 0 0,0 0 0 0 0,0 0 0 0 0,0 0 0 0 0,1 0 0 0 0,-1-1 0 0 0,0 1 0 0 0,0 0 0 0 0,0 0 0 0 0,0 0 0 0 0,0 0 0 0 0,1 0 0 0 0,-1 0 0 0 0,0 0 0 0 0,0 0 0 0 0,0 0 0 0 0,0 0 0 0 0,0 0 0 0 0,1 0 0 0 0,-1 0 0 0 0,0 0 0 0 0,0 0 0 0 0,0 0 0 0 0,0 0 0 0 0,0 0 0 0 0,1 0 0 0 0,-1 1 0 0 0,0-1 0 0 0,0 0 0 0 0,0 0 0 0 0,0 0 0 0 0,0 0 0 0 0,0 0 0 0 0,1 0 0 0 0,-1 0 0 0 0,0 0 0 0 0,0 0 0 0 0,0 1 0 0 0,0-1 0 0 0,0 0 0 0 0,0 0 0 0 0,0 0 0 0 0,0 0 0 0 0,0 0 0 0 0,0 1 0 0 0,0-1 0 0 0,0 0 0 0 0,0 0 0 0 0,0 0 0 0 0,1 0 0 0 0,-1 0 0 0 0,0 1 0 0 0,0-1 0 0 0,0 0 0 0 0,-1 0 0 0 0,1 0 0 0 0,0 0 0 0 0,0 0 0 0 0,0 1 0 0 0,0-1 0 0 0,0 0 0 0 0,0 0 0 0 0,0 0 0 0 0,0 0-1 0 0,0 0 1 0 0,0 1 0 0 0,0-1 0 0 0,0 0 0 0 0,0 3 1 0 0,21-2 12 0 0,-16-1 27 0 0,-1 0-80 0 0,14 0 40 0 0,-9 0 54 0 0,13 0-41 0 0,25 1-13 0 0,-25-2 10 0 0,16-3 60 0 0,-11 3-70 0 0,-1 0 13 0 0,1-2 41 0 0,-21 2-45 0 0,0 0 1 0 0,1 0 0 0 0,-1 1-1 0 0,1 0 1 0 0,-1 0 0 0 0,0 0-1 0 0,13 3 1 0 0,-2 0 6 0 0,4 1-16 0 0,38 6 0 0 0,-50-10 5 0 0,31 5-36 0 0,-37-3-50 0 0,-11 2-159 0 0,-41 10-1400 0 0,-26-6-2376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7:15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1664 358 4242 0 0,'-22'-1'1761'0'0,"18"-4"-1068"0"0,-1 4-626 0 0,-13 1 53 0 0,18 0-109 0 0,0 0-1 0 0,0 0 1 0 0,-1 0-1 0 0,1 0 1 0 0,0 0 0 0 0,0 0-1 0 0,0 0 1 0 0,-1 0-1 0 0,1 0 1 0 0,0 0-1 0 0,0 0 1 0 0,0 0-1 0 0,0 0 1 0 0,-1-1 0 0 0,1 1-1 0 0,0 0 1 0 0,0 0-1 0 0,0 0 1 0 0,0 0-1 0 0,-1 0 1 0 0,1 0-1 0 0,0-1 1 0 0,0 1 0 0 0,0 0-1 0 0,0 0 1 0 0,0 0-1 0 0,0-1 1 0 0,0 1-1 0 0,-1 0 1 0 0,1 0 0 0 0,0 0-1 0 0,0 0 1 0 0,0-1-1 0 0,0 1 1 0 0,0 0-1 0 0,0 0 1 0 0,0-1-1 0 0,-4-5 69 0 0,-6-1-43 0 0,4 4-27 0 0,0 0-1 0 0,1-1 1 0 0,0 1-1 0 0,0-1 1 0 0,0-1-1 0 0,0 1 1 0 0,1-1-1 0 0,-1 1 1 0 0,1-1 0 0 0,1 0-1 0 0,-1-1 1 0 0,-4-8-1 0 0,-7-20 5 0 0,11 21-11 0 0,-1 1 0 0 0,-1 1 1 0 0,0-1-1 0 0,0 1 0 0 0,-10-12 1 0 0,-24-18 63 0 0,23 7 1 0 0,10 26-64 0 0,-1 0 0 0 0,-1 0 1 0 0,1 1-1 0 0,-11-7 0 0 0,13 9-5 0 0,0 2 1 0 0,1-1-1 0 0,-2 1 1 0 0,1 0-1 0 0,0 0 0 0 0,0 0 1 0 0,-1 1-1 0 0,0 0 1 0 0,-10-1-1 0 0,5 2-18 0 0,0 2-1 0 0,0 0 0 0 0,1 0 1 0 0,-1 1-1 0 0,1 1 0 0 0,-1 0 1 0 0,1 0-1 0 0,0 1 1 0 0,0 0-1 0 0,-12 8 0 0 0,-97 25 115 0 0,96-31-72 0 0,-1-1 1 0 0,-45 3 0 0 0,-7 0-25 0 0,40-2 57 0 0,-11 0-107 0 0,-66 18 0 0 0,102-21 27 0 0,0 1 1 0 0,1 0-1 0 0,-1 1 1 0 0,1 0-1 0 0,0 1 0 0 0,0 0 1 0 0,0 1-1 0 0,1 0 1 0 0,0 0-1 0 0,-16 18 0 0 0,15-14 27 0 0,-1 0-1 0 0,0 0 0 0 0,-15 10 0 0 0,-23 20 74 0 0,31-25-41 0 0,10-8-24 0 0,0-1-1 0 0,0 1 0 0 0,1 1 0 0 0,-13 17 0 0 0,-24 31-37 0 0,32-41 15 0 0,0-1 0 0 0,2 2 0 0 0,-14 22 0 0 0,-1 6-15 0 0,16-29 52 0 0,1 0 1 0 0,0 0-1 0 0,2 1 0 0 0,-7 19 1 0 0,5 13 242 0 0,-9-7-161 0 0,-12 85-146 0 0,21-104 58 0 0,7-17-14 0 0,-1 0 1 0 0,1-1-1 0 0,1 1 1 0 0,-1 0-1 0 0,1 0 1 0 0,0 1-1 0 0,0 9 1 0 0,0-6-12 0 0,0-1 0 0 0,0 1 0 0 0,-1 0 0 0 0,0 0 0 0 0,-5 11 0 0 0,4-12 14 0 0,0 1 0 0 0,1-1 0 0 0,0 0 0 0 0,1 1 0 0 0,-1 11 0 0 0,2 150-74 0 0,-1-157 64 0 0,0 0 1 0 0,-1 1-1 0 0,-8 24 1 0 0,7-25 18 0 0,0-1 0 0 0,0 1-1 0 0,-1 24 1 0 0,4 267-149 0 0,0-301 138 0 0,1-1 1 0 0,-1 0-1 0 0,1 1 1 0 0,0-1-1 0 0,-1 0 1 0 0,1 0 0 0 0,1 1-1 0 0,-1-1 1 0 0,0 0-1 0 0,4 6 1 0 0,-3-7-6 0 0,0 1 1 0 0,0 1-1 0 0,-1-1 1 0 0,0 0-1 0 0,1 0 1 0 0,-1 0-1 0 0,0 1 1 0 0,-1-1-1 0 0,1 1 1 0 0,-1-1-1 0 0,1 4 1 0 0,-1-4 0 0 0,1 1 0 0 0,0-1 1 0 0,0 0-1 0 0,0 1 0 0 0,0-1 1 0 0,0 0-1 0 0,1 0 0 0 0,-1 0 1 0 0,1 0-1 0 0,0 0 0 0 0,0 0 1 0 0,0 0-1 0 0,0-1 0 0 0,0 1 1 0 0,1-1-1 0 0,3 4 0 0 0,16 19 30 0 0,-13-12-40 0 0,1-1 1 0 0,0 0-1 0 0,1-1 0 0 0,0 0 1 0 0,21 16-1 0 0,-8-7 21 0 0,-2-3-12 0 0,0-1 0 0 0,1-1 0 0 0,1-1 0 0 0,1-1 0 0 0,0-1 0 0 0,41 13 0 0 0,168 36 105 0 0,-48-16 97 0 0,-132-29-220 0 0,1-2 0 0 0,84 9 0 0 0,65 10 72 0 0,-129-18-80 0 0,-49-8-2 0 0,0-2-1 0 0,0-1 0 0 0,0-1 0 0 0,1-1 0 0 0,-1-1 1 0 0,39-4-1 0 0,-30-3 52 0 0,-1-1 1 0 0,0-2 0 0 0,0-2-1 0 0,33-15 1 0 0,-10 1 137 0 0,69-43 0 0 0,-98 49-111 0 0,0-2-1 0 0,-1 0 1 0 0,24-26-1 0 0,-21 19 7 0 0,9-13 24 0 0,-1-2 0 0 0,-3-2 0 0 0,-1-1 0 0 0,28-53 0 0 0,-58 93-73 0 0,16-25 28 0 0,-1 0 0 0 0,-2-2 0 0 0,25-64-1 0 0,-38 82-40 0 0,-2 1-1 0 0,2-23 0 0 0,0 4 1 0 0,16-82 30 0 0,4-21 29 0 0,-22 116-47 0 0,-1 0 0 0 0,-1 0 0 0 0,-1 0 0 0 0,-5-38 0 0 0,0 34-62 0 0,-1 1 0 0 0,0 0 1 0 0,-2 0-1 0 0,-1 1 1 0 0,0 0-1 0 0,-2 1 1 0 0,0 0-1 0 0,-2 1 1 0 0,0 0-1 0 0,-1 1 1 0 0,-1 1-1 0 0,0 0 1 0 0,-2 1-1 0 0,0 1 1 0 0,-1 1-1 0 0,-40-25 1 0 0,35 26-121 0 0,0 1 1 0 0,-1 1 0 0 0,-1 1 0 0 0,0 2-1 0 0,0 0 1 0 0,-1 2 0 0 0,0 1-1 0 0,0 1 1 0 0,0 1 0 0 0,-1 1 0 0 0,0 2-1 0 0,1 1 1 0 0,-1 1 0 0 0,0 1-1 0 0,-27 6 1 0 0,-147 49-5098 0 0,200-56 5197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7:17.3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974 34 320 0 0,'0'-2'138'0'0,"0"1"0"0"0,0-1-1 0 0,-1 1 1 0 0,1-1 0 0 0,-1 1 0 0 0,1-1 0 0 0,-1 1-1 0 0,0 0 1 0 0,0-1 0 0 0,1 1 0 0 0,-1 0-1 0 0,0-1 1 0 0,0 1 0 0 0,0 0 0 0 0,0 0 0 0 0,0 0-1 0 0,-1 0 1 0 0,1 0 0 0 0,0 0 0 0 0,0 0-1 0 0,-1 0 1 0 0,1 0 0 0 0,-1 1 0 0 0,1-1-1 0 0,-1 1 1 0 0,1-1 0 0 0,-1 1 0 0 0,1-1 0 0 0,-1 1-1 0 0,1 0 1 0 0,-1 0 0 0 0,1 0 0 0 0,-3 0-1 0 0,-10-1 112 0 0,0 0 0 0 0,-28 4 1 0 0,27-2 54 0 0,-39 6-160 0 0,0 2-1 0 0,0 2 0 0 0,-100 35 1 0 0,122-32-142 0 0,1 1 0 0 0,0 1 1 0 0,1 2-1 0 0,1 1 1 0 0,-42 35-1 0 0,29-21-3 0 0,-91 63 14 0 0,121-86-8 0 0,-1 2 0 0 0,2-1 0 0 0,0 2-1 0 0,0-1 1 0 0,1 1 0 0 0,1 1 0 0 0,0 0-1 0 0,0 0 1 0 0,2 1 0 0 0,0 0 0 0 0,1 0 0 0 0,0 0-1 0 0,-6 31 1 0 0,11-39-16 0 0,0 1 0 0 0,1-1 0 0 0,0 1 0 0 0,0 0 0 0 0,1-1-1 0 0,-1 1 1 0 0,2-1 0 0 0,-1 0 0 0 0,1 1 0 0 0,3 7 0 0 0,-2-5 6 0 0,0 0 0 0 0,-1 0 0 0 0,0 1 0 0 0,1 16 0 0 0,-3-13 70 0 0,2 0-1 0 0,-1 0 1 0 0,1-1-1 0 0,1 1 0 0 0,1-1 1 0 0,8 23-1 0 0,41 70-72 0 0,-35-74-60 0 0,20 52 0 0 0,-29-63 42 0 0,0-1 0 0 0,24 36 1 0 0,-8-13 22 0 0,14 34 3 0 0,74 75 0 0 0,-30-46 0 0 0,-61-73 0 0 0,22 29-13 0 0,71 49-74 0 0,-52-54 40 0 0,93 77 34 0 0,-141-123 14 0 0,0-1 0 0 0,2 0 1 0 0,-1-2-1 0 0,1 1 0 0 0,0-2 0 0 0,1 0 0 0 0,0-2 0 0 0,0 1 0 0 0,0-2 1 0 0,1-1-1 0 0,-1 0 0 0 0,1-1 0 0 0,23-1 0 0 0,22-3 16 0 0,1-3-1 0 0,90-18 0 0 0,-98 13-1 0 0,293-29 225 0 0,1-12 63 0 0,-106 11-178 0 0,-180 32-66 0 0,108 2 1 0 0,-119 11-65 0 0,-34-2-7 0 0,-1-1 1 0 0,26-1-1 0 0,-45-1 17 0 0,1-1 0 0 0,-1 1 0 0 0,1 0 0 0 0,-1 0 0 0 0,0 0 0 0 0,1-1 0 0 0,-1 1 0 0 0,0 0 1 0 0,0 0-1 0 0,1-1 0 0 0,-1 1 0 0 0,0 0 0 0 0,0-1 0 0 0,1 1 0 0 0,-1 0 0 0 0,0-1 0 0 0,0 1 0 0 0,0-1 0 0 0,0 1 0 0 0,0 0 0 0 0,1-1 0 0 0,-1 1 0 0 0,0-1 0 0 0,0 1 0 0 0,0 0 0 0 0,0-1 0 0 0,0 0 0 0 0,3-9 134 0 0,4-2-96 0 0,0 0 0 0 0,-1-1-1 0 0,-1 1 1 0 0,0-1 0 0 0,-1 0 0 0 0,0 0-1 0 0,-1-1 1 0 0,0 1 0 0 0,1-26 0 0 0,1 1 9 0 0,1 7-13 0 0,2-19 2 0 0,-16 0-24 0 0,2 25-7 0 0,2-13 13 0 0,1-1-1 0 0,4-64 1 0 0,1 31-24 0 0,-2 59 6 0 0,0 0 1 0 0,-1 0-1 0 0,0 0 0 0 0,-6-24 1 0 0,-19-20 67 0 0,12 30-40 0 0,1-3-18 0 0,-2 1 1 0 0,0 1-1 0 0,-2 0 0 0 0,-1 1 0 0 0,-1 1 1 0 0,-26-26-1 0 0,-5 5-31 0 0,-2 3-1 0 0,-2 2 1 0 0,-107-63-1 0 0,136 90 3 0 0,-81-50 30 0 0,-2 5 0 0 0,-3 5-1 0 0,-3 4 1 0 0,-2 6 0 0 0,-178-46 0 0 0,216 74-87 0 0,0 3 0 0 0,0 3 0 0 0,-1 3 1 0 0,0 5-1 0 0,0 2 0 0 0,0 4 0 0 0,0 4 0 0 0,0 2 0 0 0,-139 38 0 0 0,50 10-1236 0 0,135-41 106 0 0,-50 31 1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7: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11 560 0 0,'26'-10'0'0'0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7:33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919 305 1040 0 0,'0'0'33'0'0,"0"1"0"0"0,0-1 0 0 0,0 0-1 0 0,0 0 1 0 0,0 0 0 0 0,0 0-1 0 0,-1 1 1 0 0,1-1 0 0 0,0 0-1 0 0,0 0 1 0 0,0 0 0 0 0,0 0-1 0 0,0 1 1 0 0,0-1 0 0 0,0 0-1 0 0,0 0 1 0 0,0 0 0 0 0,0 0-1 0 0,0 1 1 0 0,0-1 0 0 0,0 0-1 0 0,0 0 1 0 0,0 0 0 0 0,0 1 0 0 0,0-1-1 0 0,0 0 1 0 0,1 0 0 0 0,-1 0-1 0 0,0 0 1 0 0,0 1 0 0 0,0-1-1 0 0,0 0 1 0 0,0 0 0 0 0,0 0-1 0 0,0 0 1 0 0,1 0 0 0 0,-1 0-1 0 0,0 1 1 0 0,0-1 0 0 0,0 0-1 0 0,0 0 1 0 0,0 0 0 0 0,1 0-1 0 0,-1 0 1 0 0,0 0 0 0 0,0 0 0 0 0,0 0-1 0 0,0 0 1 0 0,1 0 0 0 0,-1 0-1 0 0,0 0 1 0 0,0 0 0 0 0,0 0-1 0 0,1 0 1 0 0,-1 0 0 0 0,0 0-1 0 0,0 0 1 0 0,0 0 0 0 0,1 0-1 0 0,16 4 297 0 0,-13-3-256 0 0,1 1 0 0 0,-1-1 0 0 0,1 0 1 0 0,-1-1-1 0 0,1 1 0 0 0,4-1 0 0 0,44-3-70 0 0,-40 1-20 0 0,-5 2-34 0 0,1-1 0 0 0,0 0 0 0 0,15-4 0 0 0,10 0 29 0 0,-30 5 23 0 0,-3 1-1 0 0,0-1 1 0 0,0 0 0 0 0,0 0-1 0 0,1 0 1 0 0,-1 0 0 0 0,0 0-1 0 0,0 0 1 0 0,0 0 0 0 0,0 0-1 0 0,1 0 1 0 0,-1-1 0 0 0,0 1-1 0 0,0 0 1 0 0,0-1-1 0 0,0 1 1 0 0,0-1 0 0 0,0 1-1 0 0,2-2 1 0 0,1 2 79 0 0,14 3 80 0 0,-13-2 2308 0 0,-5-2-2388 0 0,0-2 0 0 0,-5 1 0 0 0,0 0-52 0 0,-39-6 184 0 0,-36-2-38 0 0,54 9-121 0 0,-49 1 40 0 0,56 2-92 0 0,0 0 0 0 0,0 2 0 0 0,-33 10 0 0 0,32-8 9 0 0,-9 3 9 0 0,-31 14 1 0 0,40-14-13 0 0,0-1 0 0 0,0-1 0 0 0,-22 4-1 0 0,22-4-6 0 0,14-5 0 0 0,0 0 0 0 0,0 0 0 0 0,-1-1 0 0 0,1 1 0 0 0,-1-1 0 0 0,1-1 0 0 0,-10 1 0 0 0,-11 4 0 0 0,24-3 0 0 0,0-1 0 0 0,-1 1 0 0 0,1 0 0 0 0,0-1 0 0 0,0 1 0 0 0,0 1 0 0 0,-3 1 0 0 0,-19 13 0 0 0,-21 2 49 0 0,1 2 0 0 0,-68 43 0 0 0,87-47 58 0 0,-37 17-1 0 0,44-24-112 0 0,0 0-1 0 0,1 1 0 0 0,-28 22 1 0 0,-25 16-8 0 0,75-48 16 0 0,-4-1-1 0 0,1 0 1 0 0,-1 0-1 0 0,1 0 1 0 0,-1 0-1 0 0,1 0 1 0 0,-1 0-1 0 0,1 0 1 0 0,-1 0-1 0 0,1 0 1 0 0,-1 0-1 0 0,1 0 1 0 0,-1 1-1 0 0,1-1 1 0 0,-1 0-1 0 0,1 0 1 0 0,-1 0-1 0 0,1 1 1 0 0,-1-1 0 0 0,0 0-1 0 0,1 1 1 0 0,-1-1-1 0 0,1 0 1 0 0,-1 1-1 0 0,0-1 1 0 0,1 0-1 0 0,-1 1 1 0 0,0-1-1 0 0,0 1 1 0 0,1-1-1 0 0,-1 1 1 0 0,0-1-1 0 0,0 0 1 0 0,0 1-1 0 0,1-1 1 0 0,-1 1-1 0 0,0-1 1 0 0,0 1 0 0 0,0-1-1 0 0,0 1 1 0 0,0-1-1 0 0,0 1 1 0 0,0 0-1 0 0,0 0 0 0 0,0 0-1 0 0,0 0 1 0 0,0 0-1 0 0,0 0 1 0 0,1 0-1 0 0,-1 0 1 0 0,0 0-1 0 0,0 0 1 0 0,1-1-1 0 0,-1 1 1 0 0,1 0-1 0 0,-1 0 1 0 0,1 0-1 0 0,-1 0 1 0 0,1-1-1 0 0,0 1 1 0 0,-1 0-1 0 0,1 0 1 0 0,0-1-1 0 0,-1 1 1 0 0,1 0-1 0 0,0-1 1 0 0,0 1-1 0 0,0-1 1 0 0,1 1-1 0 0,6 5 0 0 0,2 6 0 0 0,-10-11 0 0 0,1 0 0 0 0,0 0 0 0 0,0 0 0 0 0,0 1 0 0 0,1-1 0 0 0,-1 0 0 0 0,0 0 0 0 0,0 0 0 0 0,0-1 0 0 0,1 1 0 0 0,-1 0 0 0 0,0 0 0 0 0,1-1 0 0 0,-1 1 0 0 0,3 0 0 0 0,41 11-37 0 0,-34-10 43 0 0,1 1 0 0 0,-1 1 1 0 0,1 0-1 0 0,-1 0 0 0 0,21 12 0 0 0,-24-11-6 0 0,0-1 0 0 0,0 0 0 0 0,0 0 0 0 0,12 3-1 0 0,-13-5-10 0 0,0 1 0 0 0,0 0 1 0 0,0 0-1 0 0,0 0 0 0 0,12 9 0 0 0,-3-1-16 0 0,0-2 0 0 0,26 13 1 0 0,8 4 79 0 0,-44-24-52 0 0,-1 1 0 0 0,1-2 0 0 0,0 1 1 0 0,0-1-1 0 0,0 1 0 0 0,0-2 0 0 0,1 1 0 0 0,-1-1 0 0 0,0 0 0 0 0,9-1 0 0 0,-1 1 0 0 0,244-13-28 0 0,4-1 54 0 0,-179 19 53 0 0,-69-4-55 0 0,0 0 0 0 0,22 5 0 0 0,-21-2 8 0 0,-1-2 0 0 0,27 1 0 0 0,116-9 287 0 0,240-39 0 0 0,-263 17-186 0 0,-46 13-104 0 0,4-1 2 0 0,176-8-1 0 0,-179 21-31 0 0,35 0 0 0 0,-16 8 12 0 0,232 14 216 0 0,-312-16-220 0 0,25 1-52 0 0,52-2 0 0 0,-51-6 44 0 0,-1 3 0 0 0,-26 1-13 0 0,-1 0-41 0 0,25 2 38 0 0,5-5 19 0 0,-7-2-3 0 0,163-6 0 0 0,-185 11 0 0 0,-5 0 13 0 0,-17 1 27 0 0,-1 2-80 0 0,18-3 27 0 0,-7-2 13 0 0,1 1 0 0 0,-1 0 0 0 0,27 3 0 0 0,30 1 0 0 0,115 4 0 0 0,-153-5 11 0 0,-13-1 8 0 0,1-1-1 0 0,34-4 1 0 0,175-8-34 0 0,97-9-37 0 0,-17-14 119 0 0,191-41 106 0 0,-260 39-93 0 0,-85 16-80 0 0,-76 8 8 0 0,179-23-29 0 0,-206 40 7 0 0,-54-17-186 0 0,4 9 200 0 0,-1 4 12 0 0,-2 0-10 0 0,0 0 0 0 0,0 0 0 0 0,-1 0 1 0 0,1-1-1 0 0,0 1 0 0 0,0 0 0 0 0,0 0 0 0 0,0 0 1 0 0,0-1-1 0 0,-1 1 0 0 0,1 0 0 0 0,0-1 1 0 0,0 1-1 0 0,0-1 0 0 0,-1 1 0 0 0,1-1 0 0 0,0 1 1 0 0,-1-1-1 0 0,1 0 0 0 0,0 1 0 0 0,-1-1 0 0 0,1 0 1 0 0,-1 1-1 0 0,1-2 0 0 0,0 1-2 0 0,0 0 1 0 0,-1 0-1 0 0,1 0 0 0 0,0 1 1 0 0,0-1-1 0 0,-1 0 0 0 0,1 1 1 0 0,0-1-1 0 0,0 0 1 0 0,0 1-1 0 0,0-1 0 0 0,0 1 1 0 0,0 0-1 0 0,0-1 0 0 0,0 1 1 0 0,0 0-1 0 0,0 0 0 0 0,0-1 1 0 0,0 1-1 0 0,2 0 0 0 0,-1 0 6 0 0,6-6 48 0 0,10 6-28 0 0,-18 1-25 0 0,0-1 0 0 0,0 0 0 0 0,0 0 0 0 0,0 0 0 0 0,0 0 0 0 0,0 0 0 0 0,-1 0 0 0 0,1 0 1 0 0,0 0-1 0 0,0 0 0 0 0,0 0 0 0 0,0 0 0 0 0,0 0 0 0 0,0 0 0 0 0,0 1 0 0 0,0-1 0 0 0,0 0 0 0 0,0 0 0 0 0,0 0 0 0 0,0 0 0 0 0,0 0 0 0 0,0 0 0 0 0,0 0 0 0 0,0 0 0 0 0,0 1 0 0 0,0-1 0 0 0,0 0 0 0 0,0 0 0 0 0,0 0 0 0 0,0 0 0 0 0,0 0 0 0 0,0 0 0 0 0,0 0 0 0 0,0 1 0 0 0,0-1 0 0 0,0 0 0 0 0,0 0 0 0 0,0 0 0 0 0,0 0 0 0 0,0 0 0 0 0,0 0 0 0 0,0 0 0 0 0,0 0 0 0 0,0 0 0 0 0,0 1 0 0 0,1-1 0 0 0,-1 0 0 0 0,0 0 0 0 0,0 0 0 0 0,0 0 0 0 0,0 0 0 0 0,0 0 0 0 0,-18 1-1 0 0,14 0-54 0 0,8 2 54 0 0,19-2 54 0 0,-1 0-28 0 0,-13 2 28 0 0,13-2-54 0 0,5-2-54 0 0,-1-2 41 0 0,1 1 13 0 0,-1-1-30 0 0,-24 0 11 0 0,1-1 1 0 0,-2 4 7 0 0,0 1 8 0 0,0-1 0 0 0,0 0 0 0 0,0 0 0 0 0,0 0 0 0 0,0 0 0 0 0,0 0 0 0 0,0 0 0 0 0,0 0 0 0 0,0-1 0 0 0,-1 1 0 0 0,1 0 0 0 0,0 0 0 0 0,0-1 0 0 0,0 1 0 0 0,0 0 0 0 0,0-1 0 0 0,-1 1 0 0 0,1-1 0 0 0,0 1 0 0 0,0-1 0 0 0,-1 0 0 0 0,2-1 0 0 0,-2 2 3 0 0,1 0 0 0 0,-1-1-1 0 0,0 1 1 0 0,0-1-1 0 0,0 1 1 0 0,1 0 0 0 0,-1-1-1 0 0,0 1 1 0 0,0 0-1 0 0,1-1 1 0 0,-1 1-1 0 0,0 0 1 0 0,1 0 0 0 0,-1-1-1 0 0,0 1 1 0 0,1 0-1 0 0,-1 0 1 0 0,0-1 0 0 0,1 1-1 0 0,-1 0 1 0 0,1 0-1 0 0,-1 0 1 0 0,1 0-1 0 0,-1 0 1 0 0,0 0 0 0 0,1 0-1 0 0,-1-1 1 0 0,1 1-1 0 0,-1 0 1 0 0,1 1 0 0 0,-1-1-1 0 0,1 0 1 0 0,0 0-1 0 0,-1 0 1 0 0,1 0 0 0 0,-1 0-1 0 0,1 0 1 0 0,-1 0 0 0 0,1 0-1 0 0,-1 0 1 0 0,1 0-1 0 0,-1 0 1 0 0,1 0 0 0 0,-1 0-1 0 0,1-1 1 0 0,-1 1 0 0 0,1 0-1 0 0,-1 0 1 0 0,1-1 0 0 0,-1 1-1 0 0,1 0 1 0 0,-1 0 0 0 0,1-1-1 0 0,-1 1 1 0 0,0-1-1 0 0,1 1 1 0 0,-1 0 0 0 0,1-1-1 0 0,-1 1 1 0 0,0-1 0 0 0,0 1-1 0 0,1-1 1 0 0,-1 1 0 0 0,0-1-1 0 0,0 1 1 0 0,1-1-1 0 0,-1 1 1 0 0,0-1 0 0 0,-1-12-65 0 0,1 9 53 0 0,-1 0-1 0 0,1 1 1 0 0,-1-1-1 0 0,1 0 1 0 0,0 0-1 0 0,1 1 1 0 0,-1-1-1 0 0,1 0 1 0 0,0 1-1 0 0,-1-1 1 0 0,2 0-1 0 0,0-3 1 0 0,6-1-23 0 0,3-5-7 0 0,-7-18 39 0 0,-4 30 5 0 0,-1 0 1 0 0,1 0-1 0 0,0 1 0 0 0,0-1 1 0 0,1 0-1 0 0,-1 0 1 0 0,0 1-1 0 0,0-1 0 0 0,0 0 1 0 0,0 0-1 0 0,1 1 0 0 0,-1-1 1 0 0,0 0-1 0 0,1 0 1 0 0,-1 1-1 0 0,1-1 0 0 0,-1 0 1 0 0,0 1-1 0 0,1-1 0 0 0,0 1 1 0 0,-1-1-1 0 0,1 1 1 0 0,-1-1-1 0 0,1 1 0 0 0,0-1 1 0 0,-1 1-1 0 0,1-1 0 0 0,0 1 1 0 0,-1 0-1 0 0,1-1 1 0 0,0 1-1 0 0,0 0 0 0 0,0 0-2 0 0,0-1 0 0 0,-1 1 1 0 0,1 0-1 0 0,0 0 0 0 0,-1-1 0 0 0,1 1 0 0 0,0 0 0 0 0,-1-1 0 0 0,1 1 0 0 0,-1-1 0 0 0,1 1 0 0 0,-1-1 0 0 0,1 1 0 0 0,-1-1 0 0 0,1 1 0 0 0,-1-1 0 0 0,1 1 0 0 0,-1-1 0 0 0,0 0 0 0 0,1 1 0 0 0,-1-1 0 0 0,0 0 0 0 0,1 1 1 0 0,-1-1-1 0 0,0 0 0 0 0,0 1 0 0 0,0-1 0 0 0,0 0 0 0 0,0 1 0 0 0,0-1 0 0 0,0 0 0 0 0,0 0 0 0 0,0 0 0 0 0,0 0 0 0 0,0 0 0 0 0,0 0 0 0 0,1 0 0 0 0,-1 0 0 0 0,0 0 0 0 0,0 0 0 0 0,1 1 0 0 0,-1-1 0 0 0,0 0 0 0 0,1 0 0 0 0,-1 0 0 0 0,1 1 0 0 0,-1-1 0 0 0,1 0 0 0 0,-1 0 0 0 0,1 1 0 0 0,0-1 0 0 0,-1 0 0 0 0,1 1 0 0 0,0-1 0 0 0,-1 1 0 0 0,1-1 0 0 0,0 1 0 0 0,0-1 0 0 0,1 1 0 0 0,-2-1 0 0 0,1 1 0 0 0,0-1 0 0 0,0 1 0 0 0,0-1 0 0 0,-1 1 0 0 0,1-1 0 0 0,0 1 0 0 0,-1-1 0 0 0,1 1 0 0 0,0-1 0 0 0,-1 0 0 0 0,1 0 0 0 0,-1 1 0 0 0,1-1 0 0 0,-1 0 0 0 0,1 0 0 0 0,-1 1 0 0 0,1-1 0 0 0,-1 0 0 0 0,0 0 0 0 0,0 0 0 0 0,1 0 0 0 0,-1 0 0 0 0,0 0 0 0 0,0 1 0 0 0,0-3 0 0 0,0 2-2 0 0,0 0-1 0 0,0 0 1 0 0,0 0-1 0 0,1 0 1 0 0,-1-1 0 0 0,0 1-1 0 0,1 0 1 0 0,-1 0 0 0 0,1 0-1 0 0,-1 0 1 0 0,1 0-1 0 0,-1 0 1 0 0,1 0 0 0 0,0 0-1 0 0,-1 0 1 0 0,1 0 0 0 0,0 0-1 0 0,0 0 1 0 0,0 1-1 0 0,1-2 1 0 0,0 1 1 0 0,-1 0-1 0 0,0 0 1 0 0,0 0 0 0 0,0 0-1 0 0,0 0 1 0 0,0 0-1 0 0,0 0 1 0 0,-1 0 0 0 0,1-1-1 0 0,0 1 1 0 0,-1 0 0 0 0,1 0-1 0 0,0-1 1 0 0,-1 1 0 0 0,0 0-1 0 0,1-1 1 0 0,-1 1-1 0 0,0 0 1 0 0,0-1 0 0 0,1 1-1 0 0,-1-2 1 0 0,0 2 4 0 0,0 0 1 0 0,-1 0-1 0 0,1-1 0 0 0,0 1 1 0 0,0 0-1 0 0,0 0 1 0 0,-1 0-1 0 0,1 0 0 0 0,-1 0 1 0 0,1 0-1 0 0,0 0 1 0 0,-1 0-1 0 0,0 0 0 0 0,1 0 1 0 0,-1 1-1 0 0,0-1 1 0 0,1 0-1 0 0,-1 0 0 0 0,0 0 1 0 0,0 1-1 0 0,0-1 0 0 0,0 0 1 0 0,1 1-1 0 0,-1-1 1 0 0,-2 0-1 0 0,-4-4-11 0 0,1 0 7 0 0,-1 0 0 0 0,0 1 1 0 0,0 0-1 0 0,-1 0 0 0 0,1 0 0 0 0,-1 1 0 0 0,0 0 1 0 0,-11-3-1 0 0,-79-12-62 0 0,25 5 53 0 0,-264-63 77 0 0,301 70-99 0 0,0 2 1 0 0,0 2 0 0 0,0 1-1 0 0,0 1 1 0 0,-37 6-1 0 0,-48 0 61 0 0,-23-4-22 0 0,-213-9 79 0 0,215-2-9 0 0,93 7-87 0 0,46 2 4 0 0,-79-3 15 0 0,-143-23 1 0 0,213 23-10 0 0,1 1 0 0 0,-1 0 0 0 0,-21 1 0 0 0,-10-1 0 0 0,-102 2-1 0 0,1 0 15 0 0,15-6 66 0 0,-195-1-26 0 0,201 0 39 0 0,81 3-93 0 0,-1 2 0 0 0,-64 5 0 0 0,-177 20-13 0 0,203-15 119 0 0,-29 0-106 0 0,-91 4-3 0 0,60-1-7 0 0,-45 9 77 0 0,-109 7 37 0 0,31-3-35 0 0,220-23-55 0 0,-205 4 39 0 0,202-5-41 0 0,-9-1-11 0 0,-72 8-1 0 0,120-5 0 0 0,4-3 0 0 0,-37-5 0 0 0,-12 5 67 0 0,0 1-54 0 0,-27 8-13 0 0,48-4 18 0 0,0 2 0 0 0,1 2 1 0 0,-46 16-1 0 0,35-10-11 0 0,-16 17-73 0 0,16-14 92 0 0,-62 16 1 0 0,100-32-147 0 0,0 0-307 0 0,-45 16-2801 0 0,22-6-1227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7:05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133 125 640 0 0,'-22'-4'1614'0'0,"22"4"-1548"0"0,0 0 0 0 0,-1 0 0 0 0,1 0 0 0 0,0 0 0 0 0,0 0 0 0 0,-1 0 0 0 0,1 0 0 0 0,0 0-1 0 0,0 0 1 0 0,0 0 0 0 0,-1-1 0 0 0,1 1 0 0 0,0 0 0 0 0,0 0 0 0 0,0 0 0 0 0,-1 0 0 0 0,1 0-1 0 0,0-1 1 0 0,0 1 0 0 0,0 0 0 0 0,0 0 0 0 0,0 0 0 0 0,-1 0 0 0 0,1-1 0 0 0,0 1 0 0 0,0 0-1 0 0,0 0 1 0 0,0-1 0 0 0,0 1 0 0 0,0 0 0 0 0,0 0 0 0 0,0 0 0 0 0,0-1 0 0 0,0 1 0 0 0,0 0 0 0 0,0 0-1 0 0,0-1 1 0 0,-4-5 432 0 0,-2 3-371 0 0,5 3-83 0 0,0 0 1 0 0,0-1-1 0 0,0 1 0 0 0,0 0 0 0 0,0-1 1 0 0,1 1-1 0 0,-1-1 0 0 0,0 0 0 0 0,0 1 1 0 0,0-1-1 0 0,1 1 0 0 0,-1-1 0 0 0,0 0 1 0 0,1 0-1 0 0,-1 1 0 0 0,1-1 1 0 0,-1 0-1 0 0,1 0 0 0 0,-1 0 0 0 0,1 0 1 0 0,-1 0-1 0 0,1 0 0 0 0,0 0 0 0 0,-1 0 1 0 0,1 1-1 0 0,0-1 0 0 0,0 0 0 0 0,0 0 1 0 0,0 0-1 0 0,0 0 0 0 0,0 0 0 0 0,0 0 1 0 0,0 0-1 0 0,0 0 0 0 0,1-2 1 0 0,-1 2 88 0 0,-22-5 107 0 0,-5 0 334 0 0,23 6-414 0 0,-1 0-80 0 0,-13 0 0 0 0,15 0-40 0 0,6 0 0 0 0,15 0 40 0 0,-9 0-13 0 0,-4 1-60 0 0,-1-1 1 0 0,1 1 0 0 0,0-1 0 0 0,0-1 0 0 0,-1 1 0 0 0,1-1-1 0 0,0 1 1 0 0,-1-1 0 0 0,1-1 0 0 0,0 1 0 0 0,-1-1 0 0 0,5-2-1 0 0,6-3-2 0 0,38-10 155 0 0,-32 11-116 0 0,1 1 0 0 0,0 1 0 0 0,-1 0 0 0 0,1 2-1 0 0,0 1 1 0 0,31 1 0 0 0,-22 4-31 0 0,-9-3 41 0 0,16 0-21 0 0,-34-1-3 0 0,34-7 0 0 0,-29 4-21 0 0,-5 2-1 0 0,-1 0-1 0 0,1 1 0 0 0,0-1 0 0 0,0 0 0 0 0,0 1 0 0 0,0 0 0 0 0,0 0 0 0 0,0 0 0 0 0,4 1 0 0 0,5 0 18 0 0,0-1 1 0 0,-1 2-1 0 0,1 0 0 0 0,-1 0 0 0 0,0 1 0 0 0,1 1 1 0 0,-1 0-1 0 0,13 6 0 0 0,-25-10-23 0 0,0 1-1 0 0,1-1 1 0 0,-1 0-1 0 0,0 0 1 0 0,1 0-1 0 0,-1 1 1 0 0,0-1-1 0 0,1 0 1 0 0,-1 0-1 0 0,0 1 1 0 0,0-1-1 0 0,1 0 1 0 0,-1 1-1 0 0,0-1 1 0 0,0 0 0 0 0,0 1-1 0 0,1-1 1 0 0,-1 0-1 0 0,0 1 1 0 0,0-1-1 0 0,0 1 1 0 0,0-1-1 0 0,0 0 1 0 0,0 1-1 0 0,0-1 1 0 0,0 1-1 0 0,0-1 1 0 0,0 1-1 0 0,4 6 35 0 0,22 6-23 0 0,-8-9 1 0 0,-9-2 39 0 0,13 2-40 0 0,22-2-13 0 0,-39-4 0 0 0,0-2 14 0 0,-1 3 39 0 0,18 1-40 0 0,0 0 1 0 0,-1 5 55 0 0,-6 1-71 0 0,7-5 2 0 0,5-2 13 0 0,0-4 40 0 0,10 2-42 0 0,32-1 58 0 0,-16-1 11 0 0,15-5 8 0 0,-45 7-37 0 0,1 1 0 0 0,43 1-1 0 0,-57 1-35 0 0,11 3-16 0 0,-3 0 1 0 0,-18-3 1 0 0,0 0 1 0 0,1 0 0 0 0,-1 1 0 0 0,0-1-1 0 0,1 0 1 0 0,-1 0 0 0 0,0 0-1 0 0,0 0 1 0 0,1 1 0 0 0,-1-1-1 0 0,0 0 1 0 0,0 0 0 0 0,1 1 0 0 0,-1-1-1 0 0,0 0 1 0 0,0 0 0 0 0,0 1-1 0 0,1-1 1 0 0,-1 0 0 0 0,0 1-1 0 0,0-1 1 0 0,0 0 0 0 0,0 1 0 0 0,0-1-1 0 0,0 0 1 0 0,0 1 0 0 0,1-1-1 0 0,-1 0 1 0 0,0 1 0 0 0,0-1 0 0 0,0 0-1 0 0,0 1 1 0 0,-1-1 0 0 0,1 0-1 0 0,0 1 1 0 0,0-1 0 0 0,0 0-1 0 0,0 1 1 0 0,0-1 0 0 0,-1 5 10 0 0,23 0-79 0 0,-71-5-1214 0 0,23 0-1373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7:07.6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73 240 0 0,'1'-1'2843'0'0,"-7"-2"-2311"0"0,-46 1 2311 0 0,38 3-2703 0 0,0 0 1 0 0,0 1 0 0 0,0 1 0 0 0,0 1 0 0 0,0-1 0 0 0,-23 12-1 0 0,34-14-88 0 0,-12 8 0 0 0,15-6-5 0 0,10-4 123 0 0,23-9 41 0 0,17-3-102 0 0,133-21 117 0 0,-171 32-223 0 0,0 0 0 0 0,1 1-1 0 0,-1 0 1 0 0,14 2 0 0 0,1-1 10 0 0,-19 0-8 0 0,1 0 0 0 0,0 1 1 0 0,-1 0-1 0 0,1 0 0 0 0,-1 1 0 0 0,1 0 0 0 0,-1 0 0 0 0,0 1 0 0 0,0 0 0 0 0,0 1 1 0 0,0 0-1 0 0,7 5 0 0 0,-10-6-5 0 0,3 0 0 0 0,28 3 0 0 0,1-1-4 0 0,-1-3-1 0 0,1 0 1 0 0,72-8 0 0 0,-62 2 21 0 0,29 1-10 0 0,110 8-1 0 0,-128 10 61 0 0,199 19 106 0 0,-211-28-103 0 0,-22-5-68 0 0,13-2 60 0 0,43-5 44 0 0,-71 4-88 0 0,35 0 31 0 0,-6 0-49 0 0,-26 1 0 0 0,-1 0 0 0 0,1 1 0 0 0,-1 0 0 0 0,16 3 0 0 0,-4-1-1 0 0,30-3 15 0 0,0 5 53 0 0,-26-2-67 0 0,-1 3 0 0 0,1 0 0 0 0,0-4 0 0 0,-2-1 0 0 0,51 5 0 0 0,-68-3 0 0 0,1-2 0 0 0,27-7 0 0 0,3-4 0 0 0,-31 10 0 0 0,25 1 0 0 0,-2-4 67 0 0,-8 3-54 0 0,3 0-13 0 0,1-3 0 0 0,0 2 0 0 0,-15 3 0 0 0,1-1 0 0 0,0-1 0 0 0,0 0 0 0 0,17-4 0 0 0,-5 0 0 0 0,-3 1 3 0 0,0-1 0 0 0,0-1-1 0 0,0 0 1 0 0,23-12 0 0 0,-35 14 7 0 0,0 0 1 0 0,0 1 0 0 0,0 0 0 0 0,14-1 0 0 0,19-5 1 0 0,81-8 2 0 0,-55 16 107 0 0,-23 1-82 0 0,23 0-73 0 0,71-10 1 0 0,-122 9-538 0 0,-54-3-1859 0 0,-79-15-3480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7:37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11 1201 0 0,'-53'-5'2574'0'0,"31"5"-1387"0"0,17 0-1107 0 0,5 0-69 0 0,-1-1-1 0 0,0 0 0 0 0,0 1 0 0 0,0-1 0 0 0,0 1 1 0 0,0-1-1 0 0,0 1 0 0 0,1 0 0 0 0,-1-1 1 0 0,0 1-1 0 0,0 0 0 0 0,0 0 0 0 0,0 0 1 0 0,0-1-1 0 0,0 1 0 0 0,0 0 0 0 0,0 0 0 0 0,0 0 1 0 0,0 1-1 0 0,0-1 0 0 0,-2 0 0 0 0,3 0 5 0 0,0 0-10 0 0,0 0-1 0 0,-1 0 0 0 0,1 0 0 0 0,0 0 0 0 0,0 0 1 0 0,0 0-1 0 0,-1 0 0 0 0,1 0 0 0 0,0 1 0 0 0,0-1 1 0 0,0 0-1 0 0,-1 0 0 0 0,1 0 0 0 0,0 0 0 0 0,0 0 1 0 0,0 0-1 0 0,0 0 0 0 0,-1 0 0 0 0,1 1 0 0 0,0-1 1 0 0,0 0-1 0 0,0 0 0 0 0,0 0 0 0 0,0 0 0 0 0,0 1 1 0 0,-1-1-1 0 0,1 0 0 0 0,0 0 0 0 0,0 0 0 0 0,0 1 1 0 0,0-1-1 0 0,0 0 0 0 0,0 0 0 0 0,0 0 0 0 0,0 1 1 0 0,0-1-1 0 0,0 0 0 0 0,-4 7-4 0 0,-7 1 1 0 0,7-5 1 0 0,1-1 0 0 0,-1 1-1 0 0,0-1 1 0 0,0 0 0 0 0,0 0 0 0 0,-6 2 0 0 0,10-4-1 0 0,-1 0 0 0 0,1 1 1 0 0,0-1-1 0 0,0 0 0 0 0,-1 0 1 0 0,1 0-1 0 0,0 0 0 0 0,0 0 1 0 0,0 0-1 0 0,-1 0 0 0 0,1 0 0 0 0,0 0 1 0 0,0 0-1 0 0,0 1 0 0 0,-1-1 1 0 0,1 0-1 0 0,0 0 0 0 0,0 0 1 0 0,0 0-1 0 0,0 1 0 0 0,-1-1 1 0 0,1 0-1 0 0,0 0 0 0 0,0 0 0 0 0,0 0 1 0 0,0 1-1 0 0,0-1 0 0 0,0 0 1 0 0,0 0-1 0 0,0 1 0 0 0,0-1 1 0 0,0 0-1 0 0,0 0 0 0 0,0 0 0 0 0,0 1 1 0 0,0-1-1 0 0,0 1 0 0 0,-4 5-50 0 0,-14-1 35 0 0,18-5 14 0 0,0 0 0 0 0,1 0 0 0 0,-1 0 0 0 0,0 1 0 0 0,0-1 0 0 0,0 0 0 0 0,1 0 0 0 0,-1 0 0 0 0,0 0 0 0 0,0 0 0 0 0,0 0 0 0 0,0 0 0 0 0,1 1 0 0 0,-1-1 0 0 0,0 0 0 0 0,0 0 0 0 0,0 0 0 0 0,0 0 0 0 0,0 1 0 0 0,0-1 0 0 0,0 0 0 0 0,1 0 0 0 0,-1 0 0 0 0,0 0 0 0 0,0 1 0 0 0,0-1 0 0 0,0 0 0 0 0,0 0 0 0 0,0 0 0 0 0,0 1 0 0 0,0-1 0 0 0,0 0 0 0 0,0 0 0 0 0,0 0 0 0 0,0 1 0 0 0,0-1 0 0 0,0 0 0 0 0,0 0 0 0 0,0 0 0 0 0,0 1 0 0 0,-1-1 0 0 0,1 0 0 0 0,0 0 0 0 0,0 0 0 0 0,0 1 0 0 0,0-1 0 0 0,0 0 0 0 0,0 0 0 0 0,0 0 0 0 0,-1 0 0 0 0,1 0 0 0 0,0 1 0 0 0,0-1 0 0 0,0 0 0 0 0,0 0 0 0 0,-1 0 0 0 0,1 0 0 0 0,0 0 0 0 0,0 0 0 0 0,0 0 0 0 0,-1 0 0 0 0,1 0 0 0 0,0 0 0 0 0,0 1 0 0 0,1-1 0 0 0,0-1 0 0 0,0 1 0 0 0,0 0 0 0 0,0 1 0 0 0,0-1 0 0 0,0 0 0 0 0,0 0 0 0 0,0 0 0 0 0,0 0 0 0 0,0 1 0 0 0,0-1 0 0 0,0 1 0 0 0,-1-1 0 0 0,1 0 0 0 0,0 1 0 0 0,0 0 0 0 0,0-1 0 0 0,0 1 0 0 0,-1-1 0 0 0,1 1 0 0 0,0 0 0 0 0,-1 0 0 0 0,1-1 0 0 0,0 1 0 0 0,-1 0 0 0 0,1 0 0 0 0,-1 0 0 0 0,0 0 0 0 0,1-1 0 0 0,-1 1 0 0 0,1 0 0 0 0,-1 0 0 0 0,0 0 0 0 0,0 0 0 0 0,0 0 0 0 0,0 0 0 0 0,1 0 0 0 0,-1 0 0 0 0,0 0 0 0 0,-1 0 0 0 0,1 0 0 0 0,0 0 0 0 0,0 0 0 0 0,0 0 0 0 0,0 0 0 0 0,-1 0 0 0 0,0 1 0 0 0,0 3 14 0 0,1 26 119 0 0,-4-29-186 0 0,-14 3 40 0 0,12 5 41 0 0,8 2 24 0 0,-2 9-119 0 0,4-18 120 0 0,-1-2-52 0 0,0 1-1 0 0,0-1 1 0 0,0 1-1 0 0,-1-1 1 0 0,1 1-1 0 0,0 0 0 0 0,-1 0 1 0 0,1 0-1 0 0,-1 0 1 0 0,0 0-1 0 0,0 1 1 0 0,1-1-1 0 0,-2 1 1 0 0,1-1-1 0 0,0 1 1 0 0,0 0-1 0 0,-1-1 1 0 0,0 1-1 0 0,1 0 0 0 0,-1 0 1 0 0,0 0-1 0 0,-1 1 1 0 0,1-1-1 0 0,0 0 1 0 0,-1 0-1 0 0,0 0 1 0 0,0 0-1 0 0,0 7 1 0 0,0-4-3 0 0,-1-3 5 0 0,1 0 0 0 0,0 0-1 0 0,0-1 1 0 0,0 1 0 0 0,0 0-1 0 0,0 0 1 0 0,0 0 0 0 0,1 0 0 0 0,0-1-1 0 0,-1 1 1 0 0,1 0 0 0 0,0 0 0 0 0,0-1-1 0 0,0 1 1 0 0,1-1 0 0 0,-1 1-1 0 0,1-1 1 0 0,-1 1 0 0 0,1-1 0 0 0,0 0-1 0 0,0 0 1 0 0,0 0 0 0 0,0 0 0 0 0,4 3-1 0 0,15 14 20 0 0,15 11 50 0 0,31 10 74 0 0,-57-33-130 0 0,-3-3-21 0 0,30-4 81 0 0,-34 0-69 0 0,237-5 233 0 0,-222 7-215 0 0,-17-2-24 0 0,-1 0-1 0 0,0 0 1 0 0,0 0-1 0 0,0 0 1 0 0,1 0 0 0 0,-1 0-1 0 0,0 0 1 0 0,0 0 0 0 0,0 0-1 0 0,0 0 1 0 0,1 1 0 0 0,-1-1-1 0 0,0 0 1 0 0,0 0-1 0 0,0 0 1 0 0,0 0 0 0 0,1 0-1 0 0,-1 0 1 0 0,0 1 0 0 0,0-1-1 0 0,0 0 1 0 0,0 0 0 0 0,0 0-1 0 0,0 0 1 0 0,1 1 0 0 0,-1-1-1 0 0,0 0 1 0 0,0 0-1 0 0,0 0 1 0 0,0 1 0 0 0,0-1-1 0 0,0 0 1 0 0,0 0 0 0 0,0 0-1 0 0,0 1 1 0 0,0-1 0 0 0,0 0-1 0 0,0 0 1 0 0,-2 3-26 0 0,-1 0 0 0 0,1-1 0 0 0,-1 1 0 0 0,1-1 0 0 0,-1 0 0 0 0,0 0 0 0 0,0 0 0 0 0,0 0 0 0 0,-5 2 0 0 0,-63 37-976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7:39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25 1521 0 0,'-76'-6'2294'0'0,"72"3"-2187"0"0,4 1-41 0 0,0-1-52 0 0,-4 7-1 0 0,-10 1 41 0 0,14-5-54 0 0,-1 0 0 0 0,1 0 0 0 0,0 0 1 0 0,0 0-1 0 0,0 0 0 0 0,-1 0 1 0 0,1 0-1 0 0,0 1 0 0 0,0-1 0 0 0,0 0 1 0 0,0 0-1 0 0,-1 0 0 0 0,1 0 1 0 0,0 0-1 0 0,0 0 0 0 0,0 0 0 0 0,0 0 1 0 0,-1 0-1 0 0,1 1 0 0 0,0-1 1 0 0,0 0-1 0 0,0 0 0 0 0,0 0 0 0 0,0 0 1 0 0,0 1-1 0 0,-1-1 0 0 0,1 0 1 0 0,0 0-1 0 0,0 0 0 0 0,0 0 0 0 0,0 1 1 0 0,0-1-1 0 0,0 0 0 0 0,0 0 1 0 0,0 0-1 0 0,0 1 0 0 0,0-1 0 0 0,0 0 1 0 0,0 0-1 0 0,0 0 0 0 0,0 1 1 0 0,0-1-1 0 0,0 0 0 0 0,0 0 0 0 0,0 0 1 0 0,0 0-1 0 0,0 1 0 0 0,0-1 1 0 0,0 0-1 0 0,1 0 0 0 0,-1 0 0 0 0,0 1 1 0 0,0-1-1 0 0,0 0 0 0 0,0 0 1 0 0,0 0-1 0 0,0 0 0 0 0,0 0 0 0 0,0 0 0 0 0,0 0 0 0 0,0 0 0 0 0,0 0 0 0 0,0 0 0 0 0,0 0 0 0 0,0 0 0 0 0,0 0 0 0 0,0 0 0 0 0,0 0 0 0 0,0 0 0 0 0,-1 0 0 0 0,1 0 0 0 0,0 0 0 0 0,0 0 0 0 0,0 0 0 0 0,0 0 0 0 0,0 0 0 0 0,0 0 0 0 0,0 0 0 0 0,0 0 0 0 0,0 0 0 0 0,0 1 0 0 0,0-1 0 0 0,0 0 0 0 0,0 0-1 0 0,0 0 1 0 0,0 0 0 0 0,0 0 0 0 0,-1 0 0 0 0,1 0 0 0 0,0 0 0 0 0,0 0 0 0 0,0 0 0 0 0,0 0 0 0 0,0 0 0 0 0,0 0 0 0 0,0 0 0 0 0,0 1 0 0 0,0-1 0 0 0,0 0 0 0 0,0 0 0 0 0,0 0 0 0 0,0 0 0 0 0,0 0 0 0 0,0 0 0 0 0,0 0 0 0 0,0 0 0 0 0,0 0 0 0 0,0 0 0 0 0,0 0 0 0 0,0 0 0 0 0,0 0 0 0 0,0 1 0 0 0,0-1 0 0 0,0 0 0 0 0,1 0 0 0 0,-1 0 0 0 0,0 0 0 0 0,0 0 0 0 0,0 0 0 0 0,0 0 0 0 0,0 0 0 0 0,0 0 0 0 0,0 0 0 0 0,0 0 0 0 0,0 0 0 0 0,0 0 0 0 0,-25 1-2 0 0,2-1 15 0 0,1 1 330 0 0,20-1-20 0 0,5 0 25 0 0,-3 0-325 0 0,1 0-1 0 0,0 0 1 0 0,0 0-1 0 0,0 0 0 0 0,0 0 1 0 0,-1 0-1 0 0,1 0 1 0 0,0-1-1 0 0,0 1 0 0 0,0 0 1 0 0,-1 0-1 0 0,1-1 1 0 0,0 1-1 0 0,-1-1 1 0 0,1 1-1 0 0,0 0 0 0 0,0-1 1 0 0,-1 1-1 0 0,1-1 1 0 0,-1 1-1 0 0,2-2 1 0 0,-2 1-19 0 0,1 1 0 0 0,-1-1 0 0 0,0 0 0 0 0,1 1 0 0 0,-1-1 0 0 0,0 1 1 0 0,1-1-1 0 0,-1 1 0 0 0,1-1 0 0 0,-1 1 0 0 0,1-1 0 0 0,-1 1 0 0 0,1 0 1 0 0,-1-1-1 0 0,1 1 0 0 0,0 0 0 0 0,-1-1 0 0 0,1 1 0 0 0,-1 0 1 0 0,1 0-1 0 0,0 0 0 0 0,-1-1 0 0 0,1 1 0 0 0,0 0 0 0 0,-1 0 0 0 0,1 0 1 0 0,0 0-1 0 0,-1 0 0 0 0,1 0 0 0 0,1 1 0 0 0,11-4 94 0 0,8-1-58 0 0,0 0 1 0 0,1 1-1 0 0,-1 2 0 0 0,1 0 0 0 0,31 3 0 0 0,113 22 230 0 0,32 2-47 0 0,-166-24-211 0 0,-6-2 18 0 0,0 1-1 0 0,0 1 1 0 0,0 2-1 0 0,41 10 1 0 0,-9 9 37 0 0,-28-14-53 0 0,-21-6-12 0 0,-1 0 1 0 0,1-1-1 0 0,-1 0 1 0 0,12 1-1 0 0,44 3 39 0 0,188 12 79 0 0,-74-9-40 0 0,-122-9 0 0 0,1 2 0 0 0,78 13 0 0 0,-111-14 23 0 0,0-1 1 0 0,1 0 0 0 0,41-8-1 0 0,-28 4 16 0 0,175-13 201 0 0,-102 6-226 0 0,-45 5-60 0 0,81-5 79 0 0,-125 12-100 0 0,-20 1-13 0 0,1 1 0 0 0,15-1 0 0 0,-14 2 0 0 0,1 2 0 0 0,21 5 0 0 0,5-1 0 0 0,-24-10 0 0 0,0 1 0 0 0,0 1 3 0 0,0 0 0 0 0,0 0 0 0 0,0-1 0 0 0,0 0 0 0 0,1 0 0 0 0,12-1 0 0 0,6 2 43 0 0,49 3-33 0 0,-27-3-12 0 0,0-1 0 0 0,91-12-1 0 0,-64 4-2 0 0,-52 3 2 0 0,39 1 0 0 0,-36 3 0 0 0,-18 0 0 0 0,-1-1 0 0 0,0 1 0 0 0,1 0 0 0 0,-1 1 0 0 0,0 0 0 0 0,1 0 0 0 0,10 3 0 0 0,-3 1 13 0 0,7-4 41 0 0,31 5-54 0 0,5 4-67 0 0,-40-9 54 0 0,-14-1-1 0 0,-5 0 15 0 0,0 1-1 0 0,-1-1 0 0 0,1 0 1 0 0,0 1-1 0 0,-1-1 1 0 0,1 1-1 0 0,0-1 0 0 0,0 1 1 0 0,-1 0-1 0 0,1 0 0 0 0,0-1 1 0 0,0 1-1 0 0,0 0 1 0 0,0 0-1 0 0,0 0 0 0 0,0 0 1 0 0,0 0-1 0 0,0 0 1 0 0,1 1-1 0 0,-1-1 0 0 0,0 0 1 0 0,1 0-1 0 0,-1 0 1 0 0,0 1-1 0 0,1-1 0 0 0,0 0 1 0 0,-1 1-1 0 0,1-1 0 0 0,0 0 1 0 0,0 1-1 0 0,-1 1 1 0 0,0 9 1 0 0,1-1 1 0 0,0 1-1 0 0,1 13 0 0 0,1 0-10 0 0,-2-25 6 0 0,0 1 0 0 0,-1-1 0 0 0,1 1 0 0 0,0-1 1 0 0,0 1-1 0 0,0-1 0 0 0,0 1 0 0 0,-1-1 1 0 0,1 1-1 0 0,0-1 0 0 0,-1 0 0 0 0,1 1 0 0 0,0-1 1 0 0,-1 1-1 0 0,1-1 0 0 0,0 0 0 0 0,-1 1 1 0 0,1-1-1 0 0,-1 0 0 0 0,1 0 0 0 0,0 1 0 0 0,-1-1 1 0 0,1 0-1 0 0,-1 0 0 0 0,1 1 0 0 0,-1-1 1 0 0,1 0-1 0 0,-1 0 0 0 0,1 0 0 0 0,-1 0 0 0 0,1 0 1 0 0,-1 0-1 0 0,1 0 0 0 0,-1 0 0 0 0,1 0 1 0 0,-1 0-1 0 0,0 0 0 0 0,1 0 0 0 0,-1 0 0 0 0,1-1 0 0 0,-1 1 0 0 0,1 0 0 0 0,-1 0 0 0 0,1 0 0 0 0,0 1 0 0 0,-1-1 0 0 0,1 0 1 0 0,-1 0-1 0 0,1 0 0 0 0,-1 0 0 0 0,1 0 0 0 0,0 0 0 0 0,-1 1 0 0 0,1-1 0 0 0,-1 0 0 0 0,1 0 0 0 0,0 1 0 0 0,-1-1 0 0 0,1 0 0 0 0,0 1 0 0 0,-1-1 0 0 0,1 0 1 0 0,0 1-1 0 0,0-1 0 0 0,-1 0 0 0 0,1 1 0 0 0,0-1 0 0 0,0 0 0 0 0,0 1 0 0 0,-1-1 0 0 0,1 1 0 0 0,0 1-1 0 0,-1-1-1 0 0,1 0 1 0 0,-1 0-1 0 0,0 0 1 0 0,1 0-1 0 0,-1 0 1 0 0,0 1-1 0 0,0-1 1 0 0,0-1 0 0 0,0 1-1 0 0,0 0 1 0 0,0 0-1 0 0,0 0 1 0 0,0 0-1 0 0,0-1 1 0 0,0 1-1 0 0,-1 0 1 0 0,-4 3-15 0 0,-21 30-75 0 0,26-30 66 0 0,-1-1 0 0 0,1 1 0 0 0,0 0 0 0 0,1 0 1 0 0,-1-1-1 0 0,0 1 0 0 0,1 0 0 0 0,0 0 0 0 0,0-1 0 0 0,0 1 0 0 0,0 0 1 0 0,2 5-1 0 0,-1 4-104 0 0,-1-8 44 0 0,-1-3 31 0 0,1 0 1 0 0,-1 0-1 0 0,1 0 1 0 0,0 0 0 0 0,0 0-1 0 0,0 0 1 0 0,0 0-1 0 0,1 0 1 0 0,-1 0-1 0 0,0 0 1 0 0,1 0 0 0 0,-1 0-1 0 0,1 0 1 0 0,0 0-1 0 0,1 3 1 0 0,10-4-320 0 0,-16-3-211 0 0,-4-3-107 0 0,8 5 609 0 0,0 0 0 0 0,-1-1 0 0 0,1 1 1 0 0,-1 0-1 0 0,1-1 0 0 0,0 1 0 0 0,0-1 0 0 0,-1 1 1 0 0,1 0-1 0 0,0-1 0 0 0,0 1 0 0 0,-1-1 1 0 0,1 1-1 0 0,0 0 0 0 0,0-1 0 0 0,0 1 1 0 0,0-1-1 0 0,0 1 0 0 0,0-1 0 0 0,0 1 0 0 0,0-1 1 0 0,0 1-1 0 0,0-1 0 0 0,0 0 0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7:59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42 1121 0 0,'0'-1'136'0'0,"0"-1"0"0"0,0 1 0 0 0,0-1 0 0 0,-1 0 1 0 0,1 1-1 0 0,0-1 0 0 0,-1 1 0 0 0,1-1 0 0 0,-1 1 1 0 0,1-1-1 0 0,-1 1 0 0 0,1 0 0 0 0,-1-1 0 0 0,0 1 1 0 0,0 0-1 0 0,0-1 0 0 0,0 1 0 0 0,0 0 0 0 0,0 0 1 0 0,0 0-1 0 0,0 0 0 0 0,-1 0 0 0 0,1 0 0 0 0,0 0 1 0 0,-1 0-1 0 0,1 0 0 0 0,0 1 0 0 0,-1-1 0 0 0,1 0 1 0 0,-1 1-1 0 0,-2-1 0 0 0,-4 0-19 0 0,1 0-1 0 0,-1 0 1 0 0,1 1-1 0 0,-1 0 1 0 0,-9 1 0 0 0,-1 0 280 0 0,10 22 310 0 0,-37 16-640 0 0,42-31-54 0 0,3-8-13 0 0,0 0 0 0 0,0 1 0 0 0,0-1 0 0 0,0 1 0 0 0,0-1 0 0 0,0 1 0 0 0,0-1 0 0 0,0 0 0 0 0,-1 1 0 0 0,1-1 0 0 0,0 1 0 0 0,0-1 0 0 0,0 0 0 0 0,0 1 0 0 0,-1-1 0 0 0,1 0 0 0 0,0 1 0 0 0,0-1 0 0 0,-1 0 0 0 0,1 1 0 0 0,0-1 0 0 0,-1 0 0 0 0,1 1 0 0 0,0-1 0 0 0,-1 0 0 0 0,0 1 0 0 0,0-1-2 0 0,-1 1-1 0 0,1 0 0 0 0,-1 0 0 0 0,1 0 1 0 0,-1 0-1 0 0,1 0 0 0 0,0 0 0 0 0,0 1 1 0 0,0-1-1 0 0,-1 0 0 0 0,1 1 0 0 0,0-1 0 0 0,1 1 1 0 0,-1-1-1 0 0,0 1 0 0 0,0-1 0 0 0,1 1 1 0 0,-1 0-1 0 0,1-1 0 0 0,-1 1 0 0 0,1 0 1 0 0,0-1-1 0 0,-1 1 0 0 0,1 0 0 0 0,0 0 1 0 0,0-1-1 0 0,0 1 0 0 0,1 2 0 0 0,-1-3 3 0 0,0-1 0 0 0,0 1 0 0 0,0 0 0 0 0,0 0 0 0 0,0-1 0 0 0,-1 1 0 0 0,1-1 0 0 0,0 1 0 0 0,0 0 0 0 0,-1-1 0 0 0,1 1 0 0 0,0 0 0 0 0,-1-1 0 0 0,1 1 0 0 0,0-1 0 0 0,-1 1 0 0 0,1-1 0 0 0,-1 1-1 0 0,1-1 1 0 0,-1 1 0 0 0,1-1 0 0 0,-1 0 0 0 0,1 1 0 0 0,-1-1 0 0 0,0 1 0 0 0,1-1 0 0 0,-1 0 0 0 0,1 0 0 0 0,-2 1 0 0 0,-8 6-12 0 0,8-3 6 0 0,1 0 0 0 0,0-1 1 0 0,0 1-1 0 0,1 0 0 0 0,-1 1 0 0 0,1-1 1 0 0,0 0-1 0 0,0 0 0 0 0,1 6 0 0 0,-1 6 64 0 0,0-16-58 0 0,0 1 1 0 0,0 0-1 0 0,0 0 1 0 0,0-1-1 0 0,0 1 0 0 0,0 0 1 0 0,0 0-1 0 0,0-1 1 0 0,0 1-1 0 0,1 0 0 0 0,-1-1 1 0 0,0 1-1 0 0,0 0 1 0 0,1-1-1 0 0,-1 1 0 0 0,0 0 1 0 0,1-1-1 0 0,-1 1 1 0 0,1-1-1 0 0,-1 1 0 0 0,1 0 1 0 0,-1-1-1 0 0,1 1 1 0 0,-1-1-1 0 0,1 1 0 0 0,-1-1 1 0 0,1 0-1 0 0,0 1 1 0 0,-1-1-1 0 0,1 0 0 0 0,0 1 1 0 0,-1-1-1 0 0,1 0 1 0 0,0 0-1 0 0,0 1 0 0 0,1 1-2 0 0,-13 5 3 0 0,10-4-1 0 0,0 0 0 0 0,0-1 0 0 0,0 1 0 0 0,0 0 0 0 0,1-1 0 0 0,-1 1 0 0 0,1 0 0 0 0,0 0 0 0 0,0 0 0 0 0,0-1 0 0 0,0 1 0 0 0,0 0 0 0 0,1 0 0 0 0,-1 0 0 0 0,1-1 0 0 0,0 1 0 0 0,2 4 0 0 0,5-2 0 0 0,3 3 0 0 0,-8 16 0 0 0,-3-22 3 0 0,0 0-1 0 0,0 0 0 0 0,0 0 0 0 0,1 0 0 0 0,-1-1 1 0 0,0 1-1 0 0,1 0 0 0 0,-1 0 0 0 0,1-1 1 0 0,0 1-1 0 0,0 0 0 0 0,0-1 0 0 0,0 1 0 0 0,0 0 1 0 0,0-1-1 0 0,0 1 0 0 0,0-1 0 0 0,0 0 1 0 0,2 2-1 0 0,4 5-33 0 0,-5-4 30 0 0,-1 0 0 0 0,0 0 0 0 0,0 0 0 0 0,0 0-1 0 0,0 1 1 0 0,-1-1 0 0 0,0 0 0 0 0,1 0 0 0 0,-2 1 0 0 0,1-1 0 0 0,-1 7 0 0 0,0 4 0 0 0,0-5 1 0 0,1-8 0 0 0,-1 1 0 0 0,1 0 0 0 0,0-1 0 0 0,-1 1 0 0 0,1 0 0 0 0,1-1 0 0 0,-1 1 0 0 0,0 0 0 0 0,1-1 0 0 0,-1 1 0 0 0,1-1 0 0 0,0 1 0 0 0,0-1 0 0 0,1 4 0 0 0,4-3 0 0 0,-5-2 0 0 0,0-1 0 0 0,0 0 0 0 0,0 1 0 0 0,0-1 0 0 0,0 1 0 0 0,-1-1 0 0 0,1 1 0 0 0,0-1 0 0 0,0 1 0 0 0,-1-1 0 0 0,1 1 0 0 0,0 0 0 0 0,-1 0 0 0 0,1-1 0 0 0,0 1 0 0 0,-1 0 0 0 0,1 0 0 0 0,-1 0 0 0 0,0 0 0 0 0,1-1 0 0 0,-1 1 0 0 0,0 0 0 0 0,1 0 0 0 0,-1 0 0 0 0,0 0 0 0 0,0 2 0 0 0,0-2 0 0 0,1 0 0 0 0,-1 0 0 0 0,0 1 0 0 0,0-1 0 0 0,0 0 0 0 0,1 0 0 0 0,-1 0 0 0 0,1 1 0 0 0,-1-1 0 0 0,1 0 0 0 0,0 0 0 0 0,-1 0 0 0 0,1 0 0 0 0,0 0 0 0 0,-1 0 0 0 0,1 0 0 0 0,0 0 0 0 0,0 0 0 0 0,2 1 0 0 0,7 8 0 0 0,-2 16 0 0 0,2-14 0 0 0,-9-11 0 0 0,0 0 0 0 0,0 1 0 0 0,0-1 0 0 0,0 0 0 0 0,0 1 0 0 0,0-1 0 0 0,0 0 0 0 0,0 1 0 0 0,-1-1 0 0 0,1 1 0 0 0,0 0 0 0 0,-1-1 0 0 0,1 1 0 0 0,-1-1 0 0 0,0 1 0 0 0,0 0 0 0 0,1 2 0 0 0,-1 124 80 0 0,0-127-80 0 0,0 1 0 0 0,0-1 0 0 0,0 0 0 0 0,-1 0 0 0 0,1 0 0 0 0,0 0 0 0 0,0 0 0 0 0,-1 0 0 0 0,1 0 0 0 0,0 0 0 0 0,-1 0 0 0 0,1 0 0 0 0,-1 0 0 0 0,0 0 0 0 0,1 0 0 0 0,-1 0 0 0 0,0 0 0 0 0,1 0 0 0 0,-1 0 0 0 0,0-1 0 0 0,0 1 0 0 0,0 0 0 0 0,-1 0 0 0 0,1 0 0 0 0,0 0 0 0 0,0 0 0 0 0,0-1 0 0 0,0 1 0 0 0,0 0 0 0 0,0 0 0 0 0,0 0 0 0 0,1 0 0 0 0,-1 0 0 0 0,0 0 0 0 0,1 0 0 0 0,-1 0 0 0 0,0 0 0 0 0,1 0 0 0 0,-1 1 0 0 0,1-1 0 0 0,0 0 0 0 0,-1 0 0 0 0,1 0 0 0 0,0 1 0 0 0,0-1 0 0 0,0 0 0 0 0,0 2 0 0 0,0 182 0 0 0,0-184 0 0 0,0 0 0 0 0,0 0 0 0 0,0 1 0 0 0,-1-1 0 0 0,1 0 0 0 0,0 0 0 0 0,-1 0 0 0 0,1 1 0 0 0,-1-1 0 0 0,1 0 0 0 0,-1 0 0 0 0,1 0 0 0 0,-1 0 0 0 0,0 0 0 0 0,0 0 0 0 0,1 0 0 0 0,-1 0 0 0 0,0 0 0 0 0,0 0 0 0 0,-2 1 0 0 0,2-1 0 0 0,0 0 0 0 0,0 0 0 0 0,0 0 0 0 0,0 0 0 0 0,0 0 0 0 0,0 0 0 0 0,0 0 0 0 0,0 0 0 0 0,1 1 0 0 0,-1-1 0 0 0,0 0 0 0 0,1 1 0 0 0,-1-1 0 0 0,1 0 0 0 0,-1 1 0 0 0,1-1 0 0 0,0 1 0 0 0,0-1 0 0 0,-1 1 0 0 0,1 1 0 0 0,0 1 2 0 0,0-1-1 0 0,-1 0 0 0 0,1 1 1 0 0,-1-1-1 0 0,0 0 0 0 0,0 0 0 0 0,0 1 1 0 0,-1-1-1 0 0,1 0 0 0 0,-4 5 1 0 0,3-5-2 0 0,1 0 0 0 0,-1 0-1 0 0,0 0 1 0 0,1 0 0 0 0,0 0 0 0 0,0 1 0 0 0,0-1 0 0 0,0 0 0 0 0,1 1 0 0 0,-1 5 0 0 0,1-4 2 0 0,0-1 1 0 0,0 0 0 0 0,-1 1 0 0 0,1-1 0 0 0,-1 0-1 0 0,-1 7 1 0 0,-17 10-22 0 0,19-20 18 0 0,0-1 1 0 0,-1 1-1 0 0,1-1 0 0 0,-1 0 1 0 0,1 1-1 0 0,0-1 1 0 0,-1 1-1 0 0,1 0 1 0 0,0-1-1 0 0,0 1 0 0 0,-1-1 1 0 0,1 1-1 0 0,0-1 1 0 0,0 1-1 0 0,0 0 1 0 0,0-1-1 0 0,0 1 0 0 0,0-1 1 0 0,0 1-1 0 0,0 0 1 0 0,0-1-1 0 0,0 2 1 0 0,0 1-1 0 0,4 2 1 0 0,-2-4 0 0 0,-1-1 0 0 0,0 0 0 0 0,0 1 0 0 0,0-1 0 0 0,0 1 0 0 0,1 0 0 0 0,-1-1 0 0 0,0 1 0 0 0,0 0 0 0 0,0 0 0 0 0,-1-1 0 0 0,1 1 0 0 0,0 0 0 0 0,0 0 0 0 0,0 0 0 0 0,-1 0 0 0 0,1 0 0 0 0,0 0 0 0 0,0 2 0 0 0,2 30 0 0 0,-3-26 0 0 0,0 83 0 0 0,0-89 0 0 0,0 1 0 0 0,0-1 0 0 0,0 0 0 0 0,0 1 0 0 0,0-1 0 0 0,1 0 0 0 0,-1 1 0 0 0,0-1 0 0 0,1 0 0 0 0,-1 0 0 0 0,1 1 0 0 0,0-1 0 0 0,-1 0 0 0 0,1 0 0 0 0,0 0 0 0 0,0 0 0 0 0,0 0 0 0 0,0 0 0 0 0,0 0 0 0 0,2 1 0 0 0,-2-1 0 0 0,0 0 0 0 0,0 0 0 0 0,0 0 0 0 0,0 0 0 0 0,0 0 0 0 0,0 1 0 0 0,0-1 0 0 0,-1 0 0 0 0,1 0 0 0 0,0 1 0 0 0,-1-1 0 0 0,1 0 0 0 0,0 1 0 0 0,-1-1 0 0 0,0 0 0 0 0,1 1 0 0 0,-1-1 0 0 0,0 1 0 0 0,0-1 0 0 0,0 1 0 0 0,0 1 0 0 0,0 126-80 0 0,0-129 80 0 0,0 1 0 0 0,0 0 0 0 0,0-1 0 0 0,0 1 0 0 0,0 0 0 0 0,0 0 0 0 0,0-1 0 0 0,0 1 0 0 0,-1 0 0 0 0,1-1 0 0 0,0 1 0 0 0,-1-1 0 0 0,1 1 0 0 0,0 0 0 0 0,-1-1 0 0 0,1 1 0 0 0,-1-1 0 0 0,1 1 0 0 0,0-1 0 0 0,-1 1 0 0 0,0-1 0 0 0,1 1 0 0 0,-1-1 0 0 0,1 0 0 0 0,-1 1 0 0 0,1-1 0 0 0,-1 0 0 0 0,0 1 0 0 0,1-1 0 0 0,-1 0 0 0 0,-1 1 0 0 0,1-1 0 0 0,1 0 0 0 0,-1 0 0 0 0,0 0 0 0 0,1 1 0 0 0,-1-1 0 0 0,0 0 0 0 0,1 1 0 0 0,-1-1 0 0 0,1 0 0 0 0,-1 1 0 0 0,0-1 0 0 0,1 1 0 0 0,-1-1 0 0 0,1 1 0 0 0,-1-1 0 0 0,1 1 0 0 0,0 0 0 0 0,-1-1 0 0 0,1 1 0 0 0,-1-1 0 0 0,1 1 0 0 0,0 0 0 0 0,0-1 0 0 0,-1 1 0 0 0,1 0 0 0 0,0 0 0 0 0,0-1 0 0 0,0 1 0 0 0,0 0 0 0 0,0-1 0 0 0,0 2 0 0 0,0 5 0 0 0,1-5 0 0 0,-1 0 0 0 0,0 0 0 0 0,0 0 0 0 0,0 0 0 0 0,0 0 0 0 0,0 0 0 0 0,0 0 0 0 0,0 0 0 0 0,-1 0 0 0 0,1 0 0 0 0,-1 0 0 0 0,1 0 0 0 0,-1 0 0 0 0,0-1 0 0 0,-1 4 0 0 0,-4 0 0 0 0,5-3 0 0 0,-1-1 0 0 0,1 0 0 0 0,0 1 0 0 0,-1-1 0 0 0,1 1 0 0 0,0 0 0 0 0,0-1 0 0 0,0 1 0 0 0,0 0 0 0 0,0 0 0 0 0,0 0 0 0 0,1 0 0 0 0,-1 0 0 0 0,1 0 0 0 0,-1 0 0 0 0,1 0 0 0 0,0 0 0 0 0,-1 0 0 0 0,1 0 0 0 0,0 0 0 0 0,0 0 0 0 0,1 2 0 0 0,-1 4 0 0 0,0-6-1 0 0,-1 0 0 0 0,1 1 0 0 0,0-1 0 0 0,0 1 0 0 0,1-1-1 0 0,-1 1 1 0 0,1-1 0 0 0,-1 0 0 0 0,1 1 0 0 0,0-1 0 0 0,0 3 0 0 0,2-2-4 0 0,-3-2 3 0 0,1 0 1 0 0,0 0-1 0 0,0-1 0 0 0,-1 1 1 0 0,1 0-1 0 0,-1 0 0 0 0,1 0 0 0 0,-1 0 1 0 0,1 0-1 0 0,-1 0 0 0 0,1 0 1 0 0,-1 0-1 0 0,0 0 0 0 0,0 0 1 0 0,1 0-1 0 0,-1 0 0 0 0,0 1 1 0 0,0-1-1 0 0,0 0 0 0 0,0 0 1 0 0,0 0-1 0 0,-1 0 0 0 0,1 0 1 0 0,0 0-1 0 0,0 0 0 0 0,-1 0 0 0 0,1 0 1 0 0,0 0-1 0 0,-1 0 0 0 0,1 0 1 0 0,-1 0-1 0 0,0 0 0 0 0,0 1 1 0 0,-4 7 10 0 0,3 1-9 0 0,0-1 0 0 0,1 1 1 0 0,-1-1-1 0 0,2 1 0 0 0,0 0 1 0 0,0-1-1 0 0,2 14 0 0 0,-1 9 51 0 0,-1-31-53 0 0,0 0 1 0 0,0-1-1 0 0,0 1 1 0 0,0 0-1 0 0,0 0 1 0 0,1 0-1 0 0,-1-1 1 0 0,0 1-1 0 0,0 0 1 0 0,1 0-1 0 0,-1 0 1 0 0,0-1-1 0 0,1 1 0 0 0,-1 0 1 0 0,1-1-1 0 0,-1 1 1 0 0,1 0-1 0 0,-1-1 1 0 0,1 1-1 0 0,0 0 1 0 0,-1-1-1 0 0,1 1 1 0 0,0-1-1 0 0,-1 0 1 0 0,1 1-1 0 0,0-1 0 0 0,1 1 1 0 0,-1-1 0 0 0,0 1 0 0 0,0-1 0 0 0,-1 1 1 0 0,1-1-1 0 0,0 0 0 0 0,0 1 0 0 0,-1-1 0 0 0,1 1 0 0 0,0 0 0 0 0,-1-1 1 0 0,1 1-1 0 0,-1 0 0 0 0,1-1 0 0 0,-1 1 0 0 0,1 0 0 0 0,-1-1 1 0 0,1 1-1 0 0,-1 0 0 0 0,0 0 0 0 0,1 0 0 0 0,-1-1 0 0 0,0 1 1 0 0,0 0-1 0 0,0 0 0 0 0,1 0 0 0 0,-1 0 0 0 0,0 1 0 0 0,-1-1 1 0 0,1 0 0 0 0,0 0 0 0 0,0 0 0 0 0,0 0 0 0 0,0 0 0 0 0,0 0 0 0 0,0 0 0 0 0,1 0 0 0 0,-1 0 0 0 0,0 0 0 0 0,0 0 0 0 0,1-1 0 0 0,-1 1 0 0 0,0 0 0 0 0,1 0 0 0 0,-1 0 0 0 0,1 0 0 0 0,-1-1 0 0 0,1 1 0 0 0,-1 0 0 0 0,1 0 0 0 0,0-1 0 0 0,-1 1 0 0 0,1 0 0 0 0,0-1 0 0 0,0 1 0 0 0,-1-1 0 0 0,1 1 0 0 0,0-1 0 0 0,0 1 0 0 0,1 0 0 0 0,6 3 0 0 0,-7-3 0 0 0,0 1 0 0 0,-1-1 0 0 0,1 1 0 0 0,0-1 0 0 0,-1 1 0 0 0,1-1 0 0 0,-1 1 0 0 0,0 0 0 0 0,1-1 0 0 0,-1 1 0 0 0,0 0 0 0 0,0-1 0 0 0,0 1 0 0 0,0 0 0 0 0,0-1 0 0 0,0 1 0 0 0,-1 2 0 0 0,0 3 0 0 0,-3-1 0 0 0,2-5 6 0 0,1 0-1 0 0,-1 0 0 0 0,1 0 1 0 0,0-1-1 0 0,-1 1 0 0 0,1 1 1 0 0,0-1-1 0 0,0 0 0 0 0,0 0 1 0 0,-1 0-1 0 0,1 1 0 0 0,0-1 1 0 0,1 0-1 0 0,-1 1 0 0 0,0-1 1 0 0,0 1-1 0 0,1-1 0 0 0,-1 1 1 0 0,1 0-1 0 0,-1-1 0 0 0,1 1 1 0 0,-1-1-1 0 0,1 1 0 0 0,0 0 1 0 0,0-1-1 0 0,0 1 0 0 0,0 0 1 0 0,0-1-1 0 0,1 3 0 0 0,-1-4-2 0 0,0 1 0 0 0,0 0-1 0 0,0 0 1 0 0,0-1-1 0 0,0 1 1 0 0,0 0-1 0 0,0-1 1 0 0,-1 1 0 0 0,1 0-1 0 0,0-1 1 0 0,0 1-1 0 0,0 0 1 0 0,-1-1 0 0 0,1 1-1 0 0,0 0 1 0 0,-1-1-1 0 0,1 1 1 0 0,-1-1-1 0 0,1 1 1 0 0,-1 0 0 0 0,1-1-1 0 0,-1 0 1 0 0,1 1-1 0 0,-1-1 1 0 0,1 1 0 0 0,-1-1-1 0 0,1 1 1 0 0,-1-1-1 0 0,0 0 1 0 0,1 0-1 0 0,-2 1 1 0 0,1-1-3 0 0,0 1 0 0 0,0-1 0 0 0,0 1 0 0 0,0-1 0 0 0,0 1 0 0 0,1 0-1 0 0,-1-1 1 0 0,0 1 0 0 0,0 0 0 0 0,0 0 0 0 0,1 0 0 0 0,-1 0 0 0 0,0-1 0 0 0,1 1 0 0 0,-1 0 0 0 0,1 0 0 0 0,-1 0 0 0 0,1 0-1 0 0,0 0 1 0 0,-1 0 0 0 0,1 0 0 0 0,0 0 0 0 0,0 1 0 0 0,-1-1 0 0 0,1 0 0 0 0,0 0 0 0 0,0 0 0 0 0,0 0 0 0 0,0 0 0 0 0,1 0-1 0 0,-1 1 1 0 0,0-1 0 0 0,0 0 0 0 0,-1 0 0 0 0,1 0 0 0 0,0 0 0 0 0,0-1 0 0 0,-1 1 0 0 0,1 0 0 0 0,-1 0 0 0 0,1 0 0 0 0,0-1 0 0 0,-1 1 0 0 0,0 0 0 0 0,1 0 0 0 0,-1-1 0 0 0,1 1 0 0 0,-1-1 0 0 0,0 1 0 0 0,1-1 0 0 0,-1 1 0 0 0,0-1 0 0 0,0 1 0 0 0,0-1 0 0 0,1 1 0 0 0,-1-1 0 0 0,-1 1 0 0 0,-5 3 0 0 0,7-4 0 0 0,-1 0 0 0 0,1 0 0 0 0,0 0 0 0 0,0 0 0 0 0,0 0 0 0 0,-1 1 0 0 0,1-1 0 0 0,0 0 0 0 0,0 0 0 0 0,0 0 0 0 0,0 1 0 0 0,-1-1 0 0 0,1 0 0 0 0,0 0 0 0 0,0 1 0 0 0,0-1 0 0 0,0 0 0 0 0,0 0 0 0 0,0 1 0 0 0,0-1 0 0 0,0 0 0 0 0,0 0 0 0 0,0 1 0 0 0,0-1 0 0 0,0 0 0 0 0,0 0 0 0 0,0 1 0 0 0,0-1 0 0 0,0 0 0 0 0,0 0 0 0 0,0 1 0 0 0,0-1 0 0 0,0 0 0 0 0,0 0 0 0 0,0 0 0 0 0,1 1 0 0 0,-1-1 0 0 0,0 0 0 0 0,0 0 0 0 0,0 1 0 0 0,0-1 0 0 0,1 0 0 0 0,-1 0 0 0 0,0 0 0 0 0,0 0 0 0 0,0 1 0 0 0,1-1 0 0 0,-1 0 0 0 0,0 0 0 0 0,14 7 0 0 0,-10-6 0 0 0,-4 0 0 0 0,1 0 0 0 0,0-1 0 0 0,-1 1 0 0 0,1 0 0 0 0,0-1 0 0 0,-1 1 0 0 0,1 0 0 0 0,-1 0 0 0 0,1 0 0 0 0,-1 0 0 0 0,0 0 0 0 0,1 0 0 0 0,-1-1 0 0 0,0 1 0 0 0,0 0 0 0 0,1 0 0 0 0,-1 0 0 0 0,0 0 0 0 0,0 0 0 0 0,0 0 0 0 0,0 0 0 0 0,0 0 0 0 0,-1 0 0 0 0,1 0 0 0 0,0 0 0 0 0,0 0 0 0 0,0 0 0 0 0,-1 0 0 0 0,0 1 0 0 0,-16 25 4 0 0,11-19 6 0 0,4 0-3 0 0,0 0 1 0 0,0 0 0 0 0,1 0 0 0 0,0 0-1 0 0,0 1 1 0 0,1-1 0 0 0,1 0-1 0 0,1 14 1 0 0,-1 4 56 0 0,-1-24-144 0 0,0-8-1107 0 0,-3-7-494 0 0,-15-12-1440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8:10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160 163 480 0 0,'0'0'57'0'0,"0"-1"0"0"0,0 1 0 0 0,0 0 0 0 0,1-1 0 0 0,-1 1 1 0 0,0 0-1 0 0,0-1 0 0 0,1 1 0 0 0,-1 0 0 0 0,0-1 0 0 0,0 1 0 0 0,1 0 0 0 0,-1 0 0 0 0,0-1 0 0 0,1 1 0 0 0,-1 0 0 0 0,1 0 0 0 0,-1 0 0 0 0,0 0 0 0 0,1-1 0 0 0,-1 1 0 0 0,0 0 0 0 0,1 0 0 0 0,-1 0 0 0 0,1 0 0 0 0,-1 0 1 0 0,0 0-1 0 0,1 0 0 0 0,-1 0 0 0 0,1 0 0 0 0,-1 0 0 0 0,1 0 0 0 0,-1 0 0 0 0,0 0 0 0 0,1 1 0 0 0,-1-1 0 0 0,1 0 0 0 0,17-1 1337 0 0,-14-1-1198 0 0,18-2 435 0 0,-1 5-445 0 0,-20 1-163 0 0,1 1-6 0 0,23-2 170 0 0,-27-1-150 0 0,-1-1-1 0 0,0 1 0 0 0,0-1 1 0 0,1 1-1 0 0,-1-1 0 0 0,1 0 0 0 0,-1 0 1 0 0,1-1-1 0 0,-1 1 0 0 0,-3-3 0 0 0,-19-9 152 0 0,-100-31 666 0 0,50 11-214 0 0,123 28-413 0 0,-25 5-246 0 0,49-1-308 0 0,0 4 0 0 0,81 13 0 0 0,-140-13 299 0 0,-28 0 27 0 0,-23 1 30 0 0,-50 7 351 0 0,-160-1 0 0 0,258-10-391 0 0,1-1 0 0 0,0-1 0 0 0,-1 0 0 0 0,1 0 1 0 0,11-5-1 0 0,8-1-4 0 0,-24 7-85 0 0,-1 1 91 0 0,0-1 0 0 0,0 0 0 0 0,0-1 0 0 0,-1 1 0 0 0,1-1 0 0 0,8-4 0 0 0,-13 6-98 0 0,1-1 0 0 0,0 0 0 0 0,0 0 0 0 0,0 1 0 0 0,-1-1 0 0 0,1 0 0 0 0,0 0 0 0 0,-1 0 0 0 0,1 0 0 0 0,-1 0 0 0 0,1 0 0 0 0,-1 0 0 0 0,1 0 0 0 0,-1 0 0 0 0,0 0 1 0 0,1 0-1 0 0,-1 0 0 0 0,0 0 0 0 0,0 0 0 0 0,0 0 0 0 0,0 0 0 0 0,0 0 0 0 0,0 0 0 0 0,0 0 0 0 0,0 0 0 0 0,0-1 0 0 0,-1 1 0 0 0,1 0 0 0 0,0 0 0 0 0,-1 0 0 0 0,1 0 0 0 0,-1 0 0 0 0,1 0 0 0 0,-1 1 0 0 0,1-1 0 0 0,-1 0 0 0 0,0 0 0 0 0,1 0 0 0 0,-1 0 0 0 0,-1 0 0 0 0,-20-24-2374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9:17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1111 90 1121 0 0,'-5'-2'373'0'0,"4"2"-291"0"0,0 0 1 0 0,0 0-1 0 0,0-1 0 0 0,0 1 1 0 0,0 0-1 0 0,0-1 0 0 0,0 1 1 0 0,0-1-1 0 0,0 1 1 0 0,0-1-1 0 0,0 0 0 0 0,0 1 1 0 0,0-1-1 0 0,0 0 0 0 0,0 1 1 0 0,0-1-1 0 0,1 0 0 0 0,-1 0 1 0 0,0 0-1 0 0,1 0 0 0 0,-1 0 1 0 0,0-2-1 0 0,1 3-56 0 0,0-1-1 0 0,0 1 1 0 0,0-1 0 0 0,0 1-1 0 0,0-1 1 0 0,0 1-1 0 0,-1 0 1 0 0,1-1-1 0 0,0 1 1 0 0,0-1 0 0 0,0 1-1 0 0,0 0 1 0 0,0-1-1 0 0,-1 1 1 0 0,1-1 0 0 0,0 1-1 0 0,0 0 1 0 0,-1-1-1 0 0,1 1 1 0 0,0 0-1 0 0,-1-1 1 0 0,1 1 0 0 0,0 0-1 0 0,-1 0 1 0 0,1-1-1 0 0,0 1 1 0 0,-1 0 0 0 0,1 0-1 0 0,-1 0 1 0 0,1 0-1 0 0,0-1 1 0 0,-1 1-1 0 0,1 0 1 0 0,-1 0 0 0 0,1 0-1 0 0,0 0 1 0 0,-1 0-1 0 0,1 0 1 0 0,-1 0 0 0 0,1 0-1 0 0,-1 0 1 0 0,0 0-9 0 0,1 0 1 0 0,-1 0-1 0 0,0 0 1 0 0,1 0-1 0 0,-1 0 1 0 0,1 0-1 0 0,-1 0 1 0 0,1 0-1 0 0,-1 0 1 0 0,0 0-1 0 0,1-1 1 0 0,-1 1-1 0 0,1 0 1 0 0,-1 0-1 0 0,1-1 1 0 0,-1 1-1 0 0,1 0 1 0 0,-1-1-1 0 0,1 1 1 0 0,0 0-1 0 0,-1-1 1 0 0,1 1-1 0 0,-1-1 1 0 0,1 1 0 0 0,0-1-1 0 0,-1 1 1 0 0,1-1-1 0 0,0 1 1 0 0,0-1-1 0 0,-1 1 1 0 0,1-1-1 0 0,0 1 1 0 0,0-1-1 0 0,0 0 1 0 0,0 1-1 0 0,0-1 1 0 0,0 1-1 0 0,0-1 1 0 0,0 1-1 0 0,0-1 1 0 0,0 0-1 0 0,0 0 1 0 0,-4-1 48 0 0,-19-2 14 0 0,-46-7 89 0 0,64 10-158 0 0,1 1-1 0 0,0-1 1 0 0,-1 0-1 0 0,1 0 1 0 0,0 0 0 0 0,0 0-1 0 0,-8-4 1 0 0,-8 0 53 0 0,-1 0 1 0 0,0 2-1 0 0,0 1 1 0 0,1 0-1 0 0,-28 2 1 0 0,1 1-7 0 0,1 1 0 0 0,-1 3 1 0 0,-47 11-1 0 0,65-9-59 0 0,0 1 0 0 0,1 1 0 0 0,0 2 0 0 0,1 1 0 0 0,-50 29 0 0 0,66-35 2 0 0,0 0 1 0 0,-1-1-1 0 0,-17 6 1 0 0,18-7-28 0 0,1 0 1 0 0,0 0-1 0 0,0 1 1 0 0,0 0-1 0 0,-10 7 1 0 0,-5 7-34 0 0,11-10 55 0 0,1 0-1 0 0,0 2 1 0 0,1-1 0 0 0,-12 15 0 0 0,5-7 0 0 0,16-16-2 0 0,1 0 0 0 0,-1 0 0 0 0,1 0 0 0 0,-1 0-1 0 0,1 0 1 0 0,0 1 0 0 0,0-1 0 0 0,0 1 0 0 0,0-1 0 0 0,0 1 0 0 0,1 0 0 0 0,-1 0-1 0 0,1 0 1 0 0,0 0 0 0 0,0 0 0 0 0,0 0 0 0 0,0 0 0 0 0,0 5 0 0 0,0-4 29 0 0,1-1 0 0 0,-1 1 1 0 0,1 0-1 0 0,-1 0 0 0 0,-1 0 0 0 0,1-1 1 0 0,0 1-1 0 0,-1 0 0 0 0,0-1 0 0 0,0 1 1 0 0,-3 3-1 0 0,0 1 18 0 0,5-7-41 0 0,-1 1 0 0 0,0-1 0 0 0,1 0 0 0 0,-1 1 0 0 0,1-1 0 0 0,-1 0 0 0 0,1 1 1 0 0,0-1-1 0 0,-1 1 0 0 0,1-1 0 0 0,0 1 0 0 0,0-1 0 0 0,0 1 0 0 0,0-1 0 0 0,0 0 0 0 0,0 1 0 0 0,1-1 0 0 0,-1 1 0 0 0,0-1 1 0 0,1 1-1 0 0,-1-1 0 0 0,1 0 0 0 0,-1 1 0 0 0,1-1 0 0 0,0 0 0 0 0,0 0 0 0 0,-1 0 0 0 0,1 1 0 0 0,0-1 0 0 0,0 0 1 0 0,0 0-1 0 0,0 0 0 0 0,3 1 0 0 0,3 3-11 0 0,0 0 1 0 0,0 0-1 0 0,1-1 1 0 0,13 5-1 0 0,-5-2 34 0 0,-5-2-18 0 0,0-1 1 0 0,0-1-1 0 0,0 0 0 0 0,0 0 0 0 0,1-1 1 0 0,-1-1-1 0 0,1 0 0 0 0,-1 0 0 0 0,13-2 0 0 0,32 4-57 0 0,98 13 115 0 0,115 9 168 0 0,-243-23-228 0 0,0-1 1 0 0,0-1 0 0 0,0-1 0 0 0,0-2 0 0 0,0 0-1 0 0,34-10 1 0 0,-50 10 0 0 0,77-19 67 0 0,105-42 1 0 0,-163 53-72 0 0,-1 1 0 0 0,45-10 0 0 0,-38 11 0 0 0,-34 9 1 0 0,0 0 1 0 0,1 0-1 0 0,-1-1 1 0 0,0 1-1 0 0,1 0 0 0 0,-1-1 1 0 0,0 1-1 0 0,0-1 0 0 0,1 0 1 0 0,-1 1-1 0 0,0-1 0 0 0,0 0 1 0 0,0 0-1 0 0,0 0 1 0 0,0 0-1 0 0,0 0 0 0 0,0 0 1 0 0,0 0-1 0 0,-1 0 0 0 0,2-2 1 0 0,-3-14 42 0 0,0 11-37 0 0,1 4-9 0 0,0 1 0 0 0,0-1 0 0 0,-1 1 0 0 0,1 0 1 0 0,0-1-1 0 0,-1 1 0 0 0,1 0 0 0 0,-1-1 0 0 0,0 1 0 0 0,1 0 0 0 0,-1 0 0 0 0,0-1 0 0 0,0 1 0 0 0,0 0 1 0 0,1 0-1 0 0,-1 0 0 0 0,0 0 0 0 0,0 0 0 0 0,-2-1 0 0 0,-5-6-27 0 0,-1-10 15 0 0,7 15 14 0 0,1 0 0 0 0,-1-1 0 0 0,0 1 0 0 0,0 0 0 0 0,0 0 1 0 0,-1 0-1 0 0,1 1 0 0 0,-1-1 0 0 0,-5-4 0 0 0,-25-22-33 0 0,-58-36-1 0 0,58 46 77 0 0,10 5 0 0 0,0 1-1 0 0,-1 1 1 0 0,-38-13 0 0 0,27 15 7 0 0,-36-5 1 0 0,44 10-59 0 0,0-2 31 0 0,23 5-42 0 0,0 1 1 0 0,-1-1 0 0 0,1 1-1 0 0,-1 0 1 0 0,1 0-1 0 0,-1 0 1 0 0,1 1 0 0 0,-1 0-1 0 0,0 0 1 0 0,1 0-1 0 0,-1 0 1 0 0,1 1 0 0 0,-1 0-1 0 0,-7 2 1 0 0,4 8-1503 0 0,-10-6-707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9:20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0 423 1601 0 0,'14'-4'393'0'0,"-1"-1"0"0"0,0 0-1 0 0,-1 0 1 0 0,1-2 0 0 0,-1 1 0 0 0,0-2 0 0 0,-1 1 0 0 0,0-2 0 0 0,0 1 0 0 0,18-20 0 0 0,55-71-6 0 0,51-21-16 0 0,-83 76-316 0 0,-45 39-40 0 0,-5 4-12 0 0,-1 0-1 0 0,0 0 1 0 0,0 0-1 0 0,1 0 1 0 0,-1 0-1 0 0,0 0 0 0 0,0 0 1 0 0,0 0-1 0 0,0 0 1 0 0,0 0-1 0 0,0 0 1 0 0,0-1-1 0 0,-1 1 1 0 0,1 0-1 0 0,0-1 1 0 0,-1 1-1 0 0,1-1 1 0 0,-1 1-1 0 0,1 0 1 0 0,-1-4-1 0 0,0 5-1 0 0,0-1 0 0 0,0 1 0 0 0,1 0 0 0 0,-1-1 0 0 0,0 1 1 0 0,0-1-1 0 0,0 1 0 0 0,0 0 0 0 0,0-1 0 0 0,1 1 0 0 0,-1-1 0 0 0,0 1 0 0 0,0 0 0 0 0,1-1 0 0 0,-1 1 0 0 0,0 0 0 0 0,1 0 0 0 0,-1-1 0 0 0,0 1 0 0 0,1 0 0 0 0,-1-1 1 0 0,0 1-1 0 0,1 0 0 0 0,-1 0 0 0 0,0 0 0 0 0,1 0 0 0 0,-1-1 0 0 0,1 1 0 0 0,-1 0 0 0 0,0 0 0 0 0,1 0 0 0 0,-1 0 0 0 0,1 0 0 0 0,-1 0 0 0 0,1 0 0 0 0,-1 0 1 0 0,1 0-1 0 0,0 0 1 0 0,-1 0 1 0 0,1 0 0 0 0,-1 0-1 0 0,1 0 1 0 0,0 0 0 0 0,-1 0-1 0 0,1 0 1 0 0,-1 0-1 0 0,1 0 1 0 0,-1 0 0 0 0,1-1-1 0 0,-1 1 1 0 0,1 0 0 0 0,-1 0-1 0 0,1-1 1 0 0,-1 1 0 0 0,1 0-1 0 0,-1-1 1 0 0,1 1 0 0 0,-1 0-1 0 0,0-1 1 0 0,1 1 0 0 0,-1-1-1 0 0,1 1 1 0 0,-1 0 0 0 0,0-1-1 0 0,0 1 1 0 0,1-1 0 0 0,-1 1-1 0 0,0-1 1 0 0,0 1 0 0 0,1-1-1 0 0,-1 0 1 0 0,0 1 0 0 0,0-1-1 0 0,0 1 1 0 0,0-1 0 0 0,0 1-1 0 0,0-2 1 0 0,0 2-1 0 0,0-1 0 0 0,0 1 1 0 0,0-1-1 0 0,1 1 0 0 0,-1-1 0 0 0,0 0 1 0 0,0 1-1 0 0,0-1 0 0 0,1 1 0 0 0,-1-1 1 0 0,0 1-1 0 0,1-1 0 0 0,-1 1 0 0 0,0 0 1 0 0,1-1-1 0 0,-1 1 0 0 0,1-1 0 0 0,-1 1 1 0 0,0 0-1 0 0,1-1 0 0 0,-1 1 0 0 0,1 0 1 0 0,-1 0-1 0 0,1-1 0 0 0,0 1 0 0 0,-1 0 1 0 0,1 0-1 0 0,-1 0 0 0 0,1-1 0 0 0,-1 1 1 0 0,1 0-1 0 0,-1 0 0 0 0,1 0 0 0 0,0 0 1 0 0,-1 0-1 0 0,1 0 0 0 0,-1 0 0 0 0,1 1 1 0 0,-1-1-1 0 0,1 0 0 0 0,0 0 0 0 0,0 1 0 0 0,2-1 9 0 0,2 0 55 0 0,-10 0 14 0 0,-1 0-60 0 0,-1 1 34 0 0,-4 12 41 0 0,0 1-24 0 0,-52 60 76 0 0,-70 116-53 0 0,96-133-101 0 0,-33 67 0 0 0,65-112-7 0 0,0-1-1 0 0,0 1 0 0 0,1 0 1 0 0,1 0-1 0 0,0 0 0 0 0,0 0 1 0 0,0 21-1 0 0,2-25-77 0 0,1 0-1 0 0,1 0 1 0 0,-1 1-1 0 0,1-1 1 0 0,1 0-1 0 0,-1 0 1 0 0,2 0-1 0 0,-1 0 0 0 0,1-1 1 0 0,0 1-1 0 0,5 7 1 0 0,-5-9-248 0 0,2 0-1027 0 0,18-14-2329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9:20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49 960 0 0,'0'-2'189'0'0,"0"0"-1"0"0,0 0 1 0 0,-1 0-1 0 0,1 0 0 0 0,-1 0 1 0 0,1 0-1 0 0,-1 0 1 0 0,0 1-1 0 0,0-1 1 0 0,0 0-1 0 0,0 0 0 0 0,0 1 1 0 0,0-1-1 0 0,-1-1 1 0 0,-3-7 1220 0 0,26 2-816 0 0,-11 7-550 0 0,0 1 0 0 0,0 0-1 0 0,1 0 1 0 0,-1 1 0 0 0,0 0-1 0 0,0 1 1 0 0,0 0 0 0 0,0 1-1 0 0,0 0 1 0 0,-1 0 0 0 0,1 1 0 0 0,-1 0-1 0 0,0 1 1 0 0,0 0 0 0 0,-1 0-1 0 0,1 1 1 0 0,-1 0 0 0 0,0 1-1 0 0,12 12 1 0 0,-18-17-40 0 0,-1 0-1 0 0,1 0 1 0 0,0 0-1 0 0,-1 0 1 0 0,1 0-1 0 0,-1 0 1 0 0,1 1 0 0 0,-1-1-1 0 0,0 0 1 0 0,0 1-1 0 0,0-1 1 0 0,-1 1-1 0 0,1-1 1 0 0,0 1 0 0 0,-1 0-1 0 0,0-1 1 0 0,0 1-1 0 0,0-1 1 0 0,0 1-1 0 0,0 0 1 0 0,0-1 0 0 0,0 1-1 0 0,-2 4 1 0 0,0-2 0 0 0,0-1 0 0 0,-1 0 1 0 0,0 0-1 0 0,1 0 1 0 0,-1 0-1 0 0,0-1 0 0 0,-1 1 1 0 0,1-1-1 0 0,-1 0 0 0 0,1 0 1 0 0,-1 0-1 0 0,-5 3 1 0 0,-14 7 6 0 0,0-2 0 0 0,-1 0 0 0 0,-44 13 0 0 0,60-21-9 0 0,1 0-11 0 0,-22 6-196 0 0,0 0 0 0 0,-43 7 1 0 0,-8-9-1316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9:21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121 289 3602 0 0,'-2'-25'2165'0'0,"1"19"-2101"0"0,0-1-1 0 0,1 1 1 0 0,0-1 0 0 0,0 1-1 0 0,0-1 1 0 0,1 0-1 0 0,0 1 1 0 0,0 0-1 0 0,4-11 1 0 0,11-6 32 0 0,2 1 0 0 0,0 1 0 0 0,1 1 0 0 0,34-28 0 0 0,-35 29-21 0 0,-16 16-68 0 0,0 1 0 0 0,1-1 0 0 0,-1 1 0 0 0,0 0 0 0 0,1 0 0 0 0,-1 0 1 0 0,1 0-1 0 0,0 0 0 0 0,0 0 0 0 0,0 1 0 0 0,4-3 0 0 0,1 2-7 0 0,-1 0 0 0 0,1 1 0 0 0,0 0 0 0 0,0 0 0 0 0,-1 0 0 0 0,1 1 0 0 0,0 0 0 0 0,0 1 0 0 0,0-1 0 0 0,0 2 0 0 0,13 3 0 0 0,-20-5 0 0 0,7 2-13 0 0,1 0-1 0 0,-1 0 0 0 0,1 1 1 0 0,15 7-1 0 0,-23-9 13 0 0,0 0-1 0 0,0-1 1 0 0,0 1-1 0 0,1 0 0 0 0,-1 0 1 0 0,0-1-1 0 0,0 1 1 0 0,0 0-1 0 0,0 0 0 0 0,0 0 1 0 0,0 0-1 0 0,-1 1 1 0 0,1-1-1 0 0,0 0 0 0 0,0 0 1 0 0,-1 0-1 0 0,1 1 1 0 0,-1-1-1 0 0,1 0 0 0 0,-1 0 1 0 0,0 1-1 0 0,1-1 1 0 0,-1 1-1 0 0,0-1 0 0 0,0 0 1 0 0,0 1-1 0 0,0-1 1 0 0,0 0-1 0 0,0 1 0 0 0,0-1 1 0 0,-1 1-1 0 0,1-1 1 0 0,0 0-1 0 0,-1 1 0 0 0,1-1 1 0 0,-1 0-1 0 0,0 0 1 0 0,1 1-1 0 0,-1-1 0 0 0,-1 2 1 0 0,-3 3 19 0 0,0 0 1 0 0,0 0 0 0 0,-1 0-1 0 0,0-1 1 0 0,1 0-1 0 0,-2 0 1 0 0,1 0-1 0 0,-1-1 1 0 0,1 0 0 0 0,-1 0-1 0 0,0-1 1 0 0,-1 0-1 0 0,1 0 1 0 0,-1-1-1 0 0,1 0 1 0 0,-1 0-1 0 0,-9 1 1 0 0,-20 2 172 0 0,-1-2 0 0 0,-54-3 0 0 0,52 0-84 0 0,-6 1 233 0 0,15 0-164 0 0,-37-4 1 0 0,130-2-230 0 0,-13-1-71 0 0,54-14 1 0 0,-7 1-217 0 0,-88 18 311 0 0,84-15-610 0 0,168-6 0 0 0,-250 22 595 0 0,37 2-92 0 0,-46-2 134 0 0,1 0-1 0 0,-1 0 0 0 0,0 0 0 0 0,0 0 1 0 0,0 0-1 0 0,0 1 0 0 0,0-1 1 0 0,0 0-1 0 0,0 1 0 0 0,0-1 0 0 0,0 1 1 0 0,0-1-1 0 0,0 1 0 0 0,0-1 0 0 0,0 1 1 0 0,0 0-1 0 0,0-1 0 0 0,0 1 0 0 0,0 0 1 0 0,-1 0-1 0 0,1 0 0 0 0,0 0 1 0 0,-1 0-1 0 0,1-1 0 0 0,0 1 0 0 0,-1 0 1 0 0,1 1-1 0 0,-1-1 0 0 0,0 0 0 0 0,1 0 1 0 0,-1 1-1 0 0,0-1 4 0 0,0 0-1 0 0,0 0 1 0 0,0 0-1 0 0,0 0 1 0 0,0-1 0 0 0,0 1-1 0 0,-1 0 1 0 0,1 0-1 0 0,0 0 1 0 0,-1 0 0 0 0,1-1-1 0 0,0 1 1 0 0,-1 0-1 0 0,1 0 1 0 0,-1-1 0 0 0,1 1-1 0 0,-1 0 1 0 0,0-1-1 0 0,1 1 1 0 0,-1 0 0 0 0,-1 0-1 0 0,-19 14 111 0 0,-1-2-1 0 0,-44 21 1 0 0,51-27-43 0 0,-32 13 39 0 0,0-2 0 0 0,-1-2 0 0 0,-1-2-1 0 0,0-3 1 0 0,-1-1 0 0 0,-86 4-1 0 0,83-16-506 0 0,50 1 256 0 0,0 1 0 0 0,0-1 0 0 0,0 0 0 0 0,0 1 0 0 0,0-1 0 0 0,0-1 0 0 0,0 1-1 0 0,0 0 1 0 0,1-1 0 0 0,-1 1 0 0 0,0-1 0 0 0,1 0 0 0 0,-1 0 0 0 0,-2-2 0 0 0,5 2-142 0 0,-1 1 0 0 0,0 0-1 0 0,1-1 1 0 0,-1 1 0 0 0,1-1 0 0 0,0 1-1 0 0,-1-1 1 0 0,1 1 0 0 0,0-1-1 0 0,0 1 1 0 0,0-1 0 0 0,0-2 0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9:22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 1681 0 0,'0'-7'1841'0'0,"27"2"640"0"0,-1 5-1841 0 0,1 0-240 0 0,26 0-320 0 0,1 0-160 0 0,-1-5-400 0 0,0-7-801 0 0,1 2-719 0 0,-28-2-161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9:22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 1681 0 0,'-27'5'3121'0'0,"27"-10"-1760"0"0,27 5-961 0 0,-1 0-320 0 0,54 0-160 0 0,27 5-320 0 0,53 0-1601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9:24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23 315 1040 0 0,'-22'8'2962'0'0,"44"-11"-1121"0"0,-22 3-1824 0 0,0-1 1 0 0,0 1-1 0 0,-1 0 1 0 0,1 0 0 0 0,0-1-1 0 0,0 1 1 0 0,0 0-1 0 0,0-1 1 0 0,0 1-1 0 0,0 0 1 0 0,0-1 0 0 0,0 1-1 0 0,0-1 1 0 0,0 1-1 0 0,0 0 1 0 0,0-1-1 0 0,0 1 1 0 0,0 0-1 0 0,0-1 1 0 0,0 1 0 0 0,0 0-1 0 0,1-1 1 0 0,-1 1-1 0 0,0 0 1 0 0,0 0-1 0 0,0-1 1 0 0,0 1 0 0 0,1 0-1 0 0,-1-1 1 0 0,0 1-1 0 0,0 0 1 0 0,1 0-1 0 0,-1 0 1 0 0,0-1 0 0 0,0 1-1 0 0,1 0 1 0 0,-1 0-1 0 0,0 0 1 0 0,1-1-1 0 0,0 1 1 0 0,4 2 10 0 0,38-9 197 0 0,-27 4-177 0 0,-1-1 0 0 0,0-1-1 0 0,0-1 1 0 0,-1 0-1 0 0,26-14 1 0 0,57-47 130 0 0,-21 12-28 0 0,45-9 9 0 0,-6 3-64 0 0,-113 57-95 0 0,0 1 0 0 0,25-2 0 0 0,-5 5 0 0 0,-20 1-2 0 0,-1-1 1 0 0,1 0-1 0 0,-1 1 1 0 0,0-1-1 0 0,1 1 1 0 0,-1-1 0 0 0,0 1-1 0 0,0 0 1 0 0,1-1-1 0 0,-1 1 1 0 0,0 0-1 0 0,0 0 1 0 0,0 0 0 0 0,0 0-1 0 0,0 0 1 0 0,0 0-1 0 0,0 0 1 0 0,0 1-1 0 0,0-1 1 0 0,-1 0 0 0 0,1 0-1 0 0,0 1 1 0 0,-1-1-1 0 0,1 0 1 0 0,-1 1 0 0 0,0-1-1 0 0,1 0 1 0 0,-1 1-1 0 0,0-1 1 0 0,0 1-1 0 0,0-1 1 0 0,0 1 0 0 0,0-1-1 0 0,0 3 1 0 0,-1 4-13 0 0,-1 0 1 0 0,0-1-1 0 0,-1 1 1 0 0,1 0-1 0 0,-5 7 1 0 0,1-1-3 0 0,-7 16 13 0 0,-1-1-1 0 0,-1-1 1 0 0,-29 40 0 0 0,-66 75-14 0 0,17-23-113 0 0,-67 122-351 0 0,116-181-466 0 0,43-58 719 0 0,-1 0 0 0 0,1 1 0 0 0,0-1 0 0 0,0 1 0 0 0,0 0 0 0 0,0-1 1 0 0,1 1-1 0 0,-1 0 0 0 0,1-1 0 0 0,0 6 0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9:25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0 144 1761 0 0,'28'-26'1478'0'0,"-17"15"-1208"0"0,-1 1 0 0 0,1 0 0 0 0,1 1 0 0 0,0 0 0 0 0,0 1 0 0 0,1 0 0 0 0,-1 1 0 0 0,22-9 0 0 0,-22 13-231 0 0,3-3-7 0 0,0 1 0 0 0,0 1 1 0 0,1 0-1 0 0,0 1 1 0 0,-1 1-1 0 0,1 1 0 0 0,0 0 1 0 0,0 1-1 0 0,0 0 0 0 0,0 2 1 0 0,26 4-1 0 0,0 8-3 0 0,-2 1 1 0 0,0 1-1 0 0,-1 3 1 0 0,40 24-1 0 0,-73-39-21 0 0,0-1 0 0 0,-1 1 0 0 0,0 0 0 0 0,0 0 0 0 0,0 1 0 0 0,0-1 0 0 0,-1 1 0 0 0,0 0 0 0 0,0 1-1 0 0,0-1 1 0 0,3 7 0 0 0,-6-9-5 0 0,0-1-1 0 0,-1 1 0 0 0,1-1 1 0 0,-1 1-1 0 0,0-1 0 0 0,0 1 1 0 0,0-1-1 0 0,0 1 0 0 0,0 0 0 0 0,-1-1 1 0 0,1 1-1 0 0,-1-1 0 0 0,0 1 1 0 0,1-1-1 0 0,-1 1 0 0 0,0-1 1 0 0,0 0-1 0 0,-1 1 0 0 0,1-1 1 0 0,-1 0-1 0 0,1 0 0 0 0,-1 0 0 0 0,1 0 1 0 0,-1 0-1 0 0,0 0 0 0 0,0-1 1 0 0,-4 4-1 0 0,-5 5 7 0 0,-1-1 1 0 0,0-1-1 0 0,-1 0 0 0 0,0 0 1 0 0,0-1-1 0 0,0-1 0 0 0,-1 0 1 0 0,0-1-1 0 0,0 0 0 0 0,-16 2 1 0 0,8-3-132 0 0,0 0 1 0 0,0-2 0 0 0,-1-1-1 0 0,1-1 1 0 0,0-1-1 0 0,-33-5 1 0 0,-47-10-1693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9:26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1 444 1281 0 0,'0'-1'130'0'0,"0"0"0"0"0,0 1 0 0 0,0-1 0 0 0,0 0 0 0 0,0 0 0 0 0,0 0 0 0 0,0 0 0 0 0,0 1 0 0 0,0-1 0 0 0,1 0 1 0 0,-1 0-1 0 0,0 1 0 0 0,1-1 0 0 0,-1 0 0 0 0,0 1 0 0 0,1-1 0 0 0,-1 0 0 0 0,1 1 0 0 0,-1-1 0 0 0,1 0 0 0 0,0 1 1 0 0,-1-1-1 0 0,1 1 0 0 0,-1-1 0 0 0,1 1 0 0 0,0-1 0 0 0,0 1 0 0 0,-1 0 0 0 0,2-1 0 0 0,-1 0-103 0 0,0 1 0 0 0,0 0 0 0 0,0-1 0 0 0,0 1 0 0 0,-1-1 0 0 0,1 1-1 0 0,0-1 1 0 0,0 0 0 0 0,-1 1 0 0 0,1-1 0 0 0,0 0 0 0 0,-1 1 0 0 0,1-1-1 0 0,-1 0 1 0 0,1 0 0 0 0,-1 0 0 0 0,1 0 0 0 0,-1 1 0 0 0,0-1 0 0 0,1 0 0 0 0,-1 0-1 0 0,0 0 1 0 0,0 0 0 0 0,1 0 0 0 0,-1 0 0 0 0,0 0 0 0 0,0 0 0 0 0,0 0 0 0 0,-1-1-1 0 0,2-1-38 0 0,1 1-1 0 0,-1 0 0 0 0,0 0 0 0 0,0 0 1 0 0,1 0-1 0 0,-1 0 0 0 0,1 0 0 0 0,0 0 1 0 0,0 1-1 0 0,-1-1 0 0 0,1 1 0 0 0,0-1 1 0 0,0 1-1 0 0,0 0 0 0 0,1-1 0 0 0,-1 1 1 0 0,4-1-1 0 0,8-7-64 0 0,-7 4 63 0 0,1-1 1 0 0,-1 1 0 0 0,1 0-1 0 0,16-6 1 0 0,-20 5 80 0 0,-4 6-58 0 0,1-1 1 0 0,-1 1 0 0 0,0-1 0 0 0,0 1 0 0 0,1-1-1 0 0,-1 1 1 0 0,0 0 0 0 0,1-1 0 0 0,-1 1 0 0 0,1-1-1 0 0,-1 1 1 0 0,0 0 0 0 0,1-1 0 0 0,-1 1 0 0 0,1 0-1 0 0,-1 0 1 0 0,1-1 0 0 0,-1 1 0 0 0,1 0 0 0 0,-1 0-1 0 0,1 0 1 0 0,-1 0 0 0 0,1 0 0 0 0,-1-1 0 0 0,1 1-1 0 0,-1 0 1 0 0,1 0 0 0 0,-1 0 0 0 0,2 1 0 0 0,15-6 96 0 0,30-22 55 0 0,-21 12-48 0 0,30-21 0 0 0,-47 30-101 0 0,0 1 0 0 0,0 0 0 0 0,0 0 1 0 0,18-6-1 0 0,-21 9-2 0 0,1 0 1 0 0,-1-1-1 0 0,0 0 1 0 0,1 0-1 0 0,-1 0 1 0 0,0-1-1 0 0,-1 0 1 0 0,1 0-1 0 0,-1 0 0 0 0,0-1 1 0 0,5-5-1 0 0,-5 5 5 0 0,0 0-1 0 0,1 0 0 0 0,-1 1 0 0 0,12-7 0 0 0,20-16 62 0 0,-6 0 12 0 0,14-13-16 0 0,-43 30-72 0 0,-2 10 0 0 0,0-1 1 0 0,0 1-1 0 0,0-1 1 0 0,1 0 0 0 0,-1 1-1 0 0,0-1 1 0 0,0 1 0 0 0,0-1-1 0 0,0 0 1 0 0,0 1 0 0 0,1-1-1 0 0,-1 1 1 0 0,0-1-1 0 0,0 1 1 0 0,1-1 0 0 0,-1 1-1 0 0,0-1 1 0 0,1 1 0 0 0,-1-1-1 0 0,1 1 1 0 0,0-1 0 0 0,10-4 122 0 0,-22 10-20 0 0,10-4-99 0 0,1 0-1 0 0,-1 0 0 0 0,1 0 1 0 0,-1 0-1 0 0,1 0 1 0 0,-1 0-1 0 0,1 0 0 0 0,0 0 1 0 0,-1 0-1 0 0,1 0 1 0 0,0 0-1 0 0,0 1 0 0 0,0-1 1 0 0,0 0-1 0 0,0 0 1 0 0,0 0-1 0 0,0 0 0 0 0,0 0 1 0 0,1 2-1 0 0,-1 7 9 0 0,0-9-12 0 0,1 16 18 0 0,-1 0 0 0 0,0 0 0 0 0,-2 0-1 0 0,0 0 1 0 0,-1-1 0 0 0,0 1 0 0 0,-1-1 0 0 0,-9 22-1 0 0,7-23 8 0 0,1 0 0 0 0,-6 25-1 0 0,2-4-18 0 0,-1-12-11 0 0,8-21-1 0 0,0-1-1 0 0,1 1 1 0 0,-1 0 0 0 0,1 0-1 0 0,-1 1 1 0 0,1-1-1 0 0,0 0 1 0 0,1 0-1 0 0,-1 1 1 0 0,0-1-1 0 0,1 0 1 0 0,0 1 0 0 0,0-1-1 0 0,0 1 1 0 0,0-1-1 0 0,0 0 1 0 0,1 1-1 0 0,0-1 1 0 0,-1 0 0 0 0,1 0-1 0 0,2 5 1 0 0,0-3-61 0 0,-2-4 55 0 0,0 0 1 0 0,-1-1-1 0 0,1 1 0 0 0,0 0 0 0 0,-1 0 1 0 0,1 0-1 0 0,-1 0 0 0 0,1-1 1 0 0,-1 1-1 0 0,0 0 0 0 0,1 0 0 0 0,-1 0 1 0 0,0 0-1 0 0,0 0 0 0 0,1 0 1 0 0,-1 0-1 0 0,0 0 0 0 0,0 0 0 0 0,0 0 1 0 0,0 0-1 0 0,0 0 0 0 0,-1 0 1 0 0,1 0-1 0 0,0 0 0 0 0,0 0 0 0 0,-1 0 1 0 0,1 0-1 0 0,0 0 0 0 0,-1 0 1 0 0,1 0-1 0 0,-1 0 0 0 0,1 0 1 0 0,-1 0-1 0 0,0-1 0 0 0,1 1 0 0 0,-1 0 1 0 0,0 0-1 0 0,1-1 0 0 0,-1 1 1 0 0,-1 0-1 0 0,2 0-33 0 0,-1 0 1 0 0,1-1-1 0 0,0 1 1 0 0,-1-1-1 0 0,1 1 1 0 0,0 0 0 0 0,-1-1-1 0 0,1 1 1 0 0,-1-1-1 0 0,1 1 1 0 0,-1-1-1 0 0,1 1 1 0 0,-1-1-1 0 0,1 0 1 0 0,-1 1-1 0 0,0-1 1 0 0,1 1-1 0 0,-1-1 1 0 0,0 0-1 0 0,1 0 1 0 0,-1 1 0 0 0,0-1-1 0 0,1 0 1 0 0,-1 0-1 0 0,0 0 1 0 0,1 0-1 0 0,-1 0 1 0 0,0 0-1 0 0,1 0 1 0 0,-1 0-1 0 0,0 0 1 0 0,0 0-1 0 0,1 0 1 0 0,-1 0 0 0 0,0-1-1 0 0,1 1 1 0 0,-1 0-1 0 0,0 0 1 0 0,1-1-1 0 0,-1 1 1 0 0,1-1-1 0 0,-1 1 1 0 0,1 0-1 0 0,-2-2 1 0 0,2 2-102 0 0,-1 0 0 0 0,1 0 1 0 0,0-1-1 0 0,0 1 0 0 0,-1 0 1 0 0,1 0-1 0 0,0-1 0 0 0,-1 1 1 0 0,1 0-1 0 0,0-1 0 0 0,0 1 0 0 0,0 0 1 0 0,-1-1-1 0 0,1 1 0 0 0,0-1 1 0 0,0 1-1 0 0,0 0 0 0 0,0-1 0 0 0,0 1 1 0 0,0-1-1 0 0,0 1 0 0 0,0 0 1 0 0,0-1-1 0 0,0 1 0 0 0,0-1 0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9:27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53 378 1521 0 0,'4'-4'326'0'0,"0"0"1"0"0,-1 1 0 0 0,0-2-1 0 0,0 1 1 0 0,4-9-1 0 0,-5 9-173 0 0,1 0-1 0 0,-1 0 0 0 0,1 0 0 0 0,0 0 0 0 0,0 0 1 0 0,0 1-1 0 0,1-1 0 0 0,-1 1 0 0 0,5-3 0 0 0,11-7 85 0 0,-10 8-139 0 0,-1 0 1 0 0,1-1-1 0 0,-1 0 1 0 0,-1-1-1 0 0,9-8 0 0 0,75-78 354 0 0,-22 25-197 0 0,-59 59-236 0 0,0 1 0 0 0,1 0-1 0 0,0 1 1 0 0,20-11 0 0 0,2-1-6 0 0,-27 16-6 0 0,0 1-1 0 0,1-1 1 0 0,0 1 0 0 0,0 0-1 0 0,10-1 1 0 0,-13 2-4 0 0,0 1 0 0 0,0-1 0 0 0,0 1 0 0 0,0 0 0 0 0,0 0 1 0 0,0 0-1 0 0,0 0 0 0 0,0 1 0 0 0,-1-1 0 0 0,1 1 0 0 0,0 0 0 0 0,5 2 0 0 0,5 3-1 0 0,12 7-1 0 0,-25-12-2 0 0,0 0 1 0 0,-1 0-1 0 0,1 0 1 0 0,0-1-1 0 0,-1 1 0 0 0,1 0 1 0 0,-1 0-1 0 0,1 0 1 0 0,-1 0-1 0 0,0 0 1 0 0,1 0-1 0 0,-1 0 1 0 0,0 0-1 0 0,0 0 0 0 0,0 0 1 0 0,1 0-1 0 0,-1 0 1 0 0,0 0-1 0 0,0 0 1 0 0,-1 0-1 0 0,1 0 1 0 0,0 0-1 0 0,0 0 1 0 0,0 0-1 0 0,-1 0 0 0 0,1 0 1 0 0,0 0-1 0 0,-1 1 1 0 0,-5 9-8 0 0,0 0 0 0 0,0 0 1 0 0,-1-1-1 0 0,0 0 0 0 0,0 0 1 0 0,-1-1-1 0 0,-1 0 0 0 0,0 0 1 0 0,0-1-1 0 0,0 0 0 0 0,-1-1 0 0 0,-1 0 1 0 0,1 0-1 0 0,-1-1 0 0 0,0-1 1 0 0,-16 6-1 0 0,-7 2 42 0 0,0-2 0 0 0,0-2 0 0 0,-1-1 1 0 0,-51 5-1 0 0,69-11 52 0 0,0 0-1 0 0,1-2 1 0 0,-1 0 0 0 0,0 0 0 0 0,0-2-1 0 0,-20-4 1 0 0,25 1-41 0 0,18 1-50 0 0,25-4-30 0 0,-25 7 43 0 0,79-16-8 0 0,105-4-26 0 0,-86 18-241 0 0,138 13 0 0 0,-221-8 213 0 0,7 0-71 0 0,35 9-1 0 0,-54-9 96 0 0,-1 1 0 0 0,1 0-1 0 0,-1 0 1 0 0,0 1 0 0 0,0 0 0 0 0,0 1-1 0 0,14 9 1 0 0,-20-12 25 0 0,0 0-1 0 0,1 0 0 0 0,-1 0 1 0 0,0 0-1 0 0,0 0 0 0 0,0 1 1 0 0,0-1-1 0 0,0 0 0 0 0,-1 1 1 0 0,1 0-1 0 0,-1-1 0 0 0,0 1 1 0 0,2 5-1 0 0,-2-6 3 0 0,-1 0 1 0 0,0 0-1 0 0,0-1 0 0 0,0 1 0 0 0,0 0 0 0 0,0 0 0 0 0,0 0 0 0 0,-1 0 1 0 0,1 0-1 0 0,0-1 0 0 0,-1 1 0 0 0,0 0 0 0 0,1 0 0 0 0,-1-1 1 0 0,0 1-1 0 0,0 0 0 0 0,-1 1 0 0 0,-2 2 7 0 0,-1-1 0 0 0,1 1 0 0 0,-1-1-1 0 0,0 0 1 0 0,1-1 0 0 0,-2 1 0 0 0,1-1 0 0 0,0 0 0 0 0,-1 0 0 0 0,1-1-1 0 0,-1 0 1 0 0,-8 3 0 0 0,-36 8 126 0 0,-1-2-1 0 0,0-3 1 0 0,-55 3-1 0 0,-156-4 127 0 0,128-11-229 0 0,66 1-448 0 0,-71 6 1 0 0,139-3 385 0 0,-1 0-1 0 0,1 0 1 0 0,0-1 0 0 0,0 1-1 0 0,-1 0 1 0 0,1 0 0 0 0,0 0-1 0 0,0 0 1 0 0,-1 0 0 0 0,1 0-1 0 0,0 0 1 0 0,0 0 0 0 0,-1 0-1 0 0,1 0 1 0 0,0 0 0 0 0,-1 0-1 0 0,1 0 1 0 0,0 1 0 0 0,0-1-1 0 0,-1 0 1 0 0,1 0-1 0 0,0 0 1 0 0,0 0 0 0 0,0 0-1 0 0,-1 0 1 0 0,1 1 0 0 0,0-1-1 0 0,0 0 1 0 0,0 0 0 0 0,-1 0-1 0 0,1 1 1 0 0,0-1 0 0 0,0 0-1 0 0,0 0 1 0 0,0 1 0 0 0,0-1-1 0 0,-1 0 1 0 0,1 0 0 0 0,0 1-1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9:29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1 381 3121 0 0,'4'-16'434'0'0,"0"1"-226"0"0,0 1-1 0 0,0-1 1 0 0,2 1-1 0 0,0 1 0 0 0,0-1 1 0 0,1 1-1 0 0,1 0 0 0 0,0 0 1 0 0,15-17-1 0 0,57-69 73 0 0,-60 68-181 0 0,-18 27-83 0 0,0-1-1 0 0,1 1 1 0 0,-1 0-1 0 0,1 0 1 0 0,0 1-1 0 0,0-1 0 0 0,0 1 1 0 0,1-1-1 0 0,4-2 1 0 0,41-18 131 0 0,-40 13-121 0 0,9 7 28 0 0,-18 4-54 0 0,0 0 0 0 0,1 0 1 0 0,-1 0-1 0 0,0 1 0 0 0,1-1 1 0 0,-1 0-1 0 0,0 1 0 0 0,1-1 1 0 0,-1 0-1 0 0,0 0 0 0 0,1 1 1 0 0,-1-1-1 0 0,0 1 0 0 0,0-1 1 0 0,1 0-1 0 0,-1 1 0 0 0,0-1 1 0 0,0 1-1 0 0,0-1 0 0 0,0 0 1 0 0,0 1-1 0 0,0-1 1 0 0,0 1-1 0 0,1-1 0 0 0,-1 1 1 0 0,0-1-1 0 0,-1 0 0 0 0,1 1 1 0 0,0-1-1 0 0,0 1 0 0 0,0-1 1 0 0,0 1-1 0 0,0-1 0 0 0,0 0 1 0 0,-1 1-1 0 0,1 5 1 0 0,0 184 92 0 0,-1-174-78 0 0,0 0 1 0 0,-2 0-1 0 0,-5 25 0 0 0,4-26-14 0 0,0 1 1 0 0,2-1-1 0 0,-2 25 1 0 0,4 78-816 0 0,0-133-613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9:29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34 560 0 0,'-27'0'2321'0'0,"27"-5"1521"0"0,27 5-3202 0 0,26 0-239 0 0,27 0-321 0 0,54-5-641 0 0,127-19-5041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9:30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97 1521 0 0,'-122'-27'6084'0'0,"88"21"-6032"0"0,30 5 1175 0 0,221 0-840 0 0,879-44-987 0 0,-860 29-1881 0 0,-196 15-668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9:31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1921 0 0,'0'22'1921'0'0,"0"29"160"0"0,0 29-881 0 0,27-7-1040 0 0,-27 0-160 0 0,0-7 0 0 0,0-3 0 0 0,0-2 0 0 0,0-22-320 0 0,27-10-640 0 0,26-17-3282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9:32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321 182 4082 0 0,'0'-8'606'0'0,"-1"5"-471"0"0,1 0 0 0 0,0-1 0 0 0,-1 1 0 0 0,1-1-1 0 0,1 1 1 0 0,-1-1 0 0 0,0 1 0 0 0,1 0 0 0 0,0-1 0 0 0,0 1 0 0 0,0 0 0 0 0,0-1-1 0 0,0 1 1 0 0,1 0 0 0 0,-1 0 0 0 0,1 0 0 0 0,0 0 0 0 0,0 0 0 0 0,0 1 0 0 0,0-1-1 0 0,1 0 1 0 0,3-2 0 0 0,18-13-281 0 0,2 2-1 0 0,47-24 0 0 0,-63 35 160 0 0,34-11-13 0 0,-41 13 1 0 0,-2 2-1 0 0,-9 18 13 0 0,-11 13 3 0 0,-2 0 0 0 0,-1-1 1 0 0,-1-1-1 0 0,-28 26 0 0 0,-40 47 36 0 0,7 0-39 0 0,-94 122-39 0 0,174-216 1 0 0,-1-1 0 0 0,2 1 0 0 0,-1 0 1 0 0,1 0-1 0 0,0 0 0 0 0,0 0 0 0 0,-2 11 0 0 0,5-17-51 0 0,-1 1 1 0 0,1 0-1 0 0,0-1 0 0 0,-1 1 0 0 0,1 0 0 0 0,0-1 0 0 0,0 1 0 0 0,0 0 0 0 0,0 0 0 0 0,1-1 1 0 0,-1 1-1 0 0,0 0 0 0 0,1-1 0 0 0,-1 1 0 0 0,1 0 0 0 0,-1-1 0 0 0,1 1 0 0 0,0-1 0 0 0,0 1 1 0 0,0-1-1 0 0,0 1 0 0 0,0-1 0 0 0,0 0 0 0 0,0 1 0 0 0,0-1 0 0 0,0 0 0 0 0,1 0 0 0 0,-1 0 0 0 0,0 0 1 0 0,1 0-1 0 0,-1 0 0 0 0,1 0 0 0 0,-1 0 0 0 0,4 0 0 0 0,-3 0-372 0 0,0-1 0 0 0,0 1 0 0 0,1-1-1 0 0,-1 0 1 0 0,0 0 0 0 0,1 0 0 0 0,-1-1-1 0 0,0 1 1 0 0,4-1 0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9:32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329 115 480 0 0,'0'-4'337'0'0,"0"0"-1"0"0,0-1 0 0 0,1 1 1 0 0,-1 0-1 0 0,1 0 1 0 0,0 0-1 0 0,0 0 1 0 0,1 0-1 0 0,-1 0 0 0 0,1 0 1 0 0,0 0-1 0 0,0 0 1 0 0,0 1-1 0 0,0-1 0 0 0,1 1 1 0 0,0 0-1 0 0,4-5 1 0 0,-2 4-241 0 0,0 0 1 0 0,0 0 0 0 0,1 1 0 0 0,0 0-1 0 0,-1 0 1 0 0,1 0 0 0 0,0 0-1 0 0,1 1 1 0 0,-1 0 0 0 0,8-1-1 0 0,5 0-150 0 0,-1 1-1 0 0,1 1 0 0 0,-1 0 1 0 0,1 1-1 0 0,-1 2 0 0 0,36 6 1 0 0,-32-4 57 0 0,-1 2 0 0 0,0 1 1 0 0,0 0-1 0 0,37 20 0 0 0,-51-24-3 0 0,0 1 0 0 0,-1 0 0 0 0,1 1 0 0 0,-1 0-1 0 0,0 0 1 0 0,0 0 0 0 0,-1 0 0 0 0,1 1 0 0 0,-1 0-1 0 0,-1 0 1 0 0,1 1 0 0 0,-1-1 0 0 0,0 1 0 0 0,0 0-1 0 0,-1 0 1 0 0,5 15 0 0 0,-7-17 5 0 0,-1 0 1 0 0,1 0-1 0 0,-1 0 1 0 0,0 0-1 0 0,0 0 1 0 0,-1 0-1 0 0,0-1 1 0 0,1 1-1 0 0,-2 0 1 0 0,1 0-1 0 0,0 0 0 0 0,-1-1 1 0 0,0 1-1 0 0,0-1 1 0 0,-1 1-1 0 0,1-1 1 0 0,-1 0-1 0 0,0 0 1 0 0,0 0-1 0 0,0 0 1 0 0,-6 5-1 0 0,-3 3 42 0 0,-1-1-1 0 0,-1-1 1 0 0,0 1 0 0 0,0-2-1 0 0,-21 10 1 0 0,-13 4 91 0 0,0-3 0 0 0,-57 16 0 0 0,-106 19 115 0 0,170-46-296 0 0,-1-2-1 0 0,0-1 1 0 0,-64 0 0 0 0,102-6 15 0 0,0 0-1 0 0,0 0 1 0 0,0 0 0 0 0,0-1 0 0 0,0 1 0 0 0,0-1-1 0 0,0 0 1 0 0,0 0 0 0 0,-6-3 0 0 0,10 3 12 0 0,-1 1 1 0 0,1 0-1 0 0,0 0 1 0 0,0-1-1 0 0,-1 1 1 0 0,1 0-1 0 0,0-1 0 0 0,0 1 1 0 0,0 0-1 0 0,-1-1 1 0 0,1 1-1 0 0,0 0 1 0 0,0-1-1 0 0,0 1 0 0 0,0-1 1 0 0,0 1-1 0 0,0 0 1 0 0,0-1-1 0 0,0 1 1 0 0,0-1-1 0 0,0 1 0 0 0,0 0 1 0 0,0-1-1 0 0,0 1 1 0 0,0 0-1 0 0,0-1 1 0 0,0 1-1 0 0,1-1 1 0 0,-1 1-1 0 0,0-1 0 0 0,17-18-1100 0 0,32-24-2726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9:33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27 454 480 0 0,'-5'7'4348'0'0,"-10"-3"-3518"0"0,13-3-379 0 0,-3 3 43 0 0,5-3-294 0 0,5-1-120 0 0,8 0-22 0 0,1 0-1 0 0,0-1 1 0 0,0-1-1 0 0,0 0 0 0 0,-1-1 1 0 0,1 0-1 0 0,-1-1 1 0 0,0-1-1 0 0,0 0 1 0 0,0-1-1 0 0,-1 0 1 0 0,14-10-1 0 0,19-20 68 0 0,-3-3-1 0 0,45-51 1 0 0,-67 67-45 0 0,0-1 0 0 0,28-47 0 0 0,-40 60-73 0 0,1-1 0 0 0,0 1 0 0 0,0 0 1 0 0,1 1-1 0 0,1 0 0 0 0,0 0 0 0 0,0 1 0 0 0,0 1 0 0 0,1 0 1 0 0,1 0-1 0 0,-1 2 0 0 0,17-8 0 0 0,-7 7 33 0 0,-15 10-93 0 0,-5 0 53 0 0,5-1-1 0 0,4 5 2 0 0,-10-5-2 0 0,0 1 0 0 0,0-1-1 0 0,-1 1 1 0 0,1-1-1 0 0,-1 1 1 0 0,0 0 0 0 0,1-1-1 0 0,-1 1 1 0 0,-1 2-1 0 0,2 12-14 0 0,0 5 2 0 0,-1 1-1 0 0,-1 0 0 0 0,-1 0 1 0 0,-1-1-1 0 0,-1 1 0 0 0,-1-1 1 0 0,-8 22-1 0 0,4-21-10 0 0,-9 37 1 0 0,16-47 17 0 0,-2 0 1 0 0,0 0 0 0 0,0 0-1 0 0,-2 0 1 0 0,1-1-1 0 0,-1 0 1 0 0,-1 0 0 0 0,-8 11-1 0 0,8-14-45 0 0,5-7 2 0 0,0 0 0 0 0,0 0-1 0 0,0 0 1 0 0,1 0 0 0 0,-1 0 0 0 0,1 1-1 0 0,0-1 1 0 0,0 0 0 0 0,0 1-1 0 0,0-1 1 0 0,0 1 0 0 0,0-1-1 0 0,0 1 1 0 0,1 0 0 0 0,0-1 0 0 0,-1 4-1 0 0,-2-6-829 0 0,-15-4-841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9:33.3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34 3121 0 0,'-27'0'4242'0'0,"54"0"-3841"0"0,26-5-241 0 0,81 0-160 0 0,154-7-721 0 0,-75 0-1200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0:00.5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504 0 640 0 0,'0'8'4136'0'0,"0"24"-3323"0"0,0-28-786 0 0,1 6 31 0 0,-1-12 197 0 0,0 1-234 0 0,0 1 0 0 0,0-1-1 0 0,0 1 1 0 0,0-1 0 0 0,0 1 0 0 0,0-1 0 0 0,0 0 0 0 0,0 1 0 0 0,-1-1 0 0 0,1 1 0 0 0,0-1 0 0 0,0 1 0 0 0,0-1 0 0 0,-1 1 0 0 0,1-1 0 0 0,0 1 0 0 0,-1-1 0 0 0,1 1 0 0 0,0-1 0 0 0,-1 1 0 0 0,0-1 0 0 0,-6 0 34 0 0,4 1-33 0 0,0 0 1 0 0,-1 0-1 0 0,1-1 0 0 0,0 1 0 0 0,-1-1 0 0 0,1 0 0 0 0,0 0 0 0 0,0 0 0 0 0,0 0 0 0 0,0-1 0 0 0,-4-1 0 0 0,6 2-19 0 0,1 0 1 0 0,-1 1-1 0 0,0-1 0 0 0,0 0 1 0 0,0 1-1 0 0,1-1 1 0 0,-1 1-1 0 0,0 0 1 0 0,0-1-1 0 0,0 1 1 0 0,0 0-1 0 0,0-1 0 0 0,0 1 1 0 0,0 0-1 0 0,0 0 1 0 0,0 0-1 0 0,0 0 1 0 0,0 0-1 0 0,0 0 0 0 0,-2 0 1 0 0,2 0 4 0 0,-4-3 18 0 0,5 1 28 0 0,-4-3-41 0 0,-67 11 0 0 0,32-7 42 0 0,24 0-40 0 0,0 1 0 0 0,0 1 0 0 0,0 0 0 0 0,0 1 0 0 0,0 0 1 0 0,-16 5-1 0 0,27-5-14 0 0,0-1 1 0 0,0 1 0 0 0,0-1 0 0 0,1 1 0 0 0,-1 0 0 0 0,0 1 0 0 0,-5 3-1 0 0,-13 9-29 0 0,19-13 33 0 0,-1 0 0 0 0,1 1 0 0 0,0-1 0 0 0,0 1 0 0 0,0 0 0 0 0,-3 4 0 0 0,3-4 0 0 0,1 0 0 0 0,0-1 0 0 0,-1 1 0 0 0,1-1 0 0 0,-1 0 0 0 0,0 0 0 0 0,0 0 0 0 0,-3 2 0 0 0,0-2-5 0 0,1 0 0 0 0,0 1 0 0 0,0 0 0 0 0,0 0 0 0 0,0 0 0 0 0,0 1 0 0 0,-4 3 0 0 0,-17 22-66 0 0,24-26 65 0 0,1 0 0 0 0,0 0 0 0 0,0 0 0 0 0,0 0 0 0 0,1 0 0 0 0,-1 0 0 0 0,1 0 0 0 0,-1 1 0 0 0,1-1 0 0 0,0 0 0 0 0,0 0 0 0 0,1 0 0 0 0,0 6 0 0 0,0 4-12 0 0,-1 238-54 0 0,0-249 67 0 0,0 0 0 0 0,0 0 0 0 0,1-1 0 0 0,-1 1 1 0 0,0 0-1 0 0,1 0 0 0 0,-1-1 0 0 0,1 1 0 0 0,-1-1 0 0 0,1 1 0 0 0,0 0 0 0 0,0-1 0 0 0,0 1 0 0 0,0-1 0 0 0,0 0 0 0 0,0 1 0 0 0,3 2 0 0 0,-3-3 0 0 0,0 0-1 0 0,0 0 0 0 0,0 1 0 0 0,0-1 0 0 0,0 0 1 0 0,0 1-1 0 0,0-1 0 0 0,0 1 0 0 0,0 0 0 0 0,-1-1 0 0 0,1 1 1 0 0,-1 0-1 0 0,1-1 0 0 0,-1 1 0 0 0,0 0 0 0 0,1-1 1 0 0,-1 5-1 0 0,0-3 0 0 0,1 0 0 0 0,-1 0 1 0 0,1 0-1 0 0,0 0 0 0 0,0 0 1 0 0,0 0-1 0 0,1 0 0 0 0,-1 0 0 0 0,1 0 1 0 0,-1 0-1 0 0,1-1 0 0 0,0 1 1 0 0,0-1-1 0 0,4 5 0 0 0,42 35 23 0 0,-18-17-87 0 0,-23-19 64 0 0,0 1-1 0 0,0 0 0 0 0,-1 0 0 0 0,0 1 0 0 0,0 0 0 0 0,4 8 0 0 0,-9-11 6 0 0,1-1-1 0 0,-1 0 1 0 0,1 0-1 0 0,0 0 1 0 0,0 0-1 0 0,1 0 1 0 0,-1 0-1 0 0,1-1 1 0 0,0 1-1 0 0,-1-1 1 0 0,2 1-1 0 0,-1-1 1 0 0,0 0-1 0 0,1-1 1 0 0,-1 1-1 0 0,1 0 1 0 0,0-1-1 0 0,6 3 1 0 0,7 3-39 0 0,-12-6 33 0 0,-1 0 0 0 0,0 0 0 0 0,-1 0 0 0 0,1 0 1 0 0,0 1-1 0 0,-1 0 0 0 0,1-1 0 0 0,-1 1 0 0 0,4 4 0 0 0,-4-4 10 0 0,0-1 0 0 0,1 0-1 0 0,-1 0 1 0 0,1 0-1 0 0,-1 0 1 0 0,1-1 0 0 0,5 3-1 0 0,-5-3-6 0 0,0 0-1 0 0,-1 0 1 0 0,1 1 0 0 0,0 0-1 0 0,-1 0 1 0 0,0 0-1 0 0,1 0 1 0 0,-1 0 0 0 0,3 3-1 0 0,3 7 0 0 0,13 11-13 0 0,1 0-41 0 0,-21-20 54 0 0,1 1 0 0 0,-1-1 0 0 0,1-1 0 0 0,0 1 0 0 0,0 0 0 0 0,0-1 0 0 0,0 1 0 0 0,5 2 0 0 0,-4-3 3 0 0,-1 0-1 0 0,0 0 0 0 0,0 0 0 0 0,0 1 0 0 0,0 0 0 0 0,0-1 0 0 0,4 7 0 0 0,17 14-5 0 0,-6-11 10 0 0,-12-7-1 0 0,0-1-1 0 0,1 0 1 0 0,-1 0 0 0 0,1-1 0 0 0,0 1 0 0 0,0-1-1 0 0,14 3 1 0 0,-6-3-7 0 0,-9-3 0 0 0,-1 1 0 0 0,0 0 0 0 0,0 1 0 0 0,0-1 0 0 0,0 1 0 0 0,0 0 0 0 0,0 0 0 0 0,0 0 0 0 0,-1 1 0 0 0,1-1 0 0 0,5 6 0 0 0,-3-4-15 0 0,1 0-1 0 0,-1-1 1 0 0,1 0 0 0 0,0 0 0 0 0,0 0 0 0 0,0-1-1 0 0,10 1 1 0 0,33 12 79 0 0,-36-11-47 0 0,0 0 0 0 0,0-2-1 0 0,0 1 1 0 0,0-2 0 0 0,0 0-1 0 0,1-1 1 0 0,-1 0 0 0 0,0-1-1 0 0,15-3 1 0 0,44-1-13 0 0,-8 5-9 0 0,237-6-54 0 0,-268 0 25 0 0,-1-2 0 0 0,0-1 0 0 0,-1-1 1 0 0,39-19-1 0 0,-64 26 35 0 0,-1-1 1 0 0,-1 0-1 0 0,1-1 0 0 0,0 0 0 0 0,-1 0 0 0 0,0 0 1 0 0,0 0-1 0 0,-1-1 0 0 0,6-7 0 0 0,5-4 11 0 0,-9 7 1 0 0,0 1-1 0 0,-1-1 1 0 0,0 0-1 0 0,-1 0 0 0 0,8-19 1 0 0,-8 17-14 0 0,-4 7 5 0 0,1 0 0 0 0,-1 0-1 0 0,1 0 1 0 0,-1 0 0 0 0,-1 0 0 0 0,1-1-1 0 0,-1 1 1 0 0,0 0 0 0 0,0-1-1 0 0,-1 1 1 0 0,1 0 0 0 0,-3-8 0 0 0,0 3 11 0 0,0-1 0 0 0,-1 1 0 0 0,0-1 1 0 0,-9-14-1 0 0,8 14 21 0 0,0 0 0 0 0,1 0 1 0 0,-4-16-1 0 0,6 18-13 0 0,0 1-1 0 0,-1-1 1 0 0,0 1 0 0 0,-1 0 0 0 0,0 0 0 0 0,-9-14-1 0 0,-8-2 89 0 0,-2 1-1 0 0,0 1 0 0 0,-1 1 1 0 0,-40-26-1 0 0,57 42-102 0 0,1 0 0 0 0,0 0 0 0 0,1-1 0 0 0,-6-6 0 0 0,-17-16 52 0 0,-19-6-9 0 0,-69-37 0 0 0,-31-22 23 0 0,132 82-63 0 0,-1 0-1 0 0,0 1 1 0 0,-1 0-1 0 0,0 2 1 0 0,-1 0-1 0 0,0 1 1 0 0,0 0-1 0 0,0 2 1 0 0,-1 0-1 0 0,0 1 1 0 0,0 1-1 0 0,0 1 1 0 0,-23 0-1 0 0,-5 3-146 0 0,1 1-1 0 0,-89 18 1 0 0,110-14-81 0 0,0 0 1 0 0,1 2 0 0 0,0 1-1 0 0,0 1 1 0 0,1 1 0 0 0,-43 27-1 0 0,35-10-1516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0:21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1681 0 0,'4'11'396'0'0,"18"44"389"0"0,35 65 0 0 0,-49-106-743 0 0,0 0 1 0 0,1-1-1 0 0,0 0 0 0 0,1 0 0 0 0,1-1 0 0 0,0-1 0 0 0,0 0 0 0 0,1 0 0 0 0,20 13 1 0 0,-20-18 24 0 0,-11-6-60 0 0,0 1-1 0 0,1-1 1 0 0,-1 0 0 0 0,0 1-1 0 0,0 0 1 0 0,0-1-1 0 0,0 1 1 0 0,0 0 0 0 0,0-1-1 0 0,0 1 1 0 0,0 0 0 0 0,0 0-1 0 0,0 0 1 0 0,0 0-1 0 0,0 0 1 0 0,-1 0 0 0 0,2 1-1 0 0,-7-1 74 0 0,-7 0 33 0 0,17 3 23 0 0,32 9 123 0 0,-5-3-153 0 0,-11-3-78 0 0,-1-1 1 0 0,1-1 0 0 0,26 3-1 0 0,0 0 31 0 0,80 17 82 0 0,114 27 96 0 0,-182-37-145 0 0,-2 4 0 0 0,63 28 0 0 0,-85-29 18 0 0,40 27 0 0 0,-53-30-58 0 0,0-2 0 0 0,1 0 1 0 0,1-1-1 0 0,0-1 0 0 0,26 7 1 0 0,-32-13-26 0 0,16 4 233 0 0,42 17-1 0 0,-55-17-279 0 0,1 0 0 0 0,0-2 0 0 0,1-1 0 0 0,32 5 0 0 0,-11-2 67 0 0,-20-4 10 0 0,-1 2 0 0 0,1 1-1 0 0,34 15 1 0 0,-34-13-29 0 0,2-1 0 0 0,-1-1 0 0 0,1-1 1 0 0,0-2-1 0 0,53 5 0 0 0,-50-7-24 0 0,132 13 28 0 0,104 17 110 0 0,-205-22-62 0 0,329 68 227 0 0,324 46 79 0 0,-656-115-332 0 0,95 31-1 0 0,-70-16 44 0 0,-37-12-39 0 0,73 32 1 0 0,-69-24-3 0 0,2-3 0 0 0,65 15 0 0 0,36 13 29 0 0,-36-14-62 0 0,-23-7 34 0 0,-4 1-33 0 0,1-3 1 0 0,107 11-1 0 0,-116-21-17 0 0,-27-7-17 0 0,0-3 0 0 0,72-4 0 0 0,12-1-40 0 0,254 0 136 0 0,-127-2-39 0 0,-21 2-94 0 0,124-18-39 0 0,-114-2 166 0 0,-63 4-67 0 0,16 5-2 0 0,-15 2-35 0 0,-178 10 31 0 0,518-69-107 0 0,-357 40 174 0 0,-79 15-55 0 0,162-15-75 0 0,16-2 99 0 0,126-41 50 0 0,-138 32-142 0 0,137-26 98 0 0,-200 24-49 0 0,-170 37-3 0 0,88-20 85 0 0,164-15-1 0 0,-223 35-81 0 0,-23 3 0 0 0,-26 3 0 0 0,0 0 0 0 0,1-1 0 0 0,-1 0 0 0 0,0-1 0 0 0,12-4 0 0 0,106-30-62 0 0,64 3 96 0 0,-120 24-51 0 0,0-4-1 0 0,135-43 1 0 0,126-53-50 0 0,-309 102 99 0 0,43-18 0 0 0,10-6 65 0 0,-72 26-31 0 0,0-1-31 0 0,15-2 17 0 0,16-1-5 0 0,-13 6-174 0 0,-15 3-39 0 0,-1-1-1 0 0,1 0 1 0 0,-1 0 0 0 0,1 0 0 0 0,-1-1 0 0 0,0 0 0 0 0,0 0 0 0 0,1 0 0 0 0,6-5 0 0 0,-9 1-2102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0:28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79 1441 0 0,'-21'-5'3361'0'0,"42"-7"-3921"0"0,-21 0 560 0 0,27-3-240 0 0,-1-2-641 0 0,-26 0-1039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8:02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75 343 560 0 0,'-8'0'772'0'0,"0"0"0"0"0,0-1 0 0 0,0 0-1 0 0,-1 0 1 0 0,2-1 0 0 0,-16-5 0 0 0,22 7-788 0 0,-2-7-139 0 0,3 5 152 0 0,0 1 137 0 0,8 1-13 0 0,-1 0 1 0 0,0-1 0 0 0,0 1-1 0 0,0-2 1 0 0,13-3 0 0 0,-5 2-65 0 0,2 0 25 0 0,0 0 0 0 0,1 1 1 0 0,0 1-1 0 0,-1 0 0 0 0,33 4 0 0 0,57 4 12 0 0,1-2 17 0 0,-68-5-53 0 0,79 11-1 0 0,40 16-123 0 0,23 8 52 0 0,-151-28 14 0 0,-14-2 0 0 0,1-2 0 0 0,-1 0 0 0 0,1-1 0 0 0,0-1 0 0 0,23-1 0 0 0,39-5 79 0 0,0-4-78 0 0,-58 9-1 0 0,-13 3 0 0 0,13-1 14 0 0,4 1 39 0 0,-7-2-26 0 0,-11-1 40 0 0,14 3 52 0 0,-20-1-100 0 0,23-2 83 0 0,0 1-6 0 0,-24 2-69 0 0,1-1-19 0 0,23-1 34 0 0,0-2 17 0 0,-23-1-49 0 0,-1-1-15 0 0,24 2 21 0 0,19-3 66 0 0,-24 1-38 0 0,1 1 0 0 0,28 1 0 0 0,31 6-18 0 0,106-5 134 0 0,187-10 160 0 0,-173 19-248 0 0,-115-4 5 0 0,153-8 1 0 0,-131-2 2 0 0,-89 4-52 0 0,0 1-1 0 0,25 2 1 0 0,11 1 36 0 0,-9-4-63 0 0,-14 0 30 0 0,1 2-1 0 0,47 6 1 0 0,-12 3-22 0 0,-47-7 15 0 0,1-1 0 0 0,26-1-1 0 0,64 6-89 0 0,-13-15 51 0 0,13-1 16 0 0,-5 1-1 0 0,-63 5-73 0 0,69-15 0 0 0,-42-4 56 0 0,-38 11 20 0 0,2 0 37 0 0,55-26 0 0 0,-70 29-26 0 0,4 2 39 0 0,-1 2-26 0 0,-18 3 13 0 0,-4 2-80 0 0,0 2 40 0 0,5-2 53 0 0,70-1 40 0 0,267 0-93 0 0,-289 4 0 0 0,-31-3 14 0 0,-13-1 39 0 0,13 0-40 0 0,58 0 67 0 0,-38 1-120 0 0,72 11 0 0 0,23 15 187 0 0,-110-21-147 0 0,0-2-53 0 0,48 2 26 0 0,-70-6-40 0 0,-5-1-79 0 0,0-2 119 0 0,0 3 24 0 0,0-1 0 0 0,-1 1 0 0 0,1-1-1 0 0,0 1 1 0 0,0-1 0 0 0,0 1 0 0 0,-1-1 0 0 0,1 1-1 0 0,0-1 1 0 0,0 1 0 0 0,-1 0 0 0 0,1-1 0 0 0,0 1 0 0 0,-1-1-1 0 0,1 1 1 0 0,-1 0 0 0 0,1-1 0 0 0,0 1 0 0 0,-1 0 0 0 0,1 0-1 0 0,-1-1 1 0 0,1 1 0 0 0,-1 0 0 0 0,1 0 0 0 0,-1 0 0 0 0,1 0-1 0 0,-1 0 1 0 0,1-1 0 0 0,-1 1 0 0 0,1 0 0 0 0,-1 0 0 0 0,1 0-1 0 0,-1 0 1 0 0,0 1 0 0 0,1-1 0 0 0,-1 0 0 0 0,1 0 0 0 0,-1 0 0 0 0,1 0 0 0 0,-1 0 0 0 0,1 0 0 0 0,-1 0 0 0 0,1 0 0 0 0,-1 0 0 0 0,1-1 0 0 0,-1 1 0 0 0,1 0 0 0 0,-1 0 0 0 0,1 0 0 0 0,0 0 0 0 0,-1-1 0 0 0,1 1 0 0 0,-1 0 0 0 0,1-1 0 0 0,0 1 0 0 0,-1 0 0 0 0,1-1 0 0 0,0 1 0 0 0,-1 0 0 0 0,1-1 0 0 0,0 1 0 0 0,0 0 0 0 0,-1-1 0 0 0,1 1 0 0 0,0-1 0 0 0,0 1 0 0 0,-1-1 0 0 0,1 0 0 0 0,0 0-1 0 0,-1 0 1 0 0,0 0-1 0 0,1 0 1 0 0,-1 0-1 0 0,0 0 1 0 0,0 0-1 0 0,0 0 1 0 0,0 0-1 0 0,0 1 1 0 0,0-1-1 0 0,0 0 1 0 0,0 1-1 0 0,0-1 1 0 0,0 0-1 0 0,0 1 1 0 0,0-1-1 0 0,0 1 1 0 0,-2-1 0 0 0,0 0-11 0 0,-22-21-52 0 0,12 10 35 0 0,-1 1-1 0 0,-19-12 0 0 0,26 17 20 0 0,0 0 0 0 0,0 0-1 0 0,0-1 1 0 0,1 1-1 0 0,0-1 1 0 0,0-1-1 0 0,1 1 1 0 0,-1-1-1 0 0,-4-11 1 0 0,-7-8-144 0 0,13 22 67 0 0,0 1 0 0 0,0 0 0 0 0,-1 0-1 0 0,1 0 1 0 0,-1 1 0 0 0,0 0-1 0 0,0 0 1 0 0,-8-4 0 0 0,-14-9-562 0 0,-26-26-1750 0 0,0-3-1961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8:03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293 148 1040 0 0,'-4'0'1374'0'0,"-3"2"-1137"0"0,-1-1 1 0 0,1 1-1 0 0,0 0 0 0 0,0 1 0 0 0,0-1 0 0 0,0 1 0 0 0,1 1 0 0 0,-1-1 0 0 0,1 1 0 0 0,0 1 0 0 0,0-1 0 0 0,-11 11 0 0 0,12-2-202 0 0,5-10-49 0 0,1-7-47 0 0,3-1 47 0 0,2 1 18 0 0,-1 0-1 0 0,0-1 0 0 0,0 0 0 0 0,0 0 0 0 0,0 0 0 0 0,-1 0 0 0 0,0 0 0 0 0,4-7 0 0 0,26-53 40 0 0,-17 29-33 0 0,-16 35-10 0 0,0 0 0 0 0,-1-1 1 0 0,1 1-1 0 0,-1 0 0 0 0,1-1 1 0 0,-1 1-1 0 0,0-1 0 0 0,1 1 1 0 0,-1-1-1 0 0,0 1 0 0 0,0-1 1 0 0,0 1-1 0 0,0-1 0 0 0,0 1 1 0 0,0-1-1 0 0,0 1 0 0 0,-1-1 1 0 0,1 1-1 0 0,-1-1 0 0 0,1 1 1 0 0,-1-1-1 0 0,1 1 0 0 0,-1 0 1 0 0,0-1-1 0 0,1 1 0 0 0,-1 0 1 0 0,0 0-1 0 0,0-1 0 0 0,0 1 1 0 0,0 0-1 0 0,0 0 0 0 0,-1 0 1 0 0,1 0-1 0 0,0 0 1 0 0,0 1-1 0 0,-1-1 0 0 0,1 0 1 0 0,-3-1-1 0 0,4 2 4 0 0,-1 0 0 0 0,1-1 0 0 0,-1 1 0 0 0,1 0 0 0 0,-1 0 0 0 0,1-1 0 0 0,-1 1 0 0 0,1 0 0 0 0,-1 0 0 0 0,1 0 0 0 0,-1 0 0 0 0,1-1 0 0 0,-1 1 0 0 0,0 0 1 0 0,1 0-1 0 0,-1 0 0 0 0,1 0 0 0 0,-1 0 0 0 0,1 1 0 0 0,-1-1 0 0 0,0 0 0 0 0,1 0 0 0 0,-1 0 0 0 0,1 0 0 0 0,-1 1 0 0 0,1-1 0 0 0,-1 0 0 0 0,1 0 0 0 0,-1 1 0 0 0,1-1 0 0 0,-1 0 0 0 0,1 1 0 0 0,0-1 0 0 0,-1 1 0 0 0,1-1 0 0 0,-1 0 0 0 0,1 1 0 0 0,0-1 1 0 0,-1 2-1 0 0,-10 25 14 0 0,7-14 29 0 0,-18 19 16 0 0,19-30-62 0 0,1 1 0 0 0,-1 0 0 0 0,1-1 1 0 0,0 1-1 0 0,-1 0 0 0 0,2 1 0 0 0,-1-1 0 0 0,0 0 1 0 0,1 1-1 0 0,-1-1 0 0 0,1 1 0 0 0,0-1 0 0 0,-1 7 1 0 0,2-4 11 0 0,0-10 27 0 0,0 3-41 0 0,-1 1 0 0 0,1-1 0 0 0,0 1 0 0 0,0 0-1 0 0,-1-1 1 0 0,1 1 0 0 0,0-1 0 0 0,-1 1 0 0 0,1 0 0 0 0,-1-1 0 0 0,1 1 0 0 0,0 0 0 0 0,-1 0 0 0 0,1-1-1 0 0,-1 1 1 0 0,1 0 0 0 0,-1 0 0 0 0,1 0 0 0 0,0 0 0 0 0,-1-1 0 0 0,1 1 0 0 0,-1 0 0 0 0,1 0-1 0 0,-1 0 1 0 0,1 0 0 0 0,-1 0 0 0 0,1 0 0 0 0,-1 0 0 0 0,0 0 0 0 0,-17-4-19 0 0,8-1 20 0 0,1-1 0 0 0,0 1 0 0 0,0-2 0 0 0,0 0 0 0 0,1 0 0 0 0,-8-9 0 0 0,-12-9 0 0 0,25 17 0 0 0,3 8 0 0 0,0-1-1 0 0,0 1 1 0 0,0 0 0 0 0,0-1-1 0 0,0 1 1 0 0,-1 0-1 0 0,1-1 1 0 0,0 1-1 0 0,0 0 1 0 0,0-1-1 0 0,0 1 1 0 0,0 0-1 0 0,0-1 1 0 0,-1 1-1 0 0,1 0 1 0 0,0 0-1 0 0,0-1 1 0 0,0 1 0 0 0,-1 0-1 0 0,1 0 1 0 0,0-1-1 0 0,0 1 1 0 0,-1 0-1 0 0,1 0 1 0 0,0 0-1 0 0,-1-1 1 0 0,1 1-1 0 0,0 0 1 0 0,-1 0-1 0 0,-12-4 83 0 0,-1-1-3205 0 0,-8-4 495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8:05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606 53 960 0 0,'22'-5'1161'0'0,"-21"4"-1086"0"0,-1 1 0 0 0,0 0-1 0 0,0 0 1 0 0,1 0 0 0 0,-1 0 0 0 0,0-1-1 0 0,1 1 1 0 0,-1 0 0 0 0,0 0 0 0 0,0-1 0 0 0,1 1-1 0 0,-1 0 1 0 0,0 0 0 0 0,0-1 0 0 0,0 1-1 0 0,1 0 1 0 0,-1-1 0 0 0,0 1 0 0 0,0 0 0 0 0,0-1-1 0 0,0 1 1 0 0,0 0 0 0 0,0-1 0 0 0,0 1-1 0 0,1 0 1 0 0,-1-1 0 0 0,0 1 0 0 0,0 0 0 0 0,0-1-1 0 0,0 1 1 0 0,-1 0 0 0 0,1-1 0 0 0,0 1-1 0 0,0-1 1 0 0,0 1 0 0 0,0-1 0 0 0,0 1-174 0 0,4-6 99 0 0,1 5-14 0 0,-4 1 13 0 0,0 0 0 0 0,0 0 0 0 0,-1 0 0 0 0,1 0 0 0 0,0 0 0 0 0,-1-1 0 0 0,1 1 1 0 0,0 0-1 0 0,-1 0 0 0 0,1 0 0 0 0,0-1 0 0 0,-1 1 0 0 0,1 0 0 0 0,0-1 0 0 0,-1 1 0 0 0,1 0 0 0 0,-1-1 0 0 0,1 1 0 0 0,-1-1 1 0 0,1 1-1 0 0,-1-1 0 0 0,1 1 0 0 0,-1-1 0 0 0,0 0 0 0 0,1 1 0 0 0,-1-1 0 0 0,0 1 0 0 0,1-1 0 0 0,-1 0 0 0 0,0 1 0 0 0,0-1 1 0 0,1 0-1 0 0,-1 0 0 0 0,0 1 0 0 0,0-1 0 0 0,0 0 0 0 0,0 1 0 0 0,0-1 0 0 0,0 0 0 0 0,0 1 0 0 0,0-1 0 0 0,-1-1 0 0 0,6 1 68 0 0,13 1 13 0 0,-10 0-13 0 0,10 0-40 0 0,-9 0 26 0 0,9 0-26 0 0,-14 0 39 0 0,-4 0-49 0 0,-1-1 0 0 0,0 0 0 0 0,0 1 0 0 0,0-1 0 0 0,0 1 0 0 0,0-1 0 0 0,0 1 0 0 0,1-1 0 0 0,-1 1 0 0 0,0 0 0 0 0,0 0 0 0 0,0-1 0 0 0,0 1 0 0 0,0 0 0 0 0,0 0 0 0 0,0 0 0 0 0,-1 0 0 0 0,1 0 0 0 0,0 0 0 0 0,0 0 0 0 0,-1 1 0 0 0,-29 0 183 0 0,-235 37 440 0 0,-23 13-253 0 0,246-45-384 0 0,34-6-13 0 0,0 1-1 0 0,0 1 1 0 0,0-1 0 0 0,0 1-1 0 0,0 0 1 0 0,1 1-1 0 0,-16 7 1 0 0,23-6-184 0 0,8 0 82 0 0,10-1-209 0 0,9-6-986 0 0,1 2-1161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8:06.3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0 960 0 0,'-27'5'1681'0'0,"54"7"-560"0"0,-27 0-321 0 0,26 5-320 0 0,28-7-240 0 0,-28 7-80 0 0,28 0-160 0 0,-28-5-160 0 0,28-2-320 0 0,-28-3-1121 0 0,-4-2-960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8:07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654 24 4322 0 0,'-501'-11'2468'0'0,"372"15"-2148"0"0,106-2-266 0 0,28 2-72 0 0,35 1-5 0 0,497-1-308 0 0,-284-7 22 0 0,-172 0 146 0 0,20 2-141 0 0,-92 4 237 0 0,-13-2 107 0 0,-432-6 441 0 0,340 5-406 0 0,-127 4 276 0 0,437-12-369 0 0,-55 5 10 0 0,-144 2 4 0 0,347-7-72 0 0,-342 8 38 0 0,0 0 0 0 0,1 2 0 0 0,-1 0 1 0 0,1 1-1 0 0,37 11 0 0 0,-134-15 51 0 0,-107-8 134 0 0,-51-2 26 0 0,3 3-119 0 0,222 12-694 0 0,10-2-121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8:15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294 29 1361 0 0,'-3'-8'1984'0'0,"-9"6"-1273"0"0,12 2-695 0 0,-1 0 0 0 0,1 0 0 0 0,0 0 0 0 0,-1 1 0 0 0,1-1 0 0 0,0 0-1 0 0,-1 0 1 0 0,1 0 0 0 0,0 0 0 0 0,-1 0 0 0 0,1 0 0 0 0,0 0 0 0 0,-1 0 0 0 0,1 0 0 0 0,0 0 0 0 0,-1 0 0 0 0,1-1 0 0 0,0 1 0 0 0,-1 0-1 0 0,1 0 1 0 0,0 0 0 0 0,-1 0 0 0 0,1 0 0 0 0,0-1 0 0 0,0 1 0 0 0,-1 0 0 0 0,1 0 0 0 0,0 0 0 0 0,0-1 0 0 0,-1 1 0 0 0,1 0 0 0 0,0 0-1 0 0,0-1 1 0 0,0 1 0 0 0,-1 0 0 0 0,1-1 0 0 0,0 1 0 0 0,0 0 0 0 0,0-1 0 0 0,0 1 0 0 0,0-2 477 0 0,0 2-359 0 0,-5-3-108 0 0,-13 7-26 0 0,14-2 9 0 0,7-2-28 0 0,-37 5 176 0 0,33-5-152 0 0,0 0-4 0 0,0 0 0 0 0,0 0 0 0 0,0 0 0 0 0,0 0 0 0 0,0 0 0 0 0,0 0 0 0 0,0 1 0 0 0,0-1 0 0 0,0 0 0 0 0,0 1 0 0 0,0-1 0 0 0,0 0 0 0 0,0 1 0 0 0,0-1 0 0 0,0 1 0 0 0,1 0 0 0 0,-1-1 0 0 0,0 1 0 0 0,0 0 0 0 0,1-1 0 0 0,-2 3 0 0 0,2-3 0 0 0,0 0 1 0 0,-1 1 0 0 0,1-1-1 0 0,0 0 1 0 0,0 1-1 0 0,0-1 1 0 0,0 0 0 0 0,0 1-1 0 0,0-1 1 0 0,-1 0-1 0 0,1 1 1 0 0,0-1-1 0 0,0 0 1 0 0,-1 0 0 0 0,1 1-1 0 0,0-1 1 0 0,0 0-1 0 0,-1 0 1 0 0,1 0-1 0 0,0 1 1 0 0,0-1 0 0 0,-1 0-1 0 0,1 0 1 0 0,0 0-1 0 0,-1 0 1 0 0,1 1 0 0 0,0-1-1 0 0,-1 0 1 0 0,1 0-1 0 0,0 0 1 0 0,-1 0-1 0 0,1 0 1 0 0,0 0 0 0 0,-1 0-1 0 0,1 0 1 0 0,-1 0-1 0 0,1 0 1 0 0,0 0 0 0 0,-1 0-1 0 0,1-1 1 0 0,0 1-1 0 0,-1 0 1 0 0,1 0-2 0 0,-1 0 0 0 0,1-1 1 0 0,-1 1-1 0 0,1 0 0 0 0,-1 0 0 0 0,1 0 1 0 0,-1 0-1 0 0,1 0 0 0 0,-1 0 0 0 0,1 0 1 0 0,-1 0-1 0 0,1 0 0 0 0,0 0 1 0 0,-1 0-1 0 0,1 1 0 0 0,-1-1 0 0 0,1 0 1 0 0,-1 0-1 0 0,1 0 0 0 0,-1 0 0 0 0,1 1 1 0 0,0-1-1 0 0,-1 0 0 0 0,1 0 0 0 0,0 1 1 0 0,-1-1-1 0 0,1 0 0 0 0,0 1 0 0 0,-1-1 1 0 0,1 1-1 0 0,0-1 0 0 0,-1 0 1 0 0,1 1-1 0 0,0-1 0 0 0,0 1 0 0 0,0-1 1 0 0,-1 0-1 0 0,1 1 0 0 0,0-1 0 0 0,0 1 1 0 0,0-1-1 0 0,0 1 0 0 0,0-1 0 0 0,0 1 1 0 0,0 0-1 0 0,0 0 2 0 0,0 0-1 0 0,0-1 1 0 0,0 1-1 0 0,0 0 1 0 0,0 0 0 0 0,-1 0-1 0 0,1 0 1 0 0,0 0-1 0 0,0 0 1 0 0,-1 0 0 0 0,1 0-1 0 0,-1 0 1 0 0,1-1 0 0 0,-1 1-1 0 0,1 0 1 0 0,-1 0-1 0 0,1-1 1 0 0,-1 1 0 0 0,0 0-1 0 0,1-1 1 0 0,-1 1 0 0 0,0 0-1 0 0,0-1 1 0 0,1 1-1 0 0,-1-1 1 0 0,0 1 0 0 0,-1 0-1 0 0,1-1 0 0 0,0 0 0 0 0,0 1 0 0 0,1-1-1 0 0,-1 0 1 0 0,0 1 0 0 0,1-1 0 0 0,-1 1-1 0 0,1-1 1 0 0,-1 1 0 0 0,0-1 0 0 0,1 1-1 0 0,-1-1 1 0 0,1 1 0 0 0,-1 0 0 0 0,1-1-1 0 0,0 1 1 0 0,-1 0 0 0 0,1-1 0 0 0,0 1-1 0 0,-1 0 1 0 0,1-1 0 0 0,0 1 0 0 0,0 0 0 0 0,0 0-1 0 0,-1 0 1 0 0,1-1 0 0 0,0 2 0 0 0,-1 1-11 0 0,3-3-15 0 0,19 4-7 0 0,-20-4 32 0 0,-1 0-1 0 0,0 0 1 0 0,0 0-1 0 0,1 0 1 0 0,-1 0 0 0 0,0 0-1 0 0,0 0 1 0 0,0 0 0 0 0,1 0-1 0 0,-1 0 1 0 0,0 0 0 0 0,0 0-1 0 0,0 0 1 0 0,1 1-1 0 0,-1-1 1 0 0,0 0 0 0 0,0 0-1 0 0,0 0 1 0 0,1 0 0 0 0,-1 0-1 0 0,0 0 1 0 0,0 1 0 0 0,0-1-1 0 0,0 0 1 0 0,0 0-1 0 0,1 0 1 0 0,-1 0 0 0 0,0 1-1 0 0,0-1 1 0 0,0 0 0 0 0,0 0-1 0 0,0 0 1 0 0,0 1 0 0 0,0-1-1 0 0,0 0 1 0 0,0 0-1 0 0,0 1 1 0 0,0-1 0 0 0,3 4 1 0 0,24 2-1 0 0,-5-5 0 0 0,27-2-94 0 0,-44-3 54 0 0,-10 2 80 0 0,5 1-35 0 0,-1 2-4 0 0,0-1 0 0 0,-1 0 0 0 0,1 0 0 0 0,0-1 0 0 0,0 1 0 0 0,0 0 0 0 0,0 0 0 0 0,0 0 0 0 0,0-1 0 0 0,0 1 0 0 0,0-1 0 0 0,0 1 0 0 0,0-1 0 0 0,0 1 0 0 0,0-1 1 0 0,0 1-1 0 0,1-1 0 0 0,-1 0 0 0 0,0 0 0 0 0,-1-1 0 0 0,2 2 2 0 0,0-1 0 0 0,-1 1 1 0 0,1-1-1 0 0,0 1 0 0 0,0-1 0 0 0,0 1 1 0 0,-1 0-1 0 0,1-1 0 0 0,0 1 1 0 0,-1-1-1 0 0,1 1 0 0 0,0 0 0 0 0,-1-1 1 0 0,1 1-1 0 0,0 0 0 0 0,-1-1 0 0 0,1 1 1 0 0,-1 0-1 0 0,1 0 0 0 0,-1-1 0 0 0,1 1 1 0 0,-1 0-1 0 0,1 0 0 0 0,-1 0 1 0 0,1 0-1 0 0,-1 0 0 0 0,1 0 0 0 0,-1 0 1 0 0,1-1-1 0 0,-1 2 0 0 0,1-1 0 0 0,-1 0 1 0 0,0 0-3 0 0,1 0 1 0 0,-1 0-1 0 0,1 0 1 0 0,-1 0 0 0 0,1 0-1 0 0,-1 0 1 0 0,1 0-1 0 0,-1 0 1 0 0,1 0-1 0 0,-1-1 1 0 0,1 1 0 0 0,-1 0-1 0 0,1 0 1 0 0,-1 0-1 0 0,1-1 1 0 0,-1 1 0 0 0,1 0-1 0 0,0 0 1 0 0,-1-1-1 0 0,1 1 1 0 0,-1 0 0 0 0,1-1-1 0 0,0 1 1 0 0,-1 0-1 0 0,1-1 1 0 0,0 1-1 0 0,0-1 1 0 0,-1 1 0 0 0,1-1-1 0 0,0 1 1 0 0,0 0-1 0 0,-1-2 1 0 0,3 0 16 0 0,-2 2-15 0 0,-24-9 123 0 0,20 3-60 0 0,4 6-65 0 0,0-1-1 0 0,0 0 0 0 0,0 0 1 0 0,0 1-1 0 0,0-1 0 0 0,1 1 1 0 0,-1-1-1 0 0,0 0 1 0 0,1 1-1 0 0,-1-1 0 0 0,0 0 1 0 0,1 1-1 0 0,-1-1 0 0 0,1 1 1 0 0,-1-1-1 0 0,1 1 0 0 0,-1-1 1 0 0,1 1-1 0 0,-1-1 0 0 0,1 1 1 0 0,-1 0-1 0 0,1-1 0 0 0,0 1 1 0 0,-1 0-1 0 0,1 0 0 0 0,-1-1 1 0 0,1 1-1 0 0,0 0 0 0 0,0 0 1 0 0,-1 0-1 0 0,1 0 1 0 0,0 0-1 0 0,-1-1 0 0 0,1 1 1 0 0,0 1-1 0 0,1-1 0 0 0,10-3 1 0 0,-10 2-2 0 0,1-1 1 0 0,0 1 0 0 0,0-1-1 0 0,0 1 1 0 0,0 0-1 0 0,0 0 1 0 0,0 1 0 0 0,0-1-1 0 0,1 1 1 0 0,-1-1 0 0 0,4 1-1 0 0,2 1-8 0 0,13-3-57 0 0,-13 4-1 0 0,11 6 31 0 0,-15 1-4 0 0,-13 1 36 0 0,0-6 36 0 0,2-2-22 0 0,0 1-1 0 0,0-1 1 0 0,1 0-1 0 0,-12 1 1 0 0,-6-3 43 0 0,23 0-52 0 0,0 0-1 0 0,-1 0 0 0 0,1 0 0 0 0,0 0 1 0 0,-1-1-1 0 0,1 1 0 0 0,0 0 0 0 0,0 0 1 0 0,-1-1-1 0 0,1 1 0 0 0,0 0 0 0 0,0-1 1 0 0,-1 1-1 0 0,1 0 0 0 0,0 0 0 0 0,0-1 1 0 0,0 1-1 0 0,-1 0 0 0 0,1-1 0 0 0,0 1 1 0 0,0-1-1 0 0,0 1 0 0 0,0 0 0 0 0,0-1 1 0 0,0 1-1 0 0,0 0 0 0 0,0-1 0 0 0,0 1 1 0 0,0-1-1 0 0,0 1 0 0 0,0 0 0 0 0,0-1 0 0 0,0 1 1 0 0,0 0-1 0 0,0-1 0 0 0,1 1 0 0 0,-1 0 1 0 0,0-1-1 0 0,0 1 0 0 0,0 0 0 0 0,0-1 1 0 0,1 1-1 0 0,-1 0 0 0 0,0-1 0 0 0,0 1 1 0 0,1 0-1 0 0,-1 0 0 0 0,0-1 0 0 0,1 1 1 0 0,-1 0-1 0 0,0 0 0 0 0,1 0 0 0 0,-1-1 1 0 0,27-10-1 0 0,-5 6 0 0 0,5 4-14 0 0,-1 1-39 0 0,-10 3 40 0 0,-17 1 9 0 0,-10 1 8 0 0,-2 1 70 0 0,0 0 0 0 0,0 0 1 0 0,-1-2-1 0 0,0 1 0 0 0,0-2 1 0 0,0 0-1 0 0,0-1 0 0 0,-1 0 1 0 0,1-1-1 0 0,-1 0 0 0 0,1-2 0 0 0,-1 1 1 0 0,-20-5-1 0 0,13 0 60 0 0,18 0-121 0 0,8 3-67 0 0,23-5-21 0 0,41-17 0 0 0,-39 13-57 0 0,51-13 1 0 0,-45 24-96 0 0,-34 0 221 0 0,0 0 0 0 0,-1 0 0 0 0,1 0 1 0 0,0 0-1 0 0,0 0 0 0 0,-1 0 1 0 0,1 0-1 0 0,0 0 0 0 0,0 1 1 0 0,-1-1-1 0 0,1 0 0 0 0,0 1 1 0 0,-1-1-1 0 0,1 0 0 0 0,0 1 0 0 0,-1-1 1 0 0,1 1-1 0 0,-1-1 0 0 0,1 1 1 0 0,0-1-1 0 0,-1 1 0 0 0,1 0 1 0 0,-1-1-1 0 0,0 1 0 0 0,1 0 1 0 0,-1-1-1 0 0,1 2 0 0 0,-1-1 3 0 0,-1 0 0 0 0,1 0 0 0 0,0-1 0 0 0,-1 1 0 0 0,1 0 0 0 0,-1 0 0 0 0,1 0 0 0 0,-1-1 0 0 0,1 1 0 0 0,-1 0 0 0 0,0-1 0 0 0,1 1 0 0 0,-1 0 0 0 0,0-1 0 0 0,1 1 0 0 0,-1-1 0 0 0,0 1 0 0 0,0-1 0 0 0,0 1 0 0 0,-1-1 0 0 0,-2 3-14 0 0,-2 2 31 0 0,-1 0-1 0 0,0 0 1 0 0,0-1 0 0 0,0 0 0 0 0,-1 0-1 0 0,0-1 1 0 0,1 1 0 0 0,-1-2-1 0 0,0 1 1 0 0,-9 0 0 0 0,-2 2 64 0 0,0-2 1 0 0,-39 1 0 0 0,54-4-56 0 0,1 0 1 0 0,-1 0 0 0 0,0-1-1 0 0,0 0 1 0 0,0 0-1 0 0,0 0 1 0 0,1 0-1 0 0,-6-3 1 0 0,-5-1 17 0 0,14 5-39 0 0,-1 0-1 0 0,1-1 1 0 0,-1 1-1 0 0,1 0 1 0 0,0-1-1 0 0,-1 1 1 0 0,1 0-1 0 0,0-1 0 0 0,0 1 1 0 0,-1-1-1 0 0,1 1 1 0 0,0 0-1 0 0,0-1 1 0 0,-1 1-1 0 0,1-1 1 0 0,0 1-1 0 0,0-1 0 0 0,0 1 1 0 0,0-1-1 0 0,0 1 1 0 0,0-1-1 0 0,0 1 1 0 0,0 0-1 0 0,0-1 1 0 0,0 1-1 0 0,0-1 1 0 0,0 1-1 0 0,0-1 0 0 0,0 1 1 0 0,0-1-1 0 0,0 1 1 0 0,0-1-1 0 0,1 1 1 0 0,-1-1-1 0 0,0 1 1 0 0,0 0-1 0 0,1-1 0 0 0,-1 1 1 0 0,0-1-1 0 0,1 1 1 0 0,-1 0-1 0 0,0-1 1 0 0,1 1-1 0 0,-1 0 1 0 0,1-1-1 0 0,9-6-17 0 0,1 0 0 0 0,0 0 0 0 0,0 1 0 0 0,1 1 0 0 0,-1 0 0 0 0,1 1 0 0 0,0 0 0 0 0,1 0 0 0 0,13-1 0 0 0,18 3-118 0 0,-39 4 108 0 0,-1 2-40 0 0,1 3 52 0 0,6 2 14 0 0,-19 1 0 0 0,5-7 0 0 0,-1 6-1 0 0,4-9 2 0 0,0 0-1 0 0,0 1 1 0 0,0-1-1 0 0,0 0 1 0 0,0 1-1 0 0,0-1 0 0 0,0 0 1 0 0,0 1-1 0 0,0-1 1 0 0,-1 0-1 0 0,1 1 1 0 0,0-1-1 0 0,0 0 1 0 0,0 1-1 0 0,0-1 1 0 0,-1 0-1 0 0,1 0 1 0 0,0 1-1 0 0,0-1 1 0 0,0 0-1 0 0,-1 0 1 0 0,1 1-1 0 0,0-1 1 0 0,0 0-1 0 0,-1 0 1 0 0,1 0-1 0 0,0 1 1 0 0,-1-1-1 0 0,-17 5 69 0 0,1-1-1 0 0,-1 0 1 0 0,0-1-1 0 0,-24 0 0 0 0,30-2-23 0 0,-16 2 115 0 0,0-2 0 0 0,-53-4 0 0 0,77 3-164 0 0,3 0 1 0 0,0 0 0 0 0,0 1 1 0 0,1-1-1 0 0,-1 0 0 0 0,0 0 0 0 0,0 0 1 0 0,1 0-1 0 0,-1 0 0 0 0,0-1 0 0 0,0 1 0 0 0,0 0 1 0 0,1 0-1 0 0,-1 0 0 0 0,0-1 0 0 0,0 1 1 0 0,1 0-1 0 0,-1-1 0 0 0,0 1 0 0 0,1 0 1 0 0,-1-1-1 0 0,0 1 0 0 0,1-1 0 0 0,-1 0 1 0 0,1 1-1 0 0,-1-1 0 0 0,1 1 0 0 0,-1-1 0 0 0,1 0 1 0 0,-1 1-1 0 0,1-1 0 0 0,0 0 0 0 0,-1 1 1 0 0,1-1-1 0 0,0 0 0 0 0,-1 0 0 0 0,1-1 1 0 0,4 1-359 0 0,50 2-2013 0 0,-5 3-147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8:16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27 2481 0 0,'0'-22'2255'0'0,"0"22"-2246"0"0,0-1 0 0 0,0 1 0 0 0,0 0 1 0 0,0 0-1 0 0,0 0 0 0 0,0 0 1 0 0,0 0-1 0 0,0 0 0 0 0,0-1 0 0 0,0 1 1 0 0,0 0-1 0 0,0 0 0 0 0,0 0 1 0 0,0 0-1 0 0,0 0 0 0 0,0 0 1 0 0,0-1-1 0 0,0 1 0 0 0,0 0 0 0 0,0 0 1 0 0,0 0-1 0 0,0 0 0 0 0,0 0 1 0 0,0 0-1 0 0,0 0 0 0 0,0-1 1 0 0,0 1-1 0 0,0 0 0 0 0,0 0 0 0 0,0 0 1 0 0,0 0-1 0 0,-1 0 0 0 0,1 0 1 0 0,0 0-1 0 0,0 0 0 0 0,0 0 0 0 0,0-1 1 0 0,0 1-1 0 0,0 0 0 0 0,0 0 1 0 0,-1 0-1 0 0,1 0 0 0 0,0 0 1 0 0,0 0-1 0 0,0 0 0 0 0,0 0 0 0 0,0 0 1 0 0,0 0-1 0 0,-1 0 0 0 0,1 0 1 0 0,0 0-1 0 0,0 0 0 0 0,0 0 1 0 0,0 0-1 0 0,0 0 0 0 0,0 0 0 0 0,-1 0 1 0 0,1 0-1 0 0,0 0 0 0 0,0 0 1 0 0,0 1-1 0 0,0-1 0 0 0,0 0 1 0 0,0 0-1 0 0,-1 0 0 0 0,-9 2-30 0 0,8-1-44 0 0,14 0-129 0 0,-7 1 246 0 0,-1 2 16 0 0,-3-4-67 0 0,0 0-1 0 0,0 0 1 0 0,0 0 0 0 0,0 0-1 0 0,0 1 1 0 0,0-1 0 0 0,0 0-1 0 0,0 1 1 0 0,0-1 0 0 0,0 0-1 0 0,0 1 1 0 0,-1-1 0 0 0,1 1-1 0 0,0-1 1 0 0,0 1-1 0 0,0-1 1 0 0,-1 1 0 0 0,1 0-1 0 0,0-1 1 0 0,-1 1 0 0 0,1 0-1 0 0,-1 0 1 0 0,1 0 0 0 0,-1-1-1 0 0,1 1 1 0 0,-1 0 0 0 0,1 0-1 0 0,-1 0 1 0 0,0 0 0 0 0,1 0-1 0 0,-1 0 1 0 0,0 0 0 0 0,0 0-1 0 0,0 0 1 0 0,0 0-1 0 0,0 0 1 0 0,0-1 0 0 0,0 1-1 0 0,0 0 1 0 0,0 2 0 0 0,0-1 2 0 0,0 1 1 0 0,0-1 0 0 0,0 0-1 0 0,1 0 1 0 0,-1 1 0 0 0,1-1-1 0 0,0 0 1 0 0,0 0 0 0 0,0 0-1 0 0,0 0 1 0 0,0 0 0 0 0,0 0-1 0 0,2 3 1 0 0,8 15 11 0 0,-8-2 3 0 0,0 1 0 0 0,-1 1-1 0 0,-2-1 1 0 0,1 0 0 0 0,-4 21-1 0 0,1 12 37 0 0,2-50-86 0 0,1-1 2 0 0,-1 1 0 0 0,0-1-1 0 0,0 1 1 0 0,0-1 0 0 0,0 1-1 0 0,0 0 1 0 0,0-1 0 0 0,0 1 0 0 0,0-1-1 0 0,-1 1 1 0 0,1-1 0 0 0,-1 1 0 0 0,1-1-1 0 0,-1 0 1 0 0,1 1 0 0 0,-2 1 0 0 0,-16-8-1184 0 0,14 4-787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8:16.4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46 1521 0 0,'-27'-7'1761'0'0,"1"-3"-561"0"0,26 3-400 0 0,0 2 161 0 0,0 0-721 0 0,26 5-80 0 0,1-7-80 0 0,0 7 0 0 0,26 0-80 0 0,0 7-80 0 0,1-7-80 0 0,-1 0-400 0 0,0-7-881 0 0,-5 7-640 0 0,-21-5-80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8:17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572 0 720 0 0,'16'5'502'0'0,"-9"-2"-184"0"0,-8 1 343 0 0,0-4-562 0 0,0 0-82 0 0,0 0 1 0 0,0 0 0 0 0,0 0-1 0 0,0 1 1 0 0,0-1-1 0 0,0 0 1 0 0,0 0-1 0 0,0 1 1 0 0,0-1-1 0 0,0 0 1 0 0,0 1 0 0 0,1-1-1 0 0,-1 1 1 0 0,0-1-1 0 0,0 1 1 0 0,0-1-1 0 0,1 1 1 0 0,-1 0-1 0 0,0-1 1 0 0,1 1 0 0 0,-1 0-1 0 0,0 0 1 0 0,0 1-1 0 0,1-2-14 0 0,0 1-1 0 0,0-1 0 0 0,0 1 0 0 0,0-1 1 0 0,0 1-1 0 0,0-1 0 0 0,0 1 0 0 0,-1-1 1 0 0,1 1-1 0 0,0 0 0 0 0,0-1 0 0 0,-1 1 1 0 0,1-1-1 0 0,0 0 0 0 0,-1 1 0 0 0,1-1 1 0 0,0 1-1 0 0,-1-1 0 0 0,1 1 0 0 0,-1-1 1 0 0,1 0-1 0 0,0 1 0 0 0,-1-1 0 0 0,1 0 1 0 0,-1 0-1 0 0,1 1 0 0 0,-1-1 0 0 0,1 0 1 0 0,-1 0-1 0 0,0 0 0 0 0,1 1 0 0 0,-1-1 1 0 0,1 0-1 0 0,-1 0 0 0 0,0 0 0 0 0,0 0 0 0 0,1 0 0 0 0,-1 0 0 0 0,1 0 0 0 0,-1 0 0 0 0,1 0-1 0 0,-1 0 1 0 0,0 0 0 0 0,1 1 0 0 0,-1-1 0 0 0,1 0-1 0 0,-1 0 1 0 0,1 1 0 0 0,-1-1 0 0 0,1 0 0 0 0,-1 1 0 0 0,1-1-1 0 0,0 0 1 0 0,-1 1 0 0 0,1-1 0 0 0,-1 1 0 0 0,1-1-1 0 0,0 0 1 0 0,0 1 0 0 0,-1-1 0 0 0,1 1 0 0 0,0-1 0 0 0,-1 1-1 0 0,1-1 1 0 0,0 1 0 0 0,0 0 0 0 0,0-1 0 0 0,0 1 0 0 0,0-1-1 0 0,0 1 1 0 0,0 0 0 0 0,-1 0 5 0 0,0 0-1 0 0,1 0 1 0 0,-1 0-1 0 0,0 0 1 0 0,1 0-1 0 0,-1 0 1 0 0,0 0 0 0 0,0 0-1 0 0,0 0 1 0 0,0 0-1 0 0,0-1 1 0 0,0 1 0 0 0,0 0-1 0 0,0-1 1 0 0,0 1-1 0 0,0-1 1 0 0,-1 1-1 0 0,1-1 1 0 0,0 1 0 0 0,0-1-1 0 0,0 0 1 0 0,-1 0-1 0 0,1 0 1 0 0,0 0-1 0 0,-2 0 1 0 0,-1 1 22 0 0,0 0-10 0 0,-10 2 133 0 0,0 0 1 0 0,0 1-1 0 0,1 0 1 0 0,0 1-1 0 0,-21 12 1 0 0,-206 99 1181 0 0,223-106-1258 0 0,-15 6 41 0 0,2 2 0 0 0,-42 33 0 0 0,56-35-104 0 0,16-15-32 0 0,0-1 0 0 0,0 1 0 0 0,1-1 0 0 0,-1 1-1 0 0,0-1 1 0 0,0 1 0 0 0,1-1 0 0 0,-1 1 0 0 0,0-1 0 0 0,0 1 0 0 0,1-1 0 0 0,-1 0 0 0 0,1 1-1 0 0,-1-1 1 0 0,0 0 0 0 0,1 1 0 0 0,-1-1 0 0 0,1 0 0 0 0,-1 1 0 0 0,1-1 0 0 0,-1 0 0 0 0,1 0-1 0 0,-1 0 1 0 0,1 1 0 0 0,-1-1 0 0 0,1 0 0 0 0,-1 0 0 0 0,1 0 0 0 0,-1 0 0 0 0,1 0 0 0 0,-1 0 0 0 0,1 0-1 0 0,-1 0 1 0 0,1 0 0 0 0,-1 0 0 0 0,2-1 0 0 0,20-1-2169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8:19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1 555 480 0 0,'0'0'2081'0'0,"0"0"-2038"0"0,0 0 0 0 0,0 0 0 0 0,0 0 0 0 0,0 0 0 0 0,0-1 0 0 0,0 1 0 0 0,0 0 0 0 0,-1 0 0 0 0,1 0 0 0 0,0 0 0 0 0,0-1 0 0 0,0 1 0 0 0,0 0 0 0 0,0 0 0 0 0,0 0 0 0 0,0 0 0 0 0,0-1 0 0 0,0 1 0 0 0,0 0 0 0 0,0 0 0 0 0,0 0 0 0 0,0 0 0 0 0,0-1 0 0 0,0 1 0 0 0,0 0 0 0 0,0 0 0 0 0,1 0 0 0 0,-1 0 0 0 0,0 0 0 0 0,0-1 0 0 0,0 1 0 0 0,0 0 0 0 0,0 0 0 0 0,0 0 0 0 0,0 0 0 0 0,0 0 0 0 0,1 0 0 0 0,-1-1-1 0 0,0 1 1 0 0,0 0 0 0 0,0 0 0 0 0,0 0 0 0 0,0 0 0 0 0,1 0 0 0 0,-1 0 0 0 0,0 0 0 0 0,0 0 0 0 0,0 0 0 0 0,0 0 0 0 0,1 0 0 0 0,-1 0 0 0 0,0 0 0 0 0,0 0 0 0 0,0 0 0 0 0,0 0 0 0 0,1 0 0 0 0,-1 0 0 0 0,0 0 0 0 0,0 0 0 0 0,0 0 0 0 0,0 0 0 0 0,1 0 0 0 0,48-16-30 0 0,-40 14 1 0 0,-1 0-1 0 0,1-1 0 0 0,0-1 0 0 0,-1 1 0 0 0,11-7 1 0 0,30-13 53 0 0,-44 22-62 0 0,25-10 6 0 0,37-19 0 0 0,-41 17 28 0 0,38-12-1 0 0,-44 18 34 0 0,0 0 0 0 0,32-19 0 0 0,32-10 22 0 0,-33 15-94 0 0,0 2 0 0 0,132-61 50 0 0,-126 57-20 0 0,-18 8-26 0 0,-26 11 21 0 0,1-1 1 0 0,22-13-1 0 0,17-10-25 0 0,-44 17 0 0 0,-7 10 0 0 0,-1 1 0 0 0,0 0 0 0 0,0 0 0 0 0,0 0 0 0 0,0 0 0 0 0,1-1 0 0 0,-1 1 0 0 0,0 0 0 0 0,0 0 0 0 0,0-1 0 0 0,0 1 0 0 0,-1-1 0 0 0,1 1 0 0 0,0-1 0 0 0,0 0 0 0 0,0 1 0 0 0,0-1 0 0 0,0 0 0 0 0,-1 1 0 0 0,1-1 0 0 0,1-1 0 0 0,-2 1 0 0 0,1 0 0 0 0,-1 0 1 0 0,1 0-1 0 0,0 0 0 0 0,-1 1 1 0 0,1-1-1 0 0,0 0 0 0 0,0 1 0 0 0,-1-1 1 0 0,1 0-1 0 0,0 1 0 0 0,0-1 1 0 0,0 1-1 0 0,0-1 0 0 0,0 1 1 0 0,0-1-1 0 0,0 1 0 0 0,0 0 0 0 0,0 0 1 0 0,0-1-1 0 0,1 1 0 0 0,10-4 60 0 0,-11 3-54 0 0,0 1-5 0 0,1 0-1 0 0,-1 0 0 0 0,0 0 1 0 0,0 0-1 0 0,0-1 0 0 0,0 1 1 0 0,0 0-1 0 0,0-1 1 0 0,0 1-1 0 0,0-1 0 0 0,0 1 1 0 0,0-1-1 0 0,0 0 0 0 0,0 1 1 0 0,0-1-1 0 0,0 0 1 0 0,0 0-1 0 0,-1 0 0 0 0,2-1 1 0 0,-1 1 3 0 0,1-1 0 0 0,0 1 0 0 0,-1 0 0 0 0,1 0 0 0 0,0 0 0 0 0,0 0 0 0 0,0 0 0 0 0,-1 0 0 0 0,1 0 0 0 0,0 0 0 0 0,0 1 0 0 0,0-1 0 0 0,0 1 0 0 0,1-1 0 0 0,3 1 0 0 0,9-4 12 0 0,59-32-30 0 0,-73 36-5 0 0,-1 0 0 0 0,0 0-1 0 0,0 0 1 0 0,1 0-1 0 0,-1 0 1 0 0,0 0 0 0 0,0 0-1 0 0,1 0 1 0 0,-1 0-1 0 0,0-1 1 0 0,0 1-1 0 0,1 0 1 0 0,-1 0 0 0 0,0 0-1 0 0,0 0 1 0 0,0-1-1 0 0,0 1 1 0 0,1 0-1 0 0,-1 0 1 0 0,0 0 0 0 0,0-1-1 0 0,0 1 1 0 0,0 0-1 0 0,0 0 1 0 0,1 0 0 0 0,-1-1-1 0 0,0 1 1 0 0,0 0-1 0 0,0 0 1 0 0,0-1-1 0 0,0 1 1 0 0,0 0 0 0 0,0 0-1 0 0,0-1 1 0 0,0 1-1 0 0,0 0 1 0 0,0 0-1 0 0,0-1 1 0 0,0 1 0 0 0,0 0-1 0 0,0 0 1 0 0,0-1-1 0 0,-1 1 1 0 0,1 0 0 0 0,0 0-1 0 0,0-1 1 0 0,0 1-1 0 0,0 0 1 0 0,0 0-1 0 0,0 0 1 0 0,-1-1 0 0 0,1 1-1 0 0,0 0 1 0 0,0 0-1 0 0,0 0 1 0 0,-1 0-1 0 0,1-1 1 0 0,0 1 0 0 0,0 0-1 0 0,0 0 1 0 0,-1 0-1 0 0,1 0 1 0 0,0 0 0 0 0,0 0-1 0 0,-1 0 1 0 0,1 0-1 0 0,-1 0 1 0 0,-21 4-1528 0 0,-4 1-775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8:20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1 1201 0 0,'0'0'840'0'0,"-5"0"-200"0"0,1 0-507 0 0,3 0-115 0 0,0 0 0 0 0,1 0 0 0 0,-1 0 1 0 0,0 0-1 0 0,1 0 0 0 0,-1 0 1 0 0,0 0-1 0 0,1 0 0 0 0,-1 0 1 0 0,0 0-1 0 0,1 0 0 0 0,-1 0 0 0 0,0 1 1 0 0,1-1-1 0 0,-1 0 0 0 0,0 0 1 0 0,1 1-1 0 0,-1-1 0 0 0,1 0 0 0 0,-1 1 1 0 0,-3 14 771 0 0,4-14-775 0 0,0 0-1 0 0,0 0 0 0 0,-1 0 0 0 0,1 0 0 0 0,0 0 0 0 0,0 0 0 0 0,-1 0 0 0 0,1 0 0 0 0,0-1 0 0 0,-1 1 0 0 0,1 0 0 0 0,-1 0 0 0 0,1 0 0 0 0,-1-1 0 0 0,0 1 0 0 0,1 0 0 0 0,-1-1 0 0 0,0 1 0 0 0,1 0 0 0 0,-1-1 0 0 0,0 1 0 0 0,-1 0 1 0 0,1-1 4 0 0,0 1 1 0 0,0 0 0 0 0,0 0 0 0 0,0-1 0 0 0,0 1 0 0 0,0 0 0 0 0,0 0 0 0 0,1 0 0 0 0,-1 0-1 0 0,0 0 1 0 0,0 0 0 0 0,1 0 0 0 0,-1 0 0 0 0,1 0 0 0 0,-1 0 0 0 0,1 1 0 0 0,-1-1 0 0 0,1 0-1 0 0,0 0 1 0 0,0 0 0 0 0,-1 1 0 0 0,1-1 0 0 0,0 2 0 0 0,1 9 181 0 0,-1-10-175 0 0,1 0 1 0 0,-1 1-1 0 0,0-1 1 0 0,0 0 0 0 0,0 1-1 0 0,0-1 1 0 0,-1 0 0 0 0,1 0-1 0 0,-1 1 1 0 0,1-1 0 0 0,-1 0-1 0 0,0 0 1 0 0,-1 3-1 0 0,-4 5 32 0 0,4-7-45 0 0,0-1 0 0 0,0 1 0 0 0,1 0 0 0 0,-1-1 0 0 0,1 1 0 0 0,0 0 0 0 0,-1 0 0 0 0,1 0 0 0 0,1 0 0 0 0,-1 0 0 0 0,0 0 0 0 0,1 1 1 0 0,0 3-1 0 0,0 99 227 0 0,-1-102-232 0 0,1-1 0 0 0,0 1 0 0 0,-1 0 0 0 0,0 0 0 0 0,0 0-1 0 0,0-1 1 0 0,0 1 0 0 0,-1 0 0 0 0,1-1 0 0 0,-4 6 0 0 0,3-6-2 0 0,0 0-1 0 0,1 1 0 0 0,-1-1 1 0 0,1 0-1 0 0,0 1 1 0 0,0-1-1 0 0,0 1 0 0 0,0 0 1 0 0,1-1-1 0 0,-1 6 0 0 0,1 150 169 0 0,0-156-165 0 0,0-1-1 0 0,1 1 1 0 0,-1 0 0 0 0,1-1 0 0 0,-1 1-1 0 0,1-1 1 0 0,0 1 0 0 0,0-1 0 0 0,0 1-1 0 0,0-1 1 0 0,1 0 0 0 0,-1 0 0 0 0,3 4 0 0 0,4 6 15 0 0,28 54 136 0 0,-34-63-159 0 0,0-1 1 0 0,1 0 0 0 0,0 1 0 0 0,-1-1-1 0 0,1-1 1 0 0,0 1 0 0 0,6 2 0 0 0,8 7-16 0 0,-16-10-1 0 0,-1-1 0 0 0,1 1 0 0 0,0-1 0 0 0,0 1 0 0 0,-1-1 1 0 0,1 1-1 0 0,0-1 0 0 0,0 1 0 0 0,-1-1 0 0 0,1 0 0 0 0,0 0 1 0 0,0 1-1 0 0,0-1 0 0 0,0 0 0 0 0,0 0 0 0 0,-1 0 0 0 0,1 0 1 0 0,0 0-1 0 0,0 0 0 0 0,0 0 0 0 0,0 0 0 0 0,0 0 0 0 0,0-1 0 0 0,-1 1 1 0 0,1 0-1 0 0,0 0 0 0 0,0-1 0 0 0,0 1 0 0 0,0-1 0 0 0,21-19-889 0 0,-21 19 880 0 0,0 1-45 0 0,-1-1 1 0 0,1 0 0 0 0,-1 0 0 0 0,1 0-1 0 0,-1 0 1 0 0,1 0 0 0 0,-1 0 0 0 0,0 0-1 0 0,0 0 1 0 0,1 0 0 0 0,-1 0-1 0 0,0 0 1 0 0,0 0 0 0 0,0 0 0 0 0,0 0-1 0 0,0-1 1 0 0,0-24-2106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8:21.3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1601 0 0,'0'0'2641'0'0,"0"7"-1921"0"0,27 3-240 0 0,-27 19-159 0 0,27 15-1 0 0,-1 7-240 0 0,1 0 0 0 0,0 5-80 0 0,-1-5 0 0 0,1-7 80 0 0,0-10-160 0 0,-6-5-80 0 0,-21-19-160 0 0,27-10-401 0 0,-54-17-1920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8:21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1 311 2881 0 0,'0'0'1921'0'0,"27"-7"-1040"0"0,-1 2-401 0 0,1-7-240 0 0,26-5-160 0 0,1-27-160 0 0,106-51-240 0 0,-59 22-80 0 0,-74 32-481 0 0,-1 24-3041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8:22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1 163 480 0 0,'36'-44'2245'0'0,"-26"31"-1808"0"0,0 1 0 0 0,1 0 0 0 0,0 0-1 0 0,18-13 1 0 0,19-19 83 0 0,-47 44-519 0 0,-1 0-1 0 0,0 0 0 0 0,1 0 1 0 0,-1 1-1 0 0,0-1 1 0 0,1 0-1 0 0,-1 0 0 0 0,0 1 1 0 0,1-1-1 0 0,-1 0 0 0 0,0 1 1 0 0,0-1-1 0 0,0 0 1 0 0,1 1-1 0 0,-1-1 0 0 0,0 0 1 0 0,0 1-1 0 0,0-1 1 0 0,0 0-1 0 0,0 1 0 0 0,1-1 1 0 0,-1 1-1 0 0,0-1 1 0 0,0 0-1 0 0,0 1 0 0 0,0-1 1 0 0,0 0-1 0 0,0 1 1 0 0,0-1-1 0 0,-1 1 0 0 0,1-1 1 0 0,0 0-1 0 0,0 1 0 0 0,0-1 1 0 0,0 0-1 0 0,-1 1 1 0 0,-3 27-3 0 0,-3-3 7 0 0,-2 0-1 0 0,-23 44 1 0 0,7-14 58 0 0,23-48-59 0 0,-1 0-1 0 0,1-1 1 0 0,-1 1 0 0 0,-1 0-1 0 0,1-1 1 0 0,-1 1-1 0 0,0-1 1 0 0,-1 0 0 0 0,1-1-1 0 0,-1 1 1 0 0,-7 6 0 0 0,8-8-327 0 0,-1-8-1089 0 0,-17-6-2096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8:22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 1521 0 0,'80'-5'1520'0'0,"26"-17"-1600"0"0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8:24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1403 78 80 0 0,'0'-11'2063'0'0,"0"6"810"0"0,0 4-2687 0 0,0 1-181 0 0,0 0 0 0 0,0 0 0 0 0,0 0-1 0 0,0 0 1 0 0,1 0 0 0 0,-1-1 0 0 0,0 1-1 0 0,0 0 1 0 0,0 0 0 0 0,0 0 0 0 0,0 0 0 0 0,0 0-1 0 0,0 0 1 0 0,0-1 0 0 0,0 1 0 0 0,0 0-1 0 0,0 0 1 0 0,0 0 0 0 0,0 0 0 0 0,0-1-1 0 0,0 1 1 0 0,0 0 0 0 0,0 0 0 0 0,0 0-1 0 0,0 0 1 0 0,0 0 0 0 0,0-1 0 0 0,0 1 0 0 0,0 0-1 0 0,0 0 1 0 0,0 0 0 0 0,-1 0 0 0 0,1 0-1 0 0,0 0 1 0 0,0-1 0 0 0,0 1 0 0 0,0 0-1 0 0,0 0 1 0 0,0 0 0 0 0,0 0 0 0 0,0 0-1 0 0,-1 0 1 0 0,1 0 0 0 0,0 0 0 0 0,0 0 0 0 0,0 0-1 0 0,0 0 1 0 0,0 0 0 0 0,-1-1 0 0 0,1 1-1 0 0,0 0 1 0 0,0 0 0 0 0,0 0 0 0 0,0 0-1 0 0,0 0 1 0 0,-1 0 0 0 0,1 0 0 0 0,0 0-1 0 0,0 0 1 0 0,0 0 0 0 0,0 1 0 0 0,0-1 0 0 0,-1 0-1 0 0,1 0 1 0 0,0 0 0 0 0,0 0 0 0 0,0 0-1 0 0,0 0 1 0 0,-1 0 0 0 0,0 0 17 0 0,0 0-13 0 0,1 1-1 0 0,-1-1 1 0 0,0 0-1 0 0,0 0 1 0 0,0 0-1 0 0,0 0 1 0 0,0 0-1 0 0,0 0 1 0 0,1 0-1 0 0,-1 0 1 0 0,0 0-1 0 0,0-1 1 0 0,0 1-1 0 0,0 0 1 0 0,0 0-1 0 0,1-1 1 0 0,-1 1 0 0 0,0-1-1 0 0,0 1 1 0 0,1-1-1 0 0,-1 1 1 0 0,0-1-1 0 0,-1 0 1 0 0,2-1 217 0 0,-22-2-52 0 0,-31-3 146 0 0,36 3-166 0 0,10 2-125 0 0,0 0 0 0 0,-1 1 0 0 0,1 0 0 0 0,0 0 0 0 0,-1 0 1 0 0,1 1-1 0 0,-10 1 0 0 0,-196-1 384 0 0,192 1-354 0 0,11-1-43 0 0,0 0 0 0 0,0-1 1 0 0,0 0-1 0 0,0-1 1 0 0,0 0-1 0 0,-10-3 1 0 0,9 3-7 0 0,-7-3 44 0 0,0 1 0 0 0,0 2 0 0 0,-24-2 1 0 0,-71 8 64 0 0,90-2-56 0 0,-1-1-1 0 0,-29-4 0 0 0,44 1-52 0 0,-36 0-6 0 0,-115 7 156 0 0,39 4-31 0 0,30 0-18 0 0,-11 6-18 0 0,75-14-26 0 0,5-1-14 0 0,17 0-159 0 0,6 1-41 0 0,0 0 0 0 0,0 0 1 0 0,-1-1-1 0 0,1 1 0 0 0,0 0 1 0 0,0 0-1 0 0,0-1 0 0 0,0 1 1 0 0,0-1-1 0 0,0 1 0 0 0,0-1 1 0 0,0 1-1 0 0,0-1 0 0 0,0 0 1 0 0,0 1-1 0 0,0-1 0 0 0,0 0 1 0 0,0 0-1 0 0,2 0 0 0 0,-1 1-481 0 0,2 5-3040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8:25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29 240 0 0,'0'-28'5243'0'0,"0"27"-4843"0"0,-1 2-401 0 0,1-1 0 0 0,0 1 0 0 0,0 0 0 0 0,0-1 0 0 0,0 1 0 0 0,0 0 0 0 0,0-1 0 0 0,0 1 0 0 0,0-1 0 0 0,0 1 0 0 0,0 0 0 0 0,0-1 0 0 0,0 1 0 0 0,0 0 0 0 0,0-1 0 0 0,0 1 0 0 0,1-1 1 0 0,-1 1-1 0 0,0 0 0 0 0,1-1 0 0 0,-1 1 0 0 0,0-1 0 0 0,1 1 0 0 0,-1-1 0 0 0,0 1 0 0 0,1-1 0 0 0,0 1 0 0 0,48 56 68 0 0,-42-48-55 0 0,1-2 1 0 0,0 1 0 0 0,1-1 0 0 0,0 0-1 0 0,0-1 1 0 0,11 7 0 0 0,16 9 44 0 0,-30-18-50 0 0,0-1 0 0 0,0 0-1 0 0,0 0 1 0 0,1 0 0 0 0,-1-1-1 0 0,1 0 1 0 0,-1 0 0 0 0,1 0-1 0 0,0-1 1 0 0,0 0 0 0 0,0 0-1 0 0,0-1 1 0 0,10-1 0 0 0,-9 0-6 0 0,1 0-1 0 0,-1-1 1 0 0,0-1 0 0 0,0 1 0 0 0,0-1-1 0 0,0-1 1 0 0,0 1 0 0 0,-1-1-1 0 0,0 0 1 0 0,1-1 0 0 0,-2 0 0 0 0,1 0-1 0 0,0-1 1 0 0,-1 0 0 0 0,0 0 0 0 0,-1 0-1 0 0,9-12 1 0 0,-7 10 27 0 0,-5 7-19 0 0,-1 0-1 0 0,0-1 1 0 0,1 1 0 0 0,-1-1 0 0 0,0 1 0 0 0,0-1 0 0 0,0 1-1 0 0,0-1 1 0 0,-1 0 0 0 0,1 1 0 0 0,0-1 0 0 0,-1 0 0 0 0,1 0 0 0 0,-1 1-1 0 0,1-1 1 0 0,-1 0 0 0 0,0 0 0 0 0,0 0 0 0 0,0 0 0 0 0,0-2 0 0 0,0-6 25 0 0,0 6 1 0 0,0 8-11 0 0,0-2-21 0 0,-1 0 0 0 0,1 0 0 0 0,-1 0-1 0 0,1 0 1 0 0,-1 0 0 0 0,0 0 0 0 0,1-1 0 0 0,-1 1 0 0 0,0 0 0 0 0,0-1 0 0 0,-1 1 0 0 0,1 0-1 0 0,0-1 1 0 0,0 1 0 0 0,-1-1 0 0 0,1 0 0 0 0,-1 0 0 0 0,1 1 0 0 0,-1-1 0 0 0,-2 1-1 0 0,-8 7 18 0 0,-344 249 166 0 0,331-242-225 0 0,14-8-67 0 0,-38 28 104 0 0,47-34-92 0 0,0 0-1 0 0,0 0 1 0 0,0 0 0 0 0,0 1 0 0 0,0-1 0 0 0,1 0 0 0 0,-1 1 0 0 0,1 0 0 0 0,-1-1 0 0 0,1 1 0 0 0,0 0 0 0 0,0-1 0 0 0,0 1 0 0 0,0 0-1 0 0,1 0 1 0 0,-1 4 0 0 0,1 6-3227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8:26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19 237 1040 0 0,'0'0'1334'0'0,"-4"-1"-507"0"0,-11-2-406 0 0,22-1-141 0 0,1 1-260 0 0,0-8 300 0 0,72-45 467 0 0,45-17-293 0 0,-122 71-473 0 0,1-1 0 0 0,-1 1 0 0 0,0-1 0 0 0,0 1 0 0 0,0-1 0 0 0,0 0 0 0 0,-1 0 0 0 0,5-7 1 0 0,-5 8-9 0 0,-1-1 0 0 0,1 1 0 0 0,0-1 0 0 0,1 1 0 0 0,-1 0 0 0 0,0-1 0 0 0,1 1 0 0 0,-1 0 0 0 0,6-2 0 0 0,0 0 12 0 0,-7 4-23 0 0,0 0 1 0 0,-1-1-1 0 0,1 1 0 0 0,0 0 1 0 0,0-1-1 0 0,0 1 1 0 0,0 0-1 0 0,0-1 1 0 0,0 1-1 0 0,-1-1 1 0 0,1 0-1 0 0,0 1 0 0 0,0-1 1 0 0,-1 0-1 0 0,1 1 1 0 0,0-1-1 0 0,-1 0 1 0 0,1 0-1 0 0,-1 1 0 0 0,1-1 1 0 0,-1 0-1 0 0,1 0 1 0 0,-1 0-1 0 0,0 0 1 0 0,1 0-1 0 0,-1 0 1 0 0,0-1-1 0 0,-1 2 13 0 0,1 0-15 0 0,0 0 0 0 0,0-1 0 0 0,1 1 0 0 0,-1 0 0 0 0,0 0 1 0 0,0 0-1 0 0,0 0 0 0 0,0 0 0 0 0,0 0 0 0 0,0 0 0 0 0,0 0 0 0 0,0 0 1 0 0,0 0-1 0 0,0 0 0 0 0,0 0 0 0 0,0 0 0 0 0,0 0 0 0 0,0 0 0 0 0,0 0 1 0 0,0 0-1 0 0,0 0 0 0 0,1 0 0 0 0,-1-1 0 0 0,0 1 0 0 0,0 0 0 0 0,0 0 0 0 0,0 0 1 0 0,0 0-1 0 0,0 0 0 0 0,0 0 0 0 0,0 0 0 0 0,0 0 0 0 0,0 0 0 0 0,0 0 1 0 0,0 0-1 0 0,0 0 0 0 0,0-1 0 0 0,0 1 0 0 0,0 0 0 0 0,0 0 0 0 0,0 0 1 0 0,-1 0-1 0 0,1 0 0 0 0,0 0 0 0 0,0 0 0 0 0,0 0 0 0 0,0 0 0 0 0,0 0 1 0 0,0 0-1 0 0,0 0 0 0 0,0 0 0 0 0,0 0 0 0 0,0-1 0 0 0,0 1 0 0 0,0 0 1 0 0,0 0-1 0 0,0 0 0 0 0,0 0 0 0 0,0 0 0 0 0,-1 0 0 0 0,1 0 0 0 0,0 0 1 0 0,0 0-1 0 0,0 0 0 0 0,0 0 0 0 0,0 0 0 0 0,32-2 109 0 0,-31 2-108 0 0,0 0 0 0 0,0 0-1 0 0,-1 0 1 0 0,1 0 0 0 0,0 0-1 0 0,0 0 1 0 0,0 0-1 0 0,-1 0 1 0 0,1 0 0 0 0,0 0-1 0 0,0 0 1 0 0,-1 0 0 0 0,1 1-1 0 0,0-1 1 0 0,0 0-1 0 0,-1 1 1 0 0,1-1 0 0 0,0 0-1 0 0,-1 1 1 0 0,1-1 0 0 0,-1 1-1 0 0,1-1 1 0 0,0 1 0 0 0,-1-1-1 0 0,1 1 1 0 0,0 1-1 0 0,2 34 105 0 0,-3-33-93 0 0,-2 19 55 0 0,0 0-1 0 0,-2 0 1 0 0,-1 0 0 0 0,0-1-1 0 0,-1 0 1 0 0,-2 0 0 0 0,0 0-1 0 0,-1-1 1 0 0,-22 37 0 0 0,27-50-100 0 0,0-1 0 0 0,1 1 0 0 0,0 1 0 0 0,0-1 1 0 0,0 0-1 0 0,1 1 0 0 0,1-1 0 0 0,-1 1 0 0 0,1 0 0 0 0,0-1 1 0 0,1 1-1 0 0,0 10 0 0 0,0-23-581 0 0,0-10-733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8:26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5 320 0 0,'27'0'2001'0'0,"26"-5"-240"0"0,54 10-320 0 0,128 5-401 0 0,5 7-1680 0 0,-107-10-4323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8:28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81 156 1201 0 0,'-27'-17'3441'0'0,"-26"-44"-3281"0"0,80-17-4242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8:30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50 800 0 0,'-6'-3'1196'0'0,"4"2"-1064"0"0,1 1-1 0 0,0-1 0 0 0,0 1 1 0 0,0-1-1 0 0,0 1 0 0 0,0-1 1 0 0,0 0-1 0 0,0 0 1 0 0,0 1-1 0 0,0-1 0 0 0,0 0 1 0 0,0 0-1 0 0,0 0 0 0 0,1 0 1 0 0,-1 0-1 0 0,0 0 0 0 0,1 0 1 0 0,-1 0-1 0 0,1 0 1 0 0,-1 0-1 0 0,1-1 0 0 0,-1 1 1 0 0,1-2-1 0 0,0 2-126 0 0,1 0 0 0 0,-1 1 1 0 0,1-1-1 0 0,-1 1 0 0 0,1-1 0 0 0,-1 1 1 0 0,1-1-1 0 0,0 1 0 0 0,-1-1 0 0 0,1 1 0 0 0,0-1 1 0 0,-1 1-1 0 0,1 0 0 0 0,0-1 0 0 0,0 1 1 0 0,0 0-1 0 0,-1 0 0 0 0,1 0 0 0 0,0-1 0 0 0,0 1 1 0 0,1 0-1 0 0,24-4-207 0 0,-20 3 182 0 0,6-1-29 0 0,-7 0 57 0 0,1 1-1 0 0,-1 0 0 0 0,1 0 0 0 0,-1 0 1 0 0,1 0-1 0 0,-1 1 0 0 0,1 0 0 0 0,-1 0 0 0 0,1 1 1 0 0,-1-1-1 0 0,1 1 0 0 0,-1 0 0 0 0,1 1 1 0 0,-1-1-1 0 0,8 4 0 0 0,-11-1 12 0 0,-1-1 0 0 0,0 1 1 0 0,0-1-1 0 0,0 1 0 0 0,-1-1 0 0 0,1 1 0 0 0,-1 0 1 0 0,0-1-1 0 0,0 1 0 0 0,0 0 0 0 0,0-1 0 0 0,-2 6 0 0 0,2 0 52 0 0,0-8-65 0 0,-1 0 0 0 0,1-1 1 0 0,0 1-1 0 0,0 0 0 0 0,0 0 0 0 0,-1-1 0 0 0,1 1 0 0 0,0 0 0 0 0,-1 0 1 0 0,1-1-1 0 0,-1 1 0 0 0,1 0 0 0 0,-1-1 0 0 0,1 1 0 0 0,-1-1 0 0 0,1 1 0 0 0,-1-1 1 0 0,0 1-1 0 0,1-1 0 0 0,-1 1 0 0 0,0-1 0 0 0,1 1 0 0 0,-1-1 0 0 0,0 0 1 0 0,1 1-1 0 0,-2-1 0 0 0,-30 6 84 0 0,21-5-45 0 0,0-1 0 0 0,0-1 0 0 0,0 0-1 0 0,-11-2 1 0 0,21 2-35 0 0,0 2-7 0 0,0-1 1 0 0,0 0-1 0 0,0 0 1 0 0,0 0-1 0 0,0 0 1 0 0,0 0-1 0 0,0-1 1 0 0,0 1 0 0 0,0 0-1 0 0,0 0 1 0 0,0-1-1 0 0,0 1 1 0 0,0 0-1 0 0,0-1 1 0 0,0 1-1 0 0,0-1 1 0 0,0 0-1 0 0,0 1 1 0 0,-1-2-1 0 0,3 1-2 0 0,0 1 0 0 0,-1-1-1 0 0,1 0 1 0 0,0 0-1 0 0,0 1 1 0 0,0-1 0 0 0,0 0-1 0 0,0 1 1 0 0,0-1-1 0 0,0 1 1 0 0,0-1 0 0 0,0 1-1 0 0,0-1 1 0 0,0 1 0 0 0,0 0-1 0 0,0 0 1 0 0,0-1-1 0 0,0 1 1 0 0,2 0 0 0 0,-2 0 0 0 0,8-4-315 0 0,-1 0 1 0 0,1 1-1 0 0,0 1 1 0 0,0-1-1 0 0,0 1 1 0 0,0 1-1 0 0,9-1 1 0 0,-17 2 267 0 0,-1 0-1 0 0,0 0 1 0 0,0-1-1 0 0,0 1 1 0 0,0 0 0 0 0,1 0-1 0 0,-1 0 1 0 0,0 1-1 0 0,0-1 1 0 0,0 0 0 0 0,0 0-1 0 0,1 0 1 0 0,-1 0-1 0 0,0 0 1 0 0,0 0 0 0 0,0 0-1 0 0,0 0 1 0 0,0 0-1 0 0,1 0 1 0 0,-1 0 0 0 0,0 0-1 0 0,0 0 1 0 0,0 1-1 0 0,0-1 1 0 0,0 0 0 0 0,0 0-1 0 0,0 0 1 0 0,1 0-1 0 0,-1 0 1 0 0,0 0 0 0 0,0 1-1 0 0,0-1 1 0 0,0 0-1 0 0,0 0 1 0 0,0 0 0 0 0,0 0-1 0 0,0 1 1 0 0,0-1-1 0 0,0 0 1 0 0,0 0 0 0 0,0 0-1 0 0,0 0 1 0 0,0 1-1 0 0,0-1 1 0 0,0 0 0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8:32.6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528 0 800 0 0,'-70'0'2722'0'0,"70"0"-2708"0"0,0 0 1 0 0,-1 0 0 0 0,1 0 0 0 0,0 0 0 0 0,0 0-1 0 0,-1 0 1 0 0,1 0 0 0 0,0 0 0 0 0,0 0 0 0 0,0 1-1 0 0,-1-1 1 0 0,1 0 0 0 0,0 0 0 0 0,0 0 0 0 0,0 0-1 0 0,0 0 1 0 0,-1 0 0 0 0,1 1 0 0 0,0-1-1 0 0,0 0 1 0 0,0 0 0 0 0,0 0 0 0 0,0 0 0 0 0,-1 1-1 0 0,1-1 1 0 0,0 0 0 0 0,0 0 0 0 0,0 0 0 0 0,0 1-1 0 0,0-1 1 0 0,0 0 0 0 0,0 0 0 0 0,0 0 0 0 0,0 1-1 0 0,0-1 1 0 0,0 0 0 0 0,0 0 0 0 0,0 1 0 0 0,0-1-1 0 0,0 0 1 0 0,0 0 0 0 0,0 0 0 0 0,0 1-1 0 0,0-1 1 0 0,0 0 0 0 0,0 0 0 0 0,1 1 0 0 0,-1-1 0 0 0,0 0 0 0 0,0 0-1 0 0,0 0 1 0 0,0 1 0 0 0,0-1 0 0 0,0 0 0 0 0,0 0 0 0 0,0 1 0 0 0,0-1 0 0 0,0 0 0 0 0,0 0 0 0 0,0 0 0 0 0,0 1 0 0 0,0-1 0 0 0,0 0 0 0 0,0 0 0 0 0,0 0 0 0 0,0 1 0 0 0,0-1 0 0 0,0 0-1 0 0,0 0 1 0 0,0 0 0 0 0,0 1 0 0 0,0-1 0 0 0,-1 0 0 0 0,1 0 0 0 0,0 0 0 0 0,0 1 0 0 0,0-1 0 0 0,0 0 0 0 0,0 0 0 0 0,-1 0 0 0 0,1 0 0 0 0,0 0 0 0 0,0 1 0 0 0,0-1 0 0 0,0 0-1 0 0,-1 0 1 0 0,1 0 0 0 0,0 0 0 0 0,0 0 0 0 0,0 0 0 0 0,-1 0 0 0 0,1 0 0 0 0,0 0 0 0 0,0 0 0 0 0,-1 0 0 0 0,0 0 18 0 0,0 0-24 0 0,0 0 0 0 0,1 0 1 0 0,-1-1-1 0 0,0 1 1 0 0,1 0-1 0 0,-1 0 0 0 0,0 0 1 0 0,1 0-1 0 0,-1 0 1 0 0,0 0-1 0 0,0 0 0 0 0,1 0 1 0 0,-1 0-1 0 0,0 1 1 0 0,1-1-1 0 0,-1 0 0 0 0,0 0 1 0 0,1 1-1 0 0,-1-1 1 0 0,0 0-1 0 0,1 1 0 0 0,-1-1 1 0 0,0 0-1 0 0,1 1 1 0 0,-1-1-1 0 0,1 1 0 0 0,-1-1 1 0 0,1 1-1 0 0,-1 0 1 0 0,1-1-1 0 0,-1 2 0 0 0,0-1-1 0 0,0 0-1 0 0,1-1 0 0 0,-1 1 0 0 0,0 0 1 0 0,0-1-1 0 0,0 1 0 0 0,0 0 0 0 0,0-1 1 0 0,0 1-1 0 0,0-1 0 0 0,0 0 0 0 0,0 1 1 0 0,0-1-1 0 0,0 0 0 0 0,0 1 0 0 0,0-1 1 0 0,-2 0-1 0 0,-5 2 22 0 0,5 0-17 0 0,-1 0-1 0 0,1 0 0 0 0,-1 1 0 0 0,1-1 1 0 0,0 1-1 0 0,0-1 0 0 0,-4 6 0 0 0,-16 12 33 0 0,-30 31-84 0 0,41-42 62 0 0,0 1 1 0 0,2 0-1 0 0,-1 1 0 0 0,1 0 1 0 0,1 0-1 0 0,0 1 0 0 0,0 1 0 0 0,1-1 1 0 0,-7 17-1 0 0,8-17-18 0 0,1-4-4 0 0,-1 0 0 0 0,-1 0 0 0 0,1 0 0 0 0,-1-1 0 0 0,-1 0 1 0 0,-15 10-1 0 0,-4 4-15 0 0,3 4-49 0 0,-8 5-579 0 0,6-17-957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8:39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256 0 640 0 0,'16'2'649'0'0,"-9"0"-221"0"0,-8 0 536 0 0,-5 1-772 0 0,0 1 0 0 0,0 0 0 0 0,0 0 1 0 0,1 1-1 0 0,-1-1 0 0 0,-5 7 0 0 0,8-8-156 0 0,0 0-1 0 0,1 0 1 0 0,-1 1 0 0 0,1-1 0 0 0,0 0-1 0 0,0 1 1 0 0,0 0 0 0 0,0-1 0 0 0,0 1-1 0 0,1 0 1 0 0,-1 0 0 0 0,1 0 0 0 0,0 0-1 0 0,0 6 1 0 0,0-1 35 0 0,1-6-52 0 0,-1 0 0 0 0,1 0 0 0 0,0 1 0 0 0,0-1 1 0 0,0 0-1 0 0,0 0 0 0 0,0 1 0 0 0,1-1 0 0 0,-1 0 1 0 0,1 0-1 0 0,0 1 0 0 0,2 4 0 0 0,23 10 60 0 0,38 36 1 0 0,-56-47-79 0 0,-7-4 6 0 0,1 0-1 0 0,-1 0 0 0 0,-1 0 0 0 0,1 0 0 0 0,0 0 1 0 0,-1 0-1 0 0,1 0 0 0 0,-1 0 0 0 0,0 0 1 0 0,0 0-1 0 0,0 0 0 0 0,-1 0 0 0 0,0 4 1 0 0,1 3-15 0 0,0 48 8 0 0,0-58 0 0 0,0 1 0 0 0,0-1 0 0 0,0 1 0 0 0,0-1 0 0 0,-1 1 0 0 0,1-1 0 0 0,0 1 0 0 0,0-1 0 0 0,0 1 0 0 0,0-1 0 0 0,0 1 0 0 0,-1-1 0 0 0,1 1 0 0 0,0-1 0 0 0,-1 1 0 0 0,1-1 0 0 0,0 0 0 0 0,-1 1 0 0 0,1-1 0 0 0,0 1 0 0 0,-1-1 0 0 0,1 0 0 0 0,-1 1 0 0 0,1-1 0 0 0,0 0 0 0 0,-1 0 0 0 0,1 1 0 0 0,-1-1 0 0 0,1 0 0 0 0,-1 0 0 0 0,1 0 0 0 0,-1 1 0 0 0,1-1 0 0 0,-1 0 0 0 0,0 0 0 0 0,0 0 0 0 0,0 0 0 0 0,1 0 0 0 0,-1 0 0 0 0,0 1 0 0 0,1-1 0 0 0,-1 0 0 0 0,0 1 0 0 0,0-1 0 0 0,1 0 0 0 0,-1 1 0 0 0,1-1 0 0 0,-1 1 0 0 0,0-1 0 0 0,1 1 0 0 0,-1-1 0 0 0,1 1 0 0 0,-1-1 0 0 0,1 1 0 0 0,-1 0 0 0 0,1-1 0 0 0,0 1 0 0 0,-1-1 0 0 0,1 1 0 0 0,0 0 0 0 0,-1 0 0 0 0,1-1 0 0 0,0 1 0 0 0,0 0 0 0 0,0 0 0 0 0,0-1 0 0 0,0 1 0 0 0,0 0 0 0 0,0 0 0 0 0,0-1 0 0 0,0 2 0 0 0,0-1 0 0 0,0 0 0 0 0,0-1 0 0 0,0 1 0 0 0,0 0 0 0 0,0-1 0 0 0,-1 1 0 0 0,1 0 0 0 0,0-1 0 0 0,0 1 0 0 0,-1 0 0 0 0,1-1 0 0 0,0 1 0 0 0,-1-1 0 0 0,1 1 0 0 0,0-1 0 0 0,-1 1 0 0 0,1-1 0 0 0,-1 1 0 0 0,1-1 0 0 0,-1 1 0 0 0,1-1 0 0 0,-1 1 0 0 0,1-1 0 0 0,-1 0 0 0 0,0 1 0 0 0,1-1 0 0 0,-1 0 0 0 0,1 0 0 0 0,-1 1 0 0 0,0-1 0 0 0,0 0 0 0 0,0 0 0 0 0,0 0 0 0 0,1 1 0 0 0,-1-1 0 0 0,0 0 0 0 0,1 0 0 0 0,-1 1 0 0 0,1-1 0 0 0,-1 0 0 0 0,0 1 0 0 0,1-1 0 0 0,-1 1 0 0 0,1-1 0 0 0,-1 1 0 0 0,1-1 0 0 0,-1 1 0 0 0,1-1 0 0 0,-1 1 0 0 0,1-1 0 0 0,0 1 0 0 0,-1 0 0 0 0,1-1 0 0 0,0 1 0 0 0,-1-1 0 0 0,1 1 0 0 0,0 0 0 0 0,0 0 0 0 0,0-1 0 0 0,-1 1 0 0 0,1 0 0 0 0,0-1 0 0 0,0 2 0 0 0,0 0-3 0 0,0 0 1 0 0,0-1-1 0 0,-1 1 0 0 0,1 0 0 0 0,0 0 0 0 0,-1 0 0 0 0,0-1 0 0 0,1 1 0 0 0,-1 0 1 0 0,0-1-1 0 0,0 1 0 0 0,0-1 0 0 0,0 1 0 0 0,0-1 0 0 0,0 1 0 0 0,-2 0 0 0 0,2 0 1 0 0,0-1 1 0 0,-1 1-1 0 0,1-1 0 0 0,0 1 0 0 0,0-1 0 0 0,0 1 1 0 0,0 0-1 0 0,0-1 0 0 0,1 1 0 0 0,-1 0 0 0 0,0 0 0 0 0,1 0 1 0 0,-1-1-1 0 0,1 1 0 0 0,0 0 0 0 0,0 3 0 0 0,0 186 82 0 0,0-190-80 0 0,0-1 0 0 0,0 1 0 0 0,0-1 0 0 0,0 1 1 0 0,0-1-1 0 0,0 1 0 0 0,0-1 0 0 0,1 1 0 0 0,-1-1 0 0 0,0 1 0 0 0,0-1 0 0 0,1 1 0 0 0,-1-1 0 0 0,0 1 0 0 0,1-1 0 0 0,-1 0 0 0 0,0 1 0 0 0,1-1 0 0 0,-1 1 0 0 0,1-1 0 0 0,-1 0 0 0 0,1 0 0 0 0,-1 1 0 0 0,1-1 0 0 0,-1 0 0 0 0,1 0 0 0 0,-1 1 0 0 0,1-1 0 0 0,-1 0 0 0 0,1 0 0 0 0,-1 0 0 0 0,1 0 0 0 0,-1 0 0 0 0,2 0 0 0 0,-2 0 0 0 0,1 0 0 0 0,-1 0-1 0 0,1 0 1 0 0,-1 0-1 0 0,1 0 1 0 0,0 1 0 0 0,-1-1-1 0 0,1 0 1 0 0,-1 0-1 0 0,1 0 1 0 0,-1 1 0 0 0,1-1-1 0 0,-1 0 1 0 0,1 1-1 0 0,-1-1 1 0 0,1 0-1 0 0,-1 1 1 0 0,0-1 0 0 0,1 1-1 0 0,-1-1 1 0 0,1 0-1 0 0,-1 1 1 0 0,0-1 0 0 0,1 1-1 0 0,-1-1 1 0 0,0 1-1 0 0,0-1 1 0 0,0 1-1 0 0,1 0 1 0 0,-1-1 0 0 0,0 1-1 0 0,0-1 1 0 0,0 1-1 0 0,0 0 1 0 0,-1 17-55 0 0,1-14 54 0 0,-1 1 0 0 0,1-1 0 0 0,-1 0 0 0 0,1 0 0 0 0,1 0 0 0 0,-1 0 0 0 0,1 0 0 0 0,-1 0 0 0 0,1 0 0 0 0,0 0 0 0 0,3 6 0 0 0,6-2 1 0 0,-9-7 0 0 0,0-1-1 0 0,-1 1 1 0 0,1-1-1 0 0,0 1 1 0 0,0-1 0 0 0,-1 1-1 0 0,1 0 1 0 0,0-1-1 0 0,-1 1 1 0 0,1 0-1 0 0,0 0 1 0 0,-1-1-1 0 0,1 1 1 0 0,-1 0-1 0 0,0 0 1 0 0,1 0-1 0 0,-1 0 1 0 0,0-1 0 0 0,1 1-1 0 0,-1 0 1 0 0,0 0-1 0 0,0 0 1 0 0,0 0-1 0 0,0 0 1 0 0,0 0-1 0 0,0 0 1 0 0,0 0-1 0 0,0 1 1 0 0,0-1-2 0 0,0-1 0 0 0,0 1 0 0 0,0-1-1 0 0,0 1 1 0 0,0-1 0 0 0,1 1 0 0 0,-1-1 0 0 0,0 1 0 0 0,0-1-1 0 0,1 1 1 0 0,-1-1 0 0 0,0 1 0 0 0,0-1 0 0 0,1 1 0 0 0,-1-1 0 0 0,0 0-1 0 0,1 1 1 0 0,-1-1 0 0 0,1 0 0 0 0,-1 1 0 0 0,0-1 0 0 0,1 0 0 0 0,-1 0-1 0 0,1 1 1 0 0,-1-1 0 0 0,1 0 0 0 0,-1 0 0 0 0,1 0 0 0 0,-1 1 0 0 0,1-1-1 0 0,-1 0 1 0 0,2 0 0 0 0,-2 0 3 0 0,1 0-1 0 0,0 0 1 0 0,-1 0-1 0 0,1 0 1 0 0,0 1-1 0 0,-1-1 1 0 0,1 0-1 0 0,0 0 1 0 0,-1 1-1 0 0,1-1 1 0 0,0 1-1 0 0,-1-1 1 0 0,1 0-1 0 0,-1 1 1 0 0,1-1-1 0 0,-1 1 1 0 0,1-1-1 0 0,-1 1 1 0 0,1-1-1 0 0,-1 1 1 0 0,0 0-1 0 0,1-1 1 0 0,-1 1-1 0 0,0-1 1 0 0,1 1-1 0 0,-1 0 1 0 0,0-1 0 0 0,0 1-1 0 0,0 0 1 0 0,0 0-1 0 0,1-1 1 0 0,-1 1-1 0 0,0 1 1 0 0,0-1 0 0 0,0-1 1 0 0,0 1 0 0 0,0 0 0 0 0,0 0-1 0 0,-1 0 1 0 0,1-1 0 0 0,0 1 0 0 0,0 0 0 0 0,0 0-1 0 0,-1-1 1 0 0,1 1 0 0 0,0 0 0 0 0,-1 0-1 0 0,1-1 1 0 0,0 1 0 0 0,-1 0 0 0 0,1-1-1 0 0,-1 1 1 0 0,1-1 0 0 0,-1 1 0 0 0,0 0-1 0 0,1-1 1 0 0,-1 1 0 0 0,1-1 0 0 0,-1 0 0 0 0,0 1-1 0 0,0-1 1 0 0,1 1 0 0 0,-1-1 0 0 0,0 0-1 0 0,1 0 1 0 0,-1 1 0 0 0,0-1 0 0 0,-1 0-1 0 0,-4 2 4 0 0,6-2-5 0 0,-1 1 0 0 0,1 0 0 0 0,-1-1 0 0 0,1 1 0 0 0,-1-1 0 0 0,1 1 0 0 0,0 0 0 0 0,-1-1 0 0 0,1 1 0 0 0,0 0 0 0 0,0-1 0 0 0,-1 1 0 0 0,1 0 0 0 0,0 0 0 0 0,0-1 0 0 0,0 1 0 0 0,0 0 0 0 0,0 0 0 0 0,0-1 0 0 0,0 1 0 0 0,0 0 0 0 0,0 0 0 0 0,0-1 0 0 0,1 2 0 0 0,-1-1 0 0 0,0 0 0 0 0,0 0 0 0 0,1 0 0 0 0,-1 0 0 0 0,0 0 0 0 0,0 0 0 0 0,0 0 0 0 0,0-1 0 0 0,0 1 0 0 0,-1 0 0 0 0,1 0 0 0 0,0 0 0 0 0,0 0 0 0 0,-1 0 0 0 0,1 0 0 0 0,0-1 0 0 0,-1 1 0 0 0,1 0 0 0 0,-1 0 0 0 0,1-1 0 0 0,-2 2 0 0 0,-6 2 6 0 0,8-4-8 0 0,-1 0 0 0 0,0 0 0 0 0,1 0 0 0 0,-1 1-1 0 0,0-1 1 0 0,0 0 0 0 0,1 1 0 0 0,-1-1 0 0 0,1 0 0 0 0,-1 1 0 0 0,0-1 0 0 0,1 1-1 0 0,-1-1 1 0 0,1 1 0 0 0,-1-1 0 0 0,1 1 0 0 0,-1-1 0 0 0,1 1 0 0 0,0 0-1 0 0,-1-1 1 0 0,1 1 0 0 0,0 0 0 0 0,-1-1 0 0 0,1 1 0 0 0,0 0 0 0 0,0-1 0 0 0,-1 1-1 0 0,1 0 1 0 0,0-1 0 0 0,0 1 0 0 0,0 0 0 0 0,0 0 0 0 0,0 1 0 0 0,0-2 4 0 0,0 1 0 0 0,0-1 0 0 0,0 1 0 0 0,0-1 1 0 0,0 1-1 0 0,-1-1 0 0 0,1 1 0 0 0,0-1 0 0 0,0 1 0 0 0,0-1 1 0 0,-1 1-1 0 0,1-1 0 0 0,0 0 0 0 0,-1 1 0 0 0,1-1 1 0 0,0 0-1 0 0,-1 1 0 0 0,1-1 0 0 0,0 0 0 0 0,-1 1 1 0 0,1-1-1 0 0,-1 0 0 0 0,1 1 0 0 0,-1-1 0 0 0,1 0 0 0 0,-1 0 1 0 0,1 0-1 0 0,-1 0 0 0 0,1 1 0 0 0,-1-1 0 0 0,0 0 1 0 0,0 0-4 0 0,0 0 1 0 0,1 0 0 0 0,-1 0 0 0 0,0 0 0 0 0,1 1 0 0 0,-1-1 0 0 0,0 0 0 0 0,1 1 0 0 0,-1-1 0 0 0,0 0 0 0 0,1 1-1 0 0,-1-1 1 0 0,0 1 0 0 0,1-1 0 0 0,-1 1 0 0 0,1-1 0 0 0,-1 1 0 0 0,1-1 0 0 0,0 1 0 0 0,-1 0 0 0 0,1-1-1 0 0,-1 1 1 0 0,1 0 0 0 0,0-1 0 0 0,0 1 0 0 0,-1 0 0 0 0,1-1 0 0 0,0 1 0 0 0,0 0 0 0 0,0 0 0 0 0,0-1 0 0 0,0 1-1 0 0,0 1 1 0 0,0-1 0 0 0,0 1 0 0 0,0-1 0 0 0,0 1 0 0 0,0-1 0 0 0,0 1 0 0 0,0-1 0 0 0,-1 0 0 0 0,1 1 0 0 0,0-1 0 0 0,-1 1 0 0 0,1-1 0 0 0,-1 0 0 0 0,1 1 0 0 0,-1-1 0 0 0,0 0 0 0 0,1 0 0 0 0,-1 1 0 0 0,0-1 0 0 0,0 0 0 0 0,0 0 0 0 0,0 0 0 0 0,0 0 0 0 0,-2 2 0 0 0,-6 4 0 0 0,-71 65 67 0 0,77-61-53 0 0,3-11-14 0 0,0 1 0 0 0,0-1 0 0 0,0 1 0 0 0,0-1 0 0 0,0 1 0 0 0,0-1 0 0 0,0 1 0 0 0,0-1 0 0 0,0 1 0 0 0,0-1 0 0 0,0 1 0 0 0,-1-1 0 0 0,1 1 0 0 0,0-1 0 0 0,0 0-1 0 0,0 1 1 0 0,-1-1 0 0 0,1 1 0 0 0,0-1 0 0 0,-1 0 0 0 0,1 1 0 0 0,0-1 0 0 0,-1 0 0 0 0,1 1 0 0 0,0-1 0 0 0,-1 0 0 0 0,0 1 0 0 0,-16 5 0 0 0,11 2 0 0 0,7-5 0 0 0,-1 59 0 0 0,0-61 0 0 0,0-1 0 0 0,0 1 0 0 0,0 0 0 0 0,0-1 0 0 0,0 1 0 0 0,0 0 0 0 0,0-1 0 0 0,0 1 0 0 0,-1 0 0 0 0,1-1 0 0 0,0 1 0 0 0,0 0 0 0 0,-1-1 0 0 0,1 1 0 0 0,0-1 0 0 0,-1 1 0 0 0,1-1 0 0 0,-1 1 0 0 0,1-1 0 0 0,-1 1 0 0 0,1-1 0 0 0,-1 1 0 0 0,1-1 0 0 0,-1 1 0 0 0,1-1 0 0 0,-1 0 0 0 0,0 1 0 0 0,1-1 0 0 0,-2 1 0 0 0,1-1 0 0 0,0 0 0 0 0,0 1 0 0 0,0-1 0 0 0,0 1 0 0 0,0 0 0 0 0,0-1 0 0 0,1 1 0 0 0,-1 0 0 0 0,0-1 0 0 0,0 1 0 0 0,1 0 0 0 0,-1 0 0 0 0,0 0 0 0 0,1 0 0 0 0,-1 0 0 0 0,1-1 0 0 0,-1 1 0 0 0,1 0 0 0 0,-1 0 0 0 0,1 0 0 0 0,0 0 0 0 0,0 1 0 0 0,-1-1 0 0 0,1 0 0 0 0,0 0 0 0 0,0 0 0 0 0,0 0 0 0 0,0 0 0 0 0,0 0 0 0 0,1 1 0 0 0,-1 189 80 0 0,0-191-80 0 0,-1 1 0 0 0,1-1 0 0 0,0 1 0 0 0,0-1 0 0 0,0 1 0 0 0,0-1 0 0 0,0 1 0 0 0,-1-1 0 0 0,1 0-1 0 0,0 1 1 0 0,0-1 0 0 0,-1 0 0 0 0,1 1 0 0 0,0-1 0 0 0,-1 0 0 0 0,1 1 0 0 0,0-1 0 0 0,-1 0 0 0 0,1 1 0 0 0,-1-1-1 0 0,1 0 1 0 0,0 0 0 0 0,-1 0 0 0 0,1 1 0 0 0,-1-1 0 0 0,1 0 0 0 0,-1 0 0 0 0,1 0 0 0 0,0 0 0 0 0,-1 0 0 0 0,1 0 0 0 0,-1 0-1 0 0,1 0 1 0 0,-1 0 0 0 0,1 0 0 0 0,-1 0 0 0 0,0 0 0 0 0,1 0 1 0 0,-1 0-1 0 0,1 0 1 0 0,-1 0-1 0 0,1 0 1 0 0,-1 0-1 0 0,1 0 1 0 0,-1 0-1 0 0,1 0 0 0 0,-1 0 1 0 0,1 0-1 0 0,-1 0 1 0 0,1 0-1 0 0,-1 1 1 0 0,1-1-1 0 0,0 0 1 0 0,-1 0-1 0 0,1 1 0 0 0,-1-1 1 0 0,1 0-1 0 0,0 0 1 0 0,-1 1-1 0 0,1-1 1 0 0,0 0-1 0 0,-1 1 0 0 0,1-1 1 0 0,0 1-1 0 0,-1-1 1 0 0,1 0-1 0 0,0 1 1 0 0,0-1-1 0 0,0 1 1 0 0,-1-1-1 0 0,1 1 0 0 0,0-1 1 0 0,0 1-1 0 0,0 0 1 0 0,0 4 49 0 0,1-3-49 0 0,-1 1-1 0 0,1-1 0 0 0,-1 0 0 0 0,0 1 0 0 0,0-1 1 0 0,0 1-1 0 0,0-1 0 0 0,-1 0 0 0 0,1 1 0 0 0,0-1 0 0 0,-1 0 1 0 0,0 1-1 0 0,0-1 0 0 0,-2 4 0 0 0,2-5 1 0 0,-1 0 1 0 0,1 0-1 0 0,0 0 0 0 0,-1 0 0 0 0,1 1 0 0 0,0-1 1 0 0,0 0-1 0 0,-1 0 0 0 0,1 1 0 0 0,0-1 1 0 0,0 1-1 0 0,0-1 0 0 0,1 1 0 0 0,-1-1 0 0 0,0 1 1 0 0,0 2-1 0 0,-2 36 89 0 0,3-37-81 0 0,1 22 142 0 0,0-16-152 0 0,0 0 1 0 0,-1-1-1 0 0,0 1 1 0 0,0 0-1 0 0,-1-1 1 0 0,0 1-1 0 0,-4 14 1 0 0,-2-12-11 0 0,7-11 12 0 0,-1 1 1 0 0,1-1-1 0 0,0 0 0 0 0,-1 1 0 0 0,1-1 1 0 0,0 1-1 0 0,0-1 0 0 0,-1 1 0 0 0,1-1 0 0 0,0 1 1 0 0,0-1-1 0 0,-1 1 0 0 0,1-1 0 0 0,0 1 1 0 0,0-1-1 0 0,0 1 0 0 0,0-1 0 0 0,0 1 1 0 0,0-1-1 0 0,0 1 0 0 0,0-1 0 0 0,0 1 0 0 0,0-1 1 0 0,0 1-1 0 0,0-1 0 0 0,1 1 0 0 0,-1-1 1 0 0,0 1-1 0 0,0-1 0 0 0,0 1 0 0 0,1-1 1 0 0,-1 1-1 0 0,0-1 0 0 0,1 1 0 0 0,-1-1 1 0 0,0 1-1 0 0,1-1 0 0 0,-1 0 0 0 0,0 1 0 0 0,1-1 1 0 0,-1 0-1 0 0,1 1 0 0 0,0-1 0 0 0,3 5 9 0 0,0 9-10 0 0,-4-14-1 0 0,0 0 0 0 0,0 0 0 0 0,0 0-1 0 0,0 0 1 0 0,1 0 0 0 0,-1 0 0 0 0,0 0 0 0 0,0 0-1 0 0,0-1 1 0 0,0 1 0 0 0,0 0 0 0 0,0 0-1 0 0,0 0 1 0 0,0 0 0 0 0,0 0 0 0 0,0 0 0 0 0,0 0-1 0 0,0 0 1 0 0,1 0 0 0 0,-1 0 0 0 0,0 0 0 0 0,0 0-1 0 0,0 0 1 0 0,0 0 0 0 0,0 0 0 0 0,0 0-1 0 0,0 0 1 0 0,0 0 0 0 0,0 0 0 0 0,1 0 0 0 0,-1 0-1 0 0,0 0 1 0 0,0 0 0 0 0,0 0 0 0 0,0 0 0 0 0,0 0-1 0 0,0 0 1 0 0,0 0 0 0 0,0 0 0 0 0,1 0-1 0 0,-1 0 1 0 0,0 0 0 0 0,0 0 0 0 0,0 0 0 0 0,0 0-1 0 0,0 0 1 0 0,0 0 0 0 0,0 1 0 0 0,0-1 0 0 0,0 0-1 0 0,0 0 1 0 0,0 0 0 0 0,0 0 0 0 0,0 0 0 0 0,1 0-1 0 0,-1 0 1 0 0,0 0 0 0 0,0 0 0 0 0,0 0-1 0 0,0 1 1 0 0,0-1 0 0 0,0 0 0 0 0,0 0 0 0 0,0 0-1 0 0,0 0 1 0 0,10-5-372 0 0,-1-1-1 0 0,0-1 1 0 0,12-9-1 0 0,5-11-1640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8:41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62 560 0 0,'0'-1'169'0'0,"0"-1"-1"0"0,1 0 1 0 0,-1 0 0 0 0,1 0-1 0 0,-1 1 1 0 0,1-1-1 0 0,0 0 1 0 0,-1 1-1 0 0,1-1 1 0 0,0 0 0 0 0,0 1-1 0 0,0 0 1 0 0,1-1-1 0 0,-1 1 1 0 0,0-1-1 0 0,0 1 1 0 0,1 0 0 0 0,-1 0-1 0 0,1 0 1 0 0,-1 0-1 0 0,1 0 1 0 0,0 0-1 0 0,-1 0 1 0 0,1 0 0 0 0,0 1-1 0 0,-1-1 1 0 0,3 0-1 0 0,10-3-311 0 0,-1 1 1 0 0,26-4-1 0 0,-10 3 400 0 0,-7 0-270 0 0,0 2-1 0 0,1 1 1 0 0,38 3 0 0 0,28 11 155 0 0,-44-5-58 0 0,51 6 60 0 0,128 10 126 0 0,113-24-33 0 0,-137-4-101 0 0,-73 3-42 0 0,-19-2-7 0 0,207 23-1 0 0,-160-1-6 0 0,-129-16 32 0 0,-1 1 0 0 0,-1 0 0 0 0,1 2 0 0 0,30 12 1 0 0,-24-3-33 0 0,76 2 226 0 0,-95-14-284 0 0,1-1-1 0 0,0 0 1 0 0,15 0-1 0 0,17 0 40 0 0,79 5 46 0 0,89 7 186 0 0,53 16 27 0 0,-197-21-333 0 0,-25-3-47 0 0,83 0 0 0 0,58-17-14 0 0,-139 6 121 0 0,85 3 91 0 0,-71 3-102 0 0,-5 4-5 0 0,-28-1-6 0 0,51-1-1 0 0,-25 1-24 0 0,-7-2 0 0 0,15-3 0 0 0,-12 7 80 0 0,3-4 13 0 0,-25 1-39 0 0,-120 4-2135 0 0,-49 4-2708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8:42.6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454 18 1281 0 0,'0'0'70'0'0,"1"-1"1"0"0,-1 0 0 0 0,0 1 0 0 0,0-1 0 0 0,0 1 0 0 0,0-1 0 0 0,0 0 0 0 0,0 1 0 0 0,0-1 0 0 0,0 1 0 0 0,-1-1 0 0 0,1 0-1 0 0,0 1 1 0 0,0-1 0 0 0,0 1 0 0 0,-1-1 0 0 0,1 1 0 0 0,0-1 0 0 0,-1 1 0 0 0,1-1 0 0 0,0 1 0 0 0,-1-1 0 0 0,1 1-1 0 0,-1-1 1 0 0,1 1 0 0 0,-1-1 0 0 0,1 1 0 0 0,-1 0 0 0 0,1-1 0 0 0,-1 1 0 0 0,1 0 0 0 0,-1 0 0 0 0,1-1 0 0 0,-1 1-1 0 0,1 0 1 0 0,-1 0 0 0 0,0 0 0 0 0,1 0 0 0 0,-1-1 0 0 0,1 1 0 0 0,-1 0 0 0 0,0 0 0 0 0,1 0 0 0 0,-1 0 0 0 0,1 1-1 0 0,-1-1 1 0 0,-1 0 0 0 0,-2 0-193 0 0,0 0 282 0 0,4 0-156 0 0,0 0-1 0 0,0 1 0 0 0,0-1 1 0 0,0 0-1 0 0,0 0 1 0 0,0 0-1 0 0,0 0 1 0 0,0 0-1 0 0,0 0 0 0 0,0 1 1 0 0,1-1-1 0 0,-1 0 1 0 0,0 0-1 0 0,0 0 1 0 0,0 0-1 0 0,0 0 0 0 0,0 1 1 0 0,0-1-1 0 0,0 0 1 0 0,0 0-1 0 0,0 0 1 0 0,0 0-1 0 0,0 0 0 0 0,0 1 1 0 0,0-1-1 0 0,-1 0 1 0 0,1 0-1 0 0,0 0 1 0 0,0 0-1 0 0,0 0 0 0 0,0 1 1 0 0,0-1-1 0 0,0 0 1 0 0,0 0-1 0 0,0 0 1 0 0,0 0-1 0 0,0 0 1 0 0,-1 0-1 0 0,1 0 0 0 0,0 1 1 0 0,0-1-1 0 0,0 0 1 0 0,0 0-1 0 0,0 0 1 0 0,0 0-1 0 0,-1 0 0 0 0,1 0 1 0 0,0 0-1 0 0,0 0 1 0 0,0 0-1 0 0,0 0 1 0 0,0 0-1 0 0,-1 0 0 0 0,1 0 1 0 0,0 0-1 0 0,0 0 1 0 0,0 0-1 0 0,0 0 1 0 0,0 0-1 0 0,-1 0 0 0 0,1 0 1 0 0,0 0-1 0 0,0 0 1 0 0,0 0-1 0 0,0 0 1 0 0,0 0-1 0 0,0 0 0 0 0,-1 0 1 0 0,1-1-1 0 0,-6 2 17 0 0,-1 0 0 0 0,0 0 0 0 0,1 1 0 0 0,0 0 0 0 0,-1 0 0 0 0,1 1 0 0 0,0-1 0 0 0,0 1 0 0 0,0 0 0 0 0,1 1 0 0 0,-11 8 0 0 0,-28 20 17 0 0,1 3 0 0 0,2 1-1 0 0,-58 67 1 0 0,88-87-74 0 0,0 0 0 0 0,1 1 0 0 0,-13 30 0 0 0,-6 12-642 0 0,2-18-1122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8:43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1361 0 0,'0'0'3081'0'0,"4"0"-2507"0"0,-2 0-537 0 0,-1 0-1 0 0,0 0 1 0 0,0 0 0 0 0,1 1 0 0 0,-1-1 0 0 0,0 0 0 0 0,0 1 0 0 0,0-1-1 0 0,0 1 1 0 0,0 0 0 0 0,0-1 0 0 0,0 1 0 0 0,0 0 0 0 0,0-1 0 0 0,0 1 0 0 0,0 0-1 0 0,0 0 1 0 0,0 0 0 0 0,0 0 0 0 0,-1 0 0 0 0,1 0 0 0 0,0 0 0 0 0,0 2 0 0 0,2 1-2 0 0,-1 0 1 0 0,1 0-1 0 0,0-1 1 0 0,1 0-1 0 0,-1 1 1 0 0,8 4-1 0 0,38 29 80 0 0,-31-22-72 0 0,0-1 0 0 0,2-1-1 0 0,-1 0 1 0 0,1-2 0 0 0,1 0-1 0 0,23 7 1 0 0,-36-15-27 0 0,4 2-18 0 0,0-1 0 0 0,0-1 1 0 0,1 0-1 0 0,-1-1 0 0 0,1 0 0 0 0,-1-1 1 0 0,1 0-1 0 0,13-1 0 0 0,-25 0-5 0 0,11-1-259 0 0,0 0 0 0 0,0-1 0 0 0,0-1 1 0 0,0 0-1 0 0,0 0 0 0 0,17-8 0 0 0,-29 11 195 0 0,1-1 0 0 0,-1 1 0 0 0,0 0-1 0 0,1 0 1 0 0,-1-1 0 0 0,0 1-1 0 0,1 0 1 0 0,-1-1 0 0 0,0 1-1 0 0,0 0 1 0 0,1-1 0 0 0,-1 1-1 0 0,0-1 1 0 0,0 1 0 0 0,0 0-1 0 0,0-1 1 0 0,0 1 0 0 0,1-1 0 0 0,-1 1-1 0 0,0 0 1 0 0,0-1 0 0 0,0 1-1 0 0,0-1 1 0 0,0 1 0 0 0,0-1-1 0 0,0-11-2049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8:44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555 153 1681 0 0,'1'-1'1304'0'0,"-6"-2"-1208"0"0,-6 1 59 0 0,0-1 1 0 0,0-1-1 0 0,1 1 0 0 0,-1-2 0 0 0,1 1 0 0 0,0-1 0 0 0,-14-10 0 0 0,21 12-89 0 0,-1 1 1 0 0,1 0-1 0 0,-1 0 1 0 0,0 0-1 0 0,1 0 1 0 0,-1 1-1 0 0,0-1 1 0 0,0 1-1 0 0,0 0 0 0 0,-4 0 1 0 0,-32-12 242 0 0,30 7-234 0 0,-1 1-1 0 0,0 1 1 0 0,0 0-1 0 0,-19-4 1 0 0,-2 0 6 0 0,-9-4-81 0 0,1 3 0 0 0,-84-9 0 0 0,121 17-119 0 0,0 1-1 0 0,0-1 1 0 0,0 1 0 0 0,0 0 0 0 0,0 0-1 0 0,0 1 1 0 0,0-1 0 0 0,-1 1 0 0 0,1-1-1 0 0,0 1 1 0 0,1 0 0 0 0,-1 0-1 0 0,0 0 1 0 0,0 1 0 0 0,0-1 0 0 0,-2 2-1 0 0,0 9-3108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8:44.5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214 0 2081 0 0,'-80'39'2481'0'0,"27"0"-2561"0"0,-1-5-560 0 0,28-5-1441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8:46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316 175 1040 0 0,'0'0'1641'0'0,"0"0"-1592"0"0,0-1 0 0 0,0 0 0 0 0,0 0 1 0 0,-1 0-1 0 0,1 0 0 0 0,0 0 0 0 0,0 0 0 0 0,0 1 0 0 0,0-1 0 0 0,0 0 0 0 0,0 0 0 0 0,1 0 0 0 0,-1 0 0 0 0,0 0 1 0 0,0 1-1 0 0,1-1 0 0 0,-1 0 0 0 0,0 0 0 0 0,1 0 0 0 0,-1 1 0 0 0,1-1 0 0 0,-1 0 0 0 0,1 1 0 0 0,0-2 0 0 0,6 1 82 0 0,-3 1-18 0 0,1-1 1 0 0,-1 1 0 0 0,1-1 0 0 0,-1 0 0 0 0,1 0-1 0 0,-1-1 1 0 0,7-2 0 0 0,-11 2 59 0 0,22-2 81 0 0,-18 3-121 0 0,-4 0-39 0 0,0-2-14 0 0,0 4-73 0 0,0 0 0 0 0,0 0 1 0 0,-1-1-1 0 0,1 1 0 0 0,-1 0 1 0 0,1 0-1 0 0,-1-1 0 0 0,1 1 1 0 0,-1 0-1 0 0,1 0 1 0 0,-1-1-1 0 0,0 1 0 0 0,1-1 1 0 0,-1 1-1 0 0,0-1 0 0 0,0 1 1 0 0,1-1-1 0 0,-1 1 0 0 0,0-1 1 0 0,0 1-1 0 0,0-1 1 0 0,0 0-1 0 0,0 1 0 0 0,-28 7 13 0 0,20-5 24 0 0,1-1-11 0 0,-1 0 0 0 0,1 0 1 0 0,-1-1-1 0 0,1 0 0 0 0,-1 0 1 0 0,1-1-1 0 0,-1 0 0 0 0,0-1 1 0 0,-16-2-1 0 0,18 1 11 0 0,0-1 0 0 0,1 1 0 0 0,-1-1 0 0 0,1-1-1 0 0,0 1 1 0 0,-8-7 0 0 0,13 10-42 0 0,0 0 1 0 0,1-1-1 0 0,-1 1 0 0 0,1-1 0 0 0,0 1 1 0 0,-1-1-1 0 0,1 1 0 0 0,-1-1 1 0 0,1 1-1 0 0,0-1 0 0 0,-1 0 0 0 0,1 1 1 0 0,0-1-1 0 0,-1 1 0 0 0,1-1 1 0 0,0 0-1 0 0,0 1 0 0 0,0-1 0 0 0,0 0 1 0 0,0 1-1 0 0,-1-1 0 0 0,1 0 1 0 0,0 1-1 0 0,1-1 0 0 0,-1 0 1 0 0,0 1-1 0 0,0-1 0 0 0,0 0 0 0 0,0 1 1 0 0,0-1-1 0 0,1 0 0 0 0,-1 1 1 0 0,0-1-1 0 0,0 1 0 0 0,1-1 0 0 0,-1 1 1 0 0,1-1-1 0 0,-1 0 0 0 0,0 1 1 0 0,1-1-1 0 0,-1 1 0 0 0,2-1 0 0 0,21-13 47 0 0,-3 5-63 0 0,1 1 1 0 0,0 1 0 0 0,0 1-1 0 0,1 1 1 0 0,33-4 0 0 0,37 8-180 0 0,-84 1 170 0 0,0 1 0 0 0,1 0 0 0 0,-1 0 0 0 0,0 1 0 0 0,0 0 0 0 0,0 0 0 0 0,0 1 0 0 0,12 6 0 0 0,-20-9 21 0 0,0 0 1 0 0,1 1 0 0 0,-1-1-1 0 0,1 0 1 0 0,-1 0 0 0 0,0 1 0 0 0,1-1-1 0 0,-1 0 1 0 0,0 0 0 0 0,0 1-1 0 0,1-1 1 0 0,-1 1 0 0 0,0-1 0 0 0,0 0-1 0 0,1 1 1 0 0,-1-1 0 0 0,0 0-1 0 0,0 1 1 0 0,0-1 0 0 0,0 1 0 0 0,0-1-1 0 0,0 0 1 0 0,0 1 0 0 0,0-1-1 0 0,0 1 1 0 0,0-1 0 0 0,0 1 0 0 0,0-1-1 0 0,0 0 1 0 0,0 1 0 0 0,0-1-1 0 0,0 1 1 0 0,0-1 0 0 0,0 1 0 0 0,0-1-1 0 0,-1 0 1 0 0,1 1 0 0 0,0-1-1 0 0,0 0 1 0 0,0 1 0 0 0,-1-1 0 0 0,1 0-1 0 0,0 1 1 0 0,-1-1 0 0 0,1 0-1 0 0,0 1 1 0 0,-1-1 0 0 0,1 0 0 0 0,0 0-1 0 0,-1 1 1 0 0,1-1 0 0 0,0 0-1 0 0,-1 0 1 0 0,1 0 0 0 0,-1 1 0 0 0,-20 8 19 0 0,4-4 46 0 0,0-1-1 0 0,-1 0 1 0 0,0-2-1 0 0,1 0 1 0 0,-25 0 0 0 0,-90-13 581 0 0,110 9-511 0 0,22 2-134 0 0,0-1 0 0 0,0 1 0 0 0,0 0 1 0 0,0 0-1 0 0,0 0 0 0 0,1 0 1 0 0,-1 0-1 0 0,0 0 0 0 0,0 0 0 0 0,0 0 1 0 0,0 0-1 0 0,0 0 0 0 0,0 0 0 0 0,0 0 1 0 0,0-1-1 0 0,0 1 0 0 0,0 0 0 0 0,0 0 1 0 0,0 0-1 0 0,0 0 0 0 0,0 0 1 0 0,0 0-1 0 0,0 0 0 0 0,0 0 0 0 0,0-1 1 0 0,0 1-1 0 0,0 0 0 0 0,0 0 0 0 0,0 0 1 0 0,0 0-1 0 0,0 0 0 0 0,0 0 0 0 0,0 0 1 0 0,0 0-1 0 0,0-1 0 0 0,0 1 1 0 0,0 0-1 0 0,0 0 0 0 0,0 0 0 0 0,0 0 1 0 0,0 0-1 0 0,0 0 0 0 0,0 0 0 0 0,-1 0 1 0 0,1 0-1 0 0,0 0 0 0 0,0 0 0 0 0,0-1 1 0 0,0 1-1 0 0,124-32-240 0 0,-71 15-49 0 0,0 3 0 0 0,85-11 0 0 0,-120 23 189 0 0,0 1 0 0 0,0 1 0 0 0,26 2 0 0 0,-44-2 97 0 0,0 0 1 0 0,0 0 0 0 0,1 1 0 0 0,-1-1 0 0 0,0 0-1 0 0,1 0 1 0 0,-1 0 0 0 0,0 0 0 0 0,0 0-1 0 0,0 1 1 0 0,1-1 0 0 0,-1 0 0 0 0,0 0 0 0 0,0 0-1 0 0,0 1 1 0 0,1-1 0 0 0,-1 0 0 0 0,0 0-1 0 0,0 1 1 0 0,0-1 0 0 0,0 0 0 0 0,0 0 0 0 0,0 1-1 0 0,0-1 1 0 0,1 0 0 0 0,-1 1 0 0 0,0-1-1 0 0,0 0 1 0 0,0 0 0 0 0,0 1 0 0 0,0-1 0 0 0,0 0-1 0 0,0 1 1 0 0,0-1 0 0 0,0 0 0 0 0,-1 0-1 0 0,1 1 1 0 0,0-1 0 0 0,0 0 0 0 0,0 0 0 0 0,0 1-1 0 0,0-1 1 0 0,0 0 0 0 0,-1 0 0 0 0,1 1-1 0 0,0-1 1 0 0,0 0 0 0 0,0 0 0 0 0,-1 0 0 0 0,1 1-1 0 0,0-1 1 0 0,0 0 0 0 0,0 0 0 0 0,-1 0-1 0 0,1 0 1 0 0,0 1 0 0 0,0-1 0 0 0,-1 0 0 0 0,1 0-1 0 0,-14 9 42 0 0,1-1 0 0 0,-1-1 0 0 0,0 0 1 0 0,-1 0-1 0 0,0-2 0 0 0,0 0 0 0 0,-24 5 0 0 0,19-4 22 0 0,-24 6 172 0 0,-59 9 1 0 0,98-21-204 0 0,0 1 0 0 0,1-1 0 0 0,-1 0 0 0 0,0 0 0 0 0,0-1 0 0 0,1 1 0 0 0,-1-1 0 0 0,0 0 0 0 0,1-1 0 0 0,-1 1 0 0 0,1-1 0 0 0,-1 0 0 0 0,1 0 0 0 0,0 0 0 0 0,-7-5 0 0 0,10 6-33 0 0,0-1 0 0 0,0 0 0 0 0,1 0 0 0 0,-1 0 0 0 0,0 0 0 0 0,1 0 0 0 0,0 0 0 0 0,-1 0 0 0 0,1 0 0 0 0,0 0 0 0 0,0 0 0 0 0,0 0-1 0 0,0 0 1 0 0,0 0 0 0 0,1 1 0 0 0,-1-1 0 0 0,0 0 0 0 0,1 0 0 0 0,0 0 0 0 0,-1 0 0 0 0,3-3 0 0 0,11-4-27 0 0,0 1 0 0 0,1 1 0 0 0,0 0 0 0 0,1 1 0 0 0,-1 1 0 0 0,1 0 0 0 0,30-4 0 0 0,-41 8 13 0 0,-1 1 0 0 0,1-1 0 0 0,0 1 0 0 0,-1 0 0 0 0,1 1 0 0 0,5 0 0 0 0,-10-1 17 0 0,0 0 0 0 0,0 0 0 0 0,0 0 0 0 0,1 0-1 0 0,-1 0 1 0 0,0 0 0 0 0,0 0 0 0 0,0 0 0 0 0,0 0 0 0 0,0 0 0 0 0,1 0-1 0 0,-1 1 1 0 0,0-1 0 0 0,0 0 0 0 0,0 0 0 0 0,0 0 0 0 0,0 0 0 0 0,1 0 0 0 0,-1 0-1 0 0,0 0 1 0 0,0 0 0 0 0,0 1 0 0 0,0-1 0 0 0,0 0 0 0 0,0 0 0 0 0,0 0-1 0 0,0 0 1 0 0,1 0 0 0 0,-1 0 0 0 0,0 1 0 0 0,0-1 0 0 0,0 0 0 0 0,0 0-1 0 0,0 0 1 0 0,0 0 0 0 0,0 1 0 0 0,0-1 0 0 0,0 0 0 0 0,0 0 0 0 0,0 0 0 0 0,0 0-1 0 0,0 0 1 0 0,0 1 0 0 0,0-1 0 0 0,0 0 0 0 0,0 0 0 0 0,0 0 0 0 0,0 0-1 0 0,-1 1 1 0 0,1-1 0 0 0,0 0 0 0 0,0 0 0 0 0,0 0 0 0 0,0 0 0 0 0,0 0 0 0 0,0 1-1 0 0,-23 11 88 0 0,-40 12 442 0 0,-1-1 0 0 0,-107 21 0 0 0,118-36-315 0 0,-85 3-1 0 0,213-18-3508 0 0,-21-3 534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8:48.5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362 387 560 0 0,'-5'2'1374'0'0,"-12"2"-307"0"0,16-4-1039 0 0,1 0-1 0 0,0 0 1 0 0,0 0-1 0 0,-1 0 1 0 0,1 0-1 0 0,0 0 1 0 0,0-1-1 0 0,-1 1 1 0 0,1 0-1 0 0,0 0 1 0 0,0 0-1 0 0,-1 0 1 0 0,1 0-1 0 0,0-1 1 0 0,0 1-1 0 0,0 0 1 0 0,0 0-1 0 0,-1 0 1 0 0,1-1-1 0 0,0 1 1 0 0,0 0-1 0 0,0 0 1 0 0,0-1-1 0 0,0 1 1 0 0,0 0-1 0 0,-1 0 1 0 0,1-1-1 0 0,0 1 1 0 0,0 0-1 0 0,0 0 1 0 0,0-1-1 0 0,0 1 1 0 0,0 0-1 0 0,0 0 1 0 0,0-1-1 0 0,0 1 1 0 0,0 0-1 0 0,0 0 1 0 0,1-1-1 0 0,-1 1 1 0 0,0 0-1 0 0,0 0 1 0 0,0-1-1 0 0,0 1 1 0 0,0 0-1 0 0,0 0 1 0 0,0 0-1 0 0,1-1 1 0 0,-1 1-1 0 0,0 0 1 0 0,0 0-1 0 0,0 0 1 0 0,1-1-1 0 0,-1 1 1 0 0,0 0-1 0 0,0 0 1 0 0,0 0-1 0 0,1 0 1 0 0,-1 0-1 0 0,0 0 1 0 0,0-1-1 0 0,1 1 1 0 0,-1 0-1 0 0,1 0 1 0 0,13-9-18 0 0,-1-1 1 0 0,24-21-1 0 0,14-13 199 0 0,162-122 1378 0 0,-197 153-1590 0 0,-1 2-1 0 0,1 0 1 0 0,1 0-1 0 0,0 2 0 0 0,1 0 1 0 0,-1 1-1 0 0,2 1 1 0 0,-1 0-1 0 0,1 1 1 0 0,26-4-1 0 0,-14 3-10 0 0,-24 5 4 0 0,1 0-12 0 0,0-1 1 0 0,1 2-1 0 0,-1-1 1 0 0,1 1 0 0 0,-1 1-1 0 0,15 0 1 0 0,22 7-108 0 0,-41-4 111 0 0,-3-3 18 0 0,-1 0-1 0 0,0 0 0 0 0,1 0 1 0 0,-1 1-1 0 0,0-1 1 0 0,0 0-1 0 0,1 0 1 0 0,-1 0-1 0 0,0 1 0 0 0,0-1 1 0 0,1 0-1 0 0,-1 0 1 0 0,0 1-1 0 0,0-1 1 0 0,0 0-1 0 0,1 1 0 0 0,-1-1 1 0 0,0 0-1 0 0,0 0 1 0 0,0 1-1 0 0,0-1 1 0 0,0 0-1 0 0,0 1 0 0 0,0-1 1 0 0,0 0-1 0 0,0 1 1 0 0,0-1-1 0 0,0 1 1 0 0,4 8 3 0 0,1-6-3 0 0,-4-3 0 0 0,0 0 0 0 0,-1 0 0 0 0,1 0 0 0 0,0 1 0 0 0,0-1 0 0 0,-1 0 0 0 0,1 1 0 0 0,0-1 0 0 0,-1 1 0 0 0,1-1 0 0 0,0 1 0 0 0,-1-1 0 0 0,1 1 0 0 0,0-1 0 0 0,-1 1 0 0 0,1 0 0 0 0,-1-1 0 0 0,0 1 0 0 0,1 0 0 0 0,-1-1 0 0 0,1 1 0 0 0,-1 0 0 0 0,0 0 0 0 0,1-1 0 0 0,-1 1 0 0 0,0 0 0 0 0,0 0 0 0 0,0-1 0 0 0,0 1 0 0 0,0 0 0 0 0,0 0 0 0 0,0 0 0 0 0,0-1 0 0 0,0 1 0 0 0,0 0 0 0 0,0 0 0 0 0,0 0 0 0 0,0-1 0 0 0,-1 1 0 0 0,1 0 0 0 0,-1 1 0 0 0,-8 11-1 0 0,-1 1 0 0 0,0-2 0 0 0,0 0 0 0 0,-2 0 0 0 0,1-1 0 0 0,-2 0 0 0 0,1-1 0 0 0,-1 0 0 0 0,-1-1 0 0 0,0-1 0 0 0,0 0 0 0 0,0-1 0 0 0,-17 6 1 0 0,-7 0 120 0 0,0-2 0 0 0,-1-1 0 0 0,-1-2 0 0 0,0-2 0 0 0,-48 1 0 0 0,66-7 40 0 0,22 0-160 0 0,0 0 1 0 0,0 0-1 0 0,0 0 1 0 0,1 0-1 0 0,-1 0 0 0 0,0 0 1 0 0,0 0-1 0 0,1 0 1 0 0,-1 0-1 0 0,0 0 0 0 0,0-1 1 0 0,0 1-1 0 0,0 0 1 0 0,1 0-1 0 0,-1 0 0 0 0,0 0 1 0 0,0-1-1 0 0,0 1 1 0 0,0 0-1 0 0,0 0 1 0 0,1 0-1 0 0,-1-1 0 0 0,0 1 1 0 0,0 0-1 0 0,0 0 1 0 0,0 0-1 0 0,0-1 0 0 0,0 1 1 0 0,0 0-1 0 0,0 0 1 0 0,0-1-1 0 0,0 1 0 0 0,0 0 1 0 0,0 0-1 0 0,0 0 1 0 0,0-1-1 0 0,0 1 1 0 0,0 0-1 0 0,0 0 0 0 0,0-1 1 0 0,0 1-1 0 0,0 0 1 0 0,0 0-1 0 0,-1 0 0 0 0,1-1 1 0 0,0 1-1 0 0,0 0 1 0 0,0 0-1 0 0,0 0 0 0 0,0-1 1 0 0,-1 1-1 0 0,1 0 1 0 0,0 0-1 0 0,0 0 1 0 0,0 0-1 0 0,0 0 0 0 0,-1 0 1 0 0,1-1-1 0 0,0 1 1 0 0,0 0-1 0 0,-1 0 0 0 0,1 0 1 0 0,0 0-1 0 0,0 0 1 0 0,29-9-28 0 0,1 0 0 0 0,56-7 1 0 0,-66 13-33 0 0,-1 1 0 0 0,1 1 0 0 0,0 1 1 0 0,0 0-1 0 0,-1 1 0 0 0,1 1 1 0 0,0 1-1 0 0,-1 1 0 0 0,22 8 1 0 0,-37-11 37 0 0,0 1 0 0 0,-1 1 1 0 0,1-1-1 0 0,-1 0 1 0 0,1 1-1 0 0,-1 0 0 0 0,0 0 1 0 0,0 0-1 0 0,0 0 1 0 0,-1 0-1 0 0,1 0 0 0 0,-1 1 1 0 0,0 0-1 0 0,0-1 1 0 0,0 1-1 0 0,2 6 0 0 0,-3-8 14 0 0,0 1 0 0 0,-1-1-1 0 0,1 0 1 0 0,-1 1 0 0 0,0-1-1 0 0,0 1 1 0 0,0-1 0 0 0,0 1-1 0 0,0-1 1 0 0,0 1 0 0 0,-1-1-1 0 0,1 0 1 0 0,-1 1-1 0 0,0-1 1 0 0,1 0 0 0 0,-1 1-1 0 0,0-1 1 0 0,-1 0 0 0 0,1 0-1 0 0,0 0 1 0 0,-1 0 0 0 0,1 0-1 0 0,-1 0 1 0 0,1 0 0 0 0,-1 0-1 0 0,0-1 1 0 0,0 1-1 0 0,0-1 1 0 0,0 1 0 0 0,0-1-1 0 0,0 0 1 0 0,0 0 0 0 0,-3 2-1 0 0,-15 4 42 0 0,0 0-1 0 0,0-1 0 0 0,0-2 0 0 0,-27 4 0 0 0,18-3 41 0 0,-256 36 686 0 0,206-34-526 0 0,-129-6 0 0 0,161-5-408 0 0,-66-14 1 0 0,112 17 165 0 0,-45-12-438 0 0,45 12 364 0 0,-1 1 0 0 0,1-1-1 0 0,-1 0 1 0 0,1 1 0 0 0,0-1 0 0 0,-1 0 0 0 0,1 0 0 0 0,0 0-1 0 0,0 0 1 0 0,-1 0 0 0 0,1 0 0 0 0,0-1 0 0 0,0 1 0 0 0,0 0 0 0 0,0 0-1 0 0,1-1 1 0 0,-1 1 0 0 0,0-1 0 0 0,1 1 0 0 0,-1-1 0 0 0,0 1-1 0 0,1-1 1 0 0,0 1 0 0 0,-1-4 0 0 0,2 1-389 0 0,-1 1-1 0 0,1-1 1 0 0,0 0 0 0 0,1 1-1 0 0,-1-1 1 0 0,1 0 0 0 0,0 1-1 0 0,2-5 1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8:49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348 151 80 0 0,'-49'-9'4122'0'0,"49"9"-4089"0"0,0 0 1 0 0,-1 0 0 0 0,1-1-1 0 0,0 1 1 0 0,-1 0-1 0 0,1 0 1 0 0,0 0-1 0 0,-1-1 1 0 0,1 1 0 0 0,0 0-1 0 0,0-1 1 0 0,-1 1-1 0 0,1 0 1 0 0,0 0-1 0 0,0-1 1 0 0,0 1-1 0 0,-1 0 1 0 0,1-1 0 0 0,0 1-1 0 0,0-1 1 0 0,0 1-1 0 0,0 0 1 0 0,0-1-1 0 0,0 1 1 0 0,0 0 0 0 0,0-1-1 0 0,0 1 1 0 0,0-1-1 0 0,0 1 1 0 0,0 0-1 0 0,0-1 1 0 0,0 1-1 0 0,0 0 1 0 0,0-1 0 0 0,0 0-1 0 0,1 1-26 0 0,-1-1-1 0 0,0 1 0 0 0,0 0 1 0 0,0-1-1 0 0,0 1 1 0 0,0-1-1 0 0,0 1 0 0 0,0-1 1 0 0,0 1-1 0 0,0-1 1 0 0,0 1-1 0 0,0-1 0 0 0,0 1 1 0 0,-1-1-1 0 0,1 1 0 0 0,0-1 1 0 0,0 1-1 0 0,0-1 1 0 0,-1 1-1 0 0,1 0 0 0 0,0-1 1 0 0,0 1-1 0 0,-1-1 1 0 0,1 1-1 0 0,0 0 0 0 0,-1-1 1 0 0,0 1-1 0 0,-5-3 13 0 0,5 3 0 0 0,0 0 1 0 0,0-1-1 0 0,0 1 0 0 0,0-1 1 0 0,0 1-1 0 0,1 0 0 0 0,-1-1 1 0 0,0 0-1 0 0,0 1 0 0 0,0-1 1 0 0,1 1-1 0 0,-1-1 0 0 0,0 0 1 0 0,1 0-1 0 0,-1 1 0 0 0,1-1 0 0 0,-1 0 1 0 0,1 0-1 0 0,-1 0 0 0 0,1 0 1 0 0,-1 1-1 0 0,1-1 0 0 0,0 0 1 0 0,-1 0-1 0 0,1 0 0 0 0,0 0 1 0 0,0 0-1 0 0,0 0 0 0 0,0 0 1 0 0,0 0-1 0 0,0 0 0 0 0,0 0 1 0 0,0 0-1 0 0,0 0 0 0 0,1 0 1 0 0,-1-1-1 0 0,0 1 61 0 0,5 1-13 0 0,24 0-19 0 0,43 2 5 0 0,-65-1-68 0 0,-1 0 0 0 0,1 0 1 0 0,-1 1-1 0 0,1 0 1 0 0,10 5-1 0 0,-16-4 31 0 0,-9 1 2 0 0,-16 1 41 0 0,-13 2 19 0 0,-124 14 392 0 0,137-19-347 0 0,-1-1-1 0 0,0-1 1 0 0,0-2-1 0 0,-34-5 1 0 0,57 7-109 0 0,0-1 0 0 0,0 1 1 0 0,-1-1-1 0 0,1 1 0 0 0,0-1 0 0 0,0 0 1 0 0,0 1-1 0 0,0-1 0 0 0,0 0 1 0 0,0 0-1 0 0,1-1 0 0 0,-1 1 0 0 0,0 0 1 0 0,-2-3-1 0 0,3 3-9 0 0,1-1-1 0 0,-1 0 1 0 0,0 1 0 0 0,1-1 0 0 0,0 0-1 0 0,-1 0 1 0 0,1 1 0 0 0,0-1 0 0 0,0 0-1 0 0,0 0 1 0 0,0 0 0 0 0,0-2-1 0 0,0-7-79 0 0,1 10 74 0 0,-1 0 1 0 0,1-1-1 0 0,-1 1 1 0 0,1 0-1 0 0,-1 0 1 0 0,1 0-1 0 0,0 0 0 0 0,0 0 1 0 0,-1 0-1 0 0,1 0 1 0 0,0 0-1 0 0,0 0 1 0 0,0 0-1 0 0,0 0 1 0 0,0 1-1 0 0,0-1 0 0 0,0 0 1 0 0,0 1-1 0 0,1-1 1 0 0,-1 0-1 0 0,0 1 1 0 0,0 0-1 0 0,0-1 0 0 0,1 1 1 0 0,1-1-1 0 0,40-8 4 0 0,-32 7-4 0 0,65-15-53 0 0,-33 6-768 0 0,1 2-1 0 0,60-4 0 0 0,-55 12-1324 0 0,-18 1-228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8:52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1 870 1201 0 0,'0'0'49'0'0,"0"-1"0"0"0,0 0 0 0 0,0 1 0 0 0,0-1 0 0 0,0 0 1 0 0,1 1-1 0 0,-1-1 0 0 0,0 1 0 0 0,1-1 0 0 0,-1 0 1 0 0,0 1-1 0 0,1-1 0 0 0,-1 1 0 0 0,1-1 0 0 0,-1 1 1 0 0,0-1-1 0 0,1 1 0 0 0,-1-1 0 0 0,1 1 0 0 0,0 0 0 0 0,-1-1 1 0 0,1 1-1 0 0,-1 0 0 0 0,1-1 0 0 0,0 1 0 0 0,-1 0 1 0 0,1 0-1 0 0,0 0 0 0 0,-1-1 0 0 0,1 1 0 0 0,0 0 1 0 0,-1 0-1 0 0,1 0 0 0 0,0 0 0 0 0,-1 0 0 0 0,2 0 0 0 0,2 0 52 0 0,-4 0-102 0 0,0 0 0 0 0,-1 0 0 0 0,1 0 0 0 0,0 0 0 0 0,0 0-1 0 0,0 0 1 0 0,0-1 0 0 0,0 1 0 0 0,0 0 0 0 0,-1 0 0 0 0,1 0-1 0 0,0 0 1 0 0,0 0 0 0 0,0 0 0 0 0,0 0 0 0 0,0-1 0 0 0,0 1-1 0 0,0 0 1 0 0,0 0 0 0 0,0 0 0 0 0,0 0 0 0 0,0 0 0 0 0,-1-1-1 0 0,1 1 1 0 0,0 0 0 0 0,0 0 0 0 0,0 0 0 0 0,0 0-1 0 0,0 0 1 0 0,0-1 0 0 0,0 1 0 0 0,0 0 0 0 0,0 0 0 0 0,0 0-1 0 0,1 0 1 0 0,-1 0 0 0 0,0-1 0 0 0,0 1 0 0 0,0 0 0 0 0,0 0-1 0 0,0 0 1 0 0,0 0 0 0 0,0 0 0 0 0,0 0 0 0 0,0-1 0 0 0,0 1-1 0 0,0 0 1 0 0,1 0 0 0 0,-1 0 0 0 0,0 0 0 0 0,0 0 0 0 0,0 0-1 0 0,0 0 1 0 0,0 0 0 0 0,0 0 0 0 0,1-1 0 0 0,-23 0 2388 0 0,26 1-2320 0 0,45-6 107 0 0,-36 5-107 0 0,40-4 226 0 0,72-16 0 0 0,-76 20-226 0 0,-22-3-67 0 0,59-5 309 0 0,94-23 0 0 0,-158 28-287 0 0,65-15 99 0 0,168-29-2 0 0,-166 31-119 0 0,-45 12 0 0 0,-17 3 0 0 0,-23-1 0 0 0,-4 6 14 0 0,0-2 132 0 0,1-2-142 0 0,-1 1 0 0 0,0-1-1 0 0,1 1 1 0 0,-1-1 0 0 0,0 0-1 0 0,1 1 1 0 0,-1-1-1 0 0,1 1 1 0 0,-1-1 0 0 0,1 1-1 0 0,0-1 1 0 0,-1 1 0 0 0,1-1-1 0 0,-1 1 1 0 0,1 0 0 0 0,0-1-1 0 0,-1 1 1 0 0,1 0-1 0 0,0 0 1 0 0,0-1 0 0 0,-1 1-1 0 0,1 0 1 0 0,1 0 0 0 0,26-5-18 0 0,-17 3 20 0 0,89-28-6 0 0,-68 19 0 0 0,97-38 0 0 0,0-1 14 0 0,-68 22 48 0 0,11-7 9 0 0,-63 24-57 0 0,124-47-14 0 0,-88 37 0 0 0,16 0 0 0 0,-51 19 0 0 0,0-1 0 0 0,0 0 0 0 0,0-1 0 0 0,17-9 0 0 0,65-37 0 0 0,-58 33 0 0 0,57-38 0 0 0,-74 43 0 0 0,1 1 0 0 0,-1 1 0 0 0,1 0 0 0 0,1 1 0 0 0,26-8 0 0 0,-42 16 0 0 0,-2 1 0 0 0,0 0 0 0 0,1-1 0 0 0,-1 1 0 0 0,0 0 0 0 0,0 0 0 0 0,0-1 0 0 0,0 1 0 0 0,0 0 0 0 0,0-1 0 0 0,0 1 0 0 0,-1-1 0 0 0,1 1 0 0 0,0-1 0 0 0,0 0 0 0 0,0 1 0 0 0,0-1 0 0 0,-1 0 0 0 0,1 0 0 0 0,0 1 0 0 0,-1-1 0 0 0,1 0 0 0 0,0 0 0 0 0,-1 0 0 0 0,1 0 0 0 0,-1 0 0 0 0,0 0 0 0 0,1 0 0 0 0,-1-2 0 0 0,1 2 0 0 0,-1 0 0 0 0,1 0 0 0 0,0 0 0 0 0,-1 0 0 0 0,1 0 0 0 0,0 1 0 0 0,-1-1 0 0 0,1 0 0 0 0,0 0 0 0 0,0 0 0 0 0,0 1 0 0 0,0-1 0 0 0,0 0 0 0 0,-1 1 0 0 0,1-1 0 0 0,1 1 0 0 0,-1-1 0 0 0,0 1 0 0 0,0-1 0 0 0,0 1 0 0 0,2-1 0 0 0,-1 1 0 0 0,21-15 0 0 0,1 2 0 0 0,1 1 0 0 0,36-12 0 0 0,-13 3 0 0 0,-44 16 53 0 0,-4 10-93 0 0,0-1 13 0 0,-4-3-26 0 0,-48-2-3082 0 0,7-3 254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8:54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29 480 0 0,'5'-4'473'0'0,"-4"4"-337"0"0,0-1-1 0 0,0 0 1 0 0,0 1-1 0 0,0-1 1 0 0,0 0-1 0 0,0 0 1 0 0,0 0-1 0 0,0 0 1 0 0,0 0 0 0 0,0 0-1 0 0,-1 0 1 0 0,1 0-1 0 0,0 0 1 0 0,-1 0-1 0 0,1 0 1 0 0,-1 0-1 0 0,1-1 1 0 0,-1 1-1 0 0,0 0 1 0 0,1 0 0 0 0,-1-3-1 0 0,0 3 545 0 0,0 2-586 0 0,1 3-65 0 0,-1 0 0 0 0,0 0 0 0 0,0 1 0 0 0,0-1 0 0 0,0 0 0 0 0,-1 0 0 0 0,1 0 0 0 0,-1 0 0 0 0,0 0 0 0 0,-1 0 0 0 0,1 0 0 0 0,-1 0 0 0 0,1-1 0 0 0,-1 1 0 0 0,0 0 0 0 0,-4 3 0 0 0,2 9 64 0 0,0 0-26 0 0,-1-8-44 0 0,3-6-16 0 0,0 1-1 0 0,1-1 0 0 0,-1 0 0 0 0,1 1 1 0 0,-1 0-1 0 0,1-1 0 0 0,0 1 1 0 0,0 0-1 0 0,0-1 0 0 0,0 1 0 0 0,0 0 1 0 0,1 0-1 0 0,-1 0 0 0 0,1 0 0 0 0,0 0 1 0 0,0 0-1 0 0,0 0 0 0 0,0-1 1 0 0,1 1-1 0 0,-1 0 0 0 0,1 0 0 0 0,0 0 1 0 0,1 3-1 0 0,5 9 20 0 0,-5-13-25 0 0,0 1 1 0 0,-1 0-1 0 0,1 0 0 0 0,-1-1 1 0 0,0 1-1 0 0,1 0 0 0 0,-1 0 0 0 0,-1 0 1 0 0,1 0-1 0 0,0 0 0 0 0,-1 1 1 0 0,1-1-1 0 0,-1 0 0 0 0,0 0 0 0 0,0 0 1 0 0,0 0-1 0 0,-1 1 0 0 0,1-1 1 0 0,-1 0-1 0 0,-2 6 0 0 0,-17 19-37 0 0,16-24 41 0 0,1 0 0 0 0,-1 0 0 0 0,1 0 1 0 0,1 0-1 0 0,-1 0 0 0 0,-2 6 0 0 0,-4 30 9 0 0,-9 4-14 0 0,12-22 0 0 0,4-13 2 0 0,-1 0 0 0 0,0 0 0 0 0,0 0 1 0 0,-1 0-1 0 0,-6 9 0 0 0,6-11 5 0 0,1 0 0 0 0,-1 0 1 0 0,1 0-1 0 0,1 0 0 0 0,-1 0 1 0 0,1 1-1 0 0,0-1 0 0 0,1 1 0 0 0,0-1 1 0 0,-1 15-1 0 0,2-15 0 0 0,0-1 1 0 0,-1 1-1 0 0,0 0 0 0 0,-1-1 1 0 0,0 1-1 0 0,0-1 0 0 0,-3 7 1 0 0,3-7 1 0 0,-1 0 0 0 0,1 1 1 0 0,0-1-1 0 0,1 1 0 0 0,0 0 1 0 0,0-1-1 0 0,0 8 0 0 0,1-13-8 0 0,0 0-1 0 0,0 0 0 0 0,0 0 0 0 0,0 0 1 0 0,0 0-1 0 0,0 0 0 0 0,0-1 0 0 0,1 1 1 0 0,-1 0-1 0 0,0 0 0 0 0,1 0 1 0 0,-1 0-1 0 0,0-1 0 0 0,1 1 0 0 0,-1 0 1 0 0,1 0-1 0 0,-1-1 0 0 0,1 1 0 0 0,0 0 1 0 0,-1-1-1 0 0,1 1 0 0 0,0-1 0 0 0,-1 1 1 0 0,1-1-1 0 0,0 1 0 0 0,0-1 0 0 0,1 1 1 0 0,-1 0-5 0 0,0-1 1 0 0,-1 1-1 0 0,1-1 0 0 0,0 1 1 0 0,0-1-1 0 0,0 1 1 0 0,-1-1-1 0 0,1 1 0 0 0,0 0 1 0 0,-1-1-1 0 0,1 1 1 0 0,0 0-1 0 0,-1 0 0 0 0,1 0 1 0 0,-1-1-1 0 0,0 1 1 0 0,1 0-1 0 0,-1 0 0 0 0,1 0 1 0 0,-1 0-1 0 0,0 0 1 0 0,0 0-1 0 0,0 0 0 0 0,1 0 1 0 0,-1 0-1 0 0,0 0 1 0 0,-1 1-1 0 0,1 0-183 0 0,5-3-453 0 0,13-4-1134 0 0,-14-1-1121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8:55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0 1281 0 0,'-27'10'1760'0'0,"27"24"1"0"0,0 5-960 0 0,0-5-721 0 0,27-5-160 0 0,0-7 80 0 0,-27-5 0 0 0,26 0 80 0 0,1 0-80 0 0,0-12-80 0 0,-1 7 0 0 0,1-12-1601 0 0,-27-7-400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8:55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27 139 160 0 0,'-27'-10'1921'0'0,"27"3"-480"0"0,0-3-321 0 0,0-2-320 0 0,27 7-319 0 0,-1-12-161 0 0,28 5-160 0 0,-1 2-80 0 0,0-2-80 0 0,1 0-240 0 0,-1 2-480 0 0,0-2-961 0 0,1 2-560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8:56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0 162 1281 0 0,'8'-4'194'0'0,"12"-8"319"0"0,-1 1 1 0 0,-1-2-1 0 0,0-1 1 0 0,27-26-1 0 0,-28 22-157 0 0,1 2-1 0 0,23-18 1 0 0,-40 39-320 0 0,1 0 1 0 0,-1 1-1 0 0,0-1 0 0 0,-1 0 1 0 0,0 0-1 0 0,1 0 0 0 0,-2 0 1 0 0,0 6-1 0 0,1-5-16 0 0,0 4-3 0 0,-1-1-1 0 0,-1 0 1 0 0,0 0 0 0 0,0 0-1 0 0,-1 0 1 0 0,0 0 0 0 0,-6 12-1 0 0,9-20-17 0 0,-1 0-1 0 0,1 0 1 0 0,0-1-1 0 0,-1 1 1 0 0,1 0 0 0 0,0 0-1 0 0,-1 0 1 0 0,1 0-1 0 0,0 0 1 0 0,0 0-1 0 0,0 0 1 0 0,0 0-1 0 0,0 0 1 0 0,0 0 0 0 0,0 0-1 0 0,1 0 1 0 0,-1 0-1 0 0,0 0 1 0 0,0 0-1 0 0,1 0 1 0 0,-1 0-1 0 0,1 0 1 0 0,-1 0-1 0 0,1 0 1 0 0,-1 0 0 0 0,1-1-1 0 0,-1 1 1 0 0,1 0-1 0 0,0 0 1 0 0,0-1-1 0 0,-1 1 1 0 0,1 0-1 0 0,0-1 1 0 0,0 1 0 0 0,0-1-1 0 0,-1 1 1 0 0,1-1-1 0 0,0 1 1 0 0,0-1-1 0 0,0 0 1 0 0,0 1-1 0 0,0-1 1 0 0,1 0 0 0 0,-1 1-2 0 0,4 5-793 0 0,-6-10-396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9:07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29 222 400 0 0,'0'0'88'0'0,"0"-1"0"0"0,0 0 0 0 0,1 1 0 0 0,-1-1-1 0 0,0 0 1 0 0,0 1 0 0 0,0-1 0 0 0,0 1 0 0 0,0-1 0 0 0,0 0 0 0 0,0 1-1 0 0,0-1 1 0 0,0 0 0 0 0,0 1 0 0 0,-1-1 0 0 0,1 1 0 0 0,0-1 0 0 0,0 0-1 0 0,-1 1 1 0 0,1-1 0 0 0,0 1 0 0 0,-1-1 0 0 0,1 1 0 0 0,0-1 0 0 0,-1 1-1 0 0,1-1 1 0 0,-1 1 0 0 0,0-1 0 0 0,0 0-64 0 0,0 1 1 0 0,0-1-1 0 0,-1 1 0 0 0,1-1 0 0 0,0 1 1 0 0,0-1-1 0 0,0 0 0 0 0,0 0 0 0 0,0 0 1 0 0,0 1-1 0 0,0-1 0 0 0,0 0 0 0 0,0 0 1 0 0,0 0-1 0 0,0-1 0 0 0,1 1 1 0 0,-2-2-1 0 0,-1-32 499 0 0,3 27-466 0 0,-1 6-36 0 0,1 0 0 0 0,0-1 0 0 0,0 1-1 0 0,0-1 1 0 0,0 1 0 0 0,0 0-1 0 0,0-1 1 0 0,1 1 0 0 0,-1 0-1 0 0,1-1 1 0 0,-1 1 0 0 0,1 0 0 0 0,2-4-1 0 0,5 0 45 0 0,-7 5-53 0 0,0 0-1 0 0,0 1 1 0 0,0-1-1 0 0,0 1 0 0 0,0-1 1 0 0,0 0-1 0 0,-1 0 1 0 0,1 0-1 0 0,0 1 1 0 0,0-1-1 0 0,-1 0 0 0 0,1 0 1 0 0,-1 0-1 0 0,1 0 1 0 0,-1 0-1 0 0,1 0 1 0 0,-1 0-1 0 0,0 0 0 0 0,1 0 1 0 0,-1-1-1 0 0,0 1 1 0 0,0 0-1 0 0,0 0 1 0 0,0 0-1 0 0,0 0 0 0 0,0-2 1 0 0,0 2-8 0 0,0 0 0 0 0,0 1 0 0 0,0-1-1 0 0,0 0 1 0 0,0 1 0 0 0,0-1 0 0 0,1 0 0 0 0,-1 1 0 0 0,0-1 0 0 0,0 0 0 0 0,1 1 0 0 0,-1-1 0 0 0,1 0-1 0 0,-1 1 1 0 0,0-1 0 0 0,1 1 0 0 0,-1-1 0 0 0,1 1 0 0 0,-1-1 0 0 0,1 1 0 0 0,-1-1 0 0 0,1 1 0 0 0,0 0 0 0 0,-1-1-1 0 0,1 1 1 0 0,-1 0 0 0 0,1-1 0 0 0,0 1 0 0 0,-1 0 0 0 0,1 0 0 0 0,1-1 0 0 0,-1 1 0 0 0,-1 0 0 0 0,1 0 0 0 0,-1 0 0 0 0,1 0 0 0 0,-1 0 0 0 0,1-1 0 0 0,0 1 0 0 0,-1 0 0 0 0,1 0 0 0 0,-1-1 0 0 0,1 1 0 0 0,-1 0 0 0 0,1-1 0 0 0,-1 1 0 0 0,1-1 0 0 0,-1 1 0 0 0,0-1 0 0 0,1 1 0 0 0,-1-1 0 0 0,0 1 0 0 0,1-1 0 0 0,-1 1 0 0 0,0-1 0 0 0,0 1 0 0 0,1-1 0 0 0,-1 1 0 0 0,0-1 0 0 0,0 1 0 0 0,0-1 0 0 0,0 0 0 0 0,0 0 0 0 0,1 1-1 0 0,-1-1 1 0 0,0 0-1 0 0,0 1 0 0 0,0-1 0 0 0,0 1 0 0 0,0-1 1 0 0,1 1-1 0 0,-1-1 0 0 0,0 0 0 0 0,0 1 1 0 0,1-1-1 0 0,-1 1 0 0 0,0-1 0 0 0,1 1 0 0 0,-1 0 1 0 0,1-1-1 0 0,-1 1 0 0 0,1-1 0 0 0,-1 1 0 0 0,1 0 1 0 0,-1-1-1 0 0,1 1 0 0 0,-1 0 0 0 0,1 0 0 0 0,-1-1 1 0 0,1 1-1 0 0,-1 0 0 0 0,1 0 0 0 0,-1 0 0 0 0,1 0 1 0 0,0 0-1 0 0,-1-1 0 0 0,1 1 0 0 0,0 0 0 0 0,0 1 1 0 0,-1-1-1 0 0,1 0 1 0 0,-1 0-1 0 0,1 0 1 0 0,-1-1-1 0 0,1 1 1 0 0,-1 0-1 0 0,0 0 1 0 0,1 0-1 0 0,-1 0 1 0 0,1 0-1 0 0,-1 0 1 0 0,1-1-1 0 0,-1 1 1 0 0,0 0-1 0 0,1 0 0 0 0,-1-1 1 0 0,1 1-1 0 0,-1 0 1 0 0,0-1-1 0 0,1 1 1 0 0,-1 0-1 0 0,0-1 1 0 0,0 1-1 0 0,1 0 1 0 0,-1-1-1 0 0,0 1 1 0 0,0-1-1 0 0,1 1 1 0 0,-1-1-1 0 0,0 1 1 0 0,0-1-1 0 0,1 0-3 0 0,-1 0 1 0 0,1 1-1 0 0,-1-1 1 0 0,1 0-1 0 0,-1 1 1 0 0,1-1-1 0 0,-1 0 1 0 0,1 1-1 0 0,0-1 1 0 0,0 1-1 0 0,-1-1 1 0 0,1 1-1 0 0,0-1 1 0 0,0 1-1 0 0,-1-1 1 0 0,1 1-1 0 0,0 0 1 0 0,0 0-1 0 0,0-1 1 0 0,0 1-1 0 0,0 0 1 0 0,-1 0-1 0 0,1 0 1 0 0,2 0-1 0 0,-1-1 1 0 0,3-3 13 0 0,-2 2 39 0 0,16-1-40 0 0,-15 3-13 0 0,31-3 0 0 0,5 5 0 0 0,-31-3-12 0 0,35 3-42 0 0,-21 2 40 0 0,-18 4 14 0 0,-6-4 0 0 0,1-2 5 0 0,-1 0 0 0 0,0 0-1 0 0,1 1 1 0 0,-1-1 0 0 0,0 0 0 0 0,0 0-1 0 0,0 0 1 0 0,-1 0 0 0 0,1 0-1 0 0,0 0 1 0 0,-1 0 0 0 0,1 0-1 0 0,-1-1 1 0 0,0 1 0 0 0,0-1 0 0 0,1 1-1 0 0,-1-1 1 0 0,0 0 0 0 0,0 1-1 0 0,0-1 1 0 0,0 0 0 0 0,-4 1 0 0 0,-54 20 192 0 0,54-20-169 0 0,-21 6 185 0 0,23-4-53 0 0,8-4-93 0 0,32-7-83 0 0,72-5-1 0 0,-92 11 10 0 0,1 0-11 0 0,0 1 0 0 0,1 1 1 0 0,-1 0-1 0 0,0 1 0 0 0,-1 1 0 0 0,1 1 1 0 0,0 0-1 0 0,29 13 0 0 0,-34-12 8 0 0,20 13 4 0 0,-32-18 6 0 0,1 1 0 0 0,0 0 0 0 0,-1-1 0 0 0,1 1 0 0 0,0 0 0 0 0,-1 0 0 0 0,1-1 0 0 0,-1 1 0 0 0,1 0 0 0 0,-1 0 1 0 0,1 0-1 0 0,-1 0 0 0 0,0 0 0 0 0,1 0 0 0 0,-1-1 0 0 0,0 1 0 0 0,0 0 0 0 0,0 0 0 0 0,1 0 0 0 0,-1 0 0 0 0,0 0 1 0 0,0 0-1 0 0,-1 0 0 0 0,1 0 0 0 0,0 0 0 0 0,0 0 0 0 0,0 0 0 0 0,-1 0 0 0 0,1 0 0 0 0,0 0 0 0 0,-1 0 1 0 0,0 0-1 0 0,-2 4 2 0 0,0 0 0 0 0,0-1 0 0 0,0 0 0 0 0,-1 0 0 0 0,0 0 0 0 0,0 0 1 0 0,0-1-1 0 0,0 1 0 0 0,0-1 0 0 0,-1 0 0 0 0,0 0 0 0 0,-7 3 1 0 0,-8 2 48 0 0,-38 11 0 0 0,39-13-8 0 0,-67 25 211 0 0,59-20-153 0 0,0-1 0 0 0,-1-1 1 0 0,0-2-1 0 0,-38 6 0 0 0,63-13-134 0 0,-1-1-1 0 0,1 1 0 0 0,0-1 0 0 0,-1 1 0 0 0,1-1 0 0 0,-1-1 1 0 0,1 1-1 0 0,0 0 0 0 0,0-1 0 0 0,0 1 0 0 0,0-1 0 0 0,0 0 1 0 0,0 0-1 0 0,0 0 0 0 0,0 0 0 0 0,1-1 0 0 0,-1 1 1 0 0,1-1-1 0 0,0 0 0 0 0,0 0 0 0 0,0 1 0 0 0,0-1 0 0 0,0 0 1 0 0,0-1-1 0 0,1 1 0 0 0,0 0 0 0 0,-2-6 0 0 0,-2-29-1420 0 0,5 33 1241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9:09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2011 107 720 0 0,'-1'0'178'0'0,"1"-1"0"0"0,0 1-1 0 0,-1 0 1 0 0,1-1 0 0 0,-1 1-1 0 0,1 0 1 0 0,-1 0 0 0 0,1-1-1 0 0,-1 1 1 0 0,1 0 0 0 0,-1 0-1 0 0,1 0 1 0 0,-1 0 0 0 0,0-1-1 0 0,1 1 1 0 0,-1 0-1 0 0,1 0 1 0 0,-1 0 0 0 0,1 0-1 0 0,-1 0 1 0 0,1 0 0 0 0,-1 1-1 0 0,0-1 1 0 0,1 0 0 0 0,-1 0-1 0 0,1 0 1 0 0,-1 0 0 0 0,0 1-1 0 0,-25 5-436 0 0,19-4 649 0 0,0-1-330 0 0,1 0 0 0 0,-1-1 0 0 0,1 0 0 0 0,-1 0 0 0 0,1-1 0 0 0,-1 1 0 0 0,1-1 0 0 0,-1-1 0 0 0,1 1 0 0 0,0-1 0 0 0,-12-5 0 0 0,0 2 6 0 0,14 4-32 0 0,-1 0 1 0 0,1 0-1 0 0,0-1 1 0 0,0 1-1 0 0,0-1 0 0 0,-6-3 1 0 0,5 3-7 0 0,1 0-1 0 0,-1 1 1 0 0,0-1-1 0 0,0 1 1 0 0,0 0 0 0 0,-6 0-1 0 0,-20-5 113 0 0,19 2-86 0 0,1 1-1 0 0,-1 1 0 0 0,0 0 1 0 0,0 0-1 0 0,0 1 0 0 0,-22 1 1 0 0,-20-2 39 0 0,-117-11 137 0 0,13 3-60 0 0,-46-2-19 0 0,105 8 32 0 0,57 1-61 0 0,-212-6 9 0 0,200 13-64 0 0,-79 2 240 0 0,-106 11-120 0 0,132-18-116 0 0,-17-3 84 0 0,119 4-101 0 0,10 0-214 0 0,10 0 78 0 0,10 1-1380 0 0,-1-2-1 0 0,41-6 1 0 0,-12-8-1326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9:10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34 480 0 0,'0'0'70'0'0,"0"-1"1"0"0,0 1-1 0 0,0 0 0 0 0,0-1 1 0 0,-1 1-1 0 0,1-1 0 0 0,0 1 0 0 0,0 0 1 0 0,0-1-1 0 0,-1 1 0 0 0,1 0 0 0 0,0-1 1 0 0,0 1-1 0 0,-1 0 0 0 0,1-1 1 0 0,0 1-1 0 0,0 0 0 0 0,-1 0 0 0 0,1-1 1 0 0,0 1-1 0 0,-1 0 0 0 0,1 0 0 0 0,-1 0 1 0 0,1-1-1 0 0,0 1 0 0 0,-1 0 1 0 0,1 0-1 0 0,-1 0 0 0 0,1 0 0 0 0,0 0 1 0 0,-1 0-1 0 0,1 0 0 0 0,-1 0 0 0 0,1 0 1 0 0,0 0-1 0 0,-2 0 0 0 0,-9-4 671 0 0,7-6 987 0 0,4 9-1701 0 0,-1 0 0 0 0,1 1-1 0 0,-1-1 1 0 0,1 0 0 0 0,-1 1 0 0 0,0-1-1 0 0,1 0 1 0 0,-1 1 0 0 0,0-1 0 0 0,1 1-1 0 0,-1-1 1 0 0,0 1 0 0 0,0-1-1 0 0,1 1 1 0 0,-1 0 0 0 0,0-1 0 0 0,0 1-1 0 0,0 0 1 0 0,0 0 0 0 0,0-1 0 0 0,1 1-1 0 0,-1 0 1 0 0,0 0 0 0 0,0 0 0 0 0,-2 0-1 0 0,2 0 40 0 0,-2 0 118 0 0,1 0 406 0 0,3 5-631 0 0,-1-4 44 0 0,0 0-1 0 0,1-1 0 0 0,-1 1 0 0 0,1 0 1 0 0,-1 0-1 0 0,1 0 0 0 0,-1-1 1 0 0,1 1-1 0 0,0 0 0 0 0,-1 0 1 0 0,1-1-1 0 0,0 1 0 0 0,-1-1 1 0 0,1 1-1 0 0,0-1 0 0 0,0 1 1 0 0,0-1-1 0 0,0 1 0 0 0,-1-1 0 0 0,1 1 1 0 0,2-1-1 0 0,3 4 27 0 0,5 9 38 0 0,9 6-40 0 0,-9-12-12 0 0,1-1 1 0 0,0-1-1 0 0,1 0 1 0 0,-1-1 0 0 0,1 0-1 0 0,0-1 1 0 0,-1 0-1 0 0,1-1 1 0 0,16 0 0 0 0,14 0 19 0 0,56-6 0 0 0,-97 4-35 0 0,5-1 11 0 0,-1 1-1 0 0,0-1 1 0 0,0 0-1 0 0,1-1 0 0 0,-1 0 1 0 0,0 1-1 0 0,-1-2 0 0 0,8-2 1 0 0,9-1 42 0 0,0 2-26 0 0,-17 2 40 0 0,-5-1 13 0 0,-5 7-14 0 0,0-1-57 0 0,-1 0 1 0 0,1 1-1 0 0,0-1 0 0 0,0 1 0 0 0,-6 6 0 0 0,-9 7 30 0 0,-36 25 70 0 0,-64 36 1 0 0,-6 4-9 0 0,-38 23-128 0 0,144-93-872 0 0,44-22-590 0 0,25-7-898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9:11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347 135 640 0 0,'-1'1'114'0'0,"0"0"-1"0"0,0-1 0 0 0,0 1 1 0 0,0-1-1 0 0,0 1 0 0 0,0-1 1 0 0,0 1-1 0 0,0-1 0 0 0,-1 1 1 0 0,1-1-1 0 0,0 0 1 0 0,0 0-1 0 0,0 0 0 0 0,-1 0 1 0 0,1 0-1 0 0,0 0 0 0 0,0 0 1 0 0,-2 0-1 0 0,-27-1 1388 0 0,29 0-877 0 0,2 1-616 0 0,-1 0 0 0 0,0 0-1 0 0,0 0 1 0 0,0 0 0 0 0,0-1-1 0 0,0 1 1 0 0,0 0 0 0 0,0 0-1 0 0,0 0 1 0 0,0 0 0 0 0,0-1 0 0 0,0 1-1 0 0,0 0 1 0 0,0 0 0 0 0,0 0-1 0 0,0 0 1 0 0,0 0 0 0 0,0-1-1 0 0,0 1 1 0 0,0 0 0 0 0,0 0-1 0 0,0 0 1 0 0,0 0 0 0 0,0 0-1 0 0,-1-1 1 0 0,1 1 0 0 0,0 0-1 0 0,0 0 1 0 0,0 0 0 0 0,0 0-1 0 0,0 0 1 0 0,0 0 0 0 0,0 0-1 0 0,-1-1 1 0 0,1 1 0 0 0,0 0-1 0 0,0 0 1 0 0,0 0 0 0 0,0 0-1 0 0,0 0 1 0 0,-1 0 0 0 0,1 0-1 0 0,0 0 1 0 0,0 0 0 0 0,0 0-1 0 0,0 0 1 0 0,0 0 0 0 0,-1 0-1 0 0,1 0 1 0 0,0 0 0 0 0,0 0-1 0 0,0 0 1 0 0,0 0 0 0 0,0 0-1 0 0,-1 0 1 0 0,0 0 9 0 0,0 0 0 0 0,0-1 0 0 0,0 1 1 0 0,0 0-1 0 0,0-1 0 0 0,0 1 0 0 0,0 0 0 0 0,0-1 0 0 0,0 1 0 0 0,0-1 0 0 0,0 0 1 0 0,1 1-1 0 0,-1-1 0 0 0,0 0 0 0 0,0 0 0 0 0,1 1 0 0 0,-1-1 0 0 0,0 0 0 0 0,1 0 1 0 0,-1 0-1 0 0,0-2 0 0 0,-2-27 408 0 0,3 26-413 0 0,0 3-6 0 0,1 0 1 0 0,-1 0-1 0 0,1 0 0 0 0,-1 0 1 0 0,1 0-1 0 0,0 1 1 0 0,-1-1-1 0 0,1 0 0 0 0,0 0 1 0 0,0 0-1 0 0,0 1 0 0 0,-1-1 1 0 0,1 0-1 0 0,0 1 1 0 0,0-1-1 0 0,0 0 0 0 0,0 1 1 0 0,0-1-1 0 0,0 1 1 0 0,2-1-1 0 0,1-1 20 0 0,13-14 91 0 0,-13 12-92 0 0,0 0 0 0 0,0 0 1 0 0,1 0-1 0 0,-1 1 0 0 0,1-1 1 0 0,7-3-1 0 0,-1 3-10 0 0,0 0 1 0 0,0 1-1 0 0,0 0 1 0 0,0 0-1 0 0,17 0 1 0 0,-25 2-26 0 0,0 1 1 0 0,0 0-1 0 0,0 0 1 0 0,0 1-1 0 0,0-1 1 0 0,0 1 0 0 0,-1-1-1 0 0,1 1 1 0 0,0 0-1 0 0,0 0 1 0 0,0 0-1 0 0,3 3 1 0 0,-3-3-2 0 0,-2-1 11 0 0,-1 1 0 0 0,0-1 0 0 0,0 0-1 0 0,1 0 1 0 0,-1 0 0 0 0,0 0 0 0 0,0 1-1 0 0,1-1 1 0 0,-1 0 0 0 0,0 0 0 0 0,0 0-1 0 0,0 1 1 0 0,0-1 0 0 0,1 0-1 0 0,-1 0 1 0 0,0 1 0 0 0,0-1 0 0 0,0 0-1 0 0,0 0 1 0 0,0 1 0 0 0,0-1 0 0 0,0 0-1 0 0,0 1 1 0 0,0-1 0 0 0,0 0 0 0 0,0 0-1 0 0,0 1 1 0 0,0-1 0 0 0,0 0 0 0 0,0 1-1 0 0,0-1 1 0 0,0 0 0 0 0,0 0 0 0 0,0 1-1 0 0,0-1 1 0 0,0 0 0 0 0,0 0 0 0 0,0 1-1 0 0,-1-1 1 0 0,1 0 0 0 0,0 0 0 0 0,0 1-1 0 0,0-1 1 0 0,-1 0 0 0 0,1 0 0 0 0,0 0-1 0 0,0 1 1 0 0,0-1 0 0 0,-1 0 0 0 0,1 0-1 0 0,-1 0 1 0 0,-26 17 13 0 0,-92 30 227 0 0,110-44-177 0 0,0-1 0 0 0,0 0 0 0 0,0 0-1 0 0,0-1 1 0 0,0 0 0 0 0,0-1-1 0 0,0 0 1 0 0,0 0 0 0 0,-17-3-1 0 0,22-1-8 0 0,4 2-108 0 0,4 2-12 0 0,41 0 54 0 0,-37-1 10 0 0,0 0 1 0 0,1 1 0 0 0,-1 0 0 0 0,0 1 0 0 0,0 0-1 0 0,1 0 1 0 0,-1 1 0 0 0,0-1 0 0 0,0 2-1 0 0,-1-1 1 0 0,15 7 0 0 0,-21-8-2 0 0,1 0-1 0 0,0 0 1 0 0,0 0-1 0 0,-1 0 1 0 0,1 0 0 0 0,-1 1-1 0 0,1-1 1 0 0,-1 0 0 0 0,1 1-1 0 0,-1-1 1 0 0,0 1-1 0 0,0-1 1 0 0,1 1 0 0 0,0 2-1 0 0,-2-3 3 0 0,1 0 0 0 0,-1 0 0 0 0,0 0 0 0 0,0 1 0 0 0,0-1 0 0 0,1 0 0 0 0,-1 0 0 0 0,0 0 0 0 0,-1 0 0 0 0,1 1 0 0 0,0-1 0 0 0,0 0 0 0 0,0 0 0 0 0,-1 0 0 0 0,1 0 0 0 0,-1 0 0 0 0,0 2 1 0 0,-3 3 1 0 0,1-1 1 0 0,-1 0 0 0 0,0 0 0 0 0,-1-1-1 0 0,1 1 1 0 0,-10 5 0 0 0,8-5 1 0 0,2 0 2 0 0,-2 0 0 0 0,1-1 0 0 0,0 0 0 0 0,-1 0 0 0 0,0 0 0 0 0,0-1 1 0 0,0 1-1 0 0,0-2 0 0 0,0 1 0 0 0,-1-1 0 0 0,0 0 0 0 0,-7 2 0 0 0,-16 3-238 0 0,-1-2-1 0 0,0-1 1 0 0,0-1 0 0 0,0-2-1 0 0,-51-4 1 0 0,51-4-1888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0:11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73 1040 0 0,'0'-1'98'0'0,"0"1"0"0"0,0-1-1 0 0,0 0 1 0 0,0 0-1 0 0,0 0 1 0 0,0 1-1 0 0,0-1 1 0 0,0 0-1 0 0,1 0 1 0 0,-1 1-1 0 0,0-1 1 0 0,1 0-1 0 0,-1 0 1 0 0,0 1-1 0 0,1-1 1 0 0,-1 0-1 0 0,1 1 1 0 0,-1-1-1 0 0,1 0 1 0 0,-1 1-1 0 0,1-1 1 0 0,-1 1-1 0 0,1-1 1 0 0,0 1-1 0 0,-1-1 1 0 0,1 1-1 0 0,0 0 1 0 0,-1-1-1 0 0,1 1 1 0 0,0 0-1 0 0,0-1 1 0 0,-1 1-1 0 0,1 0 1 0 0,0 0-1 0 0,0 0 1 0 0,-1 0-1 0 0,1 0 1 0 0,1 0-1 0 0,1-1-31 0 0,-2 1-31 0 0,-1-1 1 0 0,1 1-1 0 0,-1-1 0 0 0,1 1 1 0 0,-1 0-1 0 0,0-1 0 0 0,1 1 1 0 0,-1-1-1 0 0,0 1 1 0 0,1-1-1 0 0,-1 1 0 0 0,0-1 1 0 0,0 0-1 0 0,1 1 0 0 0,-1-1 1 0 0,0 1-1 0 0,0-1 1 0 0,0 0-1 0 0,0 1 0 0 0,0-1 1 0 0,0 1-1 0 0,0-1 0 0 0,0 0 1 0 0,0 1-1 0 0,0-1 0 0 0,0 1 1 0 0,0-1-1 0 0,0 0 1 0 0,0 1-1 0 0,-1-2 0 0 0,1 2-46 0 0,0-1-1 0 0,-1 1 0 0 0,1-1 1 0 0,0 1-1 0 0,0-1 0 0 0,0 1 1 0 0,0-1-1 0 0,0 0 0 0 0,0 1 1 0 0,0-1-1 0 0,0 1 1 0 0,0-1-1 0 0,0 1 0 0 0,0-1 1 0 0,0 0-1 0 0,0 1 0 0 0,0-1 1 0 0,1 1-1 0 0,-1-1 0 0 0,0 1 1 0 0,0-1-1 0 0,1 1 0 0 0,-1-1 1 0 0,0 1-1 0 0,1-1 0 0 0,-1 1 1 0 0,1-1-1 0 0,-1 1 1 0 0,1-1-1 0 0,0 1-62 0 0,0 0 40 0 0,0 0 1 0 0,0 1-1 0 0,0-1 0 0 0,-1 0 0 0 0,1 0 0 0 0,0 0 0 0 0,0 0 0 0 0,0 0 0 0 0,0-1 1 0 0,0 1-1 0 0,0 0 0 0 0,0 0 0 0 0,-1-1 0 0 0,1 1 0 0 0,0 0 0 0 0,0-1 0 0 0,0 1 1 0 0,-1-1-1 0 0,1 1 0 0 0,0-1 0 0 0,0 1 0 0 0,-1-1 0 0 0,1 1 0 0 0,0-2 1 0 0,0 1-56 0 0,0 0 1 0 0,-1 1 0 0 0,1-1 0 0 0,0 0 0 0 0,-1 1-1 0 0,1-1 1 0 0,0 0 0 0 0,0 1 0 0 0,-1-1 0 0 0,1 1 0 0 0,0-1-1 0 0,0 1 1 0 0,0 0 0 0 0,0-1 0 0 0,0 1 0 0 0,0 0 0 0 0,0 0-1 0 0,0-1 1 0 0,0 1 0 0 0,0 0 0 0 0,0 0 0 0 0,1 0-1 0 0,0 0-204 0 0,2-1-1481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0:12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1 679 320 0 0,'0'0'172'0'0,"0"-1"-1"0"0,0 0 0 0 0,0 1 1 0 0,0-1-1 0 0,0 0 0 0 0,0 1 1 0 0,0-1-1 0 0,0 1 1 0 0,0-1-1 0 0,0 0 0 0 0,0 1 1 0 0,0-1-1 0 0,1 1 0 0 0,-1-1 1 0 0,0 0-1 0 0,0 1 1 0 0,1-1-1 0 0,-1 1 0 0 0,0-1 1 0 0,1 1-1 0 0,-1-1 1 0 0,1 1-1 0 0,-1-1 0 0 0,0 1 1 0 0,1-1-1 0 0,-1 1 0 0 0,1 0 1 0 0,-1-1-1 0 0,2 1 1 0 0,8-1 744 0 0,-6 1-1291 0 0,23-6 521 0 0,-5 2-92 0 0,36-13-1 0 0,129-74 241 0 0,-177 85-283 0 0,0 0-1 0 0,-1 0 1 0 0,13-10 0 0 0,20-15 39 0 0,198-102 97 0 0,-133 62-134 0 0,16-7 54 0 0,-50 42-54 0 0,85-29 0 0 0,-105 46 41 0 0,-47 18-60 0 0,-12 2 25 0 0,-16 0-5 0 0,17-1-14 0 0,5 1 4 0 0,-1-1 1 0 0,0 0-1 0 0,1 0 0 0 0,-1 0 1 0 0,0 0-1 0 0,1 1 1 0 0,-1-1-1 0 0,0 0 1 0 0,1 0-1 0 0,-1 0 1 0 0,0 0-1 0 0,1-1 0 0 0,-1 1 1 0 0,0 0-1 0 0,1 0 1 0 0,-1 0-1 0 0,0 0 1 0 0,1-1-1 0 0,-1 1 1 0 0,1 0-1 0 0,-1-1 0 0 0,0 1 1 0 0,1 0-1 0 0,-1-1 1 0 0,1 1-1 0 0,-1-1 1 0 0,1 1-1 0 0,-1-1 1 0 0,1 1-1 0 0,-1-1 0 0 0,1 1 1 0 0,0-1-1 0 0,-1 1 1 0 0,1-1-1 0 0,0 0 1 0 0,-1 1-1 0 0,1-1 1 0 0,0 0-1 0 0,0 1 0 0 0,0-1 1 0 0,0 0-1 0 0,-1 1 1 0 0,1-1-1 0 0,0 0 1 0 0,0 1-1 0 0,0-1 1 0 0,1-1-1 0 0,-1 1-3 0 0,1 0 0 0 0,-1 0 0 0 0,1 0 0 0 0,0 0 0 0 0,0 0 0 0 0,-1 0 0 0 0,1 0 0 0 0,0 0 0 0 0,0 1 0 0 0,0-1 0 0 0,0 0 0 0 0,0 1 0 0 0,0-1 0 0 0,0 0 0 0 0,0 1 0 0 0,1-1-1 0 0,1 0 1 0 0,1-1 9 0 0,10-9 54 0 0,25-11-62 0 0,-34 18-2 0 0,-10 1-2294 0 0,-17 0 80 0 0,-5 2-241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0:27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794 250 2721 0 0,'0'-1'154'0'0,"0"-1"1"0"0,0 0-1 0 0,0 1 0 0 0,0-1 0 0 0,1 0 1 0 0,-1 1-1 0 0,0-1 0 0 0,1 1 0 0 0,0-1 0 0 0,-1 0 1 0 0,1 1-1 0 0,0 0 0 0 0,0-1 0 0 0,-1 1 1 0 0,1-1-1 0 0,0 1 0 0 0,1 0 0 0 0,-1 0 0 0 0,0-1 1 0 0,0 1-1 0 0,0 0 0 0 0,3-1 0 0 0,0-1-59 0 0,-3-2 43 0 0,2 2-59 0 0,20-2-176 0 0,-19 4 44 0 0,-3 1 55 0 0,-1 0 1 0 0,1 0 0 0 0,0-1 0 0 0,-1 1 0 0 0,1 0 0 0 0,0 0-1 0 0,-1 0 1 0 0,1 0 0 0 0,0 0 0 0 0,0 0 0 0 0,-1 0 0 0 0,1 0 0 0 0,0 0-1 0 0,-1 0 1 0 0,1 0 0 0 0,0 0 0 0 0,-1 1 0 0 0,1-1 0 0 0,1 1-1 0 0,1-2 8 0 0,-52 12 230 0 0,-2-7-179 0 0,-129 16 25 0 0,159-15-86 0 0,0 2 0 0 0,1 0 0 0 0,0 1 0 0 0,-23 14 0 0 0,-18 6 0 0 0,42-19 0 0 0,-2 0 0 0 0,0-1 0 0 0,0-1 0 0 0,-26 6 0 0 0,-15 3-13 0 0,40-15 26 0 0,18-1-12 0 0,3 1 0 0 0,0-1-1 0 0,0 0 1 0 0,0 0-1 0 0,0 0 1 0 0,0 0-1 0 0,0 1 1 0 0,0-1-1 0 0,1-1 1 0 0,-1 1-1 0 0,0 0 1 0 0,0 0-1 0 0,0 0 1 0 0,0 0-1 0 0,0-1 1 0 0,0 1-1 0 0,0 0 1 0 0,1-1-1 0 0,-1 1 1 0 0,0 0-1 0 0,0-1 1 0 0,1 1-1 0 0,-1-1 1 0 0,0 0-1 0 0,-1 0 0 0 0,2-1 41 0 0,0 3-43 0 0,0-1 0 0 0,0 1-1 0 0,0 0 1 0 0,0-1-1 0 0,0 1 1 0 0,0 0-1 0 0,0-1 1 0 0,0 1-1 0 0,0-1 1 0 0,0 1-1 0 0,0 0 1 0 0,0-1-1 0 0,-1 1 1 0 0,1 0 0 0 0,0-1-1 0 0,-1 1 1 0 0,1-1-1 0 0,0 1 1 0 0,-1-1-1 0 0,1 1 1 0 0,-1 0-1 0 0,-5 6 18 0 0,0-1 0 0 0,1 1-1 0 0,0 0 1 0 0,-7 13 0 0 0,1-2-22 0 0,10-16 0 0 0,1-1 0 0 0,-1 1 1 0 0,1-1-1 0 0,-1 1 0 0 0,1-1 0 0 0,-1 1 0 0 0,1-1 1 0 0,0 1-1 0 0,-1 0 0 0 0,1-1 0 0 0,0 1 1 0 0,0 0-1 0 0,0-1 0 0 0,1 3 0 0 0,-1-3 5 0 0,0 1-1 0 0,1-1 0 0 0,-1 0 1 0 0,0 1-1 0 0,0-1 0 0 0,0 1 1 0 0,-1-1-1 0 0,1 0 0 0 0,0 1 1 0 0,0-1-1 0 0,-1 0 0 0 0,1 1 1 0 0,-1-1-1 0 0,1 0 0 0 0,-1 1 1 0 0,-1 0-1 0 0,-17 13 3 0 0,17-14 0 0 0,0 0-1 0 0,0-1 0 0 0,1 1 1 0 0,-1 0-1 0 0,0 0 1 0 0,1 0-1 0 0,-1 1 1 0 0,1-1-1 0 0,0 0 1 0 0,-1 1-1 0 0,1-1 0 0 0,0 0 1 0 0,0 1-1 0 0,-1 0 1 0 0,1-1-1 0 0,0 1 1 0 0,1 0-1 0 0,-1-1 1 0 0,0 1-1 0 0,0 0 0 0 0,1 0 1 0 0,-1 0-1 0 0,0 3 1 0 0,1-1-4 0 0,0-1 0 0 0,0 0 0 0 0,-1 1 0 0 0,0-1 0 0 0,0 0 0 0 0,0 1 0 0 0,0-1 0 0 0,0 0 0 0 0,-1 0 0 0 0,-3 5 1 0 0,3-5 0 0 0,1 0 1 0 0,-1 0 0 0 0,1 0 0 0 0,-1 1 0 0 0,1-1 0 0 0,0 0 0 0 0,0 1-1 0 0,0-1 1 0 0,1 0 0 0 0,-1 7 0 0 0,1-7-1 0 0,0 0 0 0 0,-1 1 0 0 0,1-1-1 0 0,-1 0 1 0 0,0 0 0 0 0,1 0 0 0 0,-1 0 0 0 0,-1 0-1 0 0,1 0 1 0 0,0-1 0 0 0,-1 1 0 0 0,1 0 0 0 0,-3 2 0 0 0,-3 7-33 0 0,6-11 34 0 0,1 0-1 0 0,-1 0 1 0 0,1 0-1 0 0,-1 0 0 0 0,1 0 1 0 0,0 0-1 0 0,0 0 1 0 0,-1 1-1 0 0,1-1 1 0 0,0 0-1 0 0,0 0 1 0 0,0 0-1 0 0,0 0 1 0 0,0 0-1 0 0,1 0 1 0 0,-1 0-1 0 0,0 0 1 0 0,0 0-1 0 0,1 1 1 0 0,-1-1-1 0 0,1 0 1 0 0,-1 0-1 0 0,1 0 1 0 0,-1-1-1 0 0,1 1 1 0 0,-1 0-1 0 0,1 0 1 0 0,0 0-1 0 0,0 0 1 0 0,1 1-1 0 0,31 18 45 0 0,-24-15-19 0 0,205 121-157 0 0,-204-120 126 0 0,1-1 0 0 0,0 0 0 0 0,0 0 0 0 0,1-1 0 0 0,-1 0 0 0 0,1-1 0 0 0,0 0 0 0 0,0-1 0 0 0,19 1 0 0 0,29-5 31 0 0,0-2-1 0 0,104-20 0 0 0,-111 12 54 0 0,2 3-1 0 0,108-5 1 0 0,-74 9 4 0 0,7 0-39 0 0,78-5 81 0 0,-143 7-76 0 0,0-1 0 0 0,0-2 0 0 0,40-14 0 0 0,-43 10 2 0 0,-1-1 0 0 0,-1-1 0 0 0,33-21 0 0 0,-48 26-44 0 0,0 0-1 0 0,-1-1 1 0 0,0 0-1 0 0,-1-1 0 0 0,1 0 1 0 0,-2-1-1 0 0,0 0 1 0 0,0 0-1 0 0,12-20 0 0 0,-11 12 13 0 0,0-1-1 0 0,-1 0 0 0 0,-1 0 0 0 0,0-1 0 0 0,5-30 1 0 0,-11 41-1 0 0,0 0 0 0 0,0 0 0 0 0,-1-1 0 0 0,0 1 0 0 0,-1 0 0 0 0,0 0 1 0 0,0 0-1 0 0,-1 0 0 0 0,0 0 0 0 0,0 0 0 0 0,-1 0 0 0 0,-1 0 0 0 0,1 1 1 0 0,-1 0-1 0 0,-6-9 0 0 0,-21-25 114 0 0,-3 1 0 0 0,-57-55 0 0 0,76 82-94 0 0,-1 0 0 0 0,-1 1 0 0 0,0 0 1 0 0,-1 2-1 0 0,0 0 0 0 0,-1 1 0 0 0,0 1 1 0 0,-1 1-1 0 0,0 0 0 0 0,-34-7 0 0 0,26 9-46 0 0,-1 1-1 0 0,0 1 0 0 0,0 2 0 0 0,0 1 0 0 0,0 1 1 0 0,-1 2-1 0 0,-30 5 0 0 0,45-4-41 0 0,0 1-1 0 0,1 0 1 0 0,0 1 0 0 0,0 1-1 0 0,0 0 1 0 0,1 1 0 0 0,-22 14-1 0 0,25-15-80 0 0,0 2-1 0 0,0-1 0 0 0,-9 10 0 0 0,16-14-7 0 0,1-1 0 0 0,0 0 0 0 0,-1 1-1 0 0,1 0 1 0 0,0-1 0 0 0,1 1 0 0 0,-1 0-1 0 0,0 0 1 0 0,1 0 0 0 0,0 0 0 0 0,-1 0 0 0 0,1 0-1 0 0,1 0 1 0 0,-1 1 0 0 0,0 3 0 0 0,1-4-296 0 0,1 1 0 0 0,0-1 0 0 0,0 1 1 0 0,0-1-1 0 0,0 1 0 0 0,1-1 0 0 0,-1 0 0 0 0,1 0 1 0 0,0 0-1 0 0,3 5 0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0:30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15 3442 0 0,'-80'12'2961'0'0,"80"-17"-2961"0"0,0-2-480 0 0,27 2-721 0 0,-27 0-480 0 0,27 0-480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0:30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365 226 640 0 0,'3'-3'287'0'0,"0"0"-1"0"0,0 0 1 0 0,0-1-1 0 0,0 1 1 0 0,0-1-1 0 0,2-4 0 0 0,-3 4-150 0 0,1 0 0 0 0,-1 0 0 0 0,1 0 0 0 0,0 1 0 0 0,0 0 0 0 0,0-1 0 0 0,0 1 0 0 0,4-2-1 0 0,26-18 179 0 0,0 2-1 0 0,1 2 1 0 0,71-29-1 0 0,-101 47-303 0 0,1 0-1 0 0,0 0 0 0 0,-1 0 1 0 0,1 1-1 0 0,0-1 0 0 0,0 1 1 0 0,6 1-1 0 0,-9-1-9 0 0,0 0 1 0 0,-1 1-1 0 0,1-1 0 0 0,0 1 1 0 0,0-1-1 0 0,-1 1 1 0 0,1 0-1 0 0,0 0 0 0 0,-1-1 1 0 0,1 1-1 0 0,-1 1 1 0 0,1-1-1 0 0,-1 0 0 0 0,3 2 1 0 0,-2 1-6 0 0,-1-1-1 0 0,1 0 1 0 0,0 0 0 0 0,-1 1 0 0 0,0-1 0 0 0,0 1-1 0 0,0-1 1 0 0,0 1 0 0 0,-1 0 0 0 0,0-1-1 0 0,1 1 1 0 0,-1 0 0 0 0,0-1 0 0 0,-1 1 0 0 0,1 0-1 0 0,-1-1 1 0 0,-1 7 0 0 0,-1 0 5 0 0,1 0 0 0 0,-2 0 1 0 0,1-1-1 0 0,-2 0 0 0 0,1 0 0 0 0,-1 0 0 0 0,0 0 0 0 0,-1-1 1 0 0,0 1-1 0 0,0-1 0 0 0,-14 12 0 0 0,-3 1 128 0 0,-2 0 1 0 0,-40 26-1 0 0,42-33-58 0 0,0 0 0 0 0,-1-1 1 0 0,-43 16-1 0 0,53-24-11 0 0,-1-1 0 0 0,1 0 0 0 0,-1-1 1 0 0,0-1-1 0 0,0 0 0 0 0,0-1 0 0 0,0 0 0 0 0,-18-3 1 0 0,28 2-45 0 0,0-1 1 0 0,1 1 0 0 0,-1-1 0 0 0,1 0 0 0 0,-1 0 0 0 0,1-1 0 0 0,-1 0 0 0 0,1 1 0 0 0,0-2 0 0 0,0 1 0 0 0,-6-4-1 0 0,8 4-11 0 0,0 0 0 0 0,0-1 0 0 0,0 1 0 0 0,0-1 0 0 0,1 1 0 0 0,-1-1 0 0 0,1 0 0 0 0,-1 0 0 0 0,1 1 0 0 0,0-1 0 0 0,0 0 0 0 0,0 0 0 0 0,1 0 0 0 0,-1 0 0 0 0,1 0 0 0 0,0 0 0 0 0,-1-1 0 0 0,2-4 0 0 0,-1 4 0 0 0,0-1 0 0 0,0 1-1 0 0,1-1 1 0 0,0 1-1 0 0,0-1 1 0 0,0 1-1 0 0,0 0 1 0 0,1 0 0 0 0,-1-1-1 0 0,1 1 1 0 0,0 0-1 0 0,1 0 1 0 0,2-4 0 0 0,3-1 9 0 0,0 1 1 0 0,0 0 0 0 0,16-12 0 0 0,10-10 0 0 0,-25 21-15 0 0,6-6-37 0 0,1 0 0 0 0,32-22 1 0 0,-41 32 28 0 0,0 1 0 0 0,1 1 0 0 0,0-1 0 0 0,-1 1 0 0 0,1 1 0 0 0,0-1 0 0 0,1 1 0 0 0,-1 1 0 0 0,0 0 0 0 0,12-1 0 0 0,-9 1 3 0 0,1 1 1 0 0,-1 1-1 0 0,1 0 1 0 0,-1 0-1 0 0,0 1 1 0 0,1 0-1 0 0,19 8 1 0 0,-27-8-7 0 0,1 0 0 0 0,-1 0 0 0 0,1 0 0 0 0,-1 1 0 0 0,0 0 0 0 0,0-1 0 0 0,0 2 0 0 0,-1-1 0 0 0,1 0 0 0 0,-1 1 1 0 0,0 0-1 0 0,0-1 0 0 0,0 1 0 0 0,0 0 0 0 0,0 1 0 0 0,-1-1 0 0 0,0 0 0 0 0,0 1 0 0 0,0-1 0 0 0,-1 1 0 0 0,2 5 0 0 0,-2-5 8 0 0,0-1-1 0 0,-1 0 1 0 0,1 1-1 0 0,-1-1 1 0 0,0 1-1 0 0,-1-1 0 0 0,1 0 1 0 0,-1 1-1 0 0,1-1 1 0 0,-1 0-1 0 0,0 1 1 0 0,-1-1-1 0 0,1 0 1 0 0,-1 0-1 0 0,0 0 1 0 0,-3 5-1 0 0,1-3 2 0 0,-1 0-1 0 0,0 0 1 0 0,0 0 0 0 0,-1-1-1 0 0,0 1 1 0 0,0-2 0 0 0,0 1-1 0 0,-11 6 1 0 0,-7 2 40 0 0,-1-2 1 0 0,0-1-1 0 0,0 0 1 0 0,-33 6-1 0 0,36-10 53 0 0,16-3-66 0 0,0-1 1 0 0,0 0 0 0 0,0-1-1 0 0,0 0 1 0 0,-1 0 0 0 0,1 0-1 0 0,0 0 1 0 0,0-1 0 0 0,-1 0-1 0 0,1-1 1 0 0,0 1 0 0 0,0-1-1 0 0,0 0 1 0 0,0-1 0 0 0,0 0-1 0 0,0 0 1 0 0,-6-2 0 0 0,10 3-16 0 0,-7-3 6 0 0,1 1 0 0 0,0-2 0 0 0,0 1 0 0 0,-10-8-1 0 0,16 11-13 0 0,1 0 0 0 0,-1-1 0 0 0,1 1-1 0 0,-1 0 1 0 0,1-1 0 0 0,0 1 0 0 0,-1 0-1 0 0,1-1 1 0 0,0 0 0 0 0,0 1 0 0 0,0-1-1 0 0,0 0 1 0 0,0 1 0 0 0,1-1 0 0 0,-1 0-1 0 0,0 0 1 0 0,1 0 0 0 0,-1 0 0 0 0,1 0-1 0 0,0 0 1 0 0,0 0 0 0 0,0 0 0 0 0,0 0-1 0 0,0 1 1 0 0,0-1 0 0 0,0 0 0 0 0,0 0-1 0 0,1 0 1 0 0,-1 0 0 0 0,2-2-1 0 0,16-29 54 0 0,-13 22-58 0 0,1 1 1 0 0,0-1-1 0 0,1 1 1 0 0,0 1-1 0 0,1-1 1 0 0,0 1-1 0 0,0 1 1 0 0,1-1-1 0 0,16-11 1 0 0,-3 1-29 0 0,-12 10 22 0 0,1 1-1 0 0,1 0 1 0 0,-1 1-1 0 0,1 0 1 0 0,0 1-1 0 0,1 0 1 0 0,25-7 0 0 0,4 2 14 0 0,50-6 0 0 0,-57 12-9 0 0,-17 1 5 0 0,-7 2-14 0 0,0-1-1 0 0,1 2 0 0 0,-1 0 1 0 0,1 0-1 0 0,-1 1 1 0 0,1 0-1 0 0,-1 1 1 0 0,1 0-1 0 0,-1 1 1 0 0,21 6-1 0 0,-32-8 15 0 0,7 1-23 0 0,-1 1-1 0 0,0 1 1 0 0,0-1-1 0 0,-1 1 1 0 0,1 0-1 0 0,-1 0 1 0 0,10 7-1 0 0,-14-9 16 0 0,0 0 0 0 0,-1 0 0 0 0,1 0 0 0 0,0 0-1 0 0,-1 0 1 0 0,1 0 0 0 0,-1 0 0 0 0,1 0 0 0 0,-1 0 0 0 0,1 0 0 0 0,-1 0-1 0 0,0 0 1 0 0,1 0 0 0 0,-1 0 0 0 0,0 1 0 0 0,0-1 0 0 0,0 0 0 0 0,0 0 0 0 0,0 2-1 0 0,-1 0-2 0 0,0 0-1 0 0,0-1 0 0 0,0 1 0 0 0,0 0 0 0 0,0-1 0 0 0,0 1 0 0 0,-1-1 0 0 0,1 0 0 0 0,-1 1 0 0 0,0-1 0 0 0,-3 3 0 0 0,-8 7-15 0 0,0-1 0 0 0,0 0 0 0 0,-1-1-1 0 0,0 0 1 0 0,0-1 0 0 0,-30 12 0 0 0,6-5 175 0 0,-57 15 1 0 0,51-20-19 0 0,0-1 0 0 0,-1-3 0 0 0,0-1 0 0 0,0-3 0 0 0,0-1 1 0 0,0-3-1 0 0,-90-12 0 0 0,120 11-84 0 0,1-1 1 0 0,-1 0 0 0 0,-17-7-1 0 0,31 10-44 0 0,-1 0 0 0 0,1-1-1 0 0,0 1 1 0 0,-1-1-1 0 0,1 1 1 0 0,0-1 0 0 0,0 0-1 0 0,-1 1 1 0 0,1-1-1 0 0,0 0 1 0 0,0 0 0 0 0,0 0-1 0 0,0 0 1 0 0,0 0-1 0 0,0 0 1 0 0,0 0-1 0 0,0 0 1 0 0,0 0 0 0 0,1-1-1 0 0,-1 1 1 0 0,0 0-1 0 0,1-1 1 0 0,-1 1 0 0 0,1 0-1 0 0,-1-1 1 0 0,1-2-1 0 0,0 2-2 0 0,1 0-1 0 0,0-1 0 0 0,0 1 0 0 0,0 0 0 0 0,1-1 0 0 0,-1 1 0 0 0,0 0 1 0 0,1 0-1 0 0,0 0 0 0 0,-1 0 0 0 0,1 0 0 0 0,0 1 0 0 0,0-1 0 0 0,0 1 1 0 0,3-3-1 0 0,28-18-118 0 0,0 2 0 0 0,2 1 0 0 0,0 1 0 0 0,64-21-1 0 0,80-18-1226 0 0,6 9-2521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9:42.5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1 345 1601 0 0,'49'11'2428'0'0,"-22"-1"-561"0"0,-19-3-1440 0 0,15-6-107 0 0,-24-4-274 0 0,1 0 0 0 0,0 0 0 0 0,1-1 0 0 0,-1 1 0 0 0,0 0 0 0 0,1 0 0 0 0,0 0 0 0 0,1-4 0 0 0,6-13 19 0 0,0 0 1 0 0,1 1 0 0 0,2 0-1 0 0,-1 0 1 0 0,2 1-1 0 0,24-28 1 0 0,21-33 88 0 0,-41 51-102 0 0,-13 21-36 0 0,1 0 0 0 0,0 0 0 0 0,1 1 0 0 0,0-1 0 0 0,0 1 0 0 0,0 0-1 0 0,0 1 1 0 0,1-1 0 0 0,0 1 0 0 0,10-7 0 0 0,-15 14-19 0 0,-1 0-1 0 0,1 0 1 0 0,-1 0 0 0 0,1 0-1 0 0,-1 0 1 0 0,0 0 0 0 0,0 0-1 0 0,0 0 1 0 0,0 0 0 0 0,0 0-1 0 0,0 0 1 0 0,-1 0 0 0 0,1 0-1 0 0,-1 0 1 0 0,1 0 0 0 0,-1-1-1 0 0,0 1 1 0 0,1 0 0 0 0,-3 3-1 0 0,-95 190-196 0 0,24-57 126 0 0,24-48-79 0 0,43-76 71 0 0,1 1-1 0 0,1 0 1 0 0,1 0-1 0 0,0 0 0 0 0,1 0 1 0 0,-2 30-1 0 0,-1 4-312 0 0,-12 27-1139 0 0,16-61 479 0 0,0-1 0 0 0,1 22 0 0 0,1-35 1005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9:42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28 134 3201 0 0,'0'-3'97'0'0,"0"0"0"0"0,1-1 0 0 0,-1 1 0 0 0,1 0-1 0 0,0 0 1 0 0,0 0 0 0 0,0 0 0 0 0,0 0-1 0 0,1 0 1 0 0,-1 0 0 0 0,1 1 0 0 0,0-1-1 0 0,-1 0 1 0 0,1 1 0 0 0,1 0 0 0 0,-1-1 0 0 0,0 1-1 0 0,0 0 1 0 0,1 0 0 0 0,4-3 0 0 0,5-3-171 0 0,2 1 1 0 0,-1 0-1 0 0,18-7 1 0 0,-7 4 255 0 0,-13 5-169 0 0,0 1-1 0 0,0 0 1 0 0,1 0-1 0 0,-1 1 1 0 0,1 0-1 0 0,0 1 1 0 0,14 0-1 0 0,-20 2-8 0 0,1 0-1 0 0,-1 0 1 0 0,1 1 0 0 0,-1 0-1 0 0,0 0 1 0 0,1 1-1 0 0,-1 0 1 0 0,0 0-1 0 0,0 0 1 0 0,0 1-1 0 0,-1 0 1 0 0,1 0-1 0 0,0 0 1 0 0,-1 1-1 0 0,0 0 1 0 0,9 9-1 0 0,-3-4-1 0 0,0 1 11 0 0,-1 1 0 0 0,0 0 1 0 0,0 0-1 0 0,14 23 0 0 0,-22-31-10 0 0,-1 0 1 0 0,1 0-1 0 0,-1 0 1 0 0,1 0-1 0 0,-1 0 1 0 0,0 1-1 0 0,-1-1 0 0 0,1 0 1 0 0,0 1-1 0 0,-1-1 1 0 0,0 1-1 0 0,1-1 1 0 0,-2 1-1 0 0,1-1 0 0 0,0 1 1 0 0,-1-1-1 0 0,1 1 1 0 0,-1-1-1 0 0,0 0 1 0 0,0 1-1 0 0,0-1 0 0 0,-1 0 1 0 0,1 0-1 0 0,-1 0 1 0 0,0 0-1 0 0,-2 4 0 0 0,-7 6 21 0 0,-1-1-1 0 0,1-1 0 0 0,-2 1 0 0 0,0-2 0 0 0,0 0 0 0 0,-1-1 0 0 0,0 0 0 0 0,-24 11 0 0 0,18-10-13 0 0,0-2 1 0 0,-1-1-1 0 0,0 0 1 0 0,0-2-1 0 0,0 0 0 0 0,-28 2 1 0 0,-16-7-199 0 0,59 0 90 0 0,1-1 1 0 0,0 1 0 0 0,-1-1 0 0 0,1 0-1 0 0,0-1 1 0 0,0 0 0 0 0,-1 1 0 0 0,1-1-1 0 0,-5-4 1 0 0,9 6-5 0 0,0-1 0 0 0,0 0 0 0 0,1 0 1 0 0,-1 0-1 0 0,0 0 0 0 0,1 0 0 0 0,-1 0 0 0 0,0 0 0 0 0,1 0 0 0 0,0 0 1 0 0,-1 0-1 0 0,1 0 0 0 0,-1 0 0 0 0,1 0 0 0 0,0 0 0 0 0,0-1 0 0 0,0 1 1 0 0,0 0-1 0 0,0 0 0 0 0,0 0 0 0 0,0-2 0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9:43.9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26 240 1521 0 0,'-1'-25'2968'0'0,"0"19"-2839"0"0,0-1 0 0 0,0 1 0 0 0,1-1 1 0 0,0 1-1 0 0,0 0 0 0 0,1-1 0 0 0,0 1 0 0 0,0-1 0 0 0,1 1 0 0 0,1-6 0 0 0,15-8-49 0 0,-9 2-60 0 0,-8 15-15 0 0,0 1 0 0 0,1-1 0 0 0,-1 1 0 0 0,0-1 0 0 0,1 1 0 0 0,0 0 0 0 0,-1-1 0 0 0,1 1 0 0 0,0 0 0 0 0,0 0 0 0 0,3-2 0 0 0,4-3 4 0 0,-1 0-2 0 0,1 1 0 0 0,-1 0 0 0 0,1 0 1 0 0,0 1-1 0 0,0 0 0 0 0,0 0 0 0 0,1 1 0 0 0,0 0 0 0 0,11-2 0 0 0,-1 2-15 0 0,0 2-1 0 0,-1 0 0 0 0,1 1 0 0 0,0 0 0 0 0,32 5 0 0 0,-50-4 7 0 0,-1 0 0 0 0,1 1 0 0 0,-1-1 0 0 0,0 0 0 0 0,1 1 0 0 0,-1-1 0 0 0,0 0 0 0 0,1 1 0 0 0,-1 0 0 0 0,0-1 0 0 0,1 1 0 0 0,-1 0 0 0 0,0 0 0 0 0,0-1 0 0 0,0 1 0 0 0,0 0 0 0 0,0 0 0 0 0,0 0 0 0 0,0 0 0 0 0,0 1 0 0 0,0-1 0 0 0,-1 0 0 0 0,1 0 0 0 0,0 0 0 0 0,-1 1 0 0 0,1-1 0 0 0,-1 0 0 0 0,1 1 0 0 0,-1-1 0 0 0,0 0 0 0 0,1 1 0 0 0,-1-1 0 0 0,0 1 0 0 0,0-1 0 0 0,0 0 0 0 0,0 1 0 0 0,0-1 0 0 0,0 1 0 0 0,-1 1 0 0 0,-1 2 2 0 0,0 0 0 0 0,0 0 0 0 0,0 0 0 0 0,0 0 0 0 0,-1-1 0 0 0,1 1 0 0 0,-1-1 0 0 0,-1 0 0 0 0,-5 7 0 0 0,0-3 22 0 0,-2 0-1 0 0,1 0 1 0 0,-1-1-1 0 0,-1 0 1 0 0,1-1-1 0 0,-1-1 1 0 0,0 1-1 0 0,0-2 1 0 0,-1 0-1 0 0,1 0 0 0 0,-1-1 1 0 0,0-1-1 0 0,0 0 1 0 0,0-1-1 0 0,0 0 1 0 0,0-1-1 0 0,-15-1 1 0 0,28 1-22 0 0,0-1 0 0 0,0 1 0 0 0,-1 0 0 0 0,1 0 0 0 0,0 0 0 0 0,0 0 0 0 0,-1 0 0 0 0,1 0 0 0 0,0-1 0 0 0,0 1 0 0 0,-1 0 0 0 0,1 0 0 0 0,0 0 0 0 0,0-1 0 0 0,0 1 0 0 0,0 0 0 0 0,-1 0 0 0 0,1 0 0 0 0,0-1 0 0 0,0 1 0 0 0,0 0 0 0 0,0 0 0 0 0,0-1 0 0 0,0 1 0 0 0,0 0 0 0 0,0-1 0 0 0,-1 1 0 0 0,1 0 0 0 0,0 0 0 0 0,0-1 0 0 0,0 1 0 0 0,0 0 0 0 0,0-1 0 0 0,1 1 0 0 0,-1 0 0 0 0,0 0 0 0 0,0-1 0 0 0,0 1 0 0 0,0 0 0 0 0,0 0 0 0 0,0-1 0 0 0,0 1 0 0 0,0 0 0 0 0,1 0 0 0 0,-1-1 0 0 0,0 1 0 0 0,0 0 0 0 0,0 0 0 0 0,1 0 0 0 0,-1-1 0 0 0,0 1 0 0 0,0 0 0 0 0,0 0 0 0 0,1 0 0 0 0,-1 0 0 0 0,0 0 0 0 0,0-1 0 0 0,1 1 0 0 0,-1 0 0 0 0,25-11 13 0 0,3-2-66 0 0,0 1 0 0 0,47-13-1 0 0,-55 20 19 0 0,0 2-1 0 0,1 0 1 0 0,0 1 0 0 0,35 2-1 0 0,-50 0 24 0 0,1 1-1 0 0,-1 0 1 0 0,1 0 0 0 0,-1 0-1 0 0,1 1 1 0 0,-1 0-1 0 0,0 0 1 0 0,0 0 0 0 0,0 1-1 0 0,0 0 1 0 0,0 0-1 0 0,0 1 1 0 0,-1-1 0 0 0,0 1-1 0 0,0 0 1 0 0,0 1-1 0 0,8 9 1 0 0,-12-13 12 0 0,0 1 0 0 0,0-1 1 0 0,0 1-1 0 0,-1-1 0 0 0,1 1 0 0 0,0-1 0 0 0,-1 1 1 0 0,1-1-1 0 0,-1 1 0 0 0,0 0 0 0 0,0-1 0 0 0,0 1 1 0 0,1-1-1 0 0,-1 1 0 0 0,-1 0 0 0 0,1-1 0 0 0,0 1 1 0 0,0 0-1 0 0,-1-1 0 0 0,1 1 0 0 0,-1-1 0 0 0,1 1 1 0 0,-1-1-1 0 0,1 1 0 0 0,-1-1 0 0 0,0 1 0 0 0,0-1 1 0 0,0 1-1 0 0,0-1 0 0 0,-2 2 0 0 0,-1 1 11 0 0,0 1 0 0 0,-1-1 0 0 0,1 0 0 0 0,-1 0 0 0 0,0-1 0 0 0,0 1 0 0 0,-7 2-1 0 0,-11 5 90 0 0,-2-2 0 0 0,1 0 0 0 0,-1-2 0 0 0,0 0 0 0 0,-30 2 0 0 0,13-3-24 0 0,-1-2 0 0 0,-55-3-1 0 0,92-1-111 0 0,0 0 0 0 0,0-1-1 0 0,0 0 1 0 0,0 0 0 0 0,1 0-1 0 0,-1-1 1 0 0,0 0 0 0 0,0 0-1 0 0,1-1 1 0 0,0 0 0 0 0,-1 1-1 0 0,-8-8 1 0 0,11 8-42 0 0,1 0-1 0 0,0-1 1 0 0,0 1 0 0 0,0-1 0 0 0,0 1-1 0 0,0-1 1 0 0,0 0 0 0 0,1 1-1 0 0,-1-1 1 0 0,1 0 0 0 0,0 0 0 0 0,0 0-1 0 0,0 0 1 0 0,0 0 0 0 0,1-1-1 0 0,-1 1 1 0 0,1 0 0 0 0,-1 0 0 0 0,1 0-1 0 0,0-1 1 0 0,1 1 0 0 0,-1 0-1 0 0,0 0 1 0 0,1 0 0 0 0,1-3 0 0 0,20-54-3551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9:44.3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30 1201 0 0,'-106'-12'4081'0'0,"26"0"-1599"0"0,0 7-1922 0 0,80 10-400 0 0,26-5-160 0 0,1 0 0 0 0,0 0 0 0 0,26 7 0 0 0,27-2 80 0 0,27 0-240 0 0,53 12-240 0 0,-27-10-321 0 0,-32 3-399 0 0,-47-5-1361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9:44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 2801 0 0,'-27'0'3122'0'0,"27"5"-2322"0"0,27-5-800 0 0,0 0-80 0 0,-1 7 80 0 0,28-2 80 0 0,52 17 80 0 0,28-5-80 0 0,20-5-160 0 0,-20-7-80 0 0,-28-10-400 0 0,-52 5-2321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9:49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12 1121 0 0,'-22'-5'1587'0'0,"22"5"-1550"0"0,-1 0 0 0 0,1 0-1 0 0,0 0 1 0 0,0 0 0 0 0,0 0 0 0 0,-1 0 0 0 0,1 0 0 0 0,0 0-1 0 0,0 0 1 0 0,0 0 0 0 0,0 0 0 0 0,-1 0 0 0 0,1 0-1 0 0,0 0 1 0 0,0 0 0 0 0,0 0 0 0 0,0 0 0 0 0,0 0 0 0 0,-1-1-1 0 0,1 1 1 0 0,0 0 0 0 0,0 0 0 0 0,0 0 0 0 0,0 0 0 0 0,0 0-1 0 0,0 0 1 0 0,0-1 0 0 0,-1 1 0 0 0,1 0 0 0 0,0 0 0 0 0,0 0-1 0 0,0 0 1 0 0,0-1 0 0 0,0 1 0 0 0,0 0 0 0 0,0 0 0 0 0,0 0-1 0 0,0 0 1 0 0,0-1 0 0 0,0 1 0 0 0,0 0 0 0 0,0-1-1 0 0,-1-1 71 0 0,-2 3 431 0 0,-15 4-1592 0 0,14 1-907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9:49.8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1441 0 0,'-1'-8'3547'0'0,"7"22"-2719"0"0,7-1-802 0 0,-7-9-26 0 0,-1 1 0 0 0,0 0 0 0 0,-1 1 0 0 0,1-1 1 0 0,6 11-1 0 0,12 29 7 0 0,-13-24 36 0 0,1 0 1 0 0,1-1 0 0 0,0-1 0 0 0,26 30 0 0 0,11 1 23 0 0,-48-47-78 0 0,1-1-1 0 0,-1 0 1 0 0,0 0-1 0 0,1 0 1 0 0,-1 0 0 0 0,1 0-1 0 0,0 0 1 0 0,0 0-1 0 0,0 0 1 0 0,0-1-1 0 0,0 1 1 0 0,0-1 0 0 0,3 2-1 0 0,-5-3-29 0 0,0 0 0 0 0,1 0 0 0 0,-1 0 0 0 0,0 0 0 0 0,1 0 1 0 0,-1 1-1 0 0,0-1 0 0 0,0 0 0 0 0,1 0 0 0 0,-1 0 0 0 0,0 0 0 0 0,0 1 0 0 0,0-1 0 0 0,1 0 0 0 0,-1 0 0 0 0,0 1 0 0 0,0-1 0 0 0,0 0 0 0 0,0 0 1 0 0,1 1-1 0 0,-1-1 0 0 0,0 0 0 0 0,0 0 0 0 0,0 1 0 0 0,0-1 0 0 0,0 0 0 0 0,0 0 0 0 0,0 1 0 0 0,0-1 0 0 0,0 0 0 0 0,0 1 0 0 0,0-1 0 0 0,0 0 1 0 0,0 1-1 0 0,0-1 0 0 0,0 0 0 0 0,0 0 0 0 0,0 1 0 0 0,0-1 0 0 0,0 0 0 0 0,0 1 0 0 0,0-1 0 0 0,-1 0 0 0 0,1-4-3094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49:50.2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54 310 4402 0 0,'-53'12'2001'0'0,"53"-2"-1841"0"0,27-15-240 0 0,26-12 240 0 0,0 7-80 0 0,1-14 0 0 0,127-54-80 0 0,-21-7-160 0 0,-53 19-400 0 0,-1 20-1281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0:01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14 1841 0 0,'0'-1'64'0'0,"-1"0"1"0"0,1 1 0 0 0,0-1-1 0 0,-1 0 1 0 0,1 1-1 0 0,0-1 1 0 0,-1 0-1 0 0,1 1 1 0 0,-1-1 0 0 0,1 0-1 0 0,-1 1 1 0 0,1-1-1 0 0,-1 1 1 0 0,1-1 0 0 0,-1 1-1 0 0,0-1 1 0 0,1 1-1 0 0,-1 0 1 0 0,0-1-1 0 0,1 1 1 0 0,-1 0 0 0 0,0-1-1 0 0,1 1 1 0 0,-1 0-1 0 0,0 0 1 0 0,0 0-1 0 0,1 0 1 0 0,-1 0 0 0 0,0 0-1 0 0,0 0 1 0 0,1 0-1 0 0,-2 0 1 0 0,-32 1 1245 0 0,39 6-1136 0 0,7-1-91 0 0,-8-4-64 0 0,-1 0-1 0 0,1-1 0 0 0,-1 1 1 0 0,0 0-1 0 0,0 0 0 0 0,0 1 1 0 0,0-1-1 0 0,0 1 0 0 0,4 4 1 0 0,19 29 223 0 0,23 28 103 0 0,-34-48-265 0 0,-2 0 0 0 0,0 1 0 0 0,-1 0 0 0 0,-1 1 0 0 0,0 1 0 0 0,-2 0 0 0 0,14 37 0 0 0,-12-32-54 0 0,0-1 0 0 0,2 0 0 0 0,25 35 1 0 0,-35-54-25 0 0,5 8 3 0 0,-1 0-19 0 0,1 0 0 0 0,0-1 0 0 0,1 0 0 0 0,0 0 0 0 0,1-1 1 0 0,0-1-1 0 0,0 1 0 0 0,1-2 0 0 0,14 10 0 0 0,-18-14-63 0 0,0-1-1 0 0,0 1 1 0 0,0-1 0 0 0,10 2-1 0 0,3 1-356 0 0,-20-6 299 0 0,-20-13-1217 0 0,-3-4-35 0 0,-3-6-961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0:02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22 327 160 0 0,'0'5'1761'0'0,"-21"2"1760"0"0,42-14-3120 0 0,6-3-161 0 0,26-12 0 0 0,54-36 80 0 0,26-25 0 0 0,-26 27-160 0 0,-54 22-320 0 0,27 12-160 0 0,-27-2-240 0 0,-5 14-641 0 0,6-2-3041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0:03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214 395 1441 0 0,'-15'0'1137'0'0,"3"0"1727"0"0,17-6-2703 0 0,-4 6-154 0 0,0-1 0 0 0,0 1 1 0 0,1-1-1 0 0,-1 0 0 0 0,0 1 1 0 0,0-1-1 0 0,0 0 0 0 0,0 0 1 0 0,0 0-1 0 0,0 0 0 0 0,0 0 1 0 0,0 0-1 0 0,0 0 0 0 0,0 0 1 0 0,-1 0-1 0 0,1-1 1 0 0,0 1-1 0 0,0-2 0 0 0,2-31 156 0 0,-3 31-159 0 0,0-21 36 0 0,1 15-18 0 0,-1 0 1 0 0,0 0-1 0 0,-1 0 0 0 0,0 0 1 0 0,-3-11-1 0 0,-2-2 8 0 0,2 8-17 0 0,0-1-1 0 0,1 1 1 0 0,1-1 0 0 0,-1-16-1 0 0,3-55 68 0 0,0 85-76 0 0,0-1 0 0 0,0 1 1 0 0,0-1-1 0 0,0 1 0 0 0,0-1 0 0 0,0 1 0 0 0,0-1 0 0 0,-1 1 0 0 0,1-1 0 0 0,-1 1 0 0 0,1-1 0 0 0,-2-2 1 0 0,-16-7 21 0 0,13 11 28 0 0,5 3-54 0 0,5-2-67 0 0,-1-1 43 0 0,-4-1 23 0 0,1 1 0 0 0,-1 0-1 0 0,1 0 1 0 0,-1 0 0 0 0,1 0 0 0 0,0-1-1 0 0,-1 1 1 0 0,1 0 0 0 0,-1 0-1 0 0,1 0 1 0 0,-1 0 0 0 0,1 0 0 0 0,-1 1-1 0 0,1-1 1 0 0,0 0 0 0 0,-1 0-1 0 0,1 0 1 0 0,-1 0 0 0 0,1 1 0 0 0,-1-1-1 0 0,1 0 1 0 0,-1 0 0 0 0,1 1-1 0 0,-1-1 1 0 0,1 0 0 0 0,-1 1 0 0 0,0-1-1 0 0,1 1 1 0 0,-1-1 0 0 0,0 1 0 0 0,1-1-1 0 0,-1 0 1 0 0,0 1 0 0 0,1-1-1 0 0,-1 1 1 0 0,0-1 0 0 0,0 1 0 0 0,1 0-1 0 0,-1-1 1 0 0,0 1 0 0 0,0-1-1 0 0,0 1 1 0 0,0 0 0 0 0,0 0 1 0 0,0-1 0 0 0,0 1 0 0 0,1 0 0 0 0,-1-1 0 0 0,0 1 0 0 0,0-1 0 0 0,0 1 0 0 0,1-1 0 0 0,-1 0 0 0 0,0 1 0 0 0,0-1 0 0 0,1 1 0 0 0,-1-1 0 0 0,0 1 0 0 0,1-1 0 0 0,-1 0 0 0 0,1 1 0 0 0,-1-1 0 0 0,1 0 0 0 0,-1 1 0 0 0,0-1 0 0 0,1 0 0 0 0,-1 0 0 0 0,1 1 0 0 0,-1-1 0 0 0,1 0 0 0 0,-1 0 0 0 0,1 0 0 0 0,0 0 0 0 0,-1 0 0 0 0,1 0 0 0 0,0 1 0 0 0,0-1 0 0 0,-1 0 0 0 0,1 0 0 0 0,-1 0 0 0 0,1 0 0 0 0,-1 0 0 0 0,1 0 0 0 0,0 0 0 0 0,-1 0 0 0 0,1 1 0 0 0,-1-1 0 0 0,1 0 0 0 0,-1 0 0 0 0,1 1 0 0 0,-1-1 0 0 0,1 0 0 0 0,-1 1 0 0 0,1-1 0 0 0,-1 1 0 0 0,0-1 0 0 0,1 0 0 0 0,-1 1 0 0 0,0-1 0 0 0,1 1 0 0 0,-1-1 0 0 0,0 1 0 0 0,1-1 0 0 0,-1 1 0 0 0,0-1 0 0 0,0 1 0 0 0,0 0 0 0 0,1-1 0 0 0,-1 1 0 0 0,0 0 0 0 0,0 166 13 0 0,0-165-11 0 0,0-1-1 0 0,0 1 1 0 0,0 0-1 0 0,0 0 1 0 0,-1 0 0 0 0,1 0-1 0 0,-1-1 1 0 0,1 1-1 0 0,-1 0 1 0 0,1-1-1 0 0,-1 1 1 0 0,0 0-1 0 0,0-1 1 0 0,0 1 0 0 0,0-1-1 0 0,-2 3 1 0 0,-1 5 34 0 0,14 6-32 0 0,-8-12-4 0 0,-1-1 0 0 0,0 1 0 0 0,0 0 0 0 0,-1-1 0 0 0,1 1 0 0 0,0 0 0 0 0,-1 0 0 0 0,0-1 0 0 0,0 1 0 0 0,0 0 0 0 0,0 0 0 0 0,0 0 0 0 0,0 0 0 0 0,-1 3 0 0 0,0 6 0 0 0,5-6 13 0 0,10-1 41 0 0,-28-4-54 0 0,14-1-3 0 0,-1-1 0 0 0,1 1 0 0 0,0 0 0 0 0,-1-1 0 0 0,1 1 0 0 0,0 0 0 0 0,-1 0 1 0 0,1-1-1 0 0,0 1 0 0 0,-1-1 0 0 0,1 1 0 0 0,0 0 0 0 0,0-1 0 0 0,-1 1 0 0 0,1-1 1 0 0,0 1-1 0 0,0 0 0 0 0,0-1 0 0 0,0 1 0 0 0,-1-1 0 0 0,1 1 0 0 0,0-1 0 0 0,0 0 1 0 0,-3-6 4 0 0,-2 3-2 0 0,4 3 0 0 0,-1 0 0 0 0,1 0 0 0 0,0 0 0 0 0,-1 0 0 0 0,1-1 0 0 0,0 1 0 0 0,0 0 0 0 0,0 0 0 0 0,0-1 0 0 0,0 1 0 0 0,1-1 0 0 0,-1 1 0 0 0,0-1 0 0 0,1 1 0 0 0,-1-1 0 0 0,1 1 0 0 0,-1-1 0 0 0,1 0 0 0 0,0 1 0 0 0,-1-1 0 0 0,1 0 0 0 0,0 1 0 0 0,0-1 0 0 0,0 0 0 0 0,0 1 0 0 0,1-3 0 0 0,0-14 0 0 0,-1 12 0 0 0,1 0 0 0 0,-1 0 0 0 0,0 0 0 0 0,-1 0 0 0 0,0 0 0 0 0,1 0 0 0 0,-4-9 0 0 0,-3-2-1 0 0,4 12 0 0 0,1-1-1 0 0,0 0 1 0 0,0 0 0 0 0,0 0-1 0 0,0 0 1 0 0,1 0-1 0 0,0 0 1 0 0,0-7 0 0 0,1-110 14 0 0,0 123-13 0 0,0 0 0 0 0,0-1 0 0 0,0 1 0 0 0,0 0 0 0 0,0 0 0 0 0,0 0 0 0 0,0 0 0 0 0,0-1 0 0 0,0 1 0 0 0,0 0 0 0 0,0 0 0 0 0,0 0 0 0 0,1-1 0 0 0,-1 1 0 0 0,0 0 0 0 0,0 0 0 0 0,0 0 0 0 0,0 0 0 0 0,0-1 0 0 0,0 1 0 0 0,0 0 0 0 0,0 0 0 0 0,1 0 0 0 0,-1 0 0 0 0,0 0 0 0 0,0 0 0 0 0,0-1 0 0 0,0 1 0 0 0,0 0 0 0 0,1 0 0 0 0,-1 0 0 0 0,0 0 0 0 0,0 0 0 0 0,0 0 0 0 0,0 0 0 0 0,1 0 0 0 0,-1 0 0 0 0,0 0 0 0 0,0 0 0 0 0,0 0 0 0 0,1 0 0 0 0,21-1 0 0 0,-3 0 0 0 0,-1 1-1 0 0,37 6 1 0 0,-9 0 14 0 0,-35-6-2 0 0,62 11 43 0 0,52 22-55 0 0,-105-27 0 0 0,0 2 0 0 0,0 0 0 0 0,-1 2 0 0 0,25 15 0 0 0,-42-24 1 0 0,-1-1 0 0 0,0 1 0 0 0,0 0 0 0 0,1-1 0 0 0,-1 1 0 0 0,0 0 0 0 0,0 0 0 0 0,0 0 0 0 0,0 0 0 0 0,0 0 0 0 0,0 0 0 0 0,0 0 0 0 0,0 0 0 0 0,0 0 0 0 0,-1 1 0 0 0,1-1 0 0 0,0 0 0 0 0,-1 1 0 0 0,1-1 0 0 0,-1 0 0 0 0,0 1 0 0 0,1-1 0 0 0,-1 0 0 0 0,0 1 0 0 0,0-1 0 0 0,0 1-1 0 0,1-1 1 0 0,-2 0 0 0 0,1 1 0 0 0,0-1 0 0 0,0 1 0 0 0,0-1 0 0 0,-1 1 0 0 0,1-1 0 0 0,-1 0 0 0 0,1 1 0 0 0,-1-1 0 0 0,1 0 0 0 0,-1 0 0 0 0,0 1 0 0 0,-1 0 0 0 0,-3 4 7 0 0,-1-1-1 0 0,1 1 0 0 0,-1-1 1 0 0,-1-1-1 0 0,1 1 0 0 0,-8 3 1 0 0,5-3-8 0 0,-12 11 40 0 0,18-13-29 0 0,0 0 1 0 0,0-1 0 0 0,0 1 0 0 0,-1-1 0 0 0,1 0 0 0 0,-1 0 0 0 0,1 0 0 0 0,-8 2 0 0 0,0-1 6 0 0,-30 3 26 0 0,18-4-39 0 0,1-2-59 0 0,18-3 28 0 0,8 1-28 0 0,25-10 39 0 0,-22 8 2 0 0,1 0 0 0 0,1 1 0 0 0,-1-1 0 0 0,10-1 0 0 0,15-3 23 0 0,0 2-1 0 0,1 2 1 0 0,-1 1-1 0 0,1 1 1 0 0,0 2-1 0 0,45 5 1 0 0,-72-4-10 0 0,0 1 0 0 0,-1 0 0 0 0,1 0 0 0 0,-1 1 0 0 0,11 5 0 0 0,-16-8 0 0 0,0 0 0 0 0,1 1 0 0 0,-1-1 0 0 0,0 1 0 0 0,0 0 0 0 0,0-1 0 0 0,0 1 0 0 0,0 0 0 0 0,0-1 0 0 0,0 1 0 0 0,0 0 0 0 0,0 0 0 0 0,0 0 0 0 0,-1 0 0 0 0,1 0 0 0 0,0 0 0 0 0,0 0 0 0 0,-1 0 0 0 0,1 0 0 0 0,-1 0 0 0 0,1 1 0 0 0,-1-1 0 0 0,1 0 0 0 0,-1 0 0 0 0,0 0 0 0 0,0 1 0 0 0,0-1 0 0 0,1 0 0 0 0,-1 0 0 0 0,-1 3 0 0 0,-5 3 12 0 0,-1 1 0 0 0,0-1 0 0 0,-1 0 1 0 0,0-1-1 0 0,0 0 0 0 0,0 0 0 0 0,-1 0 0 0 0,0-1 0 0 0,0-1 0 0 0,-14 6 0 0 0,-10 1 10 0 0,-1-2 0 0 0,0-1-1 0 0,-64 5 1 0 0,-115-1-15 0 0,37-13-184 0 0,151-1-273 0 0,-1 0 0 0 0,1-1-1 0 0,-1-2 1 0 0,-34-11 0 0 0,56 14-65 0 0,-1 1-1 0 0,1-2 1 0 0,0 1 0 0 0,0 0 0 0 0,0-1-1 0 0,-6-5 1 0 0,9 8 400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0:14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1281 0 0,'0'0'2774'0'0,"0"1"-1533"0"0,0 0-1228 0 0,0 0 0 0 0,0-1 0 0 0,0 1 0 0 0,1 0 0 0 0,-1 0 0 0 0,0 0 0 0 0,1-1 0 0 0,-1 1 0 0 0,1 0 0 0 0,-1 0 0 0 0,1-1 0 0 0,-1 1 0 0 0,1 0 0 0 0,-1-1 0 0 0,1 1 0 0 0,0-1 1 0 0,-1 1-1 0 0,1-1 0 0 0,0 1 0 0 0,-1-1 0 0 0,1 1 0 0 0,0-1 0 0 0,0 0 0 0 0,-1 1 0 0 0,1-1 0 0 0,0 0 0 0 0,0 0 0 0 0,0 1 0 0 0,-1-1 0 0 0,1 0 0 0 0,0 0 0 0 0,0 0 0 0 0,0 0 0 0 0,0 0 0 0 0,0 0 0 0 0,1-1 0 0 0,9 3 65 0 0,78 18 231 0 0,139 24 46 0 0,-199-40-399 0 0,1-2 0 0 0,-1 0 0 0 0,1-2 0 0 0,-1-1 0 0 0,49-9 0 0 0,-65 8-162 0 0,18-7 324 0 0,-30 8-224 0 0,0 1 0 0 0,0-1 0 0 0,0 1 1 0 0,0-1-1 0 0,-1 0 0 0 0,1 1 0 0 0,0-1 0 0 0,0 0 0 0 0,-1 0 0 0 0,1 0 1 0 0,-1 0-1 0 0,1 1 0 0 0,0-1 0 0 0,-1 0 0 0 0,0 0 0 0 0,1 0 0 0 0,-1 0 1 0 0,1 0-1 0 0,-1 0 0 0 0,0 0 0 0 0,0 0 0 0 0,0-1 0 0 0,0 1 0 0 0,0-2 1 0 0,0-8-1816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0:14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6 560 0 0,'-27'0'1521'0'0,"27"-5"-320"0"0,-27 5-481 0 0,27 5-240 0 0,-26 7-160 0 0,26 3-160 0 0,0 19 0 0 0,26 7 0 0 0,1 3-160 0 0,0-5 80 0 0,-1 0 0 0 0,-26-5 1 0 0,27 5-81 0 0,-27-10-81 0 0,27-2-79 0 0,-1-10-400 0 0,-4-10-1521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0:15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57 80 0 0,'0'-12'1681'0'0,"-21"2"-321"0"0,-6 3-319 0 0,27-3-321 0 0,-26 3-320 0 0,26 2-79 0 0,0 0-882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0:15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 80 0 0,'-3'1'1641'0'0,"-1"-1"-1687"0"0,3 0 139 0 0,1 0 0 0 0,-1 0 0 0 0,0 0 0 0 0,1 1 1 0 0,-1-1-1 0 0,1 0 0 0 0,-1 0 0 0 0,0 0 0 0 0,1 1 1 0 0,-1-1-1 0 0,1 0 0 0 0,-1 1 0 0 0,0-1 0 0 0,1 0 1 0 0,-1 1-1 0 0,1-1 0 0 0,-1 1 0 0 0,1-1 1 0 0,0 1-1 0 0,-1-1 0 0 0,1 1 0 0 0,-1-1 0 0 0,1 1 1 0 0,0-1-1 0 0,-1 1 0 0 0,1 0 0 0 0,0-1 0 0 0,0 1 1 0 0,0-1-1 0 0,-1 1 0 0 0,1 0 0 0 0,0-1 0 0 0,0 1 1 0 0,0 0-1 0 0,0-1 0 0 0,0 1 0 0 0,0 0 0 0 0,0-1 1 0 0,0 1-1 0 0,0 0 0 0 0,1 0 0 0 0,0 6-52 0 0,-1-1-1 0 0,2 0 1 0 0,-1 0-1 0 0,1 0 1 0 0,0 0 0 0 0,0 0-1 0 0,1 0 1 0 0,-1 0-1 0 0,1-1 1 0 0,1 1-1 0 0,6 9 1 0 0,2 4 19 0 0,1 0-7 0 0,0 1 1 0 0,1-2-1 0 0,30 32 1 0 0,-31-34 4 0 0,-1 0 0 0 0,0 1 1 0 0,-2 0-1 0 0,11 21 1 0 0,-11-17-19 0 0,1-2 0 0 0,1 0 1 0 0,25 31-1 0 0,149 138 165 0 0,-30-33-1891 0 0,-129-131-435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0:15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28 548 4402 0 0,'-27'0'2481'0'0,"27"-7"-2001"0"0,0 2-560 0 0,53-12-160 0 0,27-51 0 0 0,75-44 80 0 0,-22 17 160 0 0,-26 5-160 0 0,0 17-400 0 0,-27 27-801 0 0,-27 12-1760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0:16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27 515 2481 0 0,'-26'0'3922'0'0,"30"-20"-3602"0"0,5 4-271 0 0,-1-1 1 0 0,0 0-1 0 0,-1 0 1 0 0,-1-1-1 0 0,5-23 0 0 0,-4 16-3 0 0,17-42-1 0 0,-2 23-14 0 0,1 2 0 0 0,56-75 0 0 0,-72 108-31 0 0,1 1 0 0 0,-1 0 0 0 0,1 1 0 0 0,0-1 0 0 0,17-10 0 0 0,-16 12 0 0 0,0-4-86 0 0,-10 20-41 0 0,2 62 187 0 0,0-36-9 0 0,-1 0 0 0 0,-7 53 0 0 0,-11-9 16 0 0,-4 63-40 0 0,19-122-22 0 0,1-1 0 0 0,2 1 1 0 0,1 24-1 0 0,0-5-533 0 0,-2-40 487 0 0,1 0 1 0 0,0-1-1 0 0,-1 1 0 0 0,1-1 1 0 0,0 1-1 0 0,0-1 1 0 0,0 1-1 0 0,-1-1 0 0 0,1 1 1 0 0,0-1-1 0 0,0 1 1 0 0,0-1-1 0 0,0 1 0 0 0,0-1 1 0 0,0 1-1 0 0,0-1 1 0 0,0 1-1 0 0,0-1 0 0 0,0 1 1 0 0,0-1-1 0 0,0 1 1 0 0,1-1-1 0 0,-1 1 0 0 0,0-1 1 0 0,0 1-1 0 0,0-1 1 0 0,1 1-1 0 0,-1 0 0 0 0,0-1 1 0 0,1 1-1 0 0,-1-1 1 0 0,0 1-1 0 0,1 0 0 0 0,-1-1 1 0 0,0 1-1 0 0,1 0 1 0 0,-1-1-1 0 0,1 1 0 0 0,-1 0 1 0 0,1 0-1 0 0,-1-1 1 0 0,0 1-1 0 0,1 0 0 0 0,-1 0 1 0 0,1 0-1 0 0,-1 0 1 0 0,1 0-1 0 0,-1-1 0 0 0,1 1 1 0 0,-1 0-1 0 0,1 0 1 0 0,0 0-1 0 0,-1 0 0 0 0,1 1 1 0 0,-1-1-1 0 0,1 0 1 0 0,-1 0-1 0 0,1 0 0 0 0,-1 0 1 0 0,0 0-1 0 0,1 1 1 0 0,-1-1-1 0 0,1 0 0 0 0,-1 0 1 0 0,1 1-1 0 0,-1-1 1 0 0,0 0-1 0 0,1 1 0 0 0,-18-23-3627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0:16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27 186 1201 0 0,'0'0'2161'0'0,"-27"-5"-401"0"0,54 0-479 0 0,26-7-481 0 0,161-32-319 0 0,153-7-481 0 0,-127 12-961 0 0,-106 10-3361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0:17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215 1 1201 0 0,'-49'4'4935'0'0,"67"-7"-4855"0"0,-12 6-116 0 0,-4 0 5 0 0,3 1 26 0 0,-1 0 0 0 0,0 0 0 0 0,-1 0-1 0 0,1 1 1 0 0,-1 0 0 0 0,1-1 0 0 0,-2 1-1 0 0,1 0 1 0 0,0 1 0 0 0,-1-1 0 0 0,2 8-1 0 0,-1-2 5 0 0,0 0-1 0 0,-1 1 1 0 0,-1-1 0 0 0,0 1-1 0 0,-1 14 1 0 0,-2 4-18 0 0,-1 1 0 0 0,-2-1 1 0 0,-13 47-1 0 0,-43 159-141 0 0,-16 58 93 0 0,67-261 80 0 0,-7 23 36 0 0,2 0 0 0 0,-14 105 0 0 0,24-84 58 0 0,10 152-1 0 0,-3-211-102 0 0,1-1 0 0 0,0 0 0 0 0,1 1 0 0 0,1-2 0 0 0,1 1 0 0 0,1 0 0 0 0,0-1 0 0 0,15 24 0 0 0,-8-18-108 0 0,1-2 0 0 0,2 0 1 0 0,-1 0-1 0 0,2-2 0 0 0,25 21 1 0 0,37 21-1618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0:18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100 308 4002 0 0,'-67'-16'1347'0'0,"41"4"-1082"0"0,26 12-259 0 0,-1 0 0 0 0,1-1 1 0 0,-1 1-1 0 0,1-1 0 0 0,-1 1 0 0 0,1-1 1 0 0,-1 1-1 0 0,1-1 0 0 0,0 1 0 0 0,-1-1 1 0 0,1 1-1 0 0,0-1 0 0 0,0 1 0 0 0,-1-1 1 0 0,1 0-1 0 0,0 1 0 0 0,0-1 0 0 0,0 0 1 0 0,-1 1-1 0 0,1-1 0 0 0,0 0 1 0 0,1-1 1 0 0,-1 1 0 0 0,1 0 0 0 0,0-1 0 0 0,0 1 0 0 0,-1-1 0 0 0,1 1 1 0 0,0 0-1 0 0,0 0 0 0 0,0 0 0 0 0,0 0 0 0 0,1 0 0 0 0,-1 0 0 0 0,0 0 1 0 0,0 0-1 0 0,1 0 0 0 0,-1 0 0 0 0,0 0 0 0 0,1 1 0 0 0,-1-1 1 0 0,2 0-1 0 0,19-8 37 0 0,0 1 0 0 0,1 1 1 0 0,0 1-1 0 0,30-4 0 0 0,97-4-18 0 0,-12 10 47 0 0,196 20-1 0 0,-159 5 34 0 0,159 8 413 0 0,240-77 26 0 0,-250 12-425 0 0,-84 21 3 0 0,2 11 1 0 0,384 43-1 0 0,-453-17-94 0 0,396 33 34 0 0,57-55-78 0 0,44-44 54 0 0,-9-33 160 0 0,320-41-93 0 0,-275 91-27 0 0,-545 34-50 0 0,1 7-1 0 0,-1 7 0 0 0,-2 7 1 0 0,258 79-1 0 0,-307-76-20 0 0,184 26 0 0 0,122-12 27 0 0,87 14-10 0 0,-383-40-26 0 0,124 23 0 0 0,4 10-80 0 0,-158-28 80 0 0,-61-15-3 0 0,0-1 1 0 0,1-1 0 0 0,-1-1 0 0 0,1-2 0 0 0,53 1 0 0 0,-64-6-41 0 0,-1 1 1 0 0,25 4 0 0 0,-39-3 35 0 0,23 3-4 0 0,-10-2 10 0 0,-1 0 1 0 0,27-1-1 0 0,347 12-159 0 0,-328-12 6 0 0,62 9 1 0 0,-106-7 142 0 0,-16 1 7 0 0,-17 3 7 0 0,10-5-4 0 0,-7 8 1 0 0,0 1 0 0 0,-14 17 0 0 0,-4 3 0 0 0,-1 3 0 0 0,0 1 0 0 0,-35 55 0 0 0,51-65-1 0 0,1 0 0 0 0,2 1 0 0 0,-15 43 1 0 0,10-25-24 0 0,14-32 22 0 0,-1 0 0 0 0,2-1 1 0 0,0 1-1 0 0,0 0 0 0 0,1 0 0 0 0,1 1 0 0 0,0-1 0 0 0,1 0 1 0 0,0 0-1 0 0,4 17 0 0 0,2 52 182 0 0,-6-55-145 0 0,2 1 1 0 0,7 38-1 0 0,-2-18-21 0 0,1 44 39 0 0,-2-47-41 0 0,0 0-5 0 0,1 67 1 0 0,-7-84 17 0 0,0-1-1 0 0,2 1 1 0 0,0-1-1 0 0,2 1 0 0 0,9 26 1 0 0,1 8 53 0 0,-2 1 0 0 0,5 71 1 0 0,16 78 86 0 0,-12-107-98 0 0,-19-85-64 0 0,0 10-102 0 0,2 0 0 0 0,11 37 0 0 0,-12-50-231 0 0,-7-11-121 0 0,-17-15-984 0 0,8 1 570 0 0,-59-31-3671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0:33.8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978 524 1281 0 0,'-46'-14'563'0'0,"-1"2"1"0"0,-1 2-1 0 0,-86-7 1 0 0,124 17-552 0 0,1 1 1 0 0,0 0-1 0 0,0 1 1 0 0,0-1-1 0 0,0 2 1 0 0,1-1-1 0 0,-1 1 0 0 0,1 0 1 0 0,-1 1-1 0 0,1 0 1 0 0,0 1-1 0 0,-9 6 1 0 0,-38 19-28 0 0,26-17-25 0 0,-45 30 0 0 0,58-33 40 0 0,-2-1 0 0 0,1-1 0 0 0,-21 7 0 0 0,-10 4-14 0 0,28-11 3 0 0,1 1 0 0 0,0 1 0 0 0,1 1 0 0 0,0 0 0 0 0,-17 15 0 0 0,28-20 9 0 0,0 0 1 0 0,0 0-1 0 0,1 1 1 0 0,0 0-1 0 0,1 0 1 0 0,-1 1-1 0 0,2 0 1 0 0,-6 9-1 0 0,-10 6-55 0 0,16-20 44 0 0,1 0 1 0 0,0 1-1 0 0,-1 0 0 0 0,1-1 1 0 0,-4 9-1 0 0,-16 48 0 0 0,20-38-12 0 0,3-20 22 0 0,0 0 1 0 0,0 0-1 0 0,0 0 1 0 0,0 0-1 0 0,-1 0 0 0 0,1 0 1 0 0,-1 0-1 0 0,1 0 0 0 0,-1 0 1 0 0,-1 2-1 0 0,-4 7 8 0 0,4-7 0 0 0,0-1 1 0 0,0 0-1 0 0,0 0 0 0 0,1 1 0 0 0,-1-1 0 0 0,1 1 0 0 0,0-1 0 0 0,0 1 0 0 0,0 0 1 0 0,1-1-1 0 0,-1 7 0 0 0,1 4 15 0 0,-1-9-15 0 0,1-1 1 0 0,0 0-1 0 0,0 0 0 0 0,0 1 0 0 0,1-1 0 0 0,0 0 0 0 0,-1 1 0 0 0,4 5 1 0 0,1 2-3 0 0,15 44 60 0 0,-15-44-56 0 0,0 0-1 0 0,0 0 0 0 0,1-1 1 0 0,1 0-1 0 0,13 17 0 0 0,-12-17 5 0 0,0 1 0 0 0,-1 0 0 0 0,0 0 1 0 0,9 23-1 0 0,-8-7-11 0 0,-6-19 0 0 0,0 1 0 0 0,2-1 0 0 0,-1 0 0 0 0,9 15 0 0 0,12 20 18 0 0,-11-20 3 0 0,1 0-1 0 0,19 24 1 0 0,-14-26-15 0 0,-5-4 14 0 0,0-1 0 0 0,15 27 0 0 0,-8-3-5 0 0,-13-25-29 0 0,0 0 1 0 0,1-1-1 0 0,0-1 1 0 0,20 25-1 0 0,36 25 28 0 0,26 28 39 0 0,-83-82-54 0 0,1-1 1 0 0,1-1 0 0 0,0 0-1 0 0,0 0 1 0 0,11 6 0 0 0,21 15 15 0 0,-28-18 9 0 0,9 7 26 0 0,1-2 0 0 0,44 24-1 0 0,-23-19 45 0 0,0 2-1 0 0,-1 2 1 0 0,53 40-1 0 0,-44-23 6 0 0,3-1-1 0 0,1-3 1 0 0,1-3 0 0 0,117 51 0 0 0,-139-71-63 0 0,0-1 1 0 0,1-2 0 0 0,45 8-1 0 0,-25-12 45 0 0,92 2-1 0 0,-44-4 66 0 0,-6 1 3 0 0,37-3 49 0 0,-22 1-67 0 0,49 15-40 0 0,-93-11-6 0 0,51 10-1 0 0,-66-9-81 0 0,1-3 0 0 0,57 1 0 0 0,-20-12 37 0 0,-1-3 0 0 0,0-4 0 0 0,93-25 0 0 0,-62 11 14 0 0,2 5-1 0 0,230-6 0 0 0,282 69 121 0 0,-456-25-108 0 0,525 16 241 0 0,-409-25-307 0 0,-253-6 0 0 0,253 18 80 0 0,-290-21-80 0 0,275 2 0 0 0,91-32 14 0 0,-323 26-28 0 0,0-3 1 0 0,-1-1 0 0 0,0-3-1 0 0,-1-2 1 0 0,47-20-1 0 0,-87 30 4 0 0,0-1-1 0 0,0 0 1 0 0,0 0-1 0 0,-1-1 1 0 0,0 0-1 0 0,10-8 1 0 0,-15 11 6 0 0,0 0 0 0 0,0 0 0 0 0,-1 0 0 0 0,1 0 0 0 0,-1 0 0 0 0,1 0 0 0 0,-1-1 0 0 0,0 1 0 0 0,0 0 0 0 0,0-1 0 0 0,0 1 0 0 0,0-1 0 0 0,-1 1 0 0 0,1-1 0 0 0,-1 1 0 0 0,1-1 0 0 0,-1 0 0 0 0,0 1 0 0 0,0-1 0 0 0,0 1 0 0 0,0-1 0 0 0,-1 0 0 0 0,1 1 0 0 0,-2-4 0 0 0,-11-32-94 0 0,-33-59 0 0 0,3 4-39 0 0,15 25-57 0 0,-51-89 1 0 0,58 121 115 0 0,-59-105 18 0 0,68 117 72 0 0,2 0-1 0 0,0-1 1 0 0,2 0-1 0 0,-6-28 1 0 0,5-9-12 0 0,0 29 2 0 0,6 24 9 0 0,0-1 0 0 0,1 1-1 0 0,0-1 1 0 0,0 1 0 0 0,1-12-1 0 0,1-1 1 0 0,1 14-13 0 0,-1 0 1 0 0,0 0-1 0 0,-1 0 0 0 0,1 0 0 0 0,-5-15 0 0 0,-3 3-32 0 0,-22-38 0 0 0,-3-8 36 0 0,24 29-2 0 0,3 19 0 0 0,3 10 0 0 0,0 0 0 0 0,1 0 0 0 0,-1 0 0 0 0,2 0 0 0 0,-1 0 0 0 0,0-16 0 0 0,2-69 0 0 0,0 90-2 0 0,0-1 1 0 0,0 1-1 0 0,0 0 1 0 0,-1-1-1 0 0,1 1 1 0 0,-1 0-1 0 0,0 0 1 0 0,0-1 0 0 0,0 1-1 0 0,0 0 1 0 0,-1 0-1 0 0,1 0 1 0 0,-1 0-1 0 0,0 0 1 0 0,0 1-1 0 0,0-1 1 0 0,0 0-1 0 0,0 1 1 0 0,0-1-1 0 0,-6-3 1 0 0,0 1 23 0 0,-1 0 0 0 0,0 1 0 0 0,0 0 0 0 0,0 0 1 0 0,-16-3-1 0 0,-30-14 303 0 0,-1-2-407 0 0,-3 1-90 0 0,-172-66 399 0 0,-35-18 0 0 0,13 28-48 0 0,159 53-118 0 0,-121-30 10 0 0,-173-52 111 0 0,-38-40-102 0 0,317 116-41 0 0,-164-24 0 0 0,229 47-37 0 0,-697-82 1 0 0,253 38-19 0 0,-138-8-64 0 0,382 58 33 0 0,-354 44 0 0 0,-239 91 8 0 0,520-66-49 0 0,120-23-505 0 0,181-41 404 0 0,15-2 94 0 0,0-1 0 0 0,-1 1 0 0 0,1-1 0 0 0,0 0 0 0 0,-1 1 0 0 0,1-1 0 0 0,-1 0 0 0 0,1 0 0 0 0,0 0 0 0 0,-1 0 0 0 0,1 0 0 0 0,-1 0 0 0 0,1 0 0 0 0,-3-1 0 0 0,3-1-222 0 0,0 1 0 0 0,0-1-1 0 0,1 1 1 0 0,-1-1 0 0 0,1 1-1 0 0,-1-1 1 0 0,1 0 0 0 0,0 1 0 0 0,0-1-1 0 0,0 0 1 0 0,0 0 0 0 0,0 1-1 0 0,0-3 1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0:52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18 1361 0 0,'0'-1'78'0'0,"0"1"1"0"0,0-1 0 0 0,0 1 0 0 0,0 0 0 0 0,-1-1 0 0 0,1 1 0 0 0,0-1 0 0 0,-1 1-1 0 0,1 0 1 0 0,0-1 0 0 0,-1 1 0 0 0,1 0 0 0 0,0-1 0 0 0,-1 1 0 0 0,1 0 0 0 0,0-1-1 0 0,-1 1 1 0 0,1 0 0 0 0,-1 0 0 0 0,1-1 0 0 0,-1 1 0 0 0,1 0 0 0 0,-1 0 0 0 0,1 0-1 0 0,-1 0 1 0 0,1 0 0 0 0,-1 0 0 0 0,1 0 0 0 0,-1 0 0 0 0,1 0 0 0 0,-1 0 0 0 0,0 0-1 0 0,1 0-32 0 0,-1 0 0 0 0,1 0-1 0 0,-1 0 1 0 0,1 0 0 0 0,-1 0-1 0 0,1 0 1 0 0,-1 0-1 0 0,1 0 1 0 0,-1 0 0 0 0,1 0-1 0 0,-1 0 1 0 0,1 0 0 0 0,-1-1-1 0 0,1 1 1 0 0,-1 0-1 0 0,1 0 1 0 0,0-1 0 0 0,-1 1-1 0 0,1 0 1 0 0,-1 0 0 0 0,1-1-1 0 0,0 1 1 0 0,-1 0 0 0 0,1-1-1 0 0,0 1 1 0 0,-1-1-1 0 0,1 1 1 0 0,0 0 0 0 0,0-1-1 0 0,-1 1 1 0 0,1-1 0 0 0,0 0-1 0 0,0 0 1102 0 0,-27 1-13 0 0,27 1-1027 0 0,-4 4 26 0 0,-2-5-87 0 0,6 0-39 0 0,-1-1 0 0 0,1 1-1 0 0,-1 0 1 0 0,1 0 0 0 0,-1 0-1 0 0,1 0 1 0 0,-1 0 0 0 0,0 0-1 0 0,1 0 1 0 0,-1 0 0 0 0,1 0-1 0 0,-1 0 1 0 0,1 0 0 0 0,-1 1 0 0 0,1-1-1 0 0,-1 0 1 0 0,1 0 0 0 0,-1 0-1 0 0,1 1 1 0 0,-1-1 0 0 0,1 0-1 0 0,-1 1 1 0 0,1-1 0 0 0,0 0-1 0 0,-1 1 1 0 0,1-1 0 0 0,-1 0-1 0 0,1 1 1 0 0,0-1 0 0 0,-1 1 0 0 0,1-1-1 0 0,0 1 1 0 0,0-1 0 0 0,-1 1-1 0 0,1-1 1 0 0,0 1 0 0 0,0-1-1 0 0,0 1 1 0 0,0-1 0 0 0,0 1-1 0 0,0-1 1 0 0,-1 2 0 0 0,1-1 1 0 0,0 0 0 0 0,0 1 0 0 0,0-1 0 0 0,0 0 1 0 0,-1 0-1 0 0,1 0 0 0 0,-1 1 0 0 0,1-1 0 0 0,-1 0 0 0 0,1 0 1 0 0,-1 0-1 0 0,1 0 0 0 0,-1 0 0 0 0,0 0 0 0 0,0 0 0 0 0,0 0 0 0 0,1 0 1 0 0,-3 1-1 0 0,-8 13 77 0 0,9-7-44 0 0,1 0 0 0 0,0 0 0 0 0,0 1 0 0 0,1-1-1 0 0,0 16 1 0 0,1-5 34 0 0,-1-11-36 0 0,1-1 0 0 0,0 1-1 0 0,0-1 1 0 0,1 1 0 0 0,0-1 0 0 0,4 12-1 0 0,-3-12-6 0 0,-1 0 0 0 0,0 0 0 0 0,0 1-1 0 0,0-1 1 0 0,-1 1 0 0 0,0 11 0 0 0,0 1 71 0 0,1 0 1 0 0,9 36 0 0 0,-7-36 6 0 0,0 0-1 0 0,1 41 1 0 0,-4-40 3 0 0,1 1 0 0 0,2 0-1 0 0,6 26 1 0 0,-5-23-44 0 0,1 3-8 0 0,-4-16-38 0 0,0 0 0 0 0,1-1 1 0 0,1 1-1 0 0,0-1 0 0 0,6 15 0 0 0,-4-16 19 0 0,-2 1 0 0 0,1 1 0 0 0,3 16 0 0 0,1 1 4 0 0,0-6-31 0 0,-7-19-6 0 0,0 0-1 0 0,0 0 1 0 0,-1 0 0 0 0,1 0-1 0 0,-1 0 1 0 0,0 0 0 0 0,0 1-1 0 0,0 7 1 0 0,-1 95 311 0 0,4-101-320 0 0,-3-5 0 0 0,0 0 0 0 0,-1-1 0 0 0,1 1 0 0 0,0-1 0 0 0,0 1-1 0 0,0-1 1 0 0,-1 0 0 0 0,1 1 0 0 0,0-1 0 0 0,0 0 0 0 0,0 0 0 0 0,0 1-1 0 0,0-1 1 0 0,0 0 0 0 0,0 0 0 0 0,0 0 0 0 0,0 0 0 0 0,0 0 0 0 0,-1 0 0 0 0,1 0-1 0 0,0-1 1 0 0,0 1 0 0 0,0 0 0 0 0,2-1 0 0 0,-5-2 17 0 0,2 3 49 0 0,0-1-63 0 0,0 1-1 0 0,0 0 0 0 0,0 0 0 0 0,0 0 1 0 0,0 0-1 0 0,0 0 0 0 0,0-1 1 0 0,0 1-1 0 0,-1 0 0 0 0,1 0 0 0 0,0 0 1 0 0,0 0-1 0 0,0 0 0 0 0,0-1 1 0 0,0 1-1 0 0,0 0 0 0 0,0 0 1 0 0,0 0-1 0 0,0-1 0 0 0,0 1 0 0 0,0 0 1 0 0,0 0-1 0 0,0 0 0 0 0,0 0 1 0 0,0-1-1 0 0,0 1 0 0 0,0 0 0 0 0,1 0 1 0 0,-1 0-1 0 0,0 0 0 0 0,0 0 1 0 0,0-1-1 0 0,0 1 0 0 0,0 0 0 0 0,0 0 1 0 0,0 0-1 0 0,0 0 0 0 0,1 0 1 0 0,-1-1-1 0 0,0 1 0 0 0,0 0 1 0 0,0 0-1 0 0,0 0 0 0 0,0 0 0 0 0,1 0 1 0 0,-1 0-1 0 0,0 0 0 0 0,0 0 1 0 0,0 0-1 0 0,0 0 0 0 0,1 0 0 0 0,-1 0 1 0 0,0 0-1 0 0,0 0 0 0 0,0 0 1 0 0,1 0-1 0 0,-1 0 0 0 0,0 0 1 0 0,0 0-1 0 0,0 0 0 0 0,0 0 0 0 0,1 0 1 0 0,-1 0-1 0 0,17-7 65 0 0,-9 4-53 0 0,-1 0 1 0 0,1-1-1 0 0,-1 0 0 0 0,1-1 1 0 0,-1 1-1 0 0,0-1 0 0 0,-1-1 1 0 0,1 1-1 0 0,-1-1 0 0 0,0 0 1 0 0,0-1-1 0 0,5-8 0 0 0,31-39 40 0 0,67-83 119 0 0,-73 97-126 0 0,-4 6-37 0 0,33-47 0 0 0,86-120-77 0 0,-95 134 75 0 0,-37 45-56 0 0,-18 21 7 0 0,0 0 0 0 0,0 0-1 0 0,0 0 1 0 0,0 0-1 0 0,-1 0 1 0 0,1 0 0 0 0,0 0-1 0 0,-1 0 1 0 0,1-1 0 0 0,-1 1-1 0 0,1 0 1 0 0,-1 0 0 0 0,1-1-1 0 0,-1 1 1 0 0,0 0 0 0 0,0-1-1 0 0,0 1 1 0 0,0 0 0 0 0,0-1-1 0 0,0 1 1 0 0,0 0 0 0 0,0-1-1 0 0,0 1 1 0 0,-1 0 0 0 0,0-3-1 0 0,1 4-10 0 0,0-1-1 0 0,-1 1 1 0 0,1 0-1 0 0,0-1 0 0 0,-1 1 1 0 0,1-1-1 0 0,0 1 1 0 0,-1 0-1 0 0,1-1 0 0 0,-1 1 1 0 0,1 0-1 0 0,-1 0 0 0 0,1-1 1 0 0,-1 1-1 0 0,1 0 1 0 0,-1 0-1 0 0,1 0 0 0 0,-1-1 1 0 0,1 1-1 0 0,-1 0 1 0 0,1 0-1 0 0,-1 0 0 0 0,1 0 1 0 0,-1 0-1 0 0,0 0 0 0 0,1 0 1 0 0,-1 0-1 0 0,1 0 1 0 0,-1 1-1 0 0,1-1 0 0 0,-1 0 1 0 0,1 0-1 0 0,-1 0 1 0 0,1 1-1 0 0,-1-1 0 0 0,1 0 1 0 0,-1 0-1 0 0,1 1 1 0 0,0-1-1 0 0,-1 0 0 0 0,1 1 1 0 0,-1-1-1 0 0,1 1 0 0 0,0-1 1 0 0,-1 1-1 0 0,-8 21-2975 0 0,-13 10-1521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0:56.8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44 199 2081 0 0,'0'0'37'0'0,"0"-1"-1"0"0,0 1 1 0 0,0 0-1 0 0,0 0 1 0 0,0 0-1 0 0,0 0 1 0 0,-1 0 0 0 0,1 0-1 0 0,0 0 1 0 0,0 0-1 0 0,0-1 1 0 0,0 1 0 0 0,0 0-1 0 0,0 0 1 0 0,0 0-1 0 0,0 0 1 0 0,0 0 0 0 0,0 0-1 0 0,0-1 1 0 0,0 1-1 0 0,0 0 1 0 0,0 0-1 0 0,0 0 1 0 0,0 0 0 0 0,0 0-1 0 0,0 0 1 0 0,0 0-1 0 0,0-1 1 0 0,0 1 0 0 0,0 0-1 0 0,1 0 1 0 0,-1 0-1 0 0,0 0 1 0 0,0 0 0 0 0,0 0-1 0 0,0 0 1 0 0,0 0-1 0 0,0-1 1 0 0,0 1-1 0 0,0 0 1 0 0,0 0 0 0 0,0 0-1 0 0,1 0 1 0 0,-1 0-1 0 0,0 0 1 0 0,0 0 0 0 0,0 0-1 0 0,0 0 1 0 0,0 0-1 0 0,0 0 1 0 0,0 0 0 0 0,1 0-1 0 0,-1 0 1 0 0,0 0-1 0 0,0 0 1 0 0,0 0-1 0 0,0 0 1 0 0,0 0 0 0 0,0 0-1 0 0,1 0 1 0 0,-1 0-1 0 0,0 0 1 0 0,0 0 0 0 0,0 0-1 0 0,0 0 1 0 0,0 0-1 0 0,0 0 1 0 0,0 0 0 0 0,1 0-1 0 0,2 0 248 0 0,-2 1-252 0 0,-1-1 1 0 0,0 0 0 0 0,1 0-1 0 0,-1 0 1 0 0,1 0 0 0 0,-1 0-1 0 0,1 0 1 0 0,-1 0 0 0 0,1 0 0 0 0,-1 0-1 0 0,1 0 1 0 0,-1 0 0 0 0,1 0-1 0 0,-1 0 1 0 0,1 0 0 0 0,-1-1-1 0 0,0 1 1 0 0,1 0 0 0 0,-1 0-1 0 0,1 0 1 0 0,-1-1 0 0 0,1 1-1 0 0,-1 0 1 0 0,0-1 0 0 0,1 1-1 0 0,-1 0 1 0 0,0 0 0 0 0,1-1-1 0 0,-1 1 1 0 0,0-1 0 0 0,0 1-1 0 0,1 0 1 0 0,-1-1 0 0 0,0 0-1 0 0,0 0 222 0 0,0 2-187 0 0,0 3-41 0 0,0-2 41 0 0,0-2-46 0 0,0-1 92 0 0,1 0-174 0 0,-19-5 788 0 0,-5 1-425 0 0,22 4-267 0 0,3 2-40 0 0,-1-1 14 0 0,0 1 0 0 0,0-1 1 0 0,0 0-1 0 0,0 0 0 0 0,0 0 1 0 0,1 1-1 0 0,-1-1 0 0 0,0 0 0 0 0,0 0 1 0 0,0-1-1 0 0,0 1 0 0 0,0 0 1 0 0,0 0-1 0 0,0 0 0 0 0,1-1 1 0 0,-3 0-5 0 0,0 0 0 0 0,0 1 0 0 0,0-1 0 0 0,0 1 0 0 0,-1-1 1 0 0,1 1-1 0 0,0-1 0 0 0,0 1 0 0 0,0 0 0 0 0,-1 0 0 0 0,1-1 1 0 0,0 1-1 0 0,0 0 0 0 0,-1 0 0 0 0,-1 0 0 0 0,2 0 6 0 0,1 0-9 0 0,-1 0 0 0 0,1 0 0 0 0,0 0 1 0 0,-1 0-1 0 0,1 0 0 0 0,0 0 0 0 0,0-1 0 0 0,-1 1 0 0 0,1 0 0 0 0,0 0 1 0 0,0 0-1 0 0,-1-1 0 0 0,1 1 0 0 0,0 0 0 0 0,0 0 0 0 0,0 0 1 0 0,-1-1-1 0 0,1 1 0 0 0,0 0 0 0 0,0-1 0 0 0,0 1 0 0 0,0 0 0 0 0,0 0 1 0 0,0-1-1 0 0,0 1 0 0 0,0 0 0 0 0,-1-1 0 0 0,1 1 0 0 0,0 0 0 0 0,0-1 1 0 0,1-3 63 0 0,0 3-60 0 0,-1-1-1 0 0,0 1 0 0 0,0 0 1 0 0,0-1-1 0 0,1 1 0 0 0,-2 0 1 0 0,1-1-1 0 0,0 1 1 0 0,0 0-1 0 0,0 0 0 0 0,0-1 1 0 0,-1 1-1 0 0,1 0 0 0 0,-1 0 1 0 0,1-1-1 0 0,-1 1 0 0 0,1 0 1 0 0,-1 0-1 0 0,0 0 0 0 0,0 0 1 0 0,1 0-1 0 0,-1 0 1 0 0,0 0-1 0 0,0 0 0 0 0,0 0 1 0 0,0 0-1 0 0,0 1 0 0 0,-2-2 1 0 0,0 2 4 0 0,16 0-2 0 0,-12-1-5 0 0,-1 0 1 0 0,1 1 0 0 0,-1-1-1 0 0,1 0 1 0 0,-1 0 0 0 0,1 0-1 0 0,-1 0 1 0 0,0 1-1 0 0,1-1 1 0 0,-1 0 0 0 0,0 0-1 0 0,0 0 1 0 0,0 0 0 0 0,0 0-1 0 0,0 0 1 0 0,1 0 0 0 0,-2 0-1 0 0,1 0 1 0 0,0 0-1 0 0,0 0 1 0 0,-1-1 0 0 0,1 1-2 0 0,0 0 1 0 0,0-1-1 0 0,1 1 1 0 0,-1 0-1 0 0,0 0 1 0 0,0 0-1 0 0,0 0 1 0 0,1 0-1 0 0,-1 0 1 0 0,0 0-1 0 0,1 0 1 0 0,-1 0-1 0 0,1 0 1 0 0,-1 1-1 0 0,1-1 1 0 0,0 0-1 0 0,-1 0 1 0 0,1 0-1 0 0,0 0 1 0 0,0 1-1 0 0,-1-1 1 0 0,1 0-1 0 0,0 1 1 0 0,0-1-1 0 0,0 1 1 0 0,0-1-1 0 0,0 1 1 0 0,1-1-1 0 0,4-2 6 0 0,-6 3-8 0 0,0-1 0 0 0,1 1 0 0 0,-1 0 0 0 0,0 0 0 0 0,1-1 0 0 0,-1 1 0 0 0,0 0 0 0 0,1 0 0 0 0,-1-1 0 0 0,0 1 0 0 0,0 0 0 0 0,1-1 0 0 0,-1 1 0 0 0,0 0 0 0 0,0-1 0 0 0,0 1 0 0 0,0-1 0 0 0,1 1 0 0 0,-1 0 0 0 0,0-1 0 0 0,0 1 0 0 0,0-1 0 0 0,0 1 0 0 0,0-1 0 0 0,0 1 0 0 0,0 0 0 0 0,0-1 0 0 0,0 1 0 0 0,0-1 0 0 0,0 1 0 0 0,0 0 0 0 0,-1-1 0 0 0,1 1 0 0 0,0-1 0 0 0,0 1 0 0 0,0-1 0 0 0,0 1 0 0 0,-1 0 0 0 0,1 0 0 0 0,0-1 0 0 0,0 1 0 0 0,0 0 0 0 0,0-1 0 0 0,0 1 0 0 0,0 0 0 0 0,0-1 0 0 0,0 1 0 0 0,0 0 0 0 0,0 0 0 0 0,0-1 0 0 0,0 1 0 0 0,0 0 0 0 0,0-1 0 0 0,0 1 0 0 0,0 0 0 0 0,1-1 0 0 0,-1 1 0 0 0,0 0 0 0 0,0 0 0 0 0,0-1 0 0 0,0 1 0 0 0,1 0 0 0 0,-1 0 0 0 0,0-1 0 0 0,0 1 0 0 0,0 0 0 0 0,1 0 0 0 0,-1 0 0 0 0,0-1 0 0 0,0 1 0 0 0,1 0 0 0 0,-1 0 0 0 0,1 0 0 0 0,101-51 160 0 0,-80 47-147 0 0,-13 3 4 0 0,0 0-1 0 0,0 1 1 0 0,0 0-1 0 0,0 1 1 0 0,0 0 0 0 0,0 0-1 0 0,-1 1 1 0 0,1 0-1 0 0,11 4 1 0 0,-16-3 6 0 0,1-1 0 0 0,0 1 0 0 0,0-1 0 0 0,-1 1 0 0 0,0 0 0 0 0,1 1 0 0 0,-1-1 0 0 0,0 1 0 0 0,-1 0 0 0 0,1 0 0 0 0,-1 0 0 0 0,0 0 0 0 0,0 1 0 0 0,0-1 0 0 0,3 7 0 0 0,-3-4-17 0 0,-2-6-6 0 0,0 0 0 0 0,0 1 0 0 0,0-1 1 0 0,-1 0-1 0 0,1 1 0 0 0,0-1 0 0 0,-1 1 0 0 0,1-1 1 0 0,-1 1-1 0 0,0-1 0 0 0,1 1 0 0 0,-1-1 0 0 0,0 1 1 0 0,0-1-1 0 0,0 1 0 0 0,0-1 0 0 0,0 1 0 0 0,0 0 1 0 0,-1-1-1 0 0,1 1 0 0 0,0-1 0 0 0,-1 1 0 0 0,1-1 1 0 0,-1 1-1 0 0,0-1 0 0 0,1 0 0 0 0,-1 1 0 0 0,0-1 1 0 0,0 0-1 0 0,0 0 0 0 0,0 1 0 0 0,0-1 0 0 0,0 0 1 0 0,0 0-1 0 0,0 0 0 0 0,-2 1 0 0 0,-4 5 6 0 0,0-1 0 0 0,0 0-1 0 0,-1-1 1 0 0,0 1 0 0 0,0-1-1 0 0,0-1 1 0 0,-1 0 0 0 0,0 0 0 0 0,0 0-1 0 0,0-1 1 0 0,0-1 0 0 0,0 0-1 0 0,-17 3 1 0 0,18-3-4 0 0,7-1 2 0 0,0-1 1 0 0,-1 1-1 0 0,1-1 0 0 0,-1 0 1 0 0,1 1-1 0 0,-1-1 0 0 0,1 0 1 0 0,-1 0-1 0 0,1 0 0 0 0,-1 0 1 0 0,1 0-1 0 0,-1 0 0 0 0,1 0 1 0 0,-2-1-1 0 0,-15-3 9 0 0,18 4-13 0 0,-1 0 0 0 0,1-1 0 0 0,0 1 0 0 0,0 0 0 0 0,-1 0 0 0 0,1 0 0 0 0,0 0 0 0 0,0 0 0 0 0,-1 0 0 0 0,1 0 0 0 0,0 0 0 0 0,0-1 0 0 0,0 1 0 0 0,-1 0 0 0 0,1 0 0 0 0,0 0 0 0 0,0 0 0 0 0,0-1 0 0 0,0 1 0 0 0,0 0 0 0 0,-1 0 0 0 0,1-1 0 0 0,0 1 0 0 0,0 0 0 0 0,0 0 0 0 0,0 0 0 0 0,0-1 0 0 0,0 1 0 0 0,0 0 0 0 0,0 0 0 0 0,0-1 0 0 0,0 1 0 0 0,0 0 0 0 0,0 0 0 0 0,0-1 0 0 0,0 1 0 0 0,0 0 0 0 0,0-1 0 0 0,0 1 0 0 0,0 0 0 0 0,0 0 0 0 0,0 0 0 0 0,0-1 0 0 0,0 1 0 0 0,0 0 0 0 0,1 0 0 0 0,-1-1 0 0 0,0 1 0 0 0,0 0 0 0 0,0 0 0 0 0,0 0 0 0 0,1 0 0 0 0,-1-1 0 0 0,0 1 0 0 0,0 0 0 0 0,0 0 0 0 0,1 0 0 0 0,-1 0 0 0 0,0 0 0 0 0,0-1 0 0 0,1 1 0 0 0,-1 0 0 0 0,0 0 0 0 0,1 0 0 0 0,-1 0 0 0 0,23-9 0 0 0,1 1 0 0 0,1 1 0 0 0,-1 1 0 0 0,1 2 0 0 0,48-4 0 0 0,-31 6 0 0 0,0 2 0 0 0,71 10 0 0 0,-110-10 3 0 0,-1 0-1 0 0,1 1 0 0 0,0-1 1 0 0,-1 0-1 0 0,1 1 1 0 0,-1 0-1 0 0,1 0 0 0 0,-1 0 1 0 0,1 0-1 0 0,-1 0 1 0 0,0 0-1 0 0,1 1 0 0 0,-1-1 1 0 0,0 1-1 0 0,0-1 1 0 0,0 1-1 0 0,0 0 0 0 0,0 0 1 0 0,-1 0-1 0 0,1 0 1 0 0,0 0-1 0 0,-1 0 0 0 0,1 0 1 0 0,1 5-1 0 0,-3-4 2 0 0,0 0 0 0 0,0 0 0 0 0,0-1 0 0 0,0 1-1 0 0,-1 0 1 0 0,1-1 0 0 0,-1 1 0 0 0,0 0 0 0 0,0-1 0 0 0,0 1 0 0 0,0-1-1 0 0,0 1 1 0 0,0-1 0 0 0,-1 0 0 0 0,1 1 0 0 0,-1-1 0 0 0,0 0-1 0 0,1 0 1 0 0,-1 0 0 0 0,0 0 0 0 0,0 0 0 0 0,0-1 0 0 0,-1 1 0 0 0,1-1-1 0 0,-3 2 1 0 0,-100 68 149 0 0,88-62-114 0 0,-1 1 0 0 0,1-2 0 0 0,-2 0 0 0 0,1-1 0 0 0,-23 5 0 0 0,20-9-61 0 0,0 0-1 0 0,0-1 1 0 0,0-1-1 0 0,-32-3 1 0 0,46 1-44 0 0,-1 1-1 0 0,1-1 1 0 0,0 0-1 0 0,-1-1 1 0 0,1 0 0 0 0,0 0-1 0 0,0 0 1 0 0,0-1-1 0 0,0 0 1 0 0,1 0 0 0 0,-1-1-1 0 0,1 0 1 0 0,0 0-1 0 0,0-1 1 0 0,0 1 0 0 0,1-1-1 0 0,-6-6 1 0 0,10 9 5 0 0,-1-1 1 0 0,0 1-1 0 0,1-1 1 0 0,0 1-1 0 0,0-1 1 0 0,0 0-1 0 0,0 1 0 0 0,0-1 1 0 0,0 0-1 0 0,0 0 1 0 0,1 1-1 0 0,0-1 1 0 0,-1 0-1 0 0,1-3 1 0 0,1 0-125 0 0,0 0 0 0 0,1 0 1 0 0,-1 1-1 0 0,1-1 0 0 0,0 1 1 0 0,3-7-1 0 0,21-43-2216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0:44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4 219 240 0 0,'3'11'5123'0'0,"-3"-10"-5079"0"0,1-1-1 0 0,-1 1 0 0 0,1 0 1 0 0,-1 0-1 0 0,1-1 0 0 0,0 1 1 0 0,-1 0-1 0 0,1-1 0 0 0,0 1 1 0 0,0-1-1 0 0,-1 1 0 0 0,1-1 0 0 0,0 1 1 0 0,0-1-1 0 0,0 0 0 0 0,0 1 1 0 0,-1-1-1 0 0,1 0 0 0 0,0 0 1 0 0,0 1-1 0 0,0-1 0 0 0,0 0 1 0 0,1 0-1 0 0,-3 0-10 0 0,1 0 0 0 0,-1 0 0 0 0,0 0 0 0 0,0 0 0 0 0,0 0 0 0 0,1 0 0 0 0,-1 0 0 0 0,0 0 0 0 0,0 0 0 0 0,1-1 0 0 0,-1 1 0 0 0,0 0 0 0 0,0 0 0 0 0,1-1 0 0 0,-1 1 0 0 0,0-1 0 0 0,1 1 0 0 0,-1 0 0 0 0,0-1 0 0 0,1 1 0 0 0,-1-1 0 0 0,1 0 0 0 0,-1 1 0 0 0,1-1 0 0 0,-1 1 0 0 0,1-1 0 0 0,-1 0 0 0 0,0 0 0 0 0,-1-29 1550 0 0,2 19-1482 0 0,-1-5 230 0 0,0 12-266 0 0,1 0-1 0 0,-1 0 1 0 0,1-1 0 0 0,0 1-1 0 0,0 0 1 0 0,0 0 0 0 0,1 0 0 0 0,0-1-1 0 0,0 1 1 0 0,0 0 0 0 0,2-7-1 0 0,-1 9-56 0 0,0-1 26 0 0,1 0-1 0 0,-1-1 0 0 0,0 1 0 0 0,0-1 1 0 0,0 0-1 0 0,-1 0 0 0 0,1 0 0 0 0,-1 0 1 0 0,0 0-1 0 0,0 0 0 0 0,0 0 0 0 0,-1 0 1 0 0,1 0-1 0 0,-1-6 0 0 0,0 8-25 0 0,0 1 0 0 0,0 0 0 0 0,0 0 0 0 0,0 0 0 0 0,0-1 0 0 0,0 1 0 0 0,1 0 0 0 0,-1 0 0 0 0,0 0 0 0 0,1 0 0 0 0,-1 0 0 0 0,1 0 0 0 0,0 0 0 0 0,-1 0-1 0 0,1 0 1 0 0,0 0 0 0 0,-1 0 0 0 0,1 0 0 0 0,0 0 0 0 0,0 0 0 0 0,0 0 0 0 0,0 1 0 0 0,1-2 0 0 0,-1 1-4 0 0,0 1 1 0 0,0-1-1 0 0,0 0 0 0 0,0 1 0 0 0,0-1 1 0 0,-1 0-1 0 0,1 0 0 0 0,0 0 1 0 0,0 0-1 0 0,-1 0 0 0 0,1 0 0 0 0,-1 0 1 0 0,1 0-1 0 0,-1 0 0 0 0,1 0 0 0 0,-1 0 1 0 0,1 0-1 0 0,-1-1 0 0 0,0 1 1 0 0,0 0-1 0 0,0 0 0 0 0,0 0 0 0 0,0-2 1 0 0,-3 3 791 0 0,2 0-786 0 0,1 0-1 0 0,-1 0 0 0 0,0 0 0 0 0,0 0 0 0 0,0 0 0 0 0,0 0 0 0 0,1 0 0 0 0,-1 0 0 0 0,0 0 1 0 0,0 0-1 0 0,0 0 0 0 0,1 1 0 0 0,-1-1 0 0 0,0 0 0 0 0,0 1 0 0 0,0-1 0 0 0,1 0 0 0 0,-1 1 1 0 0,0-1-1 0 0,1 1 0 0 0,-1-1 0 0 0,0 1 0 0 0,1-1 0 0 0,-1 1 0 0 0,1 0 0 0 0,-1-1 0 0 0,1 1 1 0 0,-1 0-1 0 0,1-1 0 0 0,-1 1 0 0 0,1 0 0 0 0,0 0 0 0 0,0-1 0 0 0,-1 1 0 0 0,1 0 0 0 0,0 1 1 0 0,1 26 219 0 0,0-20-180 0 0,-1 0 1 0 0,1 0 0 0 0,-1 0 0 0 0,-1 0-1 0 0,0 0 1 0 0,0 0 0 0 0,-4 14-1 0 0,4-19-39 0 0,0-1-5 0 0,0-1 0 0 0,0 1 1 0 0,0 0-1 0 0,0-1 0 0 0,0 1 1 0 0,1 0-1 0 0,-1-1 0 0 0,1 1 0 0 0,-1 0 1 0 0,1 0-1 0 0,0 0 0 0 0,-1-1 1 0 0,1 1-1 0 0,0 0 0 0 0,0 0 0 0 0,0 0 1 0 0,1 0-1 0 0,-1-1 0 0 0,0 1 1 0 0,1 0-1 0 0,-1 0 0 0 0,1 0 0 0 0,0-1 1 0 0,-1 1-1 0 0,1 0 0 0 0,0-1 1 0 0,2 3-1 0 0,-2-1-2 0 0,0 0-2 0 0,0 0 1 0 0,0 0-1 0 0,0 0 1 0 0,-1 0-1 0 0,1 0 1 0 0,-1 0-1 0 0,0 0 1 0 0,0 5-1 0 0,4 22 12 0 0,1-19 4 0 0,0-1-1 0 0,0 0 1 0 0,14 18-1 0 0,-15-22-3 0 0,1 0-1 0 0,-1 0 0 0 0,1 1 1 0 0,-2 0-1 0 0,1 0 1 0 0,-1 0-1 0 0,0 0 0 0 0,-1 0 1 0 0,1 1-1 0 0,-1-1 0 0 0,-1 1 1 0 0,2 13-1 0 0,-3-12 1 0 0,1 1 1 0 0,1-1-1 0 0,-1 0 0 0 0,2 0 0 0 0,3 11 1 0 0,-3-11-1 0 0,0 1 1 0 0,-1-1-1 0 0,0 0 0 0 0,-1 1 1 0 0,1 11-1 0 0,-1-13-8 0 0,-1-1-1 0 0,1 0 0 0 0,1 0 1 0 0,-1 1-1 0 0,1-1 1 0 0,0 0-1 0 0,5 10 0 0 0,0-1-26 0 0,19 51 9 0 0,-23-47 27 0 0,-3-18-9 0 0,0-1-1 0 0,0 1 0 0 0,0-1 0 0 0,0 0 0 0 0,0 1 0 0 0,0-1 0 0 0,0 1 0 0 0,1-1 0 0 0,-1 1 0 0 0,1-1 1 0 0,-1 0-1 0 0,1 1 0 0 0,-1-1 0 0 0,1 0 0 0 0,1 3 0 0 0,1-3-10 0 0,0 1 0 0 0,0-1 0 0 0,0 0 0 0 0,0 0-1 0 0,0 0 1 0 0,1-1 0 0 0,-1 1 0 0 0,0-1 0 0 0,0 1 0 0 0,1-1-1 0 0,-1 0 1 0 0,0 0 0 0 0,1-1 0 0 0,-1 1 0 0 0,0-1 0 0 0,0 1-1 0 0,6-3 1 0 0,-2 1 17 0 0,-1 0 0 0 0,1 0 0 0 0,-1-1 0 0 0,0 0-1 0 0,1 0 1 0 0,-1-1 0 0 0,-1 1 0 0 0,11-9 0 0 0,120-130 29 0 0,118-161 0 0 0,-242 289-94 0 0,0 1 0 0 0,1 1 0 0 0,14-13 0 0 0,-15 16-77 0 0,-12 8 37 0 0,1 1 0 0 0,0-1 0 0 0,-1 1 0 0 0,1-1 0 0 0,0 1 0 0 0,-1-1 0 0 0,1 1 0 0 0,-1-1 0 0 0,1 0 0 0 0,-1 1 0 0 0,1-1-1 0 0,-1 0 1 0 0,0 0 0 0 0,1 1 0 0 0,-1-1 0 0 0,0 0 0 0 0,0 0 0 0 0,1 0 0 0 0,-1 1 0 0 0,0-1 0 0 0,0 0 0 0 0,0 0 0 0 0,0 0 0 0 0,0 1 0 0 0,0-2 0 0 0,0-2-4077 0 0,0 8-378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0:45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54 271 960 0 0,'0'-1'180'0'0,"0"0"1"0"0,1 0-1 0 0,-1 0 0 0 0,0 0 0 0 0,1 0 0 0 0,-1 1 0 0 0,1-1 0 0 0,-1 0 0 0 0,1 0 0 0 0,0 1 0 0 0,-1-1 0 0 0,1 0 0 0 0,0 1 0 0 0,-1-1 0 0 0,1 1 0 0 0,0-1 0 0 0,0 1 0 0 0,0-1 0 0 0,0 1 0 0 0,-1 0 0 0 0,3-1 0 0 0,8-7 381 0 0,-11 8-528 0 0,0-1-1 0 0,0 1 0 0 0,1 0 1 0 0,-1-1-1 0 0,0 1 1 0 0,0 0-1 0 0,0-1 0 0 0,0 1 1 0 0,0-1-1 0 0,0 1 1 0 0,0 0-1 0 0,0-1 0 0 0,0 1 1 0 0,0 0-1 0 0,0-1 1 0 0,-1 1-1 0 0,1 0 0 0 0,0-1 1 0 0,0 1-1 0 0,0 0 1 0 0,0-1-1 0 0,0 1 0 0 0,-1 0 1 0 0,1-1-1 0 0,0 1 1 0 0,0 0-1 0 0,-1-1 1 0 0,1 1-1 0 0,0 0 0 0 0,0 0 1 0 0,-1-1-1 0 0,1 1 1 0 0,0 0-1 0 0,-1 0 0 0 0,-6-6 96 0 0,6 6-98 0 0,0-1 1 0 0,0 0 0 0 0,0 1-1 0 0,0-1 1 0 0,0 0 0 0 0,0 0-1 0 0,0 0 1 0 0,0 0 0 0 0,0 0-1 0 0,1 0 1 0 0,-1 0 0 0 0,0 0-1 0 0,1 0 1 0 0,-1 0 0 0 0,1 0-1 0 0,-1 0 1 0 0,1-1 0 0 0,0 1-1 0 0,-1 0 1 0 0,1 0-1 0 0,0-1 1 0 0,0 1 0 0 0,0 0-1 0 0,0-2 1 0 0,-2-29 139 0 0,1 24-152 0 0,0 0 0 0 0,1 0 0 0 0,0 0 1 0 0,0 0-1 0 0,0 0 0 0 0,1 0 0 0 0,1 0 0 0 0,3-14 1 0 0,0 13 9 0 0,0 0 1 0 0,1 0-1 0 0,0 1 1 0 0,12-14-1 0 0,-15 19-21 0 0,0 1 0 0 0,-1-1 0 0 0,1 1 0 0 0,0 0 0 0 0,0 0 0 0 0,0 0 0 0 0,0 0 0 0 0,0 0-1 0 0,1 1 1 0 0,-1-1 0 0 0,0 1 0 0 0,1 0 0 0 0,-1 0 0 0 0,1 0 0 0 0,7 0 0 0 0,12 1 38 0 0,-1 2-1 0 0,40 8 0 0 0,-57-9-45 0 0,1 1 0 0 0,-1 0-1 0 0,0 0 1 0 0,1 0 0 0 0,7 5-1 0 0,-12-7-1 0 0,0 1-1 0 0,-1-1 0 0 0,1 1 0 0 0,0-1 0 0 0,0 1 0 0 0,0-1 0 0 0,-1 1 1 0 0,1-1-1 0 0,0 1 0 0 0,0 0 0 0 0,-1-1 0 0 0,1 1 0 0 0,-1 0 0 0 0,1 0 1 0 0,0-1-1 0 0,-1 1 0 0 0,0 0 0 0 0,1 0 0 0 0,-1 0 0 0 0,1 0 0 0 0,-1 0 1 0 0,0 0-1 0 0,0 0 0 0 0,0 0 0 0 0,1 0 0 0 0,-1-1 0 0 0,0 1 1 0 0,0 0-1 0 0,0 0 0 0 0,0 0 0 0 0,-1 0 0 0 0,1 0 0 0 0,0 0 0 0 0,0 0 1 0 0,-1 2-1 0 0,-6 5-8 0 0,0 0 1 0 0,0 0 0 0 0,-1-1 0 0 0,0 0-1 0 0,-1 0 1 0 0,1-1 0 0 0,-1 0-1 0 0,0 0 1 0 0,-1-1 0 0 0,1 0 0 0 0,-1-1-1 0 0,-18 6 1 0 0,6-5 78 0 0,22-5-65 0 0,0 0 1 0 0,0 0 0 0 0,0 0-1 0 0,0 0 1 0 0,0 0 0 0 0,0 0-1 0 0,0 0 1 0 0,0 1 0 0 0,0-1-1 0 0,0 0 1 0 0,0 0 0 0 0,0 0-1 0 0,0 0 1 0 0,0 0 0 0 0,0 0-1 0 0,0 0 1 0 0,0 0 0 0 0,0 0-1 0 0,0 0 1 0 0,0 0 0 0 0,0 1-1 0 0,0-1 1 0 0,0 0 0 0 0,0 0-1 0 0,9 2 10 0 0,0 1-1 0 0,0-2 0 0 0,0 1 0 0 0,0-1 0 0 0,1-1 1 0 0,-1 0-1 0 0,17-1 0 0 0,13-1-7 0 0,-20 4-4 0 0,-10-2 18 0 0,0 1 1 0 0,0 0 0 0 0,0 0-1 0 0,11 4 1 0 0,-19-5-5 0 0,-1 1-1 0 0,1-1 1 0 0,-1 1 0 0 0,0-1 0 0 0,1 1-1 0 0,-1-1 1 0 0,0 1 0 0 0,1-1-1 0 0,-1 1 1 0 0,0-1 0 0 0,0 1-1 0 0,1 0 1 0 0,-1-1 0 0 0,0 1-1 0 0,0-1 1 0 0,0 1 0 0 0,0 0-1 0 0,0-1 1 0 0,0 1 0 0 0,0 0-1 0 0,0-1 1 0 0,0 1 0 0 0,0-1-1 0 0,0 1 1 0 0,0 0 0 0 0,0-1 0 0 0,0 1-1 0 0,-1-1 1 0 0,1 1 0 0 0,0 0-1 0 0,0-1 1 0 0,-1 1 0 0 0,1-1-1 0 0,0 1 1 0 0,-1-1 0 0 0,1 1-1 0 0,-1-1 1 0 0,0 1 0 0 0,-7 4 22 0 0,-1-1 1 0 0,0 1-1 0 0,-1-2 0 0 0,1 0 1 0 0,-1 0-1 0 0,1 0 1 0 0,-1-1-1 0 0,0-1 1 0 0,-11 1-1 0 0,2 1-13 0 0,-3 1-53 0 0,7-1-207 0 0,1 0-1 0 0,-1-1 1 0 0,0 0 0 0 0,0-1 0 0 0,-1-1 0 0 0,1 0 0 0 0,0-1 0 0 0,0-1 0 0 0,-15-4-1 0 0,-1-7-2269 0 0,4-7-1282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0:46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 1521 0 0,'0'0'3521'0'0,"-26"5"-1440"0"0,26 0-1440 0 0,-27 12-1 0 0,27 12-160 0 0,27 5-80 0 0,-27-7-240 0 0,26-3-160 0 0,1-9 0 0 0,0 9 0 0 0,-27-7 320 0 0,26 0-400 0 0,1 5-640 0 0,0 0-400 0 0,-1 0-801 0 0,-26-10-2001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0:46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107 113 4482 0 0,'-80'0'3362'0'0,"53"-5"-2322"0"0,27 0-1040 0 0,27-2-80 0 0,0-3 0 0 0,26-2 80 0 0,0-5 0 0 0,27 0-320 0 0,48-22-2321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0:47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1361 0 0,'27'0'2161'0'0,"0"5"-321"0"0,-1 0-479 0 0,1 2-561 0 0,0-2-239 0 0,26 0-241 0 0,0 2-80 0 0,-5-2-160 0 0,6-5-240 0 0,-1-5-480 0 0,0 5-801 0 0,1-7-1360 0 0,-28 7-1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0:47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45 2801 0 0,'-27'0'4642'0'0,"1"-5"-3121"0"0,52 5-1281 0 0,28 0 0 0 0,-1 0 0 0 0,0 0 81 0 0,27 5-81 0 0,54-5 160 0 0,-33-5-400 0 0,-21-7-800 0 0,0 2-1602 0 0,-27-2-879 0 0,-26 7 159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0:48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15 208 2881 0 0,'-15'1'2267'0'0,"30"-7"-1626"0"0,-15 5-623 0 0,-1 1 1 0 0,1-1-1 0 0,0 1 0 0 0,0-1 0 0 0,0 1 0 0 0,0 0 0 0 0,0-1 0 0 0,1 1 0 0 0,-1-1 0 0 0,0 1 0 0 0,0-1 1 0 0,0 1-1 0 0,0-1 0 0 0,0 1 0 0 0,0 0 0 0 0,1-1 0 0 0,-1 1 0 0 0,0-1 0 0 0,0 1 0 0 0,1 0 1 0 0,-1-1-1 0 0,0 1 0 0 0,1 0 0 0 0,-1-1 0 0 0,0 1 0 0 0,1 0 0 0 0,-1 0 0 0 0,0-1 0 0 0,1 1 1 0 0,-1 0-1 0 0,1 0 0 0 0,-1 0 0 0 0,0 0 0 0 0,1-1 0 0 0,-1 1 0 0 0,1 0 0 0 0,-1 0 0 0 0,1 0 0 0 0,-1 0 1 0 0,1 0-1 0 0,-1 0 0 0 0,0 0 0 0 0,1 0 0 0 0,-1 0 0 0 0,1 0 0 0 0,0 0 11 0 0,-1 1-1 0 0,1-1 0 0 0,-1 0 0 0 0,1 0 1 0 0,-1 0-1 0 0,1 0 0 0 0,-1-1 1 0 0,1 1-1 0 0,-1 0 0 0 0,1 0 0 0 0,-1 0 1 0 0,1 0-1 0 0,-1 0 0 0 0,1-1 1 0 0,-1 1-1 0 0,1 0 0 0 0,-1 0 0 0 0,1-1 1 0 0,-1 1-1 0 0,1 0 0 0 0,-1-1 1 0 0,0 1-1 0 0,1-1 0 0 0,-1 1 0 0 0,0 0 1 0 0,1-1-1 0 0,-1 1 0 0 0,0-1 1 0 0,1 1-1 0 0,-1-1 0 0 0,0 1 1 0 0,0-1-1 0 0,0 1 0 0 0,0-1 0 0 0,1 1 1 0 0,-1-1-1 0 0,0 1 0 0 0,0-1 1 0 0,0 1-1 0 0,0-1 0 0 0,0 1 0 0 0,0-1 1 0 0,0 1-1 0 0,0-1 0 0 0,-1 0 1 0 0,6-1 211 0 0,63-12-71 0 0,94-31 484 0 0,-54 5-435 0 0,-85 28-589 0 0,0 0-1 0 0,22-16 1 0 0,-30 18-156 0 0,-15 10 496 0 0,0 0-1 0 0,0 0 0 0 0,0 0 1 0 0,-1 0-1 0 0,1 0 1 0 0,0 0-1 0 0,0 0 0 0 0,0 0 1 0 0,0 0-1 0 0,0-1 0 0 0,0 1 1 0 0,0 0-1 0 0,-1 0 0 0 0,1 0 1 0 0,0 0-1 0 0,0 0 0 0 0,0 0 1 0 0,0 0-1 0 0,0 0 0 0 0,0 0 1 0 0,0-1-1 0 0,0 1 0 0 0,0 0 1 0 0,0 0-1 0 0,-1 0 0 0 0,1 0 1 0 0,0 0-1 0 0,0 0 0 0 0,0-1 1 0 0,0 1-1 0 0,0 0 0 0 0,0 0 1 0 0,0 0-1 0 0,0 0 0 0 0,0 0 1 0 0,0-1-1 0 0,0 1 1 0 0,0 0-1 0 0,0 0 0 0 0,0 0 1 0 0,0 0-1 0 0,1 0 0 0 0,-1 0 1 0 0,0-1-1 0 0,0 1 0 0 0,0 0 1 0 0,0 0-1 0 0,0 0 0 0 0,0 0 1 0 0,0 0-1 0 0,0 0 0 0 0,0 0 1 0 0,0-1-1 0 0,0 1 0 0 0,1 0 1 0 0,-1 0-1 0 0,0 0 0 0 0,0 0 1 0 0,0 0-1 0 0,0 0 0 0 0,0 0 1 0 0,0 0-1 0 0,1 0 0 0 0,-1 0 1 0 0,0 0-1 0 0,0 0 0 0 0,-22-5-2609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1:00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53 1441 0 0,'-48'-27'4188'0'0,"47"28"-4183"0"0,1-1 0 0 0,0 0-1 0 0,0 0 1 0 0,0 0 0 0 0,0 0-1 0 0,0 0 1 0 0,0 0 0 0 0,-1 0-1 0 0,1 0 1 0 0,0 0 0 0 0,0 0-1 0 0,0 0 1 0 0,0 0 0 0 0,0 0 0 0 0,-1 0-1 0 0,1 0 1 0 0,0 0 0 0 0,0 0-1 0 0,0 0 1 0 0,0 0 0 0 0,0-1-1 0 0,-1 1 1 0 0,1 0 0 0 0,0 0-1 0 0,0 0 1 0 0,0 0 0 0 0,0 0-1 0 0,0 0 1 0 0,0 0 0 0 0,0 0-1 0 0,0 0 1 0 0,-1-1 0 0 0,1 1-1 0 0,0 0 1 0 0,0 0 0 0 0,0 0 0 0 0,0 0-1 0 0,0 0 1 0 0,0 0 0 0 0,0-1-1 0 0,0 1 1 0 0,0 0 0 0 0,0 0-1 0 0,0 0 1 0 0,0 0 0 0 0,0 0-1 0 0,0 0 1 0 0,0-1 0 0 0,0 1-1 0 0,0 0 1 0 0,0 0 0 0 0,0 0-1 0 0,0 0 1 0 0,0 0 0 0 0,0-1 0 0 0,0 1-3 0 0,0 0 0 0 0,0 0 0 0 0,0 0-1 0 0,0 0 1 0 0,0-1 0 0 0,0 1 0 0 0,0 0 0 0 0,0 0 0 0 0,0 0 0 0 0,0 0 0 0 0,0 0 0 0 0,0-1 0 0 0,0 1 0 0 0,0 0 0 0 0,0 0 0 0 0,0 0 0 0 0,0 0 0 0 0,0 0 0 0 0,0-1 0 0 0,0 1 0 0 0,0 0 0 0 0,0 0 0 0 0,0 0 0 0 0,0 0 0 0 0,0 0 0 0 0,0 0 0 0 0,0 0 0 0 0,-1-1 0 0 0,1 1 0 0 0,0 0 0 0 0,0 0 0 0 0,0 0 0 0 0,0 0 0 0 0,0 0 0 0 0,0 0 0 0 0,0 0 0 0 0,-1 0 0 0 0,1 0 0 0 0,0 0 0 0 0,0 0 0 0 0,0 0 0 0 0,0 0 0 0 0,0 0 0 0 0,-1 0 0 0 0,1 0 0 0 0,0 0 0 0 0,0 0 0 0 0,0 0 0 0 0,0 0 0 0 0,0 0 0 0 0,-1 0 0 0 0,1 0 0 0 0,0 0 0 0 0,0 0 0 0 0,0 0 0 0 0,-1 0 10 0 0,0 0-3 0 0,0 0 0 0 0,0 0 0 0 0,-1 0 0 0 0,1 0 0 0 0,0-1 0 0 0,0 1 0 0 0,-1 0 0 0 0,1-1 0 0 0,0 1 0 0 0,0-1 0 0 0,0 1 0 0 0,0-1 0 0 0,0 1-1 0 0,0-1 1 0 0,0 0 0 0 0,0 1 0 0 0,-2-3 0 0 0,3 3 138 0 0,1 0-143 0 0,-1-1 1 0 0,0 1 0 0 0,0 0-1 0 0,0 0 1 0 0,0 0-1 0 0,0 0 1 0 0,0 0 0 0 0,0-1-1 0 0,0 1 1 0 0,0 0-1 0 0,0 0 1 0 0,1 0-1 0 0,-1 0 1 0 0,0 0 0 0 0,0-1-1 0 0,0 1 1 0 0,0 0-1 0 0,0 0 1 0 0,0 0-1 0 0,0 0 1 0 0,0-1 0 0 0,0 1-1 0 0,0 0 1 0 0,0 0-1 0 0,-1 0 1 0 0,1 0 0 0 0,0 0-1 0 0,0-1 1 0 0,0 1-1 0 0,0 0 1 0 0,0 0-1 0 0,0 0 1 0 0,0 0 0 0 0,0 0-1 0 0,0 0 1 0 0,0-1-1 0 0,-1 1 1 0 0,1 0-1 0 0,0 0 1 0 0,0 0 0 0 0,0 0-1 0 0,0 0 1 0 0,0 0-1 0 0,0 0 1 0 0,-1 0 0 0 0,1 0-1 0 0,0 0 1 0 0,0-1-1 0 0,0 1 1 0 0,0 0-1 0 0,0 0 1 0 0,-1 0 0 0 0,1 0-1 0 0,0 0 1 0 0,0 0-1 0 0,0 0 1 0 0,0 0 0 0 0,-1 0-1 0 0,1 0 1 0 0,0 0-1 0 0,0 1 1 0 0,0-1-1 0 0,0 0 1 0 0,0 0 0 0 0,-1 0-1 0 0,1 0 1 0 0,-1 0 4 0 0,1-1 1 0 0,-1 1 0 0 0,1 0 0 0 0,-1 0-1 0 0,1-1 1 0 0,-1 1 0 0 0,0 0 0 0 0,1 0-1 0 0,-1 0 1 0 0,0 0 0 0 0,1 0 0 0 0,-1 0-1 0 0,1 0 1 0 0,-1 0 0 0 0,0 0 0 0 0,1 0-1 0 0,-1 0 1 0 0,0 0 0 0 0,1 0 0 0 0,-1 1-1 0 0,1-1 1 0 0,-1 0 0 0 0,0 0 0 0 0,1 1-1 0 0,-1-1 1 0 0,1 0 0 0 0,-1 1 0 0 0,1-1-1 0 0,-1 0 1 0 0,1 1 0 0 0,-1-1 0 0 0,1 1-1 0 0,0-1 1 0 0,-1 1 0 0 0,1-1 0 0 0,0 1-1 0 0,-1-1 1 0 0,1 1 0 0 0,0 0 0 0 0,-1-1-1 0 0,1 1 1 0 0,0-1 0 0 0,0 1 0 0 0,0 0-1 0 0,0-1 1 0 0,0 1 0 0 0,0 0 0 0 0,0-1-1 0 0,0 1 1 0 0,0-1 0 0 0,0 2 0 0 0,-5 0 123 0 0,5-2-126 0 0,-1 0 1 0 0,0 0-1 0 0,1 0 0 0 0,-1 0 0 0 0,0 0 1 0 0,1 0-1 0 0,-1 0 0 0 0,1 0 1 0 0,-1 0-1 0 0,0 1 0 0 0,1-1 0 0 0,-1 0 1 0 0,1 0-1 0 0,-1 1 0 0 0,0-1 1 0 0,1 0-1 0 0,-1 1 0 0 0,1-1 0 0 0,-1 1 1 0 0,1-1-1 0 0,-1 1 0 0 0,1-1 1 0 0,0 1-1 0 0,-1-1 0 0 0,1 1 0 0 0,0-1 1 0 0,-1 1-1 0 0,1-1 0 0 0,0 1 1 0 0,-1 0-1 0 0,3 1 16 0 0,0 0 1 0 0,0 0-1 0 0,0 0 1 0 0,0 0-1 0 0,0 0 0 0 0,1 0 1 0 0,-1-1-1 0 0,0 1 1 0 0,1-1-1 0 0,-1 0 0 0 0,4 1 1 0 0,3 3 10 0 0,69 35 337 0 0,-2 4 0 0 0,94 70 0 0 0,-129-82-391 0 0,51 32 0 0 0,-75-53-30 0 0,0 1 0 0 0,-1 1 0 0 0,-1 1 1 0 0,19 20-1 0 0,0 0-795 0 0,-12-10-809 0 0,-21-22 1367 0 0,-1-1 0 0 0,1 1 0 0 0,0 0 0 0 0,-1-1 0 0 0,1 1-1 0 0,-1 0 1 0 0,0 0 0 0 0,0 0 0 0 0,1-1 0 0 0,-2 4 0 0 0,1-4 270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1:00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0 186 1921 0 0,'54'-29'2241'0'0,"-1"2"-480"0"0,0-7-481 0 0,54-17-799 0 0,-6 7-3603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1:01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1 7443 0 0,'-80'0'2962'0'0,"80"5"-3042"0"0,27 2-400 0 0,26-2 399 0 0,-5 0 162 0 0,59 0 79 0 0,160 19 0 0 0,-6-19-641 0 0,-101-5-1199 0 0,-27-5-1922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1:01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1 4322 0 0,'-107'29'4322'0'0,"54"5"-3282"0"0,53 10-1040 0 0,0 19 241 0 0,0 15 79 0 0,0 2-80 0 0,0-14-80 0 0,27-10-80 0 0,-27-15-560 0 0,53-9-1121 0 0,0-15-3441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1:02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17 1201 0 0,'-23'-5'1887'0'0,"0"2"1"0"0,-1 0 0 0 0,-43 2-1 0 0,49 1-1647 0 0,16 0-228 0 0,1 0 0 0 0,0 0 1 0 0,0 0-1 0 0,-1 0 0 0 0,1 0 0 0 0,0 0 0 0 0,-1 1 1 0 0,1-1-1 0 0,0 0 0 0 0,0 1 0 0 0,0-1 1 0 0,-1 1-1 0 0,1 0 0 0 0,0-1 0 0 0,0 1 1 0 0,0 0-1 0 0,0 0 0 0 0,0-1 0 0 0,0 1 1 0 0,0 0-1 0 0,0 0 0 0 0,1 0 0 0 0,-1 0 1 0 0,0 0-1 0 0,1 0 0 0 0,-1 1 0 0 0,0-1 1 0 0,1 0-1 0 0,-1 0 0 0 0,1 0 0 0 0,0 1 1 0 0,-1-1-1 0 0,1 0 0 0 0,0 0 0 0 0,0 3 1 0 0,-1 3 77 0 0,1 1 1 0 0,1-1 0 0 0,-1 0 0 0 0,1 0 0 0 0,2 7 0 0 0,-2-11-90 0 0,29 96 465 0 0,-11-43-359 0 0,16 36 21 0 0,-22-60-32 0 0,10 34 1 0 0,-8 18 54 0 0,-12-59-95 0 0,2-1 0 0 0,8 28 1 0 0,-1-8 72 0 0,-2 1 0 0 0,6 63 1 0 0,3 14 135 0 0,-18-118-258 0 0,0-1-1 0 0,-1 1 0 0 0,1 0 1 0 0,1-1-1 0 0,-1 1 0 0 0,1-1 1 0 0,-1 1-1 0 0,1-1 0 0 0,0 0 1 0 0,0 1-1 0 0,0-1 0 0 0,1 0 1 0 0,-1 0-1 0 0,1-1 0 0 0,-1 1 1 0 0,1-1-1 0 0,0 1 0 0 0,0-1 1 0 0,0 0-1 0 0,1 0 0 0 0,-1 0 1 0 0,0 0-1 0 0,8 2 0 0 0,-6-3-10 0 0,1 0-1 0 0,-1 0 1 0 0,1-1-1 0 0,-1 0 1 0 0,1 0-1 0 0,0 0 1 0 0,-1 0-1 0 0,1-1 1 0 0,-1 0-1 0 0,1-1 1 0 0,-1 1-1 0 0,0-1 1 0 0,1 0-1 0 0,-1 0 1 0 0,8-5-1 0 0,6-5-3 0 0,-1-2 0 0 0,0 0 0 0 0,-1-1 0 0 0,-1 0 0 0 0,0-2 0 0 0,26-34 0 0 0,-28 34 24 0 0,131-169 192 0 0,57-66 25 0 0,-100 138-580 0 0,181-155 0 0 0,-281 268 292 0 0,-1-1-1 0 0,0 1 1 0 0,0 0 0 0 0,1-1-1 0 0,-1 1 1 0 0,1 0 0 0 0,-1 0-1 0 0,1 0 1 0 0,-1 0 0 0 0,1 0-1 0 0,0 1 1 0 0,0-1 0 0 0,-1 0-1 0 0,1 1 1 0 0,0 0 0 0 0,0-1-1 0 0,-1 1 1 0 0,1 0 0 0 0,0 0-1 0 0,0 0 1 0 0,0 0 0 0 0,0 0-1 0 0,-1 0 1 0 0,4 1 0 0 0,-3 0-101 0 0,-1 0 1 0 0,0 1-1 0 0,0-1 1 0 0,1 1 0 0 0,-1-1-1 0 0,0 1 1 0 0,0-1-1 0 0,-1 1 1 0 0,1-1 0 0 0,0 1-1 0 0,-1 0 1 0 0,1 0-1 0 0,-1-1 1 0 0,1 1 0 0 0,-1 0-1 0 0,0 0 1 0 0,1 0-1 0 0,-1-1 1 0 0,0 1 0 0 0,0 0-1 0 0,-1 2 1 0 0,1 34-4834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1:03.0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1 501 5202 0 0,'0'-2'277'0'0,"0"1"0"0"0,0 0 0 0 0,0 0-1 0 0,0-1 1 0 0,1 1 0 0 0,-1 0 0 0 0,0 0-1 0 0,1-1 1 0 0,-1 1 0 0 0,1 0-1 0 0,0 0 1 0 0,-1 0 0 0 0,2-2 0 0 0,21-14 1099 0 0,-3 2-1224 0 0,-9-3-286 0 0,-9 15 106 0 0,0-1 0 0 0,1 1 0 0 0,-1 0-1 0 0,0 0 1 0 0,1 0 0 0 0,0 0 0 0 0,0 1 0 0 0,6-5 0 0 0,47-42-218 0 0,61-66 0 0 0,-6 4 351 0 0,-90 92-98 0 0,34-22-1 0 0,2-1 61 0 0,-53 39-63 0 0,0 0-1 0 0,0 0 0 0 0,1 0 1 0 0,0 1-1 0 0,-1-1 0 0 0,1 1 1 0 0,8-2-1 0 0,-8 4 50 0 0,-5 4-53 0 0,0-2-66 0 0,-1-2 64 0 0,1 0 0 0 0,0 0 0 0 0,0 1 0 0 0,0-1 1 0 0,0 0-1 0 0,-1 0 0 0 0,1 1 0 0 0,0-1 1 0 0,0 0-1 0 0,0 1 0 0 0,0-1 0 0 0,0 0 0 0 0,0 1 1 0 0,0-1-1 0 0,0 0 0 0 0,0 1 0 0 0,0-1 1 0 0,0 0-1 0 0,0 1 0 0 0,0-1 0 0 0,0 0 0 0 0,1 0 1 0 0,-1 1-1 0 0,0-1 0 0 0,0 0 0 0 0,0 1 1 0 0,0-1-1 0 0,1 0 0 0 0,-1 0 0 0 0,0 1 0 0 0,0-1 1 0 0,0 0-1 0 0,1 0 0 0 0,-1 0 0 0 0,0 1 1 0 0,0-1-1 0 0,1 0 0 0 0,-1 0 0 0 0,0 0 0 0 0,0 0 1 0 0,1 0-1 0 0,-1 1 0 0 0,0-1 0 0 0,1 0 1 0 0,7 10 22 0 0,0 1 1 0 0,-1 0 0 0 0,0 0 0 0 0,-1 1-1 0 0,0 0 1 0 0,-1 0 0 0 0,0 1 0 0 0,5 20 0 0 0,4 8 8 0 0,-7-16 6 0 0,-1 0 0 0 0,-1 0-1 0 0,-1 0 1 0 0,-1 1 0 0 0,-1-1-1 0 0,-3 42 1 0 0,1-43-19 0 0,0-13-138 0 0,1-3 157 0 0,-1 0 0 0 0,-1 0 0 0 0,1-1 1 0 0,-1 1-1 0 0,0 0 0 0 0,-3 7 0 0 0,4-14-120 0 0,-1 1 0 0 0,0-1-1 0 0,1 0 1 0 0,-1 1 0 0 0,0-1 0 0 0,0 0 0 0 0,0 1-1 0 0,0-1 1 0 0,0 0 0 0 0,0 0 0 0 0,0 0 0 0 0,-1 0-1 0 0,1 0 1 0 0,0 0 0 0 0,-1 0 0 0 0,1 0 0 0 0,0 0 0 0 0,-1-1-1 0 0,1 1 1 0 0,-1-1 0 0 0,1 1 0 0 0,-1-1 0 0 0,1 1-1 0 0,-1-1 1 0 0,0 0 0 0 0,1 0 0 0 0,-1 0 0 0 0,1 0 0 0 0,-1 0-1 0 0,0 0 1 0 0,1 0 0 0 0,-1 0 0 0 0,1-1 0 0 0,-3 0-1 0 0,-23-8-2316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1:03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27 181 3922 0 0,'-26'-22'3842'0'0,"26"-7"-2802"0"0,26 12-960 0 0,28 0-320 0 0,26 0 160 0 0,74 2 80 0 0,33-9 0 0 0,-27 7-1041 0 0,-54-5-4161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1:08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0 503 3922 0 0,'5'-1'2081'0'0,"24"-6"-1679"0"0,-21 5-433 0 0,1 0 1 0 0,0 1-1 0 0,0 0 0 0 0,-1 0 0 0 0,1 0 0 0 0,16 2 1 0 0,-13 0 66 0 0,-1 0 0 0 0,1 1 1 0 0,-1 0-1 0 0,0 1 0 0 0,0 0 1 0 0,0 1-1 0 0,0 0 0 0 0,-1 0 1 0 0,1 1-1 0 0,-1 1 1 0 0,14 9-1 0 0,-18-10-23 0 0,-1 0 0 0 0,0 0-1 0 0,0 0 1 0 0,0 0 0 0 0,0 1 0 0 0,-1 0 0 0 0,0 0 0 0 0,0 0 0 0 0,-1 0 0 0 0,0 0-1 0 0,0 1 1 0 0,0 0 0 0 0,-1-1 0 0 0,0 1 0 0 0,0 0 0 0 0,-1 0 0 0 0,0 0-1 0 0,0 1 1 0 0,-1 11 0 0 0,0-6 11 0 0,-2 1 0 0 0,0-1 0 0 0,0 1-1 0 0,-6 15 1 0 0,0 4 31 0 0,-1 15 52 0 0,4-19-7 0 0,-12 36-1 0 0,15-59-87 0 0,-27 70 136 0 0,13-46-90 0 0,-8 20 31 0 0,14 0-28 0 0,7-25-42 0 0,-6 16-4 0 0,5-27 1 0 0,1 1 1 0 0,0 0-1 0 0,-1 28 0 0 0,4 290 91 0 0,0-327-108 0 0,0 0 0 0 0,0 0 0 0 0,0 0 1 0 0,1 0-1 0 0,0 0 0 0 0,0 0 0 0 0,1-1 0 0 0,-1 1 0 0 0,1 0 1 0 0,1-1-1 0 0,-1 1 0 0 0,1-1 0 0 0,0 0 0 0 0,0 0 0 0 0,6 9 1 0 0,40 54 426 0 0,-42-58-432 0 0,0 0 0 0 0,-1 0-1 0 0,-1 1 1 0 0,1 0-1 0 0,-2 0 1 0 0,6 19 0 0 0,3 6 24 0 0,5-2 49 0 0,-5 2-35 0 0,-10-23 15 0 0,1-1 0 0 0,11 21 0 0 0,30 28 340 0 0,-41-47-271 0 0,1-4 35 0 0,2-5-66 0 0,-6-5-74 0 0,0 1 0 0 0,0-1 0 0 0,0 1 0 0 0,0-1 1 0 0,-1 1-1 0 0,1-1 0 0 0,0 1 0 0 0,0 0 0 0 0,-1-1 0 0 0,1 1 1 0 0,0 0-1 0 0,-1 0 0 0 0,1 0 0 0 0,0-1 0 0 0,-1 1 0 0 0,1 0 1 0 0,-1 0-1 0 0,0 0 0 0 0,1 0 0 0 0,-1 0 0 0 0,0 0 1 0 0,1 0-1 0 0,-1 0 0 0 0,0 0 0 0 0,0 0 0 0 0,0 1 0 0 0,0-2-5 0 0,0 1 1 0 0,0 0-1 0 0,1-1 0 0 0,-1 1 0 0 0,0-1 0 0 0,0 1 0 0 0,1-1 0 0 0,-1 1 0 0 0,0-1 0 0 0,1 1 0 0 0,-1-1 0 0 0,0 1 1 0 0,1-1-1 0 0,-1 1 0 0 0,1-1 0 0 0,-1 0 0 0 0,0 1 0 0 0,1-1 0 0 0,-1 0 0 0 0,1 1 0 0 0,-1-1 0 0 0,1 0 0 0 0,0 0 1 0 0,-1 0-1 0 0,2 1 0 0 0,23 4 208 0 0,35-3 175 0 0,-50-2-337 0 0,239-5 591 0 0,208 7-192 0 0,-141 39-183 0 0,-69-6-29 0 0,68 7 7 0 0,153 39 294 0 0,-279-46-459 0 0,-168-32-79 0 0,198 28 209 0 0,-79-24-184 0 0,195 13 200 0 0,-240-14-294 0 0,156-10 0 0 0,-213-2 80 0 0,-29 4-4 0 0,1 0 0 0 0,0 1 0 0 0,0 0 0 0 0,0 0 0 0 0,10 2 0 0 0,-7-2-9 0 0,0 1 0 0 0,0 1 0 0 0,0 0 0 0 0,25 6 0 0 0,9 2 0 0 0,370 23 160 0 0,-341-33-159 0 0,125-18-1 0 0,-136 11 12 0 0,73-13 55 0 0,-79 18-74 0 0,-12-1-12 0 0,1 2 1 0 0,-1 3 0 0 0,62 7 0 0 0,-71 4 15 0 0,-29-8 7 0 0,0-1 0 0 0,0 0 0 0 0,15 2 1 0 0,48 3 47 0 0,0-3 0 0 0,111-6 0 0 0,143-29-166 0 0,-197 15 72 0 0,199-18-52 0 0,-253 27 174 0 0,-48 6-80 0 0,26 6 0 0 0,86 6 0 0 0,-83-10 0 0 0,96-7 0 0 0,318-33-13 0 0,-216 25 14 0 0,-87 26 11 0 0,-134-7-12 0 0,-1 1 0 0 0,39 14 0 0 0,7 2 0 0 0,-22-9 40 0 0,101 39 0 0 0,-142-49-28 0 0,0-1 0 0 0,0 0 0 0 0,0-1-1 0 0,1 0 1 0 0,16-1 0 0 0,-7 0-3 0 0,109-3-9 0 0,-55-1 0 0 0,67 2 0 0 0,160 3 0 0 0,-102 26 80 0 0,-181-24-80 0 0,-4 0 0 0 0,-1-1 0 0 0,29 2 0 0 0,33-7-40 0 0,138-20 0 0 0,-15-22-53 0 0,-149 34 39 0 0,-50 8 108 0 0,-4-1-41 0 0,5 6-13 0 0,17-1-13 0 0,533-26 26 0 0,-554 24-13 0 0,84-6 27 0 0,-1 3 0 0 0,119 12-1 0 0,-165-6-42 0 0,-1-2 0 0 0,1-2 0 0 0,0-1 0 0 0,55-11 0 0 0,582-121-224 0 0,-436 72 0 0 0,-225 57 165 0 0,1 0 0 0 0,-2 0 1 0 0,1-2-1 0 0,-1 0 0 0 0,1 0 0 0 0,-2-1 0 0 0,21-16 1 0 0,-24 16-76 0 0,-1 0 1 0 0,1-1 0 0 0,-2 0 0 0 0,1-1-1 0 0,10-16 1 0 0,-17 23 114 0 0,1 0 0 0 0,0 0 0 0 0,0 0 0 0 0,0 0 1 0 0,0 0-1 0 0,1 1 0 0 0,-1-1 0 0 0,1 1 0 0 0,0 0 0 0 0,-1 0 0 0 0,1 0 0 0 0,0 0 1 0 0,5-2-1 0 0,7-5 29 0 0,-15 9 9 0 0,1 0 0 0 0,-1 0 0 0 0,0-1 0 0 0,1 1 0 0 0,-1 0 0 0 0,0 0 0 0 0,1-1 0 0 0,-1 1 0 0 0,0 0 0 0 0,0-1 0 0 0,0 1 0 0 0,1 0 0 0 0,-1-1 0 0 0,0 1 0 0 0,0 0 0 0 0,0-1 0 0 0,1 1 0 0 0,-1 0 0 0 0,0-1 0 0 0,0 1 0 0 0,0 0 0 0 0,0-1 0 0 0,0 1 0 0 0,0-1 0 0 0,0 1 0 0 0,0-1 0 0 0,4-7 63 0 0,0 6-53 0 0,1-1 1 0 0,-1 1-1 0 0,0-1 0 0 0,0-1 1 0 0,0 1-1 0 0,-1 0 1 0 0,1-1-1 0 0,-1 0 0 0 0,0 0 1 0 0,3-5-1 0 0,0-3-14 0 0,-1 0 1 0 0,0 0-1 0 0,-1-1 1 0 0,4-15-1 0 0,-6 17-7 0 0,0 0-1 0 0,-1-1 1 0 0,0 0-1 0 0,-1 1 0 0 0,0-1 1 0 0,0 1-1 0 0,-2-1 0 0 0,-3-18 1 0 0,-13-12-32 0 0,12 21 68 0 0,4 15 4 0 0,0 0 0 0 0,0-1 0 0 0,-1 1 1 0 0,0 0-1 0 0,0 0 0 0 0,-7-10 0 0 0,6 10-25 0 0,1 1 0 0 0,0-1-1 0 0,0 0 1 0 0,0 0 0 0 0,-2-10 0 0 0,-5-10-8 0 0,-8-4 1 0 0,9 0 0 0 0,0 13 3 0 0,7 15 1 0 0,1 0 1 0 0,-1 0-1 0 0,1 0 1 0 0,0 0 0 0 0,0 0-1 0 0,0-1 1 0 0,0 1-1 0 0,0 0 1 0 0,1-1 0 0 0,-1 1-1 0 0,1-1 1 0 0,-1 1-1 0 0,1-3 1 0 0,0 3-7 0 0,0 0 0 0 0,0 1 1 0 0,0-1-1 0 0,-1 0 0 0 0,1 0 0 0 0,0 1 1 0 0,-1-1-1 0 0,1 1 0 0 0,-1-1 0 0 0,0 0 1 0 0,0 1-1 0 0,1-1 0 0 0,-1 1 0 0 0,0 0 0 0 0,0-1 1 0 0,0 1-1 0 0,0 0 0 0 0,-1-1 0 0 0,-1 0 1 0 0,-4-7-31 0 0,-42-54-128 0 0,30 40 13 0 0,-24-38 1 0 0,31 43 140 0 0,-2-1 0 0 0,1 2 0 0 0,-2 0 0 0 0,-25-23 0 0 0,23 22-4 0 0,-6-1 0 0 0,0 0 0 0 0,-1 2 0 0 0,-31-18 0 0 0,21 14 45 0 0,-20-9-17 0 0,-9 1-31 0 0,20-3-67 0 0,12 16 12 0 0,13 8-12 0 0,1-2 1 0 0,-20-13-1 0 0,16 11 17 0 0,-1 0 0 0 0,0 2 0 0 0,-29-10-1 0 0,-10-5-3 0 0,-232-124-267 0 0,284 144 309 0 0,-1 0 0 0 0,0 1-1 0 0,0 0 1 0 0,0 0 0 0 0,-1 1 0 0 0,1 1-1 0 0,-1 0 1 0 0,-11-1 0 0 0,-9 1 9 0 0,-45 3-1 0 0,-7 1-110 0 0,-267-22 47 0 0,256 16 82 0 0,-279-16-84 0 0,354 18 70 0 0,-1-2 1 0 0,1 0-1 0 0,0-1 0 0 0,0-1 0 0 0,-20-10 0 0 0,-47-14 70 0 0,-14 9-45 0 0,-1 5-1 0 0,-126-4 1 0 0,73 8-24 0 0,-188-16-149 0 0,216 22 163 0 0,34 2 29 0 0,-156-26-1 0 0,98-7-32 0 0,52 10 16 0 0,73 21-17 0 0,0 1 0 0 0,1 0 1 0 0,-1 2-1 0 0,-1 1 0 0 0,1 1 1 0 0,0 1-1 0 0,-32 4 0 0 0,-21 13-4 0 0,7 0-14 0 0,-1-4 0 0 0,-79 5 0 0 0,-31-11 100 0 0,123-8-60 0 0,1-2 0 0 0,0-2 0 0 0,-82-18 0 0 0,124 19-22 0 0,0 0 1 0 0,0 0-1 0 0,0-2 1 0 0,1 0-1 0 0,0-1 1 0 0,0 0-1 0 0,1-1 1 0 0,-27-19-1 0 0,35 23 2 0 0,0 0 0 0 0,0 0 0 0 0,0 1 0 0 0,0 0 0 0 0,-1 0 0 0 0,1 1 0 0 0,-1 0 0 0 0,-12-3 0 0 0,-19-5 0 0 0,25 7 0 0 0,0 1 0 0 0,-1 0 0 0 0,1 0 0 0 0,-22 2 0 0 0,-10-2 67 0 0,-9 1-54 0 0,-56 0-13 0 0,41 6 0 0 0,1 4 0 0 0,-70 17 0 0 0,-62 26 14 0 0,121-30 95 0 0,-129 20 1 0 0,179-38-107 0 0,-1-1-1 0 0,1-2 1 0 0,-1-1-1 0 0,0-1 1 0 0,1-1 0 0 0,-1-2-1 0 0,-53-14 1 0 0,-237-86-163 0 0,235 76 133 0 0,-2 3 0 0 0,-163-23 1 0 0,-273 25 92 0 0,454 21-46 0 0,1-3 0 0 0,0-3 0 0 0,-131-33 0 0 0,53 3-43 0 0,-130-29-34 0 0,152 48-9 0 0,112 16 70 0 0,1 1-1 0 0,-1 0 1 0 0,1 1 0 0 0,-1 0 0 0 0,0 1 0 0 0,-18 2 0 0 0,10 2 14 0 0,1 1 0 0 0,-32 12 0 0 0,46-15-19 0 0,-60 18 29 0 0,-21 7-56 0 0,61-18 40 0 0,-1 0 1 0 0,0-2-1 0 0,0 0 1 0 0,-44 4-1 0 0,25-4-8 0 0,19-4-26 0 0,-1 0 0 0 0,-49-3 1 0 0,19 0 6 0 0,-307-17 175 0 0,305 12-161 0 0,-308-8-11 0 0,326 15 36 0 0,-103 8-62 0 0,120-7 48 0 0,0 1 0 0 0,0 2 1 0 0,-43 15-1 0 0,31-9-8 0 0,-53 11 0 0 0,53-14-11 0 0,-60 20 0 0 0,60-17 9 0 0,-18 8 0 0 0,51-18 0 0 0,-1-1 0 0 0,1 1 0 0 0,0 0 0 0 0,0 0 0 0 0,0 0 0 0 0,0 0 0 0 0,0 1 0 0 0,0 0 0 0 0,0-1 0 0 0,1 1 0 0 0,-4 5 0 0 0,-2 9 0 0 0,7-14 0 0 0,0-1 0 0 0,0 1 0 0 0,-1-1 0 0 0,1 0 0 0 0,0 1 0 0 0,-1-1 0 0 0,1 0 0 0 0,-1 0 0 0 0,0 0 0 0 0,0 0 0 0 0,0 0 0 0 0,-3 2 0 0 0,-44 30 0 0 0,45-25 14 0 0,4-8 39 0 0,-5-4-39 0 0,-17 2-28 0 0,7 1-5 0 0,0 0-1 0 0,1 1 1 0 0,-16 4 0 0 0,24-4 32 0 0,1 0 0 0 0,0 1 0 0 0,0 0 0 0 0,0 0 0 0 0,0 0 0 0 0,0 1 1 0 0,1-1-1 0 0,-1 1 0 0 0,1 0 0 0 0,-1 1 0 0 0,-5 5 0 0 0,-17 12 27 0 0,22-18-42 0 0,0 0 1 0 0,0 1 0 0 0,1-1-1 0 0,-1 1 1 0 0,1 0-1 0 0,0 0 1 0 0,0 0-1 0 0,-4 6 1 0 0,8-8-2 0 0,-1-1 1 0 0,1 0 0 0 0,-1 0-1 0 0,1 1 1 0 0,0-1 0 0 0,0 0-1 0 0,0 0 1 0 0,-1 1-1 0 0,1-1 1 0 0,0 0 0 0 0,1 0-1 0 0,-1 1 1 0 0,0-1-1 0 0,0 0 1 0 0,0 0 0 0 0,1 1-1 0 0,-1-1 1 0 0,1 0-1 0 0,-1 0 1 0 0,1 0 0 0 0,-1 0-1 0 0,1 0 1 0 0,0 1-1 0 0,0-1 1 0 0,-1 0 0 0 0,1-1-1 0 0,0 1 1 0 0,0 0-1 0 0,2 2 1 0 0,5 7-100 0 0,-5-4-153 0 0,0-1-1 0 0,0 1 0 0 0,0 0 1 0 0,1-1-1 0 0,0 0 0 0 0,0 0 1 0 0,0 0-1 0 0,1-1 0 0 0,0 1 1 0 0,-1-1-1 0 0,12 7 0 0 0,37 28-4999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2:39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31 576 560 0 0,'-2'1'5187'0'0,"-7"3"-3637"0"0,-5 3-1404 0 0,14-7-111 0 0,-1 1 0 0 0,1-1 0 0 0,-1 1 0 0 0,1-1-1 0 0,-1 1 1 0 0,1-1 0 0 0,0 1 0 0 0,-1-1 0 0 0,1 1 0 0 0,0-1-1 0 0,-1 1 1 0 0,1-1 0 0 0,0 1 0 0 0,0 0 0 0 0,0-1-1 0 0,0 1 1 0 0,-1-1 0 0 0,1 1 0 0 0,0 0 0 0 0,0-1-1 0 0,0 1 1 0 0,0 0 0 0 0,0-1 0 0 0,0 1 0 0 0,1-1 0 0 0,-1 1-1 0 0,0 0 1 0 0,0-1 0 0 0,0 1 0 0 0,0-1 0 0 0,1 1-1 0 0,-1 0 1 0 0,0-1 0 0 0,1 1 0 0 0,-1-1 0 0 0,0 1-1 0 0,1-1 1 0 0,-1 1 0 0 0,1-1 0 0 0,0 1 0 0 0,58 6 298 0 0,-43-4-269 0 0,0-2 0 0 0,0 0 0 0 0,19-1 0 0 0,26 1 67 0 0,-47 1-122 0 0,37 2 73 0 0,56-3 0 0 0,-97 0-72 0 0,39-3 61 0 0,-30-1-31 0 0,1 0 1 0 0,32-11 0 0 0,5-1 90 0 0,-38 7-88 0 0,-1 2-22 0 0,34 3 75 0 0,-42 4-64 0 0,39 2 3 0 0,-37-3-24 0 0,0 1 0 0 0,0 0 0 0 0,-1 0 1 0 0,17 5-1 0 0,45 9 26 0 0,-14-2 30 0 0,1-1-67 0 0,-51-9 0 0 0,0-2 0 0 0,0 1 0 0 0,1-1 0 0 0,-1 0 0 0 0,13-2 0 0 0,12-3 0 0 0,35-11 0 0 0,67-3 0 0 0,-64 11 0 0 0,-50 4 0 0 0,74-6 0 0 0,-88 10 1 0 0,-1 0 0 0 0,1 1 1 0 0,-1-1-1 0 0,14 7 0 0 0,22 4-74 0 0,-39-10 70 0 0,-3-2 5 0 0,1 1 1 0 0,-1-1 0 0 0,0 0 0 0 0,0 0 0 0 0,0 1 0 0 0,1-1-1 0 0,-1 0 1 0 0,0 0 0 0 0,0 0 0 0 0,1 0 0 0 0,-1 0 0 0 0,0-1 0 0 0,0 1-1 0 0,0 0 1 0 0,1-1 0 0 0,-1 1 0 0 0,0 0 0 0 0,0-1 0 0 0,2-1-1 0 0,19-5 11 0 0,-12 4-13 0 0,0 0 0 0 0,-1 0 0 0 0,0-1 0 0 0,1 0 0 0 0,-1 0 0 0 0,-1-1 1 0 0,13-10-1 0 0,-11 7 0 0 0,-1 0 0 0 0,1 1 0 0 0,0-1 1 0 0,22-10-1 0 0,-23 14-2 0 0,0-1 0 0 0,0-1 0 0 0,0 0 0 0 0,-1 0 0 0 0,0 0 0 0 0,12-13-1 0 0,-6-2-56 0 0,-12 18 60 0 0,0-1-1 0 0,1 1 1 0 0,-1-1 0 0 0,1 1 0 0 0,0 0 0 0 0,0 0-1 0 0,4-3 1 0 0,1 0 20 0 0,-7 5-14 0 0,1 0 0 0 0,-1 0 0 0 0,0 0 0 0 0,0 0 0 0 0,0 0 1 0 0,0 0-1 0 0,0 0 0 0 0,0 0 0 0 0,0 0 0 0 0,0-1 0 0 0,0 1 0 0 0,0 0 1 0 0,-1-1-1 0 0,1 1 0 0 0,0-1 0 0 0,-1 1 0 0 0,0-1 0 0 0,1 1 0 0 0,-1-1 1 0 0,0 1-1 0 0,0-1 0 0 0,1 1 0 0 0,-1-1 0 0 0,0 1 0 0 0,-1-1 0 0 0,1-2 1 0 0,0 3-15 0 0,0-1 1 0 0,0 1 0 0 0,1-1 0 0 0,-1 0 0 0 0,-1 1 0 0 0,1-1 0 0 0,0 1 0 0 0,0-1 0 0 0,0 1 0 0 0,-1-1 0 0 0,1 1 0 0 0,-1-1 0 0 0,1 1 0 0 0,-1-1 0 0 0,0 1 0 0 0,0 0 0 0 0,1-1 0 0 0,-1 1 0 0 0,0 0 0 0 0,0 0 0 0 0,0 0 0 0 0,0-1 0 0 0,-1 1 0 0 0,1 0-1 0 0,0 0 1 0 0,0 1 0 0 0,-1-1 0 0 0,-1-1 0 0 0,-2-1 21 0 0,0-4-68 0 0,0 0 40 0 0,3 6 13 0 0,1 1 0 0 0,0 0 0 0 0,0 0 0 0 0,0 0 0 0 0,-1 0 0 0 0,1 0 0 0 0,0-1 0 0 0,0 1 0 0 0,0 0 0 0 0,0-1 0 0 0,0 1 0 0 0,0-1 0 0 0,0 0 0 0 0,0 1 0 0 0,0-1 0 0 0,0 0 0 0 0,0 1 0 0 0,0-1 0 0 0,0 0 0 0 0,0 0 0 0 0,0-1 0 0 0,1 1 0 0 0,0 1 0 0 0,-1-1 0 0 0,1 1 0 0 0,0-1 0 0 0,0 0 0 0 0,0 1 0 0 0,0-1 0 0 0,-1 1 0 0 0,1-1 0 0 0,0 1 0 0 0,0-1 0 0 0,-1 1 0 0 0,1-1 0 0 0,0 1 0 0 0,-1-1 0 0 0,1 1 0 0 0,-1-1 0 0 0,1 1 0 0 0,-1 0 0 0 0,1-1 0 0 0,-1 1 0 0 0,1 0 0 0 0,-1-1 0 0 0,1 1 0 0 0,-1 0 0 0 0,1 0 0 0 0,-1-1 0 0 0,1 1 0 0 0,-1 0 0 0 0,0 0 0 0 0,1 0 0 0 0,-2 0 0 0 0,2 0 2 0 0,-1-1 0 0 0,0 1 0 0 0,0 0 0 0 0,1 0 0 0 0,-1 0-1 0 0,0-1 1 0 0,0 1 0 0 0,1 0 0 0 0,-1-1 0 0 0,0 1 0 0 0,1-1 0 0 0,-1 1 0 0 0,0-1 0 0 0,1 1 0 0 0,-1-1 0 0 0,1 1 0 0 0,-1-1 0 0 0,1 1 0 0 0,-1-1 0 0 0,1 0 0 0 0,-1 1 0 0 0,1-1 0 0 0,0 0 0 0 0,-1 0 0 0 0,1 1 0 0 0,0-1 0 0 0,0 0 0 0 0,-1 0 0 0 0,1 1 0 0 0,0-1 0 0 0,0 0 0 0 0,0 0-1 0 0,0-1 1 0 0,0 1 0 0 0,0 0 1 0 0,0 0-1 0 0,0 0 0 0 0,0 0 0 0 0,-1 0 0 0 0,1 0 0 0 0,0 0 0 0 0,-1 0 0 0 0,1 0 0 0 0,0 0 0 0 0,-1 0 0 0 0,1 0 0 0 0,-1 0 0 0 0,1 1 0 0 0,-1-1 0 0 0,0 0 0 0 0,1 0 0 0 0,-1 0 0 0 0,0 1 0 0 0,0-1 0 0 0,0 0 0 0 0,-1 0 0 0 0,1 0 1 0 0,0 1-1 0 0,1-1 1 0 0,-1 0-1 0 0,0 1 1 0 0,0-1 0 0 0,1 0-1 0 0,-1 0 1 0 0,0 1 0 0 0,1-1-1 0 0,-1 0 1 0 0,0 0-1 0 0,1 0 1 0 0,-1 0 0 0 0,1 0-1 0 0,0 0 1 0 0,-1 0-1 0 0,1 0 1 0 0,0 0 0 0 0,0 0-1 0 0,-1 0 1 0 0,1 0 0 0 0,0-2-1 0 0,0-114 158 0 0,0 116-120 0 0,-5 1-80 0 0,-19 0 27 0 0,-6 1 26 0 0,0 4 54 0 0,24-3-54 0 0,-1 0 0 0 0,1-1 0 0 0,-1 1 0 0 0,0-1 0 0 0,0-1 0 0 0,0 1 0 0 0,1-1 0 0 0,-1 0 0 0 0,0-1 0 0 0,0 0-1 0 0,0 0 1 0 0,-12-4 0 0 0,-4-1-8 0 0,-56-9 129 0 0,20 8-120 0 0,-10-3-2 0 0,14 3 55 0 0,-63-10 93 0 0,50 11-81 0 0,52 6-78 0 0,-43-4 0 0 0,-64-6 92 0 0,59 4-36 0 0,34 4-6 0 0,-44-8 1 0 0,29 5 121 0 0,26 4-120 0 0,-11 0 14 0 0,-62 5-46 0 0,61-1-42 0 0,-33 6-23 0 0,1 3-1 0 0,-62 20 1 0 0,105-25 23 0 0,1 0 0 0 0,-21 12 0 0 0,-3 1-76 0 0,36-18 86 0 0,6-2 11 0 0,0 1 0 0 0,0-1 0 0 0,-1 0 0 0 0,1 0 0 0 0,0 1 0 0 0,0-1 0 0 0,0 1 0 0 0,0-1-1 0 0,0 1 1 0 0,0-1 0 0 0,0 1 0 0 0,0 0 0 0 0,1-1 0 0 0,-1 1 0 0 0,0 0 0 0 0,0 0 0 0 0,0 0-1 0 0,1-1 1 0 0,-1 1 0 0 0,0 0 0 0 0,1 0 0 0 0,-1 0 0 0 0,1 0 0 0 0,-1 0 0 0 0,1 0 0 0 0,0 0-1 0 0,-1 2 1 0 0,1-2 0 0 0,0-1 0 0 0,0 1 0 0 0,0-1 0 0 0,0 1 0 0 0,-1-1 0 0 0,1 1 0 0 0,0-1 0 0 0,0 0 0 0 0,0 1 0 0 0,-1-1 0 0 0,1 1 0 0 0,0-1 0 0 0,0 0 0 0 0,-1 1 0 0 0,1-1 0 0 0,0 0 0 0 0,-1 1 0 0 0,1-1 0 0 0,0 0 0 0 0,-1 1 0 0 0,1-1 0 0 0,-1 0 0 0 0,1 0 0 0 0,-1 1 0 0 0,1-1 0 0 0,0 0 0 0 0,-1 0 0 0 0,1 0 0 0 0,-1 0 0 0 0,0 0 0 0 0,-6 4-1 0 0,2-2-4 0 0,-1 0 1 0 0,1 1-1 0 0,0 0 0 0 0,0 0 1 0 0,0 0-1 0 0,1 0 0 0 0,-1 1 1 0 0,1 0-1 0 0,0 0 0 0 0,0 0 1 0 0,0 0-1 0 0,0 1 0 0 0,-3 6 1 0 0,-3 21-23 0 0,1-15 0 0 0,7-14 29 0 0,0 0 0 0 0,0-1 1 0 0,1 2-1 0 0,-1-1 0 0 0,1 0 0 0 0,0 0 0 0 0,0 0 0 0 0,0 1 0 0 0,0-1 0 0 0,0 0 0 0 0,1 1 0 0 0,-1 3 0 0 0,2 13-3 0 0,0-15 3 0 0,-1 0-1 0 0,1 0 0 0 0,-1 0 1 0 0,-1 0-1 0 0,1 1 1 0 0,-1-1-1 0 0,0 0 1 0 0,0 0-1 0 0,-2 7 0 0 0,-6 3 172 0 0,7-12-130 0 0,0 0 0 0 0,0 0 0 0 0,1 0 1 0 0,-1 0-1 0 0,1 0 0 0 0,-1 0 0 0 0,1 0 0 0 0,0 1 0 0 0,1-1 1 0 0,-1 0-1 0 0,0 1 0 0 0,1 4 0 0 0,-1 5-31 0 0,0-10-19 0 0,1 1 0 0 0,0-1 0 0 0,-1 1 0 0 0,1-1 0 0 0,1 0 0 0 0,-1 1-1 0 0,0-1 1 0 0,1 1 0 0 0,0-1 0 0 0,-1 0 0 0 0,1 0 0 0 0,3 6 0 0 0,45 40 87 0 0,-48-48-81 0 0,-1-1 0 0 0,1 1 1 0 0,-1 0-1 0 0,1-1 0 0 0,-1 1 0 0 0,1 0 0 0 0,-1-1 1 0 0,0 1-1 0 0,1 0 0 0 0,-1 0 0 0 0,0-1 0 0 0,1 1 1 0 0,-1 0-1 0 0,0 0 0 0 0,0 0 0 0 0,0-1 1 0 0,0 1-1 0 0,0 0 0 0 0,0 0 0 0 0,0 1 0 0 0,4 12 5 0 0,0-11-12 0 0,1 0 1 0 0,-1-1-1 0 0,0 1 1 0 0,1-1 0 0 0,0 0-1 0 0,0-1 1 0 0,0 1 0 0 0,-1-1-1 0 0,1 0 1 0 0,0 0-1 0 0,6 0 1 0 0,11 4-11 0 0,70 16 125 0 0,136 14-1 0 0,-31 0-12 0 0,-195-35-121 0 0,0 1 1 0 0,0 0-1 0 0,0-1 1 0 0,0 1-1 0 0,0-1 1 0 0,0 0 0 0 0,0 1-1 0 0,0-1 1 0 0,0 0-1 0 0,0 0 1 0 0,0-1-1 0 0,0 1 1 0 0,3-1-1 0 0,-1 0-109 0 0,-4 1 36 0 0,1-1 0 0 0,-1 1 0 0 0,1 0 0 0 0,-1 0 0 0 0,0-1 0 0 0,0 1 1 0 0,1 0-1 0 0,-1-1 0 0 0,0 1 0 0 0,1 0 0 0 0,-1-1 0 0 0,0 1 0 0 0,0-1 0 0 0,0 1 0 0 0,1 0 0 0 0,-1-1 0 0 0,0 1 1 0 0,0-1-1 0 0,0 1 0 0 0,0-1 0 0 0,0 1 0 0 0,0 0 0 0 0,0-1 0 0 0,0 1 0 0 0,0-1 0 0 0,0 1 0 0 0,0-1 1 0 0,0 1-1 0 0,0-1 0 0 0,0 1 0 0 0,0 0 0 0 0,0-1 0 0 0,-1 1 0 0 0,1-1 0 0 0,0 1 0 0 0,0 0 0 0 0,0-1 0 0 0,-1 1 1 0 0,1-1-1 0 0,0 1 0 0 0,-1 0 0 0 0,1-1 0 0 0,0 1 0 0 0,-1 0 0 0 0,1 0 0 0 0,-1-1 0 0 0,-2-1-295 0 0,-1 0 0 0 0,1 0 0 0 0,-1 0 0 0 0,0 1-1 0 0,1-1 1 0 0,-1 1 0 0 0,-6-1 0 0 0,-69-16-3527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3:41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1151 135 1681 0 0,'-54'-2'3388'0'0,"34"0"-2761"0"0,0 1 0 0 0,0 1 0 0 0,-39 6 0 0 0,-5 12-374 0 0,58-16-242 0 0,-1 0 0 0 0,1 0 0 0 0,0 1 0 0 0,0-1 0 0 0,0 2 0 0 0,0-1 0 0 0,-7 6 0 0 0,-25 13 61 0 0,-105 48 115 0 0,116-57-121 0 0,1 2 1 0 0,-25 18-1 0 0,8-5-105 0 0,13-6 76 0 0,0 1 0 0 0,-28 29 0 0 0,38-33-14 0 0,-94 79 22 0 0,58-52-14 0 0,-71 76-1 0 0,118-110-32 0 0,0 1 0 0 0,0 0 0 0 0,1 1 0 0 0,-8 18 0 0 0,3-7 12 0 0,7-10 1 0 0,1 0-1 0 0,0 1 1 0 0,1-1-1 0 0,0 1 1 0 0,1 0-1 0 0,1 0 0 0 0,1 0 1 0 0,0 0-1 0 0,3 26 1 0 0,-2-20 18 0 0,0-14-29 0 0,1 0-1 0 0,0 0 1 0 0,1 0 0 0 0,0-1 0 0 0,0 1 0 0 0,0 0 0 0 0,1-1 0 0 0,0 0 0 0 0,1 0 0 0 0,6 11-1 0 0,14 33-51 0 0,-17-27 42 0 0,-5-16 11 0 0,0 0 1 0 0,1 0-1 0 0,0 0 1 0 0,1-1-1 0 0,-1 1 1 0 0,8 9-1 0 0,-7-10 9 0 0,0 0-1 0 0,0 1 1 0 0,-1-1 0 0 0,1 1-1 0 0,2 13 1 0 0,3 7-1 0 0,1-6-19 0 0,-8-18 5 0 0,0 1-1 0 0,0-1 0 0 0,0 1 0 0 0,0 0 1 0 0,-1 0-1 0 0,0-1 0 0 0,0 1 1 0 0,0 0-1 0 0,0 6 0 0 0,-1-6 5 0 0,0-1-1 0 0,1 0 0 0 0,0 1 0 0 0,0-1 1 0 0,0 0-1 0 0,0 0 0 0 0,0 0 1 0 0,1 0-1 0 0,0 0 0 0 0,3 5 0 0 0,-3-5-3 0 0,0 0-1 0 0,0 0 1 0 0,-1 0-1 0 0,1 0 1 0 0,-1 0-1 0 0,0 0 1 0 0,0 1-1 0 0,0-1 0 0 0,0 0 1 0 0,-1 6-1 0 0,0 132 593 0 0,1-135-586 0 0,0 1-1 0 0,0 0 0 0 0,0 0 1 0 0,1 0-1 0 0,0-1 0 0 0,5 14 1 0 0,-4-14-7 0 0,0 0-1 0 0,-1 1 1 0 0,0-1 0 0 0,0 1 0 0 0,-1 0 0 0 0,1 13 0 0 0,-2 109 126 0 0,0-125-124 0 0,1 1 1 0 0,0 0-1 0 0,0-1 0 0 0,0 1 0 0 0,1-1 0 0 0,0 1 0 0 0,0-1 1 0 0,3 5-1 0 0,-3-6 4 0 0,0-1 1 0 0,-1 1-1 0 0,1 0 1 0 0,-1 0-1 0 0,0-1 1 0 0,0 1-1 0 0,0 0 0 0 0,0 0 1 0 0,-1 0-1 0 0,1 0 1 0 0,-1 0-1 0 0,0 0 1 0 0,0 0-1 0 0,-1 0 1 0 0,1 0-1 0 0,-2 6 1 0 0,-7 13 24 0 0,6-16-29 0 0,0 1 1 0 0,1-1-1 0 0,0 1 0 0 0,0 0 1 0 0,0 0-1 0 0,0 15 1 0 0,2 171 216 0 0,0-192-212 0 0,0 0-1 0 0,0 0 1 0 0,-1 1 0 0 0,1-1 0 0 0,0 0-1 0 0,-1 0 1 0 0,0 1 0 0 0,1-1-1 0 0,-1 0 1 0 0,0 0 0 0 0,0 0-1 0 0,0 0 1 0 0,-1 0 0 0 0,1 0 0 0 0,0-1-1 0 0,-1 1 1 0 0,-2 2 0 0 0,-4 6-1 0 0,8-9-2 0 0,-1 0 0 0 0,1-1 0 0 0,0 1 0 0 0,-1 0 0 0 0,1 0 0 0 0,0 0 0 0 0,0 0 0 0 0,0 0 0 0 0,-1-1-1 0 0,1 1 1 0 0,0 0 0 0 0,0 0 0 0 0,0 0 0 0 0,0 0 0 0 0,0 0 0 0 0,1 0 0 0 0,-1 0 0 0 0,0 0 0 0 0,0-1 0 0 0,1 1 0 0 0,-1 0-1 0 0,0 0 1 0 0,1 0 0 0 0,-1-1 0 0 0,1 1 0 0 0,-1 0 0 0 0,1 0 0 0 0,-1-1 0 0 0,1 1 0 0 0,0 0 0 0 0,-1-1 0 0 0,1 1 0 0 0,0-1-1 0 0,-1 1 1 0 0,1 0 0 0 0,0-1 0 0 0,0 0 0 0 0,-1 1 0 0 0,3 0 0 0 0,-3-1 2 0 0,1 0 0 0 0,0 0 0 0 0,-1 0 0 0 0,1 1 0 0 0,0-1 0 0 0,-1 0 0 0 0,1 1 1 0 0,-1-1-1 0 0,1 1 0 0 0,-1-1 0 0 0,1 0 0 0 0,-1 1 0 0 0,1-1 0 0 0,-1 1 0 0 0,1-1 0 0 0,-1 1 0 0 0,1 0 0 0 0,-1-1 0 0 0,0 1 0 0 0,1-1 0 0 0,-1 1 1 0 0,0 0-1 0 0,0-1 0 0 0,1 1 0 0 0,-1 0 0 0 0,0-1 0 0 0,0 1 0 0 0,0 0 0 0 0,0-1 0 0 0,0 1 0 0 0,0 0 0 0 0,0-1 0 0 0,0 1 0 0 0,0 0 0 0 0,0 0 1 0 0,0-1-1 0 0,-1 1 0 0 0,1 0 0 0 0,0-1 0 0 0,0 1 0 0 0,-1-1 0 0 0,1 1 0 0 0,0 0 0 0 0,-1-1 0 0 0,0 2 0 0 0,-5 1 26 0 0,5-3-23 0 0,0 1-1 0 0,-1-1 0 0 0,1 1 0 0 0,0 0 1 0 0,0-1-1 0 0,0 1 0 0 0,0 0 0 0 0,0-1 1 0 0,0 1-1 0 0,0 0 0 0 0,0 0 0 0 0,0 0 1 0 0,0 0-1 0 0,1 0 0 0 0,-1 0 0 0 0,0 0 1 0 0,-1 2-1 0 0,3-1-5 0 0,-1-1-1 0 0,1 0 1 0 0,0 0-1 0 0,-1 0 1 0 0,1 0-1 0 0,0 0 1 0 0,0 0-1 0 0,-1-1 1 0 0,1 1-1 0 0,0 0 1 0 0,0 0 0 0 0,0 0-1 0 0,0-1 1 0 0,0 1-1 0 0,0 0 1 0 0,0-1-1 0 0,3 1 1 0 0,3 4 12 0 0,-6-4-7 0 0,-1 0 1 0 0,1 0 0 0 0,-1 0 0 0 0,0 0 0 0 0,1 0 0 0 0,-1 0 0 0 0,0 0-1 0 0,1 0 1 0 0,-1 0 0 0 0,0 0 0 0 0,0 0 0 0 0,0 0 0 0 0,0 0-1 0 0,0 0 1 0 0,0 0 0 0 0,0 0 0 0 0,0 0 0 0 0,-1 0 0 0 0,1 0-1 0 0,0-1 1 0 0,-1 1 0 0 0,1 0 0 0 0,0 0 0 0 0,-1 0 0 0 0,1 0-1 0 0,-1 0 1 0 0,1 0 0 0 0,-1 0 0 0 0,0-1 0 0 0,1 1 0 0 0,-1 0 0 0 0,0-1-1 0 0,0 1 1 0 0,1 0 0 0 0,-1-1 0 0 0,-2 2 0 0 0,2-1-1 0 0,-1 0-1 0 0,1 0 1 0 0,0 1 0 0 0,0-1 0 0 0,0 0-1 0 0,-1 1 1 0 0,1-1 0 0 0,1 1 0 0 0,-1 0-1 0 0,0-1 1 0 0,0 1 0 0 0,0-1 0 0 0,1 1-1 0 0,-1 0 1 0 0,0 3 0 0 0,1 62-69 0 0,0-66 67 0 0,0 0 0 0 0,1 0 0 0 0,-1 0 0 0 0,0 0 0 0 0,0 0 0 0 0,0 0 0 0 0,1 0 0 0 0,-1 0 0 0 0,0 0 0 0 0,1 0 0 0 0,-1 0 0 0 0,1-1 0 0 0,-1 1 0 0 0,1 0 0 0 0,0 0 0 0 0,-1 0 0 0 0,1 0 0 0 0,0-1-1 0 0,-1 1 1 0 0,1 0 0 0 0,0-1 0 0 0,0 1 0 0 0,0 0 0 0 0,0-1 0 0 0,0 1 0 0 0,1 0 0 0 0,-1-1 1 0 0,-1 0-1 0 0,1 1 1 0 0,0-1-1 0 0,0 1 1 0 0,0-1-1 0 0,0 1 1 0 0,-1-1 0 0 0,1 1-1 0 0,0 0 1 0 0,-1-1-1 0 0,1 1 1 0 0,0 0-1 0 0,-1 0 1 0 0,1 0 0 0 0,-1-1-1 0 0,1 1 1 0 0,-1 0-1 0 0,0 0 1 0 0,1 0-1 0 0,-1 0 1 0 0,0 0-1 0 0,1 0 1 0 0,-1 0 0 0 0,0 0-1 0 0,0 2 1 0 0,0-2 4 0 0,1 0 0 0 0,-1 1 0 0 0,1-1 0 0 0,0 0 0 0 0,-1 0 0 0 0,1 1 0 0 0,0-1 0 0 0,0 0-1 0 0,0 0 1 0 0,0 0 0 0 0,0 0 0 0 0,0 0 0 0 0,0 0 0 0 0,0 0 0 0 0,0 0 0 0 0,0 0 0 0 0,0-1 0 0 0,1 1 0 0 0,-1 0 0 0 0,0-1 0 0 0,0 1 0 0 0,1-1 0 0 0,1 1 0 0 0,2 1 9 0 0,20 10-12 0 0,-17-9 0 0 0,0 1 0 0 0,0-1 0 0 0,-1 1 0 0 0,1 1 0 0 0,12 10-1 0 0,-17-12 11 0 0,0 0-1 0 0,0-1 0 0 0,0 1 0 0 0,0-1 0 0 0,1 1 0 0 0,-1-1 0 0 0,1 0 1 0 0,0 0-1 0 0,0 0 0 0 0,-1-1 0 0 0,9 2 0 0 0,-4 0-24 0 0,-1 0-1 0 0,1 0 1 0 0,13 8-1 0 0,-6-3 5 0 0,1 0-1 0 0,-1-1 0 0 0,27 7 0 0 0,13 6 63 0 0,-39-15-21 0 0,0 0-1 0 0,0 0 1 0 0,1-2 0 0 0,-1 0 0 0 0,23 1 0 0 0,92-3 90 0 0,-27-1-48 0 0,310 35 99 0 0,-378-34-71 0 0,0-1 1 0 0,45-6-1 0 0,74-1 34 0 0,60-5-19 0 0,-194 9-98 0 0,-1-2-1 0 0,0 0 0 0 0,26-11 1 0 0,-39 14-13 0 0,16-7 48 0 0,35-18 0 0 0,-17 6-15 0 0,-11 9-24 0 0,-2-1 1 0 0,0-2-1 0 0,-1-1 0 0 0,-1-1 0 0 0,0-2 1 0 0,42-37-1 0 0,-10-2 98 0 0,121-91 1 0 0,-163 134-138 0 0,1 0 0 0 0,-2-1 0 0 0,0-1 0 0 0,-1 0 0 0 0,21-35 0 0 0,0 2-19 0 0,-32 45 44 0 0,1 0 0 0 0,-1 1 0 0 0,0-1 0 0 0,-1 0 0 0 0,1-1 0 0 0,-1 1-1 0 0,0 0 1 0 0,0-1 0 0 0,-1 1 0 0 0,1-1 0 0 0,-1 0 0 0 0,0 1 0 0 0,-1-12 0 0 0,1 10 18 0 0,-1 0 0 0 0,1 1 0 0 0,0-1 1 0 0,1 1-1 0 0,-1-1 0 0 0,1 1 0 0 0,5-11 0 0 0,3-10 28 0 0,0-14-67 0 0,-5 22-9 0 0,0 0 0 0 0,10-22 1 0 0,74-186 81 0 0,-83 209-81 0 0,0-1-1 0 0,-1 1 1 0 0,-1-2-1 0 0,0 1 1 0 0,-2 0 0 0 0,0-1-1 0 0,-2-30 1 0 0,2 5-167 0 0,-1 31 99 0 0,0-1-1 0 0,-1 0 1 0 0,0 1-1 0 0,-2-1 1 0 0,-5-28-1 0 0,-13-1 151 0 0,15 27-20 0 0,4 13-36 0 0,-1 1 1 0 0,1-1-1 0 0,0 0 1 0 0,-1 1-1 0 0,0-1 0 0 0,0 1 1 0 0,0-1-1 0 0,0 1 1 0 0,-1 0-1 0 0,1 0 0 0 0,-1 0 1 0 0,-3-3-1 0 0,-113-99 69 0 0,115 101-66 0 0,-1 0-1 0 0,1 0 1 0 0,0-1 0 0 0,0 1 0 0 0,-4-7 0 0 0,5 6 8 0 0,0 1-1 0 0,0 0 1 0 0,-1 0 0 0 0,0 0 0 0 0,1 0 0 0 0,-6-3 0 0 0,0 1-1 0 0,0 0 1 0 0,1-1 0 0 0,-1 0 0 0 0,1-1 0 0 0,1 0 0 0 0,0 0 0 0 0,0-1 0 0 0,-8-12 0 0 0,-15-41-143 0 0,24 50 125 0 0,5 10 13 0 0,0-1 0 0 0,0 1 0 0 0,0 0 0 0 0,-1-1 1 0 0,1 1-1 0 0,-1 0 0 0 0,1 0 0 0 0,-1 0 0 0 0,0 0 1 0 0,0 0-1 0 0,0 0 0 0 0,0 1 0 0 0,0-1 0 0 0,-4-1 0 0 0,-1-1 4 0 0,6 3-8 0 0,-1 0 1 0 0,1 1-1 0 0,0-1 0 0 0,-1 1 0 0 0,1-1 0 0 0,0 0 1 0 0,0 0-1 0 0,0 0 0 0 0,0 0 0 0 0,-1 0 1 0 0,1 0-1 0 0,1 0 0 0 0,-1 0 0 0 0,0 0 1 0 0,0-1-1 0 0,0 1 0 0 0,1 0 0 0 0,-1-1 1 0 0,0 1-1 0 0,1 0 0 0 0,-1-1 0 0 0,1 1 1 0 0,-1-2-1 0 0,1 2 0 0 0,-1-1-1 0 0,1 1 1 0 0,-1 0 0 0 0,0 0-1 0 0,0 0 1 0 0,1 0 0 0 0,-1 0-1 0 0,0 0 1 0 0,0 0 0 0 0,0 1-1 0 0,0-1 1 0 0,0 0 0 0 0,0 0 0 0 0,0 1-1 0 0,0-1 1 0 0,-1 1 0 0 0,1-1-1 0 0,0 1 1 0 0,0-1 0 0 0,0 1-1 0 0,-1 0 1 0 0,1-1 0 0 0,0 1-1 0 0,-2 0 1 0 0,0-1-6 0 0,-24-12-50 0 0,23 11 55 0 0,1 0-1 0 0,-1 0 1 0 0,0 1-1 0 0,0-1 1 0 0,0 1-1 0 0,-6-2 1 0 0,-7-1 1 0 0,0-2 0 0 0,-22-10 0 0 0,24 10 0 0 0,10 4 0 0 0,1-1 0 0 0,0 1 0 0 0,1-1 0 0 0,-1 1 0 0 0,0-1 0 0 0,-4-5 0 0 0,-20-13 0 0 0,4 9-2 0 0,16 9 12 0 0,1-1 0 0 0,-1 1-1 0 0,1-2 1 0 0,0 1 0 0 0,0-1 0 0 0,-9-7 0 0 0,6-2 3 0 0,9 11-13 0 0,-1 1 0 0 0,0-1 0 0 0,0 1 0 0 0,0 0 0 0 0,0 0 0 0 0,-1 0 0 0 0,1 0 0 0 0,0 0 0 0 0,-4-2 0 0 0,-25-14 16 0 0,22 14-5 0 0,0-2 0 0 0,1 1-1 0 0,-1-1 1 0 0,1 0-1 0 0,-12-12 1 0 0,1 6-11 0 0,17 12 0 0 0,0-1 0 0 0,-1 0 0 0 0,1-1 0 0 0,0 1 0 0 0,-1 0 0 0 0,1 0 0 0 0,0-1 0 0 0,0 0 0 0 0,0 1 0 0 0,0-1 0 0 0,0 0 0 0 0,1 0 0 0 0,-1 0 0 0 0,1 0 0 0 0,-1 0 0 0 0,-1-4 0 0 0,3 5 1 0 0,0 1 0 0 0,-1-1 0 0 0,1 0 1 0 0,0 1-1 0 0,0-1 0 0 0,0 0 0 0 0,0 1 1 0 0,-1-1-1 0 0,1 0 0 0 0,0 1 0 0 0,-1-1 0 0 0,1 1 1 0 0,0-1-1 0 0,-1 1 0 0 0,1-1 0 0 0,-1 1 0 0 0,1-1 1 0 0,-1 1-1 0 0,1-1 0 0 0,-1 1 0 0 0,1 0 0 0 0,-1-1 1 0 0,1 1-1 0 0,-1 0 0 0 0,0-1 0 0 0,1 1 1 0 0,-1 0-1 0 0,0 0 0 0 0,1-1 0 0 0,-1 1 0 0 0,-1 0 1 0 0,2 0-1 0 0,-1 0 0 0 0,0 0 0 0 0,0 0 1 0 0,1-1-1 0 0,-1 1 0 0 0,0 0 0 0 0,1 0 1 0 0,-1-1-1 0 0,0 1 0 0 0,1 0 0 0 0,-1-1 1 0 0,1 1-1 0 0,-1-1 0 0 0,0 1 0 0 0,1-1 1 0 0,-1 1-1 0 0,1-1 0 0 0,-1 1 0 0 0,1-1 1 0 0,0 1-1 0 0,-1-1 0 0 0,1 0 0 0 0,0 1 1 0 0,-1-1-1 0 0,1 0 0 0 0,0 1 0 0 0,0-1 1 0 0,-1 0-1 0 0,1 0 0 0 0,0 1 0 0 0,0-1 1 0 0,0-1-1 0 0,0 2 0 0 0,0-1-1 0 0,0 1 1 0 0,0-1 0 0 0,0 0 0 0 0,0 1 0 0 0,-1-1-1 0 0,1 1 1 0 0,0-1 0 0 0,0 1 0 0 0,-1-1-1 0 0,1 1 1 0 0,0-1 0 0 0,0 1 0 0 0,-1-1-1 0 0,1 1 1 0 0,-1-1 0 0 0,1 1 0 0 0,0-1-1 0 0,-1 1 1 0 0,1 0 0 0 0,-1-1 0 0 0,1 1-1 0 0,-1-1 1 0 0,1 1 0 0 0,-1 0 0 0 0,1 0 0 0 0,-1-1-1 0 0,0 1 1 0 0,1 0 0 0 0,-1 0 0 0 0,0 0-1 0 0,0 0 2 0 0,1 0-1 0 0,-1-1 0 0 0,1 1 1 0 0,-1 0-1 0 0,0 0 0 0 0,1 0 1 0 0,-1 0-1 0 0,1-1 0 0 0,0 1 1 0 0,-1 0-1 0 0,1-1 0 0 0,-1 1 1 0 0,1 0-1 0 0,-1-1 0 0 0,1 1 0 0 0,0 0 1 0 0,-1-1-1 0 0,1 1 0 0 0,0-1 1 0 0,-1 1-1 0 0,1 0 0 0 0,0-1 1 0 0,-1 1-1 0 0,1-1 0 0 0,0 1 1 0 0,0-1-1 0 0,0 1 0 0 0,0-1 1 0 0,-1 1-1 0 0,1-1 0 0 0,0 0 1 0 0,0 0-2 0 0,0 0 1 0 0,1 1-1 0 0,-1-1 1 0 0,0 0-1 0 0,0 1 1 0 0,0-1-1 0 0,1 0 1 0 0,-1 1-1 0 0,0-1 1 0 0,1 0-1 0 0,-1 1 1 0 0,1-1-1 0 0,-1 1 1 0 0,0-1-1 0 0,1 1 1 0 0,-1-1-1 0 0,1 1 1 0 0,0-1-1 0 0,-1 1 1 0 0,1-1-1 0 0,-1 1 1 0 0,1 0-1 0 0,0-1 1 0 0,0 1-1 0 0,0-1-2 0 0,0 1-1 0 0,0 0 1 0 0,-1-1-1 0 0,1 1 0 0 0,0-1 1 0 0,-1 1-1 0 0,1 0 1 0 0,0-1-1 0 0,-1 0 1 0 0,1 1-1 0 0,-1-1 1 0 0,1 1-1 0 0,-1-1 1 0 0,1 0-1 0 0,-1 1 1 0 0,1-1-1 0 0,-1 0 1 0 0,0 1-1 0 0,1-1 0 0 0,-1 0 1 0 0,0 0-1 0 0,0 0 1 0 0,1 1-1 0 0,-1-1 1 0 0,0-1-1 0 0,0 1 3 0 0,0 1-1 0 0,0-1 1 0 0,0 0-1 0 0,0 1 1 0 0,1-1-1 0 0,-1 0 1 0 0,0 1-1 0 0,0-1 1 0 0,0 1-1 0 0,1-1 1 0 0,-1 1-1 0 0,0-1 1 0 0,1 1-1 0 0,-1-1 1 0 0,1 1-1 0 0,-1-1 1 0 0,0 1-1 0 0,1-1 1 0 0,-1 1-1 0 0,1-1 1 0 0,-1 1-1 0 0,1 0 1 0 0,0-1-1 0 0,-1 1 1 0 0,1 0-1 0 0,-1 0 1 0 0,1-1-1 0 0,-1 1 1 0 0,1 0-1 0 0,0 0 1 0 0,-1 0-1 0 0,2 0 1 0 0,-1-1 0 0 0,-1 1 0 0 0,1 0 0 0 0,0 0 0 0 0,0 0 0 0 0,-1 0 0 0 0,1-1 0 0 0,0 1 0 0 0,-1 0 0 0 0,1-1 1 0 0,0 1-1 0 0,-1 0 0 0 0,1-1 0 0 0,-1 1 0 0 0,1-1 0 0 0,-1 1 0 0 0,1-1 0 0 0,-1 1 0 0 0,1-1 0 0 0,-1 1 1 0 0,1-1-1 0 0,-1 0 0 0 0,1 1 0 0 0,-1-1 0 0 0,0 0 0 0 0,1 1 0 0 0,-1-1 0 0 0,0 0 0 0 0,0 1 0 0 0,0-1 1 0 0,0 0-1 0 0,1 0 0 0 0,-1 1 0 0 0,0-2 0 0 0,0 0 0 0 0,1 0 0 0 0,0 0 0 0 0,-1 0 0 0 0,1 0 0 0 0,0 0 0 0 0,1 0 0 0 0,-1 0 0 0 0,0 1 0 0 0,0-1 0 0 0,1 0 0 0 0,-1 1 0 0 0,1-1 0 0 0,-1 1 0 0 0,1-1 0 0 0,0 1 0 0 0,0 0 0 0 0,-1 0 0 0 0,1 0 0 0 0,0 0 0 0 0,3-1 0 0 0,18-15 0 0 0,-14 1 0 0 0,-7 14 0 0 0,-1-1 0 0 0,0 1 0 0 0,1 0 0 0 0,0 0 0 0 0,-1 0 0 0 0,1 0 0 0 0,0 0 0 0 0,0 0 0 0 0,0 0 0 0 0,0 0 0 0 0,4-2 0 0 0,-4 3 0 0 0,5-3 11 0 0,1-1 0 0 0,-1 0 0 0 0,1-1 0 0 0,-1 1 1 0 0,9-11-1 0 0,-14 12-9 0 0,1 0-1 0 0,0 0 1 0 0,0 0 0 0 0,0 0 0 0 0,1 1 0 0 0,5-5 0 0 0,-7 6-2 0 0,-1 2 0 0 0,-1-1 0 0 0,1 1-1 0 0,-1-1 1 0 0,0 1 0 0 0,1-1 0 0 0,-1 1 0 0 0,0-1 0 0 0,1 1 0 0 0,-1-1-1 0 0,0 0 1 0 0,0 1 0 0 0,0-1 0 0 0,1 1 0 0 0,-1-1 0 0 0,0 0-1 0 0,0 1 1 0 0,0-1 0 0 0,0 1 0 0 0,0-1 0 0 0,0-1 0 0 0,0 2 0 0 0,0-1 1 0 0,-1 1-1 0 0,1 0 1 0 0,0-1-1 0 0,0 1 1 0 0,0-1 0 0 0,0 1-1 0 0,0-1 1 0 0,1 1-1 0 0,-1-1 1 0 0,0 1-1 0 0,0 0 1 0 0,0-1-1 0 0,0 1 1 0 0,0-1 0 0 0,1 1-1 0 0,-1-1 1 0 0,0 1-1 0 0,0 0 1 0 0,1-1-1 0 0,-1 1 1 0 0,0 0-1 0 0,1-1 1 0 0,-1 1 0 0 0,0 0-1 0 0,1 0 1 0 0,-1-1-1 0 0,0 1 1 0 0,1-1-1 0 0,1 1 9 0 0,0 0-6 0 0,-1 0-1 0 0,1 0 1 0 0,-1-1 0 0 0,0 1 0 0 0,1 0 0 0 0,-1-1-1 0 0,0 1 1 0 0,1-1 0 0 0,-1 0 0 0 0,0 1 0 0 0,1-1-1 0 0,-1 0 1 0 0,0 0 0 0 0,0 1 0 0 0,2-3 0 0 0,-8 2-57 0 0,-3-1 60 0 0,-1 0 0 0 0,1 0 0 0 0,0-1 0 0 0,0 0 0 0 0,0 0 0 0 0,0-1 0 0 0,1 0 0 0 0,-8-5 0 0 0,-44-41 87 0 0,54 48-93 0 0,4-5 0 0 0,2-28 0 0 0,-3 27 2 0 0,4 6-7 0 0,23-7 88 0 0,-25 9-82 0 0,0 0 0 0 0,0 0 1 0 0,1 0-1 0 0,-1 0 0 0 0,0 0 0 0 0,0-1 0 0 0,1 1 1 0 0,-1 0-1 0 0,0 0 0 0 0,0 0 0 0 0,0 0 0 0 0,1 0 1 0 0,-1 0-1 0 0,0-1 0 0 0,0 1 0 0 0,0 0 0 0 0,1 0 1 0 0,-1 0-1 0 0,0-1 0 0 0,0 1 0 0 0,0 0 0 0 0,0 0 1 0 0,0 0-1 0 0,0-1 0 0 0,1 1 0 0 0,-1 0 0 0 0,0 0 0 0 0,0-1 1 0 0,0 1-1 0 0,0 0 0 0 0,0 0 0 0 0,0-1 0 0 0,0 1 1 0 0,0 0-1 0 0,0 0 0 0 0,0-1 0 0 0,0 1 0 0 0,0 0 1 0 0,0 0-1 0 0,0-1 0 0 0,0 1 0 0 0,0 0 0 0 0,-1 0 1 0 0,1-1-1 0 0,0 1 0 0 0,0 0 0 0 0,0 0 0 0 0,0 0 1 0 0,0-1-1 0 0,0 1 0 0 0,-1 0 0 0 0,1 0 0 0 0,0 0 1 0 0,0-1-1 0 0,0 1 0 0 0,-1 0 0 0 0,1 0 0 0 0,0 0 1 0 0,0 0-1 0 0,-1 0 0 0 0,1 0 0 0 0,0 0 0 0 0,0-1 0 0 0,0 1 1 0 0,-1 0-1 0 0,1 0 0 0 0,-11-4 3 0 0,1-1 0 0 0,0-1 0 0 0,-12-8 0 0 0,13 8 2 0 0,0 0 1 0 0,-1 1-1 0 0,1 0 0 0 0,-1 0 1 0 0,-1 1-1 0 0,1 0 0 0 0,-13-2 1 0 0,-20-4 6 0 0,-115-23 67 0 0,115 28 60 0 0,0 2 0 0 0,-1 2 0 0 0,-63 6 0 0 0,36 1 40 0 0,28-4-85 0 0,0 3 0 0 0,1 1 1 0 0,-50 14-1 0 0,17 5 38 0 0,1 3 0 0 0,-132 71 1 0 0,194-92-133 0 0,-1 1-54 0 0,-1 0-1 0 0,0-1 0 0 0,-22 7 0 0 0,35-14 21 0 0,1 0 0 0 0,-1 0 0 0 0,0 0-1 0 0,1 0 1 0 0,-1 0 0 0 0,0 0 0 0 0,1 0-1 0 0,-1 0 1 0 0,0 1 0 0 0,1-1 0 0 0,-1 0-1 0 0,0 0 1 0 0,1 1 0 0 0,-1-1 0 0 0,1 0-1 0 0,-1 1 1 0 0,0-1 0 0 0,1 1 0 0 0,-1-1-1 0 0,1 1 1 0 0,-1-1 0 0 0,1 1 0 0 0,0-1-1 0 0,-1 1 1 0 0,1-1 0 0 0,-1 1 0 0 0,1 0-1 0 0,0-1 1 0 0,0 1 0 0 0,-1 0 0 0 0,19 11-1358 0 0,11 5-83 0 0,0 6-1220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3:58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1296 3 240 0 0,'-25'5'1894'0'0,"19"-1"243"0"0,2 0-1753 0 0,-45 9 1884 0 0,49-13-2262 0 0,-1 0 0 0 0,1 0 0 0 0,0 0 0 0 0,0 0 0 0 0,0 0-1 0 0,-1 0 1 0 0,1 0 0 0 0,0 0 0 0 0,0 0 0 0 0,0 0 0 0 0,0 0 0 0 0,-1 1 0 0 0,1-1 0 0 0,0 0-1 0 0,0 0 1 0 0,0 0 0 0 0,0 0 0 0 0,-1 0 0 0 0,1 1 0 0 0,0-1 0 0 0,0 0 0 0 0,0 0 0 0 0,0 0-1 0 0,0 1 1 0 0,0-1 0 0 0,0 0 0 0 0,0 0 0 0 0,0 0 0 0 0,-1 1 0 0 0,1-1 0 0 0,0 0 0 0 0,0 0-1 0 0,0 0 1 0 0,0 1 0 0 0,0-1 0 0 0,0 0 0 0 0,0 0 0 0 0,1 1 0 0 0,-1-1 1 0 0,0 0 0 0 0,0 1 0 0 0,0-1-1 0 0,0 0 1 0 0,0 0 0 0 0,0 0 0 0 0,0 1 0 0 0,0-1 0 0 0,0 0 0 0 0,0 0 0 0 0,0 1 0 0 0,0-1 0 0 0,-1 0 0 0 0,1 0 0 0 0,0 0-1 0 0,0 1 1 0 0,0-1 0 0 0,0 0 0 0 0,0 0 0 0 0,0 0 0 0 0,0 1 0 0 0,-1-1 0 0 0,1 0 0 0 0,0 0 0 0 0,0 0 0 0 0,0 0 0 0 0,-1 1 0 0 0,1-1-1 0 0,0 0 1 0 0,0 0 0 0 0,0 0 0 0 0,-1 0 0 0 0,1 0 0 0 0,0 0 0 0 0,0 0 0 0 0,0 0 0 0 0,-1 0 0 0 0,1 0 0 0 0,0 0 0 0 0,0 1-1 0 0,-1-2 1 0 0,0 2 6 0 0,0-2-7 0 0,0 1 1 0 0,0 0 0 0 0,0 0-1 0 0,0 1 1 0 0,0-1 0 0 0,-1 0 0 0 0,1 0-1 0 0,0 0 1 0 0,0 1 0 0 0,0-1 0 0 0,0 1-1 0 0,0-1 1 0 0,0 1 0 0 0,0-1-1 0 0,0 1 1 0 0,0 0 0 0 0,0-1 0 0 0,0 1-1 0 0,0 0 1 0 0,0 0 0 0 0,-1 1-1 0 0,1 0 9 0 0,0-1-1 0 0,-1 1 0 0 0,1-1 0 0 0,-1 0 0 0 0,0 1 0 0 0,1-1 0 0 0,-1 0 0 0 0,0 0 0 0 0,0 0 0 0 0,0 0 0 0 0,0 0 0 0 0,1-1 1 0 0,-1 1-1 0 0,0 0 0 0 0,0-1 0 0 0,-1 0 0 0 0,-1 1 0 0 0,1-1 25 0 0,2 0-28 0 0,0 0 0 0 0,0-1 0 0 0,0 1 0 0 0,0 0 0 0 0,0 0 1 0 0,0 0-1 0 0,0 0 0 0 0,0 1 0 0 0,0-1 0 0 0,0 0 0 0 0,1 0 1 0 0,-1 1-1 0 0,0-1 0 0 0,0 0 0 0 0,0 1 0 0 0,0-1 1 0 0,0 1-1 0 0,0-1 0 0 0,1 1 0 0 0,-1-1 0 0 0,0 1 0 0 0,0 0 1 0 0,0 0-1 0 0,-4 0 149 0 0,-14 1-9 0 0,14-2-109 0 0,-1 1-1 0 0,1-1 1 0 0,0 0-1 0 0,-1 0 1 0 0,-7-2-1 0 0,-11 2 39 0 0,-15 4 66 0 0,-49-3 1 0 0,72-1-120 0 0,2 1 10 0 0,-6-3 20 0 0,-30-16 23 0 0,20 11-14 0 0,25 2-52 0 0,1 4 26 0 0,-3 2-47 0 0,-41-3 40 0 0,40 1-33 0 0,-1-1 1 0 0,1 2-1 0 0,-1-1 0 0 0,1 1 0 0 0,0 1 0 0 0,-11 1 0 0 0,4 0 13 0 0,10-2-2 0 0,-1 0 1 0 0,1 1-1 0 0,0 0 1 0 0,0 0 0 0 0,-9 3-1 0 0,-10 1-14 0 0,-65 8 83 0 0,65-12-66 0 0,14-1 39 0 0,-50 0 27 0 0,11 1-147 0 0,49-1 67 0 0,0 0 0 0 0,0 0 0 0 0,0 0 0 0 0,0 1 0 0 0,0-1 0 0 0,0 0 0 0 0,1 0 0 0 0,-1 0 0 0 0,0 0 0 0 0,0 0 0 0 0,0 0 0 0 0,0 0 0 0 0,0 0 0 0 0,0 0 0 0 0,0 1 0 0 0,0-1 0 0 0,0 0 0 0 0,0 0 0 0 0,0 0 0 0 0,0 0 0 0 0,0 0 0 0 0,0 0 0 0 0,0 0 0 0 0,0 0 0 0 0,0 1 0 0 0,0-1 0 0 0,0 0 0 0 0,0 0 0 0 0,0 0 0 0 0,0 0 0 0 0,0 0 0 0 0,0 0 0 0 0,0 0 0 0 0,0 0 0 0 0,0 0 0 0 0,-1 1 0 0 0,1-1 0 0 0,0 0 0 0 0,0 0 0 0 0,0 0 0 0 0,0 0 0 0 0,6 3 0 0 0,-16 0 0 0 0,8-3 0 0 0,1 0 0 0 0,-1 0 0 0 0,0 0 0 0 0,1 0 0 0 0,-1 1 0 0 0,1-1 0 0 0,-1 0 0 0 0,1 1 0 0 0,-1 0 0 0 0,1-1 0 0 0,-1 1 0 0 0,1 0 0 0 0,-1 0 0 0 0,1 0 0 0 0,0-1 0 0 0,-1 2 0 0 0,1-1 0 0 0,0 0 0 0 0,-2 2 0 0 0,1-1-5 0 0,-1 0 0 0 0,1 0 0 0 0,-1 0-1 0 0,0 0 1 0 0,1 0 0 0 0,-1-1-1 0 0,0 1 1 0 0,0-1 0 0 0,-1 0 0 0 0,1 0-1 0 0,0 0 1 0 0,-5 1 0 0 0,-3 2 7 0 0,-5 4-8 0 0,1 0 1 0 0,0 2 0 0 0,0-1-1 0 0,-18 18 1 0 0,14-15-48 0 0,18-12 52 0 0,1 0 0 0 0,-1 0 1 0 0,1 1-1 0 0,-1-1 1 0 0,1 0-1 0 0,0 1 0 0 0,-1-1 1 0 0,1 0-1 0 0,0 1 1 0 0,-1-1-1 0 0,1 1 0 0 0,0-1 1 0 0,-1 1-1 0 0,1-1 1 0 0,0 0-1 0 0,0 1 0 0 0,0-1 1 0 0,-1 1-1 0 0,1-1 1 0 0,0 1-1 0 0,0-1 0 0 0,0 1 1 0 0,0 0-1 0 0,2 3 2 0 0,-2-3 1 0 0,0 0-1 0 0,0 0 1 0 0,0 0 0 0 0,0 0-1 0 0,0-1 1 0 0,0 1-1 0 0,0 0 1 0 0,0 0-1 0 0,0 0 1 0 0,0 0-1 0 0,0 0 1 0 0,-1 0-1 0 0,1 0 1 0 0,0 0 0 0 0,-1 0-1 0 0,1 0 1 0 0,0 0-1 0 0,-1 0 1 0 0,1-1-1 0 0,-1 1 1 0 0,0 0-1 0 0,1 0 1 0 0,-1-1-1 0 0,0 1 1 0 0,1 0 0 0 0,-1-1-1 0 0,0 1 1 0 0,0 0-1 0 0,0-1 1 0 0,1 1-1 0 0,-1-1 1 0 0,0 0-1 0 0,0 1 1 0 0,0-1-1 0 0,0 0 1 0 0,-2 1-1 0 0,-3 1 22 0 0,5-1-19 0 0,1-1-1 0 0,-1 0 0 0 0,1 1 0 0 0,-1-1 0 0 0,1 1 0 0 0,-1-1 0 0 0,1 0 1 0 0,0 1-1 0 0,-1 0 0 0 0,1-1 0 0 0,0 1 0 0 0,-1-1 0 0 0,1 1 0 0 0,0-1 1 0 0,0 1-1 0 0,-1 0 0 0 0,1-1 0 0 0,0 1 0 0 0,0-1 0 0 0,0 1 0 0 0,0 0 1 0 0,0-1-1 0 0,0 1 0 0 0,0 0 0 0 0,-3 9-15 0 0,-19 4-36 0 0,19-12 44 0 0,0-1 0 0 0,0 1 0 0 0,0 0 0 0 0,0 0 0 0 0,0 0 0 0 0,1 0 0 0 0,-5 5 0 0 0,-23 46-49 0 0,28-47 53 0 0,0 0 0 0 0,1 0 0 0 0,0 0 0 0 0,0-1 1 0 0,0 1-1 0 0,1 1 0 0 0,0-1 0 0 0,0 0 0 0 0,2 10 1 0 0,-1 2-17 0 0,-1-11 17 0 0,0-3 5 0 0,0 0-1 0 0,0 0 1 0 0,0 0-1 0 0,0 0 0 0 0,1 0 1 0 0,0 0-1 0 0,1 3 0 0 0,-1-5-2 0 0,0 0-1 0 0,0 0 1 0 0,0-1-1 0 0,1 1 0 0 0,-1 0 1 0 0,1-1-1 0 0,0 1 1 0 0,-1-1-1 0 0,1 0 0 0 0,0 1 1 0 0,0-1-1 0 0,-1 0 1 0 0,1 0-1 0 0,3 1 0 0 0,4 2-10 0 0,1 1 0 0 0,-1 0-1 0 0,0 1 1 0 0,0 0 0 0 0,-1 1-1 0 0,0-1 1 0 0,14 16 0 0 0,-15-10-3 0 0,-7-10 12 0 0,1 0-1 0 0,0-1 1 0 0,0 1-1 0 0,0 0 1 0 0,0-1-1 0 0,1 1 1 0 0,-1-1-1 0 0,0 0 1 0 0,1 1 0 0 0,-1-1-1 0 0,1 0 1 0 0,-1 0-1 0 0,1 0 1 0 0,-1 0-1 0 0,1 0 1 0 0,0 0 0 0 0,-1 0-1 0 0,3 0 1 0 0,0 1 4 0 0,-1 0 0 0 0,1 0 1 0 0,-1 1-1 0 0,0-1 0 0 0,0 1 0 0 0,0 0 1 0 0,0-1-1 0 0,0 1 0 0 0,-1 0 0 0 0,1 1 1 0 0,-1-1-1 0 0,2 5 0 0 0,20 23-20 0 0,-17-25 4 0 0,-1 1 0 0 0,1-1 0 0 0,0 0 0 0 0,1-1-1 0 0,11 7 1 0 0,15 13-55 0 0,11-12 82 0 0,0-3 1 0 0,0-2 0 0 0,47 4-1 0 0,62 3-96 0 0,48 7 0 0 0,-7 5 2 0 0,-110-14 117 0 0,128 5 0 0 0,-153-17-40 0 0,-32 1 35 0 0,37-4 0 0 0,-4 0-19 0 0,-46 3-16 0 0,0-2 1 0 0,1 0 0 0 0,25-4-1 0 0,38-7-37 0 0,-64 11 33 0 0,1-1 1 0 0,0 0-1 0 0,-1-1 0 0 0,1-1 1 0 0,-1 0-1 0 0,0-1 1 0 0,0-1-1 0 0,19-10 0 0 0,15 1 72 0 0,-38 7-54 0 0,-9 7-13 0 0,-1 0 0 0 0,1 0 0 0 0,0 0 0 0 0,-1 0 0 0 0,1 0 0 0 0,0 1 0 0 0,0-1 0 0 0,-1 0 0 0 0,1 1 0 0 0,0-1 0 0 0,3 0 0 0 0,0 1 0 0 0,-4 0 0 0 0,0 0 0 0 0,0 0 0 0 0,0 0 0 0 0,0 0 0 0 0,1 0 0 0 0,-1 0 0 0 0,0 0 0 0 0,0-1 0 0 0,-1 1 0 0 0,1 0 0 0 0,0-1 0 0 0,0 1 0 0 0,0 0 0 0 0,0-1 0 0 0,0 1 0 0 0,0-1 0 0 0,0 1 0 0 0,0-1 0 0 0,-1 0 0 0 0,1 1 0 0 0,0-1 0 0 0,0 0 0 0 0,-1 0 0 0 0,1 1 0 0 0,-1-1 0 0 0,2-1 0 0 0,-2 0 1 0 0,1 1-1 0 0,0 0 0 0 0,-1 0 0 0 0,1 0 1 0 0,0 0-1 0 0,0 0 0 0 0,0 0 0 0 0,0 1 1 0 0,0-1-1 0 0,0 0 0 0 0,0 0 0 0 0,0 1 1 0 0,0-1-1 0 0,0 1 0 0 0,1-1 1 0 0,-1 1-1 0 0,0-1 0 0 0,0 1 0 0 0,0 0 1 0 0,1-1-1 0 0,0 1 0 0 0,4-2 8 0 0,117-62 117 0 0,-68 33-90 0 0,-44 24-25 0 0,-1 0 1 0 0,0-1 0 0 0,-1 0-1 0 0,11-11 1 0 0,14-12 2 0 0,15-6-13 0 0,-48 37 1 0 0,-1 0 0 0 0,0 0 0 0 0,1-1-1 0 0,-1 1 1 0 0,1 0 0 0 0,-1-1 0 0 0,0 1-1 0 0,1 0 1 0 0,-1-1 0 0 0,0 1 0 0 0,0-1-1 0 0,1 1 1 0 0,-1-1 0 0 0,0 1 0 0 0,0 0-1 0 0,0-1 1 0 0,0 1 0 0 0,1-1 0 0 0,-1 1 0 0 0,0-1-1 0 0,0 1 1 0 0,0-1 0 0 0,0 1 0 0 0,0-1-1 0 0,0 1 1 0 0,0-1 0 0 0,0 1 0 0 0,0-1-1 0 0,-1 1 1 0 0,1-2 0 0 0,0 2 0 0 0,0 0 0 0 0,0-1 0 0 0,-1 1 0 0 0,1 0 1 0 0,0-1-1 0 0,0 1 0 0 0,0-1 0 0 0,0 1 0 0 0,0 0 1 0 0,0-1-1 0 0,0 1 0 0 0,0 0 0 0 0,0-1 0 0 0,0 1 0 0 0,0-1 1 0 0,1 1-1 0 0,-1 0 0 0 0,0-1 0 0 0,0 1 0 0 0,0 0 0 0 0,0-1 1 0 0,1 1-1 0 0,-1 0 0 0 0,0-1 0 0 0,0 1 0 0 0,0 0 0 0 0,1-1 1 0 0,-1 1-1 0 0,0 0 0 0 0,1 0 0 0 0,-1-1 0 0 0,0 1 0 0 0,1 0 1 0 0,-1 0-1 0 0,0 0 0 0 0,1-1 0 0 0,4 0 11 0 0,-4 1-12 0 0,0 0 0 0 0,0 0 0 0 0,0 0 0 0 0,-1-1 0 0 0,1 1 0 0 0,0 0 0 0 0,0 0 0 0 0,0-1 1 0 0,-1 1-1 0 0,1 0 0 0 0,0-1 0 0 0,0 1 0 0 0,-1-1 0 0 0,1 1 0 0 0,0-1 0 0 0,0 1 0 0 0,-1-1 0 0 0,1 0 0 0 0,-1 1 0 0 0,1-1 0 0 0,-1 0 0 0 0,1 1 0 0 0,-1-1 0 0 0,1 0 0 0 0,-1 0 0 0 0,0 1 0 0 0,1-1 0 0 0,-1 0 0 0 0,0 0 0 0 0,0 0 0 0 0,1-1 0 0 0,-1 2 0 0 0,0-1 0 0 0,0 1 0 0 0,0-1 0 0 0,0 0 0 0 0,0 1 0 0 0,0-1 0 0 0,0 0 0 0 0,0 1 0 0 0,1-1 0 0 0,-1 1 0 0 0,0-1 0 0 0,0 0 0 0 0,1 1 0 0 0,-1-1 0 0 0,0 1 0 0 0,1-1 0 0 0,-1 1 0 0 0,1-1 0 0 0,-1 1 0 0 0,0-1 0 0 0,1 1 0 0 0,-1 0 0 0 0,1-1 0 0 0,-1 1 0 0 0,1 0 0 0 0,0-1 0 0 0,-1 1 0 0 0,1 0 0 0 0,-1 0 0 0 0,1-1 0 0 0,-1 1 0 0 0,1 0 0 0 0,0 0 0 0 0,-1 0 0 0 0,1 0 0 0 0,1 0 0 0 0,-2 0 0 0 0,1 0 0 0 0,0 0 0 0 0,-1 0 0 0 0,1-1 0 0 0,-1 1 0 0 0,1 0 0 0 0,0 0 0 0 0,-1 0 0 0 0,1 0 0 0 0,-1-1 0 0 0,1 1 0 0 0,-1 0 0 0 0,1-1 0 0 0,0 1 0 0 0,-1 0 0 0 0,0-1 0 0 0,1 1 0 0 0,-1-1 0 0 0,1 1 0 0 0,-1-1 0 0 0,1 1 0 0 0,-1-1 0 0 0,0 1 0 0 0,1-1 0 0 0,-1 1 0 0 0,0-1 0 0 0,0 1 0 0 0,1-1 0 0 0,-1 0 0 0 0,0 1 0 0 0,0-1 0 0 0,0 1 0 0 0,0-1 0 0 0,0 0 0 0 0,0 1 0 0 0,0-2 0 0 0,0-71 0 0 0,0 72 0 0 0,0 0 0 0 0,0 0 0 0 0,0 0 0 0 0,0 0 0 0 0,0 0 0 0 0,-1 0 0 0 0,1 0 0 0 0,-1 0 0 0 0,1 0 0 0 0,0 0 0 0 0,-1 0 0 0 0,0 0 0 0 0,1 0 0 0 0,-1 0 0 0 0,1 0 0 0 0,-1 1 0 0 0,0-1 0 0 0,0 0 0 0 0,1 1 0 0 0,-1-1 0 0 0,0 0 0 0 0,0 1 0 0 0,0-1 0 0 0,0 1 0 0 0,0-1 0 0 0,-1 1 0 0 0,-6-6 0 0 0,1-1 1 0 0,1-1 6 0 0,0 1-1 0 0,-1 1 1 0 0,1-1 0 0 0,-2 1-1 0 0,1 0 1 0 0,-1 1-1 0 0,1 0 1 0 0,-1 0 0 0 0,-16-6-1 0 0,-29-16 73 0 0,39 19-47 0 0,0 1 1 0 0,0 0-1 0 0,-1 1 0 0 0,-28-7 0 0 0,26 10-22 0 0,14 2-8 0 0,-1 1-1 0 0,0-1 1 0 0,1 0-1 0 0,-1 0 1 0 0,0 0-1 0 0,1-1 1 0 0,-1 1-1 0 0,1-1 1 0 0,0 0-1 0 0,-4-2 1 0 0,-6-2 15 0 0,0 0-1 0 0,0 1 1 0 0,-18-4 0 0 0,-8-4-4 0 0,-20-13 120 0 0,55 18-117 0 0,4 7-14 0 0,0 1 0 0 0,0 0 0 0 0,0-1 0 0 0,0 1 0 0 0,0-1 0 0 0,0 1 1 0 0,0 0-1 0 0,0-1 0 0 0,0 1 0 0 0,0 0 0 0 0,-1-1 0 0 0,1 1 0 0 0,0 0 0 0 0,0-1 0 0 0,0 1 0 0 0,-1 0 0 0 0,1-1 0 0 0,0 1 1 0 0,0 0-1 0 0,-1-1 0 0 0,1 1 0 0 0,0 0 0 0 0,0 0 0 0 0,-1 0 0 0 0,1-1 0 0 0,0 1 0 0 0,-1 0 0 0 0,1 0 0 0 0,0 0 0 0 0,-1-1 0 0 0,-5-1-5 0 0,-8-4 30 0 0,-1 1 1 0 0,1 1-1 0 0,-21-4 1 0 0,-24-10 52 0 0,-1 3-14 0 0,42 9-39 0 0,-1 2 0 0 0,-27-4 0 0 0,-13-7 40 0 0,-2 2-53 0 0,47 9-12 0 0,0 1 1 0 0,0 0-1 0 0,-1 1 1 0 0,-15-1-1 0 0,-177-2 105 0 0,199 5-224 0 0,7-1 82 0 0,1 1 0 0 0,-1 0-1 0 0,0 0 1 0 0,1-1-1 0 0,-1 1 1 0 0,1 0 0 0 0,-1 0-1 0 0,0 0 1 0 0,1 0 0 0 0,-1 0-1 0 0,0 0 1 0 0,1 0 0 0 0,-1 0-1 0 0,0 0 1 0 0,1 0 0 0 0,-1 0-1 0 0,0 1 1 0 0,1-1 0 0 0,-1 0-1 0 0,1 0 1 0 0,-1 1 0 0 0,0-1-1 0 0,1 0 1 0 0,-1 1 0 0 0,1-1-1 0 0,-1 0 1 0 0,1 1-1 0 0,-1-1 1 0 0,1 1 0 0 0,-1-1-1 0 0,1 1 1 0 0,0-1 0 0 0,-1 1-1 0 0,1-1 1 0 0,0 1 0 0 0,-1 0-1 0 0,1-1 1 0 0,0 1 0 0 0,0-1-1 0 0,-1 1 1 0 0,1 0 0 0 0,0-1-1 0 0,0 1 1 0 0,0 1 0 0 0,5 5-2673 0 0,20 5-841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4:00.6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250 169 560 0 0,'0'-1'169'0'0,"0"0"-1"0"0,0 0 1 0 0,0 0-1 0 0,0 0 1 0 0,0 1-1 0 0,0-1 1 0 0,0 0-1 0 0,0 0 1 0 0,1 0-1 0 0,-1 0 1 0 0,0 1-1 0 0,1-1 1 0 0,-1 0 0 0 0,0 0-1 0 0,1 1 1 0 0,-1-1-1 0 0,1 0 1 0 0,-1 1-1 0 0,1-1 1 0 0,0 0-1 0 0,-1 1 1 0 0,1-1-1 0 0,-1 1 1 0 0,1-1-1 0 0,0 1 1 0 0,0-1-1 0 0,-1 1 1 0 0,1-1-1 0 0,0 1 1 0 0,0 0-1 0 0,-1 0 1 0 0,1-1-1 0 0,0 1 1 0 0,2 0-1 0 0,13-8 1404 0 0,-2-1-843 0 0,-2 1-381 0 0,0 0 0 0 0,1 0 0 0 0,25-9 0 0 0,194-59-1 0 0,-214 72-282 0 0,-1 1-1 0 0,1 1 1 0 0,0 0-1 0 0,0 1 1 0 0,0 1-1 0 0,0 0 0 0 0,-1 2 1 0 0,1 0-1 0 0,0 1 1 0 0,-1 0-1 0 0,30 11 1 0 0,-11-5 0 0 0,-24-6-55 0 0,-1-1 0 0 0,0 1 0 0 0,0 1 1 0 0,0 0-1 0 0,0 1 0 0 0,-1 0 0 0 0,16 9 1 0 0,-6-2-100 0 0,-18-12 79 0 0,0 1-1 0 0,0 0 0 0 0,0 0 0 0 0,0 0 0 0 0,0 0 1 0 0,0 0-1 0 0,0 0 0 0 0,0 0 0 0 0,0 1 1 0 0,0-1-1 0 0,-1 1 0 0 0,1 0 0 0 0,-1-1 0 0 0,1 1 1 0 0,-1 0-1 0 0,1 0 0 0 0,-1 0 0 0 0,0 0 1 0 0,0 0-1 0 0,0 0 0 0 0,0 0 0 0 0,0 0 1 0 0,0 3-1 0 0,-1-1 20 0 0,0-1 0 0 0,-1 1 0 0 0,1-1 0 0 0,-1 0 0 0 0,0 1 0 0 0,0-1 0 0 0,0 0 0 0 0,0 0 0 0 0,0 0 0 0 0,-1 0 0 0 0,0 0 0 0 0,1 0 0 0 0,-1 0 0 0 0,0 0 0 0 0,0 0 0 0 0,-1-1 0 0 0,-2 3 0 0 0,-1 0 38 0 0,0 0 0 0 0,-1 0 0 0 0,1-1 0 0 0,-1 0 1 0 0,0 0-1 0 0,0-1 0 0 0,-9 4 0 0 0,-13 1 194 0 0,0 0 0 0 0,-58 7 0 0 0,69-12-196 0 0,-6 0 53 0 0,0-2-1 0 0,-1 0 1 0 0,1-1-1 0 0,0-2 1 0 0,-26-4-1 0 0,38 5-28 0 0,7 0-38 0 0,-18-4 176 0 0,23 4-189 0 0,-1 1 0 0 0,1-1 0 0 0,-1 0 1 0 0,1 1-1 0 0,-1-1 0 0 0,1 0 1 0 0,-1 1-1 0 0,1-1 0 0 0,-1 0 0 0 0,1 0 1 0 0,0 0-1 0 0,-1 1 0 0 0,1-1 1 0 0,0 0-1 0 0,0 0 0 0 0,0 0 0 0 0,0 0 1 0 0,0 0-1 0 0,0 1 0 0 0,0-1 1 0 0,0-2-1 0 0,1 3-17 0 0,0-1-1 0 0,-1 0 1 0 0,1 1-1 0 0,0-1 1 0 0,0 0 0 0 0,0 1-1 0 0,0-1 1 0 0,0 1-1 0 0,0 0 1 0 0,0-1 0 0 0,0 1-1 0 0,0 0 1 0 0,1 0 0 0 0,-1-1-1 0 0,0 1 1 0 0,0 0-1 0 0,0 0 1 0 0,0 0 0 0 0,0 0-1 0 0,0 1 1 0 0,0-1-1 0 0,2 1 1 0 0,1-1-2 0 0,52-2 1 0 0,-1 4 0 0 0,106 15 0 0 0,-122-10-18 0 0,1 2 1 0 0,44 17-1 0 0,-65-20 10 0 0,-1 2 1 0 0,-1 0-1 0 0,1 1 0 0 0,-2 1 1 0 0,1 0-1 0 0,25 22 1 0 0,-37-27-7 0 0,0 0 0 0 0,-1 0 0 0 0,0 0 0 0 0,0 0 0 0 0,4 8 0 0 0,-7-12 9 0 0,0 0 0 0 0,0 0 0 0 0,0 1 0 0 0,-1-1 0 0 0,1 1 1 0 0,-1-1-1 0 0,1 0 0 0 0,-1 1 0 0 0,1-1 0 0 0,-1 1 0 0 0,0-1 0 0 0,0 1 0 0 0,1-1 0 0 0,-1 1 0 0 0,0 0 0 0 0,-1-1 0 0 0,1 1 0 0 0,0-1 0 0 0,0 1 0 0 0,-1-1 0 0 0,1 1 0 0 0,-1-1 0 0 0,1 0 1 0 0,-1 1-1 0 0,1-1 0 0 0,-1 1 0 0 0,0-1 0 0 0,-1 2 0 0 0,-8 4 52 0 0,-1 0 0 0 0,1-1-1 0 0,-1-1 1 0 0,-1 1 0 0 0,1-2 0 0 0,-1 1 0 0 0,-22 4 0 0 0,26-7 18 0 0,-75 18 655 0 0,-163 19 0 0 0,171-30-519 0 0,10-1-42 0 0,-423 45 522 0 0,405-51-1054 0 0,79-2 172 0 0,-1 0 1 0 0,0 0 0 0 0,1 0 0 0 0,-1-1 0 0 0,1 0 0 0 0,-1 0-1 0 0,-5-2 1 0 0,9 2 103 0 0,0 1-1 0 0,0 0 0 0 0,0-1 0 0 0,1 0 0 0 0,-1 1 1 0 0,0-1-1 0 0,0 1 0 0 0,0-1 0 0 0,0 0 0 0 0,1 0 1 0 0,-1 1-1 0 0,0-1 0 0 0,1 0 0 0 0,-1 0 0 0 0,0 0 1 0 0,1 0-1 0 0,-1 0 0 0 0,1 0 0 0 0,0 0 0 0 0,-1-2 1 0 0,1 0-221 0 0,0-1 0 0 0,1 1 1 0 0,-1 0-1 0 0,1-1 0 0 0,0 1 1 0 0,0-1-1 0 0,0 1 0 0 0,0 0 1 0 0,1 0-1 0 0,-1 0 0 0 0,1 0 1 0 0,0 0-1 0 0,0 0 1 0 0,0 0-1 0 0,4-3 0 0 0,48-59-6445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4:05.4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1502 274 1521 0 0,'-55'-37'4789'0'0,"55"37"-4748"0"0,-1-1 0 0 0,0 1 0 0 0,0-1 0 0 0,0 0 0 0 0,0 1 1 0 0,0 0-1 0 0,1-1 0 0 0,-1 1 0 0 0,0 0 0 0 0,0-1 1 0 0,0 1-1 0 0,0 0 0 0 0,0 0 0 0 0,0 0 0 0 0,0 0 1 0 0,0 0-1 0 0,0 0 0 0 0,0 0 0 0 0,0 0 0 0 0,0 0 0 0 0,0 0 1 0 0,0 1-1 0 0,0-1 0 0 0,-1 1 0 0 0,-3 0 77 0 0,-5 6 375 0 0,-108 6 775 0 0,-7 0-818 0 0,48-7-260 0 0,21-1-74 0 0,1-1 20 0 0,-61 12-1 0 0,19-3 42 0 0,76-12-101 0 0,-1 2 0 0 0,1 0-1 0 0,-31 10 1 0 0,7-2 87 0 0,38-10-148 0 0,-1 0-1 0 0,1 1 0 0 0,-1 0 0 0 0,1 0 0 0 0,-1 0 0 0 0,1 1 1 0 0,0 1-1 0 0,0-1 0 0 0,1 1 0 0 0,-1 0 0 0 0,-7 6 0 0 0,8-4-23 0 0,-1-1 0 0 0,0 0 0 0 0,0 0-1 0 0,-10 5 1 0 0,11-7 2 0 0,0 0 1 0 0,1 1-1 0 0,-1-1 0 0 0,1 1 1 0 0,0 1-1 0 0,-6 5 0 0 0,-2 8 7 0 0,-8 8 0 0 0,17-23 0 0 0,1 0 0 0 0,-1 1 0 0 0,1-1 0 0 0,0 1 0 0 0,1 0 0 0 0,-4 5 0 0 0,2-2 0 0 0,-1 0 0 0 0,1 0 0 0 0,-1 0 0 0 0,-1 0 1 0 0,1-1-1 0 0,-1 0 0 0 0,-10 8 0 0 0,-52 36-34 0 0,39-30-13 0 0,23-15 47 0 0,1 1 0 0 0,0-1-1 0 0,0 1 1 0 0,0 0 0 0 0,1 0 0 0 0,0 1 0 0 0,0-1 0 0 0,0 1-1 0 0,-4 13 1 0 0,-1-1 15 0 0,7-15-17 0 0,1 0-1 0 0,0 0 1 0 0,0 0-1 0 0,0 0 0 0 0,0 0 1 0 0,1 0-1 0 0,0 0 1 0 0,-1 1-1 0 0,2-1 1 0 0,0 7-1 0 0,0 11-49 0 0,0-12 50 0 0,0-1 0 0 0,0 1-1 0 0,1-1 1 0 0,1 1 0 0 0,0-1-1 0 0,4 9 1 0 0,-1 1-8 0 0,-5-17 6 0 0,0 1 1 0 0,-1 0 0 0 0,1-1 0 0 0,-1 1 0 0 0,0 0 0 0 0,0 0 0 0 0,0-1-1 0 0,0 1 1 0 0,0 0 0 0 0,0-1 0 0 0,-1 1 0 0 0,0 0 0 0 0,1 0-1 0 0,-1-1 1 0 0,0 1 0 0 0,0-1 0 0 0,0 1 0 0 0,-1-1 0 0 0,1 1 0 0 0,-3 1-1 0 0,2 0 6 0 0,1-1-1 0 0,-1 0 0 0 0,0 0 0 0 0,1 1 0 0 0,-1-1 0 0 0,1 1 1 0 0,0-1-1 0 0,0 1 0 0 0,1 0 0 0 0,-1 5 0 0 0,1-5 8 0 0,-1-1-1 0 0,1 1 1 0 0,-1-1-1 0 0,1 1 1 0 0,-1-1-1 0 0,0 0 1 0 0,0 1 0 0 0,-1-1-1 0 0,1 0 1 0 0,-1 0-1 0 0,1 0 1 0 0,-5 6-1 0 0,-2 4 15 0 0,-31 63-10 0 0,-11 0 54 0 0,40-48-67 0 0,0-15-28 0 0,9-12 30 0 0,-1 0 0 0 0,1 1 0 0 0,0-1 1 0 0,0 0-1 0 0,0 1 0 0 0,0-1 0 0 0,0 1 0 0 0,0-1 0 0 0,0 1 1 0 0,0 0-1 0 0,1-1 0 0 0,-1 1 0 0 0,1 0 0 0 0,-1-1 0 0 0,1 1 1 0 0,0 0-1 0 0,0 0 0 0 0,0 3 0 0 0,-1 8 45 0 0,0-9-49 0 0,1 0-1 0 0,-1-1 0 0 0,1 1 0 0 0,0 0 0 0 0,1 0 0 0 0,-1 0 1 0 0,1-1-1 0 0,-1 1 0 0 0,1 0 0 0 0,0 0 0 0 0,2 5 0 0 0,5 2 25 0 0,-6-9-7 0 0,0 1 0 0 0,0-1-1 0 0,-1 1 1 0 0,1-1-1 0 0,-1 1 1 0 0,0 0 0 0 0,1-1-1 0 0,-1 1 1 0 0,0 0 0 0 0,-1 0-1 0 0,1 0 1 0 0,-1 0-1 0 0,1 3 1 0 0,-1-5-9 0 0,0 1 0 0 0,0-1 0 0 0,1 0 0 0 0,-1 1 1 0 0,0-1-1 0 0,0 0 0 0 0,1 0 0 0 0,-1 1 0 0 0,1-1 0 0 0,-1 0 0 0 0,1 0 0 0 0,-1 0 0 0 0,1 0 0 0 0,0 0 0 0 0,0 0 0 0 0,0 0 0 0 0,-1 0 1 0 0,1 0-1 0 0,0 0 0 0 0,0 0 0 0 0,0 0 0 0 0,0-1 0 0 0,3 2 0 0 0,4 5 8 0 0,2 7-1 0 0,-8-11 5 0 0,0 0 1 0 0,1 0-1 0 0,0 0 0 0 0,-1 0 1 0 0,1-1-1 0 0,0 1 1 0 0,3 2-1 0 0,16 9 62 0 0,-1 0 0 0 0,2-2 0 0 0,-1 0 0 0 0,2-2 0 0 0,42 14 0 0 0,77 26 174 0 0,-124-44-231 0 0,-1 1 1 0 0,19 11-1 0 0,13 6 40 0 0,-31-17-49 0 0,1 0-1 0 0,-1-2 0 0 0,1 0 0 0 0,0-1 1 0 0,1-1-1 0 0,34 0 0 0 0,132-9 387 0 0,-139 3-266 0 0,356-27-80 0 0,-192 12 239 0 0,-123 3 27 0 0,-68 11-243 0 0,0 0 0 0 0,28-9 0 0 0,8-3 12 0 0,-11 5-7 0 0,0-3-1 0 0,0-1 1 0 0,74-37-1 0 0,119-81 399 0 0,-95 49-352 0 0,-131 77-120 0 0,-1 0 0 0 0,1-1 0 0 0,-1-1 0 0 0,-1 0 0 0 0,0 0 0 0 0,0-1 0 0 0,-1-1 0 0 0,0 1 0 0 0,10-17 0 0 0,-11 16-23 0 0,0 1 0 0 0,19-17 0 0 0,5-8 34 0 0,-31 32-10 0 0,0 0 1 0 0,-1 0 0 0 0,1 0 0 0 0,-1-1-1 0 0,0 1 1 0 0,0-1 0 0 0,0-3 0 0 0,3-8 32 0 0,4-9 7 0 0,-4 16-28 0 0,-1-1 1 0 0,-1 1-1 0 0,1-1 1 0 0,-2 0 0 0 0,1 0-1 0 0,0-14 1 0 0,-2-1 72 0 0,1 14-23 0 0,-1 0 0 0 0,0 1 0 0 0,0-1 0 0 0,-1 0 0 0 0,-4-15 0 0 0,-15-21 262 0 0,10-5 321 0 0,-9-7 80 0 0,12 33-475 0 0,5 14-186 0 0,0 1-1 0 0,-1 0 0 0 0,-1 0 1 0 0,0 0-1 0 0,-9-16 0 0 0,5 14-43 0 0,1 0 0 0 0,0 0 0 0 0,1-1 0 0 0,0 1 0 0 0,1-1 0 0 0,0-1 0 0 0,1 1 0 0 0,1-1-1 0 0,0 1 1 0 0,1-1 0 0 0,-1-19 0 0 0,3-110 425 0 0,0 140-457 0 0,0-1 0 0 0,-1 1 0 0 0,1 0 1 0 0,-1 0-1 0 0,0 0 0 0 0,0 0 0 0 0,0-1 0 0 0,0 1 1 0 0,0 0-1 0 0,-1 1 0 0 0,1-1 0 0 0,-4-5 1 0 0,3 5-2 0 0,0 1 1 0 0,1-1-1 0 0,-1 1 1 0 0,1-1 0 0 0,-1 0-1 0 0,1 0 1 0 0,0 0 0 0 0,1 1-1 0 0,-1-1 1 0 0,0 0-1 0 0,1 0 1 0 0,-1-6 0 0 0,1 7 6 0 0,1 0 1 0 0,-1 0-1 0 0,0-1 1 0 0,0 1-1 0 0,-1 0 1 0 0,1 0-1 0 0,0 0 1 0 0,-1 0-1 0 0,1 0 1 0 0,-1 0-1 0 0,0-1 1 0 0,0 1-1 0 0,0 0 1 0 0,0 1-1 0 0,0-1 1 0 0,0 0-1 0 0,0 0 1 0 0,-3-3-1 0 0,0 3-1 0 0,0 0 0 0 0,0 0-1 0 0,-1 0 1 0 0,1 0 0 0 0,0 1-1 0 0,-1 0 1 0 0,1-1 0 0 0,-5 1-1 0 0,6 0-2 0 0,-38-9 71 0 0,15 3-62 0 0,0 2-1 0 0,-39-4 1 0 0,-365-32-10 0 0,165 14-9 0 0,259 26 11 0 0,-132-16 13 0 0,129 15-7 0 0,-1 1 91 0 0,-30 3-467 0 0,54-2 212 0 0,-28 0-124 0 0,9-2-569 0 0,5 1 814 0 0,0 1-1 0 0,0 0 1 0 0,0 0 0 0 0,0 0 0 0 0,0 0 0 0 0,0-1-1 0 0,0 1 1 0 0,0 0 0 0 0,0 0 0 0 0,0 0 0 0 0,0 0-1 0 0,0 0 1 0 0,0-1 0 0 0,0 1 0 0 0,0 0 0 0 0,0 0 0 0 0,0 0-1 0 0,0 0 1 0 0,0-1 0 0 0,0 1 0 0 0,0 0 0 0 0,0 0-1 0 0,-1 0 1 0 0,1 0 0 0 0,0 0 0 0 0,0 0 0 0 0,0-1-1 0 0,0 1 1 0 0,0 0 0 0 0,0 0 0 0 0,-1 0 0 0 0,1 0 0 0 0,0 0-1 0 0,0 0 1 0 0,0 0 0 0 0,0 0 0 0 0,0 0 0 0 0,-1 0-1 0 0,1 0 1 0 0,0 0 0 0 0,0 0 0 0 0,0 0 0 0 0,0 0-1 0 0,-1 0 1 0 0,1 0 0 0 0,0 0 0 0 0,0 0 0 0 0,0 0 0 0 0,0 0-1 0 0,-1 0 1 0 0,-62-8-5765 0 0,-11-2-321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2:47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90 144 1521 0 0,'0'-1'161'0'0,"0"1"0"0"0,0-1 0 0 0,0 0 0 0 0,0 1 0 0 0,0-1 0 0 0,0 1 0 0 0,0-1 0 0 0,0 1 0 0 0,0-1 0 0 0,0 1 0 0 0,0-1 0 0 0,0 1 0 0 0,0-1 0 0 0,-1 1 0 0 0,1-1 0 0 0,0 1 0 0 0,0-1 0 0 0,-1 1 0 0 0,1-1 0 0 0,0 1 0 0 0,-1-1 0 0 0,1 1 0 0 0,0 0 0 0 0,-1-1 0 0 0,1 1 0 0 0,0 0 0 0 0,-1-1 0 0 0,1 1 0 0 0,-1 0 0 0 0,1-1 0 0 0,-1 1 0 0 0,1 0 0 0 0,-1 0 0 0 0,1 0 0 0 0,-1-1 0 0 0,1 1 0 0 0,-1 0 0 0 0,1 0 0 0 0,-1 0 0 0 0,1 0 0 0 0,-1 0 0 0 0,1 0 0 0 0,-1 0 1 0 0,-1 0-1 0 0,-13-3 730 0 0,-14 3-224 0 0,29 33-507 0 0,0-9-150 0 0,1-14 0 0 0,0-1 0 0 0,-1 1 0 0 0,0-1 0 0 0,-1 1 0 0 0,0-1 0 0 0,-4 17 0 0 0,-7-8-10 0 0,11-16 0 0 0,-1-1 0 0 0,1 1 0 0 0,0 0 0 0 0,0 0 0 0 0,0 0 0 0 0,0 0 0 0 0,0 0 0 0 0,0 0 0 0 0,0 0 0 0 0,1 0 0 0 0,-1 0 0 0 0,1 0 0 0 0,-1 0 0 0 0,1 4 0 0 0,0 66-54 0 0,1-71 58 0 0,0 0-1 0 0,0 0 0 0 0,0 0 0 0 0,0-1 0 0 0,0 1 0 0 0,1 0 1 0 0,-1 0-1 0 0,0-1 0 0 0,1 1 0 0 0,-1-1 0 0 0,0 1 0 0 0,1-1 1 0 0,-1 0-1 0 0,0 1 0 0 0,3-1 0 0 0,-1 1 0 0 0,-2-1-6 0 0,1 1 1 0 0,0-1-1 0 0,0 1 1 0 0,0 0-1 0 0,0 0 1 0 0,-1 0-1 0 0,1 0 1 0 0,0 0-1 0 0,-1 0 1 0 0,1 0-1 0 0,-1 0 1 0 0,1 1-1 0 0,-1-1 1 0 0,0 1-1 0 0,0-1 1 0 0,1 1-1 0 0,-1 0 1 0 0,0-1-1 0 0,0 1 1 0 0,-1 0-1 0 0,1-1 1 0 0,0 1-1 0 0,0 0 1 0 0,-1 0-1 0 0,1 0 1 0 0,-1 0-1 0 0,0 0 1 0 0,0 0-1 0 0,0 0 1 0 0,0 0-1 0 0,0 3 1 0 0,0-5 2 0 0,0 1 0 0 0,1-1 0 0 0,-1 1 0 0 0,0-1-1 0 0,0 1 1 0 0,0-1 0 0 0,1 0 0 0 0,-1 1 0 0 0,0-1 0 0 0,0 0 0 0 0,1 1 0 0 0,-1-1 0 0 0,0 0 0 0 0,1 1 0 0 0,-1-1 0 0 0,0 0 0 0 0,1 1 0 0 0,-1-1 0 0 0,1 0 0 0 0,-1 0-1 0 0,1 0 1 0 0,-1 1 0 0 0,0-1 0 0 0,1 0 0 0 0,-1 0 0 0 0,1 0 0 0 0,-1 0 0 0 0,1 0 0 0 0,-1 0 0 0 0,1 0 0 0 0,-1 0 0 0 0,1 0 0 0 0,-1 0 0 0 0,0 0 0 0 0,1 0 0 0 0,-1 0-1 0 0,1 0 1 0 0,-1 0 0 0 0,1-1 0 0 0,0 1 0 0 0,18 1 69 0 0,5 3-55 0 0,-15-4-2 0 0,0 0 0 0 0,0-1 1 0 0,0 0-1 0 0,-1 0 0 0 0,1-1 1 0 0,-1 0-1 0 0,1 0 0 0 0,-1-1 1 0 0,0-1-1 0 0,0 1 0 0 0,0-1 1 0 0,9-6-1 0 0,97-69 148 0 0,25-39-47 0 0,-82 68-79 0 0,-41 38-33 0 0,-1-1 1 0 0,-1-1 0 0 0,0-1-1 0 0,0 0 1 0 0,-2 0 0 0 0,0-1-1 0 0,14-26 1 0 0,-25 40 1 0 0,0 0 0 0 0,0-1-1 0 0,0 1 1 0 0,-1 0 0 0 0,1-1 0 0 0,-1 1-1 0 0,1-1 1 0 0,-1 1 0 0 0,0 0 0 0 0,0-5-1 0 0,-1 0 35 0 0,1 9-140 0 0,-1 0 0 0 0,0 0 1 0 0,0 0-1 0 0,0 0 0 0 0,0-1 1 0 0,0 1-1 0 0,0 0 0 0 0,-1 0 1 0 0,1-1-1 0 0,-1 1 0 0 0,1-1 1 0 0,-1 1-1 0 0,-2 1 0 0 0,-11 11-1194 0 0,-39 43-4839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2:48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0 252 1921 0 0,'0'-1'168'0'0,"1"-1"1"0"0,0 1-1 0 0,-1-1 0 0 0,1 1 0 0 0,0-1 1 0 0,-1 1-1 0 0,1-1 0 0 0,0 1 1 0 0,0 0-1 0 0,0-1 0 0 0,0 1 1 0 0,1 0-1 0 0,-1 0 0 0 0,0 0 1 0 0,0 0-1 0 0,1 0 0 0 0,-1 0 1 0 0,1 0-1 0 0,-1 0 0 0 0,1 1 1 0 0,-1-1-1 0 0,1 0 0 0 0,-1 1 0 0 0,3-1 1 0 0,-3 1-99 0 0,1-1 0 0 0,-1 1 0 0 0,1-1 1 0 0,0 1-1 0 0,-1-1 0 0 0,1 0 0 0 0,-1 0 0 0 0,0 0 1 0 0,1 0-1 0 0,-1 0 0 0 0,0 0 0 0 0,1 0 0 0 0,-1 0 0 0 0,0 0 1 0 0,0 0-1 0 0,0-1 0 0 0,0 1 0 0 0,0 0 0 0 0,0-1 1 0 0,-1 1-1 0 0,1-1 0 0 0,0 1 0 0 0,-1-1 0 0 0,1-1 1 0 0,0 1-49 0 0,0 0 0 0 0,0 0 0 0 0,0 0 0 0 0,0 1 1 0 0,0-1-1 0 0,0 0 0 0 0,0 1 0 0 0,1-1 1 0 0,-1 1-1 0 0,1-1 0 0 0,-1 1 0 0 0,1 0 0 0 0,-1-1 1 0 0,1 1-1 0 0,0 0 0 0 0,0 0 0 0 0,-1 0 1 0 0,1 0-1 0 0,0 1 0 0 0,3-2 0 0 0,17-12 99 0 0,-12 1-44 0 0,-9 10-68 0 0,1 0 1 0 0,0 1-1 0 0,0 0 1 0 0,0-1 0 0 0,0 1-1 0 0,1 0 1 0 0,-1 0 0 0 0,0 0-1 0 0,4-1 1 0 0,8-6 29 0 0,-7 5-1 0 0,-1 1-1 0 0,0-1 1 0 0,0 0-1 0 0,9-10 1 0 0,-8 6 44 0 0,0 0 0 0 0,0 0 1 0 0,0 1-1 0 0,1 0 0 0 0,16-10 0 0 0,-24 16-55 0 0,1 0-1 0 0,0 0 0 0 0,-1 0 1 0 0,1 0-1 0 0,0 0 1 0 0,-1 0-1 0 0,1 1 0 0 0,-1-1 1 0 0,0 0-1 0 0,1 0 1 0 0,-1-1-1 0 0,0 1 0 0 0,0 0 1 0 0,1 0-1 0 0,-1 0 1 0 0,0 0-1 0 0,0 0 0 0 0,0-1 1 0 0,-1 0 225 0 0,0 19-192 0 0,0 6-2 0 0,0-15-49 0 0,0 1 1 0 0,1-1-1 0 0,0 1 1 0 0,1-1-1 0 0,0 0 1 0 0,0 1-1 0 0,4 10 0 0 0,5-6 4 0 0,-9-12-16 0 0,1 0-1 0 0,-1 0 1 0 0,0 0 0 0 0,0 0 0 0 0,0 0-1 0 0,0 1 1 0 0,-1-1 0 0 0,1 0-1 0 0,0 0 1 0 0,0 1 0 0 0,-1-1-1 0 0,1 0 1 0 0,-1 1 0 0 0,1-1 0 0 0,-1 1-1 0 0,1-1 1 0 0,-1 1 0 0 0,0-1-1 0 0,0 2 1 0 0,1-2-69 0 0,-1 1 0 0 0,0-1-1 0 0,1 0 1 0 0,-1 0 0 0 0,0 0 0 0 0,1 0-1 0 0,0 0 1 0 0,-1 1 0 0 0,1-1 0 0 0,0 0-1 0 0,-1 0 1 0 0,1-1 0 0 0,0 1 0 0 0,0 0-1 0 0,0 0 1 0 0,0 0 0 0 0,0 0 0 0 0,0-1-1 0 0,0 1 1 0 0,0-1 0 0 0,0 1 0 0 0,0-1-1 0 0,0 1 1 0 0,0-1 0 0 0,1 1 0 0 0,-1-1 0 0 0,0 0-1 0 0,3 1 1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2:49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25 160 0 0,'0'-6'4322'0'0,"0"-1"-2561"0"0,29 7-401 0 0,-29 7-399 0 0,30-7-321 0 0,0 6-400 0 0,-1-6-400 0 0,1 0-1120 0 0,-1-6-1041 0 0,31-1-401 0 0,-31-5 81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2:49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25 1281 0 0,'-1'-1'204'0'0,"0"1"1"0"0,0-1-1 0 0,1 0 1 0 0,-1 1 0 0 0,0-1-1 0 0,0 1 1 0 0,0-1 0 0 0,0 1-1 0 0,0 0 1 0 0,0-1 0 0 0,0 1-1 0 0,0 0 1 0 0,0 0-1 0 0,0 0 1 0 0,0-1 0 0 0,0 1-1 0 0,0 0 1 0 0,-1 1 0 0 0,1-1-1 0 0,-1 0 1 0 0,-28 0 452 0 0,28 0-302 0 0,-5-3 609 0 0,4 0-768 0 0,-17 2 284 0 0,14-2 230 0 0,3 1-553 0 0,-13 1 177 0 0,16 1-324 0 0,0 0-1 0 0,1 0 1 0 0,-1 0-1 0 0,0 0 1 0 0,0 0 0 0 0,0 0-1 0 0,0 0 1 0 0,0 0-1 0 0,0 0 1 0 0,0-1 0 0 0,0 1-1 0 0,0 0 1 0 0,0 0-1 0 0,0 0 1 0 0,1 0 0 0 0,-1 0-1 0 0,0 0 1 0 0,0 0-1 0 0,0 0 1 0 0,0-1 0 0 0,0 1-1 0 0,0 0 1 0 0,0 0-1 0 0,0 0 1 0 0,0 0 0 0 0,0 0-1 0 0,0 0 1 0 0,0-1 0 0 0,0 1-1 0 0,0 0 1 0 0,0 0-1 0 0,0 0 1 0 0,0 0 0 0 0,0 0-1 0 0,0 0 1 0 0,-1 0-1 0 0,1 0 1 0 0,0-1 0 0 0,0 1-1 0 0,0 0 1 0 0,0 0-1 0 0,0 0 1 0 0,0 0 0 0 0,0 0-1 0 0,0 0 1 0 0,0 0-1 0 0,0 0 1 0 0,0 0 0 0 0,-1-1-1 0 0,7 1 24 0 0,-1 0 0 0 0,1 0-1 0 0,-1 0 1 0 0,1 0 0 0 0,-1 1-1 0 0,0 0 1 0 0,10 2 0 0 0,16 3 25 0 0,280 25-122 0 0,-242-26-232 0 0,-33-1-855 0 0,-1-3-1 0 0,67-4 0 0 0,-72-3-1876 0 0,-30 6 2932 0 0,0-1 0 0 0,1 1 1 0 0,-1 0-1 0 0,0 0 0 0 0,1 0 0 0 0,-1 0 0 0 0,0 0 0 0 0,0 0 0 0 0,0-1 0 0 0,1 1 1 0 0,-1 0-1 0 0,0 0 0 0 0,0 0 0 0 0,0-1 0 0 0,1 1 0 0 0,-1 0 0 0 0,0 0 0 0 0,0-1 1 0 0,0 1-1 0 0,0 0 0 0 0,0 0 0 0 0,1-1 0 0 0,-1 1 0 0 0,0 0 0 0 0,0-1 0 0 0,0 1 1 0 0,0 0-1 0 0,0 0 0 0 0,0-1 0 0 0,0 1 0 0 0,0-1 0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2:49.9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 1 1361 0 0,'-60'19'4722'0'0,"31"-14"-3282"0"0,29 3-1279 0 0,0 3 239 0 0,0 16 160 0 0,0 3-80 0 0,-30 2-80 0 0,0 6-160 0 0,1 5-79 0 0,-1 14-81 0 0,1-8 0 0 0,-1-6-160 0 0,30-5-561 0 0,0-19-2240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2:51.7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0 480 0 0,'-29'8'1441'0'0,"-1"-8"-561"0"0,30 5-319 0 0,0 1-722 0 0,0 2-79 0 0,0-3-80 0 0,0 1-80 0 0,0 1 160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2:52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1281 0 0,'0'0'5042'0'0,"0"20"-4469"0"0,-1-3-251 0 0,0-12-263 0 0,0-1 0 0 0,1 1 0 0 0,0 0-1 0 0,0-1 1 0 0,0 1 0 0 0,0 0 0 0 0,1-1 0 0 0,-1 1-1 0 0,1-1 1 0 0,1 1 0 0 0,2 7 0 0 0,50 56 421 0 0,-50-64-463 0 0,-1 0-1 0 0,0 1 1 0 0,0-1 0 0 0,0 1 0 0 0,-1-1 0 0 0,0 1-1 0 0,0 0 1 0 0,0 0 0 0 0,0 0 0 0 0,-1 0-1 0 0,1 0 1 0 0,-1 0 0 0 0,-1 0 0 0 0,1 1-1 0 0,-1-1 1 0 0,0 0 0 0 0,0 1 0 0 0,-1 6 0 0 0,1-6-16 0 0,0-5-1 0 0,0 0 1 0 0,0-1-1 0 0,0 1 0 0 0,0 0 0 0 0,0 0 1 0 0,0-1-1 0 0,0 1 0 0 0,0 0 1 0 0,0 0-1 0 0,1-1 0 0 0,-1 1 0 0 0,0 0 1 0 0,1-1-1 0 0,-1 1 0 0 0,0 0 1 0 0,1-1-1 0 0,-1 1 0 0 0,1-1 0 0 0,-1 1 1 0 0,1-1-1 0 0,-1 1 0 0 0,1-1 1 0 0,-1 1-1 0 0,1-1 0 0 0,0 1 0 0 0,-1-1 1 0 0,1 0-1 0 0,0 1 0 0 0,-1-1 1 0 0,1 0-1 0 0,0 1 0 0 0,-1-1 0 0 0,1 0 1 0 0,1 0-1 0 0,-2 0-1 0 0,1 0-1 0 0,0 1 1 0 0,0-1-1 0 0,-1 0 1 0 0,1 0-1 0 0,0 0 1 0 0,-1 1 0 0 0,1-1-1 0 0,0 0 1 0 0,-1 1-1 0 0,1-1 1 0 0,-1 1-1 0 0,1-1 1 0 0,-1 1 0 0 0,1-1-1 0 0,-1 1 1 0 0,1-1-1 0 0,-1 1 1 0 0,1-1-1 0 0,-1 1 1 0 0,0 0 0 0 0,1-1-1 0 0,-1 1 1 0 0,0 0-1 0 0,1-1 1 0 0,-1 1-1 0 0,0 0 1 0 0,0-1 0 0 0,0 1-1 0 0,0 0 1 0 0,0 0-1 0 0,1-1 1 0 0,-1 1-1 0 0,-1 1 1 0 0,1 1-1150 0 0,0-12-1740 0 0,0 3 570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2:54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1202 21 400 0 0,'-18'1'574'0'0,"0"-1"293"0"0,1 0 0 0 0,-1-1 0 0 0,-29-6 0 0 0,25 3-642 0 0,-1 0-1 0 0,0 1 1 0 0,0 1-1 0 0,0 2 1 0 0,0 0 0 0 0,0 1-1 0 0,-42 9 1 0 0,27-2-111 0 0,0 2 1 0 0,2 2-1 0 0,-66 30 0 0 0,-98 40 159 0 0,134-58-119 0 0,40-12-138 0 0,1 0-1 0 0,1 2 0 0 0,0 0 0 0 0,1 2 0 0 0,1 0 1 0 0,-32 30-1 0 0,-6 11 46 0 0,41-41-25 0 0,-25 29 0 0 0,36-33-26 0 0,0 0-1 0 0,0 1 1 0 0,2-1-1 0 0,0 2 1 0 0,0-1 0 0 0,-6 26-1 0 0,11-35-8 0 0,0 1 0 0 0,0 0 0 0 0,1 0 0 0 0,0 0-1 0 0,0-1 1 0 0,0 1 0 0 0,1 0 0 0 0,-1 0 0 0 0,1 0 0 0 0,0-1 0 0 0,1 1-1 0 0,-1 0 1 0 0,1-1 0 0 0,3 7 0 0 0,4 16-1 0 0,-2 2 1 0 0,-4-18 10 0 0,-1 1 0 0 0,2-1 0 0 0,-1 0 0 0 0,2 0 0 0 0,6 12 0 0 0,-2-8-5 0 0,1-1 0 0 0,0-1 0 0 0,1 0 0 0 0,0 0 0 0 0,1-1 0 0 0,0 0 0 0 0,1-1 0 0 0,0-1 0 0 0,1 0 0 0 0,20 11 0 0 0,13 3 39 0 0,92 34 0 0 0,-128-54-41 0 0,51 18-16 0 0,2-3 0 0 0,0-3 0 0 0,94 12 0 0 0,-147-26 7 0 0,86 12 45 0 0,186 2 0 0 0,-180-19 31 0 0,170-27 1 0 0,100-44-43 0 0,-235 44 26 0 0,-108 24-55 0 0,-1-1 0 0 0,0-1 0 0 0,0-2 0 0 0,32-16 0 0 0,-22 8 10 0 0,0-1 0 0 0,-1-3 0 0 0,36-26-1 0 0,-62 38-11 0 0,1-1 0 0 0,-1 0 0 0 0,-1 0 0 0 0,0-1-1 0 0,-1-1 1 0 0,0 1 0 0 0,-1-2 0 0 0,-1 1 0 0 0,0-1-1 0 0,0-1 1 0 0,10-29 0 0 0,-10 20-2 0 0,3-7-21 0 0,-2-1 0 0 0,10-56-1 0 0,-18 77 28 0 0,0 0 1 0 0,0 0-1 0 0,-2 0 0 0 0,1 0 0 0 0,-1 0 0 0 0,-1 0 0 0 0,0 0 0 0 0,0 1 0 0 0,-1-1 0 0 0,-1 0 0 0 0,0 1 0 0 0,-6-13 0 0 0,-2 5 11 0 0,0 0 0 0 0,-1 0 1 0 0,0 1-1 0 0,-2 1 0 0 0,0 0 1 0 0,0 1-1 0 0,-2 1 0 0 0,0 0 1 0 0,0 1-1 0 0,-1 1 0 0 0,-1 1 1 0 0,0 0-1 0 0,0 2 0 0 0,-1 0 1 0 0,-1 1-1 0 0,1 1 0 0 0,-1 1 1 0 0,-27-4-1 0 0,-10 2-475 0 0,1 4-1 0 0,-113 4 1 0 0,51 16-1886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2:55.2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0 2401 0 0,'1'1'179'0'0,"-1"-1"-1"0"0,0 0 1 0 0,0 1-1 0 0,0-1 1 0 0,0 0-1 0 0,0 1 1 0 0,0-1-1 0 0,0 0 1 0 0,0 1 0 0 0,1-1-1 0 0,-1 0 1 0 0,0 1-1 0 0,0-1 1 0 0,-1 0-1 0 0,1 1 1 0 0,0-1-1 0 0,0 0 1 0 0,0 1-1 0 0,0-1 1 0 0,0 0 0 0 0,0 1-1 0 0,0-1 1 0 0,0 0-1 0 0,-1 1 1 0 0,1-1-1 0 0,0 0 1 0 0,0 0-1 0 0,0 1 1 0 0,-1-1-1 0 0,1 0 1 0 0,0 0-1 0 0,0 1 1 0 0,-1-1 0 0 0,1 0-1 0 0,0 0 1 0 0,0 0-1 0 0,-1 0 1 0 0,0 1-1 0 0,-12-1 707 0 0,21 0 920 0 0,36-1-893 0 0,248-7-629 0 0,-219 11-951 0 0,-1 2 0 0 0,74 16 0 0 0,-138-20 350 0 0,-1 1 0 0 0,1 0 0 0 0,0 1 0 0 0,-1-1 1 0 0,9 6-1 0 0,-16-8 262 0 0,1 0 0 0 0,-1 0 1 0 0,1 0-1 0 0,-1 0 1 0 0,0 0-1 0 0,1 0 1 0 0,-1 0-1 0 0,0 0 0 0 0,1 1 1 0 0,-1-1-1 0 0,0 0 1 0 0,1 0-1 0 0,-1 0 0 0 0,0 1 1 0 0,1-1-1 0 0,-1 0 1 0 0,0 1-1 0 0,1-1 0 0 0,-1 0 1 0 0,0 0-1 0 0,0 1 1 0 0,0-1-1 0 0,1 1 1 0 0,-1-1-1 0 0,0 0 0 0 0,0 1 1 0 0,0-1-1 0 0,0 0 1 0 0,0 1-1 0 0,0-1 0 0 0,1 1 1 0 0,-1-1-1 0 0,0 0 1 0 0,0 1-1 0 0,0-1 1 0 0,0 1-1 0 0,0-1 0 0 0,-1 0 1 0 0,1 1-1 0 0,0-1 1 0 0,0 0-1 0 0,0 1 0 0 0,0-1 1 0 0,0 1-1 0 0,0-1 1 0 0,-1 0-1 0 0,1 1 0 0 0,0-1 1 0 0,0 0-1 0 0,-1 1 1 0 0,1-1-1 0 0,0 0 1 0 0,0 0-1 0 0,-1 1 0 0 0,-20 7-2448 0 0,17-7 1929 0 0,-25 11-2466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2:55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1681 0 0,'30'-6'2161'0'0,"-1"6"-320"0"0,1 0-321 0 0,29 6-399 0 0,60 13-401 0 0,59 0-960 0 0,-66-6-2081 0 0,-53-13-2721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3:10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32 4642 0 0,'0'0'101'0'0,"0"-1"1"0"0,0 1-1 0 0,0-1 0 0 0,-1 1 0 0 0,1 0 1 0 0,0-1-1 0 0,-1 1 0 0 0,1-1 0 0 0,0 1 0 0 0,-1-1 1 0 0,1 1-1 0 0,-1 0 0 0 0,1-1 0 0 0,0 1 1 0 0,-1 0-1 0 0,1 0 0 0 0,-1-1 0 0 0,1 1 1 0 0,-1 0-1 0 0,1 0 0 0 0,-1-1 0 0 0,1 1 1 0 0,-1 0-1 0 0,1 0 0 0 0,-1 0 0 0 0,1 0 0 0 0,-1 0 1 0 0,1 0-1 0 0,-1 0 0 0 0,0 0 0 0 0,1 0 1 0 0,-1 0-1 0 0,1 0 0 0 0,-1 0 0 0 0,1 0 1 0 0,-1 1-1 0 0,0-1-87 0 0,1 0 1 0 0,0 0 0 0 0,-1 0-1 0 0,1 1 1 0 0,-1-1 0 0 0,1 0-1 0 0,-1 0 1 0 0,1 0-1 0 0,-1 0 1 0 0,1 0 0 0 0,0 0-1 0 0,-1 0 1 0 0,1 0 0 0 0,-1-1-1 0 0,1 1 1 0 0,-1 0 0 0 0,1 0-1 0 0,0 0 1 0 0,-1 0-1 0 0,1-1 1 0 0,-1 1 0 0 0,1 0-1 0 0,0 0 1 0 0,-1-1 0 0 0,1 1-1 0 0,0 0 1 0 0,-1 0 0 0 0,1-1-1 0 0,0 1 1 0 0,0 0-1 0 0,-1-1 1 0 0,1 0 0 0 0,-5 0 65 0 0,-15 1-54 0 0,10-4 135 0 0,7 3-119 0 0,2 2-28 0 0,0-1-1 0 0,1 0 1 0 0,-1 0 0 0 0,0 0 0 0 0,0 0 0 0 0,0 0-1 0 0,0 0 1 0 0,0 0 0 0 0,0 0 0 0 0,0-1 0 0 0,0 1-1 0 0,0 0 1 0 0,0-1 0 0 0,0 1 0 0 0,0 0 0 0 0,0-1-1 0 0,1 1 1 0 0,-1-1 0 0 0,0 1 0 0 0,0-1 0 0 0,1 0-1 0 0,-1 1 1 0 0,-1-2 0 0 0,-2 0 173 0 0,0 1-111 0 0,3 0-32 0 0,-1 1-1 0 0,1-1 0 0 0,-1 1 1 0 0,1-1-1 0 0,0 1 1 0 0,-1-1-1 0 0,1 1 0 0 0,-1 0 1 0 0,1 0-1 0 0,-1 0 0 0 0,1 0 1 0 0,-3 0-1 0 0,29 19 677 0 0,-20-14-712 0 0,1-1 0 0 0,0 0 0 0 0,0 0 0 0 0,0 0 0 0 0,1-1 0 0 0,-1 0-1 0 0,14 4 1 0 0,-11-4 4 0 0,0 0 0 0 0,0 1 0 0 0,-1 0-1 0 0,1 0 1 0 0,7 7 0 0 0,-1-2-15 0 0,1 0 1 0 0,18 7 0 0 0,26 16-36 0 0,-55-29 36 0 0,-1 0 0 0 0,0 0 0 0 0,0 0 0 0 0,-1 1 0 0 0,1-1 0 0 0,-1 1 0 0 0,1 0 0 0 0,-1 0 0 0 0,0 1 0 0 0,3 5 0 0 0,19 47-65 0 0,-33-41 47 0 0,7-15 13 0 0,-1 0 0 0 0,1 1 0 0 0,0-1 0 0 0,0 1 0 0 0,0-1 0 0 0,0 1 0 0 0,1 0 0 0 0,-1-1 0 0 0,0 1 0 0 0,1 0-1 0 0,-1 0 1 0 0,1-1 0 0 0,-1 1 0 0 0,1 0 0 0 0,0 3 0 0 0,0 4 10 0 0,1-6-1 0 0,-1 0 0 0 0,0 0 0 0 0,0 0 0 0 0,0 0 0 0 0,0 0 0 0 0,-1 0 0 0 0,1 0 0 0 0,-1 0 0 0 0,0 0 0 0 0,0 0 0 0 0,-1 3 0 0 0,-18 16-42 0 0,20-21 41 0 0,-1-1 1 0 0,1 1 0 0 0,0-1-1 0 0,-1 1 1 0 0,1-1 0 0 0,0 1-1 0 0,0 0 1 0 0,-1-1 0 0 0,1 1-1 0 0,0-1 1 0 0,0 1 0 0 0,0 0-1 0 0,0-1 1 0 0,-1 1 0 0 0,1-1-1 0 0,0 1 1 0 0,0 0 0 0 0,0-1-1 0 0,1 1 1 0 0,-1-1 0 0 0,0 1-1 0 0,0 0 1 0 0,0-1 0 0 0,0 1-1 0 0,1-1 1 0 0,-1 1 0 0 0,0 0-1 0 0,0-1 1 0 0,1 1 0 0 0,-1-1-1 0 0,1 2 1 0 0,1 0 5 0 0,1 3-1 0 0,0 0-1 0 0,0 0 1 0 0,-1 0-1 0 0,0 0 0 0 0,0 1 1 0 0,0-1-1 0 0,0 1 1 0 0,-1-1-1 0 0,0 1 0 0 0,1 7 1 0 0,-2-12-6 0 0,0 0-1 0 0,0 0 1 0 0,0 1 0 0 0,1-1 0 0 0,-1 0 0 0 0,0 0 0 0 0,1 0 0 0 0,-1 1 0 0 0,0-1-1 0 0,1 0 1 0 0,0 0 0 0 0,-1 0 0 0 0,1 0 0 0 0,0 0 0 0 0,-1 0 0 0 0,1 0 0 0 0,0 0-1 0 0,0 0 1 0 0,0 0 0 0 0,2 1 0 0 0,0-1 4 0 0,0 1 0 0 0,0 0 0 0 0,0-1 0 0 0,1 1 0 0 0,-1-1 0 0 0,1 0 0 0 0,4 1 0 0 0,7 0 80 0 0,0 0 1 0 0,25-1-1 0 0,-36-1-46 0 0,3-1-8 0 0,0 1 0 0 0,-1-1 0 0 0,1 0 0 0 0,0-1 0 0 0,-1 1 0 0 0,0-2 0 0 0,1 1 0 0 0,6-3 0 0 0,15-7 33 0 0,4 0 41 0 0,-2-2 0 0 0,0-2 0 0 0,35-22 0 0 0,68-59 341 0 0,-113 82-385 0 0,128-95 220 0 0,-141 105-298 0 0,-1 0 1 0 0,-1 0-1 0 0,1 0 0 0 0,7-11 1 0 0,10-6-69 0 0,-23 22 81 0 0,0 0 0 0 0,0-1 0 0 0,0 1 0 0 0,0 0 0 0 0,0 0 0 0 0,0-1 0 0 0,0 1 0 0 0,-1 0 0 0 0,1-1-1 0 0,0 1 1 0 0,0 0 0 0 0,0 0 0 0 0,0-1 0 0 0,0 1 0 0 0,0 0 0 0 0,-1 0 0 0 0,1-1 0 0 0,0 1-1 0 0,0 0 1 0 0,0 0 0 0 0,-1-1 0 0 0,1 1 0 0 0,0 0 0 0 0,0 0 0 0 0,-1 0 0 0 0,1 0 0 0 0,0-1-1 0 0,0 1 1 0 0,-1 0 0 0 0,1 0 0 0 0,0 0 0 0 0,-1 0 0 0 0,1 0 0 0 0,0 0 0 0 0,0 0 0 0 0,-1 0-1 0 0,1 0 1 0 0,0 0 0 0 0,-1 0 0 0 0,1 0 0 0 0,0 0 0 0 0,0 0 0 0 0,-1 0 0 0 0,1 0 0 0 0,-1 0 0 0 0,1 0-21 0 0,-1 0 1 0 0,1 0 0 0 0,-1 0 0 0 0,1-1 0 0 0,-1 1 0 0 0,1 0 0 0 0,0 0 0 0 0,-1 0 0 0 0,1 0 0 0 0,-1 0 0 0 0,1 0 0 0 0,-1 0 0 0 0,1 0 0 0 0,-1 0 0 0 0,1 0 0 0 0,-1 0 0 0 0,1 1-1 0 0,-1-1 1 0 0,1 0 0 0 0,0 0 0 0 0,-1 0 0 0 0,1 1 0 0 0,-1-1 0 0 0,1 0 0 0 0,0 0 0 0 0,-1 1 0 0 0,1-1 0 0 0,0 0 0 0 0,-1 1 0 0 0,1-1 0 0 0,0 0 0 0 0,-1 1 0 0 0,1-1 0 0 0,0 0-1 0 0,0 1 1 0 0,-1-1 0 0 0,1 1 0 0 0,0 1-139 0 0,-1-1 0 0 0,0 1-1 0 0,1-1 1 0 0,-1 0 0 0 0,0 1-1 0 0,0-1 1 0 0,0 0 0 0 0,0 0-1 0 0,0 0 1 0 0,0 1 0 0 0,0-1-1 0 0,0 0 1 0 0,0 0 0 0 0,0-1-1 0 0,-1 1 1 0 0,1 0 0 0 0,0 0-1 0 0,-1-1 1 0 0,1 1 0 0 0,-3 1-1 0 0,-7 3-1066 0 0,-43 28-4171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3:11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1 293 2001 0 0,'0'1'119'0'0,"0"0"0"0"0,0-1 0 0 0,0 1 0 0 0,0 0 0 0 0,0-1-1 0 0,0 1 1 0 0,0 0 0 0 0,0-1 0 0 0,0 1 0 0 0,0 0 0 0 0,0-1 0 0 0,1 1 0 0 0,-1 0 0 0 0,0-1 0 0 0,0 1 0 0 0,1 0 0 0 0,-1-1 0 0 0,0 1-1 0 0,1-1 1 0 0,-1 1 0 0 0,1-1 0 0 0,-1 1 0 0 0,1-1 0 0 0,-1 1 0 0 0,1-1 0 0 0,-1 1 0 0 0,1-1 0 0 0,-1 1 0 0 0,1-1 0 0 0,0 0 0 0 0,-1 1 0 0 0,1-1-1 0 0,0 0 1 0 0,-1 0 0 0 0,1 1 0 0 0,0-1 0 0 0,-1 0 0 0 0,1 0 0 0 0,0 0 0 0 0,-1 0 0 0 0,1 0 0 0 0,0 0 0 0 0,-1 0 0 0 0,1 0 0 0 0,0 0-1 0 0,-1 0 1 0 0,2-1 0 0 0,2 1-251 0 0,6-5 785 0 0,32-6-246 0 0,-1-2 0 0 0,0-3 0 0 0,62-32 0 0 0,-12 3-202 0 0,-62 31-114 0 0,33-20 0 0 0,81-48 456 0 0,-115 59-289 0 0,-2 2 57 0 0,-25 23-278 0 0,0-1-1 0 0,-1 0 1 0 0,1 0-1 0 0,-1 0 1 0 0,1 0-1 0 0,-1 1 1 0 0,1-1-1 0 0,-1 0 1 0 0,0 0-1 0 0,1 1 1 0 0,-1-1-1 0 0,0 0 1 0 0,0 0-1 0 0,0 1 1 0 0,0-1 0 0 0,0 0-1 0 0,-1 2 1 0 0,1 43 30 0 0,0-32 22 0 0,1-1-40 0 0,-1-8-69 0 0,1 0 1 0 0,-1 0-1 0 0,0-1 1 0 0,0 1-1 0 0,-1 0 0 0 0,0 0 1 0 0,0 0-1 0 0,0-1 1 0 0,-2 6-1 0 0,-28 46-1800 0 0,28-52 1569 0 0,0-1 0 0 0,0 1 0 0 0,0-1 1 0 0,0 1-1 0 0,-1-1 0 0 0,1 0 0 0 0,-1 0 0 0 0,0-1 0 0 0,0 1 0 0 0,0-1 0 0 0,0 0 0 0 0,-7 3 0 0 0,-18-2-3498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3:11.6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 1601 0 0,'30'-7'2401'0'0,"-1"1"-320"0"0,1 0-400 0 0,-7 6-481 0 0,7 0-400 0 0,29 0-479 0 0,-29 6-882 0 0,29-6-1360 0 0,1 0-800 0 0,-31 0-80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3:12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6 960 0 0,'25'0'2755'0'0,"38"-4"0"0"0,-38 3-2675 0 0,0 1-54 0 0,-20 0 201 0 0,-6 1-204 0 0,0-1-1 0 0,0 1 0 0 0,0 0 1 0 0,0-1-1 0 0,0 1 0 0 0,0-1 1 0 0,0 1-1 0 0,0-1 1 0 0,0 1-1 0 0,0-1 0 0 0,-1 1 1 0 0,1-1-1 0 0,0 0 1 0 0,0 0-1 0 0,0 0 0 0 0,0 0 1 0 0,-1 0-1 0 0,0 0 1 0 0,-1 1 45 0 0,2-1-44 0 0,0 1 0 0 0,1 0 0 0 0,-1 0 0 0 0,1 0 0 0 0,-1 0 0 0 0,1 0 1 0 0,-1 0-1 0 0,1 0 0 0 0,-1 0 0 0 0,1 0 0 0 0,0 0 0 0 0,0 0 0 0 0,-1 1 1 0 0,1-1-1 0 0,0 0 0 0 0,0 0 0 0 0,0 0 0 0 0,0 0 0 0 0,1 0 0 0 0,-1 2 1 0 0,0-1 0 0 0,0 0 0 0 0,0 1 1 0 0,0-1-1 0 0,0 0 1 0 0,0 0-1 0 0,-1 0 1 0 0,1 0-1 0 0,-1 0 1 0 0,1 0-1 0 0,-2 3 1 0 0,-5 5 32 0 0,5-8-38 0 0,0 0-1 0 0,0 1 0 0 0,1-1 0 0 0,-1 1 1 0 0,1-1-1 0 0,-1 1 0 0 0,1-1 1 0 0,0 1-1 0 0,0 0 0 0 0,0-1 1 0 0,1 1-1 0 0,-1 0 0 0 0,1 0 1 0 0,-1 0-1 0 0,1 0 0 0 0,0 4 1 0 0,1 10 56 0 0,0-9-53 0 0,-1 0 1 0 0,0-1-1 0 0,0 1 0 0 0,-1 0 1 0 0,0-1-1 0 0,-3 11 1 0 0,-4 0-9 0 0,6-15-15 0 0,1-1 0 0 0,-1 0 0 0 0,1 1-1 0 0,0-1 1 0 0,0 1 0 0 0,0 0 0 0 0,0-1 0 0 0,1 1 0 0 0,-1 0-1 0 0,1 0 1 0 0,0 3 0 0 0,0-2 0 0 0,-1-1-1 0 0,1 0 1 0 0,0 1 0 0 0,-1-1 0 0 0,0 0-1 0 0,0 1 1 0 0,0-1 0 0 0,0 0 0 0 0,0 0-1 0 0,-1 0 1 0 0,1 0 0 0 0,-4 5 0 0 0,3-6 1 0 0,0 1 0 0 0,0 0 1 0 0,1 0-1 0 0,-1 1 0 0 0,1-1 0 0 0,0 0 1 0 0,0 0-1 0 0,0 1 0 0 0,0-1 0 0 0,1 0 1 0 0,-1 1-1 0 0,1 5 0 0 0,0-4 9 0 0,-1-1 0 0 0,1 1 0 0 0,-1-1 0 0 0,0 0-1 0 0,-1 0 1 0 0,1 1 0 0 0,-1-1 0 0 0,1 0 0 0 0,-5 7-1 0 0,4-8 4 0 0,0 1 0 0 0,0 0 0 0 0,0 0 0 0 0,1 0 0 0 0,-1 0 0 0 0,1 0 0 0 0,0 0-1 0 0,0 1 1 0 0,0 6 0 0 0,1-9-7 0 0,0-1 0 0 0,0 1 0 0 0,0 0 0 0 0,0-1 0 0 0,0 1 0 0 0,0-1 0 0 0,-1 1 0 0 0,1-1-1 0 0,-1 1 1 0 0,1-1 0 0 0,-1 1 0 0 0,0-1 0 0 0,0 1 0 0 0,1-1 0 0 0,-1 0 0 0 0,0 1 0 0 0,0-1 0 0 0,0 0 0 0 0,0 0 0 0 0,-1 0 0 0 0,-1 2-1 0 0,0 2 20 0 0,16 3-6 0 0,-9-7 3 0 0,-1-1 1 0 0,0 1 0 0 0,0-1 0 0 0,1 0 0 0 0,-1 0 0 0 0,0 0 0 0 0,1 0 0 0 0,-1 0 0 0 0,0-1 0 0 0,1 1 0 0 0,-1-1-1 0 0,0 0 1 0 0,0 0 0 0 0,0 0 0 0 0,0-1 0 0 0,0 1 0 0 0,0-1 0 0 0,0 1 0 0 0,3-3 0 0 0,21-9 132 0 0,19-6-83 0 0,55-31 0 0 0,-36 17-29 0 0,144-69 100 0 0,69-36 87 0 0,-252 121-203 0 0,-26 17-27 0 0,0-1 1 0 0,0 1-1 0 0,0-1 1 0 0,0 1-1 0 0,1 0 0 0 0,-1-1 1 0 0,0 1-1 0 0,-1-1 0 0 0,1 1 1 0 0,0 0-1 0 0,0-1 0 0 0,0 1 1 0 0,0-1-1 0 0,0 1 0 0 0,0 0 1 0 0,0-1-1 0 0,-1 1 1 0 0,1 0-1 0 0,0-1 0 0 0,0 1 1 0 0,0 0-1 0 0,-1-1 0 0 0,1 1 1 0 0,0 0-1 0 0,0-1 0 0 0,-1 1 1 0 0,1 0-1 0 0,0 0 1 0 0,-1-1-1 0 0,1 1 0 0 0,0 0 1 0 0,-1 0-1 0 0,1 0 0 0 0,-1 0 1 0 0,1-1-1 0 0,0 1 0 0 0,-1 0 1 0 0,1 0-18 0 0,-1 0 0 0 0,1-1 0 0 0,0 1 0 0 0,0 0 0 0 0,-1 0 0 0 0,1 0 0 0 0,0 0 0 0 0,0-1 0 0 0,-1 1 0 0 0,1 0 0 0 0,0 0 0 0 0,-1 0 0 0 0,1 0 0 0 0,0 0 0 0 0,0 0 0 0 0,-1 0 0 0 0,1 0 0 0 0,0 0 0 0 0,-1 0 0 0 0,1 0 0 0 0,0 0 0 0 0,-1 0 0 0 0,1 0 0 0 0,0 0 0 0 0,-1 0 0 0 0,1 0 0 0 0,0 0 0 0 0,0 0 0 0 0,-1 0 0 0 0,1 0 0 0 0,0 1 0 0 0,-1-1-1 0 0,1 0 1 0 0,0 0 0 0 0,0 0 0 0 0,0 1 0 0 0,-1-1 0 0 0,1 0 0 0 0,0 0 0 0 0,0 0 0 0 0,0 1 0 0 0,-1-1 0 0 0,1 0 0 0 0,0 0 0 0 0,0 1 0 0 0,0-1 0 0 0,0 0 0 0 0,0 1 0 0 0,-1-1 0 0 0,1 1 0 0 0,0-1-31 0 0,0 1-1 0 0,0-1 0 0 0,0 0 1 0 0,0 1-1 0 0,0-1 1 0 0,-1 1-1 0 0,1-1 0 0 0,0 0 1 0 0,0 1-1 0 0,0-1 0 0 0,-1 0 1 0 0,1 1-1 0 0,0-1 1 0 0,-1 0-1 0 0,1 1 0 0 0,0-1 1 0 0,-1 0-1 0 0,1 0 0 0 0,0 1 1 0 0,-1-1-1 0 0,1 0 1 0 0,0 0-1 0 0,-1 0 0 0 0,1 0 1 0 0,-1 1-1 0 0,1-1 0 0 0,-1 0 1 0 0,1 0-1 0 0,0 0 1 0 0,-2 0-1 0 0,-47 17-2646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3:15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1733 173 1040 0 0,'0'-1'195'0'0,"-1"0"-1"0"0,1 0 1 0 0,0-1-1 0 0,0 1 0 0 0,-1 0 1 0 0,1 0-1 0 0,-1 0 1 0 0,1 0-1 0 0,-1 0 0 0 0,1-1 1 0 0,-1 1-1 0 0,0 0 0 0 0,1 0 1 0 0,-1 1-1 0 0,0-1 1 0 0,0 0-1 0 0,0 0 0 0 0,0 0 1 0 0,0 0-1 0 0,0 1 1 0 0,0-1-1 0 0,0 0 0 0 0,0 1 1 0 0,0-1-1 0 0,0 1 0 0 0,0 0 1 0 0,-2-1-1 0 0,-42-8 311 0 0,23 5 244 0 0,-21-3-432 0 0,0 3-1 0 0,-1 1 1 0 0,-56 3 0 0 0,39 1-197 0 0,25 0-118 0 0,-1 1-1 0 0,1 2 0 0 0,0 2 1 0 0,-43 12-1 0 0,-137 57-21 0 0,212-74 20 0 0,-202 69 67 0 0,122-40-141 0 0,-119 63 1 0 0,157-68 77 0 0,1 2 1 0 0,-42 33-1 0 0,75-49-8 0 0,0 0 1 0 0,0 0-1 0 0,1 1 0 0 0,-11 15 0 0 0,-2 3-44 0 0,2-2 14 0 0,1 1-1 0 0,2 2 0 0 0,1-1 1 0 0,-15 38-1 0 0,26-49 44 0 0,1-1 1 0 0,1 2-1 0 0,1-1 1 0 0,0 0-1 0 0,2 1 0 0 0,0 0 1 0 0,1-1-1 0 0,2 30 0 0 0,-1-27-13 0 0,0-18 6 0 0,-1 10-10 0 0,1-1 1 0 0,0 0-1 0 0,1 0 1 0 0,0 0-1 0 0,1 0 1 0 0,1 0 0 0 0,0 0-1 0 0,0 0 1 0 0,1-1-1 0 0,10 21 1 0 0,9 5 34 0 0,2-1-1 0 0,36 39 1 0 0,-47-58-19 0 0,1-1 1 0 0,0 0-1 0 0,2-2 0 0 0,0 1 1 0 0,0-2-1 0 0,2 0 0 0 0,24 13 1 0 0,137 66-35 0 0,-147-79-4 0 0,1-2 0 0 0,0-1-1 0 0,70 13 1 0 0,386 10-534 0 0,-216-22 488 0 0,446 31 396 0 0,-698-41-320 0 0,0 1 0 0 0,-1 1 0 0 0,0 1 0 0 0,0 0 0 0 0,21 9 0 0 0,25 8 0 0 0,-52-19 16 0 0,0-1 1 0 0,-1 0-1 0 0,1-1 1 0 0,0-1 0 0 0,0 0-1 0 0,0-1 1 0 0,21-4-1 0 0,113-29 185 0 0,-82 17-201 0 0,191-69 70 0 0,-175 55-60 0 0,38-14 43 0 0,176-60 41 0 0,-267 96-94 0 0,-5-1 0 0 0,-25 10 1 0 0,1 0 0 0 0,-1 0 1 0 0,0-1-1 0 0,1 1 0 0 0,-1 0 0 0 0,1 0 0 0 0,-1-1 0 0 0,0 1 1 0 0,0 0-1 0 0,1-1 0 0 0,-1 1 0 0 0,0 0 0 0 0,1-1 0 0 0,-1 1 0 0 0,0-1 1 0 0,0 1-1 0 0,0-1 0 0 0,1 1 0 0 0,-1 0 0 0 0,0-1 0 0 0,0 1 1 0 0,0-1-1 0 0,0 1 0 0 0,0-1 0 0 0,0 1 0 0 0,0-1 0 0 0,4-9 35 0 0,6 1-24 0 0,-5 6 1 0 0,0-1-1 0 0,-1 0 0 0 0,0 0 0 0 0,0-1 0 0 0,0 1 0 0 0,-1-1 0 0 0,1 0 0 0 0,-1 0 0 0 0,5-10 0 0 0,13-41 170 0 0,-14 35-109 0 0,1 0 0 0 0,20-39-1 0 0,-19 48-82 0 0,1 0-1 0 0,0 0 0 0 0,19-17 0 0 0,-21 22 4 0 0,0 0-1 0 0,0-1 0 0 0,-1 1 1 0 0,0-1-1 0 0,-1-1 0 0 0,0 1 0 0 0,0-1 1 0 0,-1 0-1 0 0,9-20 0 0 0,-13 22 24 0 0,1-1 0 0 0,-1 1 0 0 0,0-1 0 0 0,-1 1 0 0 0,0-1 0 0 0,0 0 0 0 0,-1 1 0 0 0,1-1 0 0 0,-2 0 0 0 0,1 1 0 0 0,-1-1 0 0 0,0 1-1 0 0,-6-12 1 0 0,3 8 17 0 0,-1-1-1 0 0,0 1 0 0 0,-1 0 0 0 0,0 0 0 0 0,-1 1 0 0 0,0 0 0 0 0,-17-16 1 0 0,7 11-3 0 0,10 8 11 0 0,-1 0 0 0 0,2 0 1 0 0,-1-1-1 0 0,1 0 0 0 0,1 0 0 0 0,-1 0 1 0 0,-7-15-1 0 0,5 9 51 0 0,1 0 1 0 0,-2 1-1 0 0,1 1 0 0 0,-2 0 1 0 0,0 0-1 0 0,0 1 0 0 0,-26-20 1 0 0,-103-58 173 0 0,65 44-111 0 0,-137-91 472 0 0,98 64-312 0 0,-88-48 24 0 0,139 89-232 0 0,21 9 66 0 0,-2 2 1 0 0,-83-27-1 0 0,74 33-157 0 0,0 3 0 0 0,-1 2 0 0 0,0 2 0 0 0,-82 1 0 0 0,10 13-608 0 0,1 6 1 0 0,-171 40 0 0 0,278-48 60 0 0,0 1 0 0 0,0 0 0 0 0,1 2 0 0 0,-33 18 0 0 0,18-8-1070 0 0,-27 5-3321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3:16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81 4242 0 0,'-5'2'595'0'0,"3"-2"-496"0"0,1 1 0 0 0,0-1 1 0 0,0 0-1 0 0,-1 1 1 0 0,1-1-1 0 0,0 1 1 0 0,0-1-1 0 0,0 1 0 0 0,-1-1 1 0 0,1 1-1 0 0,0 0 1 0 0,0 0-1 0 0,0-1 0 0 0,0 1 1 0 0,0 0-1 0 0,1 0 1 0 0,-1 0-1 0 0,0 0 1 0 0,0 0-1 0 0,0 0 0 0 0,1 0 1 0 0,-1 2-1 0 0,5 1-152 0 0,11-4 284 0 0,0 0 0 0 0,21-4-1 0 0,-18 2-55 0 0,3-1 184 0 0,-1-1 1 0 0,29-9-1 0 0,14-4 57 0 0,209-25 398 0 0,-94 28-648 0 0,305 14 1 0 0,-455 2-493 0 0,-6 0-746 0 0,-1 0 0 0 0,1-2-1 0 0,22-2 1 0 0,-44 2 939 0 0,1 0 0 0 0,-1 0 0 0 0,1 0-1 0 0,-1 0 1 0 0,0 0 0 0 0,1 0 0 0 0,-1 0 0 0 0,0-1 0 0 0,1 1 0 0 0,-1 0 0 0 0,0 0 0 0 0,1 0 0 0 0,-1 0 0 0 0,1 0 0 0 0,-1-1 0 0 0,0 1 0 0 0,0 0 0 0 0,1 0 0 0 0,-1 0 0 0 0,0-1-1 0 0,1 1 1 0 0,-1 0 0 0 0,0-1 0 0 0,0 1 0 0 0,1 0 0 0 0,-1 0 0 0 0,0-1 0 0 0,0 1 0 0 0,0 0 0 0 0,0-1 0 0 0,1 1 0 0 0,-1-1 0 0 0,0 1 0 0 0,0 0 0 0 0,0-1 0 0 0,0 1-1 0 0,0 0 1 0 0,0-1 0 0 0,0 0 0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3:16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1 2321 0 0,'0'68'4562'0'0,"-29"21"-2401"0"0,-1 3-1681 0 0,30-11-480 0 0,-59-11 160 0 0,29-2 1 0 0,30-6-81 0 0,0 0-481 0 0,0-24-1039 0 0,-29-30-4003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3:19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11 320 0 0,'7'-1'637'0'0,"6"-2"1188"0"0,0 0 0 0 0,0 1 0 0 0,25 1 0 0 0,-38 1-1785 0 0,1 0 1 0 0,-1 0-1 0 0,0 0 0 0 0,0 0 0 0 0,1 0 0 0 0,-1 0 1 0 0,0 0-1 0 0,0 0 0 0 0,1 0 0 0 0,-1 0 0 0 0,0 0 1 0 0,0 1-1 0 0,0-1 0 0 0,1 0 0 0 0,-1 0 0 0 0,0 0 1 0 0,0 0-1 0 0,0 1 0 0 0,1-1 0 0 0,-1 0 1 0 0,0 0-1 0 0,0 0 0 0 0,0 1 0 0 0,0-1 0 0 0,0 0 1 0 0,0 0-1 0 0,0 1 0 0 0,0-1 0 0 0,1 0 0 0 0,-1 0 1 0 0,0 1-1 0 0,0-1 0 0 0,0 0 0 0 0,0 0 0 0 0,0 1 1 0 0,0-1-1 0 0,0 0 0 0 0,0 0 0 0 0,0 1 1 0 0,-1-1-1 0 0,1 0 0 0 0,0 1-31 0 0,0-1 1 0 0,0 0-1 0 0,0 1 0 0 0,0-1 1 0 0,0 1-1 0 0,0-1 0 0 0,0 0 1 0 0,0 1-1 0 0,0-1 0 0 0,0 0 1 0 0,0 1-1 0 0,0-1 0 0 0,0 0 1 0 0,1 1-1 0 0,-1-1 0 0 0,0 0 1 0 0,0 1-1 0 0,0-1 0 0 0,0 0 1 0 0,1 0-1 0 0,-1 1 0 0 0,0-1 1 0 0,0 0-1 0 0,0 0 0 0 0,1 1 1 0 0,-1-1-1 0 0,0 0 0 0 0,1 0 1 0 0,-1 1-1 0 0,0-1 0 0 0,1 0 1 0 0,2 2 0 0 0,-1-2-5 0 0,-1 0 0 0 0,0 1 0 0 0,0-1 0 0 0,1 1 0 0 0,-1 0 0 0 0,0-1 0 0 0,0 1 0 0 0,0 0 0 0 0,0 0 0 0 0,0 0 0 0 0,0 0-1 0 0,0-1 1 0 0,0 1 0 0 0,1 2 0 0 0,-1 0 13 0 0,0 0 0 0 0,-1 1 0 0 0,1-1-1 0 0,0 0 1 0 0,-1 1 0 0 0,0-1 0 0 0,0 7-1 0 0,-1 22 87 0 0,1-3-55 0 0,3 32 1 0 0,-2-52-43 0 0,0-1 0 0 0,1 1 0 0 0,0-1 0 0 0,0 0 1 0 0,1 0-1 0 0,0 0 0 0 0,1 0 0 0 0,5 9 0 0 0,80 119 220 0 0,-84-127-227 0 0,0 0 0 0 0,-1 1 0 0 0,0-1 0 0 0,4 17 0 0 0,-7-19 0 0 0,2 1 0 0 0,-1 0 0 0 0,1-1 0 0 0,0 0 0 0 0,1 1 0 0 0,0-1 0 0 0,0 0 0 0 0,5 7 0 0 0,46 36 0 0 0,-55-50 1 0 0,3 4-4 0 0,-1 0 0 0 0,1-1 0 0 0,0 0 0 0 0,0 0 0 0 0,1 0 0 0 0,4 4 0 0 0,-6-6 6 0 0,0 0-1 0 0,0-1 0 0 0,0 1 0 0 0,0 0 0 0 0,0-1 0 0 0,1 1 0 0 0,-1-1 0 0 0,0 0 0 0 0,0 0 0 0 0,0 0 0 0 0,0 0 0 0 0,1 0 0 0 0,-1 0 0 0 0,0-1 0 0 0,4 0 0 0 0,14-6 98 0 0,0-1-1 0 0,0 0 1 0 0,-1-1-1 0 0,0-2 1 0 0,-1 1 0 0 0,19-16-1 0 0,-33 23-89 0 0,239-191 486 0 0,-61 43-338 0 0,-169 140-325 0 0,0 0 0 0 0,-1-1 1 0 0,0-1-1 0 0,-1 0 0 0 0,17-25 1 0 0,-28 38 122 0 0,0 0 1 0 0,0 0 0 0 0,0 0 0 0 0,0 0 0 0 0,0 0 0 0 0,1-1-1 0 0,-1 1 1 0 0,0 0 0 0 0,0 0 0 0 0,0 0 0 0 0,0 0 0 0 0,0-1-1 0 0,0 1 1 0 0,0 0 0 0 0,0 0 0 0 0,1 0 0 0 0,-1-1 0 0 0,0 1-1 0 0,0 0 1 0 0,0 0 0 0 0,0 0 0 0 0,0-1 0 0 0,0 1 0 0 0,0 0 0 0 0,0 0-1 0 0,0-1 1 0 0,0 1 0 0 0,-1 0 0 0 0,1 0 0 0 0,0 0 0 0 0,0-1-1 0 0,0 1 1 0 0,0 0 0 0 0,0 0 0 0 0,0 0 0 0 0,0 0 0 0 0,0-1-1 0 0,-1 1 1 0 0,1 0 0 0 0,0 0 0 0 0,0 0 0 0 0,0 0 0 0 0,0 0-1 0 0,0-1 1 0 0,-1 1 0 0 0,1 0 0 0 0,0 0 0 0 0,0 0 0 0 0,0 0 0 0 0,-1 0-1 0 0,1 0 1 0 0,0 0 0 0 0,0 0 0 0 0,0 0 0 0 0,-1 0 0 0 0,1 0-1 0 0,0 0 1 0 0,0 0 0 0 0,0 0 0 0 0,-1 0 0 0 0,1 0 0 0 0,0 0-1 0 0,0 0 1 0 0,-1 0 0 0 0,-19 2-989 0 0,15-1 414 0 0,-44 7-2290 0 0,14 3 134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3:19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37 2801 0 0,'0'0'4509'0'0,"0"0"-4492"0"0,-1 0 1 0 0,1 0-1 0 0,0 0 0 0 0,0 0 1 0 0,0-1-1 0 0,0 1 0 0 0,0 0 0 0 0,0 0 1 0 0,0 0-1 0 0,0 0 0 0 0,0-1 1 0 0,0 1-1 0 0,0 0 0 0 0,0 0 1 0 0,-1 0-1 0 0,1-1 0 0 0,0 1 0 0 0,0 0 1 0 0,0 0-1 0 0,0 0 0 0 0,1 0 1 0 0,-1-1-1 0 0,0 1 0 0 0,0 0 1 0 0,0 0-1 0 0,0 0 0 0 0,0 0 0 0 0,0-1 1 0 0,0 1-1 0 0,0 0 0 0 0,0 0 1 0 0,0 0-1 0 0,0 0 0 0 0,1-1 1 0 0,-1 1-1 0 0,0 0 0 0 0,0 0 0 0 0,0 0 1 0 0,0 0-1 0 0,0 0 0 0 0,1 0 1 0 0,-1 0-1 0 0,0-1 0 0 0,0 1 1 0 0,0 0-1 0 0,0 0 0 0 0,1 0 0 0 0,-1 0 1 0 0,0 0-1 0 0,0 0 0 0 0,0 0 1 0 0,0 0-1 0 0,1 0 0 0 0,-1 0 0 0 0,0 0 1 0 0,0 0-1 0 0,0 0 0 0 0,0 0 1 0 0,1 0-1 0 0,-1 0 0 0 0,0 0 1 0 0,0 0-1 0 0,1 1 0 0 0,39-10 796 0 0,-12 3-519 0 0,0 0 0 0 0,0 2-1 0 0,50-1 1 0 0,17 18-146 0 0,-61-7-190 0 0,2 0-110 0 0,184 35-2203 0 0,-215-40 1901 0 0,0-1 1 0 0,-1 1-1 0 0,1-1 1 0 0,0 0-1 0 0,-1 0 0 0 0,1-1 1 0 0,0 1-1 0 0,-1-1 1 0 0,9-3-1 0 0,-13 4 376 0 0,0 0 0 0 0,0 0-1 0 0,1 0 1 0 0,-1 0-1 0 0,0 0 1 0 0,0 0 0 0 0,1-1-1 0 0,-1 1 1 0 0,0 0 0 0 0,0 0-1 0 0,1 0 1 0 0,-1-1-1 0 0,0 1 1 0 0,0 0 0 0 0,0 0-1 0 0,0 0 1 0 0,1-1 0 0 0,-1 1-1 0 0,0 0 1 0 0,0 0 0 0 0,0-1-1 0 0,0 1 1 0 0,0 0-1 0 0,0-1 1 0 0,0 1 0 0 0,1 0-1 0 0,-1 0 1 0 0,0-1 0 0 0,0 1-1 0 0,0 0 1 0 0,0-1-1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3:20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 0 2561 0 0,'-30'27'3122'0'0,"0"3"-1682"0"0,1 13-960 0 0,-1 8-79 0 0,30 6-1 0 0,-30 5-160 0 0,1 0-160 0 0,-1-12-80 0 0,1-5-240 0 0,-1-21-961 0 0,30-12-3841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4:10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31 138 1921 0 0,'0'3'186'0'0,"0"-5"6"0"0,0-9 170 0 0,-1 10-342 0 0,1 0 0 0 0,0 0 0 0 0,0 0 0 0 0,0 0 0 0 0,0 0 0 0 0,0 0 0 0 0,1 0 0 0 0,-1 0 0 0 0,0-1 0 0 0,0 1 0 0 0,1 0 0 0 0,-1 0 0 0 0,1 0 0 0 0,-1 0 0 0 0,1 0 0 0 0,-1 0 0 0 0,1 0 0 0 0,0 0 0 0 0,72-25-513 0 0,-72 25 455 0 0,0 1 0 0 0,-1-1 0 0 0,1 0 0 0 0,-1 1 0 0 0,1-1 0 0 0,-1 0 0 0 0,1 0 0 0 0,-1 1 0 0 0,0-1 0 0 0,1 0 0 0 0,-1 0 0 0 0,0 0-1 0 0,0 1 1 0 0,0-1 0 0 0,1 0 0 0 0,-1 0 0 0 0,0 0 0 0 0,0 0 0 0 0,0 1 0 0 0,0-1 0 0 0,0 0 0 0 0,-1 0 0 0 0,1 0 0 0 0,0-1 0 0 0,-1-1-265 0 0,1 4 301 0 0,0-1 0 0 0,-1 1 0 0 0,1 0-1 0 0,-1-1 1 0 0,1 1 0 0 0,0-1 0 0 0,-1 1 0 0 0,1-1 0 0 0,-1 0 0 0 0,0 1 0 0 0,1-1-1 0 0,-1 1 1 0 0,1-1 0 0 0,-1 0 0 0 0,1 1 0 0 0,-1-1 0 0 0,0 0 0 0 0,1 0 0 0 0,-1 0 0 0 0,0 1-1 0 0,1-1 1 0 0,-1 0 0 0 0,0 0 0 0 0,1 0 0 0 0,-1 0 0 0 0,0 0 0 0 0,-1-1 0 0 0,-14 5 408 0 0,0-2 367 0 0,1 0 1 0 0,-28 0 0 0 0,38-2-134 0 0,5 0-635 0 0,-1 0-1 0 0,1 0 1 0 0,0-1 0 0 0,0 1-1 0 0,0 0 1 0 0,0 0-1 0 0,0 0 1 0 0,0-1 0 0 0,0 1-1 0 0,0 0 1 0 0,0 0-1 0 0,0-1 1 0 0,0 1 0 0 0,0 0-1 0 0,0 0 1 0 0,0 0-1 0 0,0-1 1 0 0,0 1 0 0 0,0 0-1 0 0,0 0 1 0 0,0-1-1 0 0,0 1 1 0 0,0 0 0 0 0,0 0-1 0 0,0 0 1 0 0,0-1 0 0 0,0 1-1 0 0,0 0 1 0 0,0 0-1 0 0,1 0 1 0 0,-1-1 0 0 0,0 1-1 0 0,0 0 1 0 0,0 0-1 0 0,0 0 1 0 0,1 0 0 0 0,-1 0-1 0 0,0-1 1 0 0,0 1-1 0 0,0 0 1 0 0,0 0 0 0 0,1 0-1 0 0,-1 0 1 0 0,0 0-1 0 0,0 0 1 0 0,1 0 0 0 0,-1 0-1 0 0,0 0 1 0 0,0 0 0 0 0,0 0-1 0 0,1 0 1 0 0,-1 0-1 0 0,0 0 1 0 0,1 0 0 0 0,10-4-222 0 0,1 1 0 0 0,-1-1 0 0 0,0-1 0 0 0,12-7 0 0 0,21-8-833 0 0,11 1-550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4:11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39 560 0 0,'-22'6'781'0'0,"15"-4"-96"0"0,11-3 557 0 0,4 0-1140 0 0,5-5-111 0 0,-9-19 90 0 0,-4 24-66 0 0,0 0-1 0 0,-1 1 1 0 0,1-1 0 0 0,0 1 0 0 0,0-1 0 0 0,0 0 0 0 0,0 1 0 0 0,-1-1 0 0 0,1 1 0 0 0,0-1 0 0 0,-1 1 0 0 0,1-1 0 0 0,0 1 0 0 0,-1-1 0 0 0,1 1 0 0 0,-1-1 0 0 0,1 1 0 0 0,-1-1-1 0 0,1 1 1 0 0,-1 0 0 0 0,1-1 0 0 0,-1 1 0 0 0,1 0 0 0 0,-1-1 0 0 0,0 1 0 0 0,1 0 0 0 0,-1 0 0 0 0,1 0 0 0 0,-1-1 0 0 0,0 1 0 0 0,1 0 0 0 0,-1 0 0 0 0,1 0 0 0 0,-1 0 0 0 0,0 0-1 0 0,1 0 1 0 0,-1 0 0 0 0,0 0 0 0 0,1 1 0 0 0,-1-1 0 0 0,1 0 0 0 0,-2 0 0 0 0,-2 1 50 0 0,-1-1 108 0 0,10 0-13 0 0,15 0-13 0 0,-15 0 266 0 0,-5 0-399 0 0,0 0-1 0 0,0 0 1 0 0,0 0-1 0 0,0 0 1 0 0,0 0-1 0 0,0 1 1 0 0,1-1 0 0 0,-1 0-1 0 0,0 0 1 0 0,0 0-1 0 0,0 0 1 0 0,0 0-1 0 0,0 1 1 0 0,0-1-1 0 0,0 0 1 0 0,0 0-1 0 0,0 0 1 0 0,0 0-1 0 0,0 1 1 0 0,0-1-1 0 0,0 0 1 0 0,0 0-1 0 0,0 0 1 0 0,0 0 0 0 0,0 1-1 0 0,0-1 1 0 0,0 0-1 0 0,0 0 1 0 0,0 0-1 0 0,-1 0 1 0 0,1 0-1 0 0,0 1 1 0 0,0-1-1 0 0,0 0 1 0 0,0 0-1 0 0,0 0 1 0 0,0 0-1 0 0,0 0 1 0 0,0 0 0 0 0,-1 1-1 0 0,1-1 1 0 0,0 0-1 0 0,0 0 1 0 0,0 0-1 0 0,0 0 1 0 0,0 0-1 0 0,-1 0 1 0 0,1 0-1 0 0,0 0 1 0 0,0 0-1 0 0,0 0 1 0 0,0 0-1 0 0,-1 0 1 0 0,1 0-1 0 0,0 0 1 0 0,0 0 0 0 0,0 0-1 0 0,0 0 1 0 0,-1 0-1 0 0,1 0 1 0 0,0 0-1 0 0,0 0 1 0 0,0 0-1 0 0,0 0 1 0 0,0 0-1 0 0,-1 0 1 0 0,1 0-1 0 0,0 0 1 0 0,0-1-1 0 0,-20 1 254 0 0,15 0 427 0 0,5 0-686 0 0,0 1 1 0 0,0-1 0 0 0,1 0-1 0 0,-1 0 1 0 0,0 0-1 0 0,0 0 1 0 0,0 0-1 0 0,0 1 1 0 0,0-1-1 0 0,0 0 1 0 0,0 0 0 0 0,0 0-1 0 0,0 0 1 0 0,0 1-1 0 0,0-1 1 0 0,0 0-1 0 0,0 0 1 0 0,0 0 0 0 0,0 0-1 0 0,0 1 1 0 0,0-1-1 0 0,0 0 1 0 0,0 0-1 0 0,0 0 1 0 0,0 1-1 0 0,0-1 1 0 0,0 0 0 0 0,0 0-1 0 0,0 0 1 0 0,0 0-1 0 0,0 0 1 0 0,0 1-1 0 0,0-1 1 0 0,-1 0-1 0 0,1 0 1 0 0,0 0 0 0 0,0 0-1 0 0,0 0 1 0 0,0 0-1 0 0,0 1 1 0 0,0-1-1 0 0,-1 0 1 0 0,1 0 0 0 0,0 0-1 0 0,0 0 1 0 0,0 0-1 0 0,0 0 1 0 0,-1 0-1 0 0,1 0 1 0 0,0 0-1 0 0,0 0 1 0 0,0 0 0 0 0,0 0-1 0 0,-1 0 1 0 0,1 0-1 0 0,0 0 1 0 0,0 0-1 0 0,0 0 1 0 0,0 0 0 0 0,-1 0-1 0 0,1 0 1 0 0,0 0-1 0 0,0 0 1 0 0,0 0-1 0 0,0 0 1 0 0,-1 0-1 0 0,0 0 44 0 0,0-1-36 0 0,0 1 0 0 0,0 0 0 0 0,0 0 0 0 0,0 0 1 0 0,0 0-1 0 0,0 0 0 0 0,0 0 0 0 0,0 0 0 0 0,0 1 0 0 0,0-1 0 0 0,0 0 0 0 0,0 0 0 0 0,0 1 0 0 0,0-1 0 0 0,0 0 0 0 0,0 1 0 0 0,0-1 0 0 0,1 1 1 0 0,-1 0-1 0 0,0-1 0 0 0,0 1 0 0 0,1 0 0 0 0,-1-1 0 0 0,-1 2 0 0 0,2-1-7 0 0,0 0 0 0 0,0 0 0 0 0,0 1 0 0 0,-1-1 0 0 0,1 0 0 0 0,0 0 0 0 0,-1 0 0 0 0,1 0 0 0 0,-1 0 0 0 0,0 1 0 0 0,1-1 0 0 0,-1 0 0 0 0,0 0 0 0 0,0-1 0 0 0,1 1 0 0 0,-1 0 0 0 0,0 0 0 0 0,0 0 0 0 0,0 0 0 0 0,-2 0 0 0 0,-7 10 69 0 0,0 19 82 0 0,3-14-101 0 0,4-10-30 0 0,0 0 0 0 0,1 1 0 0 0,0-1 0 0 0,0 1 0 0 0,0-1 0 0 0,1 1 0 0 0,0 0 0 0 0,-1 9 0 0 0,2 229 691 0 0,0-244-717 0 0,0 0 0 0 0,0 0-1 0 0,1 1 1 0 0,-1-1 0 0 0,0 0 0 0 0,0 0-1 0 0,1 1 1 0 0,-1-1 0 0 0,1 0-1 0 0,-1 0 1 0 0,1 0 0 0 0,-1 0 0 0 0,1 0-1 0 0,0 1 1 0 0,0-1 0 0 0,-1 0-1 0 0,1-1 1 0 0,0 1 0 0 0,0 0 0 0 0,0 0-1 0 0,0 0 1 0 0,0 0 0 0 0,0-1 0 0 0,0 1-1 0 0,0 0 1 0 0,1-1 0 0 0,0 1-1 0 0,37 7-64 0 0,-39-8 62 0 0,30 0-14 0 0,-20-2 57 0 0,1 1 0 0 0,-1-2 0 0 0,0 1-1 0 0,0-2 1 0 0,-1 1 0 0 0,1-1 0 0 0,-1 0 0 0 0,0-1-1 0 0,0 0 1 0 0,0-1 0 0 0,12-9 0 0 0,50-31 324 0 0,35-8 37 0 0,2 4 1 0 0,180-55 0 0 0,-213 83-343 0 0,96-16 0 0 0,-61 16-400 0 0,-97 19 120 0 0,1 1 1 0 0,-1 0-1 0 0,1 1 0 0 0,15 0 1 0 0,-25 1 124 0 0,-1 0 0 0 0,1 0 0 0 0,-1 1 0 0 0,1 0 0 0 0,-1-1 0 0 0,0 1 0 0 0,1 0 0 0 0,-1 1 0 0 0,0-1 0 0 0,0 0 0 0 0,0 1 0 0 0,0 0 0 0 0,0 0 0 0 0,0 0 0 0 0,0 0 0 0 0,-1 0 0 0 0,1 0 0 0 0,-1 1 0 0 0,4 4 0 0 0,-6-7 19 0 0,1 1 0 0 0,-1-1 0 0 0,1 1 0 0 0,-1 0 0 0 0,0-1 0 0 0,0 1 0 0 0,1-1 0 0 0,-1 1 0 0 0,0 0 0 0 0,0-1 0 0 0,0 1 0 0 0,1 0 0 0 0,-1-1 0 0 0,0 1 0 0 0,0 0 0 0 0,0-1 0 0 0,0 1 0 0 0,0-1 0 0 0,0 1 0 0 0,-1 0 0 0 0,1-1 0 0 0,0 1 0 0 0,0 0 0 0 0,0-1 0 0 0,-1 1 0 0 0,1-1 0 0 0,0 1 0 0 0,0 0 0 0 0,-1-1 0 0 0,0 2 0 0 0,-24 17-4008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4:14.5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1 127 2001 0 0,'29'-26'1200'0'0,"-29"7"-879"0"0,0 13-241 0 0,0 1-160 0 0,0-3 80 0 0,0 3 0 0 0,0-1-80 0 0,0-2 80 0 0,0-3-80 0 0,30 5-161 0 0,-30-1-79 0 0,0 1-240 0 0,30-7-721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4:16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1055 301 240 0 0,'0'0'1241'0'0,"0"6"2160"0"0,0-6-3369 0 0,0-1-1 0 0,0 1 1 0 0,-1-1-1 0 0,1 0 1 0 0,0 1-1 0 0,0 0 1 0 0,-1-1-1 0 0,1 1 1 0 0,0-1-1 0 0,-1 1 1 0 0,1-1-1 0 0,0 1 1 0 0,-1 0-1 0 0,1-1 1 0 0,-1 1-1 0 0,1-1 1 0 0,-1 1-1 0 0,1 0 1 0 0,0 0-1 0 0,-1-1 0 0 0,1 1 1 0 0,-1 0-1 0 0,0 0 1 0 0,1 0-1 0 0,-1-1 1 0 0,1 1-1 0 0,-1 0 1 0 0,1 0-1 0 0,-1 0 1 0 0,1 0-1 0 0,-1 0 1 0 0,1 0-1 0 0,-1 0 1 0 0,0 0-1 0 0,0 1 1 0 0,1-1-23 0 0,-1 0 0 0 0,1 0 0 0 0,-1 0 0 0 0,1 0 0 0 0,-1 0 0 0 0,1 0 0 0 0,-1 0 0 0 0,1 0 0 0 0,-1 0 0 0 0,1 0 0 0 0,-1 0 0 0 0,1 0 0 0 0,0 0 0 0 0,-1-1 0 0 0,1 1 0 0 0,-1 0 0 0 0,1 0 0 0 0,-1 0 0 0 0,1-1 0 0 0,0 1 0 0 0,-1 0 1 0 0,1-1-1 0 0,-1 1 0 0 0,1 0 0 0 0,0-1 0 0 0,-1 1 0 0 0,1 0 0 0 0,0-1 0 0 0,0 1 0 0 0,-1-1 0 0 0,1 1 0 0 0,0 0 0 0 0,-1-2 0 0 0,-3 0 231 0 0,-16-2-56 0 0,4 0-36 0 0,-1 0-1 0 0,-19-9 1 0 0,31 12-131 0 0,1 0 1 0 0,-1 0-1 0 0,1 0 1 0 0,-1 0-1 0 0,0 1 1 0 0,-5 0-1 0 0,2-1 9 0 0,0 1 1 0 0,0-1-1 0 0,0 0 0 0 0,-10-3 0 0 0,-66-13 54 0 0,59 16-80 0 0,-5 1 0 0 0,1 1 0 0 0,-60 8 67 0 0,30 1-54 0 0,29-6 1 0 0,18-2 0 0 0,-1 0 0 0 0,1 1 0 0 0,-20 7 0 0 0,12-3-3 0 0,-4 1-11 0 0,23-8 0 0 0,1 0 0 0 0,0 0 0 0 0,-1 0 0 0 0,1 0 0 0 0,0 0 0 0 0,-1 1 0 0 0,1-1 0 0 0,0 0 0 0 0,0 0 0 0 0,-1 0 0 0 0,1 0 0 0 0,0 0 0 0 0,-1 1 0 0 0,1-1 0 0 0,0 0 0 0 0,0 0 0 0 0,0 0 0 0 0,-1 1 0 0 0,1-1 0 0 0,0 0 0 0 0,0 0 0 0 0,0 1 0 0 0,-1-1 0 0 0,1 0 0 0 0,0 0 0 0 0,0 1 0 0 0,0-1 0 0 0,0 0 0 0 0,0 1 0 0 0,0-1 0 0 0,0 0 0 0 0,0 0 0 0 0,0 1 0 0 0,0-1 0 0 0,0 1 0 0 0,-3 3 0 0 0,-16 6-12 0 0,1 1 1 0 0,1 1-1 0 0,0 1 1 0 0,0 0-1 0 0,1 1 1 0 0,-24 28 0 0 0,35-37 10 0 0,-44 31 1 0 0,27-2-48 0 0,19-28 44 0 0,-1 0 0 0 0,0 0 0 0 0,0 0 0 0 0,0-1 0 0 0,0 0 0 0 0,-1 0 0 0 0,-8 7 0 0 0,-36 27 4 0 0,48-39 0 0 0,1 1 0 0 0,0-1 0 0 0,-1 0 0 0 0,1 0 0 0 0,0 1 0 0 0,-1-1 0 0 0,1 0 0 0 0,0 0 0 0 0,0 1 0 0 0,-1-1 0 0 0,1 0 0 0 0,0 1 0 0 0,0-1 0 0 0,-1 0 0 0 0,1 1 0 0 0,0-1 0 0 0,0 0 0 0 0,0 1 0 0 0,0-1 0 0 0,0 1 0 0 0,0-1 0 0 0,0 0 0 0 0,0 1 0 0 0,0-1 0 0 0,0 0 0 0 0,0 1 0 0 0,0-1 0 0 0,0 1 0 0 0,0 0 0 0 0,0-1 0 0 0,0 0 0 0 0,0 1 0 0 0,0-1 0 0 0,0 0 0 0 0,0 1 0 0 0,0-1 0 0 0,0 0 0 0 0,0 1 0 0 0,0-1 0 0 0,0 0 0 0 0,0 0 0 0 0,0 1 0 0 0,0-1 0 0 0,0 0 0 0 0,0 1 0 0 0,0-1 0 0 0,-1 0 0 0 0,1 1 0 0 0,0-1 0 0 0,0 0 0 0 0,0 0 0 0 0,0 1 0 0 0,-1-1 0 0 0,1 0 0 0 0,0 0 0 0 0,0 1 0 0 0,-1-1 0 0 0,1 0 0 0 0,0 0 0 0 0,0 0 0 0 0,-1 0 0 0 0,1 1 0 0 0,0-1 0 0 0,-1 0 0 0 0,1 0 0 0 0,-13 5 0 0 0,11-5 0 0 0,0 1 0 0 0,0-1 0 0 0,0 1 0 0 0,0-1 0 0 0,0 1 0 0 0,0 0 0 0 0,0 0 0 0 0,1 0 0 0 0,-1 0 0 0 0,0 0 0 0 0,0 0 0 0 0,1 1 0 0 0,-1-1 0 0 0,1 0 0 0 0,-1 1 0 0 0,1 0 0 0 0,-1-1 0 0 0,1 1 0 0 0,0 0 0 0 0,0-1 0 0 0,0 1 0 0 0,0 0 0 0 0,0 0 0 0 0,0 0 0 0 0,1 0 0 0 0,-1 0 0 0 0,0 0 0 0 0,1 0 0 0 0,0 0 0 0 0,-1 3 0 0 0,1 56-66 0 0,5-60 119 0 0,20 1-51 0 0,-23 2-27 0 0,1 3 8 0 0,-1-5 18 0 0,0-1 5 0 0,0 1-1 0 0,-1-1 0 0 0,1 0 1 0 0,-1 1-1 0 0,1-1 1 0 0,-1 1-1 0 0,0-1 0 0 0,1 1 1 0 0,-1-1-1 0 0,0 1 1 0 0,0 0-1 0 0,0 0 0 0 0,0 0 1 0 0,-1 0-1 0 0,1 0 1 0 0,0-1-1 0 0,-1 1 1 0 0,1 0-1 0 0,-1 0 0 0 0,0 1 1 0 0,1 1-1 0 0,-2-3-3 0 0,1 0 0 0 0,0 0-1 0 0,0 0 1 0 0,0 0 0 0 0,0 0 0 0 0,1-1-1 0 0,-1 1 1 0 0,0 0 0 0 0,0 0 0 0 0,0 0-1 0 0,1 0 1 0 0,-1 0 0 0 0,0-1 0 0 0,1 1-1 0 0,-1 0 1 0 0,1 0 0 0 0,-1-1 0 0 0,1 1-1 0 0,-1 0 1 0 0,1 0 0 0 0,-1-1-1 0 0,1 1 1 0 0,0-1 0 0 0,0 1 0 0 0,-1-1-1 0 0,1 1 1 0 0,0-1 0 0 0,0 1 0 0 0,-1-1-1 0 0,1 1 1 0 0,0-1 0 0 0,0 0 0 0 0,1 1-1 0 0,6 2 20 0 0,-7-3-20 0 0,-1 0-1 0 0,0 1 1 0 0,1-1-1 0 0,-1 0 1 0 0,0 0-1 0 0,1 1 1 0 0,-1-1-1 0 0,0 0 1 0 0,0 1-1 0 0,1-1 1 0 0,-1 0-1 0 0,0 1 1 0 0,0-1-1 0 0,0 0 1 0 0,1 1-1 0 0,-1-1 1 0 0,0 1-1 0 0,0-1 1 0 0,0 0-1 0 0,0 1 1 0 0,0-1-1 0 0,0 1 1 0 0,0-1-1 0 0,0 0 1 0 0,0 1-1 0 0,0 0 1 0 0,-1 2-1 0 0,7 1 0 0 0,9 3 0 0 0,43 11 0 0 0,-58-17-1 0 0,1-1 1 0 0,-1 0 0 0 0,0 0 0 0 0,1 0 0 0 0,-1 0 0 0 0,0 0 0 0 0,0 0 0 0 0,0 0 0 0 0,1 0 0 0 0,-1 0-1 0 0,0 1 1 0 0,0-1 0 0 0,1 0 0 0 0,-1 0 0 0 0,0 0 0 0 0,0 1 0 0 0,0-1 0 0 0,0 0 0 0 0,1 0 0 0 0,-1 0-1 0 0,0 1 1 0 0,0-1 0 0 0,0 0 0 0 0,0 0 0 0 0,0 1 0 0 0,0-1 0 0 0,0 0 0 0 0,0 0 0 0 0,0 1 0 0 0,1-1-1 0 0,-1 0 1 0 0,0 0 0 0 0,0 1 0 0 0,4 5 17 0 0,17 2 27 0 0,0-2 1 0 0,26 4-1 0 0,-22-9-30 0 0,93 11 212 0 0,-108-14-216 0 0,39 11 7 0 0,-18-4 42 0 0,-1-2 0 0 0,40 0 0 0 0,36 4 84 0 0,-56-4-74 0 0,79-3-1 0 0,-47-2-58 0 0,101-7 57 0 0,18-18-9 0 0,32-8-23 0 0,-174 36-35 0 0,-30 0 0 0 0,15 5 49 0 0,-1-2 0 0 0,46-1 1 0 0,-52-4-38 0 0,106-4 55 0 0,-84-4-54 0 0,119-10-13 0 0,-95 8 13 0 0,-22 0 164 0 0,-1-3-1 0 0,0-2 0 0 0,-2-3 0 0 0,58-27 0 0 0,-114 45-173 0 0,0 1 1 0 0,0-1-1 0 0,-1 0 0 0 0,1 0 1 0 0,0 0-1 0 0,-1 0 0 0 0,1 0 1 0 0,-1 0-1 0 0,1 0 0 0 0,-1-1 1 0 0,0 1-1 0 0,0 0 0 0 0,1-1 1 0 0,-1 1-1 0 0,0-1 0 0 0,0 1 1 0 0,1-4-1 0 0,-1 1 23 0 0,0 0 1 0 0,0 0 0 0 0,-1-1-1 0 0,1 1 1 0 0,-1 0-1 0 0,-1-7 1 0 0,1-3 100 0 0,0 5-74 0 0,1 7-46 0 0,-1-1 0 0 0,0 1 0 0 0,0 0 1 0 0,0 0-1 0 0,0 0 0 0 0,0 0 0 0 0,0 0 0 0 0,0 0 0 0 0,-1 0 1 0 0,1 0-1 0 0,-1 0 0 0 0,0 0 0 0 0,1 0 0 0 0,-3-3 0 0 0,-6-2 6 0 0,8 7-9 0 0,0-1 0 0 0,0 0-1 0 0,0 1 1 0 0,0-1 0 0 0,0 0 0 0 0,0 0-1 0 0,0 1 1 0 0,0-1 0 0 0,1 0 0 0 0,-1 0-1 0 0,0 0 1 0 0,1 0 0 0 0,-1 0 0 0 0,0 0 0 0 0,1 0-1 0 0,-1 0 1 0 0,1-1 0 0 0,0 1 0 0 0,-1 0-1 0 0,1 0 1 0 0,0 0 0 0 0,0 0 0 0 0,-1-1-1 0 0,1-1 1 0 0,0 1 7 0 0,0 1 0 0 0,0-1-1 0 0,0 0 1 0 0,-1 0 0 0 0,1 0-1 0 0,-1 0 1 0 0,0 1 0 0 0,1-1-1 0 0,-1 0 1 0 0,0 0 0 0 0,0 1-1 0 0,0-1 1 0 0,0 1 0 0 0,0-1-1 0 0,0 1 1 0 0,-1-1 0 0 0,-2-2-1 0 0,-4-5 25 0 0,-22-30 125 0 0,29 38-152 0 0,1-1 0 0 0,-1 1 0 0 0,1-1 0 0 0,-1 1 0 0 0,1-1 0 0 0,-1 0 0 0 0,1 1 0 0 0,0-1 0 0 0,0 0 0 0 0,0 1 0 0 0,0-1-1 0 0,0 0 1 0 0,1-1 0 0 0,-1 2-1 0 0,0-1-1 0 0,0 1 1 0 0,1 0-1 0 0,-1 0 1 0 0,0-1-1 0 0,0 1 1 0 0,0 0-1 0 0,0 0 0 0 0,-1-1 1 0 0,1 1-1 0 0,0 0 1 0 0,0 0-1 0 0,-1 0 1 0 0,1-1-1 0 0,-1 1 1 0 0,1 0-1 0 0,-1 0 1 0 0,1 0-1 0 0,-1 0 1 0 0,0 0-1 0 0,-1-1 0 0 0,-41-28 53 0 0,-27-15 29 0 0,63 41-59 0 0,0-1-1 0 0,0 0 1 0 0,1 0-1 0 0,-12-13 1 0 0,12 11 6 0 0,-1 1 1 0 0,1 0-1 0 0,-1 0 1 0 0,-11-7-1 0 0,-68-39 324 0 0,59 34-223 0 0,-1 0 1 0 0,-1 3-1 0 0,0 0 0 0 0,-48-16 1 0 0,-22 5 130 0 0,-197-23-1 0 0,151 29-362 0 0,55 6 47 0 0,-155-2-1 0 0,219 16-198 0 0,0 1 1 0 0,0 2-1 0 0,0 0 0 0 0,1 2 0 0 0,0 1 0 0 0,0 1 0 0 0,0 1 1 0 0,1 1-1 0 0,0 1 0 0 0,-33 19 0 0 0,51-25-49 0 0,0 0 1 0 0,1 1-1 0 0,-1 0 1 0 0,1-1-1 0 0,0 2 1 0 0,0-1-1 0 0,1 0 1 0 0,-1 1-1 0 0,1 0 1 0 0,1 0-1 0 0,-1 0 0 0 0,-2 7 1 0 0,5-8-356 0 0,-1-1 0 0 0,2 0 1 0 0,-1 0-1 0 0,0 1 0 0 0,1-1 1 0 0,0 8-1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4:29.2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1881 61 1841 0 0,'-99'-22'3789'0'0,"89"20"-3683"0"0,10 2-96 0 0,-1 0 0 0 0,1 0-1 0 0,-1 0 1 0 0,1 0 0 0 0,0 0 0 0 0,-1 0 0 0 0,1 0-1 0 0,0 0 1 0 0,-1 0 0 0 0,1 0 0 0 0,0 0 0 0 0,-1 0 0 0 0,1 0-1 0 0,0 0 1 0 0,-1-1 0 0 0,1 1 0 0 0,0 0 0 0 0,-1 0-1 0 0,1 0 1 0 0,0 0 0 0 0,-1-1 0 0 0,1 1 0 0 0,0 0-1 0 0,0 0 1 0 0,-1-1 0 0 0,1 1 0 0 0,0 0 0 0 0,0 0-1 0 0,0-1 1 0 0,-1 1 0 0 0,1 0 0 0 0,0-1 0 0 0,0 1 0 0 0,0 0-1 0 0,0-1 1 0 0,0 1 0 0 0,-1 0 0 0 0,1-1 0 0 0,0 1-1 0 0,0 0 1 0 0,0-1 0 0 0,0 1 0 0 0,0 0 0 0 0,0-1-1 0 0,0 1 1 0 0,0-1 0 0 0,0 1 0 0 0,1 0 0 0 0,-1-1 0 0 0,0 1-4 0 0,0 0 1 0 0,0-1 0 0 0,0 1-1 0 0,0 0 1 0 0,0 0 0 0 0,0 0 0 0 0,0-1-1 0 0,0 1 1 0 0,1 0 0 0 0,-1 0 0 0 0,0 0-1 0 0,0-1 1 0 0,0 1 0 0 0,-1 0-1 0 0,1 0 1 0 0,0 0 0 0 0,0-1 0 0 0,0 1-1 0 0,0 0 1 0 0,0 0 0 0 0,0 0 0 0 0,0-1-1 0 0,0 1 1 0 0,0 0 0 0 0,0 0-1 0 0,0 0 1 0 0,-1-1 0 0 0,1 1 0 0 0,0 0-1 0 0,0 0 1 0 0,0 0 0 0 0,0 0 0 0 0,0 0-1 0 0,-1-1 1 0 0,1 1 0 0 0,0 0 0 0 0,0 0-1 0 0,0 0 1 0 0,-1 0 0 0 0,1 0-1 0 0,0 0 1 0 0,0 0 0 0 0,0 0 0 0 0,-1 0-1 0 0,1 0 1 0 0,0 0 0 0 0,0 0 0 0 0,0 0-1 0 0,-1 0 1 0 0,-21-5 256 0 0,3 1-168 0 0,1 0 1 0 0,-1 2-1 0 0,0 0 1 0 0,0 1-1 0 0,0 1 1 0 0,0 0 0 0 0,-34 6-1 0 0,-40 18-10 0 0,-155 59 0 0 0,185-59-95 0 0,38-13-6 0 0,0 2-1 0 0,1 1 1 0 0,-33 25 0 0 0,45-30 15 0 0,-30 25-3 0 0,34-26 8 0 0,-1-1 1 0 0,0 1-1 0 0,-17 9 0 0 0,-30 16-11 0 0,-60 47 1 0 0,-3-6 86 0 0,109-68-89 0 0,-1 0 0 0 0,1 0 0 0 0,-2-1 0 0 0,-22 8 0 0 0,-7 3-40 0 0,37-15 43 0 0,1 1 0 0 0,-1 1 0 0 0,1-1 0 0 0,0 0 0 0 0,0 1 0 0 0,0-1 0 0 0,0 1 0 0 0,-3 4 0 0 0,-21 17 60 0 0,16-18-43 0 0,1 1-1 0 0,1 0 0 0 0,-1 1 1 0 0,1-1-1 0 0,0 2 0 0 0,1-1 1 0 0,0 2-1 0 0,-12 17 1 0 0,14-20-19 0 0,0-1 1 0 0,0 1 0 0 0,-1-2-1 0 0,-8 7 1 0 0,8-7 12 0 0,0 1-1 0 0,1-1 1 0 0,-1 1 0 0 0,-5 8-1 0 0,-4 8 3 0 0,-27 30 0 0 0,41-50-7 0 0,2 0 0 0 0,-1-1 0 0 0,0 1 0 0 0,0 0 0 0 0,0 0 0 0 0,1-1 0 0 0,-1 1 0 0 0,1 0 0 0 0,0 0 0 0 0,-1 0 0 0 0,1 0 0 0 0,0-1 0 0 0,0 1 0 0 0,0 0 0 0 0,0 0 0 0 0,1 0 0 0 0,-1 0 0 0 0,0 0 0 0 0,2 2 0 0 0,-2-2 0 0 0,1 0 0 0 0,-1 0 0 0 0,0-1 0 0 0,1 1 0 0 0,-1 0 0 0 0,0 0 0 0 0,0 0 0 0 0,0 0 0 0 0,0 0 0 0 0,0 0 0 0 0,-1-1 0 0 0,1 1 0 0 0,-1 0 0 0 0,1 0 0 0 0,-1 0 0 0 0,1-1 0 0 0,-1 1 0 0 0,0 0 0 0 0,-1 2 0 0 0,-6 3 0 0 0,7-6-3 0 0,0 0 0 0 0,-1 0 0 0 0,1 0 0 0 0,0 1 0 0 0,-1-1 0 0 0,1 1 0 0 0,0-1 0 0 0,0 1 0 0 0,0-1 0 0 0,0 1 0 0 0,1 0 0 0 0,-1-1 0 0 0,0 1-1 0 0,1 0 1 0 0,-1 0 0 0 0,1-1 0 0 0,-1 1 0 0 0,1 0 0 0 0,0 0 0 0 0,0 0 0 0 0,0 1 0 0 0,0 1 2 0 0,0-1-1 0 0,-1 0 1 0 0,1 0 0 0 0,-1 0-1 0 0,0 0 1 0 0,0 0 0 0 0,0 0 0 0 0,0 0-1 0 0,-1 0 1 0 0,1 0 0 0 0,-1 0-1 0 0,-2 3 1 0 0,3-3 1 0 0,-1 0 1 0 0,0-1-1 0 0,0 2 0 0 0,1-1 0 0 0,0 0 1 0 0,-1 0-1 0 0,1 0 0 0 0,1 1 0 0 0,-1-1 1 0 0,0 0-1 0 0,1 1 0 0 0,-1 3 1 0 0,2 7-1 0 0,-1-10 0 0 0,0 1 0 0 0,0-1 0 0 0,0 1 0 0 0,0-1 0 0 0,0 1 0 0 0,-1-1 0 0 0,0 1 0 0 0,-3 7 0 0 0,-15 20 0 0 0,9 3 0 0 0,0-16-9 0 0,8-15 4 0 0,0-1 0 0 0,0 1 0 0 0,1-1 0 0 0,-1 1 0 0 0,1 0 1 0 0,-1 0-1 0 0,1 0 0 0 0,1 0 0 0 0,-1 0 0 0 0,1 0 1 0 0,-1 4-1 0 0,1 157-9 0 0,0-161 14 0 0,-1 0 0 0 0,1 0 0 0 0,-1 0 0 0 0,0 0 0 0 0,0 0 0 0 0,0 0 0 0 0,0 0 0 0 0,-1-1 0 0 0,0 1-1 0 0,-3 4 1 0 0,3-4 2 0 0,0 0-1 0 0,0 0 0 0 0,1 0 1 0 0,-1-1-1 0 0,1 2 0 0 0,0-1 1 0 0,0 0-1 0 0,0 0 0 0 0,0 0 1 0 0,0 6-1 0 0,1 108 52 0 0,0-112-53 0 0,0 1-1 0 0,-1-1 1 0 0,0 0-1 0 0,-1 1 1 0 0,0-1-1 0 0,-3 10 1 0 0,2-10 2 0 0,1 0 1 0 0,0 0-1 0 0,1 0 0 0 0,-1 1 1 0 0,1-1-1 0 0,0 12 1 0 0,1 269 490 0 0,0-282-483 0 0,-1 1 0 0 0,0-1 0 0 0,1 0 0 0 0,-2 0 0 0 0,1 0 0 0 0,0 0 0 0 0,-1 0-1 0 0,0-1 1 0 0,-3 6 0 0 0,3-5 2 0 0,-1 0-1 0 0,1 0 1 0 0,1 0-1 0 0,-1 0 0 0 0,1 0 1 0 0,-1 1-1 0 0,1-1 1 0 0,1 1-1 0 0,-1 5 1 0 0,1 4-2 0 0,-1-11-11 0 0,1 1 0 0 0,0 0 0 0 0,0-1 0 0 0,0 1 0 0 0,0-1 0 0 0,1 1 0 0 0,0 0 0 0 0,0-1 0 0 0,2 6 0 0 0,7 5-28 0 0,-8-14 27 0 0,-1 1-1 0 0,0 0 1 0 0,1 0 0 0 0,-1-1-1 0 0,0 1 1 0 0,0 0-1 0 0,0 0 1 0 0,0 0 0 0 0,0 0-1 0 0,0 1 1 0 0,-1-1-1 0 0,1 0 1 0 0,-1 0 0 0 0,0 0-1 0 0,1 5 1 0 0,-2 2 1 0 0,1-7 6 0 0,0 1 0 0 0,-1-1 1 0 0,1 1-1 0 0,0-1 0 0 0,0 0 0 0 0,1 1 0 0 0,-1-1 1 0 0,0 1-1 0 0,1-1 0 0 0,0 0 0 0 0,-1 1 0 0 0,3 2 1 0 0,8 8-6 0 0,1-1 0 0 0,0 0 0 0 0,1-1 0 0 0,18 12 0 0 0,-23-16-7 0 0,1 1 0 0 0,-1 1 1 0 0,-1-1-1 0 0,8 11 0 0 0,-8-9 41 0 0,-3 5-21 0 0,-4-14-13 0 0,0 0 0 0 0,0 0 0 0 0,0 0 0 0 0,0 0 0 0 0,0 0 0 0 0,0 0 0 0 0,1 0 0 0 0,-1 0 0 0 0,0 0 0 0 0,0 0 0 0 0,1 0 0 0 0,-1-1 0 0 0,1 1 0 0 0,-1 0 0 0 0,1 0 0 0 0,-1 0 0 0 0,2 1 0 0 0,18 15 13 0 0,-4-3 48 0 0,-14-13-61 0 0,-1 0 0 0 0,0 0-1 0 0,1 0 1 0 0,-1 1 0 0 0,0-1-1 0 0,0 0 1 0 0,0 0 0 0 0,0 1-1 0 0,0-1 1 0 0,0 1 0 0 0,0-1 0 0 0,0 1-1 0 0,0-1 1 0 0,-1 1 0 0 0,1-1-1 0 0,-1 1 1 0 0,1 0 0 0 0,-1-1 0 0 0,0 1-1 0 0,1 0 1 0 0,-1-1 0 0 0,0 1-1 0 0,0 0 1 0 0,0-1 0 0 0,-1 4 0 0 0,1 10-47 0 0,-1-11 46 0 0,1 0-1 0 0,-1-1 0 0 0,1 1 1 0 0,0 0-1 0 0,1 0 0 0 0,-1-1 0 0 0,1 1 1 0 0,-1 0-1 0 0,1-1 0 0 0,0 1 1 0 0,2 3-1 0 0,7 3 2 0 0,-9-9 0 0 0,0 0 0 0 0,1 0 0 0 0,-1 0 0 0 0,0 0 0 0 0,0 0 0 0 0,-1 0 0 0 0,1 0 0 0 0,0 0 0 0 0,0 0 0 0 0,0 0 0 0 0,-1 0 0 0 0,1 1 0 0 0,-1-1 0 0 0,1 0 0 0 0,-1 1 0 0 0,1-1 0 0 0,-1 0 0 0 0,0 1 0 0 0,1-1 0 0 0,-1 0 0 0 0,0 2 0 0 0,0-1 2 0 0,0 0 0 0 0,1-1 1 0 0,-1 1-1 0 0,0-1 0 0 0,1 1 1 0 0,0-1-1 0 0,-1 1 0 0 0,1-1 1 0 0,0 1-1 0 0,0-1 0 0 0,-1 0 1 0 0,1 1-1 0 0,0-1 0 0 0,1 0 1 0 0,-1 0-1 0 0,0 0 0 0 0,0 1 1 0 0,0-1-1 0 0,1-1 0 0 0,-1 1 1 0 0,0 0-1 0 0,1 0 0 0 0,-1 0 1 0 0,1-1-1 0 0,-1 1 0 0 0,1-1 1 0 0,-1 1-1 0 0,3 0 0 0 0,19 12 11 0 0,-18-9-9 0 0,-1 1 0 0 0,1-1 0 0 0,0 0 0 0 0,1-1 0 0 0,-1 1 0 0 0,1-1 0 0 0,8 4 0 0 0,30 19 17 0 0,-1 3-37 0 0,2-1 0 0 0,88 40-1 0 0,-82-44 13 0 0,-26-14 5 0 0,1-1 1 0 0,0-1 0 0 0,0-1-1 0 0,37 5 1 0 0,61 15 70 0 0,-68-14-72 0 0,87 9 0 0 0,-51-9 0 0 0,74 7 0 0 0,-120-16 0 0 0,-14-1-4 0 0,341 20 88 0 0,-315-26-44 0 0,86-15 0 0 0,-102 9 39 0 0,49-16 0 0 0,-81 22-64 0 0,8-3 27 0 0,0 0-1 0 0,0-2 0 0 0,-1 0 1 0 0,0-1-1 0 0,-1-1 0 0 0,0 0 0 0 0,0-1 1 0 0,25-24-1 0 0,-2 2 41 0 0,-2 5-34 0 0,70-62 77 0 0,-60 46-92 0 0,-26 25-36 0 0,24-26 0 0 0,-10 1 57 0 0,24-25 159 0 0,10-8-98 0 0,-4-2-1 0 0,75-120 1 0 0,-124 174-112 0 0,79-140-7 0 0,-7 11 21 0 0,-64 121 7 0 0,-16 23-57 0 0,-1 0 0 0 0,0 0 0 0 0,-1-1 0 0 0,0 1 0 0 0,0-1 0 0 0,-1 0 0 0 0,5-18 0 0 0,-7 12-29 0 0,-1 1 0 0 0,-1-1 0 0 0,-2-25 0 0 0,1 15 70 0 0,0 18 6 0 0,-1 0 1 0 0,0 1-1 0 0,-1-1 1 0 0,0 0-1 0 0,0 1 1 0 0,-5-13-1 0 0,-3-8 18 0 0,1-9-14 0 0,6 24-3 0 0,-1-1 1 0 0,0 1 0 0 0,-10-22-1 0 0,-11-20 12 0 0,21 39-11 0 0,4 12-11 0 0,-1 1 1 0 0,0 0-1 0 0,0 0 0 0 0,-1-1 1 0 0,1 1-1 0 0,-4-5 0 0 0,-7-7-2 0 0,-1 0 0 0 0,-1 0 0 0 0,-1 1 0 0 0,0 1 0 0 0,-33-23 0 0 0,-3-4 46 0 0,44 35-57 0 0,-1 0 0 0 0,0 0 0 0 0,0 1 0 0 0,0 1 0 0 0,-1-1 0 0 0,0 1 0 0 0,-11-3 1 0 0,-25-12-37 0 0,-88-37 98 0 0,96 45 29 0 0,0 2 0 0 0,-76-10-1 0 0,-2 1-157 0 0,-104-13 140 0 0,63 11-130 0 0,30 4 14 0 0,36 7 35 0 0,15-4 56 0 0,0-3 0 0 0,-101-37 0 0 0,170 51-34 0 0,-48-21 2 0 0,50 21-2 0 0,0 0-1 0 0,1 0 1 0 0,-1-1-1 0 0,0 0 1 0 0,1 0-1 0 0,0 0 1 0 0,0 0-1 0 0,0 0 1 0 0,0 0-1 0 0,0-1 1 0 0,-4-7-1 0 0,0-3 6 0 0,1-1 0 0 0,0 0 0 0 0,-5-19 0 0 0,10 27-9 0 0,0-1 0 0 0,0 1 1 0 0,0-1-1 0 0,1 1 0 0 0,0-1 1 0 0,0 1-1 0 0,1-1 0 0 0,0 1 1 0 0,3-10-1 0 0,24-82 11 0 0,-26 95-14 0 0,0 0-1 0 0,0 0 0 0 0,0 1 0 0 0,0-1 0 0 0,0 1 0 0 0,1-1 0 0 0,0 1 0 0 0,4-4 1 0 0,-5 5-3 0 0,0 0 1 0 0,0-1 0 0 0,0 1 0 0 0,0 0 0 0 0,0-1 0 0 0,0 1 0 0 0,0-1 0 0 0,-1 0 0 0 0,0 0-1 0 0,1 0 1 0 0,-1 1 0 0 0,0-1 0 0 0,0 0 0 0 0,-1 0 0 0 0,2-4 0 0 0,-2-3 3 0 0,0 4 0 0 0,1 0 0 0 0,-1 1 0 0 0,0-1 0 0 0,0 0 0 0 0,-1 1 0 0 0,0-1 0 0 0,0 1 0 0 0,-2-9 0 0 0,-6 10 0 0 0,-11-11 0 0 0,14 11-28 0 0,1 0 1 0 0,-1 1-1 0 0,-1 0 0 0 0,1 0 1 0 0,0 1-1 0 0,-1-1 1 0 0,1 2-1 0 0,-1-1 1 0 0,1 1-1 0 0,-1 0 0 0 0,0 0 1 0 0,0 0-1 0 0,0 1 1 0 0,-12 1-1 0 0,-20 18-812 0 0,-30 15-828 0 0,63-30 1297 0 0,1 0-1 0 0,0 0 1 0 0,0 0-1 0 0,0 0 0 0 0,1 1 1 0 0,-6 7-1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3:47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91 106 1361 0 0,'-23'-7'1634'0'0,"21"7"-1499"0"0,1-1 0 0 0,-1 1 0 0 0,1 0-1 0 0,-1 0 1 0 0,0-1 0 0 0,1 1 0 0 0,-1 0-1 0 0,1-1 1 0 0,0 0 0 0 0,-1 1 0 0 0,1-1-1 0 0,-1 0 1 0 0,1 0 0 0 0,0 0 0 0 0,0 0-1 0 0,-1 0 1 0 0,1 0 0 0 0,0 0 0 0 0,0 0-1 0 0,0 0 1 0 0,0-1 0 0 0,0 1 0 0 0,0 0-1 0 0,1-1 1 0 0,-1 1 0 0 0,0 0 0 0 0,1-1-1 0 0,-1 1 1 0 0,1-1 0 0 0,-1 1 0 0 0,1-1-1 0 0,0 1 1 0 0,0-4 0 0 0,0-8 636 0 0,0 9-265 0 0,0 7 18 0 0,-5-2-311 0 0,-15-1-40 0 0,15 0 308 0 0,5 0-481 0 0,0 1 1 0 0,-1-1-1 0 0,1 0 0 0 0,0 1 1 0 0,0-1-1 0 0,0 1 1 0 0,0-1-1 0 0,0 0 1 0 0,0 1-1 0 0,0-1 0 0 0,0 1 1 0 0,0-1-1 0 0,0 0 1 0 0,0 1-1 0 0,0-1 1 0 0,0 1-1 0 0,0-1 0 0 0,0 1 1 0 0,0-1-1 0 0,0 0 1 0 0,0 1-1 0 0,1-1 0 0 0,-1 0 1 0 0,0 1-1 0 0,0-1 1 0 0,1 1-1 0 0,-1-1 1 0 0,0 0-1 0 0,0 0 0 0 0,1 1 1 0 0,-1-1-1 0 0,0 0 1 0 0,1 1-1 0 0,-1-1 1 0 0,0 0-1 0 0,1 0 0 0 0,-1 0 1 0 0,1 1-1 0 0,-1-1 1 0 0,0 0-1 0 0,1 0 1 0 0,-1 0-1 0 0,1 0 0 0 0,-1 0 1 0 0,0 0-1 0 0,1 0 1 0 0,16 6-21 0 0,-17-6 20 0 0,0 0 0 0 0,1 1 0 0 0,-1-1 0 0 0,0 0 0 0 0,1 1 0 0 0,-1-1 0 0 0,0 0 0 0 0,1 1 0 0 0,-1-1 0 0 0,0 1 0 0 0,0-1 0 0 0,0 0 0 0 0,1 1 0 0 0,-1-1 0 0 0,0 1 0 0 0,0-1 0 0 0,0 0 0 0 0,0 1 0 0 0,0-1 0 0 0,0 1 0 0 0,0-1 0 0 0,0 1 0 0 0,0-1 0 0 0,0 1 0 0 0,0 0 0 0 0,0-1 0 0 0,0 1 0 0 0,0 0 0 0 0,0-1 0 0 0,0 1 0 0 0,0-1 0 0 0,0 1 0 0 0,1 0 0 0 0,-1-1 0 0 0,0 1 0 0 0,0-1 0 0 0,0 1 0 0 0,1-1 0 0 0,-1 1 0 0 0,0 0 0 0 0,0-1 0 0 0,1 1 0 0 0,-1-1 0 0 0,0 1 0 0 0,1-1 0 0 0,-1 0 0 0 0,1 2 0 0 0,6 1-2 0 0,-6-2 2 0 0,0-1 1 0 0,0 0 0 0 0,0 1-1 0 0,0-1 1 0 0,0 1-1 0 0,0-1 1 0 0,0 1-1 0 0,0 0 1 0 0,0-1-1 0 0,-1 1 1 0 0,1 0-1 0 0,0 0 1 0 0,0-1-1 0 0,-1 1 1 0 0,1 0-1 0 0,0 0 1 0 0,-1 0-1 0 0,1 0 1 0 0,-1 0-1 0 0,0 0 1 0 0,1 0-1 0 0,-1 0 1 0 0,0 0-1 0 0,1 0 1 0 0,-1 0-1 0 0,0 0 1 0 0,0 0-1 0 0,0 0 1 0 0,0 1-1 0 0,0 82 13 0 0,0-81-7 0 0,0-1-1 0 0,0 0 0 0 0,-1 0 0 0 0,1 1 1 0 0,-1-1-1 0 0,1 0 0 0 0,-1 0 0 0 0,0 0 0 0 0,0 0 1 0 0,0 1-1 0 0,0-1 0 0 0,0-1 0 0 0,0 1 1 0 0,-1 0-1 0 0,1 0 0 0 0,-3 3 0 0 0,-5 5 40 0 0,9-10-43 0 0,0 1 0 0 0,-1 0 0 0 0,1-1-1 0 0,-1 1 1 0 0,1 0 0 0 0,0 0 0 0 0,0-1 0 0 0,-1 1 0 0 0,1 0 0 0 0,0 0 0 0 0,0 0 0 0 0,0-1 0 0 0,0 1 0 0 0,0 0 0 0 0,0 0 0 0 0,0 0-1 0 0,0 0 1 0 0,0-1 0 0 0,0 1 0 0 0,1 0 0 0 0,-1 0 0 0 0,0 0 0 0 0,0-1 0 0 0,1 1 0 0 0,-1 0 0 0 0,1 0 0 0 0,-1-1 0 0 0,0 1 0 0 0,1 0 0 0 0,-1-1-1 0 0,1 1 1 0 0,0-1 0 0 0,-1 1 0 0 0,1 0 0 0 0,0-1 0 0 0,-1 1 0 0 0,1-1 0 0 0,0 0 0 0 0,-1 1 0 0 0,2 0 0 0 0,-1-1 1 0 0,1 1 0 0 0,-1 0 1 0 0,0 0-1 0 0,0 0 1 0 0,0 0-1 0 0,0 0 0 0 0,0 0 1 0 0,0 0-1 0 0,0 0 1 0 0,-1 0-1 0 0,1 0 0 0 0,0 0 1 0 0,-1 1-1 0 0,1-1 1 0 0,-1 0-1 0 0,1 1 0 0 0,-1-1 1 0 0,1 0-1 0 0,-1 2 0 0 0,0 134 251 0 0,0-136-253 0 0,0 0 1 0 0,0 0-1 0 0,0 0 1 0 0,0 1 0 0 0,1-1-1 0 0,-1 0 1 0 0,0 0-1 0 0,1 0 1 0 0,-1 0-1 0 0,0 0 1 0 0,1 0-1 0 0,-1 0 1 0 0,1 0-1 0 0,-1 0 1 0 0,1 0-1 0 0,0-1 1 0 0,0 1-1 0 0,-1 0 1 0 0,1 0-1 0 0,0 0 1 0 0,0-1-1 0 0,0 1 1 0 0,-1 0-1 0 0,1-1 1 0 0,0 1-1 0 0,2 0 1 0 0,6 6 24 0 0,-6-4-34 0 0,0 1 0 0 0,0 0 0 0 0,0 0 0 0 0,-1 0 0 0 0,5 8 0 0 0,5 11 16 0 0,-2-13 44 0 0,-9-9-49 0 0,1 0 1 0 0,-1 0-1 0 0,0 0 0 0 0,0 0 1 0 0,0 0-1 0 0,0 0 1 0 0,0 1-1 0 0,0-1 0 0 0,-1 0 1 0 0,1 0-1 0 0,0 1 1 0 0,-1-1-1 0 0,1 0 0 0 0,-1 1 1 0 0,1-1-1 0 0,-1 1 0 0 0,1-1 1 0 0,-1 1-1 0 0,0 2 1 0 0,0-4-5 0 0,0 1 0 0 0,0 0 0 0 0,0 0 1 0 0,0 0-1 0 0,0 0 0 0 0,1-1 0 0 0,-1 1 0 0 0,0 0 1 0 0,0 0-1 0 0,1-1 0 0 0,-1 1 0 0 0,0 0 1 0 0,1 0-1 0 0,-1-1 0 0 0,1 1 0 0 0,-1 0 0 0 0,1-1 1 0 0,-1 1-1 0 0,1-1 0 0 0,0 1 0 0 0,-1-1 1 0 0,1 1-1 0 0,-1-1 0 0 0,1 1 0 0 0,0-1 1 0 0,0 1-1 0 0,-1-1 0 0 0,1 0 0 0 0,0 0 0 0 0,0 1 1 0 0,-1-1-1 0 0,1 0 0 0 0,1 0 0 0 0,-1 0 3 0 0,-1 0 0 0 0,1 0 1 0 0,-1 1-1 0 0,1-1 0 0 0,-1 0 0 0 0,1 0 0 0 0,-1 0 0 0 0,1 0 0 0 0,0 1 0 0 0,-1-1 0 0 0,1 0 0 0 0,-1 1 0 0 0,0-1 0 0 0,1 0 0 0 0,-1 1 1 0 0,1-1-1 0 0,-1 0 0 0 0,1 1 0 0 0,-1-1 0 0 0,0 1 0 0 0,1-1 0 0 0,-1 1 0 0 0,0-1 0 0 0,0 1 0 0 0,1-1 0 0 0,-1 1 0 0 0,0-1 0 0 0,0 1 0 0 0,0-1 1 0 0,1 1-1 0 0,-1 0 0 0 0,0 1-176 0 0,0-2 172 0 0,-1-1 0 0 0,1 1-1 0 0,0 0 1 0 0,0 0-1 0 0,0 0 1 0 0,0 0 0 0 0,0 0-1 0 0,0-1 1 0 0,0 1-1 0 0,0 0 1 0 0,0 0 0 0 0,0 0-1 0 0,0 0 1 0 0,-1-1-1 0 0,1 1 1 0 0,0 0 0 0 0,0 0-1 0 0,0 0 1 0 0,0 0-1 0 0,0-1 1 0 0,0 1 0 0 0,0 0-1 0 0,1 0 1 0 0,-1 0 0 0 0,0 0-1 0 0,0-1 1 0 0,0 1-1 0 0,0 0 1 0 0,0 0 0 0 0,0 0-1 0 0,0 0 1 0 0,0-1-1 0 0,0 1 1 0 0,0 0 0 0 0,0 0-1 0 0,1 0 1 0 0,-1 0-1 0 0,0 0 1 0 0,0 0 0 0 0,0-1-1 0 0,0 1 1 0 0,0 0 0 0 0,1 0-1 0 0,-1 0 1 0 0,0 0-1 0 0,0 0 1 0 0,0 0 0 0 0,0 0-1 0 0,1 0 1 0 0,-1 0-1 0 0,0 0 1 0 0,0 0 0 0 0,0 0-1 0 0,0 0 1 0 0,1 0-1 0 0,-1 0 1 0 0,0 0 0 0 0,0 0-1 0 0,0 0 1 0 0,0 0 0 0 0,1 0-1 0 0,-1 0 1 0 0,0 0-1 0 0,0 0 1 0 0,0 0 0 0 0,1 0-1 0 0,15-2 43 0 0,-12 2-35 0 0,0 0 1 0 0,0 0 0 0 0,0-1 0 0 0,-1 0 0 0 0,1 1-1 0 0,6-4 1 0 0,26-15 142 0 0,-25 14-111 0 0,-1-1 0 0 0,0 0 0 0 0,-1 0 1 0 0,14-11-1 0 0,50-42 195 0 0,-12 10 59 0 0,62-64-1 0 0,-51 44-89 0 0,9-11-108 0 0,-30 29-33 0 0,-37 38-9 0 0,0-1 0 0 0,15-20 0 0 0,-28 32-54 0 0,0 1 0 0 0,0-1 0 0 0,-1 0 0 0 0,1 0 1 0 0,-1 0-1 0 0,1 1 0 0 0,-1-1 0 0 0,0 0 0 0 0,1 0 0 0 0,-1 0 0 0 0,0 0 0 0 0,0 0 0 0 0,-1 0 0 0 0,1-2 0 0 0,-1-6-460 0 0,2 10 326 0 0,0-1 0 0 0,0 1 0 0 0,0-1-1 0 0,0 1 1 0 0,0-1 0 0 0,0 1 0 0 0,0-1-1 0 0,0 1 1 0 0,0 0 0 0 0,0 0-1 0 0,0-1 1 0 0,0 1 0 0 0,0 0 0 0 0,0 0-1 0 0,0 0 1 0 0,0 0 0 0 0,0 0-1 0 0,0 0 1 0 0,1 1 0 0 0,-1-1 0 0 0,1 1-1 0 0,-21 6-4405 0 0,19-7 4387 0 0,-1 1 0 0 0,1 0 0 0 0,-1-1 1 0 0,1 1-1 0 0,-1 0 0 0 0,1 0 0 0 0,-1-1 0 0 0,1 1 0 0 0,0 0 0 0 0,0 0 1 0 0,-1 0-1 0 0,1 0 0 0 0,0-1 0 0 0,0 1 0 0 0,0 0 0 0 0,0 0 0 0 0,0 0 0 0 0,0 1 1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3:48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115 339 1040 0 0,'-59'31'2695'0'0,"57"-31"-2661"0"0,1 0-1 0 0,-1 1 1 0 0,1-1-1 0 0,0 1 1 0 0,-1-1-1 0 0,1 1 1 0 0,-1 0-1 0 0,1-1 1 0 0,0 1-1 0 0,-1 0 1 0 0,1 0-1 0 0,0 0 1 0 0,0 0-1 0 0,0 0 1 0 0,0 0 0 0 0,0 0-1 0 0,0 0 1 0 0,0 1-1 0 0,0-1 1 0 0,0 0-1 0 0,0 1 1 0 0,1-1-1 0 0,-1 0 1 0 0,0 1-1 0 0,1-1 1 0 0,-1 1-1 0 0,1-1 1 0 0,0 1-1 0 0,0-1 1 0 0,-1 1-1 0 0,1-1 1 0 0,0 1-1 0 0,0-1 1 0 0,0 1 0 0 0,1-1-1 0 0,-1 4 1 0 0,0-4-14 0 0,0-1 0 0 0,0 1 1 0 0,0 0-1 0 0,-1 0 1 0 0,1 0-1 0 0,0-1 1 0 0,-1 1-1 0 0,1 0 1 0 0,-1 0-1 0 0,1 0 0 0 0,-1-1 1 0 0,1 1-1 0 0,-1 0 1 0 0,1-1-1 0 0,-1 1 1 0 0,1-1-1 0 0,-1 1 1 0 0,0-1-1 0 0,0 1 0 0 0,1-1 1 0 0,-1 1-1 0 0,0-1 1 0 0,0 1-1 0 0,1-1 1 0 0,-1 0-1 0 0,0 0 1 0 0,0 1-1 0 0,0-1 0 0 0,0 0 1 0 0,1 0-1 0 0,-2 0 1 0 0,-3 2 98 0 0,5-2-110 0 0,-1 0-1 0 0,1 0 1 0 0,0 0-1 0 0,0 0 1 0 0,0 0-1 0 0,0 1 1 0 0,0-1-1 0 0,0 0 1 0 0,0 0-1 0 0,0 0 1 0 0,0 1-1 0 0,0-1 1 0 0,0 0-1 0 0,0 0 1 0 0,0 0-1 0 0,0 0 1 0 0,0 1-1 0 0,0-1 0 0 0,0 0 1 0 0,0 0-1 0 0,0 0 1 0 0,0 0-1 0 0,0 1 1 0 0,0-1-1 0 0,0 0 1 0 0,1 0-1 0 0,-1 0 1 0 0,0 0-1 0 0,0 1 1 0 0,0-1-1 0 0,0 0 1 0 0,0 0-1 0 0,0 0 1 0 0,1 0-1 0 0,-1 0 1 0 0,0 0-1 0 0,0 0 1 0 0,0 1-1 0 0,0-1 1 0 0,0 0-1 0 0,1 0 1 0 0,-1 0-1 0 0,0 0 1 0 0,0 0-1 0 0,0 0 1 0 0,0 0-1 0 0,1 0 0 0 0,-1 0 1 0 0,0 0-1 0 0,0 0 1 0 0,0 0-1 0 0,1 0 1 0 0,-1 0-1 0 0,0 0 1 0 0,0 0-1 0 0,0 0 1 0 0,0 0-1 0 0,1 0 1 0 0,13 4 139 0 0,-14-4-76 0 0,5 1 488 0 0,1-1-317 0 0,-5 1-221 0 0,0-1 1 0 0,0 0 0 0 0,-1 0 0 0 0,1 1 0 0 0,0-1 0 0 0,0 0 0 0 0,0 0 0 0 0,0 0 0 0 0,0 0 0 0 0,-1 0 0 0 0,1 0-1 0 0,0 0 1 0 0,0-1 0 0 0,0 1 0 0 0,0 0 0 0 0,0 0 0 0 0,-1-1 0 0 0,1 1 0 0 0,0 0 0 0 0,0-1 0 0 0,-1 1 0 0 0,1-1-1 0 0,0 1 1 0 0,0-1 0 0 0,-1 1 0 0 0,1-1 0 0 0,-1 0 0 0 0,2 0 0 0 0,-1 0 2 0 0,0 0 0 0 0,1 0 1 0 0,-1 1-1 0 0,0-1 0 0 0,0 1 0 0 0,1-1 0 0 0,-1 1 1 0 0,0-1-1 0 0,1 1 0 0 0,-1 0 0 0 0,1 0 0 0 0,-1-1 1 0 0,0 1-1 0 0,1 0 0 0 0,1 1 0 0 0,-1-1 26 0 0,-1-1-31 0 0,1 1 1 0 0,0-1 0 0 0,0 1 0 0 0,-1-1 0 0 0,1 0-1 0 0,0 0 1 0 0,-1 0 0 0 0,1 0 0 0 0,0 0 0 0 0,-1 0-1 0 0,0 0 1 0 0,3-2 0 0 0,12-10 215 0 0,68-50 471 0 0,-20 8-453 0 0,-48 44-211 0 0,-4 4-6 0 0,-1-1-1 0 0,-1 0 1 0 0,1-1 0 0 0,13-15 0 0 0,-16 16-25 0 0,-1 1 0 0 0,1-1 1 0 0,0 2-1 0 0,1-1 0 0 0,14-7 1 0 0,-2 0-7 0 0,35-21 25 0 0,-40 26-15 0 0,1-2 0 0 0,18-15 1 0 0,19-23 63 0 0,-49 42-80 0 0,0 1 0 0 0,15 0 13 0 0,-15 4 27 0 0,-5 1-45 0 0,1 0-1 0 0,0 1 1 0 0,0-1-1 0 0,0 1 1 0 0,0-1-1 0 0,0 1 1 0 0,0 0-1 0 0,0-1 1 0 0,0 1 0 0 0,0 0-1 0 0,0 0 1 0 0,0-1-1 0 0,1 1 1 0 0,-1 0-1 0 0,0 0 1 0 0,0 0-1 0 0,0 1 1 0 0,0-1-1 0 0,0 0 1 0 0,0 0-1 0 0,1 1 1 0 0,-2 1 2 0 0,0 0-1 0 0,1 0 1 0 0,-1 0 0 0 0,1 0 0 0 0,-1 1-1 0 0,1-1 1 0 0,-1 0 0 0 0,1 0-1 0 0,0 0 1 0 0,0 0 0 0 0,0-1 0 0 0,0 1-1 0 0,3 3 1 0 0,9 21-31 0 0,-11-16 38 0 0,0 1 1 0 0,-1 0-1 0 0,0 0 1 0 0,0 0-1 0 0,-2 0 1 0 0,1 0-1 0 0,-1 0 1 0 0,-1 0-1 0 0,0 0 0 0 0,0 0 1 0 0,-1-1-1 0 0,-1 1 1 0 0,0-1-1 0 0,-8 16 1 0 0,9-19-6 0 0,-1-1 0 0 0,1 1 0 0 0,0-1 0 0 0,1 1 0 0 0,-1 0 0 0 0,1 0 0 0 0,1 0-1 0 0,-1 0 1 0 0,1 0 0 0 0,0 1 0 0 0,1-1 0 0 0,1 12 0 0 0,-2-16-5 0 0,1 0 0 0 0,0 0 0 0 0,-1 0 0 0 0,1 0-1 0 0,-1 0 1 0 0,0 0 0 0 0,0 0 0 0 0,0 0-1 0 0,0-1 1 0 0,-1 1 0 0 0,1 0 0 0 0,-1-1 0 0 0,-2 4-1 0 0,2-4-15 0 0,1 0 0 0 0,-1 0-1 0 0,1 1 1 0 0,0-1 0 0 0,0 0-1 0 0,-1 1 1 0 0,2-1-1 0 0,-1 0 1 0 0,0 1 0 0 0,0 0-1 0 0,1-1 1 0 0,-1 1 0 0 0,1 2-1 0 0,0-4 4 0 0,0-1-1 0 0,0 1 1 0 0,0-1 0 0 0,0 1-1 0 0,1-1 1 0 0,-1 0 0 0 0,0 1-1 0 0,0-1 1 0 0,0 0 0 0 0,1 1-1 0 0,-1-1 1 0 0,0 0 0 0 0,1 1-1 0 0,-1-1 1 0 0,0 0 0 0 0,0 1-1 0 0,1-1 1 0 0,-1 0 0 0 0,1 0-1 0 0,-1 1 1 0 0,0-1 0 0 0,1 0-1 0 0,-1 0 1 0 0,0 0 0 0 0,1 0-1 0 0,-1 1 1 0 0,1-1 0 0 0,-1 0-1 0 0,1 0 1 0 0,-1 0 0 0 0,0 0-1 0 0,1 0 1 0 0,0 0 0 0 0,12-1-517 0 0,-12 1 409 0 0,4-1-2114 0 0,-5-3-1708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3:48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38 240 0 0,'29'-13'2161'0'0,"-29"1"-160"0"0,30 5-400 0 0,-1 1-321 0 0,31 6-399 0 0,29 19-481 0 0,53 13-1361 0 0,-24-2-2960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3:49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92 1601 0 0,'-25'-4'2054'0'0,"16"-3"641"0"0,-9-1-1907 0 0,17 8-764 0 0,1 0-1 0 0,0 0 0 0 0,-1 0 0 0 0,1 0 0 0 0,0-1 0 0 0,-1 1 1 0 0,1 0-1 0 0,-1 0 0 0 0,1 0 0 0 0,0 0 0 0 0,-1 0 0 0 0,1-1 1 0 0,0 1-1 0 0,-1 0 0 0 0,1 0 0 0 0,0-1 0 0 0,0 1 0 0 0,-1 0 1 0 0,1-1-1 0 0,0 1 0 0 0,0 0 0 0 0,-1 0 0 0 0,1-1 0 0 0,0 1 1 0 0,0-1-1 0 0,0 1 0 0 0,-1 0 0 0 0,1-1 0 0 0,0 1 0 0 0,0 0 0 0 0,0-1 1 0 0,0 1-1 0 0,0-1 0 0 0,0 1 0 0 0,0 0 0 0 0,0-1 0 0 0,0 1 1 0 0,0 0-1 0 0,0-1 0 0 0,0 1 0 0 0,0-1 0 0 0,0 1 0 0 0,1 0 1 0 0,-1-1-1 0 0,0 1 0 0 0,0 0 0 0 0,0-1 0 0 0,0 1 0 0 0,1 0 1 0 0,-1-1-1 0 0,0 1 0 0 0,0 0 0 0 0,1-1 0 0 0,-1 1 0 0 0,0 0 1 0 0,1 0-1 0 0,-1-1 0 0 0,0 1 0 0 0,1 0 0 0 0,-1 0 0 0 0,0 0 0 0 0,1-1 1 0 0,-1 1-1 0 0,1 0 0 0 0,9-5 210 0 0,0 0-85 0 0,0 1 0 0 0,1 0 0 0 0,-1 0 0 0 0,1 1 0 0 0,16-2-1 0 0,349-11 252 0 0,-176 14-1038 0 0,-141 1-106 0 0,-40 2-416 0 0,0-2 0 0 0,33-4 0 0 0,-47 4-1240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3:49.9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0 320 0 0,'0'0'4082'0'0,"0"8"-2401"0"0,-29 30 160 0 0,29 30-641 0 0,29-6-960 0 0,-29-6-400 0 0,0-7 160 0 0,0-5 0 0 0,0 7 80 0 0,-29-8 0 0 0,29-5-240 0 0,0-25-800 0 0,0-26-2642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3:50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79 560 0 0,'-51'-14'4842'0'0,"-71"-29"1"0"0,122 43-4826 0 0,-1 0 0 0 0,1 0 0 0 0,0 0 0 0 0,0 0 0 0 0,-1 0 0 0 0,1-1 1 0 0,0 1-1 0 0,-1 0 0 0 0,1 0 0 0 0,0 0 0 0 0,0 0 0 0 0,0 0 0 0 0,-1 0 0 0 0,1-1 0 0 0,0 1 1 0 0,0 0-1 0 0,-1 0 0 0 0,1 0 0 0 0,0 0 0 0 0,0-1 0 0 0,0 1 0 0 0,0 0 0 0 0,-1 0 1 0 0,1-1-1 0 0,0 1 0 0 0,0 0 0 0 0,0 0 0 0 0,0-1 0 0 0,0 1 0 0 0,0 0 0 0 0,0 0 1 0 0,0-1-1 0 0,0 1 0 0 0,0 0 0 0 0,0-1 0 0 0,0 1 0 0 0,9-6 408 0 0,13 1-123 0 0,53 2 14 0 0,0 3-1 0 0,78 10 0 0 0,42 1-5276 0 0,-190-12 2173 0 0,-5-5-93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3:50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2641 0 0,'0'-5'2641'0'0,"29"10"-720"0"0,-29 1-560 0 0,60 13-481 0 0,29 5-159 0 0,59 14-321 0 0,0-6-480 0 0,-59-26-1361 0 0,0-19-4402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4:18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91 162 3282 0 0,'-26'1'771'0'0,"-32"-2"592"0"0,57 0-1294 0 0,1 0 1 0 0,-1 1 0 0 0,1-1-1 0 0,-1 0 1 0 0,1 0-1 0 0,-1 1 1 0 0,1-1 0 0 0,-1 0-1 0 0,1 0 1 0 0,0 0-1 0 0,-1 0 1 0 0,1 1 0 0 0,0-1-1 0 0,0 0 1 0 0,0 0-1 0 0,0 0 1 0 0,0 0 0 0 0,0 0-1 0 0,0 0 1 0 0,0-1-1 0 0,1-23 1259 0 0,-1 21-1049 0 0,0 3-119 0 0,0 4 112 0 0,0-2-265 0 0,0-1 0 0 0,0 0 1 0 0,-1 1-1 0 0,1-1 0 0 0,0 0 0 0 0,0 1 0 0 0,0-1 1 0 0,0 0-1 0 0,0 1 0 0 0,0-1 0 0 0,0 0 1 0 0,0 1-1 0 0,0-1 0 0 0,0 0 0 0 0,0 1 0 0 0,0-1 1 0 0,0 0-1 0 0,1 1 0 0 0,-1-1 0 0 0,0 0 0 0 0,0 1 1 0 0,0-1-1 0 0,0 0 0 0 0,0 0 0 0 0,1 1 0 0 0,-1-1 1 0 0,0 0-1 0 0,0 0 0 0 0,1 1 0 0 0,-1-1 0 0 0,0 0 1 0 0,0 0-1 0 0,1 1 0 0 0,-1-1 0 0 0,0 0 0 0 0,0 0 1 0 0,1 0-1 0 0,-1 0 0 0 0,1 1 0 0 0,58 5 185 0 0,1-1 0 0 0,0-4 0 0 0,86-8 0 0 0,-117 5-146 0 0,153-10-59 0 0,244-49-1 0 0,-342 41-1013 0 0,-81 19 869 0 0,0 0 0 0 0,0 0 1 0 0,-1 0-1 0 0,1 0 0 0 0,0 0 0 0 0,0-1 0 0 0,-1 1 0 0 0,1-1 0 0 0,-1 0 1 0 0,1 0-1 0 0,1-2 0 0 0,-3 3-95 0 0,0 0 1 0 0,-1 0-1 0 0,1 0 1 0 0,-1 0-1 0 0,1 0 1 0 0,-1 0-1 0 0,0 0 0 0 0,1-1 1 0 0,-1 1-1 0 0,0 0 1 0 0,0 0-1 0 0,0 0 1 0 0,0-1-1 0 0,0-1 1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4:19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0 400 0 0,'-53'51'4322'0'0,"23"-32"-2801"0"0,30 11-1201 0 0,0 13-240 0 0,-30 8 160 0 0,30-7 0 0 0,0-1-160 0 0,30 8-160 0 0,-30 4-720 0 0,-30-10-3442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4:19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532 111 4402 0 0,'-12'-3'692'0'0,"0"1"-157"0"0,0 0 1 0 0,1-1-1 0 0,-1-1 1 0 0,1 1-1 0 0,0-2 1 0 0,0 0-1 0 0,-11-6 1 0 0,22 10-535 0 0,0 1 1 0 0,-1 0 0 0 0,1 0-1 0 0,0-1 1 0 0,0 1-1 0 0,-1 0 1 0 0,1-1 0 0 0,0 1-1 0 0,0 0 1 0 0,0-1 0 0 0,0 1-1 0 0,-1 0 1 0 0,1-1-1 0 0,0 1 1 0 0,0 0 0 0 0,0-1-1 0 0,0 1 1 0 0,0-1 0 0 0,0 1-1 0 0,0 0 1 0 0,0-1-1 0 0,0 1 1 0 0,0 0 0 0 0,0-1-1 0 0,0 1 1 0 0,0-1 0 0 0,0 1-1 0 0,1 0 1 0 0,-1-1-1 0 0,0 1 1 0 0,0 0 0 0 0,0-1-1 0 0,0 1 1 0 0,1 0-1 0 0,-1-1 1 0 0,0 1 0 0 0,0 0-1 0 0,1 0 1 0 0,-1-1 0 0 0,0 1-1 0 0,1 0 1 0 0,-1 0-1 0 0,0-1 1 0 0,1 1 0 0 0,15-10-14 0 0,-14 9 17 0 0,4-3-11 0 0,0 0-1 0 0,0 1 0 0 0,0 0 0 0 0,1 0 1 0 0,-1 1-1 0 0,1 0 0 0 0,-1 0 0 0 0,1 0 1 0 0,0 1-1 0 0,0 0 0 0 0,13 0 1 0 0,12-3-7 0 0,17-3-4 0 0,0 2 1 0 0,1 3-1 0 0,-1 1 0 0 0,0 3 1 0 0,0 2-1 0 0,0 2 0 0 0,95 24 1 0 0,-137-28 14 0 0,0 0 0 0 0,-1 1 1 0 0,1 0-1 0 0,-1 0 0 0 0,0 0 1 0 0,0 1-1 0 0,9 6 0 0 0,-15-10 2 0 0,1 0 0 0 0,-1 1 0 0 0,1-1 0 0 0,-1 1 0 0 0,1-1 0 0 0,-1 1 0 0 0,0-1 0 0 0,1 1 0 0 0,-1-1 0 0 0,1 1 0 0 0,-1-1 0 0 0,0 1 0 0 0,1-1 0 0 0,-1 1 0 0 0,0 0 0 0 0,0-1 0 0 0,0 1 0 0 0,1-1 0 0 0,-1 1 0 0 0,0 0 0 0 0,0-1 0 0 0,0 1 0 0 0,0 0 0 0 0,0-1 0 0 0,0 1 0 0 0,0 0 0 0 0,0-1 0 0 0,0 1 0 0 0,-1-1 0 0 0,1 1 0 0 0,0 0 0 0 0,0-1 0 0 0,0 1 0 0 0,-1 0 0 0 0,1-1 0 0 0,0 1 0 0 0,-1-1 0 0 0,1 1 0 0 0,-1-1 0 0 0,1 1 0 0 0,0-1 0 0 0,-1 1 0 0 0,1-1 0 0 0,-1 0 0 0 0,0 1 0 0 0,-6 4-1 0 0,0 0 0 0 0,-1-1 1 0 0,1 0-1 0 0,-1-1 0 0 0,1 1 0 0 0,-15 3 0 0 0,-57 11 15 0 0,56-13 5 0 0,-32 5 172 0 0,1-1 0 0 0,-2-4 0 0 0,1-1 1 0 0,0-4-1 0 0,-79-7 0 0 0,84-1 223 0 0,41 3-37 0 0,17 3-27 0 0,13 3-197 0 0,280 16-833 0 0,-279-15 605 0 0,178 21-564 0 0,-161-16 494 0 0,-1 2 0 0 0,1 1 0 0 0,52 23 0 0 0,-82-29 120 0 0,-3-2 8 0 0,0 0 0 0 0,-1 1-1 0 0,1 0 1 0 0,-1 0 0 0 0,6 5-1 0 0,-10-7 16 0 0,1 0-1 0 0,-1 1 1 0 0,1 0 0 0 0,-1-1-1 0 0,0 1 1 0 0,0 0 0 0 0,0-1-1 0 0,0 1 1 0 0,0 0 0 0 0,0 0-1 0 0,0 0 1 0 0,-1 0 0 0 0,1 0-1 0 0,-1 0 1 0 0,1 0-1 0 0,-1 0 1 0 0,0 0 0 0 0,0 4-1 0 0,0-3 5 0 0,0-1-1 0 0,0 0 0 0 0,0 0 0 0 0,0 1 0 0 0,-1-1 1 0 0,1 0-1 0 0,-1 0 0 0 0,1 1 0 0 0,-1-1 1 0 0,0 0-1 0 0,0 0 0 0 0,0 0 0 0 0,0 0 1 0 0,0 0-1 0 0,-1 0 0 0 0,1 0 0 0 0,-1-1 0 0 0,-2 4 1 0 0,-1-1 6 0 0,-1-1 1 0 0,1 0 0 0 0,-1 0 0 0 0,0 0-1 0 0,0 0 1 0 0,0-1 0 0 0,-6 2 0 0 0,-45 12 219 0 0,-90 12 1 0 0,-65-1 427 0 0,194-26-609 0 0,-98 11 57 0 0,0-6-1 0 0,-1-4 0 0 0,-205-25 1 0 0,294 19-531 0 0,-48-12 0 0 0,75 16 386 0 0,0-1 0 0 0,0 1 0 0 0,0-1 0 0 0,-1 1 0 0 0,1-1 0 0 0,0 1 0 0 0,0-1 0 0 0,0 0 0 0 0,0 1 0 0 0,0-1 0 0 0,0 0 0 0 0,1 0 0 0 0,-1 0 0 0 0,-1-1 0 0 0,1 1 5 0 0,1 1 0 0 0,0-1 0 0 0,0 1 0 0 0,0-1-1 0 0,0 1 1 0 0,0-1 0 0 0,0 1 0 0 0,0-1 0 0 0,0 1 0 0 0,0-1 0 0 0,0 1 0 0 0,0-1 0 0 0,0 1 0 0 0,0 0 0 0 0,0-1 0 0 0,0 1 0 0 0,1-1 0 0 0,-1 1 0 0 0,0-1 0 0 0,0 1 0 0 0,0-1 0 0 0,1 1-1 0 0,-1-1 1 0 0,25-19-2578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4:21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80 3762 0 0,'-5'0'712'0'0,"4"0"-574"0"0,0 1 1 0 0,0-1-1 0 0,0 0 1 0 0,0 0-1 0 0,0 0 1 0 0,0 0-1 0 0,0 0 1 0 0,0 0-1 0 0,0 0 1 0 0,0 0-1 0 0,0 0 1 0 0,0 0 0 0 0,0-1-1 0 0,0 1 1 0 0,0 0-1 0 0,0-1 1 0 0,0 1-1 0 0,0-1 1 0 0,1 1-1 0 0,-1-1 1 0 0,0 1-1 0 0,0-1 1 0 0,0 1-1 0 0,-1-2 1 0 0,-3 0 208 0 0,-15 1-227 0 0,34-2-106 0 0,-16 1 100 0 0,-26 2 205 0 0,15 1-219 0 0,13-1-93 0 0,0-1-1 0 0,0 1 1 0 0,0 0 0 0 0,0 0 0 0 0,1 0 0 0 0,-1 0-1 0 0,0 0 1 0 0,0 0 0 0 0,0-1 0 0 0,0 1 0 0 0,0 0 0 0 0,0 0-1 0 0,0 0 1 0 0,0 0 0 0 0,1 0 0 0 0,-1-1 0 0 0,0 1-1 0 0,0 0 1 0 0,0 0 0 0 0,0 0 0 0 0,0 0 0 0 0,0-1-1 0 0,0 1 1 0 0,0 0 0 0 0,0 0 0 0 0,0 0 0 0 0,0-1-1 0 0,0 1 1 0 0,0 0 0 0 0,0 0 0 0 0,0 0 0 0 0,0 0 0 0 0,-1-1-1 0 0,1 1 1 0 0,0 0 0 0 0,0 0 0 0 0,0 0 0 0 0,0 0-1 0 0,0 0 1 0 0,0-1 0 0 0,0 1 0 0 0,0 0 0 0 0,-1 0-1 0 0,1 0 1 0 0,0 0 0 0 0,0 0 0 0 0,83-16 203 0 0,0 4 0 0 0,106-2 0 0 0,-76 6-533 0 0,114-1-2852 0 0,-197 12 787 0 0,-25 3-346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4:21.6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11 5442 0 0,'-60'-5'2081'0'0,"31"-1"-1760"0"0,58 6 559 0 0,1 0-720 0 0,29 0 0 0 0,30 0 0 0 0,113 6 0 0 0,94 13-320 0 0,-89-1-640 0 0,-94-4-1601 0 0,-54-22-2642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4:38.6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1237 754 4882 0 0,'-52'17'3469'0'0,"-30"-1"-2789"0"0,14-4-293 0 0,61-11-369 0 0,6-1-15 0 0,0 0 0 0 0,1 0-1 0 0,-1 0 1 0 0,0 0 0 0 0,0 0-1 0 0,0 0 1 0 0,0 0 0 0 0,0 0-1 0 0,1 1 1 0 0,-1-1 0 0 0,0 0-1 0 0,0 1 1 0 0,0-1 0 0 0,0 0-1 0 0,1 1 1 0 0,-1-1 0 0 0,0 1-1 0 0,1-1 1 0 0,-1 1 0 0 0,0-1-1 0 0,1 1 1 0 0,-1 0 0 0 0,0-1-1 0 0,1 1 1 0 0,-1 0 0 0 0,1 0-1 0 0,-1-1 1 0 0,1 1 0 0 0,0 0-1 0 0,-1 0 1 0 0,1 0 0 0 0,-1 1-1 0 0,1-1 0 0 0,0 0-1 0 0,-1 0 0 0 0,1 0 0 0 0,-1 0 0 0 0,1 0 0 0 0,-1-1 1 0 0,0 1-1 0 0,1 0 0 0 0,-1 0 0 0 0,0 0 0 0 0,0 0 0 0 0,1-1 1 0 0,-1 1-1 0 0,0 0 0 0 0,0-1 0 0 0,0 1 0 0 0,0-1 0 0 0,0 1 0 0 0,0-1 1 0 0,0 1-1 0 0,0-1 0 0 0,0 0 0 0 0,0 1 0 0 0,-1-1 0 0 0,-2 1-3 0 0,-65 58 215 0 0,-134 78 108 0 0,126-78 117 0 0,-92 90 0 0 0,11-10 73 0 0,135-120-414 0 0,1 1-1 0 0,1 0 1 0 0,0 2 0 0 0,2 0-1 0 0,0 1 1 0 0,2 1 0 0 0,-23 41 0 0 0,19-24-35 0 0,11-20 20 0 0,-24 35 0 0 0,26-43-64 0 0,3-8-3 0 0,0 1 0 0 0,0 1-1 0 0,1-1 1 0 0,0 1 0 0 0,0-1 0 0 0,1 1 0 0 0,0 0 0 0 0,0 0-1 0 0,1 1 1 0 0,0-1 0 0 0,0 1 0 0 0,1-1 0 0 0,-1 1 0 0 0,1 14-1 0 0,-1 33 66 0 0,1-23 39 0 0,3 49 1 0 0,-2-73-113 0 0,1 0 0 0 0,1 0-1 0 0,0 0 1 0 0,0 0 0 0 0,0 0 0 0 0,1 0 0 0 0,0 0-1 0 0,1-1 1 0 0,-1 0 0 0 0,1 0 0 0 0,6 7 0 0 0,8 6 7 0 0,1 0 0 0 0,1-2 0 0 0,1 0 1 0 0,0-1-1 0 0,2-2 0 0 0,0 0 0 0 0,0-1 1 0 0,1-1-1 0 0,1-2 0 0 0,36 13 0 0 0,-2-5 31 0 0,0-3-1 0 0,2-2 0 0 0,93 10 0 0 0,314 15-31 0 0,-242-3 327 0 0,-91-10-213 0 0,268 42 113 0 0,-102-18-193 0 0,-224-41-3 0 0,138-2-1 0 0,413-56 290 0 0,-235 14-186 0 0,101 24-147 0 0,-7 1 0 0 0,-294-4 10 0 0,1197-89 234 0 0,-945 95-388 0 0,-274 10 208 0 0,95-9 7 0 0,-192 2-60 0 0,109-22 0 0 0,-143 16 1 0 0,0-1 1 0 0,46-22-1 0 0,-40 15 31 0 0,-4 2-68 0 0,78-44 0 0 0,-104 52-12 0 0,-1-1-1 0 0,-1-1 1 0 0,1 0-1 0 0,-2-1 1 0 0,1-1-1 0 0,-2 0 1 0 0,0 0 0 0 0,11-17-1 0 0,137-252-165 0 0,0-1 19 0 0,-154 274 181 0 0,-2 0 1 0 0,1 0-1 0 0,-1 0 0 0 0,0 0 0 0 0,2-13 1 0 0,-4 18 2 0 0,-1 0 0 0 0,0 0 0 0 0,-1-1 0 0 0,1 1 1 0 0,-1-1-1 0 0,0 1 0 0 0,0 0 0 0 0,-1-1 1 0 0,1 1-1 0 0,-1-1 0 0 0,0 1 0 0 0,0 0 0 0 0,0 0 1 0 0,-3-7-1 0 0,-4-4 53 0 0,-1 0 1 0 0,0 0-1 0 0,-19-22 0 0 0,-6 0-6 0 0,-51-75 0 0 0,71 93-49 0 0,-1 1 0 0 0,0 1 0 0 0,-2 1 1 0 0,-30-25-1 0 0,38 33-3 0 0,-11-7-22 0 0,-1 2 0 0 0,0 0 0 0 0,-31-13-1 0 0,27 14 31 0 0,-23-13 53 0 0,-1 3 0 0 0,-1 2 0 0 0,-1 2 0 0 0,-81-18 0 0 0,-243-35 237 0 0,291 59-272 0 0,-138-27-28 0 0,160 25-182 0 0,-24-6-210 0 0,-112-10-1 0 0,24 11 428 0 0,-217-53 0 0 0,-158-76 23 0 0,199 36 29 0 0,198 55 0 0 0,-277-42-128 0 0,153 42-50 0 0,264 54 84 0 0,-51-13 10 0 0,0 3-1 0 0,-130-10 1 0 0,71 26-26 0 0,1 6 0 0 0,1 4 0 0 0,-183 46 0 0 0,155-16 56 0 0,-231 103 1 0 0,230-80-156 0 0,-156 60 185 0 0,267-114-175 0 0,-1-1 0 0 0,0-1 0 0 0,-1-3 0 0 0,0-1 0 0 0,-75 1 0 0 0,99-7-151 0 0,-1-1-1 0 0,1 0 1 0 0,-31-8 0 0 0,38 6-9 0 0,1 0 0 0 0,0 0 1 0 0,0 0-1 0 0,0-1 0 0 0,1-1 1 0 0,-1 1-1 0 0,1-1 0 0 0,0-1 0 0 0,-9-8 1 0 0,-44-51-3377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4:41.3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88 121 1761 0 0,'0'0'4362'0'0,"0"1"-4318"0"0,0-1 1 0 0,0 0 0 0 0,0 1 0 0 0,0-1-1 0 0,0 1 1 0 0,1-1 0 0 0,-1 0-1 0 0,0 1 1 0 0,0-1 0 0 0,0 0-1 0 0,0 1 1 0 0,0-1 0 0 0,0 1-1 0 0,0-1 1 0 0,0 0 0 0 0,0 1-1 0 0,0-1 1 0 0,-1 0 0 0 0,1 1 0 0 0,0-1-1 0 0,0 1 1 0 0,0-1 0 0 0,0 0-1 0 0,0 1 1 0 0,-1-1 0 0 0,1 0-1 0 0,0 0 1 0 0,0 1 0 0 0,-1-1-1 0 0,1 0 1 0 0,0 1 0 0 0,-1-1-1 0 0,1 0 1 0 0,0 0 0 0 0,0 0 0 0 0,-1 1-1 0 0,1-1 1 0 0,0 0 0 0 0,-1 0-1 0 0,-10 4 172 0 0,-17 7 361 0 0,27-11-553 0 0,0 0-1 0 0,0 1 0 0 0,0-1 1 0 0,0 1-1 0 0,0-1 1 0 0,1 1-1 0 0,-1-1 0 0 0,0 1 1 0 0,0-1-1 0 0,1 1 0 0 0,-1 0 1 0 0,0 0-1 0 0,1-1 1 0 0,-1 1-1 0 0,0 0 0 0 0,1 0 1 0 0,-1 0-1 0 0,1 0 0 0 0,0-1 1 0 0,-1 1-1 0 0,0 2 1 0 0,1-1 8 0 0,0-1 0 0 0,-1 0 1 0 0,1 1-1 0 0,-1-1 1 0 0,1 0-1 0 0,-1 0 1 0 0,0 1-1 0 0,1-1 1 0 0,-1 0-1 0 0,0 0 1 0 0,0 0-1 0 0,0 0 0 0 0,0 0 1 0 0,0 0-1 0 0,0 0 1 0 0,0 0-1 0 0,-2 1 1 0 0,2-2-17 0 0,1 1 0 0 0,-1-1 0 0 0,0 0 0 0 0,0 1 0 0 0,1-1 0 0 0,-1 1 0 0 0,0-1 0 0 0,1 1 0 0 0,-1-1 0 0 0,0 1 0 0 0,1 0 0 0 0,-1-1 0 0 0,1 1 0 0 0,-1 0 0 0 0,1-1 0 0 0,0 1 0 0 0,-1 0 0 0 0,1-1 0 0 0,0 1 0 0 0,-1 0 0 0 0,1 0 0 0 0,0 0 0 0 0,0-1 0 0 0,-1 1 0 0 0,1 0 0 0 0,0 0 0 0 0,0 0 0 0 0,0-1 0 0 0,0 1 0 0 0,0 0 0 0 0,1 0 0 0 0,-1 0 0 0 0,0 0 0 0 0,0-1 0 0 0,0 1 0 0 0,1 0 0 0 0,-1 0 0 0 0,0-1 0 0 0,1 1 0 0 0,0 1 0 0 0,7 4 136 0 0,-7-5-135 0 0,0-1 1 0 0,0 1 0 0 0,0-1-1 0 0,0 1 1 0 0,0 0-1 0 0,0 0 1 0 0,0 0-1 0 0,0-1 1 0 0,-1 1 0 0 0,1 0-1 0 0,0 0 1 0 0,0 0-1 0 0,-1 0 1 0 0,1 0 0 0 0,-1 0-1 0 0,1 1 1 0 0,-1-1-1 0 0,1 0 1 0 0,-1 0-1 0 0,1 0 1 0 0,-1 0 0 0 0,0 1-1 0 0,0 1 1 0 0,0-1-3 0 0,1 0 0 0 0,-1-1 0 0 0,0 1 0 0 0,1 0 0 0 0,-1 0 0 0 0,1-1 0 0 0,-1 1 1 0 0,1 0-1 0 0,0-1 0 0 0,0 1 0 0 0,0-1 0 0 0,0 1 0 0 0,0-1 0 0 0,0 1 0 0 0,2 1 0 0 0,9 15 77 0 0,-2 23 55 0 0,10 3-54 0 0,-12-18-45 0 0,-6-19-36 0 0,0 1 0 0 0,0-1 1 0 0,1-1-1 0 0,0 1 0 0 0,0 0 0 0 0,8 11 1 0 0,78 114-267 0 0,-78-112 265 0 0,-1 1 0 0 0,-1 1 0 0 0,12 39-1 0 0,-18-49-13 0 0,-1-5 3 0 0,-1 0 0 0 0,0-1 0 0 0,0 1 0 0 0,0 0 0 0 0,-1 8 0 0 0,-1-9 0 0 0,2 1 0 0 0,-1-1 0 0 0,0 0 0 0 0,1 1 0 0 0,2 6 0 0 0,17 30 0 0 0,10 31-66 0 0,-20-53 39 0 0,-9-20 25 0 0,0 0 0 0 0,1 0 0 0 0,-1 0 0 0 0,1 0 0 0 0,-1 0 0 0 0,1 0 1 0 0,0-1-1 0 0,-1 1 0 0 0,1 0 0 0 0,0-1 0 0 0,-1 1 0 0 0,1-1 0 0 0,2 0 0 0 0,3 0 65 0 0,1 0 1 0 0,-1-1-1 0 0,0 0 0 0 0,0-1 0 0 0,0 0 0 0 0,0 0 0 0 0,0 0 1 0 0,-1-1-1 0 0,12-6 0 0 0,-15 8-28 0 0,62-34 416 0 0,-2-3 0 0 0,-1-2 0 0 0,110-96 0 0 0,-119 93-254 0 0,-38 31-153 0 0,107-94 299 0 0,-18-8-90 0 0,0 3-66 0 0,-13-23 155 0 0,-59 83-177 0 0,-27 44-207 0 0,-1 0 0 0 0,0 0 1 0 0,0-1-1 0 0,0 0 0 0 0,-1 0 0 0 0,-1 0 0 0 0,1 0 1 0 0,-1 0-1 0 0,0-1 0 0 0,-1 1 0 0 0,0 0 0 0 0,-1-1 1 0 0,1 1-1 0 0,-2-12 0 0 0,1 21-77 0 0,0 0 0 0 0,-1 0 1 0 0,1 0-1 0 0,0 0 0 0 0,0-1 0 0 0,0 1 0 0 0,-1 0 0 0 0,1 0 1 0 0,0 0-1 0 0,-1 0 0 0 0,1-1 0 0 0,-1 1 0 0 0,1 0 0 0 0,-1 0 0 0 0,1-1 1 0 0,-1 1-1 0 0,0 0 0 0 0,1-1 0 0 0,-1 1 0 0 0,0 0 0 0 0,0 0 1 0 0,-44 29-4871 0 0,39-24 3569 0 0,1-1 1 0 0,-1 2 0 0 0,1-1-1 0 0,-7 11 1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4:42.4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235 366 1761 0 0,'0'-3'342'0'0,"0"-1"1"0"0,-1 1 0 0 0,1 0-1 0 0,-1-1 1 0 0,1 1-1 0 0,-1-1 1 0 0,0 1-1 0 0,-1 0 1 0 0,1 0 0 0 0,0-1-1 0 0,-1 1 1 0 0,0 0-1 0 0,1 0 1 0 0,-1 0-1 0 0,-1 1 1 0 0,-2-4 0 0 0,3 3-271 0 0,1 0-31 0 0,0 0-1 0 0,0 1 1 0 0,0-1 0 0 0,0 0-1 0 0,0 0 1 0 0,1 0 0 0 0,-1 0 0 0 0,1 0-1 0 0,0 0 1 0 0,0-1 0 0 0,0 1-1 0 0,0 0 1 0 0,1 0 0 0 0,-1 0 0 0 0,1 0-1 0 0,0 0 1 0 0,0 0 0 0 0,2-4 0 0 0,11-22 223 0 0,1 1 0 0 0,1 1 0 0 0,1 1 0 0 0,35-41 0 0 0,-28 38 43 0 0,-20 25-287 0 0,-1 1 0 0 0,0 0 1 0 0,1 0-1 0 0,0 0 0 0 0,0 0 0 0 0,0 0 0 0 0,0 1 1 0 0,0-1-1 0 0,1 1 0 0 0,-1 0 0 0 0,1 1 0 0 0,-1-1 1 0 0,1 1-1 0 0,-1 0 0 0 0,1 0 0 0 0,0 0 1 0 0,0 1-1 0 0,0 0 0 0 0,-1-1 0 0 0,1 2 0 0 0,0-1 1 0 0,0 1-1 0 0,6 1 0 0 0,-6-2-65 0 0,0 1 0 0 0,0 0-1 0 0,0 1 1 0 0,0-1 0 0 0,0 1 0 0 0,-1 0-1 0 0,1 0 1 0 0,0 0 0 0 0,-1 1 0 0 0,0 0 0 0 0,1 0-1 0 0,-1 0 1 0 0,-1 0 0 0 0,1 0 0 0 0,0 1-1 0 0,-1 0 1 0 0,1 0 0 0 0,-1 0 0 0 0,0 0 0 0 0,-1 0-1 0 0,1 0 1 0 0,-1 1 0 0 0,3 5 0 0 0,-4-4 8 0 0,-1-1 0 0 0,1 1 0 0 0,-1-1 1 0 0,0 1-1 0 0,0 0 0 0 0,-1-1 0 0 0,0 1 1 0 0,0-1-1 0 0,0 1 0 0 0,-1-1 1 0 0,1 0-1 0 0,-1 1 0 0 0,0-1 0 0 0,-1 0 1 0 0,1 0-1 0 0,-7 8 0 0 0,7-9 57 0 0,-1 0-1 0 0,0 0 1 0 0,0-1-1 0 0,0 1 1 0 0,0 0 0 0 0,0-1-1 0 0,-1 0 1 0 0,0 0-1 0 0,0 0 1 0 0,0 0-1 0 0,0 0 1 0 0,0-1 0 0 0,0 0-1 0 0,-1 0 1 0 0,1 0-1 0 0,-1 0 1 0 0,1-1-1 0 0,-1 0 1 0 0,0 0 0 0 0,-5 1-1 0 0,10-2 17 0 0,0 0-1 0 0,0-1 0 0 0,1 1 1 0 0,-1 0-1 0 0,0 0 0 0 0,0 0 1 0 0,0 0-1 0 0,0 0 1 0 0,0 0-1 0 0,0 0 0 0 0,0 0 1 0 0,0-1-1 0 0,0 1 0 0 0,0 0 1 0 0,0 0-1 0 0,0 0 0 0 0,0 0 1 0 0,0 0-1 0 0,0-1 1 0 0,0 1-1 0 0,0 0 0 0 0,0 0 1 0 0,0 0-1 0 0,0 0 0 0 0,0 0 1 0 0,0 0-1 0 0,0-1 0 0 0,0 1 1 0 0,0 0-1 0 0,0 0 1 0 0,0 0-1 0 0,0 0 0 0 0,0 0 1 0 0,0 0-1 0 0,0-1 0 0 0,0 1 1 0 0,0 0-1 0 0,0 0 0 0 0,0 0 1 0 0,-1 0-1 0 0,1 0 1 0 0,0 0-1 0 0,20-1 218 0 0,-15-3-146 0 0,0 3-27 0 0,133-5 147 0 0,-132 6-241 0 0,11-1-79 0 0,-1 1 0 0 0,1 0-1 0 0,0 2 1 0 0,0 0 0 0 0,0 0-1 0 0,-1 2 1 0 0,0 0 0 0 0,22 8-1 0 0,-35-11 57 0 0,18 11-149 0 0,-21-12 183 0 0,1 1 1 0 0,-1-1-1 0 0,0 0 0 0 0,1 1 1 0 0,-1-1-1 0 0,0 1 1 0 0,0-1-1 0 0,1 1 0 0 0,-1-1 1 0 0,0 0-1 0 0,0 1 0 0 0,0-1 1 0 0,0 1-1 0 0,1-1 1 0 0,-1 1-1 0 0,0-1 0 0 0,0 1 1 0 0,0 0-1 0 0,0-1 0 0 0,0 1 1 0 0,0-1-1 0 0,0 1 1 0 0,0-1-1 0 0,-1 1 0 0 0,1-1 1 0 0,0 1-1 0 0,0-1 0 0 0,0 0 1 0 0,0 1-1 0 0,-1-1 0 0 0,1 1 1 0 0,0-1-1 0 0,-1 1 1 0 0,1-1-1 0 0,0 0 0 0 0,-1 1 1 0 0,1-1-1 0 0,0 1 0 0 0,-1-1 1 0 0,1 0-1 0 0,-1 0 1 0 0,1 1-1 0 0,0-1 0 0 0,-1 0 1 0 0,1 0-1 0 0,-1 1 0 0 0,-16 8 130 0 0,0 0-1 0 0,0-2 1 0 0,0 0-1 0 0,-1 0 1 0 0,-21 4 0 0 0,1 0 167 0 0,-14 3 91 0 0,-1-1 0 0 0,1-4 0 0 0,-85 6 0 0 0,-151-17-244 0 0,229-5-755 0 0,52 1-119 0 0,19-2-401 0 0,62-20-2214 0 0,14-4-267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4:42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208 55 1841 0 0,'-89'-6'4322'0'0,"30"1"-1521"0"0,-1 5-1200 0 0,60-6-161 0 0,30 6-1279 0 0,29-8-1 0 0,0 8-80 0 0,60 0-320 0 0,59 0-1601 0 0,-6-11-2481 0 0,-24-8-1601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4:43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0 1361 0 0,'-30'62'4962'0'0,"0"6"-3361"0"0,-29 2-1281 0 0,0-2 80 0 0,29 7 160 0 0,1-7-160 0 0,-1-24-320 0 0,30-18-880 0 0,0-20-1761 0 0,30-12-3682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4:47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1262 33 1121 0 0,'-87'-18'5906'0'0,"22"5"-4703"0"0,42 12-1119 0 0,0 0 0 0 0,1 2-1 0 0,-1 1 1 0 0,-40 9-1 0 0,24-5-74 0 0,-100 19 338 0 0,41-7-133 0 0,-79 15 172 0 0,148-27-359 0 0,1 2 0 0 0,1 1-1 0 0,-1 1 1 0 0,1 1 0 0 0,-46 27-1 0 0,-30 4 121 0 0,91-33-134 0 0,9-4-12 0 0,-5 2 10 0 0,0-1 0 0 0,0 0 0 0 0,0 0 0 0 0,-16 8 0 0 0,17-11-3 0 0,0 1 0 0 0,0-1 0 0 0,1 1 0 0 0,0 1 0 0 0,-1-1 0 0 0,2 1 0 0 0,-1 0 0 0 0,0 0 0 0 0,1 1 0 0 0,0 0 0 0 0,1 0 1 0 0,-7 10-1 0 0,1 21-22 0 0,1-19-13 0 0,7-16 17 0 0,0 0 0 0 0,1 0 0 0 0,0 1-1 0 0,-1-1 1 0 0,1 1 0 0 0,0-1 0 0 0,0 1 0 0 0,0-1 0 0 0,1 1 0 0 0,-1 0 0 0 0,1-1-1 0 0,-1 1 1 0 0,1 0 0 0 0,0-1 0 0 0,0 1 0 0 0,0 0 0 0 0,0-1 0 0 0,1 1-1 0 0,-1 0 1 0 0,2 3 0 0 0,4 7-57 0 0,-5-11 52 0 0,0 0 0 0 0,1 0 1 0 0,-1 1-1 0 0,-1-1 0 0 0,1 1 0 0 0,0-1 1 0 0,0 1-1 0 0,0 4 0 0 0,-10 28-79 0 0,7-29 81 0 0,0 1 0 0 0,0-1-1 0 0,0 1 1 0 0,1-1 0 0 0,-1 14 0 0 0,2 116 66 0 0,0-132-55 0 0,1 1 0 0 0,-1 0 0 0 0,1 0-1 0 0,0-1 1 0 0,0 1 0 0 0,0-1 0 0 0,1 1 0 0 0,0-1 0 0 0,4 9-1 0 0,-4-9-1 0 0,0 0-1 0 0,0 0 1 0 0,0 0-1 0 0,-1 1 1 0 0,1-1-1 0 0,-1 1 1 0 0,0-1-1 0 0,0 1 1 0 0,0 9-1 0 0,-3 19 6 0 0,1-22-11 0 0,0 0 1 0 0,1 0-1 0 0,0 0 0 0 0,1 1 1 0 0,0-1-1 0 0,6 20 1 0 0,1-11-3 0 0,-5-15 10 0 0,-1 0 1 0 0,0 1-1 0 0,0-1 0 0 0,0 1 1 0 0,0 0-1 0 0,-1 0 0 0 0,0-1 1 0 0,0 10-1 0 0,-1 93-211 0 0,0-103 215 0 0,1-1 0 0 0,0 1 1 0 0,-1-1-1 0 0,1 0 1 0 0,1 1-1 0 0,-1-1 0 0 0,1 0 1 0 0,-1 0-1 0 0,5 8 1 0 0,-3-8 1 0 0,-1-1 0 0 0,-1 1 0 0 0,1 0 1 0 0,0 0-1 0 0,-1 0 0 0 0,0 0 0 0 0,0 1 1 0 0,0-1-1 0 0,0 8 0 0 0,-1-9-4 0 0,0 0 0 0 0,1 1 0 0 0,-1-1 0 0 0,1 0 0 0 0,0 1 0 0 0,0-1 0 0 0,0 0 0 0 0,0 0 0 0 0,0 0 0 0 0,1 0 0 0 0,-1 0 0 0 0,3 3 0 0 0,7 14 0 0 0,-2 24-13 0 0,11 5-40 0 0,-10 1 12 0 0,-2-25-11 0 0,-4-15 12 0 0,-1 0 0 0 0,0 0 0 0 0,-1 0-1 0 0,0 1 1 0 0,1 20 0 0 0,-3-24 15 0 0,0 1 1 0 0,0-1-1 0 0,1 1 1 0 0,0-1-1 0 0,1 1 0 0 0,0-1 1 0 0,0 0-1 0 0,0 0 0 0 0,1 0 1 0 0,0 0-1 0 0,0 0 1 0 0,7 10-1 0 0,12 18-127 0 0,-15-23 91 0 0,0 0 1 0 0,17 21-1 0 0,-15-22 107 0 0,1 0 0 0 0,0-1 0 0 0,1 0 0 0 0,0-1 0 0 0,1 0 0 0 0,-1-1 0 0 0,2 0 0 0 0,13 7 0 0 0,-22-14-46 0 0,-1 1 0 0 0,0 1 0 0 0,1-1-1 0 0,-1 0 1 0 0,0 1 0 0 0,0 0 0 0 0,4 5 0 0 0,-4-5 2 0 0,0 1 0 0 0,1-1 0 0 0,-1 0 0 0 0,0 0 0 0 0,1 0 0 0 0,5 2 0 0 0,109 64-15 0 0,-114-66 19 0 0,0-1 1 0 0,-1 1-1 0 0,1-1 0 0 0,-1 1 1 0 0,0 0-1 0 0,1 0 0 0 0,-1 1 1 0 0,3 4-1 0 0,19 18 17 0 0,35 31 124 0 0,-57-53-145 0 0,1-1 1 0 0,0 1 0 0 0,-1 0 0 0 0,1 0-1 0 0,-1 1 1 0 0,5 7 0 0 0,-6-7 5 0 0,1-1-1 0 0,0 1 1 0 0,0-1-1 0 0,0 0 1 0 0,0 0 0 0 0,1-1-1 0 0,5 6 1 0 0,12 4 13 0 0,-18-12-12 0 0,-1 0 1 0 0,0 0-1 0 0,0 0 0 0 0,0 0 0 0 0,0 0 0 0 0,0 0 0 0 0,0 1 0 0 0,0-1 0 0 0,0 1 0 0 0,-1-1 0 0 0,1 1 0 0 0,0 0 0 0 0,-1 0 1 0 0,0 0-1 0 0,1 0 0 0 0,-1 0 0 0 0,0 0 0 0 0,0 0 0 0 0,0 0 0 0 0,0 0 0 0 0,0 0 0 0 0,-1 1 0 0 0,1-1 0 0 0,-1 0 0 0 0,1 1 0 0 0,-1 3 1 0 0,0 4 80 0 0,-1-8-69 0 0,1 1 0 0 0,-1 0 0 0 0,1 0 1 0 0,0 0-1 0 0,0 0 0 0 0,0 0 0 0 0,1 0 0 0 0,-1-1 1 0 0,1 1-1 0 0,-1 0 0 0 0,1 0 0 0 0,0-1 0 0 0,2 5 0 0 0,6-3 18 0 0,-8-4-33 0 0,0 1 0 0 0,-1-1 0 0 0,1 0 1 0 0,0 0-1 0 0,0 0 0 0 0,-1 1 1 0 0,1-1-1 0 0,0 0 0 0 0,-1 1 0 0 0,1-1 1 0 0,-1 0-1 0 0,1 1 0 0 0,0-1 1 0 0,-1 1-1 0 0,1-1 0 0 0,-1 1 0 0 0,1 0 1 0 0,-1-1-1 0 0,1 1 0 0 0,-1-1 1 0 0,0 1-1 0 0,1 0 0 0 0,-1-1 0 0 0,0 1 1 0 0,1 0-1 0 0,-1-1 0 0 0,0 1 1 0 0,0 0-1 0 0,1 1 0 0 0,-1-1 1 0 0,1 0-1 0 0,-1 0 0 0 0,1 0 1 0 0,0 0-1 0 0,0-1 0 0 0,-1 1 1 0 0,1 0-1 0 0,0 0 1 0 0,0-1-1 0 0,0 1 0 0 0,0 0 1 0 0,0-1-1 0 0,0 1 0 0 0,0-1 1 0 0,0 1-1 0 0,0-1 1 0 0,0 1-1 0 0,0-1 0 0 0,0 0 1 0 0,0 0-1 0 0,0 1 0 0 0,0-1 1 0 0,2 0-1 0 0,-2 0 15 0 0,0 0-19 0 0,-1 0 0 0 0,0 0 0 0 0,1 0 0 0 0,-1 0 0 0 0,0 0 0 0 0,0 0 0 0 0,1 0 1 0 0,-1 1-1 0 0,0-1 0 0 0,0 0 0 0 0,1 0 0 0 0,-1 0 0 0 0,0 0 0 0 0,0 0 0 0 0,1 0 1 0 0,-1 1-1 0 0,0-1 0 0 0,0 0 0 0 0,1 0 0 0 0,-1 1 0 0 0,0-1 0 0 0,0 0 0 0 0,0 0 0 0 0,0 0 1 0 0,1 1-1 0 0,-1-1 0 0 0,0 0 0 0 0,0 1 0 0 0,0-1 0 0 0,0 0 0 0 0,0 0 0 0 0,0 1 1 0 0,0-1-1 0 0,0 0 0 0 0,0 0 0 0 0,0 1 0 0 0,0-1 0 0 0,0 1 0 0 0,3 3-4 0 0,0-4 2 0 0,-2 0 0 0 0,0 0 0 0 0,0 0 0 0 0,0 0 0 0 0,0 0 0 0 0,0 1 0 0 0,0-1 0 0 0,0 0 0 0 0,0 0 0 0 0,-1 1 0 0 0,1-1 0 0 0,0 0 0 0 0,0 1 0 0 0,0-1 0 0 0,0 1 0 0 0,-1-1 0 0 0,1 1 0 0 0,0-1 0 0 0,0 1 0 0 0,-1-1 0 0 0,1 1 0 0 0,-1 0 0 0 0,1 0 0 0 0,0-1 0 0 0,-1 1 0 0 0,1 0 0 0 0,-1 0 0 0 0,1 1 0 0 0,-1-1 0 0 0,0 0-1 0 0,1 0 1 0 0,-1 0 0 0 0,0 0 0 0 0,1 0 0 0 0,-1 0 0 0 0,0 0 0 0 0,1 0 0 0 0,0 0 0 0 0,-1 0 0 0 0,1 0 0 0 0,0 0 0 0 0,-1 0 0 0 0,1 0 0 0 0,0-1 0 0 0,0 1 0 0 0,0 0 0 0 0,-1 0-1 0 0,1-1 1 0 0,0 1 0 0 0,1 0 0 0 0,18 18 15 0 0,-9-5 23 0 0,1-1 1 0 0,0-1-1 0 0,0 0 1 0 0,16 11-1 0 0,-15-13-12 0 0,0 1-1 0 0,0 1 1 0 0,-2 0-1 0 0,13 15 1 0 0,-19-22-17 0 0,1 1 0 0 0,0-1 0 0 0,0 0 0 0 0,1 0 0 0 0,-1-1 0 0 0,1 0-1 0 0,14 6 1 0 0,17 13 53 0 0,-30-18-46 0 0,0 0 0 0 0,0 0 0 0 0,0-1 0 0 0,1 0-1 0 0,15 5 1 0 0,-16-6-16 0 0,-1 0 0 0 0,1 0 0 0 0,-1 0-1 0 0,0 1 1 0 0,10 7 0 0 0,-11-6 0 0 0,-4-4 0 0 0,-1 1 0 0 0,1-1 0 0 0,-1 0 0 0 0,1 0 0 0 0,0 0 0 0 0,-1 0 0 0 0,1 0 0 0 0,0 0 0 0 0,0 0 0 0 0,0-1 0 0 0,0 1 0 0 0,0-1 0 0 0,3 1 0 0 0,3 2 15 0 0,0-1 1 0 0,-1 1 0 0 0,1 1-1 0 0,-1 0 1 0 0,10 6-1 0 0,-14-2 20 0 0,-3-8-33 0 0,0 1-1 0 0,0-1 1 0 0,0 1-1 0 0,0-1 1 0 0,0 0-1 0 0,1 1 1 0 0,-1-1-1 0 0,0 1 1 0 0,0-1-1 0 0,0 0 1 0 0,0 1-1 0 0,0-1 1 0 0,0 0-1 0 0,1 1 1 0 0,-1-1-1 0 0,0 0 1 0 0,0 1-1 0 0,0-1 1 0 0,1 0-1 0 0,-1 1 1 0 0,0-1-1 0 0,1 0 1 0 0,-1 0-1 0 0,0 1 1 0 0,1-1-1 0 0,-1 0 1 0 0,0 0-1 0 0,1 0 1 0 0,0 1-1 0 0,24 8 52 0 0,-18-8-48 0 0,0 2-1 0 0,0-1 1 0 0,0 1-1 0 0,0 0 1 0 0,12 8-1 0 0,-10-5 5 0 0,0 0-1 0 0,0 0 0 0 0,1-1 1 0 0,0 0-1 0 0,0-1 0 0 0,19 6 1 0 0,8 4-1 0 0,-15-6 35 0 0,46 11 0 0 0,-5-2 18 0 0,-39-10-44 0 0,161 41-5 0 0,-157-44 52 0 0,0 0 0 0 0,0-2 0 0 0,1-1 0 0 0,-1-1 0 0 0,31-4 0 0 0,-35 1 30 0 0,1-2-1 0 0,-1 0 0 0 0,0-1 1 0 0,-1-2-1 0 0,0 0 0 0 0,41-22 1 0 0,-41 18-34 0 0,9-6 45 0 0,-1-1 0 0 0,-1-2 0 0 0,31-26 0 0 0,127-106 335 0 0,-164 133-410 0 0,-1-2-1 0 0,0 0 1 0 0,-2-2-1 0 0,0 0 1 0 0,21-36-1 0 0,-33 48-6 0 0,124-148 230 0 0,-93 114-212 0 0,-5 10-28 0 0,-21 22-14 0 0,0-1 1 0 0,15-21-1 0 0,-26 30 4 0 0,1 1-1 0 0,-1 0 0 0 0,-1 0 1 0 0,1-1-1 0 0,-1 0 1 0 0,0 1-1 0 0,0-1 0 0 0,-1 0 1 0 0,1 0-1 0 0,-1 0 0 0 0,0-12 1 0 0,0 9 13 0 0,-1 1 0 0 0,1-1 0 0 0,-2 0 1 0 0,1 0-1 0 0,-2 1 0 0 0,1-1 0 0 0,-1 1 0 0 0,0-1 1 0 0,-1 1-1 0 0,1 0 0 0 0,-2 0 0 0 0,1 0 0 0 0,-8-12 1 0 0,-14-18 49 0 0,21 26-39 0 0,-7-13 13 0 0,-33-16-80 0 0,29 23-125 0 0,1 1-1 0 0,-19-34 1 0 0,1 2-113 0 0,1 8 110 0 0,-1-2 251 0 0,1-1 0 0 0,-48-92-1 0 0,39 34-42 0 0,-9 8 14 0 0,39 73-52 0 0,-1-1 0 0 0,-1 2 0 0 0,-1 0 1 0 0,0 0-1 0 0,-21-21 0 0 0,-11-12 9 0 0,31 36 0 0 0,-1 0 0 0 0,0 1 1 0 0,-1 0-1 0 0,-22-16 0 0 0,7 13-6 0 0,0 0 0 0 0,-56-22 0 0 0,24 12-7 0 0,-147-61 44 0 0,-15-7-17 0 0,208 90-33 0 0,8 3 4 0 0,0 0 0 0 0,1 0 1 0 0,-1-1-1 0 0,1 0 0 0 0,0 0 0 0 0,0-1 0 0 0,0 0 1 0 0,1 0-1 0 0,0-1 0 0 0,0 0 0 0 0,-5-8 0 0 0,4 5 11 0 0,0 1-1 0 0,0-1 0 0 0,-1 2 0 0 0,0-1 0 0 0,0 1 0 0 0,-1 0 0 0 0,0 1 0 0 0,0 0 0 0 0,-1 1 0 0 0,-21-10 0 0 0,19 11-106 0 0,-1 0 0 0 0,1 1 0 0 0,-1 1 0 0 0,0 0 0 0 0,0 1 0 0 0,-1 1 0 0 0,-26 0 0 0 0,36 1-68 0 0,0 1 0 0 0,0 0 1 0 0,0 0-1 0 0,0 0 0 0 0,0 0 1 0 0,0 1-1 0 0,0 0 0 0 0,1 0 1 0 0,-1 0-1 0 0,1 1 0 0 0,0 0 0 0 0,-1-1 1 0 0,1 2-1 0 0,0-1 0 0 0,1 0 1 0 0,-1 1-1 0 0,0-1 0 0 0,1 1 1 0 0,0 0-1 0 0,-4 7 0 0 0,-23 36-3193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4:43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8 1681 0 0,'-8'-2'1582'0'0,"-1"0"0"0"0,0 1 0 0 0,1 0 0 0 0,-11 0 0 0 0,19 3-1075 0 0,0-2-498 0 0,0 0-1 0 0,0 0 1 0 0,0 0 0 0 0,0 0-1 0 0,0 0 1 0 0,-1 1 0 0 0,1-1-1 0 0,0 0 1 0 0,0 0 0 0 0,0 0-1 0 0,0 0 1 0 0,0 1 0 0 0,0-1-1 0 0,0 0 1 0 0,0 0-1 0 0,0 0 1 0 0,0 0 0 0 0,0 0-1 0 0,0 1 1 0 0,0-1 0 0 0,1 0-1 0 0,-1 0 1 0 0,0 0 0 0 0,0 0-1 0 0,0 1 1 0 0,0-1 0 0 0,0 0-1 0 0,0 0 1 0 0,0 0-1 0 0,0 0 1 0 0,0 0 0 0 0,1 0-1 0 0,-1 1 1 0 0,0-1 0 0 0,0 0-1 0 0,0 0 1 0 0,0 0 0 0 0,0 0-1 0 0,0 0 1 0 0,1 0-1 0 0,-1 0 1 0 0,0 0 0 0 0,0 0-1 0 0,0 0 1 0 0,0 0 0 0 0,1 0-1 0 0,-1 0 1 0 0,0 0 0 0 0,0 0-1 0 0,0 0 1 0 0,0 0 0 0 0,1 0-1 0 0,-1 0 1 0 0,34 3 683 0 0,1 1 0 0 0,38 11 0 0 0,17 2-487 0 0,142 6-952 0 0,-192-22-537 0 0,1-2 0 0 0,-1-2 0 0 0,70-13 0 0 0,-55-1-2091 0 0,-21 3 187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4:44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4562 0 0,'0'0'3602'0'0,"0"5"-3682"0"0,29-5 80 0 0,31 8 160 0 0,29-8-160 0 0,177 6-1121 0 0,-58-6-3201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4:53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1 2881 0 0,'-54'5'4229'0'0,"47"-4"-3870"0"0,9 0-232 0 0,-2 2-186 0 0,-25-2-21 0 0,3 2 165 0 0,22-3-86 0 0,0 0 0 0 0,0 0 0 0 0,0 0 1 0 0,0 0-1 0 0,0 0 0 0 0,0 0 1 0 0,0 0-1 0 0,0 0 0 0 0,0 0 0 0 0,0 0 1 0 0,0 0-1 0 0,0 0 0 0 0,0 0 1 0 0,1 0-1 0 0,-1 0 0 0 0,0 0 0 0 0,0 0 1 0 0,0 0-1 0 0,0 0 0 0 0,0 0 0 0 0,0 1 1 0 0,0-1-1 0 0,0 0 0 0 0,0 0 1 0 0,0 0-1 0 0,0 0 0 0 0,0 0 0 0 0,0 0 1 0 0,0 0-1 0 0,0 0 0 0 0,0 0 0 0 0,0 0 1 0 0,0 0-1 0 0,0 0 0 0 0,0 0 1 0 0,0 0-1 0 0,0 0 0 0 0,0 0 0 0 0,0 1 1 0 0,0-1-1 0 0,0 0 0 0 0,0 0 0 0 0,0 0 1 0 0,21 1-160 0 0,-1-1 13 0 0,-15 0 1 0 0,-6 1-142 0 0,2 0 281 0 0,-1-1 1 0 0,0 0-1 0 0,0 0 1 0 0,0 0-1 0 0,0 0 1 0 0,0 1-1 0 0,0-1 1 0 0,0 0-1 0 0,0 0 1 0 0,0 0-1 0 0,0 1 1 0 0,0-1-1 0 0,0 0 1 0 0,0 0-1 0 0,0 0 0 0 0,0 1 1 0 0,0-1-1 0 0,0 0 1 0 0,0 0-1 0 0,0 0 1 0 0,0 1-1 0 0,0-1 1 0 0,0 0-1 0 0,0 0 1 0 0,-1 0-1 0 0,1 0 1 0 0,0 1-1 0 0,0-1 1 0 0,0 0-1 0 0,0 0 1 0 0,0 0-1 0 0,-1 0 1 0 0,1 0-1 0 0,0 1 1 0 0,0-1-1 0 0,0 0 0 0 0,0 0 1 0 0,-1 0-1 0 0,1 0 1 0 0,0 0-1 0 0,0 0 1 0 0,0 0-1 0 0,0 0 1 0 0,-1 0-1 0 0,1 0 1 0 0,0 0-1 0 0,0 0 1 0 0,0 0-1 0 0,-1 0 1 0 0,1 0-1 0 0,0 0 1 0 0,-20 5-795 0 0,15 1-1226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4:56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 27 400 0 0,'-19'-3'2795'0'0,"-41"-1"-1"0"0,56 4-2460 0 0,0 1-14 0 0,-46 5 334 0 0,45-6 3334 0 0,10 0-3748 0 0,15 0-13 0 0,-15 0 1067 0 0,0 0-1214 0 0,20 2 7 0 0,33 1 146 0 0,416-15-1060 0 0,-422 9-1546 0 0,9-6-3671 0 0,-31 2 2802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4:57.4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69 1681 0 0,'-2'-2'238'0'0,"1"2"-24"0"0,-1-1 0 0 0,0 0 0 0 0,1 0 0 0 0,-1 0 0 0 0,1 0 0 0 0,-1 0 0 0 0,1 0 0 0 0,-1 0 0 0 0,1 0 0 0 0,0-1 0 0 0,-1 1 0 0 0,1-1 0 0 0,0 1 0 0 0,0-1 0 0 0,0 1 0 0 0,0-1 0 0 0,1 0 0 0 0,-1 1 0 0 0,0-1 0 0 0,1 0 0 0 0,-1 1 0 0 0,1-1 0 0 0,-1 0 0 0 0,1 0 0 0 0,0 0 0 0 0,0-3 0 0 0,0 4-129 0 0,1 0 0 0 0,-1 0 0 0 0,1 0 0 0 0,0 0 1 0 0,-1 1-1 0 0,1-1 0 0 0,0 0 0 0 0,-1 0 0 0 0,1 1 0 0 0,0-1 1 0 0,0 0-1 0 0,0 1 0 0 0,0-1 0 0 0,0 1 0 0 0,0-1 0 0 0,0 1 0 0 0,0 0 1 0 0,0-1-1 0 0,0 1 0 0 0,0 0 0 0 0,0 0 0 0 0,0 0 0 0 0,2-1 1 0 0,31-3 481 0 0,-31 3-430 0 0,32-2-38 0 0,-1 1 0 0 0,1 1 0 0 0,0 2 0 0 0,0 1 0 0 0,0 2 0 0 0,51 13 0 0 0,-70-13-111 0 0,-13-4 7 0 0,-1 1 0 0 0,1-1 1 0 0,0 1-1 0 0,0 0 0 0 0,-1 0 0 0 0,1 0 1 0 0,-1 1-1 0 0,1-1 0 0 0,-1 0 0 0 0,1 1 1 0 0,-1 0-1 0 0,0 0 0 0 0,0-1 0 0 0,0 1 1 0 0,0 0-1 0 0,3 4 0 0 0,1-2-22 0 0,8 8-14 0 0,-14-12 41 0 0,1 0 0 0 0,-1 1 0 0 0,0-1 0 0 0,1 1 0 0 0,-1-1 0 0 0,0 0 1 0 0,0 1-1 0 0,0-1 0 0 0,1 1 0 0 0,-1-1 0 0 0,0 1 0 0 0,0-1 0 0 0,0 1 0 0 0,0-1 0 0 0,0 1 0 0 0,0-1 0 0 0,0 1 0 0 0,0-1 0 0 0,0 1 0 0 0,0-1 0 0 0,0 1 0 0 0,0-1 0 0 0,0 1 0 0 0,-1-1 0 0 0,1 0 0 0 0,0 1 0 0 0,0-1 0 0 0,0 1 0 0 0,-1-1 0 0 0,1 1 0 0 0,0-1 0 0 0,0 0 0 0 0,-1 1 0 0 0,0 0 0 0 0,-1 1 7 0 0,-1-1-1 0 0,0 1 1 0 0,0 0-1 0 0,0-1 1 0 0,0 0-1 0 0,0 1 1 0 0,0-1-1 0 0,-5 1 1 0 0,-10 4 28 0 0,10-3 31 0 0,0 0 0 0 0,0-1 0 0 0,0 0 0 0 0,0 0 0 0 0,-1-1 0 0 0,1 0 0 0 0,-1 0-1 0 0,1-1 1 0 0,0 0 0 0 0,-15-3 0 0 0,-14 2 849 0 0,72 1-949 0 0,0 3 0 0 0,0 1 0 0 0,0 1-1 0 0,-1 2 1 0 0,1 1 0 0 0,46 18-1 0 0,-73-22-3 0 0,90 36-333 0 0,-86-34 323 0 0,0 0 1 0 0,0 1 0 0 0,0 0-1 0 0,-1 1 1 0 0,12 9 0 0 0,-21-15 40 0 0,-1 1 1 0 0,1-1-1 0 0,0 0 0 0 0,-1 0 1 0 0,1 1-1 0 0,-1-1 1 0 0,0 1-1 0 0,1-1 0 0 0,-1 1 1 0 0,-1-1-1 0 0,1 1 1 0 0,0 0-1 0 0,-1 0 1 0 0,1-1-1 0 0,-1 1 0 0 0,0 0 1 0 0,0 0-1 0 0,0-1 1 0 0,0 1-1 0 0,0 0 0 0 0,0 0 1 0 0,-2 5-1 0 0,0-4 25 0 0,1 1-1 0 0,-1-1 0 0 0,0 0 1 0 0,0 0-1 0 0,0 0 1 0 0,0 0-1 0 0,-1 0 1 0 0,0 0-1 0 0,0 0 0 0 0,-6 6 1 0 0,3-6 55 0 0,0 1 1 0 0,0-1-1 0 0,-1 0 1 0 0,1-1-1 0 0,-1 1 1 0 0,0-1-1 0 0,0-1 1 0 0,0 1-1 0 0,-1-1 1 0 0,1 0-1 0 0,-14 1 1 0 0,-3 1 138 0 0,-37 7 339 0 0,-1-2-1 0 0,-72-1 1 0 0,-115-11-288 0 0,208 2-218 0 0,33 1-123 0 0,0 0-1 0 0,-1 0 0 0 0,1-1 1 0 0,0 0-1 0 0,0 0 0 0 0,-1-1 1 0 0,1 0-1 0 0,0 0 0 0 0,-12-6 0 0 0,17 4-1074 0 0,11-2-922 0 0,42-17-4861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5:01.5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3282 0 0,'-55'36'1107'0'0,"50"-34"-1310"0"0,4-4 492 0 0,7-4 372 0 0,19 6 286 0 0,-20 8-187 0 0,12 2-432 0 0,1-1 1 0 0,0-1-1 0 0,0 0 0 0 0,36 9 0 0 0,87 12-170 0 0,-82-18-89 0 0,258 43-200 0 0,-245-45-715 0 0,1-3 1 0 0,97-5-1 0 0,-101-7-1195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5:02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1 80 0 0,'-30'24'2881'0'0,"1"27"81"0"0,29 6-1602 0 0,-30 16-1040 0 0,1 27 1 0 0,-1 19 159 0 0,30 0 0 0 0,-30-38-160 0 0,60-24-240 0 0,0-8-80 0 0,29-30-800 0 0,30-31-2322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5:02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 28 1441 0 0,'4'-1'654'0'0,"-3"1"-532"0"0,0 0 0 0 0,0 0 1 0 0,0-1-1 0 0,0 1 0 0 0,0 0 0 0 0,0 0 0 0 0,0 0 0 0 0,-1-1 1 0 0,1 1-1 0 0,0 0 0 0 0,0-1 0 0 0,0 1 0 0 0,-1-1 0 0 0,1 1 0 0 0,0-1 1 0 0,0 1-1 0 0,-1-1 0 0 0,1 0 0 0 0,-1 1 0 0 0,1-1 0 0 0,0 0 1 0 0,-1 0-1 0 0,1 1 0 0 0,0-2 0 0 0,0 1-11 0 0,0-1 0 0 0,0 1 1 0 0,0 0-1 0 0,0 0 0 0 0,0 0 0 0 0,0 0 0 0 0,0 0 0 0 0,1 1 0 0 0,-1-1 1 0 0,0 0-1 0 0,1 1 0 0 0,-1-1 0 0 0,1 1 0 0 0,-1-1 0 0 0,0 1 1 0 0,1-1-1 0 0,-1 1 0 0 0,1 0 0 0 0,-1 0 0 0 0,1 0 0 0 0,-1 0 1 0 0,1 0-1 0 0,2 0 0 0 0,32 0 133 0 0,-1 1 1 0 0,67 12 0 0 0,-63-4-299 0 0,0 3 1 0 0,0 1 0 0 0,42 21-1 0 0,-74-30 44 0 0,1 1 0 0 0,-1 0 0 0 0,1 1 0 0 0,-2 0 0 0 0,1 0 0 0 0,0 0 0 0 0,7 10 0 0 0,-14-15 12 0 0,0-1 0 0 0,1 0 0 0 0,-1 1 0 0 0,0-1 0 0 0,0 1 0 0 0,0-1 0 0 0,1 0 0 0 0,-1 1 0 0 0,0-1-1 0 0,0 1 1 0 0,0-1 0 0 0,0 1 0 0 0,0-1 0 0 0,0 1 0 0 0,0-1 0 0 0,0 1 0 0 0,0-1 0 0 0,0 0 0 0 0,0 1 0 0 0,0-1 0 0 0,0 1 0 0 0,0-1 0 0 0,0 1 0 0 0,0-1-1 0 0,0 1 1 0 0,-1-1 0 0 0,1 0 0 0 0,0 1 0 0 0,0-1 0 0 0,-1 1 0 0 0,1-1 0 0 0,0 0 0 0 0,0 1 0 0 0,-1-1 0 0 0,1 0 0 0 0,0 1 0 0 0,-1-1 0 0 0,1 0 0 0 0,-1 0-1 0 0,1 1 1 0 0,0-1 0 0 0,-1 0 0 0 0,1 0 0 0 0,-1 1 0 0 0,-29 7 231 0 0,-147-6 1196 0 0,102-3 130 0 0,140 15-972 0 0,32 6-645 0 0,-1 5 1 0 0,106 41-1 0 0,-194-63 0 0 0,0 0 0 0 0,0 0 0 0 0,0 1 0 0 0,-1 1-1 0 0,1-1 1 0 0,-1 1 0 0 0,0 0 0 0 0,0 1 0 0 0,0-1 0 0 0,-1 1 0 0 0,0 1 0 0 0,0-1 0 0 0,-1 1 0 0 0,0 0 0 0 0,0 1 0 0 0,4 7 0 0 0,-8-14 55 0 0,-1 0-1 0 0,1 1 1 0 0,-1-1 0 0 0,1 0 0 0 0,-1 0 0 0 0,0 1-1 0 0,0-1 1 0 0,1 0 0 0 0,-1 1 0 0 0,0-1 0 0 0,0 1 0 0 0,0-1-1 0 0,0 0 1 0 0,-1 1 0 0 0,1-1 0 0 0,0 0 0 0 0,-1 1 0 0 0,1-1-1 0 0,0 0 1 0 0,-1 0 0 0 0,0 1 0 0 0,1-1 0 0 0,-1 0 0 0 0,-1 1-1 0 0,-24 21 110 0 0,13-15-19 0 0,0 0 0 0 0,0-2 0 0 0,-1 1 0 0 0,-1-2 0 0 0,1 0-1 0 0,-28 6 1 0 0,-95 7 159 0 0,-331 1-2087 0 0,328-25 334 0 0,18-4-854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4:22.5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1323 151 800 0 0,'13'-7'671'0'0,"-9"5"-400"0"0,1 0 0 0 0,0-1 0 0 0,-1 0 0 0 0,0 0 0 0 0,0 0 0 0 0,0 0 0 0 0,0-1-1 0 0,0 0 1 0 0,-1 1 0 0 0,0-1 0 0 0,4-6 0 0 0,14-4 854 0 0,-19 14-1034 0 0,1-1 0 0 0,-1 0 0 0 0,0 0 0 0 0,0 0 0 0 0,0 0-1 0 0,0-1 1 0 0,0 1 0 0 0,0 0 0 0 0,-1-1 0 0 0,1 1 0 0 0,0-1 0 0 0,-1 0 0 0 0,1 0 0 0 0,-1 1 0 0 0,0-1 0 0 0,1 0 0 0 0,0-3-1 0 0,-2 4-76 0 0,0 1 0 0 0,0-1 0 0 0,1 0 0 0 0,-1 1 0 0 0,0-1-1 0 0,0 1 1 0 0,0-1 0 0 0,1 0 0 0 0,-1 1 0 0 0,0-1-1 0 0,1 1 1 0 0,-1-1 0 0 0,1 1 0 0 0,-1-1 0 0 0,0 1 0 0 0,1-1-1 0 0,-1 1 1 0 0,1 0 0 0 0,-1-1 0 0 0,1 1 0 0 0,-1 0-1 0 0,1-1 1 0 0,0 1 0 0 0,-1 0 0 0 0,1-1 0 0 0,-1 1 0 0 0,1 0-1 0 0,0 0 1 0 0,-1 0 0 0 0,1 0 0 0 0,0 0 0 0 0,0 0-1 0 0,0 0-9 0 0,-1 0 0 0 0,1 0 0 0 0,0-1 0 0 0,-1 1 0 0 0,1 0 0 0 0,0 0 0 0 0,-1 0 0 0 0,1 0 0 0 0,-1 0 0 0 0,1-1 0 0 0,-1 1 0 0 0,1 0 0 0 0,-1-1 0 0 0,1 1 0 0 0,-1 0 0 0 0,1-1 0 0 0,-1 1 0 0 0,1-1 0 0 0,-1 1 0 0 0,1 0 0 0 0,-1-1 0 0 0,0 1 0 0 0,1-1 0 0 0,-1 1 0 0 0,0-1 0 0 0,1 0 0 0 0,-1 1 0 0 0,0-1-1 0 0,0 1 1 0 0,0-1 0 0 0,1 1 0 0 0,-1-2 0 0 0,0 1 6 0 0,-1-1 0 0 0,1 1 0 0 0,-1-1 0 0 0,1 1-1 0 0,-1 0 1 0 0,1-1 0 0 0,-1 1 0 0 0,0 0 0 0 0,1 0 0 0 0,-1-1-1 0 0,0 1 1 0 0,0 0 0 0 0,0 0 0 0 0,0 0 0 0 0,0 0 0 0 0,0 0-1 0 0,-1 0 1 0 0,1 0 0 0 0,0 0 0 0 0,0 1 0 0 0,-1-1 0 0 0,1 0-1 0 0,0 1 1 0 0,-1-1 0 0 0,1 1 0 0 0,0-1 0 0 0,-1 1 0 0 0,1 0-1 0 0,-1 0 1 0 0,-1-1 0 0 0,-5 0 35 0 0,0 0 0 0 0,0 1-1 0 0,0-1 1 0 0,0 2 0 0 0,-13 1 0 0 0,-53 13 128 0 0,31-6-113 0 0,-82 17 64 0 0,-190 66-1 0 0,-41 40-69 0 0,313-118-64 0 0,0 3 0 0 0,1 1 0 0 0,-62 37 0 0 0,67-32 60 0 0,1 2 0 0 0,1 1 0 0 0,-58 56 0 0 0,90-79-51 0 0,0 1 0 0 0,0-1 0 0 0,0 1 0 0 0,1 0 1 0 0,-1 0-1 0 0,1 0 0 0 0,0 0 0 0 0,0 0 0 0 0,1 0 1 0 0,-1 1-1 0 0,1-1 0 0 0,0 1 0 0 0,0-1 0 0 0,0 1 0 0 0,1-1 1 0 0,0 1-1 0 0,0-1 0 0 0,0 1 0 0 0,0 0 0 0 0,1-1 1 0 0,-1 1-1 0 0,1-1 0 0 0,0 1 0 0 0,1-1 0 0 0,-1 0 1 0 0,1 1-1 0 0,0-1 0 0 0,0 0 0 0 0,0 0 0 0 0,0 0 1 0 0,1 0-1 0 0,3 3 0 0 0,3 5-2 0 0,1-2 0 0 0,0 1 0 0 0,1-2 0 0 0,0 1 0 0 0,0-1 0 0 0,1-1 0 0 0,0 0 0 0 0,19 9 0 0 0,2-2 7 0 0,1-2 0 0 0,0-1 0 0 0,1-2 0 0 0,48 9 0 0 0,143 7-24 0 0,-81-21-52 0 0,-125-5 84 0 0,-1-1 0 0 0,0-1 0 0 0,0-1 0 0 0,0-1 0 0 0,20-6 0 0 0,-34 9-6 0 0,-1-1 1 0 0,0 0-1 0 0,0 0 0 0 0,0-1 0 0 0,0 1 0 0 0,0-1 0 0 0,-1 0 0 0 0,1 0 0 0 0,-1 0 1 0 0,0-1-1 0 0,0 1 0 0 0,0-1 0 0 0,0 0 0 0 0,-1 1 0 0 0,1-1 0 0 0,-1 0 0 0 0,0-1 1 0 0,0 1-1 0 0,0 0 0 0 0,-1-1 0 0 0,0 1 0 0 0,1-1 0 0 0,-2 1 0 0 0,1-1 0 0 0,0 1 1 0 0,-1-1-1 0 0,0 0 0 0 0,0 1 0 0 0,0-1 0 0 0,-1 1 0 0 0,0-1 0 0 0,0 0 0 0 0,0 1 1 0 0,0 0-1 0 0,0-1 0 0 0,-3-4 0 0 0,-1 1-2 0 0,0 1-1 0 0,0 0 0 0 0,-1 1 1 0 0,1-1-1 0 0,-2 1 1 0 0,1 0-1 0 0,0 1 1 0 0,-1-1-1 0 0,-14-7 1 0 0,1 1 11 0 0,0 2 0 0 0,-34-14 0 0 0,12 11-34 0 0,1 2 1 0 0,-2 1-1 0 0,1 3 0 0 0,-47-3 1 0 0,65 7-114 0 0,0 0 1 0 0,0 2-1 0 0,0 1 1 0 0,0 1-1 0 0,0 1 1 0 0,-35 8-1 0 0,58-10 61 0 0,0 0 0 0 0,-1 0 0 0 0,1 0 0 0 0,-1 1 0 0 0,1-1-1 0 0,0 1 1 0 0,-1-1 0 0 0,1 1 0 0 0,0 0 0 0 0,0-1 0 0 0,-1 1 0 0 0,1 0-1 0 0,0 0 1 0 0,0 0 0 0 0,0 0 0 0 0,0 0 0 0 0,0 0 0 0 0,0 0 0 0 0,0 0-1 0 0,0 0 1 0 0,1 0 0 0 0,-1 1 0 0 0,0-1 0 0 0,1 0 0 0 0,-1 1 0 0 0,0 1-1 0 0,2 1-344 0 0,0-1 0 0 0,0 0 1 0 0,0 0-1 0 0,0-1 0 0 0,1 1 0 0 0,-1 0 0 0 0,1 0 0 0 0,0-1 0 0 0,-1 1 0 0 0,6 4 0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4:23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0 396 5442 0 0,'0'-3'203'0'0,"1"1"-1"0"0,-1-1 0 0 0,0 0 0 0 0,1 1 0 0 0,-1-1 0 0 0,1 1 0 0 0,0-1 0 0 0,0 1 1 0 0,0-1-1 0 0,0 1 0 0 0,1 0 0 0 0,-1-1 0 0 0,1 1 0 0 0,-1 0 0 0 0,1 0 0 0 0,3-3 1 0 0,10-15 229 0 0,19-11-539 0 0,44-28-32 0 0,126-89 198 0 0,-181 134-12 0 0,0 1 0 0 0,26-9 0 0 0,4-3-28 0 0,-41 21-20 0 0,-1 0 0 0 0,1 1 0 0 0,0 0 0 0 0,0 1 0 0 0,0 0 0 0 0,0 1 0 0 0,1 0 0 0 0,-1 1 0 0 0,0 1 0 0 0,0-1 0 0 0,1 2 0 0 0,19 4 0 0 0,-27-3-10 0 0,1-1-1 0 0,-1 1 1 0 0,0 0 0 0 0,1 0 0 0 0,-2 0 0 0 0,1 1-1 0 0,0 0 1 0 0,-1 0 0 0 0,1 0 0 0 0,-1 0 0 0 0,0 1-1 0 0,-1-1 1 0 0,1 1 0 0 0,-1 0 0 0 0,0 0 0 0 0,3 7-1 0 0,-1-4 1 0 0,0 1 0 0 0,-1 1-1 0 0,0-1 1 0 0,-1 0-1 0 0,0 1 1 0 0,-1 0-1 0 0,0 0 1 0 0,1 13-1 0 0,-3-17 12 0 0,-1 1-1 0 0,0 0 1 0 0,-1 0-1 0 0,1 0 0 0 0,-1-1 1 0 0,-1 1-1 0 0,1-1 0 0 0,-1 1 1 0 0,0-1-1 0 0,-1 0 0 0 0,0 0 1 0 0,-7 9-1 0 0,-2 1 22 0 0,-1-1-1 0 0,-30 26 1 0 0,-50 31-8 0 0,83-65-11 0 0,1-1-1 0 0,-1 0 1 0 0,0-1 0 0 0,0 0-1 0 0,0 0 1 0 0,-1-1 0 0 0,-15 3-1 0 0,25-7 3 0 0,0 1-1 0 0,0-1 1 0 0,-1 0-1 0 0,1 1 0 0 0,0-1 1 0 0,0 0-1 0 0,-1 0 0 0 0,1-1 1 0 0,0 1-1 0 0,0 0 0 0 0,-1-1 1 0 0,1 1-1 0 0,0-1 0 0 0,0 0 1 0 0,0 0-1 0 0,0 0 1 0 0,0 0-1 0 0,0 0 0 0 0,0 0 1 0 0,0-1-1 0 0,0 1 0 0 0,0 0 1 0 0,1-1-1 0 0,-1 0 0 0 0,1 1 1 0 0,-1-1-1 0 0,-1-2 1 0 0,2 1 2 0 0,-1 0 1 0 0,1 0 0 0 0,1 0 0 0 0,-1 0 0 0 0,0 0 0 0 0,1 0 0 0 0,-1 0 0 0 0,1 0 0 0 0,0 0 0 0 0,0 0 0 0 0,0-1 0 0 0,0 1 0 0 0,1 0 0 0 0,-1 0 0 0 0,1 0 0 0 0,0 0 0 0 0,0 0 0 0 0,2-4 0 0 0,1 0 11 0 0,0-1 0 0 0,1 1-1 0 0,9-12 1 0 0,12-19-9 0 0,-19 27-2 0 0,0-1-1 0 0,1 1 0 0 0,1 0 1 0 0,-1 1-1 0 0,2 0 0 0 0,-1 0 1 0 0,1 1-1 0 0,1 1 0 0 0,20-14 1 0 0,-7 7-20 0 0,1 2 1 0 0,0 2-1 0 0,53-18 1 0 0,-63 24 5 0 0,-1 1 0 0 0,1 0 1 0 0,0 1-1 0 0,0 1 0 0 0,0 1 1 0 0,1 0-1 0 0,-1 1 0 0 0,0 0 1 0 0,0 1-1 0 0,0 1 0 0 0,27 6 1 0 0,-36-5-2 0 0,-1-1 1 0 0,0 0-1 0 0,0 1 1 0 0,0 0-1 0 0,0 0 1 0 0,-1 1-1 0 0,1-1 1 0 0,-1 1-1 0 0,0 0 1 0 0,4 5-1 0 0,1-1-16 0 0,-4-3 7 0 0,0 0 0 0 0,0 1 0 0 0,-1-1 0 0 0,0 1 0 0 0,1 0 0 0 0,-2 0 0 0 0,1 0 0 0 0,-1 0 0 0 0,0 1 0 0 0,0-1 0 0 0,2 9 0 0 0,-5-10 13 0 0,1 0-1 0 0,-1 0 0 0 0,1 0 0 0 0,-1 0 1 0 0,-1 0-1 0 0,1 0 0 0 0,-1 0 0 0 0,0 0 1 0 0,0 0-1 0 0,0 0 0 0 0,-1 0 1 0 0,1-1-1 0 0,-1 1 0 0 0,0-1 0 0 0,-1 1 1 0 0,1-1-1 0 0,-1 0 0 0 0,-4 5 0 0 0,4-4 15 0 0,0-1 0 0 0,-1 0 0 0 0,0 0 0 0 0,0 0-1 0 0,0 0 1 0 0,-1-1 0 0 0,1 0 0 0 0,-1 0-1 0 0,0 0 1 0 0,0 0 0 0 0,-5 2 0 0 0,7-4-8 0 0,0 0 0 0 0,0 0 0 0 0,0 0 0 0 0,0-1 0 0 0,-1 1 1 0 0,1-1-1 0 0,0 0 0 0 0,0 0 0 0 0,0 0 0 0 0,-1 0 0 0 0,1 0 0 0 0,0-1 1 0 0,0 0-1 0 0,0 1 0 0 0,0-1 0 0 0,0 0 0 0 0,0 0 0 0 0,0-1 0 0 0,-5-2 0 0 0,-3-1 31 0 0,-20-11-1 0 0,30 15-32 0 0,0 0 0 0 0,0 1 0 0 0,1-1 0 0 0,-1 0 1 0 0,0 1-1 0 0,1-1 0 0 0,-1 0 0 0 0,0 0 0 0 0,1 1 0 0 0,-1-1 0 0 0,1 0 0 0 0,-1 0 0 0 0,1 0 0 0 0,0 0 0 0 0,-1 0 0 0 0,1 0 0 0 0,0 0 0 0 0,0 0 0 0 0,0 0 0 0 0,-1 0 0 0 0,1 0 1 0 0,0 0-1 0 0,0 0 0 0 0,1 0 0 0 0,-1 1 0 0 0,0-1 0 0 0,0 0 0 0 0,0 0 0 0 0,1 0 0 0 0,-1 0 0 0 0,0 0 0 0 0,2-2 0 0 0,11-18 13 0 0,0 0 1 0 0,2 1-1 0 0,26-27 0 0 0,-35 40-12 0 0,24-23 9 0 0,1 1 0 0 0,1 2 0 0 0,38-24 0 0 0,-65 47 4 0 0,4-3 10 0 0,1 1 0 0 0,0 0 0 0 0,19-9 0 0 0,-22 13-39 0 0,0 1-1 0 0,0 0 1 0 0,0 0-1 0 0,0 0 1 0 0,0 1-1 0 0,0 0 1 0 0,10 1-1 0 0,-6 0-1 0 0,0 0-1 0 0,0 1 1 0 0,0 0 0 0 0,-1 0-1 0 0,15 6 1 0 0,-21-7 16 0 0,0 1-1 0 0,-1 0 1 0 0,1 0-1 0 0,-1 0 1 0 0,1 0 0 0 0,-1 0-1 0 0,0 1 1 0 0,0-1 0 0 0,0 1-1 0 0,0 0 1 0 0,-1 0-1 0 0,1 0 1 0 0,-1 0 0 0 0,0 1-1 0 0,0-1 1 0 0,0 1-1 0 0,0-1 1 0 0,0 1 0 0 0,-1 0-1 0 0,2 6 1 0 0,-1 1 18 0 0,0 0 0 0 0,0 0 0 0 0,-1 0 0 0 0,-1 0 0 0 0,0 0 0 0 0,0 1 0 0 0,-1-1 0 0 0,0 0 0 0 0,-1 0 0 0 0,-6 18 0 0 0,-13-2-36 0 0,19-25 10 0 0,-1 0 1 0 0,1 0-1 0 0,0 1 1 0 0,-1-1-1 0 0,1 1 0 0 0,1-1 1 0 0,-1 1-1 0 0,0 0 1 0 0,1 0-1 0 0,-1 0 0 0 0,1 0 1 0 0,0 0-1 0 0,0 0 1 0 0,0 0-1 0 0,0 0 0 0 0,1 1 1 0 0,-1 4-1 0 0,1-7-14 0 0,-1 0-1 0 0,1 0 1 0 0,0 0 0 0 0,0 0-1 0 0,1 0 1 0 0,-1 0-1 0 0,0 0 1 0 0,0 0 0 0 0,0 0-1 0 0,1-1 1 0 0,-1 1 0 0 0,0 0-1 0 0,1 0 1 0 0,-1 0-1 0 0,0 0 1 0 0,1-1 0 0 0,0 1-1 0 0,-1 0 1 0 0,1 0-1 0 0,-1-1 1 0 0,1 1 0 0 0,0 0-1 0 0,-1-1 1 0 0,1 1-1 0 0,0-1 1 0 0,0 1 0 0 0,-1-1-1 0 0,1 1 1 0 0,0-1 0 0 0,0 1-1 0 0,0-1 1 0 0,0 0-1 0 0,0 1 1 0 0,0-1 0 0 0,0 0-1 0 0,-1 0 1 0 0,1 0-1 0 0,2 0 1 0 0,-1 1-119 0 0,3-2-2019 0 0,-5-9-2347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4:24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1025 0 640 0 0,'-29'12'4242'0'0,"-60"12"-1921"0"0,6 27-1200 0 0,-36 17-881 0 0,-29 26-160 0 0,30 12 0 0 0,-1 2 80 0 0,30-8 0 0 0,0-8 0 0 0,6 2-80 0 0,24-18 0 0 0,59-27-240 0 0,59-11-1040 0 0,24-38-3923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4:24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1796 97 1040 0 0,'0'-1'85'0'0,"0"-1"-1"0"0,0 1 0 0 0,-1-1 0 0 0,1 1 0 0 0,0-1 0 0 0,0 1 0 0 0,-1-1 0 0 0,1 1 1 0 0,-1 0-1 0 0,1-1 0 0 0,-1 1 0 0 0,0-1 0 0 0,1 1 0 0 0,-1 0 0 0 0,0 0 0 0 0,0-1 0 0 0,0 1 1 0 0,0 0-1 0 0,0 0 0 0 0,0 0 0 0 0,0 0 0 0 0,0 0 0 0 0,0 0 0 0 0,-3-1 0 0 0,-5-2 240 0 0,-1 0-1 0 0,1 1 0 0 0,-18-4 0 0 0,17 4-50 0 0,-55-11 813 0 0,1 3 0 0 0,-1 3 1 0 0,-95-1-1 0 0,82 9-565 0 0,-1 4 1 0 0,-140 26-1 0 0,130-6 66 0 0,85-23-522 0 0,0 0 0 0 0,1 1-1 0 0,-1-1 1 0 0,1 1 0 0 0,-1 0 0 0 0,1 0-1 0 0,-5 5 1 0 0,7-7-55 0 0,1 1 0 0 0,-1-1 1 0 0,1 1-1 0 0,-1 0 0 0 0,1-1 0 0 0,0 1 0 0 0,-1 0 0 0 0,1-1 0 0 0,0 1 1 0 0,-1 0-1 0 0,1 0 0 0 0,0-1 0 0 0,0 1 0 0 0,0 0 0 0 0,0-1 0 0 0,0 1 1 0 0,0 0-1 0 0,0 0 0 0 0,0 0 0 0 0,0-1 0 0 0,0 1 0 0 0,0 0 0 0 0,0 0 1 0 0,0-1-1 0 0,1 1 0 0 0,-1 0 0 0 0,0-1 0 0 0,1 1 0 0 0,-1 0 0 0 0,0-1 1 0 0,1 1-1 0 0,-1 0 0 0 0,1-1 0 0 0,-1 1 0 0 0,1-1 0 0 0,-1 1 0 0 0,1-1 0 0 0,-1 1 1 0 0,1-1-1 0 0,0 1 0 0 0,12 8 9 0 0,1 0 1 0 0,-1-1-1 0 0,2 0 1 0 0,-1-2 0 0 0,1 1-1 0 0,0-2 1 0 0,23 6-1 0 0,2 3-68 0 0,49 13-479 0 0,120 21 1 0 0,91-2-793 0 0,45 10-1281 0 0,-252-31 40 0 0,-91-25 2432 0 0,0 1 0 0 0,-1-1 1 0 0,1 0-1 0 0,0 1 0 0 0,-1 0 0 0 0,1-1 1 0 0,-1 1-1 0 0,1 0 0 0 0,-1 0 0 0 0,1 0 1 0 0,-1 0-1 0 0,1 0 0 0 0,-1 0 0 0 0,0 0 1 0 0,1 1-1 0 0,-1-1 0 0 0,0 0 1 0 0,0 1-1 0 0,1 1 0 0 0,-2-3 107 0 0,0 1 1 0 0,-1 0-1 0 0,1-1 0 0 0,0 1 0 0 0,0-1 1 0 0,0 1-1 0 0,-1-1 0 0 0,1 0 1 0 0,0 1-1 0 0,-1-1 0 0 0,1 1 0 0 0,0-1 1 0 0,-1 1-1 0 0,1-1 0 0 0,-1 0 1 0 0,1 1-1 0 0,0-1 0 0 0,-1 0 0 0 0,1 0 1 0 0,-1 1-1 0 0,1-1 0 0 0,-1 0 1 0 0,-26 10 360 0 0,-37 2 1830 0 0,-99 7-1 0 0,74-11-1116 0 0,-1395 114 1176 0 0,1337-117-4095 0 0,23-9-2896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5:39.6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2376 72 160 0 0,'0'0'2668'0'0,"0"0"-2587"0"0,0 0 0 0 0,0 0-1 0 0,0 0 1 0 0,0 0 0 0 0,0-1 0 0 0,0 1 0 0 0,0 0-1 0 0,1 0 1 0 0,-1 0 0 0 0,0 0 0 0 0,0 0 0 0 0,0-1-1 0 0,0 1 1 0 0,0 0 0 0 0,0 0 0 0 0,0 0 0 0 0,0 0-1 0 0,0-1 1 0 0,0 1 0 0 0,0 0 0 0 0,0 0 0 0 0,0 0-1 0 0,0 0 1 0 0,0-1 0 0 0,0 1 0 0 0,0 0 0 0 0,0 0-1 0 0,0 0 1 0 0,-1 0 0 0 0,1 0 0 0 0,0-1 0 0 0,0 1-1 0 0,0 0 1 0 0,0 0 0 0 0,0 0 0 0 0,0 0 0 0 0,0 0-1 0 0,0 0 1 0 0,-1-1 0 0 0,1 1 0 0 0,0 0 0 0 0,0 0-1 0 0,0 0 1 0 0,0 0 0 0 0,0 0 0 0 0,-1 0 0 0 0,1 0-1 0 0,0 0 1 0 0,0 0 0 0 0,0 0 0 0 0,0 0 0 0 0,-1 0-1 0 0,1 0 1 0 0,0 0 0 0 0,0 0 0 0 0,0 0-1 0 0,0 0 1 0 0,-1 0 0 0 0,1 0 0 0 0,0 0 0 0 0,0 0-1 0 0,0 0 1 0 0,0 0 0 0 0,0 0 0 0 0,-1 0 0 0 0,1 0-1 0 0,0 0 1 0 0,0 0 0 0 0,0 1 0 0 0,-50-9 1960 0 0,21 1-1774 0 0,28 7-267 0 0,1 0 0 0 0,0 0 1 0 0,0 0-1 0 0,0 0 1 0 0,-1 0-1 0 0,1 0 0 0 0,0 0 1 0 0,0 0-1 0 0,0 0 1 0 0,-1 0-1 0 0,1 0 0 0 0,0 0 1 0 0,0 0-1 0 0,0 0 1 0 0,-1-1-1 0 0,1 1 0 0 0,0 0 1 0 0,0 0-1 0 0,0 0 1 0 0,0 0-1 0 0,-1 0 0 0 0,1-1 1 0 0,0 1-1 0 0,0 0 1 0 0,0 0-1 0 0,0 0 0 0 0,0-1 1 0 0,0 1-1 0 0,0 0 1 0 0,0 0-1 0 0,0 0 0 0 0,-1-1 1 0 0,1 1-1 0 0,0 0 1 0 0,0 0-1 0 0,0 0 0 0 0,0-1 1 0 0,0 1-1 0 0,-4-6 78 0 0,-31 0 95 0 0,22 4-48 0 0,0 0 1 0 0,0-1-1 0 0,1 0 1 0 0,-15-6-1 0 0,17 6-93 0 0,0 0 0 0 0,-1 1-1 0 0,0 1 1 0 0,1 0 0 0 0,-1 0-1 0 0,-14 1 1 0 0,-30-2 66 0 0,20 0-58 0 0,-1 2-1 0 0,1 1 1 0 0,-50 8-1 0 0,39-3-23 0 0,-89 13 95 0 0,-51 5 85 0 0,129-19-196 0 0,-68 2 66 0 0,97-7-23 0 0,-136 5-115 0 0,144-3 86 0 0,-1 1-1 0 0,0 1 1 0 0,1 1 0 0 0,0 0 0 0 0,-36 16 0 0 0,-3 9 379 0 0,23-11-89 0 0,-51 19-1 0 0,-135 42-316 0 0,187-65-44 0 0,-35 21-1 0 0,27-13 26 0 0,2-4 46 0 0,32-16-6 0 0,-1 2 0 0 0,1-1 1 0 0,0 1-1 0 0,0 1 0 0 0,0 0 1 0 0,1 0-1 0 0,-12 11 0 0 0,11-8 0 0 0,-1-1 0 0 0,0-1 0 0 0,-13 8-1 0 0,14-10-10 0 0,1 0-1 0 0,0 1 0 0 0,1 0 0 0 0,-1 0 0 0 0,1 0 0 0 0,0 1 0 0 0,-5 8 0 0 0,-48 63 4 0 0,52-67 45 0 0,0 1-1 0 0,0 0 1 0 0,-10 23 0 0 0,6-11-24 0 0,-13 25-1208 0 0,25-49 1132 0 0,0 1 1 0 0,0-1-1 0 0,-1 0 0 0 0,1 0 0 0 0,0 1 1 0 0,0-1-1 0 0,0 0 0 0 0,-1 1 1 0 0,1-1-1 0 0,0 0 0 0 0,0 1 0 0 0,0-1 1 0 0,0 0-1 0 0,0 1 0 0 0,-1-1 0 0 0,1 0 1 0 0,0 1-1 0 0,0-1 0 0 0,0 0 1 0 0,0 1-1 0 0,0-1 0 0 0,0 0 0 0 0,0 1 1 0 0,1-1-1 0 0,-1 0 0 0 0,0 1 0 0 0,0-1 1 0 0,0 1-1 0 0,0-1 0 0 0,0 0 1 0 0,0 1-1 0 0,1-1 0 0 0,-1 0 0 0 0,0 0 1 0 0,0 1-1 0 0,0-1 0 0 0,1 0 0 0 0,-1 1 1 0 0,20 6-3548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5:04.2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95 240 0 0,'30'-5'2801'0'0,"-1"5"-400"0"0,1 0-640 0 0,0 0-560 0 0,29 0-481 0 0,0-8-480 0 0,1 2-480 0 0,-1-13-1120 0 0,0-13-1442 0 0,0 8-399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5:04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2081 0 0,'30'0'1841'0'0,"-6"13"-240"0"0,64 6-81 0 0,120 24 161 0 0,-60-5-1121 0 0,-29-32-800 0 0,-31-6-640 0 0,-28-6-1201 0 0,-7-13-2321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5:07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905 158 1681 0 0,'0'-2'146'0'0,"0"1"1"0"0,0 0 0 0 0,0 0-1 0 0,-1 0 1 0 0,1 0-1 0 0,0 0 1 0 0,0 0 0 0 0,0 0-1 0 0,-1 0 1 0 0,1 0-1 0 0,-1 0 1 0 0,1 0 0 0 0,0 0-1 0 0,-1 1 1 0 0,0-1-1 0 0,1 0 1 0 0,-1 0 0 0 0,0 0-1 0 0,1 0 1 0 0,-1 1-1 0 0,0-1 1 0 0,0 0 0 0 0,1 1-1 0 0,-1-1 1 0 0,0 1 0 0 0,0-1-1 0 0,0 1 1 0 0,-1-1-1 0 0,1 0-121 0 0,0 1-1 0 0,0 0 1 0 0,1-1-1 0 0,-1 1 0 0 0,0-1 1 0 0,0 1-1 0 0,1-1 1 0 0,-1 1-1 0 0,0-1 1 0 0,1 1-1 0 0,-1-1 0 0 0,1 0 1 0 0,-1 1-1 0 0,0-1 1 0 0,1 0-1 0 0,0 0 1 0 0,-1 1-1 0 0,1-1 0 0 0,-1 0 1 0 0,1 0-1 0 0,0 0 1 0 0,0 1-1 0 0,-1-1 1 0 0,1 0-1 0 0,0 0 1 0 0,0 0-1 0 0,0-1 0 0 0,0 1-5 0 0,-1 0 1 0 0,1 0-1 0 0,0 0 0 0 0,-1 0 0 0 0,1 0 0 0 0,0 0 0 0 0,-1 1 0 0 0,1-1 0 0 0,-1 0 0 0 0,0 0 0 0 0,1 1 0 0 0,-1-1 1 0 0,0 0-1 0 0,1 1 0 0 0,-1-1 0 0 0,0 0 0 0 0,0 1 0 0 0,1-1 0 0 0,-1 1 0 0 0,0-1 0 0 0,0 1 0 0 0,0 0 0 0 0,-1-1 1 0 0,-28-9 92 0 0,18 7-16 0 0,-13-4 4 0 0,0 2 0 0 0,0 1-1 0 0,0 1 1 0 0,-1 1-1 0 0,-44 3 1 0 0,39-1-44 0 0,3 1 41 0 0,0 1 1 0 0,-48 11-1 0 0,25-4-16 0 0,27-5-26 0 0,-40 12-1 0 0,28-6 11 0 0,6-3-19 0 0,19-5-14 0 0,-1 0 1 0 0,1 1-1 0 0,0 1 0 0 0,0 0 1 0 0,-16 8-1 0 0,14-4-19 0 0,0 1 1 0 0,1 0-1 0 0,0 1 0 0 0,0 0 1 0 0,-10 13-1 0 0,12-6-5 0 0,9-14-1 0 0,-1 0 1 0 0,0 0-1 0 0,1 0 0 0 0,-1 0 1 0 0,-1-1-1 0 0,1 1 0 0 0,-5 4 1 0 0,5-5-4 0 0,-1 0 1 0 0,1 0 0 0 0,0 1-1 0 0,0-1 1 0 0,0 1 0 0 0,0-1-1 0 0,0 1 1 0 0,0 0 0 0 0,1 0-1 0 0,-1-1 1 0 0,1 1 0 0 0,0 0-1 0 0,0 0 1 0 0,0 0 0 0 0,0 1-1 0 0,1-1 1 0 0,-1 0 0 0 0,1 0-1 0 0,0 5 1 0 0,-1-4 1 0 0,1-1 0 0 0,0 1 0 0 0,-1-1 1 0 0,1 0-1 0 0,-1 1 0 0 0,0-1 0 0 0,-1 0 0 0 0,1 1 0 0 0,0-1 0 0 0,-1 0 1 0 0,0 0-1 0 0,-3 5 0 0 0,-3 5-6 0 0,7-11 2 0 0,1 0 0 0 0,-1-1-1 0 0,1 1 1 0 0,0-1 0 0 0,0 1 0 0 0,0 0-1 0 0,-1-1 1 0 0,1 1 0 0 0,1 0 0 0 0,-1-1-1 0 0,0 1 1 0 0,0-1 0 0 0,1 1 0 0 0,-1 0-1 0 0,1-1 1 0 0,-1 1 0 0 0,1-1 0 0 0,-1 1-1 0 0,1-1 1 0 0,0 1 0 0 0,0-1 0 0 0,0 0-1 0 0,0 1 1 0 0,0-1 0 0 0,0 0 0 0 0,0 0-1 0 0,0 0 1 0 0,1 0 0 0 0,-1 0-1 0 0,0 0 1 0 0,3 2 0 0 0,3 2 9 0 0,15 17-2 0 0,-14-13 2 0 0,0-1 0 0 0,1 0 0 0 0,0 0 0 0 0,1-1-1 0 0,-1 0 1 0 0,1 0 0 0 0,1-1 0 0 0,10 4 0 0 0,152 54 215 0 0,-111-40-126 0 0,2-2 0 0 0,0-4 0 0 0,97 15 1 0 0,-94-22-39 0 0,2-2 0 0 0,114-2 1 0 0,-157-8-57 0 0,0-1 1 0 0,0-2-1 0 0,0 0 1 0 0,-1-2 0 0 0,1 0-1 0 0,-1-2 1 0 0,-1-1 0 0 0,0-1-1 0 0,45-25 1 0 0,-61 29 7 0 0,0 0 1 0 0,0-1-1 0 0,0 1 1 0 0,-1-1-1 0 0,0-1 1 0 0,0 0-1 0 0,-1 0 1 0 0,0 0-1 0 0,9-18 0 0 0,-7 10 3 0 0,-1 0-1 0 0,-1 0 1 0 0,0 0-1 0 0,5-32 1 0 0,-9 41-9 0 0,-1-1 0 0 0,0 0 0 0 0,-1 1 0 0 0,0-1 0 0 0,0 1 0 0 0,-1-1 0 0 0,0 1 0 0 0,0-1 0 0 0,-1 1 0 0 0,1-1 0 0 0,-2 1 0 0 0,1 0 0 0 0,-1 0 0 0 0,0 0 0 0 0,-7-10 1 0 0,-1 0-3 0 0,-1 2 0 0 0,-1 0 1 0 0,-1 0-1 0 0,-18-15 1 0 0,29 27-8 0 0,-14-12-8 0 0,-1 1 1 0 0,0 0 0 0 0,0 2-1 0 0,-1 0 1 0 0,-1 1 0 0 0,0 1-1 0 0,-28-10 1 0 0,-1-1-176 0 0,-2 2 0 0 0,0 3 0 0 0,0 2 0 0 0,-68-10 0 0 0,95 19-1324 0 0,44 4-1120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5:11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34 368 1601 0 0,'0'-2'236'0'0,"0"-1"1"0"0,0 1 0 0 0,0-1-1 0 0,0 1 1 0 0,-1 0 0 0 0,1-1-1 0 0,-1 1 1 0 0,1 0-1 0 0,-1-1 1 0 0,0 1 0 0 0,0 0-1 0 0,0 0 1 0 0,0 0 0 0 0,0 0-1 0 0,0 0 1 0 0,-1 0 0 0 0,1 0-1 0 0,-1 0 1 0 0,-1-2 0 0 0,-5-5 272 0 0,6 4-245 0 0,0 0 0 0 0,1 0 0 0 0,0 0 0 0 0,0 0 0 0 0,0-1 0 0 0,1 1-1 0 0,-1 0 1 0 0,1 0 0 0 0,0-1 0 0 0,1 1 0 0 0,1-7 0 0 0,-1-7 171 0 0,-1 16-407 0 0,0 0 0 0 0,1 0 1 0 0,-1 0-1 0 0,1 1 0 0 0,0-1 0 0 0,0 0 1 0 0,0 0-1 0 0,0 1 0 0 0,0-1 0 0 0,1 1 1 0 0,-1-1-1 0 0,1 1 0 0 0,-1-1 0 0 0,1 1 1 0 0,0 0-1 0 0,3-3 0 0 0,38-27 44 0 0,-24 19-37 0 0,11-16-21 0 0,-24 23-17 0 0,0 0 0 0 0,0 0 0 0 0,1 1 1 0 0,7-6-1 0 0,7-1-77 0 0,1 0 0 0 0,0 1 0 0 0,0 2 0 0 0,1 0 0 0 0,29-7-1 0 0,-50 16 67 0 0,0-1 0 0 0,1 1 0 0 0,-1 0-1 0 0,0 0 1 0 0,1 1 0 0 0,-1-1 0 0 0,0 0-1 0 0,0 1 1 0 0,1-1 0 0 0,-1 1 0 0 0,0 0-1 0 0,0 0 1 0 0,0 0 0 0 0,0 0-1 0 0,0 0 1 0 0,0 0 0 0 0,0 0 0 0 0,0 1-1 0 0,0-1 1 0 0,-1 1 0 0 0,1-1 0 0 0,-1 1-1 0 0,1 0 1 0 0,-1 0 0 0 0,1 0-1 0 0,-1-1 1 0 0,0 1 0 0 0,0 0 0 0 0,0 1-1 0 0,0-1 1 0 0,0 0 0 0 0,-1 0 0 0 0,1 0-1 0 0,-1 0 1 0 0,1 1 0 0 0,-1-1 0 0 0,0 0-1 0 0,1 0 1 0 0,-1 1 0 0 0,-1-1-1 0 0,1 0 1 0 0,-1 4 0 0 0,-19 36 14 0 0,15-23 24 0 0,4-15-18 0 0,0 0 0 0 0,-1 0 1 0 0,1 1-1 0 0,-1-1 0 0 0,0 0 1 0 0,0 0-1 0 0,0-1 0 0 0,0 1 1 0 0,-1 0-1 0 0,-3 3 0 0 0,5-6 11 0 0,0 0-1 0 0,1 0 1 0 0,-1 0-1 0 0,1 0 1 0 0,-1-1-1 0 0,1 1 1 0 0,-1 0-1 0 0,1 0 1 0 0,-1 0-1 0 0,1 0 0 0 0,0 0 1 0 0,-1 0-1 0 0,1 0 1 0 0,0 0-1 0 0,0 3 1 0 0,1-3 132 0 0,0-11-95 0 0,-1 8-46 0 0,0 0 1 0 0,1 0-1 0 0,-1 0 0 0 0,1 0 0 0 0,-1 0 1 0 0,1 0-1 0 0,0 0 0 0 0,0 1 0 0 0,0-1 1 0 0,0 0-1 0 0,0 0 0 0 0,0 1 1 0 0,0-1-1 0 0,0 1 0 0 0,1-1 0 0 0,-1 1 1 0 0,1-1-1 0 0,2-1 0 0 0,39-23-47 0 0,-17 12-26 0 0,-13 6-71 0 0,0 0-1 0 0,1 1 0 0 0,0 1 0 0 0,0 0 0 0 0,18-4 0 0 0,-26 9 79 0 0,-1-1-1 0 0,1 1 1 0 0,0 0 0 0 0,-1 0-1 0 0,1 1 1 0 0,0 0-1 0 0,-1 0 1 0 0,1 0 0 0 0,0 1-1 0 0,-1 0 1 0 0,1 0-1 0 0,-1 0 1 0 0,1 1 0 0 0,-1 0-1 0 0,1 0 1 0 0,6 3-1 0 0,-11-4 55 0 0,0 1 0 0 0,0-1 0 0 0,-1 0-1 0 0,1 0 1 0 0,0 0 0 0 0,-1 0 0 0 0,1 0-1 0 0,-1 1 1 0 0,0-1 0 0 0,1 0 0 0 0,-1 0-1 0 0,0 1 1 0 0,0-1 0 0 0,0 0 0 0 0,1 1-1 0 0,-2-1 1 0 0,1 0 0 0 0,0 1 0 0 0,0-1-1 0 0,0 2 1 0 0,-7 25 200 0 0,-13 7 178 0 0,20-33-354 0 0,-1 1 40 0 0,0 1-1 0 0,-1-1 1 0 0,1 0-1 0 0,-1 0 1 0 0,1 0-1 0 0,-1 0 1 0 0,0 0-1 0 0,0 0 1 0 0,0-1-1 0 0,0 1 1 0 0,-1 0-1 0 0,1-1 1 0 0,-4 3-1 0 0,0 4 421 0 0,7-18-293 0 0,0 8-184 0 0,-1 0 0 0 0,1-1 0 0 0,0 1-1 0 0,-1 0 1 0 0,1 0 0 0 0,0 0 0 0 0,0 0-1 0 0,0 0 1 0 0,0 0 0 0 0,0 1 0 0 0,0-1-1 0 0,0 0 1 0 0,0 0 0 0 0,1 1 0 0 0,-1-1-1 0 0,0 1 1 0 0,0-1 0 0 0,1 1 0 0 0,-1-1-1 0 0,2 1 1 0 0,4-3-7 0 0,-3 0-15 0 0,1 0 0 0 0,-1 0 0 0 0,0 0 0 0 0,0-1 0 0 0,0 0 0 0 0,0 0 0 0 0,-1 0 0 0 0,4-5 0 0 0,-3 4-14 0 0,0 0 0 0 0,0-1 0 0 0,1 2 0 0 0,0-1 0 0 0,0 0 0 0 0,0 1 0 0 0,1 0 1 0 0,10-6-1 0 0,-8 6 16 0 0,25-12-255 0 0,40-13 0 0 0,-69 27 260 0 0,0 1 0 0 0,0 1-1 0 0,0-1 1 0 0,0 1-1 0 0,0-1 1 0 0,0 1-1 0 0,0 0 1 0 0,0 0 0 0 0,1 1-1 0 0,-1 0 1 0 0,0-1-1 0 0,0 1 1 0 0,0 0-1 0 0,-1 1 1 0 0,1-1 0 0 0,0 1-1 0 0,0 0 1 0 0,-1 0-1 0 0,1 0 1 0 0,-1 0 0 0 0,1 0-1 0 0,-1 1 1 0 0,4 4-1 0 0,-1-2 14 0 0,-2 1-1 0 0,1-1 0 0 0,0 1 1 0 0,-1 0-1 0 0,0 0 1 0 0,-1 1-1 0 0,1-1 0 0 0,-1 1 1 0 0,-1 0-1 0 0,1 0 1 0 0,1 7-1 0 0,-2 2 34 0 0,0-1 1 0 0,-1 28-1 0 0,-1-39-164 0 0,0-4 90 0 0,0-1-1 0 0,0 0 1 0 0,1 1-1 0 0,-1-1 1 0 0,0 0-1 0 0,0 0 1 0 0,1 1-1 0 0,-1-1 0 0 0,0 0 1 0 0,1 1-1 0 0,-1-1 1 0 0,1 1-1 0 0,-1-1 1 0 0,1 0-1 0 0,-1 1 1 0 0,1-1-1 0 0,-1 1 1 0 0,1-1-1 0 0,-1 1 1 0 0,1 0-1 0 0,0-1 0 0 0,-1 1 1 0 0,1-1-1 0 0,0 1 1 0 0,-1 0-1 0 0,1 0 1 0 0,0-1-1 0 0,-1 1 1 0 0,3 0-1 0 0,6-4-477 0 0,1-15-989 0 0,14-9-854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5:11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499 8 640 0 0,'0'-8'4002'0'0,"0"16"-2561"0"0,-30 11-161 0 0,-29 68 321 0 0,-1 13-480 0 0,7 5-241 0 0,-6 14 241 0 0,0 0-321 0 0,29-19-400 0 0,-29-13-160 0 0,-1-4-160 0 0,60-21-80 0 0,-29-38-560 0 0,58-24-1681 0 0,1-18-880 0 0,59-33-2562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5:12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1298 28 720 0 0,'-105'-7'5172'0'0,"70"3"-3436"0"0,-62 2 0 0 0,98 3-1726 0 0,-3 4-61 0 0,28 3 12 0 0,-12-6 39 0 0,11 7 0 0 0,0-3 14 0 0,39 0 52 0 0,-35-1-61 0 0,-8-2 11 0 0,0 1-1 0 0,-1 1 1 0 0,27 11-1 0 0,-44-13-5 0 0,24 4-20 0 0,-27-7 9 0 0,0 0 0 0 0,1 0 0 0 0,-1 0-1 0 0,0 0 1 0 0,0 0 0 0 0,1 0 0 0 0,-1 0 0 0 0,0 0 0 0 0,0 0-1 0 0,1 0 1 0 0,-1-1 0 0 0,0 1 0 0 0,0 0 0 0 0,0 0 0 0 0,1 0-1 0 0,-1 0 1 0 0,0-1 0 0 0,0 1 0 0 0,0 0 0 0 0,1 0 0 0 0,-1 0-1 0 0,0-1 1 0 0,0 1 0 0 0,0 0 0 0 0,0 0 0 0 0,0 0 0 0 0,0-1 0 0 0,0 1-1 0 0,0 0 1 0 0,1 0 0 0 0,-1-1 0 0 0,0 1 0 0 0,0 0 0 0 0,0 0-1 0 0,0-1 1 0 0,0 1 0 0 0,0 0 0 0 0,0 0 0 0 0,0-1 0 0 0,-1 1-1 0 0,1 0 1 0 0,0 0 0 0 0,0-1 0 0 0,0 1 0 0 0,0 0 0 0 0,0 0-1 0 0,0-1 1 0 0,0 1 0 0 0,0 0 0 0 0,-1 0 0 0 0,1 0 0 0 0,0-1-1 0 0,0 1 1 0 0,0 0 0 0 0,-1 0 0 0 0,1 0 0 0 0,0 0 0 0 0,0-1 0 0 0,0 1-1 0 0,-1 0 1 0 0,1 0 0 0 0,0 0 0 0 0,0 0 0 0 0,-1 0 0 0 0,1 0-1 0 0,0 0 1 0 0,0 0 0 0 0,-1 0 0 0 0,-16-10 13 0 0,0 1 1 0 0,-1 1-1 0 0,0 0 0 0 0,0 2 1 0 0,-20-5-1 0 0,-98-15 421 0 0,97 22-28 0 0,-1 3 1 0 0,1 1-1 0 0,-1 1 1 0 0,-59 11-1 0 0,96-11-323 0 0,-1-1-1 0 0,1 1 0 0 0,-1-1 1 0 0,1 1-1 0 0,0 0 1 0 0,-1 0-1 0 0,-5 3 0 0 0,9-3-67 0 0,-1 0 1 0 0,0 0-1 0 0,0 0 0 0 0,1 0 0 0 0,-1 0 0 0 0,1 1 0 0 0,-1-1 0 0 0,1 0 1 0 0,-1 0-1 0 0,1 0 0 0 0,0 1 0 0 0,0-1 0 0 0,0 0 0 0 0,-1 0 0 0 0,1 1 1 0 0,0-1-1 0 0,0 0 0 0 0,1 0 0 0 0,-1 2 0 0 0,0-2-16 0 0,1 1-1 0 0,-1-1 0 0 0,1 0 1 0 0,-1 1-1 0 0,1-1 0 0 0,-1 0 1 0 0,1 1-1 0 0,0-1 0 0 0,0 0 1 0 0,0 0-1 0 0,-1 1 1 0 0,1-1-1 0 0,0 0 0 0 0,1 0 1 0 0,-1 0-1 0 0,0 0 0 0 0,0-1 1 0 0,0 1-1 0 0,0 0 0 0 0,1 0 1 0 0,-1-1-1 0 0,0 1 1 0 0,1-1-1 0 0,-1 1 0 0 0,3 0 1 0 0,4 3-10 0 0,110 48 19 0 0,20 11 26 0 0,-101-45-146 0 0,-31-16 101 0 0,0 0-1 0 0,0 1 0 0 0,0 0 1 0 0,-1 1-1 0 0,7 4 1 0 0,-11-7 11 0 0,1 1 0 0 0,-1-1 1 0 0,1 1-1 0 0,-1 0 1 0 0,0-1-1 0 0,0 1 0 0 0,0 0 1 0 0,0 0-1 0 0,0 0 1 0 0,0 0-1 0 0,0 0 0 0 0,-1 0 1 0 0,1 0-1 0 0,-1 0 1 0 0,1 0-1 0 0,-1 0 0 0 0,0 1 1 0 0,0 3-1 0 0,0-1 9 0 0,-1 1 0 0 0,0 0-1 0 0,0-1 1 0 0,-1 1 0 0 0,1 0 0 0 0,-1-1 0 0 0,-1 0-1 0 0,1 1 1 0 0,-1-1 0 0 0,0 0 0 0 0,0 0 0 0 0,0 0-1 0 0,0-1 1 0 0,-1 1 0 0 0,0-1 0 0 0,0 0 0 0 0,-6 5-1 0 0,-8 6 38 0 0,-1-1 0 0 0,0-1 0 0 0,-28 14 0 0 0,22-15 41 0 0,-1 0-1 0 0,0-1 1 0 0,-36 9 0 0 0,-94 14 238 0 0,93-24-379 0 0,0-2 1 0 0,-118-2-1 0 0,139-7-320 0 0,-1-3 0 0 0,1-1 0 0 0,0-2 0 0 0,0-2 0 0 0,-48-17 0 0 0,75 20-97 0 0,0 0-1 0 0,1-1 1 0 0,-1 0 0 0 0,-15-12 0 0 0,15 7-698 0 0,0-1 1 0 0,-19-21-1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5:43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1767 24 320 0 0,'14'-6'3204'0'0,"-4"3"-2702"0"0,-10 3-474 0 0,0 0-1 0 0,0 0 1 0 0,0 0-1 0 0,0 0 1 0 0,0-1-1 0 0,0 1 0 0 0,0 0 1 0 0,0 0-1 0 0,0 0 1 0 0,0 0-1 0 0,0 0 1 0 0,0 0-1 0 0,0 0 1 0 0,0 0-1 0 0,-1 0 0 0 0,1 0 1 0 0,0 0-1 0 0,0 0 1 0 0,0 0-1 0 0,0 0 1 0 0,0 0-1 0 0,0 0 1 0 0,0 0-1 0 0,0 0 1 0 0,0-1-1 0 0,0 1 0 0 0,0 0 1 0 0,0 0-1 0 0,0 0 1 0 0,0 0-1 0 0,0 0 1 0 0,0 0-1 0 0,0 0 1 0 0,1 0-1 0 0,-1 0 0 0 0,0 0 1 0 0,0 0-1 0 0,0 0 1 0 0,0 0-1 0 0,0 0 1 0 0,0 0-1 0 0,0 0 1 0 0,0 0-1 0 0,0 0 0 0 0,0 0 1 0 0,0-1-1 0 0,0 1 1 0 0,0 0-1 0 0,0 0 1 0 0,0 0-1 0 0,0 0 1 0 0,0 0-1 0 0,0 0 0 0 0,0 0 1 0 0,-13-1 539 0 0,13 1-539 0 0,0 0 1 0 0,-1 0-1 0 0,1 0 1 0 0,-1 0-1 0 0,1 0 0 0 0,0 0 1 0 0,-1 0-1 0 0,1 0 1 0 0,-1 0-1 0 0,1 0 1 0 0,-1 0-1 0 0,1 0 1 0 0,0 0-1 0 0,-1 0 0 0 0,1 1 1 0 0,0-1-1 0 0,-1 0 1 0 0,1 0-1 0 0,-1 0 1 0 0,1 1-1 0 0,0-1 1 0 0,-1 0-1 0 0,1 0 0 0 0,0 1 1 0 0,0-1-1 0 0,-1 0 1 0 0,1 1-1 0 0,0-1 1 0 0,0 0-1 0 0,-1 1 1 0 0,1-1-1 0 0,0 0 0 0 0,0 1 1 0 0,-5 2 344 0 0,-15 0-79 0 0,-14 4 373 0 0,33-8-588 0 0,1 1-78 0 0,1 0 0 0 0,-1-1 0 0 0,0 1 0 0 0,0 0 1 0 0,0 0-1 0 0,0 0 0 0 0,0 0 0 0 0,0-1 0 0 0,0 1 1 0 0,0 0-1 0 0,0 0 0 0 0,0 0 0 0 0,0 0 1 0 0,0-1-1 0 0,0 1 0 0 0,0 0 0 0 0,0 0 0 0 0,0 0 1 0 0,0 0-1 0 0,0-1 0 0 0,0 1 0 0 0,0 0 0 0 0,-1 0 1 0 0,1 0-1 0 0,0 0 0 0 0,0 0 0 0 0,0-1 1 0 0,0 1-1 0 0,0 0 0 0 0,0 0 0 0 0,0 0 0 0 0,-1 0 1 0 0,1 0-1 0 0,0 0 0 0 0,0 0 0 0 0,0-1 0 0 0,0 1 1 0 0,0 0-1 0 0,-1 0 0 0 0,1 0 0 0 0,0 0 1 0 0,0 0-1 0 0,0 0 0 0 0,0 0 0 0 0,-1 0 0 0 0,1 0 1 0 0,0 0-1 0 0,0 0 0 0 0,0 0 0 0 0,0 0 0 0 0,-1 0 1 0 0,1 0-1 0 0,0 0 0 0 0,0 0 0 0 0,0 0 1 0 0,-35-12 158 0 0,16 9-71 0 0,0 0 0 0 0,-32-1-1 0 0,-12 3 166 0 0,0 4-1 0 0,-91 14 1 0 0,69-1 106 0 0,-151 48 0 0 0,202-49-293 0 0,1 1 0 0 0,1 1-1 0 0,-47 34 1 0 0,10 12 186 0 0,51-51-139 0 0,1 1-1 0 0,0 1 1 0 0,-20 22-1 0 0,-6 4 20 0 0,-2-1 1 0 0,-59 38-1 0 0,-27 30-64 0 0,45-35-31 0 0,30-29 3 0 0,22-18-28 0 0,1 1 0 0 0,-42 44 0 0 0,72-66-8 0 0,-1 0 0 0 0,1 1 0 0 0,0-1-1 0 0,0 1 1 0 0,1 0 0 0 0,-1 0 0 0 0,1 0 0 0 0,0 0 0 0 0,0 0 0 0 0,-1 9 0 0 0,1 0-11 0 0,0 0 0 0 0,2 25 0 0 0,0-24-3 0 0,0-9 21 0 0,0-1 0 0 0,0 1 0 0 0,1-1 1 0 0,0 1-1 0 0,0-1 0 0 0,0 0 1 0 0,1 1-1 0 0,0-1 0 0 0,0 0 1 0 0,0 0-1 0 0,1 0 0 0 0,-1 0 0 0 0,6 6 1 0 0,0-1 8 0 0,1-1 1 0 0,0 0-1 0 0,1 0 1 0 0,18 12 0 0 0,48 30 196 0 0,3-2-1 0 0,155 68 1 0 0,-158-86-163 0 0,0-3 0 0 0,2-4 0 0 0,150 26 0 0 0,242-4-128 0 0,116-55-807 0 0,-504 2 456 0 0,-1-4 1 0 0,0-3-1 0 0,114-36 0 0 0,-173 43 379 0 0,-2-1 0 0 0,1-1 0 0 0,-1-1 0 0 0,-1-1 0 0 0,1 0 0 0 0,-2-2 0 0 0,20-16 0 0 0,-31 22 83 0 0,0-1 0 0 0,-1 1 0 0 0,0-1-1 0 0,0-1 1 0 0,-1 1 0 0 0,0-1 0 0 0,-1 0 0 0 0,0 0-1 0 0,0 0 1 0 0,-1 0 0 0 0,0-1 0 0 0,0 1-1 0 0,1-12 1 0 0,-2 2 161 0 0,0-1 0 0 0,-2 0-1 0 0,0 1 1 0 0,-1-1-1 0 0,-5-27 1 0 0,3 29-39 0 0,-2 0 0 0 0,0 0 0 0 0,-1 0 0 0 0,-1 0 1 0 0,-17-29-1 0 0,-55-75 412 0 0,40 66-344 0 0,-30-50 172 0 0,-10 8-66 0 0,29 20-82 0 0,35 53-105 0 0,-1 0 0 0 0,-31-37 0 0 0,30 44-104 0 0,-2 1 0 0 0,0 0-1 0 0,0 2 1 0 0,-2 0 0 0 0,-39-22 0 0 0,43 28-302 0 0,-1 1 1 0 0,0 1 0 0 0,-1 0 0 0 0,1 1 0 0 0,-1 1-1 0 0,-1 1 1 0 0,1 0 0 0 0,-28 0 0 0 0,18 4-1256 0 0,-50 6 0 0 0,-15 15-2408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5:49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1678 393 480 0 0,'-24'-17'1075'0'0,"21"15"-884"0"0,1 0-1 0 0,-1 0 0 0 0,1 0 1 0 0,-1 0-1 0 0,0 0 0 0 0,0 1 1 0 0,0-1-1 0 0,-5-1 0 0 0,7 3-158 0 0,1 0 0 0 0,0 0-1 0 0,0 0 1 0 0,-1 0 0 0 0,1 0-1 0 0,0 0 1 0 0,0 0 0 0 0,-1 0-1 0 0,1 0 1 0 0,0 0 0 0 0,0-1 0 0 0,0 1-1 0 0,-1 0 1 0 0,1 0 0 0 0,0 0-1 0 0,0 0 1 0 0,0-1 0 0 0,-1 1 0 0 0,1 0-1 0 0,0 0 1 0 0,0 0 0 0 0,0-1-1 0 0,0 1 1 0 0,0 0 0 0 0,0 0-1 0 0,-1 0 1 0 0,1-1 0 0 0,0 1 0 0 0,0 0-1 0 0,0 0 1 0 0,0-1 0 0 0,0 1-1 0 0,0 0 1 0 0,0 0 0 0 0,0-1-1 0 0,0 1 1 0 0,0 0 0 0 0,0 0 0 0 0,0-1-1 0 0,0 1 1 0 0,0 0 0 0 0,0 0-1 0 0,1-1 1 0 0,-1 1-16 0 0,0 0 1 0 0,0 0-1 0 0,0 0 0 0 0,0-1 0 0 0,0 1 0 0 0,0 0 1 0 0,0 0-1 0 0,0 0 0 0 0,0-1 0 0 0,0 1 0 0 0,0 0 1 0 0,0 0-1 0 0,0 0 0 0 0,0 0 0 0 0,0-1 1 0 0,0 1-1 0 0,0 0 0 0 0,0 0 0 0 0,0 0 0 0 0,0-1 1 0 0,0 1-1 0 0,0 0 0 0 0,0 0 0 0 0,-1 0 0 0 0,1 0 1 0 0,0 0-1 0 0,0-1 0 0 0,0 1 0 0 0,0 0 1 0 0,0 0-1 0 0,0 0 0 0 0,-1 0 0 0 0,1 0 0 0 0,0 0 1 0 0,0-1-1 0 0,0 1 0 0 0,0 0 0 0 0,-1 0 1 0 0,1 0-1 0 0,0 0 0 0 0,0 0 0 0 0,0 0 0 0 0,0 0 1 0 0,-1 0-1 0 0,1 0 0 0 0,0 0 0 0 0,0 0 0 0 0,0 0 1 0 0,-1 0-1 0 0,1 0 0 0 0,0 0 0 0 0,0 0 1 0 0,-50-12 396 0 0,50 12-411 0 0,0 0-1 0 0,0 0 0 0 0,0 0 1 0 0,0 0-1 0 0,0 0 1 0 0,0-1-1 0 0,0 1 1 0 0,0 0-1 0 0,0 0 1 0 0,-1 0-1 0 0,1 0 1 0 0,0 0-1 0 0,0 0 1 0 0,0 0-1 0 0,0 0 1 0 0,0 0-1 0 0,0 0 0 0 0,0 0 1 0 0,0 0-1 0 0,-1 0 1 0 0,1 0-1 0 0,0 0 1 0 0,0 0-1 0 0,0 0 1 0 0,0 0-1 0 0,0 0 1 0 0,0 0-1 0 0,-1 0 1 0 0,1 0-1 0 0,0 0 1 0 0,0 0-1 0 0,0 0 1 0 0,0 0-1 0 0,0 0 0 0 0,0 0 1 0 0,0 0-1 0 0,0 0 1 0 0,-1 0-1 0 0,1 0 1 0 0,0 0-1 0 0,0 0 1 0 0,0 0-1 0 0,0 1 1 0 0,0-1-1 0 0,0 0 1 0 0,0 0-1 0 0,0 0 1 0 0,0 0-1 0 0,0 0 0 0 0,0 0 1 0 0,0 0-1 0 0,-1 0 1 0 0,1 1-1 0 0,0-1 1 0 0,0 0-1 0 0,0 0 1 0 0,0 0-1 0 0,0 0 1 0 0,0 0-1 0 0,0 0 1 0 0,0 0-1 0 0,0 1 1 0 0,0-1-1 0 0,0 0 0 0 0,0 0 1 0 0,0 0-1 0 0,0 0 24 0 0,1 0 0 0 0,-1 1 0 0 0,0-1 0 0 0,0 0 0 0 0,0 0-1 0 0,0 0 1 0 0,0 0 0 0 0,0 0 0 0 0,0 1 0 0 0,0-1-1 0 0,0 0 1 0 0,0 0 0 0 0,-1 0 0 0 0,1 0 0 0 0,0 1 0 0 0,0-1-1 0 0,0 0 1 0 0,0 0 0 0 0,0 0 0 0 0,0 0 0 0 0,0 0 0 0 0,0 0-1 0 0,0 1 1 0 0,0-1 0 0 0,0 0 0 0 0,-1 0 0 0 0,1 0-1 0 0,0 0 1 0 0,0 0 0 0 0,0 0 0 0 0,0 0 0 0 0,0 0 0 0 0,0 1-1 0 0,-1-1 1 0 0,1 0 0 0 0,0 0 0 0 0,0 0 0 0 0,0 0 0 0 0,0 0-1 0 0,-1 0 1 0 0,1 0 0 0 0,0 0 0 0 0,0 0 0 0 0,0 0-1 0 0,0 0 1 0 0,0 0 0 0 0,-1 0 0 0 0,1 0 0 0 0,0 0 0 0 0,0 0-1 0 0,0 0 1 0 0,-1-1 0 0 0,-83 1 162 0 0,78 1-172 0 0,0-1 1 0 0,0 1-1 0 0,0-2 1 0 0,0 1-1 0 0,0-1 0 0 0,0 0 1 0 0,0 0-1 0 0,-9-3 1 0 0,-10-3 5 0 0,-236-42 272 0 0,254 47-286 0 0,4 2-6 0 0,1-1-1 0 0,-1 0 1 0 0,1 1 0 0 0,-1-1-1 0 0,1 0 1 0 0,-1-1 0 0 0,1 1-1 0 0,0 0 1 0 0,-4-3 0 0 0,-18-7 12 0 0,-65-9 54 0 0,56 15-66 0 0,0 1 0 0 0,0 2-1 0 0,-42 1 1 0 0,41 2 9 0 0,13-1 27 0 0,0 0-23 0 0,0-1 1 0 0,-29-5-1 0 0,12 8 77 0 0,13 1-35 0 0,-10 0 19 0 0,0-2 1 0 0,-39-5 0 0 0,33-3-23 0 0,40 7-50 0 0,-75 1 34 0 0,57 1-6 0 0,0 0-1 0 0,1 2 1 0 0,0 0 0 0 0,-1 1-1 0 0,1 0 1 0 0,1 2 0 0 0,-1 0-1 0 0,1 1 1 0 0,-28 18 0 0 0,34-19 1 0 0,1 0 0 0 0,-1 0 0 0 0,1 1 0 0 0,-12 13 0 0 0,2-8-19 0 0,18-13-13 0 0,0 1 0 0 0,0 0 0 0 0,1-1 0 0 0,-1 1 0 0 0,0 0 0 0 0,0 0 0 0 0,1 0 0 0 0,-1 1 0 0 0,0-1 0 0 0,1 0 0 0 0,-1 1 0 0 0,1-1 0 0 0,-1 1 0 0 0,1-1 0 0 0,0 1 0 0 0,0 0 0 0 0,0-1 0 0 0,0 1 0 0 0,0 0 0 0 0,0 0 0 0 0,0 0 0 0 0,1 0 0 0 0,-1 0 0 0 0,0 3 0 0 0,1 88 147 0 0,0-92-145 0 0,0 0 0 0 0,0 0 1 0 0,1 0-1 0 0,-1 0 0 0 0,0 0 1 0 0,1 0-1 0 0,-1 0 0 0 0,1 0 0 0 0,-1 0 1 0 0,1 0-1 0 0,-1-1 0 0 0,1 1 1 0 0,-1 0-1 0 0,1 0 0 0 0,0 0 0 0 0,0-1 1 0 0,-1 1-1 0 0,1 0 0 0 0,0-1 0 0 0,0 1 1 0 0,0-1-1 0 0,0 1 0 0 0,0-1 1 0 0,0 1-1 0 0,0-1 0 0 0,1 1 0 0 0,5 2 17 0 0,22 22 8 0 0,-28-24-24 0 0,-1 0 0 0 0,1-1-1 0 0,-1 1 1 0 0,1 0 0 0 0,-1 0 0 0 0,1-1 0 0 0,-1 1 0 0 0,0 0 0 0 0,1 0 0 0 0,-1 0 0 0 0,0 0 0 0 0,0-1 0 0 0,0 1 0 0 0,1 0 0 0 0,-1 0 0 0 0,0 0 0 0 0,0 0 0 0 0,0 0 0 0 0,-1 0 0 0 0,1 1 0 0 0,0-1-3 0 0,0 0 0 0 0,-1-1 0 0 0,1 1 0 0 0,0 0 0 0 0,0-1 1 0 0,0 1-1 0 0,0 0 0 0 0,0 0 0 0 0,0-1 0 0 0,0 1 1 0 0,1 0-1 0 0,-1-1 0 0 0,0 1 0 0 0,0 0 0 0 0,0-1 0 0 0,1 1 1 0 0,-1 0-1 0 0,0-1 0 0 0,1 1 0 0 0,-1-1 0 0 0,0 1 1 0 0,1-1-1 0 0,-1 1 0 0 0,1-1 0 0 0,0 2 0 0 0,8 2 0 0 0,-8-4 0 0 0,0 1 0 0 0,0-1 0 0 0,0 1 0 0 0,0-1 0 0 0,0 0 0 0 0,0 1 0 0 0,-1 0 0 0 0,1-1 0 0 0,0 1 0 0 0,0-1 0 0 0,-1 1 0 0 0,1 0 0 0 0,0-1 0 0 0,-1 1 0 0 0,1 0 0 0 0,-1 0 0 0 0,1 0 0 0 0,-1 0 0 0 0,1-1 0 0 0,-1 1 0 0 0,0 0 0 0 0,1 0 0 0 0,-1 0 0 0 0,0 0 0 0 0,0 0 0 0 0,0 0 0 0 0,1 0 0 0 0,-1 0 0 0 0,0 0 0 0 0,0 0 0 0 0,-1 0 0 0 0,1 0 0 0 0,0 1 0 0 0,0-1 0 0 0,0 0 0 0 0,0 0 0 0 0,0-1 0 0 0,0 1 0 0 0,1 0 0 0 0,-1 0 0 0 0,0-1 0 0 0,0 1 0 0 0,1 0 0 0 0,-1 0 0 0 0,1-1 0 0 0,-1 1 0 0 0,1-1 0 0 0,-1 1 0 0 0,1 0 0 0 0,-1-1 0 0 0,1 1 0 0 0,-1-1 0 0 0,1 1 0 0 0,-1-1 0 0 0,1 1 0 0 0,0-1 0 0 0,-1 0 0 0 0,1 1 0 0 0,0-1 0 0 0,0 0 0 0 0,-1 1 0 0 0,1-1 0 0 0,0 0 0 0 0,0 0 0 0 0,1 0 0 0 0,5 3 0 0 0,23 22 67 0 0,-29-24-66 0 0,-1-1-1 0 0,1 1 1 0 0,-1-1-1 0 0,1 1 1 0 0,-1-1-1 0 0,0 1 1 0 0,1 0-1 0 0,-1-1 1 0 0,0 1 0 0 0,1 0-1 0 0,-1-1 1 0 0,0 1-1 0 0,0 0 1 0 0,1 0-1 0 0,-1-1 1 0 0,0 1-1 0 0,0 0 1 0 0,0-1 0 0 0,0 1-1 0 0,0 0 1 0 0,0 0-1 0 0,0-1 1 0 0,0 1-1 0 0,-1 0 1 0 0,1 0-1 0 0,0 0 0 0 0,0 0 0 0 0,-1-1 0 0 0,1 1 0 0 0,0 0 0 0 0,0 0 0 0 0,0-1 0 0 0,0 1 0 0 0,0 0 0 0 0,0 0 0 0 0,0-1 0 0 0,0 1 0 0 0,1 0 0 0 0,-1 0 0 0 0,0-1 0 0 0,0 1 0 0 0,1 0 0 0 0,-1-1 0 0 0,0 1 0 0 0,1 0 0 0 0,-1-1 0 0 0,0 1 0 0 0,1-1-1 0 0,-1 1 1 0 0,1-1 0 0 0,0 2 0 0 0,7 3 0 0 0,-7-4 0 0 0,0-1 0 0 0,0 1 0 0 0,0 0 0 0 0,1 0 0 0 0,-1 0 0 0 0,0 0 0 0 0,0 0 0 0 0,-1 0 0 0 0,1 0 0 0 0,0 0 0 0 0,0 0 0 0 0,0 0 0 0 0,-1 0 0 0 0,1 1 0 0 0,0-1 0 0 0,-1 0 0 0 0,1 0 0 0 0,-1 1 0 0 0,0-1 0 0 0,1 0 0 0 0,-1 1 0 0 0,0-1 0 0 0,0 1 0 0 0,0-1 0 0 0,0 0 0 0 0,0 3 0 0 0,0-3 0 0 0,0-1 0 0 0,0 1 0 0 0,0 0 0 0 0,0-1 0 0 0,0 1 0 0 0,0-1 0 0 0,1 1 0 0 0,-1 0 0 0 0,0-1 0 0 0,0 1 0 0 0,1-1-1 0 0,-1 1 1 0 0,0-1 0 0 0,1 1 0 0 0,-1-1 0 0 0,1 1 0 0 0,-1-1 0 0 0,0 1 0 0 0,1-1 0 0 0,-1 0 0 0 0,1 1 0 0 0,-1-1 0 0 0,1 0 0 0 0,0 1-1 0 0,-1-1 1 0 0,1 0 0 0 0,-1 0 0 0 0,1 1 0 0 0,-1-1 0 0 0,1 0 0 0 0,0 0 0 0 0,-1 0 0 0 0,1 0 0 0 0,-1 0 0 0 0,2 0 0 0 0,-1 0 2 0 0,-1 0-1 0 0,1 0 1 0 0,-1 0 0 0 0,1 0 0 0 0,0 0 0 0 0,-1 0 0 0 0,1 1 0 0 0,-1-1 0 0 0,1 0 0 0 0,-1 0 0 0 0,1 0 0 0 0,-1 0 0 0 0,1 1 0 0 0,-1-1 0 0 0,1 0-1 0 0,-1 1 1 0 0,1-1 0 0 0,-1 0 0 0 0,0 1 0 0 0,1-1 0 0 0,-1 0 0 0 0,1 1 0 0 0,-1-1 0 0 0,0 1 0 0 0,0-1 0 0 0,1 1 0 0 0,-1-1 0 0 0,0 1 0 0 0,0-1-1 0 0,1 1 1 0 0,-1-1 0 0 0,0 1 0 0 0,0-1 0 0 0,0 1 0 0 0,0 0 0 0 0,0 0-1 0 0,0-1-1 0 0,0 1 1 0 0,0 0-1 0 0,1 0 1 0 0,-1-1-1 0 0,0 1 1 0 0,0 0-1 0 0,0-1 1 0 0,1 1-1 0 0,-1 0 1 0 0,0-1-1 0 0,1 1 1 0 0,-1 0-1 0 0,1-1 1 0 0,-1 1-1 0 0,0-1 1 0 0,1 1-1 0 0,-1 0 1 0 0,1-1-1 0 0,0 0 1 0 0,-1 1 0 0 0,1-1-1 0 0,-1 1 1 0 0,1-1-1 0 0,0 0 1 0 0,-1 1-1 0 0,1-1 1 0 0,0 0-1 0 0,-1 1 1 0 0,1-1-1 0 0,1 0 1 0 0,-1 0-1 0 0,-1 0 0 0 0,1 1-1 0 0,0-1 1 0 0,0 0 0 0 0,-1 0 0 0 0,1 1 0 0 0,0-1 0 0 0,-1 0 0 0 0,1 1 0 0 0,0-1 0 0 0,-1 1-1 0 0,1-1 1 0 0,-1 1 0 0 0,1-1 0 0 0,-1 1 0 0 0,1 0 0 0 0,-1-1 0 0 0,1 1 0 0 0,-1-1 0 0 0,1 1 0 0 0,-1 0-1 0 0,0 0 1 0 0,1-1 0 0 0,-1 1 0 0 0,0 0 0 0 0,0-1 0 0 0,1 1 0 0 0,-1 0 0 0 0,0 0 0 0 0,0 0-1 0 0,0 1 1 0 0,0-1 2 0 0,1 0-1 0 0,-1 0 0 0 0,0 0 1 0 0,1-1-1 0 0,-1 1 0 0 0,1 0 0 0 0,0 0 1 0 0,-1 0-1 0 0,1 0 0 0 0,0 0 1 0 0,-1-1-1 0 0,1 1 0 0 0,0 0 1 0 0,0 0-1 0 0,0-1 0 0 0,-1 1 0 0 0,1-1 1 0 0,2 2-1 0 0,23 11 41 0 0,-12-6-29 0 0,-3-1-1 0 0,-1-1-1 0 0,1 0 1 0 0,0-1-1 0 0,0 0 1 0 0,0-1-1 0 0,18 3 0 0 0,19 3-11 0 0,82 11 0 0 0,-120-20 0 0 0,39 8 0 0 0,-37-5 4 0 0,21 2 40 0 0,5-2-25 0 0,431 72 155 0 0,-456-72-174 0 0,-1-1 0 0 0,1-1 0 0 0,15 1 0 0 0,-17-2 16 0 0,-1 1 1 0 0,1 0 0 0 0,15 3-1 0 0,3 1-12 0 0,0-2 0 0 0,0-1 0 0 0,52-4 0 0 0,-18 0-6 0 0,144 2 2 0 0,-167 1 7 0 0,128-6 66 0 0,-20-3 7 0 0,-56 5-80 0 0,-13 0 0 0 0,188-15 80 0 0,-248 16-67 0 0,0 2 0 0 0,0 0 1 0 0,0 1-1 0 0,0 1 0 0 0,34 9 1 0 0,100 10 180 0 0,-133-19-161 0 0,-10 0-23 0 0,0-1 0 0 0,0 0 0 0 0,0-1 1 0 0,0 0-1 0 0,0-1 0 0 0,16-3 1 0 0,6 1 10 0 0,27-5 126 0 0,-36 6-114 0 0,43-2 107 0 0,-52 5-100 0 0,-4-2-12 0 0,-1 1-1 0 0,1-1 1 0 0,-1-1-1 0 0,0 0 1 0 0,10-3-1 0 0,-10 3-5 0 0,16-4-6 0 0,-13 5-7 0 0,0-2 0 0 0,0 0 1 0 0,-1 0-1 0 0,1-1 0 0 0,-1 0 0 0 0,17-10 0 0 0,-13 7 3 0 0,0 0-1 0 0,0 0 1 0 0,0 1 0 0 0,1 1-1 0 0,0 1 1 0 0,0 1 0 0 0,19-3-1 0 0,14-1 41 0 0,-38 5-24 0 0,190-32 292 0 0,-112 10-320 0 0,-82 23-1 0 0,0 0 0 0 0,0-1 0 0 0,0 0 0 0 0,0 0 0 0 0,-1 0 0 0 0,1-1 0 0 0,-1 0 0 0 0,0-1 0 0 0,1 1 0 0 0,-1-1 0 0 0,-1 0 0 0 0,11-9 0 0 0,19-11-38 0 0,-28 20 34 0 0,-1 1 1 0 0,0-1-1 0 0,0-1 1 0 0,0 1-1 0 0,7-8 0 0 0,-3-1-3 0 0,-8 10 1 0 0,0-1 0 0 0,1 1-1 0 0,-1 0 1 0 0,1 1 0 0 0,0-1-1 0 0,0 0 1 0 0,3-1 0 0 0,22-26-10 0 0,-25 26 18 0 0,0 0-1 0 0,1 0 0 0 0,0 0 1 0 0,-1 0-1 0 0,1 0 1 0 0,7-4-1 0 0,-5 5 0 0 0,-5 3 0 0 0,1-1 0 0 0,-1 1 0 0 0,0-1 0 0 0,1 0 0 0 0,-1 1 0 0 0,0-1 0 0 0,0 0 0 0 0,1 0 0 0 0,-1 0 0 0 0,0 0 0 0 0,0 0 0 0 0,0 0 0 0 0,0 0 0 0 0,0 0 0 0 0,0 0 0 0 0,0-1 0 0 0,-1 1 0 0 0,1 0 0 0 0,0 0 0 0 0,0-3 0 0 0,-1 3 0 0 0,1 0 0 0 0,-1 0 0 0 0,0 0 0 0 0,0 1 0 0 0,1-1 0 0 0,-1 0 0 0 0,0 0 0 0 0,1 1 0 0 0,-1-1 0 0 0,1 0 0 0 0,-1 1 0 0 0,1-1 0 0 0,-1 0 0 0 0,1 1 0 0 0,-1-1 0 0 0,1 1 0 0 0,0-1 0 0 0,-1 1 0 0 0,1-1-1 0 0,0 1 1 0 0,0-1 0 0 0,-1 1 0 0 0,1 0 0 0 0,0-1 0 0 0,0 1 0 0 0,-1 0 0 0 0,1 0 0 0 0,0 0 0 0 0,0-1 0 0 0,0 1 0 0 0,0 0 0 0 0,5-1-12 0 0,-1-5-41 0 0,-5 5 52 0 0,0 1 1 0 0,0-1-1 0 0,0 1 1 0 0,0 0-1 0 0,0-1 0 0 0,1 1 1 0 0,-1-1-1 0 0,0 1 1 0 0,0-1-1 0 0,0 1 1 0 0,1-1-1 0 0,-1 1 1 0 0,0 0-1 0 0,1-1 1 0 0,-1 1-1 0 0,0 0 1 0 0,1-1-1 0 0,-1 1 1 0 0,0 0-1 0 0,1-1 0 0 0,-1 1 1 0 0,1 0-1 0 0,-1 0 1 0 0,1-1-1 0 0,-1 1 1 0 0,0 0-1 0 0,1 0 1 0 0,-1 0-1 0 0,1 0 1 0 0,-1 0-1 0 0,1 0 1 0 0,-1 0-1 0 0,1-1 0 0 0,-1 1 1 0 0,2 1-1 0 0,-2-1 3 0 0,1 0 0 0 0,0 0 0 0 0,-1 0 0 0 0,1 0 0 0 0,0-1 0 0 0,-1 1 0 0 0,1 0 0 0 0,0 0 0 0 0,-1 0 0 0 0,1-1-1 0 0,0 1 1 0 0,-1 0 0 0 0,1 0 0 0 0,-1-1 0 0 0,1 1 0 0 0,0-1 0 0 0,-1 1 0 0 0,1-1 0 0 0,-1 1 0 0 0,0 0 0 0 0,1-1-1 0 0,-1 0 1 0 0,1 1 0 0 0,-1-1 0 0 0,0 1 0 0 0,1-1 0 0 0,-1 1 0 0 0,0-1 0 0 0,1 0 0 0 0,-1 1 0 0 0,0-1 0 0 0,0 0-1 0 0,0 1 1 0 0,0-1 0 0 0,0 0 0 0 0,1 1 0 0 0,-2-2 0 0 0,2 1 0 0 0,-1 1 1 0 0,0-1-1 0 0,0 1 1 0 0,0-1-1 0 0,0 0 1 0 0,1 1-1 0 0,-1-1 1 0 0,0 1-1 0 0,1-1 0 0 0,-1 1 1 0 0,0-1-1 0 0,1 1 1 0 0,-1-1-1 0 0,0 1 1 0 0,1-1-1 0 0,-1 1 0 0 0,1 0 1 0 0,-1-1-1 0 0,1 1 1 0 0,-1 0-1 0 0,1-1 1 0 0,-1 1-1 0 0,1 0 0 0 0,0 0 1 0 0,-1-1-1 0 0,1 1 1 0 0,-1 0-1 0 0,1 0 1 0 0,0 0-1 0 0,-1 0 1 0 0,1 0-1 0 0,-1 0 0 0 0,1 0 1 0 0,0 0-1 0 0,-1 0 1 0 0,1 0-1 0 0,-1 0 1 0 0,2 1-1 0 0,4-2 10 0 0,-6 1-11 0 0,1 0 1 0 0,-1 0-1 0 0,0 0 0 0 0,0 0 1 0 0,1 0-1 0 0,-1 0 1 0 0,0 0-1 0 0,0 0 1 0 0,0 0-1 0 0,1 0 1 0 0,-1-1-1 0 0,0 1 0 0 0,0 0 1 0 0,0 0-1 0 0,0 0 1 0 0,1 0-1 0 0,-1 0 1 0 0,0-1-1 0 0,0 1 1 0 0,0 0-1 0 0,0 0 0 0 0,0 0 1 0 0,1-1-1 0 0,-1 1 1 0 0,0 0-1 0 0,0 0 1 0 0,0 0-1 0 0,0-1 1 0 0,0 1-1 0 0,0 0 0 0 0,0 0 1 0 0,0 0-1 0 0,0-1 1 0 0,0 1-1 0 0,0 0 1 0 0,0-1-1 0 0,-5-5 12 0 0,-15 0-13 0 0,15-1 0 0 0,6 7 0 0 0,-1-1 0 0 0,0 1 0 0 0,0-1 0 0 0,-1 0 0 0 0,1 1 0 0 0,0-1 0 0 0,0 1 0 0 0,0-1 0 0 0,0 0 0 0 0,0 1-1 0 0,-1-1 1 0 0,1 1 0 0 0,0-1 0 0 0,0 1 0 0 0,-1-1 0 0 0,1 1 0 0 0,-1-1 0 0 0,1 1 0 0 0,0-1 0 0 0,-1 1 0 0 0,1 0 0 0 0,-1-1-1 0 0,1 1 1 0 0,-1-1 0 0 0,1 1 0 0 0,-1 0 0 0 0,1 0 0 0 0,-1-1 0 0 0,1 1 0 0 0,-1 0 0 0 0,1 0 0 0 0,-1 0 0 0 0,0-1 0 0 0,1 1-1 0 0,-1 0 1 0 0,1 0 0 0 0,-1 0 0 0 0,-1 0 0 0 0,2 0 1 0 0,-1 0-1 0 0,1 0 0 0 0,-1 0 1 0 0,0 0-1 0 0,1 0 1 0 0,-1 0-1 0 0,1 0 1 0 0,-1 0-1 0 0,1 0 0 0 0,-1-1 1 0 0,1 1-1 0 0,-1 0 1 0 0,1 0-1 0 0,-1-1 1 0 0,1 1-1 0 0,-1 0 0 0 0,1-1 1 0 0,-1 1-1 0 0,1 0 1 0 0,-1-1-1 0 0,1 1 0 0 0,0-1 1 0 0,-1 1-1 0 0,1 0 1 0 0,0-1-1 0 0,-1 1 1 0 0,1-1-1 0 0,0 1 0 0 0,0-1 1 0 0,0 0-1 0 0,-1 1 1 0 0,1-1-1 0 0,0 1 1 0 0,0-1-1 0 0,0 1 0 0 0,0-1 1 0 0,0 1-1 0 0,0-2 1 0 0,-1 1 2 0 0,1 0 0 0 0,-1 0-1 0 0,1 0 1 0 0,-1 0 0 0 0,0 0 0 0 0,1 0 0 0 0,-1 0 0 0 0,0 0 0 0 0,0 0 0 0 0,0 0 0 0 0,0 0 0 0 0,0 0 0 0 0,0 1-1 0 0,0-1 1 0 0,0 0 0 0 0,0 1 0 0 0,0-1 0 0 0,0 1 0 0 0,0-1 0 0 0,-3 0 0 0 0,0-1 2 0 0,-49-35 45 0 0,12 11-20 0 0,32 20-21 0 0,0 0-1 0 0,-1 0 0 0 0,1 1 1 0 0,-15-5-1 0 0,11 5 9 0 0,0-1 1 0 0,-18-11-1 0 0,5 2 45 0 0,0 3 1 0 0,-1 0-1 0 0,0 1 0 0 0,-36-8 1 0 0,24 7 92 0 0,-30-9 21 0 0,16 6-71 0 0,-56-25 1 0 0,64 22-13 0 0,-80-19 0 0 0,29 10-26 0 0,74 21-67 0 0,0 1 0 0 0,0 1 0 0 0,-32-1 0 0 0,26 2 0 0 0,-4 0 7 0 0,-148-8 146 0 0,-78 2 182 0 0,77-12-723 0 0,67 12 521 0 0,71 4-51 0 0,39 5-84 0 0,-38 1 69 0 0,-21-1 93 0 0,42-1-155 0 0,0 2 0 0 0,-25 3-1 0 0,25-1-5 0 0,-245 19-79 0 0,217-20 80 0 0,38-3 0 0 0,-18 2 3 0 0,27 1-3 0 0,-1 1-16 0 0,-19 2 46 0 0,-40 10 500 0 0,54-11-472 0 0,7-3-45 0 0,-1 0 0 0 0,1 0 0 0 0,-1 0 0 0 0,0 0 0 0 0,1-1 0 0 0,-1 1 0 0 0,0-1 0 0 0,1 1 0 0 0,-1-1 0 0 0,0 0 0 0 0,0 1 0 0 0,0-1 0 0 0,-3 0 0 0 0,-13-1-7 0 0,0 2 0 0 0,-26 4 0 0 0,21-3 3 0 0,0 1 57 0 0,16-1-62 0 0,-27-1 73 0 0,-84 6 83 0 0,-1 4-147 0 0,85-7 24 0 0,0 1-1 0 0,0 2 1 0 0,-66 22 0 0 0,67-15 2 0 0,-38 23 1 0 0,-8 3-39 0 0,66-34-2 0 0,-4 1 23 0 0,1 0 1 0 0,-26 17 0 0 0,39-22-23 0 0,0-1 0 0 0,0 1 0 0 0,-1 0 0 0 0,1-1 0 0 0,-1 0 0 0 0,1 0 0 0 0,-1 0 0 0 0,1 0 0 0 0,-1-1 0 0 0,0 1 0 0 0,1-1 0 0 0,-5 0 0 0 0,8 0-15 0 0,-1 0 0 0 0,1 0 1 0 0,-1-1-1 0 0,1 1 0 0 0,0 0 1 0 0,-1 0-1 0 0,1-1 0 0 0,0 1 1 0 0,-1 0-1 0 0,1-1 0 0 0,0 1 1 0 0,0 0-1 0 0,-1-1 0 0 0,1 1 1 0 0,0-1-1 0 0,0 1 0 0 0,-1 0 1 0 0,1-1-1 0 0,0 1 0 0 0,0-1 1 0 0,0 1-1 0 0,0 0 0 0 0,0-1 1 0 0,0 1-1 0 0,0-1 0 0 0,0 1 1 0 0,0-1-1 0 0,0 1 0 0 0,0-1 1 0 0,0 1-1 0 0,0 0 0 0 0,0-1 1 0 0,0 1-1 0 0,0-1 0 0 0,0 1 1 0 0,1-1-1 0 0,4-17-523 0 0,8-2-356 0 0,1 1 1 0 0,0 1-1 0 0,34-33 0 0 0,60-45-2521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5:50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6 3041 0 0,'-30'-6'4562'0'0,"0"12"-3761"0"0,30 0-1041 0 0,30-6 400 0 0,-30 7-80 0 0,0-1-80 0 0,0 0-240 0 0,0 1-721 0 0,30 4-1120 0 0,-30-3-320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5:51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1 1 240 0 0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8:44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0 800 0 0,'-83'6'4522'0'0,"83"-6"-4499"0"0,0 0 0 0 0,0 0 0 0 0,0 0 0 0 0,0 0 0 0 0,0 1 1 0 0,0-1-1 0 0,0 0 0 0 0,0 0 0 0 0,1 0 0 0 0,-1 0 0 0 0,0 0 0 0 0,0 0 0 0 0,0 1 0 0 0,0-1 0 0 0,0 0 0 0 0,0 0 0 0 0,0 0 0 0 0,0 0 0 0 0,0 1 0 0 0,0-1 0 0 0,0 0 0 0 0,0 0 0 0 0,0 0 0 0 0,0 0 0 0 0,0 0 0 0 0,0 1 0 0 0,0-1 0 0 0,0 0 0 0 0,0 0 0 0 0,0 0 0 0 0,-1 0 0 0 0,1 1 0 0 0,0-1 0 0 0,0 0 0 0 0,0 0 0 0 0,0 0 0 0 0,0 0 0 0 0,0 0 0 0 0,0 1 0 0 0,19-1 124 0 0,-12 0-30 0 0,-9 1-110 0 0,2-1-7 0 0,0 0 0 0 0,0 0 0 0 0,0 0 1 0 0,0 1-1 0 0,0-1 0 0 0,0 0 0 0 0,0 0 0 0 0,0 0 1 0 0,0 0-1 0 0,0 0 0 0 0,0 0 0 0 0,0 0 1 0 0,0 0-1 0 0,0 0 0 0 0,1 0 0 0 0,-1 0 0 0 0,0 0 1 0 0,0 0-1 0 0,0 0 0 0 0,0 0 0 0 0,0 1 1 0 0,0-1-1 0 0,0 0 0 0 0,0 0 0 0 0,0 0 0 0 0,0 0 1 0 0,-1 0-1 0 0,1 0 0 0 0,0 0 0 0 0,0 0 1 0 0,0 0-1 0 0,0 0 0 0 0,0 0 0 0 0,0 0 0 0 0,0 0 1 0 0,0 0-1 0 0,0 0 0 0 0,0 0 0 0 0,0 0 1 0 0,0 1-1 0 0,0-1 0 0 0,0 0 0 0 0,0 0 0 0 0,0 0 1 0 0,0 0-1 0 0,0 0 0 0 0,0 0 0 0 0,0 0 1 0 0,0 0-1 0 0,0 0 0 0 0,-1 0 0 0 0,1 0 0 0 0,0 0 1 0 0,0 0-1 0 0,31 1 370 0 0,-14-1-337 0 0,55 6 81 0 0,-26-3-41 0 0,20-4 1 0 0,142-7-47 0 0,-186 11 22 0 0,-10 0-32 0 0,13-1-3 0 0,419 3 279 0 0,-367-5-213 0 0,78-12 0 0 0,-96 11-53 0 0,-30 1 26 0 0,1 0-26 0 0,-5 1 26 0 0,-20 4-53 0 0,-10-1-213 0 0,-20 6-988 0 0,-5 8-1693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8:52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1 240 0 0,'-1'1'127'0'0,"0"-1"-1"0"0,0 1 1 0 0,1 0-1 0 0,-1-1 1 0 0,0 1-1 0 0,0-1 1 0 0,0 1-1 0 0,0-1 1 0 0,-1 0-1 0 0,1 1 1 0 0,0-1-1 0 0,0 0 1 0 0,0 0-1 0 0,0 0 1 0 0,0 1-1 0 0,0-1 1 0 0,0-1-1 0 0,-1 1 1 0 0,1 0-1 0 0,0 0 1 0 0,-1 0-1 0 0,1 0 12 0 0,-3 0 423 0 0,4-1-321 0 0,0-3-187 0 0,0 3 174 0 0,0 2-160 0 0,0 0-69 0 0,0 0 1 0 0,0 0-1 0 0,1-1 1 0 0,-1 1-1 0 0,0 0 1 0 0,1 0 0 0 0,-1 0-1 0 0,1 0 1 0 0,-1-1-1 0 0,1 1 1 0 0,-1 0-1 0 0,1 0 1 0 0,0-1-1 0 0,-1 1 1 0 0,1-1 0 0 0,0 1-1 0 0,0 0 1 0 0,0-1-1 0 0,-1 1 1 0 0,1-1-1 0 0,0 0 1 0 0,0 1-1 0 0,0-1 1 0 0,0 0 0 0 0,0 1-1 0 0,0-1 1 0 0,-1 0-1 0 0,1 0 1 0 0,0 0-1 0 0,0 0 1 0 0,1 0-1 0 0,0 0-5 0 0,-2 0 7 0 0,0 1 0 0 0,0-1 0 0 0,0 0 0 0 0,0 0 0 0 0,0 0 0 0 0,-1 0 0 0 0,1 0 0 0 0,0 0 0 0 0,0 0 0 0 0,0 0 0 0 0,0 0 0 0 0,0 0 0 0 0,0 0 0 0 0,0 1 0 0 0,0-1 0 0 0,0 0 0 0 0,0 0 0 0 0,0 0 0 0 0,0 0 0 0 0,0 0 0 0 0,0 0 0 0 0,0 0 0 0 0,0 1 0 0 0,0-1 0 0 0,0 0 0 0 0,0 0 0 0 0,0 0 0 0 0,0 0 0 0 0,0 0 0 0 0,0 0 0 0 0,0 0 0 0 0,0 1 0 0 0,0-1 0 0 0,0 0 0 0 0,0 0 0 0 0,0 0 0 0 0,0 0 0 0 0,0 0 0 0 0,0 0 0 0 0,0 0 0 0 0,0 1 0 0 0,0-1 0 0 0,0 0 0 0 0,0 0 0 0 0,0 0 0 0 0,0 0 0 0 0,1 0 0 0 0,-1 0 0 0 0,0 0 0 0 0,0 0 0 0 0,0 0 0 0 0,0 0 0 0 0,-20 1 40 0 0,40-1-80 0 0,-15 0 107 0 0,0 0 0 0 0,15 0-41 0 0,-15 0 41 0 0,-5 1 13 0 0,0 4 0 0 0,0 2 0 0 0,0-2 0 0 0,0-4 0 0 0,0-2-13 0 0,0-2-40 0 0,1 3-13 0 0,1 0 0 0 0,0 0 0 0 0,-1 1 1 0 0,1-1-1 0 0,0 0 0 0 0,-1 0 1 0 0,1-1-1 0 0,0 1 0 0 0,-1 0 1 0 0,1 0-1 0 0,-1-1 0 0 0,1 1 0 0 0,1-2 1 0 0,7-5-1443 0 0,10 2-186 0 0,-15 0-200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0:00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828 74 320 0 0,'0'0'87'0'0,"0"-1"-1"0"0,0 0 1 0 0,-1 0 0 0 0,1 1-1 0 0,0-1 1 0 0,0 0-1 0 0,-1 0 1 0 0,1 1 0 0 0,0-1-1 0 0,-1 0 1 0 0,1 1-1 0 0,-1-1 1 0 0,1 1 0 0 0,-1-1-1 0 0,1 0 1 0 0,-1 1 0 0 0,0-1-1 0 0,1 1 1 0 0,-1 0-1 0 0,0-1 1 0 0,1 1 0 0 0,-1-1-1 0 0,0 1 1 0 0,1 0-1 0 0,-1-1 1 0 0,0 1 0 0 0,0 0-1 0 0,1 0 1 0 0,-1 0-1 0 0,0 0 1 0 0,-1 0 0 0 0,-5-3 423 0 0,-3-4 384 0 0,-14-5-148 0 0,-3-3-221 0 0,24 13-478 0 0,1 0-1 0 0,-1 0 0 0 0,0 1 0 0 0,0-1 0 0 0,0 1 1 0 0,1 0-1 0 0,-1-1 0 0 0,0 1 0 0 0,-4-1 1 0 0,-14 0 32 0 0,1 0 1 0 0,0 0 0 0 0,-1 2-1 0 0,1 1 1 0 0,0 0 0 0 0,-1 2-1 0 0,1 0 1 0 0,-27 8 0 0 0,-14 9 348 0 0,-77 35 1 0 0,36-3-206 0 0,56-27-166 0 0,23-12-17 0 0,1 0 0 0 0,0 2 0 0 0,-25 22 0 0 0,43-34-33 0 0,1 1 1 0 0,0-1 0 0 0,-1 1 0 0 0,1 0-1 0 0,1 0 1 0 0,-1 0 0 0 0,0 0-1 0 0,1 1 1 0 0,0-1 0 0 0,0 1 0 0 0,1-1-1 0 0,-1 1 1 0 0,1 0 0 0 0,0 0-1 0 0,0 0 1 0 0,0-1 0 0 0,1 1 0 0 0,0 0-1 0 0,0 0 1 0 0,0 0 0 0 0,0 0-1 0 0,1 0 1 0 0,0 0 0 0 0,0 0 0 0 0,0-1-1 0 0,1 1 1 0 0,-1 0 0 0 0,1-1-1 0 0,4 8 1 0 0,-1-3 6 0 0,1 0 0 0 0,0 0 0 0 0,0 0 0 0 0,1-1 0 0 0,0 0 0 0 0,0 0 0 0 0,1-1 0 0 0,0 1 0 0 0,0-2 0 0 0,1 1 0 0 0,-1-1 0 0 0,19 8 0 0 0,-4-3 26 0 0,1-2 0 0 0,0-1 0 0 0,1-1 0 0 0,0-1 0 0 0,0-1 0 0 0,0-1 0 0 0,41 1 0 0 0,-27-6 42 0 0,1-1-1 0 0,-1-2 0 0 0,50-12 0 0 0,-69 11-57 0 0,-1 0 1 0 0,1-2 0 0 0,-1 0 0 0 0,0-1-1 0 0,0-1 1 0 0,-1 0 0 0 0,-1-2 0 0 0,24-17-1 0 0,-37 25-22 0 0,0-1-1 0 0,0 1 1 0 0,0-1 0 0 0,0 1-1 0 0,-1-1 1 0 0,1-1-1 0 0,-1 1 1 0 0,0 0-1 0 0,-1-1 1 0 0,1 1 0 0 0,-1-1-1 0 0,0 0 1 0 0,0 0-1 0 0,0 0 1 0 0,0 0-1 0 0,-1 0 1 0 0,0 0 0 0 0,0-1-1 0 0,-1 1 1 0 0,1 0-1 0 0,-1-1 1 0 0,0 1-1 0 0,-2-11 1 0 0,0 9-21 0 0,-1 0 0 0 0,1-1 0 0 0,-2 1 0 0 0,1 0 0 0 0,-1 0 0 0 0,0 1 0 0 0,0-1 0 0 0,-1 1 0 0 0,1 0 0 0 0,-2 0 0 0 0,1 0 0 0 0,-1 1 0 0 0,1-1 0 0 0,-1 2 0 0 0,-11-8 0 0 0,2 3-67 0 0,0 1 1 0 0,-1 0-1 0 0,0 1 1 0 0,0 1-1 0 0,-1 0 1 0 0,0 1-1 0 0,0 1 1 0 0,-20-2-1 0 0,-4 1-204 0 0,1 3-1 0 0,-57 2 1 0 0,57 3-297 0 0,-69 13 0 0 0,-39 23-1454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0:01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706 0 1281 0 0,'-4'3'312'0'0,"0"-1"0"0"0,0 1 1 0 0,0-1-1 0 0,1 1 1 0 0,-1 0-1 0 0,1 0 1 0 0,-1 1-1 0 0,1-1 0 0 0,0 1 1 0 0,-3 4-1 0 0,-16 19 333 0 0,9-14-413 0 0,2-1-121 0 0,-1 0 0 0 0,0-2 0 0 0,-1 1 0 0 0,-15 9 0 0 0,7-9-99 0 0,14-7 15 0 0,0-1 0 0 0,1 1 0 0 0,-1 1 0 0 0,1-1 0 0 0,0 1-1 0 0,0 0 1 0 0,0 0 0 0 0,-6 8 0 0 0,4-3 17 0 0,0-2 0 0 0,-1 1 1 0 0,0-1-1 0 0,-1 0 0 0 0,1-1 1 0 0,-1 0-1 0 0,-15 7 0 0 0,14-9-5 0 0,1 1 0 0 0,1 1 0 0 0,-1-1 1 0 0,1 2-1 0 0,0-1 0 0 0,0 1 0 0 0,-9 12 0 0 0,-11 19 207 0 0,16-20-97 0 0,-1-2 0 0 0,-24 25 1 0 0,11-15 35 0 0,-24 34 0 0 0,11-14-169 0 0,33-39-113 0 0,-1 0-1 0 0,0 0 0 0 0,0-1 0 0 0,0-1 0 0 0,-12 8 0 0 0,0-5-1516 0 0,19-10 1447 0 0,1 1-1 0 0,0-1 1 0 0,-1 1-1 0 0,1 0 1 0 0,-1-1-1 0 0,1 1 1 0 0,0-1-1 0 0,0 1 1 0 0,-1-1-1 0 0,1 1 0 0 0,0-1 1 0 0,0 1-1 0 0,0-1 1 0 0,0 0-1 0 0,-1 1 1 0 0,1-1-1 0 0,0 1 1 0 0,0-1-1 0 0,0 1 1 0 0,0-1-1 0 0,0 0 0 0 0,0 1 1 0 0,0-1-1 0 0,1 0 1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0:02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736 19 2081 0 0,'0'-8'1601'0'0,"-30"3"-401"0"0,0-1-399 0 0,1 6-161 0 0,-54 6 80 0 0,-65 13 81 0 0,29 0-321 0 0,30 5-240 0 0,30-5-160 0 0,0-6 0 0 0,29-2-80 0 0,0-3-240 0 0,30-2-400 0 0,-29 7-481 0 0,29 6-1360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0:02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8 240 0 0,'0'0'1601'0'0,"0"-7"2081"0"0,0 14-2962 0 0,29 4-160 0 0,31 40 160 0 0,52 25-159 0 0,7-14-401 0 0,-30-13-240 0 0,-30-11-80 0 0,0-14-321 0 0,-29-5-1199 0 0,29-13-3603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0:03.3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914 8 1761 0 0,'29'0'1521'0'0,"-29"-8"1920"0"0,0 16-3041 0 0,-29-8-160 0 0,-90 36 161 0 0,-59 20-81 0 0,0 14-160 0 0,30 4-80 0 0,36-10-80 0 0,23-15 0 0 0,30-11-320 0 0,29-14-321 0 0,60-18-719 0 0,-1-12-3362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0:03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80 0 0,'0'0'4002'0'0,"30"19"-2802"0"0,29 74 641 0 0,60 33-880 0 0,-1 10-641 0 0,1-10-80 0 0,-31-26-80 0 0,31-7 80 0 0,-36-5-400 0 0,35-6-560 0 0,-29-15-2322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9:58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616 1 1681 0 0,'-11'5'525'0'0,"0"1"0"0"0,0 0 0 0 0,1 1 0 0 0,0 1 0 0 0,0-1 1 0 0,0 2-1 0 0,1-1 0 0 0,-9 12 0 0 0,-5 8 24 0 0,-27 47 1 0 0,16-22-426 0 0,30-46-82 0 0,0 0-1 0 0,0 0 1 0 0,0 1 0 0 0,1-1-1 0 0,0 1 1 0 0,-3 15 0 0 0,-1 2 40 0 0,-1 0-9 0 0,5-15-39 0 0,0 0-1 0 0,0 0 0 0 0,0 1 1 0 0,2-1-1 0 0,-1 0 0 0 0,1 13 0 0 0,-1 22 41 0 0,1-28-44 0 0,0 1 0 0 0,1 0 0 0 0,1-1 0 0 0,1 1 0 0 0,4 19 0 0 0,13 10 50 0 0,-11-20-36 0 0,-6-19-29 0 0,0 0 0 0 0,0 0-1 0 0,1-1 1 0 0,0 1-1 0 0,1-1 1 0 0,7 13 0 0 0,-7-13-13 0 0,0 0 1 0 0,0 0 0 0 0,-1 0-1 0 0,0 0 1 0 0,-1 1 0 0 0,1-1-1 0 0,-1 1 1 0 0,-1 0 0 0 0,2 8 0 0 0,-1 11 45 0 0,-3 38 1 0 0,1-24 13 0 0,0-22-43 0 0,-1 1-1 0 0,-1-1 0 0 0,0 0 1 0 0,-1 0-1 0 0,-2 0 0 0 0,1-1 1 0 0,-14 32-1 0 0,-31 48-18 0 0,-45 142-93 0 0,67-183-254 0 0,-3-1 0 0 0,-2-2 0 0 0,-76 97 0 0 0,106-148 134 0 0,0 0 0 0 0,-1 1-1 0 0,1-1 1 0 0,-1 0-1 0 0,0-1 1 0 0,0 1-1 0 0,0 0 1 0 0,0-1 0 0 0,0 0-1 0 0,-4 3 1 0 0,5-5-124 0 0,0 0 0 0 0,0 0 0 0 0,0 0 0 0 0,1 0 0 0 0,-1 0-1 0 0,0 0 1 0 0,0 0 0 0 0,0-1 0 0 0,0 1 0 0 0,1-1 0 0 0,-1 1 0 0 0,0-1 0 0 0,1 0 0 0 0,-4-1 0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9:59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80 0 0,'24'4'1035'0'0,"-1"0"1"0"0,1-2-1 0 0,30-1 0 0 0,-6 0-414 0 0,163 5 940 0 0,86 1 186 0 0,-159 0-1213 0 0,-135-7-512 0 0,1 1 0 0 0,0 0 1 0 0,-1-1-1 0 0,1 1 0 0 0,-1 1 0 0 0,0-1 0 0 0,1 0 0 0 0,-1 1 1 0 0,0 0-1 0 0,0 0 0 0 0,0 0 0 0 0,0 0 0 0 0,5 5 1 0 0,10 6 200 0 0,-8-6-116 0 0,1-1 1 0 0,0-1 0 0 0,0 0 0 0 0,0 0 0 0 0,1-1 0 0 0,20 4 0 0 0,83 10 147 0 0,-42-8-158 0 0,163 21 210 0 0,-198-26-258 0 0,62 0 0 0 0,-30-3 106 0 0,-7 1-14 0 0,22 0 582 0 0,141 23 0 0 0,-169-16-570 0 0,14 6 135 0 0,44 11 220 0 0,22 7-163 0 0,-121-29-310 0 0,-1-2-160 0 0,-11-3 95 0 0,1 0-437 0 0,-10-1-613 0 0,-25-7-1148 0 0,-24-9-1960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0:08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8 1201 0 0,'0'0'1520'0'0,"-1"0"-1460"0"0,1 0 0 0 0,0 0 0 0 0,0-1 0 0 0,0 1 0 0 0,0 0 0 0 0,0 0 0 0 0,0 0 0 0 0,0 0 0 0 0,0-1-1 0 0,0 1 1 0 0,0 0 0 0 0,-1 0 0 0 0,1 0 0 0 0,0 0 0 0 0,0-1 0 0 0,0 1 0 0 0,0 0 0 0 0,0 0 0 0 0,0 0 0 0 0,0-1 0 0 0,0 1 0 0 0,0 0-1 0 0,1 0 1 0 0,-1 0 0 0 0,0-1 0 0 0,0 1 0 0 0,0 0 0 0 0,0 0 0 0 0,0 0 0 0 0,0 0 0 0 0,0-1 0 0 0,0 1 0 0 0,0 0 0 0 0,0 0-1 0 0,1 0 1 0 0,-1 0 0 0 0,0 0 0 0 0,0 0 0 0 0,0-1 0 0 0,0 1 0 0 0,1 0 0 0 0,-1 0 0 0 0,0 0 0 0 0,0 0 0 0 0,0 0 0 0 0,0 0 0 0 0,1 0-1 0 0,-1 0 1 0 0,0 0 0 0 0,0 0 0 0 0,0 0 0 0 0,0 0 0 0 0,1 0 0 0 0,-1 0 0 0 0,0 0 0 0 0,0 0 0 0 0,0 0 0 0 0,1 0 0 0 0,-1 0 0 0 0,0 0-1 0 0,0 0 1 0 0,1 0 0 0 0,18 0 821 0 0,-25 0-480 0 0,-8 3-395 0 0,10 7 4456 0 0,9-9-4236 0 0,6 1-99 0 0,-5 0-29 0 0,0-1 1 0 0,0 1-1 0 0,0-1 0 0 0,0 2 0 0 0,0-1 0 0 0,6 4 0 0 0,0-1-14 0 0,1 1-1 0 0,-1-2 1 0 0,1 0 0 0 0,26 5-1 0 0,15 4 59 0 0,9 3-8 0 0,1-3-1 0 0,75 5 1 0 0,-137-18-123 0 0,287 42 1165 0 0,-225-32-983 0 0,-46-8-93 0 0,0 1 0 0 0,30 8 0 0 0,-32-6-56 0 0,-1 0 0 0 0,1-2 0 0 0,29 4 0 0 0,-13-3 34 0 0,110 14 309 0 0,381-11 866 0 0,-353-8-657 0 0,-99 1-218 0 0,72 8 289 0 0,-27-8-113 0 0,129 18-1 0 0,-118 4-259 0 0,67 19 302 0 0,501 122 942 0 0,-222-35-1084 0 0,-295-85-294 0 0,-152-41-838 0 0,-19-6-577 0 0,-15-7-1868 0 0,-52-25-3520 0 0,-48-30-2788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0:21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84 1441 0 0,'0'1'60'0'0,"0"0"0"0"0,0 0-1 0 0,0 0 1 0 0,1 0 0 0 0,-1-1 0 0 0,0 1 0 0 0,1 0 0 0 0,-1 0 0 0 0,0-1 0 0 0,1 1 0 0 0,-1 0 0 0 0,1 0 0 0 0,-1-1 0 0 0,1 1 0 0 0,0-1 0 0 0,-1 1-1 0 0,1 0 1 0 0,-1-1 0 0 0,1 1 0 0 0,0-1 0 0 0,0 0 0 0 0,-1 1 0 0 0,1-1 0 0 0,0 1 0 0 0,0-1 0 0 0,-1 0 0 0 0,1 0 0 0 0,0 1 0 0 0,0-1 0 0 0,0 0-1 0 0,0 0 1 0 0,-1 0 0 0 0,1 0 0 0 0,1 0 0 0 0,1 0 137 0 0,2 1 577 0 0,-4-10 524 0 0,-2 8-1261 0 0,1-1 0 0 0,0 1 0 0 0,-1 0 0 0 0,1 0 0 0 0,0 0-1 0 0,0-1 1 0 0,0 1 0 0 0,0 0 0 0 0,0 0 0 0 0,0 0 0 0 0,0-1 0 0 0,0 1 0 0 0,1 0 0 0 0,-1 0 0 0 0,0 0 0 0 0,1 0 0 0 0,-1 0 0 0 0,1-1 0 0 0,-1 1 0 0 0,1 0 0 0 0,0 0-1 0 0,0-1 1 0 0,19-3 97 0 0,-20 5-130 0 0,0 0-1 0 0,1 0 1 0 0,-1 0 0 0 0,0 0 0 0 0,0 0 0 0 0,0 0 0 0 0,0 0-1 0 0,0 0 1 0 0,1 0 0 0 0,-1 0 0 0 0,0 0 0 0 0,0 0-1 0 0,0 0 1 0 0,0 0 0 0 0,1 0 0 0 0,-1 0 0 0 0,0 0-1 0 0,0 0 1 0 0,0 0 0 0 0,0 0 0 0 0,0 0 0 0 0,1 0 0 0 0,-1 0-1 0 0,0 0 1 0 0,0 1 0 0 0,0-1 0 0 0,0 0 0 0 0,0 0-1 0 0,0 0 1 0 0,1 0 0 0 0,-1 0 0 0 0,0 0 0 0 0,0 1 0 0 0,0-1-1 0 0,0 0 1 0 0,0 0 0 0 0,0 0 0 0 0,0 0 0 0 0,0 0-1 0 0,0 1 1 0 0,0-1 0 0 0,0 0 0 0 0,0 0 0 0 0,0 0 0 0 0,0 0-1 0 0,0 0 1 0 0,0 1 0 0 0,0-1 0 0 0,0 0 0 0 0,0 0-1 0 0,0 0 1 0 0,5 8 131 0 0,0-6-110 0 0,-4-2-21 0 0,0 0 1 0 0,0 0-1 0 0,0 0 0 0 0,0 0 0 0 0,-1 0 0 0 0,1 0 0 0 0,0 0 0 0 0,0 1 0 0 0,-1-1 0 0 0,1 0 0 0 0,0 1 0 0 0,0-1 1 0 0,-1 1-1 0 0,1-1 0 0 0,0 1 0 0 0,-1-1 0 0 0,1 1 0 0 0,-1-1 0 0 0,1 1 0 0 0,0-1 0 0 0,-1 1 0 0 0,0 0 0 0 0,1-1 1 0 0,-1 1-1 0 0,1 0 0 0 0,-1 0 0 0 0,0-1 0 0 0,1 1 0 0 0,-1 0 0 0 0,0 0 0 0 0,0-1 0 0 0,1 3 0 0 0,-1-2 5 0 0,0 1 0 0 0,1-1 0 0 0,0 1 0 0 0,-1 0 0 0 0,1-1 0 0 0,0 1-1 0 0,-1-1 1 0 0,1 0 0 0 0,0 1 0 0 0,0-1 0 0 0,0 0 0 0 0,1 1 0 0 0,0 0 0 0 0,-1-1-4 0 0,0-1 0 0 0,0 1 0 0 0,0-1 0 0 0,-1 1 0 0 0,1 0 0 0 0,0-1 1 0 0,-1 1-1 0 0,1 0 0 0 0,0 0 0 0 0,-1 0 0 0 0,1 0 0 0 0,-1-1 1 0 0,1 1-1 0 0,-1 0 0 0 0,1 0 0 0 0,-1 0 0 0 0,0 0 0 0 0,1 0 0 0 0,-1 0 1 0 0,0 0-1 0 0,0 0 0 0 0,0 0 0 0 0,0 0 0 0 0,0 0 0 0 0,0 0 1 0 0,0 0-1 0 0,0 1 0 0 0,0-1 0 0 0,0 0 0 0 0,-1 0 0 0 0,1 0 1 0 0,0 0-1 0 0,-1-1 0 0 0,1 1 0 0 0,-1 0 0 0 0,1 0 0 0 0,-2 1 0 0 0,-13 8 76 0 0,11-8-22 0 0,0-1 1 0 0,1 1-1 0 0,-1-1 1 0 0,0 0-1 0 0,0 0 1 0 0,0 0-1 0 0,0-1 1 0 0,0 0-1 0 0,0 1 1 0 0,0-1-1 0 0,0 0 1 0 0,1-1-1 0 0,-9-1 1 0 0,11 2-35 0 0,-1-1 0 0 0,0 1 0 0 0,0-1 0 0 0,1 0 1 0 0,-1 1-1 0 0,1-1 0 0 0,-1 0 0 0 0,1 0 0 0 0,-1 0 1 0 0,1 0-1 0 0,0 0 0 0 0,-1-1 0 0 0,1 1 0 0 0,0 0 1 0 0,0-1-1 0 0,0 1 0 0 0,0-1 0 0 0,0 1 0 0 0,0-1 0 0 0,0 1 1 0 0,1-1-1 0 0,-1 0 0 0 0,0 1 0 0 0,1-1 0 0 0,0 0 1 0 0,-1 0-1 0 0,1 1 0 0 0,0-1 0 0 0,0 0 0 0 0,0-2 1 0 0,0 3-17 0 0,1 0 0 0 0,-1 0 1 0 0,1 0-1 0 0,0 0 1 0 0,-1 0-1 0 0,1 0 1 0 0,0 0-1 0 0,0 0 1 0 0,0 0-1 0 0,0 0 0 0 0,0 0 1 0 0,-1 0-1 0 0,2 1 1 0 0,-1-1-1 0 0,0 0 1 0 0,0 1-1 0 0,0-1 1 0 0,0 1-1 0 0,0-1 0 0 0,3 0 1 0 0,-1 0 18 0 0,2-2-28 0 0,0 0-1 0 0,-1 0 1 0 0,1 1-1 0 0,0 0 1 0 0,0 0-1 0 0,0 0 1 0 0,0 1-1 0 0,1-1 1 0 0,-1 1-1 0 0,0 1 1 0 0,1-1-1 0 0,-1 1 1 0 0,9 0-1 0 0,10 1-145 0 0,41 7 0 0 0,-57-6 125 0 0,6 0-35 0 0,0 1-1 0 0,-1 0 0 0 0,1 2 0 0 0,-1-1 1 0 0,0 2-1 0 0,-1-1 0 0 0,1 2 1 0 0,-1 0-1 0 0,0 0 0 0 0,-1 1 1 0 0,16 14-1 0 0,-26-21 53 0 0,0 0 0 0 0,0 0 0 0 0,0 0 0 0 0,0 0 0 0 0,0 0 0 0 0,0 0 0 0 0,0 0 0 0 0,-1 0 0 0 0,1 0 0 0 0,0 0 0 0 0,-1 1 0 0 0,1-1 0 0 0,-1 0 0 0 0,1 1 0 0 0,-1-1 0 0 0,0 0 0 0 0,1 1 0 0 0,-1-1-1 0 0,0 0 1 0 0,0 1 0 0 0,0-1 0 0 0,0 1 0 0 0,0-1 0 0 0,0 0 0 0 0,-1 1 0 0 0,1-1 0 0 0,0 0 0 0 0,-1 1 0 0 0,1-1 0 0 0,-1 0 0 0 0,1 0 0 0 0,-1 1 0 0 0,0-1 0 0 0,0 0 0 0 0,1 0 0 0 0,-1 0 0 0 0,0 0 0 0 0,-2 2 0 0 0,0-1 17 0 0,0 1 0 0 0,-1-1 0 0 0,1-1 0 0 0,-1 1 1 0 0,1 0-1 0 0,-1-1 0 0 0,0 0 0 0 0,1 0 0 0 0,-1 0 0 0 0,0 0 0 0 0,0 0 0 0 0,0-1 0 0 0,-5 0 1 0 0,-10-1 60 0 0,0-1 0 0 0,0 0 0 0 0,1-2 0 0 0,-1 0 1 0 0,-19-8-1 0 0,24 8 10 0 0,1-2 1 0 0,0 1-1 0 0,0-2 0 0 0,0 1 1 0 0,1-2-1 0 0,0 0 1 0 0,-18-15-1 0 0,27 21-70 0 0,1 0-1 0 0,0-1 1 0 0,-1 1 0 0 0,1-1 0 0 0,0 0-1 0 0,0 1 1 0 0,0-1 0 0 0,1 0-1 0 0,-1 0 1 0 0,1 0 0 0 0,-1 0-1 0 0,1 0 1 0 0,0 0 0 0 0,0-1 0 0 0,1 1-1 0 0,-1 0 1 0 0,1-1 0 0 0,-1 1-1 0 0,1 0 1 0 0,0-1 0 0 0,1-4-1 0 0,0 5-12 0 0,0 0-1 0 0,1-1 0 0 0,-1 1 0 0 0,1 0 1 0 0,0 0-1 0 0,0 0 0 0 0,0 0 0 0 0,0 1 1 0 0,0-1-1 0 0,1 1 0 0 0,-1-1 0 0 0,1 1 1 0 0,0 0-1 0 0,0 0 0 0 0,0 0 0 0 0,0 0 1 0 0,0 0-1 0 0,0 1 0 0 0,0-1 0 0 0,1 1 1 0 0,4-2-1 0 0,12-3-92 0 0,0 1 1 0 0,1 1-1 0 0,0 0 0 0 0,0 2 1 0 0,0 0-1 0 0,25 2 0 0 0,-12 1-161 0 0,0 2 0 0 0,1 2 0 0 0,37 9 0 0 0,-9 8-210 0 0,-58-20 415 0 0,0 1-1 0 0,0 0 1 0 0,-1-1-1 0 0,1 1 1 0 0,0 1-1 0 0,-1-1 1 0 0,0 1 0 0 0,0 0-1 0 0,6 7 1 0 0,-10-11 43 0 0,1 0 0 0 0,-1 1 1 0 0,0-1-1 0 0,1 1 0 0 0,-1-1 1 0 0,0 1-1 0 0,1 0 0 0 0,-1-1 0 0 0,0 1 1 0 0,0-1-1 0 0,0 1 0 0 0,1-1 1 0 0,-1 1-1 0 0,0 0 0 0 0,0-1 1 0 0,0 1-1 0 0,0-1 0 0 0,0 1 0 0 0,0 0 1 0 0,0-1-1 0 0,0 1 0 0 0,-1-1 1 0 0,1 1-1 0 0,0 0 0 0 0,0-1 1 0 0,0 1-1 0 0,-1-1 0 0 0,1 1 0 0 0,0-1 1 0 0,0 1-1 0 0,-1-1 0 0 0,1 1 1 0 0,-1-1-1 0 0,1 1 0 0 0,0-1 1 0 0,-1 1-1 0 0,0 0 0 0 0,-24 10-52 0 0,22-10 53 0 0,-21 6 0 0 0,0-1 0 0 0,-1-1 0 0 0,0-1 1 0 0,-49 1-1 0 0,-98-10-1685 0 0,83-4-2539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0:23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114 151 880 0 0,'0'-1'66'0'0,"0"1"-1"0"0,0 0 1 0 0,0-1-1 0 0,0 1 1 0 0,-1-1-1 0 0,1 1 1 0 0,0-1 0 0 0,0 1-1 0 0,-1-1 1 0 0,1 1-1 0 0,0 0 1 0 0,0-1-1 0 0,-1 1 1 0 0,1-1-1 0 0,0 1 1 0 0,-1 0-1 0 0,1-1 1 0 0,-1 1-1 0 0,1 0 1 0 0,0 0-1 0 0,-1-1 1 0 0,1 1-1 0 0,-1 0 1 0 0,1 0-1 0 0,-1 0 1 0 0,1-1-1 0 0,-1 1 1 0 0,1 0-1 0 0,-1 0 1 0 0,1 0-1 0 0,-1 0 1 0 0,1 0-1 0 0,-1 0 1 0 0,0 0-1 0 0,1 0-26 0 0,-1 0 0 0 0,0 0-1 0 0,1 0 1 0 0,-1 0-1 0 0,0 0 1 0 0,1 0 0 0 0,-1 0-1 0 0,0 0 1 0 0,1-1 0 0 0,-1 1-1 0 0,0 0 1 0 0,1 0-1 0 0,-1-1 1 0 0,1 1 0 0 0,-1 0-1 0 0,1-1 1 0 0,-1 1-1 0 0,1-1 1 0 0,-1 1 0 0 0,1-1-1 0 0,-1 1 1 0 0,1-1 0 0 0,-1 1-1 0 0,1-1 1 0 0,0 1-1 0 0,-1-1 1 0 0,1 1 0 0 0,0-1-1 0 0,0 0 1 0 0,-1 1-1 0 0,1-1 1 0 0,0 0 0 0 0,0 1-1 0 0,0-1 1 0 0,0 1-1 0 0,0-2 1 0 0,-1-10 618 0 0,0 10-604 0 0,1-1-1 0 0,0 1 0 0 0,0 0 0 0 0,0-1 0 0 0,0 1 1 0 0,0-1-1 0 0,0 1 0 0 0,1-1 0 0 0,-1 1 1 0 0,1-1-1 0 0,-1 1 0 0 0,1 0 0 0 0,0 0 1 0 0,2-3-1 0 0,5-5 11 0 0,-6 9-57 0 0,-1-1 0 0 0,1 1-1 0 0,-1-1 1 0 0,0 1 0 0 0,0-1 0 0 0,0 0 0 0 0,0 1 0 0 0,0-1 0 0 0,0 0 0 0 0,0 0 0 0 0,0 0-1 0 0,-1 0 1 0 0,1 0 0 0 0,-1 0 0 0 0,1 0 0 0 0,-1 0 0 0 0,0 0 0 0 0,0 0 0 0 0,0 0 0 0 0,0-2 0 0 0,0 3-9 0 0,0 1 1 0 0,1-1 0 0 0,-1 0 0 0 0,0 0 0 0 0,0 0 0 0 0,1 1 0 0 0,-1-1 0 0 0,0 0-1 0 0,1 0 1 0 0,-1 1 0 0 0,0-1 0 0 0,1 0 0 0 0,-1 1 0 0 0,1-1 0 0 0,-1 1 0 0 0,1-1 0 0 0,0 1-1 0 0,-1-1 1 0 0,1 1 0 0 0,0-1 0 0 0,-1 1 0 0 0,1-1 0 0 0,0 1 0 0 0,-1 0 0 0 0,1-1 0 0 0,0 1-1 0 0,0 0 1 0 0,-1 0 0 0 0,1-1 0 0 0,0 1 0 0 0,0 0 0 0 0,1 0 0 0 0,4-2-9 0 0,-1-4-55 0 0,-5 13-21 0 0,1-5 117 0 0,-1 1 1 0 0,0-1-1 0 0,1 0 1 0 0,-1 0-1 0 0,0 1 0 0 0,-1-1 1 0 0,1 0-1 0 0,0 0 1 0 0,-1 0-1 0 0,1 1 1 0 0,-1-1-1 0 0,1 0 1 0 0,-1 0-1 0 0,0 0 1 0 0,-1 2-1 0 0,-47 22 744 0 0,42-24-685 0 0,1 0 0 0 0,-1 0-1 0 0,0-1 1 0 0,0 0 0 0 0,1 0 0 0 0,-1-1 0 0 0,0 0 0 0 0,0 0 0 0 0,0 0 0 0 0,1-1 0 0 0,-9-2 0 0 0,15 3-87 0 0,0 0 0 0 0,0 0 0 0 0,0 0 1 0 0,0 0-1 0 0,0 0 0 0 0,1 0 0 0 0,-1 0 1 0 0,0 0-1 0 0,0 0 0 0 0,0-1 0 0 0,0 1 0 0 0,0 0 1 0 0,0 0-1 0 0,0 0 0 0 0,0 0 0 0 0,1 0 1 0 0,-1 0-1 0 0,0-1 0 0 0,0 1 0 0 0,0 0 1 0 0,0 0-1 0 0,0 0 0 0 0,0 0 0 0 0,0 0 0 0 0,0-1 1 0 0,0 1-1 0 0,0 0 0 0 0,0 0 0 0 0,0 0 1 0 0,0 0-1 0 0,0-1 0 0 0,0 1 0 0 0,0 0 0 0 0,0 0 1 0 0,0 0-1 0 0,0 0 0 0 0,0 0 0 0 0,-1-1 1 0 0,1 1-1 0 0,0 0 0 0 0,0 0 0 0 0,0 0 0 0 0,0 0 1 0 0,0 0-1 0 0,0 0 0 0 0,0-1 0 0 0,0 1 1 0 0,-1 0-1 0 0,1 0 0 0 0,0 0 0 0 0,0 0 0 0 0,0 0 1 0 0,0 0-1 0 0,118-51-4711 0 0,-64 32 2255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0:28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1829 54 3442 0 0,'-12'-8'621'0'0,"0"1"1"0"0,0 0-1 0 0,-1 1 1 0 0,-22-9 0 0 0,6 11-446 0 0,1 1 1 0 0,-1 1-1 0 0,1 1 1 0 0,-45 4-1 0 0,-105 26-20 0 0,10-1 6 0 0,-29 4-95 0 0,136-11-115 0 0,23-7 43 0 0,-16 2 18 0 0,1 1 0 0 0,0 3 1 0 0,-82 44-1 0 0,77-33 103 0 0,-116 70 261 0 0,115-62-362 0 0,28-20-49 0 0,-52 42 0 0 0,-70 73 101 0 0,150-132-71 0 0,1 0 1 0 0,0 0 0 0 0,-1 0-1 0 0,1 0 1 0 0,0 0 0 0 0,0 1-1 0 0,1-1 1 0 0,-1 1 0 0 0,0-1-1 0 0,1 1 1 0 0,0 0 0 0 0,-1 0-1 0 0,1-1 1 0 0,0 1 0 0 0,0 0-1 0 0,1 0 1 0 0,-1 0 0 0 0,1 0-1 0 0,-1 5 1 0 0,1-5 2 0 0,0 0 0 0 0,0 0 0 0 0,-1 0-1 0 0,1 0 1 0 0,-1 0 0 0 0,0 0 0 0 0,0-1 0 0 0,0 1-1 0 0,0 0 1 0 0,-1 0 0 0 0,1-1 0 0 0,-1 1 0 0 0,-1 3-1 0 0,1-4 3 0 0,0 1-1 0 0,0 0 0 0 0,1-1 0 0 0,-1 1 1 0 0,1 0-1 0 0,0 0 0 0 0,0 0 0 0 0,0 0 1 0 0,0 1-1 0 0,1-1 0 0 0,-1 0 0 0 0,1 0 1 0 0,-1 5-1 0 0,0 30 14 0 0,0-21-1 0 0,1 1 0 0 0,0-1 0 0 0,1 1 1 0 0,5 23-1 0 0,3-10-13 0 0,-5-20 0 0 0,-1 1 0 0 0,0 0 0 0 0,-1 0 0 0 0,0 0 0 0 0,0 17 0 0 0,-4 16-4 0 0,1-28 3 0 0,0 1-1 0 0,1 0 0 0 0,1 0 1 0 0,0 0-1 0 0,6 22 0 0 0,2-13 14 0 0,-6-18-12 0 0,0 1 0 0 0,0-1 1 0 0,-1 1-1 0 0,0 0 0 0 0,1 19 1 0 0,-3-23-1 0 0,0-1 0 0 0,1 1 0 0 0,0-1 0 0 0,0 1 0 0 0,0-1 0 0 0,1 0 0 0 0,-1 1 0 0 0,1-1 0 0 0,1 0 0 0 0,-1 0 0 0 0,1 0 0 0 0,-1 0 0 0 0,2-1 0 0 0,5 8 0 0 0,-2-5 0 0 0,0 0 0 0 0,1 0 0 0 0,0 0 0 0 0,0-1 0 0 0,1 0 0 0 0,0-1 0 0 0,13 6 0 0 0,4 0 0 0 0,1-1 0 0 0,0-1 0 0 0,1-2 0 0 0,50 8 0 0 0,-28-11 21 0 0,-1-1 0 0 0,58-5 0 0 0,12 0 9 0 0,192 20 197 0 0,-229-4-139 0 0,-41-7-12 0 0,58 3 0 0 0,-55-8 14 0 0,1-1 1 0 0,-1-3-1 0 0,0-1 1 0 0,0-2-1 0 0,-1-2 1 0 0,1-2-1 0 0,-1-2 0 0 0,45-18 1 0 0,-40 9 27 0 0,0-2-1 0 0,-1-1 1 0 0,-2-3 0 0 0,-1-2 0 0 0,74-60 0 0 0,-64 37-43 0 0,-3-2 1 0 0,75-100 0 0 0,4-9-106 0 0,-116 147 33 0 0,-3 1 17 0 0,1 0 1 0 0,-2-1-1 0 0,0 0 1 0 0,-1-1-1 0 0,0 1 0 0 0,-1-2 1 0 0,8-23-1 0 0,-14 33-12 0 0,0-1-1 0 0,-1 0 1 0 0,1 0-1 0 0,-1 0 1 0 0,-1 0 0 0 0,0 0-1 0 0,0-1 1 0 0,0 1-1 0 0,-1 0 1 0 0,0 0-1 0 0,-1 0 1 0 0,0 0-1 0 0,0 0 1 0 0,0 1-1 0 0,-1-1 1 0 0,-1 1 0 0 0,1-1-1 0 0,-6-7 1 0 0,0 2-25 0 0,0 1 0 0 0,-1 0 1 0 0,-1 0-1 0 0,0 1 0 0 0,0 1 1 0 0,-1 0-1 0 0,-1 0 0 0 0,-20-11 1 0 0,-11-4-129 0 0,-64-25-1 0 0,35 21-237 0 0,-1 3-1 0 0,-1 3 1 0 0,-103-17-1 0 0,172 39 342 0 0,-44-6-1017 0 0,-81-2-1 0 0,17 14-2194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0:30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857 57 1921 0 0,'5'3'541'0'0,"15"14"1487"0"0,-15 0 392 0 0,-4-18-2380 0 0,0 0 0 0 0,0 1 0 0 0,1-1 0 0 0,-1 0 0 0 0,0 1 0 0 0,1-1 0 0 0,-1 1 0 0 0,0 0 0 0 0,1-1 0 0 0,-1 1 0 0 0,0 0 0 0 0,1 0 0 0 0,-1 0 0 0 0,0 0 0 0 0,1 0 0 0 0,-1 0 0 0 0,1 0 0 0 0,-1 0 0 0 0,0 0 0 0 0,3 1 0 0 0,-5-5 160 0 0,2 4-195 0 0,-1 0 0 0 0,0-1 0 0 0,0 1 1 0 0,0 0-1 0 0,0-1 0 0 0,0 1 1 0 0,0 0-1 0 0,0-1 0 0 0,0 1 0 0 0,1 0 1 0 0,-1 0-1 0 0,0-1 0 0 0,0 1 1 0 0,-1 0-1 0 0,1-1 0 0 0,0 1 0 0 0,0 0 1 0 0,0-1-1 0 0,0 1 0 0 0,0 0 1 0 0,0-1-1 0 0,0 1 0 0 0,0 0 1 0 0,0 0-1 0 0,-1-1 0 0 0,1 1 0 0 0,0 0 1 0 0,0 0-1 0 0,0-1 0 0 0,-1 1 1 0 0,1 0-1 0 0,0 0 0 0 0,0 0 0 0 0,-1-1 1 0 0,1 1-1 0 0,0 0 0 0 0,0 0 1 0 0,-1 0-1 0 0,1 0 0 0 0,0 0 0 0 0,-1-1 1 0 0,1 1-1 0 0,-50-24 382 0 0,40 19-344 0 0,0 0-1 0 0,-1 0 1 0 0,1 1 0 0 0,-1 1 0 0 0,-22-5-1 0 0,-67-7 21 0 0,73 12-62 0 0,22 2-14 0 0,0 1-1 0 0,0-1 1 0 0,0 1 0 0 0,-1 0-1 0 0,1 1 1 0 0,0-1 0 0 0,0 1-1 0 0,0 0 1 0 0,0 0 0 0 0,-9 4-1 0 0,5 0-18 0 0,0 0 0 0 0,0 1 0 0 0,0 0 0 0 0,-13 13 0 0 0,-87 69 19 0 0,94-73 14 0 0,-5 5 2 0 0,-1-1 0 0 0,0-1 0 0 0,-30 19 0 0 0,-57 31 11 0 0,103-65-11 0 0,0 0 0 0 0,0 1 0 0 0,1 0 1 0 0,-1 0-1 0 0,-4 6 0 0 0,-12 9 44 0 0,10-12-30 0 0,0 0 0 0 0,1 0-1 0 0,-18 18 1 0 0,25-11 2 0 0,3-13-17 0 0,0 0 0 0 0,0-1 0 0 0,0 1 0 0 0,0 0 1 0 0,0-1-1 0 0,0 1 0 0 0,-1 0 0 0 0,1 0 0 0 0,0-1 0 0 0,0 1 0 0 0,0 0 0 0 0,-1-1 0 0 0,1 1 0 0 0,0 0 0 0 0,-1-1 0 0 0,1 1 0 0 0,-1-1 0 0 0,1 1 0 0 0,0-1 0 0 0,-1 1 1 0 0,1-1-1 0 0,-2 1 0 0 0,1 0-1 0 0,-1 0 0 0 0,0 0 1 0 0,0 0-1 0 0,1 0 0 0 0,-1 0 0 0 0,1 1 1 0 0,-1-1-1 0 0,1 0 0 0 0,-1 1 0 0 0,1-1 1 0 0,-2 4-1 0 0,2-2-3 0 0,0 0 0 0 0,0 0 0 0 0,0 1 0 0 0,1-1 0 0 0,0 0 1 0 0,-1 1-1 0 0,2 6 0 0 0,-1-8-1 0 0,0-1 0 0 0,0 1 1 0 0,-1-1-1 0 0,1 1 0 0 0,0-1 1 0 0,-1 1-1 0 0,1-1 0 0 0,-1 1 1 0 0,1-1-1 0 0,-1 0 0 0 0,1 1 1 0 0,-1-1-1 0 0,0 0 0 0 0,0 1 1 0 0,0-1-1 0 0,0 0 0 0 0,0 0 1 0 0,0 0-1 0 0,0 0 0 0 0,0 0 1 0 0,-3 2-1 0 0,-4 5-5 0 0,8-7 8 0 0,-1 0 0 0 0,1 0 0 0 0,-1 0 0 0 0,1 0 0 0 0,0 1 0 0 0,0-1 0 0 0,0 0 0 0 0,0 0-1 0 0,0 0 1 0 0,0 0 0 0 0,0 1 0 0 0,0-1 0 0 0,0 0 0 0 0,0 0 0 0 0,1 0 0 0 0,-1 0 0 0 0,0 1 0 0 0,1-1 0 0 0,-1 0 0 0 0,1 0 0 0 0,0 0 0 0 0,-1 0 0 0 0,1 0 0 0 0,0 0 0 0 0,-1 0-1 0 0,1 0 1 0 0,0-1 0 0 0,2 3 0 0 0,3 7 15 0 0,-14 10 26 0 0,6-18-37 0 0,1 1-1 0 0,0-1 1 0 0,-1 1-1 0 0,1 0 1 0 0,0 0-1 0 0,0 0 1 0 0,0 0 0 0 0,0 0-1 0 0,1 0 1 0 0,-1 4-1 0 0,-1 19 42 0 0,2-20-77 0 0,-1 0 0 0 0,1 0 0 0 0,-1 0 0 0 0,1 0 0 0 0,1 0 0 0 0,0 0 0 0 0,-1-1 0 0 0,2 1 0 0 0,-1 0 0 0 0,3 7 1 0 0,3 2 113 0 0,1 0 0 0 0,0-1 0 0 0,1 1 1 0 0,0-1-1 0 0,1-1 0 0 0,1 0 0 0 0,0-1 1 0 0,1 0-1 0 0,0 0 0 0 0,1-1 0 0 0,20 14 1 0 0,-4-9-62 0 0,-5-1-40 0 0,0-2 0 0 0,1 0 1 0 0,50 17-1 0 0,-20-14 24 0 0,0-3-1 0 0,72 8 1 0 0,-74-18-12 0 0,0-2 0 0 0,1-3 0 0 0,100-16 0 0 0,155-52-548 0 0,-138 28 44 0 0,288-53-1704 0 0,-428 90 2132 0 0,-1-2 0 0 0,0 0-1 0 0,31-14 1 0 0,-59 21 103 0 0,-1 0-1 0 0,0-1 1 0 0,0 1-1 0 0,0 0 1 0 0,1-1 0 0 0,-1 1-1 0 0,0-1 1 0 0,0 1-1 0 0,0-1 1 0 0,0 0 0 0 0,0 1-1 0 0,0-1 1 0 0,0 0-1 0 0,0 0 1 0 0,0 0 0 0 0,0 0-1 0 0,0 0 1 0 0,-1 0-1 0 0,1 0 1 0 0,0 0 0 0 0,-1 0-1 0 0,1 0 1 0 0,-1 0-1 0 0,1 0 1 0 0,-1 0 0 0 0,1-1-1 0 0,-1 1 1 0 0,0-2-1 0 0,-1 0 59 0 0,0 0-1 0 0,0 0 1 0 0,-1-1-1 0 0,1 1 1 0 0,-1 0-1 0 0,0 1 1 0 0,0-1-1 0 0,0 0 0 0 0,-3-3 1 0 0,-1 0-7 0 0,-23-44 263 0 0,23 37-304 0 0,-1 0 0 0 0,0 1 0 0 0,-13-16 0 0 0,-10-4-7 0 0,-1 1 1 0 0,-1 1 0 0 0,-2 2 0 0 0,-1 1 0 0 0,-1 2 0 0 0,-57-29 0 0 0,4 8-1155 0 0,-167-59 0 0 0,78 47-3097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0:12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63 3522 0 0,'-1'-2'2481'0'0,"7"0"-2388"0"0,14 5 134 0 0,-15-2 573 0 0,19-1-320 0 0,-24 0-468 0 0,1 0-1 0 0,-1 0 0 0 0,0 0 0 0 0,0 0 0 0 0,0 0 0 0 0,1 0 0 0 0,-1 0 0 0 0,0 0 0 0 0,0 0 0 0 0,0 0 0 0 0,0 0 0 0 0,1 0 0 0 0,-1 0 0 0 0,0 0 0 0 0,0 0 0 0 0,0 0 1 0 0,0 0-1 0 0,1 1 0 0 0,-1-1 0 0 0,0 0 0 0 0,0 0 0 0 0,0 0 0 0 0,0 0 0 0 0,1 0 0 0 0,-1 0 0 0 0,0 0 0 0 0,0 1 0 0 0,0-1 0 0 0,0 0 0 0 0,0 0 0 0 0,0 0 0 0 0,0 0 1 0 0,0 1-1 0 0,0-1 0 0 0,1 0 0 0 0,-1 0 0 0 0,0 0 0 0 0,0 0 0 0 0,0 1 0 0 0,0-1 0 0 0,0 0 0 0 0,0 0 0 0 0,0 0 0 0 0,0 0 0 0 0,0 1 0 0 0,0-1 0 0 0,0 0 0 0 0,0 0 1 0 0,-1 1-1 0 0,1-1 0 0 0,0 0 1 0 0,0 0 0 0 0,0 0 0 0 0,0 1 0 0 0,0-1 0 0 0,0 0 0 0 0,0 0 0 0 0,0 1 0 0 0,0-1-1 0 0,0 0 1 0 0,0 0 0 0 0,0 1 0 0 0,0-1 0 0 0,0 0 0 0 0,1 0 0 0 0,-1 0 0 0 0,0 1 0 0 0,0-1-1 0 0,0 0 1 0 0,0 0 0 0 0,0 0 0 0 0,0 1 0 0 0,1-1 0 0 0,-1 0 0 0 0,0 0 0 0 0,0 0 0 0 0,0 0-1 0 0,0 0 1 0 0,1 1 0 0 0,-1-1 0 0 0,0 0 0 0 0,0 0 0 0 0,0 0 0 0 0,1 0 0 0 0,-1 0 0 0 0,0 0-1 0 0,0 0 1 0 0,0 0 0 0 0,1 0 0 0 0,-1 0 0 0 0,1 0 5 0 0,1 0-8 0 0,-1 0 0 0 0,0 0 0 0 0,1 0 0 0 0,-1 0 0 0 0,1 0 0 0 0,-1 0-1 0 0,0 1 1 0 0,1-1 0 0 0,-1 0 0 0 0,0 1 0 0 0,1-1 0 0 0,-1 1 0 0 0,0-1 0 0 0,1 1 0 0 0,1 1 0 0 0,-3-1 471 0 0,-25-1-320 0 0,19-3-29 0 0,2 0-102 0 0,-3 1-7 0 0,6 2-17 0 0,0 0-1 0 0,0 0 0 0 0,1-1 1 0 0,-1 1-1 0 0,0 0 0 0 0,1 0 1 0 0,-1-1-1 0 0,0 1 0 0 0,1 0 1 0 0,-1-1-1 0 0,0 1 0 0 0,1-1 1 0 0,-1 1-1 0 0,1-1 0 0 0,-1 1 1 0 0,1-1-1 0 0,-1 1 1 0 0,1-1-1 0 0,-1 0 0 0 0,0-2 13 0 0,0-1-1 0 0,0 1 0 0 0,0 0 1 0 0,1-1-1 0 0,0 1 1 0 0,-1-1-1 0 0,2-5 1 0 0,-1 8-17 0 0,0 0 0 0 0,-1 0 0 0 0,1 0 0 0 0,0 1 0 0 0,0-1 0 0 0,0 0 0 0 0,-1 0 0 0 0,1 1 0 0 0,0-1 0 0 0,-1 0 0 0 0,1 0 0 0 0,0 1 0 0 0,-1-1 0 0 0,1 0 0 0 0,-1 1 0 0 0,1-1 0 0 0,-1 0 0 0 0,0 1 0 0 0,1-1 0 0 0,-1 1 0 0 0,1-1 0 0 0,-1 1 0 0 0,0 0 0 0 0,0-1 0 0 0,1 1 0 0 0,-1-1 0 0 0,0 1 0 0 0,0 0 0 0 0,1 0 0 0 0,-1 0 0 0 0,0-1 0 0 0,0 1 0 0 0,0 0 0 0 0,1 0 0 0 0,-1 0 0 0 0,0 0 0 0 0,-1 0 0 0 0,-1 0 0 0 0,-2-7-14 0 0,5 2-53 0 0,5 4-26 0 0,15 1-40 0 0,-15 0 26 0 0,-5 18-5042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0:12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1 225 960 0 0,'5'0'334'0'0,"-5"1"-279"0"0,1-1 1 0 0,0 0-1 0 0,0 0 1 0 0,0 0-1 0 0,0 1 0 0 0,-1-1 1 0 0,1 0-1 0 0,0 0 1 0 0,0 0-1 0 0,0 0 1 0 0,0 0-1 0 0,-1 0 1 0 0,1-1-1 0 0,0 1 0 0 0,0 0 1 0 0,0 0-1 0 0,-1-1 1 0 0,1 1-1 0 0,0 0 1 0 0,0-1-1 0 0,-1 1 1 0 0,1 0-1 0 0,0-1 0 0 0,-1 1 1 0 0,1-1-1 0 0,0 0 1 0 0,-1 1-1 0 0,1-1 1 0 0,-1 1-1 0 0,1-1 1 0 0,0-1-1 0 0,1-1 11 0 0,-1 1 0 0 0,1 0 0 0 0,-1-1-1 0 0,1 1 1 0 0,0 0 0 0 0,0 0 0 0 0,0 0 0 0 0,0 0 0 0 0,0 0-1 0 0,0 1 1 0 0,0-1 0 0 0,1 1 0 0 0,-1-1 0 0 0,1 1 0 0 0,-1 0 0 0 0,5-1-1 0 0,14-10 57 0 0,-5 0-106 0 0,1 1 0 0 0,1 0 0 0 0,0 2 0 0 0,36-15 0 0 0,-45 20-7 0 0,58-22-168 0 0,-61 23 170 0 0,0 1-1 0 0,1 0 0 0 0,-1 0 1 0 0,0 1-1 0 0,1 0 0 0 0,-1 0 1 0 0,12 1-1 0 0,-17 0 2 0 0,-1 0 0 0 0,1 1-1 0 0,-1-1 1 0 0,0 0 0 0 0,1 1 0 0 0,-1-1-1 0 0,0 1 1 0 0,1-1 0 0 0,-1 1 0 0 0,0-1 0 0 0,0 1-1 0 0,1-1 1 0 0,-1 1 0 0 0,0-1 0 0 0,0 1 0 0 0,0-1-1 0 0,1 1 1 0 0,-1-1 0 0 0,0 1 0 0 0,0-1 0 0 0,0 1-1 0 0,0-1 1 0 0,0 1 0 0 0,0-1 0 0 0,0 1-1 0 0,0 0 1 0 0,-1-1 0 0 0,1 1 0 0 0,0-1 0 0 0,0 1-1 0 0,0-1 1 0 0,-1 1 0 0 0,1-1 0 0 0,0 1 0 0 0,0-1-1 0 0,-1 0 1 0 0,1 1 0 0 0,0-1 0 0 0,-1 1 0 0 0,1-1-1 0 0,-1 0 1 0 0,0 1 0 0 0,-18 25 520 0 0,-29 30-1 0 0,31-38-314 0 0,8-8-132 0 0,0 0-1 0 0,-1-1 1 0 0,0 0-1 0 0,0-1 1 0 0,-1 0-1 0 0,0-1 1 0 0,-1 0-1 0 0,0 0 1 0 0,0-1-1 0 0,0-1 1 0 0,-18 5-1 0 0,25-9-10 0 0,-1-1 0 0 0,1 0 0 0 0,0 0 0 0 0,-1 0-1 0 0,1-1 1 0 0,-1 1 0 0 0,1-1 0 0 0,0-1 0 0 0,0 1-1 0 0,-1-1 1 0 0,1 0 0 0 0,0 0 0 0 0,1-1 0 0 0,-7-3-1 0 0,11 6-72 0 0,-1 0-1 0 0,1-1 0 0 0,-1 1 0 0 0,1-1 0 0 0,-1 1 0 0 0,1-1 0 0 0,0 1 0 0 0,-1-1 1 0 0,1 1-1 0 0,0-1 0 0 0,-1 0 0 0 0,1 1 0 0 0,0-1 0 0 0,0 0 0 0 0,-1 1 1 0 0,1-1-1 0 0,0 1 0 0 0,0-1 0 0 0,0 0 0 0 0,0 1 0 0 0,0-1 0 0 0,0 0 0 0 0,0 1 1 0 0,0-1-1 0 0,0 0 0 0 0,0 1 0 0 0,1-1 0 0 0,-1 0 0 0 0,0 1 0 0 0,0-1 0 0 0,1 1 1 0 0,-1-1-1 0 0,0 0 0 0 0,1 1 0 0 0,0-2 0 0 0,16-20-61 0 0,-12 16 11 0 0,2-4-118 0 0,0 0 1 0 0,0 0-1 0 0,1 1 1 0 0,0 0-1 0 0,1 0 1 0 0,18-13-1 0 0,18-21-834 0 0,-37 35 681 0 0,-1 0-1 0 0,1 0 1 0 0,1 0-1 0 0,-1 1 0 0 0,1 0 1 0 0,0 1-1 0 0,1 0 0 0 0,11-6 1 0 0,14-7-1373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0:13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297 82 3041 0 0,'-10'11'422'0'0,"-1"0"0"0"0,0-1 0 0 0,-1 0 0 0 0,0-1 0 0 0,-1 0 0 0 0,0-1-1 0 0,-19 9 1 0 0,3-2-275 0 0,26-14-137 0 0,0 0-1 0 0,0 1 1 0 0,-1-2 0 0 0,1 1-1 0 0,0 0 1 0 0,0-1 0 0 0,0 1-1 0 0,-1-1 1 0 0,1 0 0 0 0,0 0-1 0 0,0 0 1 0 0,-1 0-1 0 0,1-1 1 0 0,0 0 0 0 0,0 1-1 0 0,-7-3 1 0 0,3 1 33 0 0,0-1 1 0 0,-1 1-1 0 0,1-1 0 0 0,0-1 0 0 0,1 1 1 0 0,-10-7-1 0 0,15 8-16 0 0,0-1-1 0 0,0 0 1 0 0,0 0-1 0 0,0 1 1 0 0,0-1 0 0 0,1 0-1 0 0,-1 0 1 0 0,1 0 0 0 0,0 0-1 0 0,0 0 1 0 0,0 0-1 0 0,0 0 1 0 0,1 0 0 0 0,0-3-1 0 0,-1-4 68 0 0,0 0 5 0 0,-1 8-82 0 0,1 0 0 0 0,-1-1 0 0 0,1 1 0 0 0,0 0 0 0 0,0-1 0 0 0,0 1 0 0 0,0 0 0 0 0,0-1 0 0 0,1 1 0 0 0,-1 0 0 0 0,1-1-1 0 0,-1 1 1 0 0,1 0 0 0 0,0 0 0 0 0,0 0 0 0 0,1-2 0 0 0,5-2-5 0 0,1 0-1 0 0,-1 1 1 0 0,1 0 0 0 0,0 1-1 0 0,1 0 1 0 0,-1 0-1 0 0,0 1 1 0 0,1 0-1 0 0,0 0 1 0 0,0 1-1 0 0,0 0 1 0 0,0 1 0 0 0,0 0-1 0 0,17 0 1 0 0,-11 1-29 0 0,0 0 1 0 0,-1 0 0 0 0,1 2-1 0 0,-1 0 1 0 0,0 0 0 0 0,1 1 0 0 0,-1 1-1 0 0,19 8 1 0 0,-31-12 13 0 0,-1 1 0 0 0,1 0 0 0 0,0 0 0 0 0,0 0 0 0 0,0 0 0 0 0,0 0 0 0 0,-1 0 0 0 0,1 1 0 0 0,0-1 0 0 0,-1 0 0 0 0,0 1 0 0 0,1 0 0 0 0,0 1 1 0 0,-1 0-4 0 0,0 0 1 0 0,0-1 0 0 0,0 1 0 0 0,0 0 0 0 0,-1 0-1 0 0,0 0 1 0 0,0 0 0 0 0,0 0 0 0 0,0 4 0 0 0,0-6 5 0 0,0 0 0 0 0,0 0 0 0 0,0 0 0 0 0,0 0 0 0 0,0 0 0 0 0,-1 0 0 0 0,1 0 0 0 0,0 1 0 0 0,-1-1 0 0 0,1 0 0 0 0,-1 0 0 0 0,1 0 0 0 0,-1 0 0 0 0,1-1 0 0 0,-1 1 0 0 0,0 0 0 0 0,1 0 0 0 0,-1 0 0 0 0,0 0 0 0 0,0-1 0 0 0,0 1 0 0 0,0 0 0 0 0,0-1 0 0 0,0 1 0 0 0,0 0 0 0 0,-1 0 0 0 0,-7 4 0 0 0,6-3 18 0 0,-1 0 1 0 0,0 0-1 0 0,0 0 1 0 0,0 0 0 0 0,0-1-1 0 0,0 0 1 0 0,0 0-1 0 0,0 0 1 0 0,0 0-1 0 0,-1 0 1 0 0,1-1 0 0 0,0 0-1 0 0,0 0 1 0 0,-1 0-1 0 0,1-1 1 0 0,-5 0-1 0 0,-6-2 164 0 0,1 0-1 0 0,-1-1 0 0 0,-15-6 0 0 0,30 10-175 0 0,0 0 0 0 0,-1-1 0 0 0,1 1 1 0 0,-1 0-1 0 0,1 0 0 0 0,0-1 0 0 0,-1 1 0 0 0,1 0 0 0 0,0-1 0 0 0,-1 1 1 0 0,1 0-1 0 0,0-1 0 0 0,0 1 0 0 0,0-1 0 0 0,-1 1 0 0 0,1 0 0 0 0,0-1 1 0 0,0 1-1 0 0,0-1 0 0 0,0 1 0 0 0,0-1 0 0 0,-1 1 0 0 0,1-1 0 0 0,0 1 0 0 0,0 0 1 0 0,0-1-1 0 0,0 1 0 0 0,0-1 0 0 0,1 1 0 0 0,-1-1 0 0 0,0 1 0 0 0,0-1 1 0 0,0 1-1 0 0,0 0 0 0 0,0-1 0 0 0,1 1 0 0 0,-1-1 0 0 0,0 1 0 0 0,0 0 1 0 0,1-1-1 0 0,-1 1 0 0 0,0 0 0 0 0,1-1 0 0 0,-1 1 0 0 0,0 0 0 0 0,1-1 0 0 0,-1 1 1 0 0,0 0-1 0 0,1-1 0 0 0,10-2-4 0 0,0 1 0 0 0,-1 0-1 0 0,17-1 1 0 0,-7 0-22 0 0,8 0-103 0 0,-1 0 1 0 0,49 3 0 0 0,-25 0-138 0 0,-32 1 63 0 0,-1 0 0 0 0,1 0 0 0 0,34 9 1 0 0,-27 0-116 0 0,-25-9 298 0 0,-1 0 1 0 0,1-1-1 0 0,0 1 0 0 0,-1 0 0 0 0,1 0 1 0 0,0 0-1 0 0,-1-1 0 0 0,1 1 1 0 0,-1 0-1 0 0,0 0 0 0 0,1 0 0 0 0,-1 0 1 0 0,0 0-1 0 0,1 0 0 0 0,-1 0 0 0 0,0 0 1 0 0,0 0-1 0 0,0 0 0 0 0,0 0 0 0 0,0 0 1 0 0,0 1-1 0 0,0-1 12 0 0,0-1 0 0 0,0 1 0 0 0,0 0 0 0 0,0 0 0 0 0,0-1 0 0 0,0 1 0 0 0,0 0 0 0 0,-1 0 0 0 0,1-1 0 0 0,0 1 0 0 0,0 0 0 0 0,-1-1 0 0 0,1 1 0 0 0,0 0 0 0 0,-1-1 0 0 0,1 1 0 0 0,-1 0 0 0 0,1-1 0 0 0,-1 1 0 0 0,1-1-1 0 0,-1 1 1 0 0,0-1 0 0 0,1 1 0 0 0,-1-1 0 0 0,0 1 0 0 0,1-1 0 0 0,-1 0 0 0 0,0 1 0 0 0,1-1 0 0 0,-1 0 0 0 0,0 0 0 0 0,-1 1 0 0 0,-21 6 97 0 0,0 0-1 0 0,-1-1 1 0 0,0-1-1 0 0,-42 3 1 0 0,12-5 189 0 0,-56-4 0 0 0,97 0-258 0 0,3 1-22 0 0,-1 0 0 0 0,1-1-1 0 0,0 0 1 0 0,0-1 0 0 0,0 0-1 0 0,0-1 1 0 0,0 0 0 0 0,0 0-1 0 0,1-1 1 0 0,-12-7-1 0 0,1 2-203 0 0,7 4-477 0 0,1-1 0 0 0,0 0 0 0 0,-15-11 0 0 0,-2-7-4365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0:15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198 100 5042 0 0,'-28'-11'1374'0'0,"20"9"-1019"0"0,0-2 1 0 0,0 1 0 0 0,0-1 0 0 0,0 0 0 0 0,-8-6 0 0 0,13 7-328 0 0,1 1 0 0 0,-1 0 0 0 0,0 0 0 0 0,1 0 0 0 0,-1 1 1 0 0,0-1-1 0 0,0 1 0 0 0,-5-3 0 0 0,4 4 25 0 0,3-1-26 0 0,26-11 280 0 0,-15 9-349 0 0,0 0 0 0 0,1 1 0 0 0,-1 0 1 0 0,1 1-1 0 0,0 0 0 0 0,0 0 0 0 0,-1 1 1 0 0,1 0-1 0 0,0 1 0 0 0,-1 1 0 0 0,1 0 0 0 0,0 0 1 0 0,-1 1-1 0 0,19 7 0 0 0,-19 2-38 0 0,4-4 98 0 0,-15-7-15 0 0,0 0 1 0 0,0 0 0 0 0,1 0-1 0 0,-1-1 1 0 0,0 1-1 0 0,0 0 1 0 0,0-1 0 0 0,0 1-1 0 0,0-1 1 0 0,0 1-1 0 0,0-1 1 0 0,0 1 0 0 0,0-1-1 0 0,-1 0 1 0 0,1 0-1 0 0,0 1 1 0 0,0-1-1 0 0,0 0 1 0 0,0 0 0 0 0,-3 0-1 0 0,-9 1 82 0 0,0 0 0 0 0,0-1 0 0 0,0-1 0 0 0,-24-4-1 0 0,-57-13 404 0 0,80 15-453 0 0,3 0 37 0 0,0 0 0 0 0,0-1 0 0 0,0-1-1 0 0,-12-7 1 0 0,7 5-164 0 0,28 1-693 0 0,-12 6 721 0 0,1 0 1 0 0,-1 0 0 0 0,0-1 0 0 0,1 1 0 0 0,-1 0 0 0 0,0 0 0 0 0,1 0 0 0 0,-1 0 0 0 0,0 0-1 0 0,1 0 1 0 0,-1 0 0 0 0,0-1 0 0 0,1 1 0 0 0,-1 0 0 0 0,0 0 0 0 0,1 0 0 0 0,-1 1-1 0 0,0-1 1 0 0,1 0 0 0 0,-1 0 0 0 0,0 0 0 0 0,1 0 0 0 0,-1 0 0 0 0,0 0 0 0 0,0 0 0 0 0,1 0-1 0 0,-1 1 1 0 0,0-1 0 0 0,1 0 0 0 0,-1 0 0 0 0,0 0 0 0 0,0 1 0 0 0,1-1 0 0 0,-1 0 0 0 0,0 0-1 0 0,0 1 1 0 0,0-1 0 0 0,1 0 0 0 0,-1 1 0 0 0,0-1 0 0 0,0 0 0 0 0,0 1 0 0 0,0-1 0 0 0,0 0-1 0 0,0 0 1 0 0,1 1 0 0 0,-1 0 0 0 0,0 15-3592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0:18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321 462 2001 0 0,'0'1'50'0'0,"0"-1"-1"0"0,-1 1 1 0 0,1 0-1 0 0,0 0 1 0 0,0 0-1 0 0,0 0 1 0 0,0 0 0 0 0,0 0-1 0 0,0 0 1 0 0,1 0-1 0 0,-1 0 1 0 0,0 0 0 0 0,0 0-1 0 0,1 0 1 0 0,-1-1-1 0 0,0 1 1 0 0,1 0-1 0 0,-1 0 1 0 0,1 0 0 0 0,-1-1-1 0 0,1 1 1 0 0,0 0-1 0 0,-1 0 1 0 0,1-1 0 0 0,0 1-1 0 0,-1 0 1 0 0,1-1-1 0 0,0 1 1 0 0,0-1 0 0 0,-1 1-1 0 0,1-1 1 0 0,0 0-1 0 0,0 1 1 0 0,1 0-1 0 0,8 3 3 0 0,-9-1-64 0 0,0-1 0 0 0,0 1-1 0 0,0-1 1 0 0,0 1 0 0 0,0 0 0 0 0,-1 0-1 0 0,1-1 1 0 0,-1 1 0 0 0,0 0-1 0 0,0 0 1 0 0,0 0 0 0 0,0 0-1 0 0,0-1 1 0 0,-2 6 0 0 0,2 1 10 0 0,0-4 4 0 0,0-1 0 0 0,0 0 0 0 0,-1 0 0 0 0,1 1 0 0 0,-1-1 0 0 0,-2 6 1 0 0,3-8 6 0 0,-1-1 0 0 0,0 0 1 0 0,0 1-1 0 0,0-1 0 0 0,1 0 1 0 0,-1 0-1 0 0,-1 0 0 0 0,1 0 0 0 0,0 0 1 0 0,0 0-1 0 0,0 0 0 0 0,0 0 1 0 0,-1 0-1 0 0,1 0 0 0 0,0-1 1 0 0,-3 2-1 0 0,-1 0 551 0 0,0-3-173 0 0,-2-3-259 0 0,0 1 0 0 0,1-1 0 0 0,0-1 0 0 0,-1 1 0 0 0,1-1 0 0 0,1 0 0 0 0,-1-1 1 0 0,1 1-1 0 0,0-1 0 0 0,0 0 0 0 0,-6-11 0 0 0,-26-26 496 0 0,6 12-219 0 0,11 13 34 0 0,2-2-1 0 0,-21-26 1 0 0,38 45-407 0 0,0-1 0 0 0,0 0 0 0 0,-1 0 0 0 0,1 0 0 0 0,0 1 0 0 0,-1-1 0 0 0,1 1 0 0 0,-1-1 0 0 0,1 1 0 0 0,-1-1 0 0 0,0 1 0 0 0,0 0 0 0 0,-1-1 0 0 0,-5-2 27 0 0,8 0-11 0 0,7 2-19 0 0,6 0-13 0 0,17-6-70 0 0,1 2-1 0 0,0 1 0 0 0,0 1 0 0 0,0 2 1 0 0,0 1-1 0 0,1 2 0 0 0,-1 1 1 0 0,0 1-1 0 0,45 11 0 0 0,-72-14 45 0 0,-3 0 7 0 0,0 0 0 0 0,1 0-1 0 0,-1 0 1 0 0,0 1 0 0 0,0-1 0 0 0,0 0 0 0 0,1 0 0 0 0,-1 1-1 0 0,0-1 1 0 0,0 1 0 0 0,0-1 0 0 0,0 1 0 0 0,0-1 0 0 0,0 1-1 0 0,0 0 1 0 0,0-1 0 0 0,0 1 0 0 0,0 0 0 0 0,0 0 0 0 0,0 0-1 0 0,1 1 1 0 0,-7 4-10 0 0,0-4 21 0 0,0 0 0 0 0,-1 0 0 0 0,1-1 1 0 0,0 0-1 0 0,-1 0 0 0 0,1-1 0 0 0,-1 0 0 0 0,1 0 1 0 0,-1 0-1 0 0,-8-2 0 0 0,-65-16 193 0 0,44 9-65 0 0,18 5-73 0 0,-178-52 781 0 0,189 54-800 0 0,0 0 0 0 0,0 0-1 0 0,0-1 1 0 0,1 0 0 0 0,-1 0 0 0 0,1 0 0 0 0,-10-8 0 0 0,13 8-29 0 0,0 1 1 0 0,1-1-1 0 0,-1 0 1 0 0,1 0 0 0 0,0 0-1 0 0,-1 0 1 0 0,2 0-1 0 0,-1 0 1 0 0,0 0 0 0 0,0 0-1 0 0,1 0 1 0 0,0 0-1 0 0,-1 0 1 0 0,1 0 0 0 0,1-6-1 0 0,-1 8-12 0 0,1 0 0 0 0,-1 0 0 0 0,1 0-1 0 0,-1 0 1 0 0,1 0 0 0 0,-1 0 0 0 0,1 0 0 0 0,-1 0-1 0 0,1 0 1 0 0,0 0 0 0 0,0 1 0 0 0,-1-1 0 0 0,1 0 0 0 0,0 0-1 0 0,0 1 1 0 0,0-1 0 0 0,0 1 0 0 0,0-1 0 0 0,0 1-1 0 0,0-1 1 0 0,0 1 0 0 0,0-1 0 0 0,0 1 0 0 0,2-1 0 0 0,35-9-10 0 0,-33 9 10 0 0,44-8-162 0 0,0 2 1 0 0,1 2 0 0 0,-1 3-1 0 0,1 1 1 0 0,-1 3-1 0 0,1 2 1 0 0,67 13 0 0 0,-92-13 80 0 0,-18-3 53 0 0,0 0 0 0 0,0 0 0 0 0,0 1-1 0 0,0 0 1 0 0,0 0 0 0 0,10 5 0 0 0,-16-7 23 0 0,-1 0-1 0 0,1 1 1 0 0,-1-1-1 0 0,0 0 1 0 0,1 0 0 0 0,-1 0-1 0 0,1 1 1 0 0,-1-1-1 0 0,0 0 1 0 0,1 1-1 0 0,-1-1 1 0 0,0 0-1 0 0,1 1 1 0 0,-1-1 0 0 0,0 0-1 0 0,1 1 1 0 0,-1-1-1 0 0,0 0 1 0 0,0 1-1 0 0,0-1 1 0 0,1 1 0 0 0,-1-1-1 0 0,0 1 1 0 0,0-1-1 0 0,0 0 1 0 0,0 1-1 0 0,0-1 1 0 0,0 1-1 0 0,0-1 1 0 0,0 1 0 0 0,0-1-1 0 0,0 1 1 0 0,0-1-1 0 0,0 1 1 0 0,0-1-1 0 0,0 0 1 0 0,0 1 0 0 0,-1-1-1 0 0,1 1 1 0 0,0-1-1 0 0,0 0 1 0 0,0 1-1 0 0,-1-1 1 0 0,1 1-1 0 0,0-1 1 0 0,0 0 0 0 0,-1 1-1 0 0,1-1 1 0 0,0 0-1 0 0,-1 1 1 0 0,1-1-1 0 0,-1 0 1 0 0,1 0 0 0 0,0 1-1 0 0,-1-1 1 0 0,1 0-1 0 0,-1 0 1 0 0,1 0-1 0 0,-1 1 1 0 0,-23 8 1 0 0,-27-2 188 0 0,1-2 0 0 0,-1-3 0 0 0,-61-3-1 0 0,80 0-92 0 0,-97-6 253 0 0,119 6-278 0 0,-1 0 1 0 0,1-1 0 0 0,0-1 0 0 0,0 1-1 0 0,0-1 1 0 0,0-1 0 0 0,-10-5 0 0 0,17 8-42 0 0,0-1 1 0 0,1 1-1 0 0,-1-1 0 0 0,1 0 1 0 0,-1 0-1 0 0,1 1 1 0 0,0-2-1 0 0,0 1 1 0 0,0 0-1 0 0,0 0 1 0 0,0-1-1 0 0,0 1 0 0 0,0-1 1 0 0,1 1-1 0 0,0-1 1 0 0,-1 0-1 0 0,1 1 1 0 0,0-1-1 0 0,0 0 0 0 0,1 0 1 0 0,-1 0-1 0 0,0 0 1 0 0,1-4-1 0 0,0 4-28 0 0,0 1-1 0 0,1 0 1 0 0,0-1 0 0 0,-1 1-1 0 0,1 0 1 0 0,0-1-1 0 0,0 1 1 0 0,0 0 0 0 0,1 0-1 0 0,-1 0 1 0 0,0 0 0 0 0,1 0-1 0 0,-1 0 1 0 0,1 1-1 0 0,0-1 1 0 0,-1 0 0 0 0,1 1-1 0 0,0-1 1 0 0,0 1-1 0 0,0 0 1 0 0,0 0 0 0 0,0 0-1 0 0,1 0 1 0 0,2-1 0 0 0,9-4 17 0 0,0 1 0 0 0,26-5 1 0 0,-28 6-34 0 0,73-15-283 0 0,0 3 0 0 0,1 4 0 0 0,1 4 1 0 0,122 3-1 0 0,-193 6 215 0 0,-13-1 56 0 0,1 0 1 0 0,-1 0 0 0 0,1 0 0 0 0,-1 0-1 0 0,0 1 1 0 0,1-1 0 0 0,-1 1-1 0 0,1 0 1 0 0,-1 0 0 0 0,0 1-1 0 0,0-1 1 0 0,1 1 0 0 0,-1-1 0 0 0,3 4-1 0 0,5 4-89 0 0,-11-9 115 0 0,1 0 1 0 0,-1 0-1 0 0,0 0 0 0 0,0 0 1 0 0,0 0-1 0 0,0 1 0 0 0,0-1 0 0 0,0 0 1 0 0,0 0-1 0 0,0 0 0 0 0,0 0 0 0 0,0 1 1 0 0,0-1-1 0 0,0 0 0 0 0,0 0 0 0 0,0 0 1 0 0,0 1-1 0 0,0-1 0 0 0,0 0 1 0 0,0 0-1 0 0,0 0 0 0 0,0 0 0 0 0,0 1 1 0 0,0-1-1 0 0,0 0 0 0 0,-1 0 0 0 0,1 0 1 0 0,0 0-1 0 0,0 0 0 0 0,0 1 1 0 0,0-1-1 0 0,0 0 0 0 0,0 0 0 0 0,-1 0 1 0 0,1 0-1 0 0,0 0 0 0 0,0 0 0 0 0,0 0 1 0 0,0 0-1 0 0,0 1 0 0 0,-1-1 1 0 0,1 0-1 0 0,0 0 0 0 0,-57 14-58 0 0,56-13 60 0 0,-108 18-494 0 0,0-4 1 0 0,-117 1-1 0 0,128-14-1373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0:59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1588 92 1281 0 0,'22'-4'1087'0'0,"-16"2"-693"0"0,0 0 1 0 0,1 1-1 0 0,-1-1 0 0 0,1 2 1 0 0,-1-1-1 0 0,1 1 0 0 0,10 1 1 0 0,24 4 613 0 0,17-8-473 0 0,-9-1 83 0 0,-44 4-378 0 0,-10-1 0 0 0,-15-2-13 0 0,16 2 506 0 0,-1 0-666 0 0,-20-4-54 0 0,-12-3 82 0 0,0 2 0 0 0,-42-2-1 0 0,49 6-58 0 0,-108-12 204 0 0,106 10-183 0 0,0 0 2 0 0,-56-1-1 0 0,-85-1 75 0 0,114-1-119 0 0,18 3-12 0 0,32 5-3 0 0,0 2-14 0 0,-19 1-26 0 0,-320 51-144 0 0,280-32 118 0 0,62-22 69 0 0,-95 24-46 0 0,91-22 79 0 0,-1 1 1 0 0,1 0-1 0 0,0 1 0 0 0,0 0 0 0 0,1 0 0 0 0,-1 1 1 0 0,-10 9-1 0 0,5-2 65 0 0,0-1 0 0 0,0-1 0 0 0,-1-1 1 0 0,-25 13-1 0 0,-11 6-348 0 0,42-22 189 0 0,-1 0-1 0 0,1 1 1 0 0,1 0-1 0 0,-1 0 0 0 0,1 1 1 0 0,-13 17-1 0 0,18-20-31 0 0,0 1 0 0 0,0-1 0 0 0,0 0 0 0 0,0 1 0 0 0,1 0 0 0 0,0 0 0 0 0,1 0 0 0 0,0 0 0 0 0,0 0 0 0 0,0 1 0 0 0,1-1 0 0 0,-1 12 0 0 0,2-13-54 0 0,-1 0 1 0 0,0-1 0 0 0,0 1 0 0 0,0 0 0 0 0,-1-1-1 0 0,1 1 1 0 0,-1-1 0 0 0,-1 1 0 0 0,1-1 0 0 0,-1 0-1 0 0,0 0 1 0 0,0 0 0 0 0,0 0 0 0 0,-1-1 0 0 0,-4 6-1 0 0,-8 11-882 0 0,6-7-592 0 0,2 1 1 0 0,-9 20-1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9:52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2081 0 0,'30'5'8551'0'0,"-6"1"-7764"0"0,-14-5-661 0 0,0 0 1 0 0,-1 0 0 0 0,1 1 0 0 0,10 3 0 0 0,15 3 132 0 0,34 0 38 0 0,69 4 47 0 0,-49-5-78 0 0,-69-5-131 0 0,35 7 0 0 0,-46-8-111 0 0,7 3 37 0 0,-1-1-30 0 0,0-1 1 0 0,0 0-1 0 0,17 0 1 0 0,111 4 434 0 0,-59 7-199 0 0,-118-22-2214 0 0,-45-1-1735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9:55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6 720 0 0,'30'0'961'0'0,"0"0"159"0"0,-1 0-1360 0 0,-29-5-720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9:56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1 960 0 0,'-188'12'2835'0'0,"168"-10"-2935"0"0,-34 3 180 0 0,49-5-13 0 0,0 1 13 0 0,-15 5 0 0 0,15-1 0 0 0,5-6-38 0 0,-1 1 0 0 0,0-1 0 0 0,0 0-1 0 0,0 1 1 0 0,1 0 0 0 0,-1-1 0 0 0,0 1 0 0 0,0-1 0 0 0,0 1 0 0 0,0 0 0 0 0,0 0-1 0 0,0-1 1 0 0,0 1 0 0 0,0 0 0 0 0,0 0 0 0 0,0 0 0 0 0,1 0 0 0 0,-1 0 0 0 0,0 0-1 0 0,0 0 1 0 0,0 1 0 0 0,0-1 0 0 0,0 0 0 0 0,-1 1 0 0 0,1-1 191 0 0,20 4-19 0 0,-14-3 66 0 0,84 17 1788 0 0,-23-7-1581 0 0,71 2-1 0 0,-9-11-179 0 0,-54-1-125 0 0,54 4 103 0 0,60 10 138 0 0,-51-6 48 0 0,-83-6-369 0 0,-13-1 87 0 0,67 11 0 0 0,94 44 211 0 0,-156-45-266 0 0,0-2-1 0 0,69 5 0 0 0,-99-12-139 0 0,0-2-1 0 0,0 0 0 0 0,0-1 1 0 0,0-1-1 0 0,0 0 0 0 0,0-1 1 0 0,20-5-1 0 0,-35 6-49 0 0,2 1 10 0 0,-1-1 0 0 0,0 0 0 0 0,0 0 0 0 0,0 0 0 0 0,0 0 0 0 0,0 0 0 0 0,0 0 0 0 0,0 0 0 0 0,3-3 0 0 0,-5 3 18 0 0,1 1 0 0 0,-1 0 0 0 0,0-1 0 0 0,0 1 1 0 0,1 0-1 0 0,-1-1 0 0 0,0 1 0 0 0,0-1 0 0 0,0 1 1 0 0,0 0-1 0 0,0-1 0 0 0,0 1 0 0 0,0-1 0 0 0,0 1 1 0 0,1-1-1 0 0,-1 1 0 0 0,-1 0 0 0 0,1-1 0 0 0,0 1 0 0 0,0-1 1 0 0,0 1-1 0 0,0-1 0 0 0,0 1 0 0 0,0 0 0 0 0,0-1 1 0 0,-1 1-1 0 0,1-1 0 0 0,0 1 0 0 0,-2-2-145 0 0,1 0 0 0 0,-1 0 0 0 0,1 1-1 0 0,-1-1 1 0 0,0 1 0 0 0,0-1 0 0 0,0 1 0 0 0,0 0 0 0 0,-3-2-1 0 0,-119-48-6242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9:56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676 1 4962 0 0,'-119'37'4402'0'0,"-23"1"-3521"0"0,83 6-1362 0 0,-60-7 241 0 0,31 7 240 0 0,-1-7 80 0 0,29 1-320 0 0,60-13-640 0 0,60-12-1361 0 0,-1-21-3522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9:56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386 1 1040 0 0,'-89'43'5443'0'0,"30"2"-3202"0"0,-30-15-2081 0 0,30 8-240 0 0,0-8 80 0 0,29-11 80 0 0,30-6-160 0 0,30-18-480 0 0,29-3-561 0 0,-30 3-159 0 0,1-1-561 0 0,0-7-640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9:57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350 0 4562 0 0,'-89'81'4082'0'0,"0"-7"-3122"0"0,36-4-1280 0 0,-6 3 240 0 0,29-3 80 0 0,0-21 0 0 0,30-11-320 0 0,60-31-1361 0 0,-1-20-3921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0:14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 64 1040 0 0,'-4'-1'1695'0'0,"3"1"-1682"0"0,-14-5 1111 0 0,14 4-1029 0 0,0 1-1 0 0,0-1 1 0 0,1 0 0 0 0,-1 0 0 0 0,0 0 0 0 0,1 0 0 0 0,-1 0 0 0 0,0 0 0 0 0,1 0 0 0 0,-1 0 0 0 0,1 0 0 0 0,0-1 0 0 0,-1 1 0 0 0,1 0 0 0 0,0 0 0 0 0,0 0 0 0 0,-1 0 0 0 0,1-1 0 0 0,0 1 0 0 0,0 0 0 0 0,0 0 0 0 0,1-2 0 0 0,-1 2-97 0 0,1 0 0 0 0,0-1 0 0 0,0 1 0 0 0,0 0 0 0 0,-1 0 0 0 0,1 0 0 0 0,0 0 0 0 0,0 0 0 0 0,0 0 0 0 0,0 1 0 0 0,1-1 0 0 0,-1 0 0 0 0,0 0 0 0 0,0 1 0 0 0,0-1 0 0 0,1 1 0 0 0,-1-1 0 0 0,0 1 0 0 0,2-1 0 0 0,0 0-11 0 0,4-2-34 0 0,2 1 0 0 0,-1-1 1 0 0,0 2-1 0 0,0-1 0 0 0,1 1 1 0 0,-1 0-1 0 0,1 1 0 0 0,-1 0 1 0 0,11 1-1 0 0,11 3 34 0 0,-27-1 20 0 0,-1 1 12 0 0,-1-4-18 0 0,17 8 151 0 0,-17-8-144 0 0,-1 1-1 0 0,0-1 1 0 0,1 0 0 0 0,-1 0 0 0 0,0 1-1 0 0,1-1 1 0 0,-1 0 0 0 0,0 0 0 0 0,1 1-1 0 0,-1-1 1 0 0,0 0 0 0 0,1 1-1 0 0,-1-1 1 0 0,0 0 0 0 0,0 1 0 0 0,0-1-1 0 0,1 0 1 0 0,-1 1 0 0 0,0-1 0 0 0,0 1-1 0 0,0-1 1 0 0,0 1 0 0 0,0-1-1 0 0,0 0 1 0 0,0 1 0 0 0,0-1 0 0 0,0 1-1 0 0,0-1 1 0 0,0 0 0 0 0,0 1 0 0 0,0-1-1 0 0,0 1 1 0 0,0-1 0 0 0,0 0-1 0 0,0 1 1 0 0,-1-1 0 0 0,1 1 0 0 0,0-1-1 0 0,0 0 1 0 0,-1 1 0 0 0,1-1 0 0 0,0 0-1 0 0,0 1 1 0 0,-1-1 0 0 0,1 0-1 0 0,0 1 1 0 0,-1-1 0 0 0,1 0 0 0 0,0 0-1 0 0,-1 1 1 0 0,-6 4 96 0 0,0-1-1 0 0,0 0 1 0 0,0 0 0 0 0,0-1-1 0 0,0 0 1 0 0,-1 0 0 0 0,0-1-1 0 0,1 1 1 0 0,-1-2-1 0 0,0 1 1 0 0,0-1 0 0 0,-12 0-1 0 0,18-1-70 0 0,0 1-1 0 0,0-1 1 0 0,0 0-1 0 0,0 0 1 0 0,1-1-1 0 0,-1 1 1 0 0,0 0-1 0 0,0 0 1 0 0,0-1-1 0 0,0 1 0 0 0,0-1 1 0 0,1 0-1 0 0,-1 0 1 0 0,0 1-1 0 0,-1-2 1 0 0,2 0-2 0 0,0 1 1 0 0,1 0 0 0 0,-1-1-1 0 0,1 1 1 0 0,-1 0 0 0 0,1-1-1 0 0,0 1 1 0 0,0-1-1 0 0,-1 1 1 0 0,1 0 0 0 0,0-1-1 0 0,0 1 1 0 0,0-1 0 0 0,1-2-1 0 0,-1-9 16 0 0,1 12-47 0 0,0 0 0 0 0,0 0 0 0 0,0 0 0 0 0,-1 1 0 0 0,1-1 0 0 0,0 0 0 0 0,0 0 0 0 0,0 1 0 0 0,0-1 0 0 0,0 0 0 0 0,0 1 0 0 0,0-1 0 0 0,0 1 0 0 0,1 0 0 0 0,-1-1 0 0 0,0 1 0 0 0,0 0 0 0 0,0 0 0 0 0,0 0 0 0 0,2-1 0 0 0,-1 1 0 0 0,1-4 0 0 0,0 2 1 0 0,26 1-15 0 0,-20 0-4 0 0,16 3-98 0 0,-12 4 127 0 0,-14-1 4 0 0,-15 2 19 0 0,15-7-27 0 0,-34 15 97 0 0,16-6 7 0 0,0-1 1 0 0,-1 0 0 0 0,0-2-1 0 0,-1 0 1 0 0,-22 3 0 0 0,31-9-655 0 0,1 0 1 0 0,0-1-1 0 0,0 0 1 0 0,0-1-1 0 0,0 0 1 0 0,0 0-1 0 0,0-2 1 0 0,-19-7-1 0 0,0-1-2391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0:16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0 151 3362 0 0,'0'0'1293'0'0,"5"-1"-919"0"0,-2 0-350 0 0,-1 1-18 0 0,-1 0 1 0 0,0 0 0 0 0,0 0-1 0 0,0 0 1 0 0,0-1 0 0 0,0 1-1 0 0,0 0 1 0 0,0-1 0 0 0,0 1-1 0 0,0-1 1 0 0,0 0 0 0 0,0 1-1 0 0,0-1 1 0 0,1-1 0 0 0,3-14 269 0 0,-5 15-267 0 0,1 0 0 0 0,-1 0-1 0 0,1 0 1 0 0,-1 0 0 0 0,1 0 0 0 0,-1 1-1 0 0,1-1 1 0 0,0 0 0 0 0,-1 0 0 0 0,1 0-1 0 0,0 1 1 0 0,0-1 0 0 0,0 0 0 0 0,-1 1-1 0 0,1-1 1 0 0,0 1 0 0 0,0-1 0 0 0,0 1-1 0 0,0-1 1 0 0,0 1 0 0 0,2-1-1 0 0,4-3 54 0 0,5-11 99 0 0,-10 12-143 0 0,0 1 0 0 0,0-1 0 0 0,0 1 0 0 0,0 0 1 0 0,1 0-1 0 0,-1 0 0 0 0,5-3 0 0 0,27-14 109 0 0,-25 15-88 0 0,-1 0-1 0 0,1-1 1 0 0,-1-1 0 0 0,8-6 0 0 0,-15 12-39 0 0,-1-2 1 0 0,1 1 1 0 0,0 0-1 0 0,1-1 0 0 0,-1 1 0 0 0,0 0 0 0 0,0 0 0 0 0,1 0 0 0 0,-1 0 0 0 0,0 0 0 0 0,1 0 1 0 0,-1 0-1 0 0,1 0 0 0 0,-1 1 0 0 0,1-1 0 0 0,-1 0 0 0 0,1 1 0 0 0,0-1 0 0 0,-1 1 0 0 0,1 0 0 0 0,0 0 1 0 0,1-1-1 0 0,-1 1 0 0 0,1 0 5 0 0,-1 0 0 0 0,1 0 0 0 0,0 0 0 0 0,0 0 0 0 0,0 0 0 0 0,0 0 0 0 0,0 1 0 0 0,3 0 0 0 0,-4 0-5 0 0,0 0-1 0 0,0 0 1 0 0,-1 0 0 0 0,1 0 0 0 0,0 0 0 0 0,-1 0 0 0 0,1 0 0 0 0,-1 1 0 0 0,1-1 0 0 0,-1 1 0 0 0,0-1 0 0 0,1 1-1 0 0,-1-1 1 0 0,0 1 0 0 0,0 0 0 0 0,0-1 0 0 0,0 1 0 0 0,-1 0 0 0 0,1 0 0 0 0,0 0 0 0 0,-1 0 0 0 0,1 0 0 0 0,0 3 0 0 0,0 6 10 0 0,-1-1 1 0 0,1 0 0 0 0,-2 15 0 0 0,0-7 25 0 0,1-13-19 0 0,0-1 0 0 0,0 0 0 0 0,0 1 0 0 0,0-1 1 0 0,-1 1-1 0 0,0-1 0 0 0,0 0 0 0 0,0 1 0 0 0,-1-1 0 0 0,1 0 0 0 0,-1 0 0 0 0,0 0 0 0 0,0 0 0 0 0,0 0 0 0 0,-1 0 0 0 0,-4 4 0 0 0,7-7-7 0 0,-1 0 0 0 0,1 0 0 0 0,0 0 0 0 0,-1 0 0 0 0,0 0 0 0 0,1 0 0 0 0,-1-1 1 0 0,1 1-1 0 0,-1 0 0 0 0,0 0 0 0 0,0-1 0 0 0,1 1 0 0 0,-1 0 0 0 0,0-1 0 0 0,0 1 0 0 0,0-1 0 0 0,0 1 0 0 0,1-1 0 0 0,-1 0 0 0 0,0 1 0 0 0,0-1 0 0 0,0 0 0 0 0,0 0 0 0 0,0 1 0 0 0,0-1 0 0 0,0 0 1 0 0,0 0-1 0 0,0 0 0 0 0,0 0 0 0 0,0 0 0 0 0,0-1 0 0 0,0 1 0 0 0,0 0 0 0 0,-1-1 0 0 0,-1 0-4 0 0,0 1 0 0 0,1-2 0 0 0,-1 1 0 0 0,1 0 0 0 0,-1 0 0 0 0,1-1 0 0 0,0 1 0 0 0,-1-1 0 0 0,-2-2 0 0 0,3 1 3 0 0,1 3-9 0 0,1-1-1 0 0,-1 1 1 0 0,1-1 0 0 0,-1 0 0 0 0,1 0-1 0 0,-1 1 1 0 0,1-1 0 0 0,-1 0-1 0 0,1 0 1 0 0,0 1 0 0 0,0-1-1 0 0,-1 0 1 0 0,1 0 0 0 0,0 0 0 0 0,0 0-1 0 0,0 1 1 0 0,0-1 0 0 0,0 0-1 0 0,0-1 1 0 0,-4-14-2 0 0,-4 6 2 0 0,6 8 0 0 0,1 0-1 0 0,-1 1 1 0 0,1-1 0 0 0,0 0 0 0 0,-1 0-1 0 0,1 0 1 0 0,0 0 0 0 0,0 0 0 0 0,0 0-1 0 0,0 0 1 0 0,1 0 0 0 0,-1 0 0 0 0,1-1-1 0 0,-1 1 1 0 0,1 0 0 0 0,-1-4 0 0 0,1 2 7 0 0,0 0 0 0 0,0 0 0 0 0,1 0 0 0 0,-1 0 0 0 0,1 1 0 0 0,-1-1 0 0 0,3-5 0 0 0,-2 7-8 0 0,0 1 0 0 0,0-1 0 0 0,1 0 0 0 0,-1 1 1 0 0,0-1-1 0 0,1 1 0 0 0,-1-1 0 0 0,1 1 1 0 0,-1 0-1 0 0,1-1 0 0 0,3-1 0 0 0,0-5 0 0 0,0 3 0 0 0,-3 5-31 0 0,0 0 0 0 0,1 0 0 0 0,-1 0-1 0 0,0 1 1 0 0,0-1 0 0 0,1 0 0 0 0,-1 1-1 0 0,0 0 1 0 0,0 0 0 0 0,0-1-1 0 0,0 1 1 0 0,0 0 0 0 0,0 1 0 0 0,0-1-1 0 0,0 0 1 0 0,0 0 0 0 0,-1 1 0 0 0,1-1-1 0 0,0 1 1 0 0,-1 0 0 0 0,1-1 0 0 0,-1 1-1 0 0,0 0 1 0 0,1 0 0 0 0,-1 0 0 0 0,0 0-1 0 0,0 0 1 0 0,0 0 0 0 0,-1 0-1 0 0,1 0 1 0 0,0 4 0 0 0,-1-6-44 0 0,0 1-1 0 0,0 0 1 0 0,0-1-1 0 0,0 1 1 0 0,0-1 0 0 0,0 1-1 0 0,0 0 1 0 0,0-1-1 0 0,0 1 1 0 0,0-1 0 0 0,0 1-1 0 0,-1-1 1 0 0,1 1-1 0 0,0 0 1 0 0,-1-1 0 0 0,1 1-1 0 0,0-1 1 0 0,-1 1-1 0 0,1-1 1 0 0,0 0 0 0 0,-1 1-1 0 0,0 0 1 0 0,-23 12-2553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0:19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1441 0 0,'0'45'1360'0'0,"30"-15"-1760"0"0,0-5-880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0:19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43 1201 0 0,'0'-1'63'0'0,"0"0"1"0"0,1 0-1 0 0,-1 0 1 0 0,0 0-1 0 0,0 0 1 0 0,0 0-1 0 0,0 0 1 0 0,-1-1-1 0 0,1 1 1 0 0,0 0-1 0 0,0 0 1 0 0,-1 0-1 0 0,1 0 1 0 0,0 0-1 0 0,-1 0 1 0 0,1 0-1 0 0,-1 1 1 0 0,1-1-1 0 0,-1 0 1 0 0,0 0-1 0 0,1 0 1 0 0,-1 0-1 0 0,0 1 1 0 0,0-1-1 0 0,1 0 1 0 0,-1 0-1 0 0,0 1 1 0 0,0-1-1 0 0,0 1 1 0 0,0-1 0 0 0,0 1-1 0 0,0-1 1 0 0,0 1-1 0 0,0 0 1 0 0,0-1-1 0 0,0 1 1 0 0,0 0-1 0 0,-2 0 1 0 0,1-1 6 0 0,3 1-67 0 0,-1 0 0 0 0,0 0 0 0 0,0 0-1 0 0,1 0 1 0 0,-1 0 0 0 0,0 0-1 0 0,0 0 1 0 0,1 0 0 0 0,-1 0-1 0 0,0-1 1 0 0,0 1 0 0 0,0 0 0 0 0,1 0-1 0 0,-1 0 1 0 0,0 0 0 0 0,0 0-1 0 0,0-1 1 0 0,1 1 0 0 0,-1 0 0 0 0,0 0-1 0 0,0 0 1 0 0,0-1 0 0 0,0 1-1 0 0,0 0 1 0 0,0 0 0 0 0,1-1-1 0 0,-1 1 1 0 0,0 0 0 0 0,0 0 0 0 0,0-1-1 0 0,0 1 1 0 0,0 0 0 0 0,0 0-1 0 0,0-1 1 0 0,0 1 0 0 0,0 0 0 0 0,0 0-1 0 0,0-1 1 0 0,0 1 0 0 0,0 0-1 0 0,0 0 1 0 0,0-1 0 0 0,0 1-1 0 0,-1 0 1 0 0,1 0 0 0 0,0 0 0 0 0,0-1-1 0 0,0 1 1 0 0,0 0 0 0 0,0 0-1 0 0,0 0 1 0 0,-1-1 0 0 0,1 1 0 0 0,0 0-1 0 0,0 0 1 0 0,0 0 0 0 0,-1 0-1 0 0,1-1 1 0 0,0 1 0 0 0,0 0-1 0 0,-1 0 1 0 0,1 0 0 0 0,0 0 0 0 0,0 0-1 0 0,0 0 1 0 0,-1 0 0 0 0,1 0-1 0 0,-1 0 1 0 0,2 0-8 0 0,0 0 4 0 0,0-1 1 0 0,0 1-1 0 0,0 1 1 0 0,1-1 0 0 0,-1 0-1 0 0,0 0 1 0 0,0 0 0 0 0,0 1-1 0 0,0-1 1 0 0,0 0 0 0 0,0 1-1 0 0,0-1 1 0 0,0 1 0 0 0,0-1-1 0 0,0 1 1 0 0,0 0 0 0 0,0-1-1 0 0,0 1 1 0 0,0 0-1 0 0,0 0 1 0 0,1 1 0 0 0,-2-1 0 0 0,0-1 1 0 0,0 1-1 0 0,0 0 1 0 0,0-1 0 0 0,1 1-1 0 0,-1-1 1 0 0,0 1-1 0 0,0 0 1 0 0,1-1-1 0 0,-1 1 1 0 0,0-1-1 0 0,1 1 1 0 0,-1-1 0 0 0,0 1-1 0 0,1-1 1 0 0,-1 1-1 0 0,1-1 1 0 0,-1 0-1 0 0,1 1 1 0 0,-1-1-1 0 0,1 1 1 0 0,-1-1-1 0 0,1 0 1 0 0,-1 0 0 0 0,1 1-1 0 0,-1-1 1 0 0,1 0-1 0 0,0 0 1 0 0,-1 0-1 0 0,1 0 1 0 0,0 1-1 0 0,0-1 2 0 0,0 0 0 0 0,0 0 0 0 0,-1 0 0 0 0,1 0 0 0 0,0 1 0 0 0,0-1 0 0 0,-1 0 0 0 0,1 1-1 0 0,0-1 1 0 0,-1 0 0 0 0,1 1 0 0 0,0-1 0 0 0,-1 1 0 0 0,1-1 0 0 0,-1 1 0 0 0,1-1 0 0 0,-1 1-1 0 0,1 0 1 0 0,-1-1 0 0 0,1 1 0 0 0,-1-1 0 0 0,1 1 0 0 0,-1 0 0 0 0,0 0 0 0 0,1-1 0 0 0,-1 1-1 0 0,0 0 1 0 0,0 0 0 0 0,0-1 0 0 0,0 1 0 0 0,1 0 0 0 0,-1 1 0 0 0,-1 1 14 0 0,1 0 1 0 0,0 0-1 0 0,0 0 0 0 0,1 0 1 0 0,-1 0-1 0 0,1 0 0 0 0,-1 0 1 0 0,3 4-1 0 0,-3-6-7 0 0,1 0 1 0 0,0 0-1 0 0,0 0 0 0 0,0 0 0 0 0,-1-1 1 0 0,1 1-1 0 0,0 0 0 0 0,0-1 1 0 0,0 1-1 0 0,0 0 0 0 0,0-1 1 0 0,0 1-1 0 0,0-1 0 0 0,0 0 1 0 0,0 1-1 0 0,1-1 0 0 0,-1 0 1 0 0,0 0-1 0 0,1 0 0 0 0,-2 1 0 0 0,0-1-1 0 0,0 0 1 0 0,0 0-1 0 0,0 0 1 0 0,0 0-1 0 0,0 0 1 0 0,-1 0-1 0 0,1 0 1 0 0,0 0-1 0 0,0 1 1 0 0,0-1-1 0 0,0 0 1 0 0,0 0 0 0 0,0 0-1 0 0,0 0 1 0 0,0 0-1 0 0,0 0 1 0 0,0 1-1 0 0,0-1 1 0 0,0 0-1 0 0,0 0 1 0 0,0 0-1 0 0,0 0 1 0 0,0 0-1 0 0,0 1 1 0 0,0-1-1 0 0,0 0 1 0 0,0 0-1 0 0,0 0 1 0 0,0 0-1 0 0,0 0 1 0 0,0 1-1 0 0,0-1 1 0 0,0 0-1 0 0,0 0 1 0 0,0 0-1 0 0,0 0 1 0 0,0 0-1 0 0,0 0 1 0 0,0 0-1 0 0,1 1 1 0 0,-1-1-1 0 0,0 0 1 0 0,0 0-1 0 0,0 0 1 0 0,0 0 0 0 0,-19 1 204 0 0,18-1-201 0 0,1 0 0 0 0,0 0-1 0 0,0 0 1 0 0,0 0 0 0 0,-1 0 0 0 0,1 0 0 0 0,0 0-1 0 0,0 0 1 0 0,0 0 0 0 0,-1 0 0 0 0,1 0-1 0 0,0 0 1 0 0,0 0 0 0 0,0 0 0 0 0,-1 0 0 0 0,1-1-1 0 0,0 1 1 0 0,0 0 0 0 0,0 0 0 0 0,0 0 0 0 0,-1 0-1 0 0,1 0 1 0 0,0 0 0 0 0,0-1 0 0 0,0 1 0 0 0,0 0-1 0 0,0 0 1 0 0,0 0 0 0 0,0 0 0 0 0,-1-1 0 0 0,1 1-1 0 0,0 0 1 0 0,0 0 0 0 0,0 0 0 0 0,0-1 0 0 0,0 1-1 0 0,0 0 1 0 0,0 0 0 0 0,0 0 0 0 0,0-1 0 0 0,-4-5 144 0 0,-3 4-126 0 0,6 1-18 0 0,0 1 0 0 0,0 0 0 0 0,0 0 0 0 0,0-1 1 0 0,0 1-1 0 0,1-1 0 0 0,-1 1 0 0 0,0-1 1 0 0,0 1-1 0 0,0-1 0 0 0,0 1 0 0 0,1-1 0 0 0,-1 0 1 0 0,0 1-1 0 0,0-1 0 0 0,1 0 0 0 0,-1 0 0 0 0,1 0 1 0 0,-1 1-1 0 0,1-1 0 0 0,-1 0 0 0 0,1 0 1 0 0,-1 0-1 0 0,1 0 0 0 0,0 0 0 0 0,0 0 0 0 0,-1 0 1 0 0,1 0-1 0 0,0 0 0 0 0,0 0 0 0 0,0 0 1 0 0,0 0-1 0 0,0 0 0 0 0,0 0 0 0 0,0 0 0 0 0,0 0 1 0 0,1-1-1 0 0,0 1-6 0 0,0 1 1 0 0,-1-1-1 0 0,1 0 1 0 0,0 1-1 0 0,0-1 1 0 0,0 1-1 0 0,0-1 1 0 0,0 1-1 0 0,0-1 1 0 0,0 1-1 0 0,0 0 1 0 0,0-1 0 0 0,0 1-1 0 0,0 0 1 0 0,0 0-1 0 0,0 0 1 0 0,0 0-1 0 0,1 0 1 0 0,-1 0-1 0 0,0 0 1 0 0,0 0-1 0 0,1 1 1 0 0,-1-1 3 0 0,4 0 43 0 0,0 2-159 0 0,14 8-441 0 0,-19-10 522 0 0,1 0 1 0 0,-1 0 0 0 0,0 0 0 0 0,0 0-1 0 0,0 0 1 0 0,1 0 0 0 0,-1 0 0 0 0,0 0-1 0 0,0 1 1 0 0,0-1 0 0 0,0 0 0 0 0,0 0-1 0 0,1 0 1 0 0,-1 0 0 0 0,0 0 0 0 0,0 0-1 0 0,0 0 1 0 0,0 1 0 0 0,0-1 0 0 0,0 0-1 0 0,0 0 1 0 0,1 0 0 0 0,-1 0-1 0 0,0 1 1 0 0,0-1 0 0 0,0 0 0 0 0,0 0-1 0 0,0 0 1 0 0,0 0 0 0 0,0 1 0 0 0,0-1-1 0 0,0 0 1 0 0,0 0 0 0 0,0 0 0 0 0,0 0-1 0 0,0 1 1 0 0,0-1 0 0 0,0 0 0 0 0,0 0-1 0 0,0 0 1 0 0,0 0 0 0 0,0 1 0 0 0,0-1-1 0 0,0 0 1 0 0,-1 0 0 0 0,1 0 0 0 0,0 0-1 0 0,0 1 1 0 0,0-1 0 0 0,0 0 0 0 0,0 0-1 0 0,0 0 1 0 0,0 0 0 0 0,-1 0 0 0 0,1 0-1 0 0,0 1 1 0 0,0-1 0 0 0,0 0 0 0 0,0 0-1 0 0,-1 0 1 0 0,1 0 0 0 0,0 0 0 0 0,0 0-1 0 0,0 0 1 0 0,-1 0 0 0 0,-23 12-2577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1:02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77 960 0 0,'0'-3'107'0'0,"0"0"0"0"0,0 1 0 0 0,0-1-1 0 0,1 0 1 0 0,-1 0 0 0 0,1 0 0 0 0,0 0-1 0 0,0 1 1 0 0,0-1 0 0 0,0 0-1 0 0,0 1 1 0 0,1-1 0 0 0,-1 1 0 0 0,1-1-1 0 0,-1 1 1 0 0,1 0 0 0 0,0 0 0 0 0,0-1-1 0 0,0 1 1 0 0,0 1 0 0 0,0-1 0 0 0,1 0-1 0 0,-1 0 1 0 0,1 1 0 0 0,-1-1-1 0 0,1 1 1 0 0,-1 0 0 0 0,4-1 0 0 0,3-1-158 0 0,0 1 1 0 0,1 0-1 0 0,-1 1 1 0 0,1 0-1 0 0,-1 0 1 0 0,1 1 0 0 0,0 0-1 0 0,10 2 1 0 0,-16-1 15 0 0,1 0 0 0 0,-1 0 0 0 0,0 0 0 0 0,0 1 0 0 0,0 0 0 0 0,-1 0 0 0 0,1 0 1 0 0,0 0-1 0 0,-1 0 0 0 0,1 1 0 0 0,-1 0 0 0 0,6 5 0 0 0,-9-7 40 0 0,0-1 0 0 0,1 0 0 0 0,-1 1-1 0 0,0-1 1 0 0,1 1 0 0 0,-1-1 0 0 0,0 1 0 0 0,0-1 0 0 0,0 1 0 0 0,1-1-1 0 0,-1 1 1 0 0,0-1 0 0 0,0 1 0 0 0,0-1 0 0 0,0 1 0 0 0,0-1-1 0 0,0 1 1 0 0,0-1 0 0 0,0 1 0 0 0,0-1 0 0 0,0 1 0 0 0,0 0 0 0 0,0-1-1 0 0,0 1 1 0 0,0-1 0 0 0,-1 1 0 0 0,1-1 0 0 0,0 1 0 0 0,0-1-1 0 0,-1 1 1 0 0,1-1 0 0 0,0 0 0 0 0,-1 1 0 0 0,-14 14 177 0 0,10-10-89 0 0,1 0-3 0 0,0-1 0 0 0,0 1 0 0 0,-1 0 1 0 0,0-1-1 0 0,1 0 0 0 0,-2 0 0 0 0,1-1 0 0 0,0 1 0 0 0,-1-1 0 0 0,1 0 0 0 0,-9 2 0 0 0,-8 6 283 0 0,19-10-467 0 0,-1 1 0 0 0,1-1 0 0 0,-1-1-1 0 0,1 1 1 0 0,-1 0 0 0 0,1-1-1 0 0,-1 0 1 0 0,0 1 0 0 0,1-2 0 0 0,-1 1-1 0 0,1 0 1 0 0,-1-1 0 0 0,1 1 0 0 0,-6-3-1 0 0,-21-3-2653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1:09.8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209 152 80 0 0,'0'0'1401'0'0,"-5"0"-214"0"0,-12-4 1276 0 0,18 3-2412 0 0,0 1 0 0 0,0-1 0 0 0,1 1 1 0 0,-1-1-1 0 0,0 1 0 0 0,0 0 1 0 0,0-1-1 0 0,0 1 0 0 0,0 0 1 0 0,1 0-1 0 0,-1 0 0 0 0,0 0 1 0 0,0 0-1 0 0,0 0 0 0 0,0 0 0 0 0,3 0 241 0 0,-4 0-274 0 0,0 0 0 0 0,0-1 0 0 0,1 1 1 0 0,-1-1-1 0 0,0 1 0 0 0,0 0 0 0 0,0-1 0 0 0,1 1 0 0 0,-1 0 1 0 0,0 0-1 0 0,1-1 0 0 0,-1 1 0 0 0,0 0 0 0 0,0-1 0 0 0,1 1 1 0 0,-1 0-1 0 0,1 0 0 0 0,-1 0 0 0 0,0-1 0 0 0,1 1 0 0 0,-1 0 1 0 0,0 0-1 0 0,1 0 0 0 0,-1 0 0 0 0,1 0 0 0 0,-1 0 0 0 0,0 0 1 0 0,1 0-1 0 0,-1 0 0 0 0,1 0 0 0 0,0 0 0 0 0,12 1-2 0 0,-12-1 27 0 0,4 0 277 0 0,-5 0-312 0 0,0-1 0 0 0,0 1 0 0 0,0 0 0 0 0,0 0-1 0 0,0 0 1 0 0,0 0 0 0 0,0 0 0 0 0,0-1 0 0 0,0 1-1 0 0,1 0 1 0 0,-1 0 0 0 0,0 0 0 0 0,0 0 0 0 0,0 0-1 0 0,0-1 1 0 0,0 1 0 0 0,0 0 0 0 0,0 0 0 0 0,0 0 0 0 0,0 0-1 0 0,0-1 1 0 0,0 1 0 0 0,0 0 0 0 0,0 0 0 0 0,0 0-1 0 0,0 0 1 0 0,-1-1 0 0 0,1 1 0 0 0,0 0 0 0 0,0 0 0 0 0,0 0-1 0 0,0 0 1 0 0,0 0 0 0 0,0-1 0 0 0,0 1 0 0 0,0 0-1 0 0,0 0 1 0 0,-1 0 0 0 0,1 0 0 0 0,0 0 0 0 0,0 0-1 0 0,0 0 1 0 0,0 0 0 0 0,0-1 0 0 0,-1 1 0 0 0,1 0 0 0 0,0 0-1 0 0,0 0 1 0 0,0 0 0 0 0,0 0 0 0 0,0 0 0 0 0,-1 0-1 0 0,1 0 1 0 0,0 0 0 0 0,0 0 0 0 0,0 0 0 0 0,0 0-1 0 0,-1 0 1 0 0,1 0 0 0 0,0 0 0 0 0,0 0 0 0 0,0 0 0 0 0,0 0-1 0 0,-1 0 1 0 0,1 1 0 0 0,0-1 0 0 0,0 0 0 0 0,0 0-1 0 0,0 0 1 0 0,-24-1 4 0 0,23 0-8 0 0,1 0-5 0 0,0 1 0 0 0,0 0 0 0 0,0 0 0 0 0,0 0 0 0 0,0 0 0 0 0,0 0 0 0 0,0 0 0 0 0,0-1 0 0 0,0 1 0 0 0,0 0 0 0 0,0 0 0 0 0,0 0 0 0 0,0 0 0 0 0,0 0 0 0 0,0-1 0 0 0,0 1 0 0 0,0 0 0 0 0,0 0 0 0 0,0 0 0 0 0,0 0 0 0 0,0 0 0 0 0,0-1-1 0 0,0 1 1 0 0,0 0 0 0 0,0 0 0 0 0,0 0 0 0 0,0 0 0 0 0,0 0 0 0 0,0 0 0 0 0,0-1 0 0 0,0 1 0 0 0,-1 0 0 0 0,1 0 0 0 0,0 0 0 0 0,0 0 0 0 0,0 0 0 0 0,0 0 0 0 0,0 0 0 0 0,0 0 0 0 0,0 0 0 0 0,-1-1 0 0 0,1 1 0 0 0,0 0 0 0 0,0 0 0 0 0,0 0 0 0 0,0 0 0 0 0,0 0 0 0 0,-1 0 0 0 0,1 0-1 0 0,0 0 1 0 0,0 0 0 0 0,0 0 0 0 0,0 0 0 0 0,0 0 0 0 0,-1 0 0 0 0,1 0 0 0 0,0 0 0 0 0,0 0 0 0 0,0 0 0 0 0,0 1 0 0 0,0-1 0 0 0,0 0 0 0 0,-1 0 0 0 0,1 0 0 0 0,0 0 0 0 0,0 0 0 0 0,-1 0-10 0 0,0 0 8 0 0,0 0 0 0 0,0 0 0 0 0,0 0 0 0 0,1 0 0 0 0,-1 0 0 0 0,0 0 0 0 0,0 0 0 0 0,0 0 1 0 0,0-1-1 0 0,0 1 0 0 0,0 0 0 0 0,0-1 0 0 0,1 1 0 0 0,-1 0 0 0 0,0-1 0 0 0,0 1 0 0 0,0-1 1 0 0,1 1-1 0 0,-1-1 0 0 0,0 0 0 0 0,1 1 0 0 0,-1-1 0 0 0,0 0 0 0 0,1 1 0 0 0,-1-1 0 0 0,1 0 0 0 0,-1 0 1 0 0,1 0-1 0 0,0 1 0 0 0,-1-1 0 0 0,1 0 0 0 0,-1-2 0 0 0,1 2-37 0 0,-5 1 80 0 0,-14 0-13 0 0,14 0 600 0 0,4 0-623 0 0,1-1 1 0 0,0 1 0 0 0,-1-1-1 0 0,1 1 1 0 0,-1-1-1 0 0,1 1 1 0 0,0-1-1 0 0,-1 1 1 0 0,1-1 0 0 0,-1 1-1 0 0,1 0 1 0 0,-1-1-1 0 0,0 1 1 0 0,1 0-1 0 0,-1-1 1 0 0,1 1 0 0 0,-1 0-1 0 0,0 0 1 0 0,1 0-1 0 0,-1 0 1 0 0,1-1-1 0 0,-1 1 1 0 0,0 0 0 0 0,1 0-1 0 0,-1 0 1 0 0,0 0-1 0 0,1 0 1 0 0,-2 1-1 0 0,-31-1 32 0 0,18 0 36 0 0,-44-7 61 0 0,39 2-186 0 0,20 5 52 0 0,0 0 0 0 0,0 0 0 0 0,-1 0 0 0 0,1 0-1 0 0,0 0 1 0 0,0 0 0 0 0,-1 0 0 0 0,1 0 0 0 0,0 0 0 0 0,-1-1 0 0 0,1 1 0 0 0,0 0 0 0 0,0 0 0 0 0,0 0-1 0 0,-1 0 1 0 0,1-1 0 0 0,0 1 0 0 0,0 0 0 0 0,0 0 0 0 0,-1-1 0 0 0,1 1 0 0 0,0 0 0 0 0,0 0 0 0 0,0-1-1 0 0,0 1 1 0 0,0 0 0 0 0,0 0 0 0 0,0-1 0 0 0,-1 1 0 0 0,1 0 0 0 0,0 0 0 0 0,0-1 0 0 0,0 1 0 0 0,0 0-1 0 0,0-1 1 0 0,0 1 0 0 0,0 0 0 0 0,0 0 0 0 0,1-1 0 0 0,-1 1 0 0 0,0 0 0 0 0,0 0 0 0 0,0-1 0 0 0,0 1-1 0 0,0 0 1 0 0,0-1 0 0 0,0 1 0 0 0,1 0 0 0 0,-1 0 0 0 0,0 0 0 0 0,0-1 0 0 0,0 1 0 0 0,1 0 0 0 0,-1 0-1 0 0,0 0 1 0 0,0-1 0 0 0,0 1 0 0 0,1 0 0 0 0,-1 0 0 0 0,0 0 0 0 0,0 0 0 0 0,1 0 0 0 0,-1 0 0 0 0,0 0 0 0 0,1-1-1 0 0,-1 1 1 0 0,1 0 0 0 0,-1 0-3 0 0,-1 0 3 0 0,27-9 16 0 0,0 0 1 0 0,1 2 0 0 0,-1 1-1 0 0,1 1 1 0 0,44-2-1 0 0,-17 1 39 0 0,-53 7-67 0 0,-1-1 1 0 0,1 0 0 0 0,-1 1 0 0 0,0-1 0 0 0,1 0-1 0 0,-1 1 1 0 0,0-1 0 0 0,1 1 0 0 0,-1-1 0 0 0,0 1-1 0 0,1-1 1 0 0,-1 0 0 0 0,0 1 0 0 0,0-1 0 0 0,0 1-1 0 0,0-1 1 0 0,1 1 0 0 0,-1 0 0 0 0,0-1 0 0 0,0 1-1 0 0,0-1 1 0 0,0 1 0 0 0,0-1 0 0 0,0 1-1 0 0,0-1 1 0 0,0 1 0 0 0,-1 20-9 0 0,1-18-2 0 0,0-2 26 0 0,0 0 0 0 0,0-1 0 0 0,0 1 0 0 0,0 0 0 0 0,0-1 0 0 0,0 1 0 0 0,0 0 0 0 0,0-1 0 0 0,0 1 0 0 0,0 0-1 0 0,-1-1 1 0 0,1 1 0 0 0,0 0 0 0 0,0-1 0 0 0,-1 1 0 0 0,1-1 0 0 0,0 1 0 0 0,-1-1 0 0 0,1 1 0 0 0,-1-1 0 0 0,1 1 0 0 0,-1-1 0 0 0,1 1 0 0 0,-1-1 0 0 0,1 1 0 0 0,-1-1 0 0 0,1 0-1 0 0,-1 1 1 0 0,1-1 0 0 0,-1 0 0 0 0,0 0 0 0 0,1 1 0 0 0,-1-1 0 0 0,0 0 0 0 0,1 0 0 0 0,-1 0 0 0 0,0 0 0 0 0,1 0 0 0 0,-1 0 0 0 0,0 0 0 0 0,0 0 0 0 0,-7 1 33 0 0,6 0 5 0 0,2-1-36 0 0,0 0 1 0 0,0 0-1 0 0,0 0 0 0 0,0 0 1 0 0,0 0-1 0 0,0-1 0 0 0,0 1 1 0 0,0 0-1 0 0,0 0 0 0 0,0 0 1 0 0,0 0-1 0 0,0 0 0 0 0,0 0 1 0 0,0 0-1 0 0,0 0 0 0 0,0 0 1 0 0,0-1-1 0 0,0 1 0 0 0,0 0 1 0 0,0 0-1 0 0,0 0 0 0 0,0 0 1 0 0,0 0-1 0 0,0 0 0 0 0,0 0 1 0 0,0 0-1 0 0,0 0 0 0 0,0-1 1 0 0,0 1-1 0 0,0 0 0 0 0,0 0 1 0 0,0 0-1 0 0,0 0 0 0 0,-1 0 1 0 0,1 0-1 0 0,0 0 0 0 0,0 0 1 0 0,0 0-1 0 0,0 0 0 0 0,0 0 1 0 0,0 0-1 0 0,0 0 0 0 0,0 0 1 0 0,0 0-1 0 0,0 0 0 0 0,-1 0 1 0 0,1 0-1 0 0,0 0 0 0 0,0 0 1 0 0,0 0-1 0 0,0 0 0 0 0,0 0 1 0 0,0 0-1 0 0,0 0 0 0 0,0 0 1 0 0,0 0-1 0 0,-1 0 0 0 0,1 0 1 0 0,0 0-1 0 0,0 0 0 0 0,0 0 1 0 0,0 0-1 0 0,0 0 0 0 0,0 0 1 0 0,1-12-7 0 0,-1 10 4 0 0,0 0 0 0 0,1 0 0 0 0,0 0 0 0 0,-1 0 0 0 0,1 0 0 0 0,0 0 0 0 0,0 0 0 0 0,0 0 0 0 0,0 0 0 0 0,1 0 0 0 0,-1 0 0 0 0,0 1 0 0 0,1-1 0 0 0,-1 0-1 0 0,1 1 1 0 0,0-1 0 0 0,0 1 0 0 0,-1 0 0 0 0,1-1 0 0 0,0 1 0 0 0,0 0 0 0 0,0 0 0 0 0,3 0 0 0 0,4-4-1 0 0,1 2 0 0 0,-1-1 0 0 0,1 1-1 0 0,11-2 1 0 0,-20 5-4 0 0,1-1 0 0 0,-1 1 0 0 0,0 0 0 0 0,0-1 0 0 0,0 1 0 0 0,0 0 0 0 0,1 0 0 0 0,-1 0 0 0 0,0 0 0 0 0,0 0 0 0 0,0 0 1 0 0,1 0-1 0 0,-1 0 0 0 0,0 0 0 0 0,0 1 0 0 0,0-1 0 0 0,0 0 0 0 0,1 1 0 0 0,-1-1 0 0 0,2 2 0 0 0,-5 1-24 0 0,2-2 6 0 0,0-1-1 0 0,1 1 1 0 0,-1-1-1 0 0,0 1 0 0 0,0 0 1 0 0,0-1-1 0 0,0 1 1 0 0,0-1-1 0 0,0 1 0 0 0,0-1 1 0 0,0 1-1 0 0,0 0 1 0 0,-1-1-1 0 0,1 1 0 0 0,0-1 1 0 0,0 1-1 0 0,0-1 1 0 0,-1 1-1 0 0,1-1 0 0 0,0 1 1 0 0,-1-1-1 0 0,1 1 1 0 0,0-1-1 0 0,-1 1 1 0 0,1-1-1 0 0,-1 1 0 0 0,1-1 1 0 0,0 0-1 0 0,-1 1 1 0 0,1-1-1 0 0,-1 0 0 0 0,1 1 1 0 0,-1-1-1 0 0,1 0 1 0 0,-1 0-1 0 0,0 1 0 0 0,0-1 1 0 0,-1-1-251 0 0,0 1-1 0 0,0-1 1 0 0,0 1 0 0 0,1-1 0 0 0,-1 0-1 0 0,0 0 1 0 0,0 0 0 0 0,1 0 0 0 0,-1 0-1 0 0,0 0 1 0 0,1-1 0 0 0,-3-1 0 0 0,-20-14-2717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1:20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325 105 1121 0 0,'-5'0'1053'0'0,"-15"0"-319"0"0,15 0-307 0 0,-29 13 587 0 0,-104 17 160 0 0,136-30-1154 0 0,1 1 1 0 0,0-1 0 0 0,-1 0 0 0 0,1 0-1 0 0,-1 1 1 0 0,1-1 0 0 0,-1 0-1 0 0,1 0 1 0 0,0 0 0 0 0,-1-1 0 0 0,1 1-1 0 0,-1 0 1 0 0,1 0 0 0 0,0-1 0 0 0,-1 1-1 0 0,1-1 1 0 0,0 1 0 0 0,-3-2 0 0 0,3 1 145 0 0,21-1-19 0 0,-15-2-54 0 0,-5 2-26 0 0,0-4-41 0 0,5 0 28 0 0,-2 6-46 0 0,-2 0-7 0 0,0 0-1 0 0,0 0 1 0 0,0 0 0 0 0,0-1 0 0 0,0 1-1 0 0,-1 0 1 0 0,1 0 0 0 0,0-1 0 0 0,0 1-1 0 0,0 0 1 0 0,0-1 0 0 0,0 1-1 0 0,0-1 1 0 0,0 1 0 0 0,0-1 0 0 0,-1 1-1 0 0,1-1 1 0 0,0 0 0 0 0,-1 1 0 0 0,1-1-1 0 0,0 0 1 0 0,-1 0 0 0 0,1 1 0 0 0,0-3-1 0 0,0 2 3 0 0,0 0 0 0 0,-1 1 0 0 0,1-1 0 0 0,0 0 0 0 0,0 0 0 0 0,0 0 0 0 0,0 1 0 0 0,0-1 0 0 0,0 0 0 0 0,0 1 0 0 0,0-1 0 0 0,0 1 0 0 0,0-1 0 0 0,0 1 0 0 0,1 0 0 0 0,-1-1 0 0 0,0 1 0 0 0,0 0 0 0 0,0 0 0 0 0,2 0 0 0 0,-1-1 1 0 0,3-6-4 0 0,-4 7 0 0 0,-1-1-1 0 0,1 0 1 0 0,0 1-1 0 0,0-1 1 0 0,0 1-1 0 0,0-1 1 0 0,0 1-1 0 0,0-1 1 0 0,0 1-1 0 0,0-1 1 0 0,0 1 0 0 0,0 0-1 0 0,0 0 1 0 0,0 0-1 0 0,0 0 1 0 0,0-1-1 0 0,0 1 1 0 0,0 0-1 0 0,1 1 1 0 0,-1-1-1 0 0,0 0 1 0 0,1 0-1 0 0,-1 0-1 0 0,4 0-65 0 0,-5 1 0 0 0,0 3 41 0 0,0-2-28 0 0,0 3 54 0 0,-5-3 67 0 0,-20-2 106 0 0,25-2 32 0 0,0 2-200 0 0,0 0 0 0 0,0 0-1 0 0,0-1 1 0 0,0 1 0 0 0,0 0 0 0 0,0 0 0 0 0,0 0-1 0 0,0-1 1 0 0,0 1 0 0 0,0 0 0 0 0,0 0-1 0 0,0 0 1 0 0,0-1 0 0 0,0 1 0 0 0,0 0 0 0 0,0 0-1 0 0,0 0 1 0 0,0-1 0 0 0,0 1 0 0 0,0 0 0 0 0,0 0-1 0 0,0 0 1 0 0,0 0 0 0 0,0-1 0 0 0,0 1-1 0 0,0 0 1 0 0,-1 0 0 0 0,1 0 0 0 0,0 0 0 0 0,0-1-1 0 0,0 1 1 0 0,0 0 0 0 0,0 0 0 0 0,-1 0 0 0 0,1 0-1 0 0,0 0 1 0 0,0 0 0 0 0,0 0 0 0 0,0-1-1 0 0,-1 1 1 0 0,1 0 0 0 0,0 0 0 0 0,0 0 0 0 0,0 0-1 0 0,-1 0 1 0 0,1 0 0 0 0,0 0 0 0 0,0 0 0 0 0,0 0-1 0 0,-1 0 1 0 0,1 0 0 0 0,0 0-5 0 0,0 0 16 0 0,-19-6 55 0 0,20 6-67 0 0,-1 0 0 0 0,0 0-1 0 0,0 0 1 0 0,1 0 0 0 0,-1 0-1 0 0,0 0 1 0 0,0 0 0 0 0,1 0-1 0 0,-1-1 1 0 0,0 1 0 0 0,0 0-1 0 0,0 0 1 0 0,1 0 0 0 0,-1 0-1 0 0,0-1 1 0 0,0 1 0 0 0,0 0-1 0 0,0 0 1 0 0,1 0 0 0 0,-1-1-1 0 0,0 1 1 0 0,0 0 0 0 0,0 0-1 0 0,0-1 1 0 0,0 1 0 0 0,0 0-1 0 0,0 0 1 0 0,0-1 0 0 0,0 1-1 0 0,0 0 1 0 0,0 0 0 0 0,0-1-1 0 0,0 1 1 0 0,0 0 0 0 0,0 0 0 0 0,0-1-1 0 0,0 1 1 0 0,0 0 0 0 0,0 0-1 0 0,0-1 1 0 0,0 1 0 0 0,0 0-1 0 0,0 0 1 0 0,-1-1 0 0 0,1 1-1 0 0,0 0 1 0 0,0 0 0 0 0,0 0-1 0 0,0-1 1 0 0,-1 1 0 0 0,1 0-1 0 0,0 0 1 0 0,0 0 0 0 0,0 0-1 0 0,-1-1 1 0 0,1 1 0 0 0,0 0-1 0 0,0 0 1 0 0,-1 0 0 0 0,1 0-1 0 0,0 0 1 0 0,0 0 0 0 0,-1 0-1 0 0,1 0 1 0 0,0 0 0 0 0,-1 0-1 0 0,9-3 28 0 0,-8 3-27 0 0,1 0-1 0 0,0 0 0 0 0,0 0 0 0 0,0-1 1 0 0,-1 1-1 0 0,1 0 0 0 0,0-1 0 0 0,0 1 0 0 0,-1 0 1 0 0,1-1-1 0 0,0 1 0 0 0,0-1 0 0 0,-1 1 0 0 0,1-1 1 0 0,-1 1-1 0 0,1-1 0 0 0,0 0 0 0 0,-1 1 0 0 0,1-1 1 0 0,-1 0-1 0 0,1 1 0 0 0,-1-1 0 0 0,0 0 1 0 0,1 1-1 0 0,-1-1 0 0 0,0 0 0 0 0,0 0 0 0 0,1 0 1 0 0,-1 1-1 0 0,0-1 0 0 0,0 0 0 0 0,0 0 0 0 0,0 0 1 0 0,0 0-1 0 0,0-1 0 0 0,5-4-3 0 0,20 1-67 0 0,-1 5 1 0 0,-22 1 64 0 0,1-1 1 0 0,-1 1-1 0 0,0 0 1 0 0,0 0-1 0 0,0 0 1 0 0,0 0 0 0 0,0 0-1 0 0,0 0 1 0 0,-1 0-1 0 0,1 1 1 0 0,2 1-1 0 0,0 0-7 0 0,-4-2 7 0 0,1-1 1 0 0,-1 0-1 0 0,1 1 0 0 0,-1 0 0 0 0,1-1 1 0 0,-1 1-1 0 0,0-1 0 0 0,1 1 1 0 0,-1-1-1 0 0,0 1 0 0 0,1 0 1 0 0,-1-1-1 0 0,0 1 0 0 0,0 0 0 0 0,0-1 1 0 0,0 1-1 0 0,1 0 0 0 0,-1-1 1 0 0,0 1-1 0 0,0 0 0 0 0,0 0 0 0 0,0-1 1 0 0,-1 1-1 0 0,1 0 0 0 0,0-1 1 0 0,0 1-1 0 0,0 0 0 0 0,-1-1 0 0 0,1 1 1 0 0,0 0-1 0 0,0-1 0 0 0,-1 1 1 0 0,1-1-1 0 0,-1 1 0 0 0,1-1 0 0 0,0 1 1 0 0,-1-1-1 0 0,0 2 0 0 0,-3 2 41 0 0,0 0-1 0 0,-1 0 1 0 0,1 0-1 0 0,-1-1 0 0 0,0 0 1 0 0,0 1-1 0 0,0-2 1 0 0,-1 1-1 0 0,1 0 1 0 0,0-1-1 0 0,-1 0 0 0 0,0-1 1 0 0,1 1-1 0 0,-1-1 1 0 0,0 0-1 0 0,0 0 0 0 0,0-1 1 0 0,0 0-1 0 0,0 0 1 0 0,0 0-1 0 0,1-1 1 0 0,-1 0-1 0 0,0 0 0 0 0,-8-3 1 0 0,-6-1 121 0 0,13 3-111 0 0,0 0-1 0 0,0 0 0 0 0,0 0 1 0 0,0-1-1 0 0,0 0 0 0 0,0 0 0 0 0,-8-6 1 0 0,-15-21 177 0 0,30 30-225 0 0,-1 0 0 0 0,1-1-1 0 0,0 1 1 0 0,0 0-1 0 0,-1-1 1 0 0,1 1 0 0 0,0 0-1 0 0,0 0 1 0 0,0-1-1 0 0,-1 1 1 0 0,1 0 0 0 0,0-1-1 0 0,0 1 1 0 0,0-1-1 0 0,0 1 1 0 0,0 0 0 0 0,0-1-1 0 0,0 1 1 0 0,0 0-1 0 0,0-1 1 0 0,0 1 0 0 0,0 0-1 0 0,0-1 1 0 0,0 1-1 0 0,0-1 1 0 0,0 1 0 0 0,0 0-1 0 0,0-1 1 0 0,0 1-1 0 0,0 0 1 0 0,0-1 0 0 0,1 1-1 0 0,-1 0 1 0 0,0-1-1 0 0,0 1 1 0 0,0 0 0 0 0,1-1-1 0 0,-1 1 1 0 0,0 0-1 0 0,0 0 1 0 0,1-1 0 0 0,-1 1-1 0 0,0 0 1 0 0,1 0-1 0 0,-1 0 1 0 0,0-1 0 0 0,1 1-1 0 0,0 0 1 0 0,18-10-6 0 0,-16 9 7 0 0,13-4-448 0 0,1 0 0 0 0,0 0-1 0 0,22-1 1 0 0,-15 1-1677 0 0,-19 2-425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1:46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 27 1281 0 0,'-4'-1'365'0'0,"-3"-2"84"0"0,-1 1 0 0 0,0 0-1 0 0,0 0 1 0 0,0 1 0 0 0,0 0-1 0 0,0 1 1 0 0,0 0-1 0 0,0 0 1 0 0,1 0 0 0 0,-1 1-1 0 0,-10 2 1 0 0,-41 16 205 0 0,57-18-624 0 0,1 0 0 0 0,-1 0 0 0 0,0 0 0 0 0,0 0 0 0 0,1-1 0 0 0,-1 1 0 0 0,0-1 0 0 0,0 1 0 0 0,0-1 0 0 0,0 0 0 0 0,-3 0 0 0 0,0 0 10 0 0,0 0 267 0 0,0 0-214 0 0,-8 0-13 0 0,26 0 0 0 0,-8 0 80 0 0,-10 0-80 0 0,-20-3 42 0 0,31 0-109 0 0,-6 3-2 0 0,0 0-10 0 0,11-1-1 0 0,-10 1 27 0 0,-18 0 119 0 0,17-37 28 0 0,0 36-54 0 0,0 3-163 0 0,0-2 41 0 0,0 1-1 0 0,0-1 1 0 0,-1 0-1 0 0,1 1 1 0 0,0-1 0 0 0,0 0-1 0 0,0 1 1 0 0,0-1-1 0 0,0 0 1 0 0,0 1-1 0 0,0-1 1 0 0,0 0-1 0 0,0 1 1 0 0,0-1-1 0 0,1 0 1 0 0,-1 1-1 0 0,0-1 1 0 0,0 0 0 0 0,0 1-1 0 0,0-1 1 0 0,0 0-1 0 0,1 0 1 0 0,-1 1-1 0 0,0-1 1 0 0,0 0-1 0 0,0 0 1 0 0,1 1-1 0 0,-1-1 1 0 0,0 0-1 0 0,0 0 1 0 0,1 0 0 0 0,-1 1-1 0 0,0-1 1 0 0,1 0-1 0 0,-1 0 1 0 0,1 0-1 0 0,5 2 12 0 0,9 3-61 0 0,-12 20 2 0 0,2-24-3 0 0,4 0 43 0 0,20-1-73 0 0,-28 0 85 0 0,0 0 0 0 0,-1 0 0 0 0,1 0 0 0 0,0 0 0 0 0,-1 0 0 0 0,1 0 0 0 0,0-1 0 0 0,-1 1 0 0 0,1 0 0 0 0,0 0 0 0 0,-1 0 0 0 0,1-1-1 0 0,-1 1 1 0 0,1 0 0 0 0,-1-1 0 0 0,1 1 0 0 0,0-1 0 0 0,-1 1 0 0 0,0-1 0 0 0,1 1 0 0 0,-1-1 0 0 0,1 1 0 0 0,-1-1 0 0 0,1 1 0 0 0,-1-1-1 0 0,0 0 1 0 0,0 1 0 0 0,1-1 0 0 0,-1 1 0 0 0,0-1 0 0 0,0 0 0 0 0,0 1 0 0 0,1-2 0 0 0,-1 2-1 0 0,0-1 1 0 0,0 1-1 0 0,1 0 1 0 0,-1-1 0 0 0,0 1-1 0 0,0-1 1 0 0,1 1-1 0 0,-1 0 1 0 0,0-1-1 0 0,1 1 1 0 0,-1 0-1 0 0,0 0 1 0 0,1-1-1 0 0,-1 1 1 0 0,0 0 0 0 0,1 0-1 0 0,-1-1 1 0 0,1 1-1 0 0,-1 0 1 0 0,1 0-1 0 0,-1 0 1 0 0,0 0-1 0 0,1 0 1 0 0,-1 0-1 0 0,1 0 1 0 0,-1 0 0 0 0,1 0-1 0 0,-1 0 1 0 0,1 0-1 0 0,-1 0 1 0 0,1 0-1 0 0,-1 0 1 0 0,0 0-1 0 0,2 0 1 0 0,-2 1-1 0 0,1-1 1 0 0,-1 0-1 0 0,1 0 1 0 0,-1 0-1 0 0,1 0 0 0 0,-1 0 1 0 0,1 0-1 0 0,-1 0 1 0 0,1 0-1 0 0,-1 0 1 0 0,1 0-1 0 0,-1 0 0 0 0,1 0 1 0 0,-1 0-1 0 0,1 0 1 0 0,-1 0-1 0 0,1 0 1 0 0,-1-1-1 0 0,0 1 0 0 0,1 0 1 0 0,-1 0-1 0 0,1-1 1 0 0,-1 1-1 0 0,1 0 0 0 0,-1-1 1 0 0,0 1-1 0 0,1 0 1 0 0,-1-1-1 0 0,0 1 1 0 0,1 0-1 0 0,-1-1 0 0 0,0 1 1 0 0,0-1-1 0 0,1 1 1 0 0,-1-1-1 0 0,0 0 1 0 0,1 0-1325 0 0,-1 9 642 0 0,0-7 579 0 0,0 1 1 0 0,0-1 0 0 0,0 0-1 0 0,0 1 1 0 0,-1-1 0 0 0,1 1-1 0 0,0-1 1 0 0,-1 1-1 0 0,1-1 1 0 0,-1 0 0 0 0,0 1-1 0 0,-1 1 1 0 0,-22 16-1753 0 0,-6 10-1548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2:14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43 160 0 0,'0'0'69'0'0,"0"-1"1"0"0,1 1-1 0 0,-1-1 0 0 0,0 1 0 0 0,0-1 0 0 0,0 0 1 0 0,0 1-1 0 0,1-1 0 0 0,-1 1 0 0 0,0-1 0 0 0,1 1 1 0 0,-1-1-1 0 0,0 1 0 0 0,1-1 0 0 0,-1 1 1 0 0,0 0-1 0 0,1-1 0 0 0,-1 1 0 0 0,1-1 0 0 0,-1 1 1 0 0,1 0-1 0 0,-1-1 0 0 0,1 1 0 0 0,-1 0 1 0 0,1 0-1 0 0,-1 0 0 0 0,1-1 0 0 0,0 1 0 0 0,-1 0 1 0 0,1 0-1 0 0,-1 0 0 0 0,2 0 0 0 0,-1 0-3 0 0,-1 0 0 0 0,1 0 0 0 0,0-1 0 0 0,-1 1-1 0 0,1 0 1 0 0,0 0 0 0 0,0 0 0 0 0,-1-1 0 0 0,1 1-1 0 0,-1 0 1 0 0,1-1 0 0 0,0 1 0 0 0,-1 0 0 0 0,1-1 0 0 0,-1 1-1 0 0,1-1 1 0 0,-1 1 0 0 0,1-1 0 0 0,-1 1 0 0 0,1-1-1 0 0,-1 0 1 0 0,1 1 0 0 0,-1-1 0 0 0,0 1 0 0 0,1-1 0 0 0,-1 0-1 0 0,0 1 1 0 0,0-1 0 0 0,0 0 0 0 0,1 1 0 0 0,-1-1 0 0 0,0 0-1 0 0,0-1 1 0 0,20 1 681 0 0,-16 1-427 0 0,-4 3-214 0 0,0-3-88 0 0,-1 0-1 0 0,1 1 1 0 0,0-1-1 0 0,0 0 1 0 0,0 0-1 0 0,0 0 0 0 0,0 1 1 0 0,0-1-1 0 0,0 0 1 0 0,0 0-1 0 0,0 1 1 0 0,0-1-1 0 0,0 0 0 0 0,0 0 1 0 0,0 1-1 0 0,0-1 1 0 0,0 0-1 0 0,0 0 1 0 0,0 1-1 0 0,0-1 1 0 0,0 0-1 0 0,0 0 0 0 0,0 0 1 0 0,0 1-1 0 0,1-1 1 0 0,-1 0-1 0 0,0 0 1 0 0,0 0-1 0 0,0 1 0 0 0,0-1 1 0 0,0 0-1 0 0,1 0 1 0 0,-1 0-1 0 0,0 0 1 0 0,0 1-1 0 0,0-1 1 0 0,1 0-1 0 0,-1 0 0 0 0,0 0 1 0 0,0 0-1 0 0,0 0 1 0 0,1 0-1 0 0,-1 0 1 0 0,0 0-1 0 0,0 0 0 0 0,1 1 1 0 0,-1-1-1 0 0,1 0 1 0 0,20-3-192 0 0,-15-4-523 0 0,-13-6-1762 0 0,6 12 1627 0 0,-23 0-1236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2:26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1672 78 1281 0 0,'-9'-2'587'0'0,"-5"-1"600"0"0,1-1 0 0 0,0 0 0 0 0,-22-10 0 0 0,35 14-1170 0 0,-1 0 0 0 0,1-1 0 0 0,0 1 0 0 0,-1 0 0 0 0,1-1 0 0 0,0 1 0 0 0,-1 0 0 0 0,1-1 0 0 0,0 1 0 0 0,0 0 0 0 0,-1-1 0 0 0,1 1 0 0 0,0-1 0 0 0,0 1 0 0 0,0 0 0 0 0,0-1 0 0 0,0 1 0 0 0,-1-1 0 0 0,1 1-1 0 0,0-1 1 0 0,0 1 0 0 0,0 0 0 0 0,0-1 0 0 0,0 1 0 0 0,0-1 0 0 0,0 1 0 0 0,1-1 0 0 0,-1 0 0 0 0,0 1-1 0 0,0-1-1 0 0,0 1 1 0 0,0-1-1 0 0,0 1 1 0 0,0 0-1 0 0,0-1 1 0 0,0 1-1 0 0,0-1 1 0 0,0 1 0 0 0,0-1-1 0 0,0 1 1 0 0,0-1-1 0 0,0 1 1 0 0,0-1-1 0 0,-1 1 1 0 0,1-1-1 0 0,0 1 1 0 0,0 0 0 0 0,0-1-1 0 0,-1 1 1 0 0,1-1-1 0 0,0 1 1 0 0,-1 0-1 0 0,1-1 1 0 0,0 1-1 0 0,-1 0 1 0 0,1-1-1 0 0,0 1 1 0 0,-1 0 0 0 0,0-1-1 0 0,-2 0 73 0 0,2 1-63 0 0,0 0 0 0 0,0-1-1 0 0,0 1 1 0 0,0 0 0 0 0,0 0 0 0 0,0-1 0 0 0,0 1 0 0 0,0-1-1 0 0,0 1 1 0 0,0-1 0 0 0,0 0 0 0 0,0 1 0 0 0,0-1 0 0 0,0 0 0 0 0,1 1-1 0 0,-1-1 1 0 0,0 0 0 0 0,0 0 0 0 0,1 0 0 0 0,-1 0 0 0 0,1 0-1 0 0,-1 0 1 0 0,1 0 0 0 0,-1 0 0 0 0,0-1 0 0 0,-4 3 152 0 0,0-1 0 0 0,-1 0-1 0 0,1 0 1 0 0,-1 0 0 0 0,1-1 0 0 0,-7-1 0 0 0,-2 1-55 0 0,-17-1-65 0 0,0 1-1 0 0,0 2 0 0 0,0 1 0 0 0,-38 7 1 0 0,-113 36-72 0 0,34 1 135 0 0,138-43-128 0 0,1 2-1 0 0,0-1 1 0 0,0 1 0 0 0,1 1-1 0 0,-1-1 1 0 0,-7 8 0 0 0,-13 9 0 0 0,14-11 6 0 0,0 2 0 0 0,0-1 0 0 0,1 2 0 0 0,1 0 0 0 0,0 0 0 0 0,-15 24 0 0 0,-17 29-60 0 0,-82 136 58 0 0,120-192-16 0 0,0-1 1 0 0,0 1 0 0 0,-1-1-1 0 0,0 0 1 0 0,0-1 0 0 0,-1 0 0 0 0,0-1-1 0 0,-17 13 1 0 0,3-2 149 0 0,2 1 0 0 0,0 1-1 0 0,-30 40 1 0 0,23-27 85 0 0,-60 63-269 0 0,84-93 52 0 0,1 0-1 0 0,0 1 0 0 0,0-1 0 0 0,0 1 1 0 0,1 0-1 0 0,-1 0 0 0 0,1 0 0 0 0,0 0 1 0 0,1 0-1 0 0,-3 9 0 0 0,2 2 19 0 0,1-1-1 0 0,1 22 1 0 0,0-24-12 0 0,0 0 1 0 0,-1 1 0 0 0,0-1 0 0 0,-4 15-1 0 0,-15 29-70 0 0,10 5-1 0 0,-9 1 67 0 0,10-20 35 0 0,5-19-29 0 0,-2 0 0 0 0,-10 28 0 0 0,7-28-26 0 0,-1-2 11 0 0,2 0 1 0 0,0 1-1 0 0,1 0 1 0 0,2 0-1 0 0,0 0 1 0 0,-2 41-1 0 0,8-19-35 0 0,1-29 16 0 0,-2-1 0 0 0,0 1 0 0 0,0 0-1 0 0,-2 0 1 0 0,-4 23 0 0 0,-14 6 1 0 0,10 4-26 0 0,2-24 41 0 0,4-16 12 0 0,1-1 0 0 0,1 1 0 0 0,0-1-1 0 0,0 1 1 0 0,0 0 0 0 0,1 14 0 0 0,1 188-241 0 0,-1-197 209 0 0,0 0 0 0 0,-1 0 0 0 0,-6 25 0 0 0,4-26 11 0 0,1 0 0 0 0,1 1-1 0 0,-1 23 1 0 0,3 233 450 0 0,0-91-178 0 0,0-176-253 0 0,0 0 0 0 0,1 0-1 0 0,-1 1 1 0 0,1-1 0 0 0,0 0-1 0 0,0 0 1 0 0,0 0-1 0 0,0-1 1 0 0,1 1 0 0 0,2 5-1 0 0,-2-6 7 0 0,-1 1-1 0 0,1 0 1 0 0,-1-1 0 0 0,0 1-1 0 0,0 0 1 0 0,0 0-1 0 0,0 0 1 0 0,-1 0 0 0 0,1 0-1 0 0,0 5 1 0 0,-1-6-4 0 0,0 0 1 0 0,0 1-1 0 0,0-1 0 0 0,0 0 1 0 0,1 0-1 0 0,-1 0 1 0 0,1 0-1 0 0,0 0 0 0 0,-1 0 1 0 0,1 0-1 0 0,0 0 1 0 0,0 0-1 0 0,0 0 1 0 0,1 0-1 0 0,-1-1 0 0 0,0 1 1 0 0,1 0-1 0 0,-1-1 1 0 0,1 1-1 0 0,-1-1 1 0 0,1 0-1 0 0,0 1 0 0 0,-1-1 1 0 0,1 0-1 0 0,0 0 1 0 0,4 1-1 0 0,16 15-11 0 0,-13-7 18 0 0,-7-8-1 0 0,0 0 0 0 0,-1 0 0 0 0,1 0 0 0 0,0 0 0 0 0,1 0 0 0 0,-1-1 0 0 0,0 1-1 0 0,0-1 1 0 0,6 3 0 0 0,-3-1 11 0 0,1 0-1 0 0,-1 0 0 0 0,1 1 1 0 0,-1 0-1 0 0,0 0 0 0 0,0 0 1 0 0,-1 0-1 0 0,9 11 0 0 0,16 29-56 0 0,-22-36 32 0 0,-6-6 13 0 0,1 0 1 0 0,-1 0 0 0 0,1 0 0 0 0,0 0 0 0 0,0 0-1 0 0,0-1 1 0 0,0 1 0 0 0,0 0 0 0 0,0-1-1 0 0,0 0 1 0 0,1 1 0 0 0,2 0 0 0 0,49 34-6 0 0,6-16-80 0 0,-42-15 105 0 0,0 1 1 0 0,18 8 0 0 0,15 5-23 0 0,63 16-3 0 0,-60-17 7 0 0,-10-3 52 0 0,-28-12-47 0 0,-13-3-8 0 0,-1 1 0 0 0,1-1 0 0 0,-1 1 0 0 0,1-1 0 0 0,-1 1 0 0 0,1 0 0 0 0,-1 0 0 0 0,1 0 0 0 0,-1 0 0 0 0,0 1 0 0 0,0-1 0 0 0,1 1 0 0 0,-1-1 0 0 0,0 1 1 0 0,0 0-1 0 0,3 3 0 0 0,0 0 2 0 0,1 0 0 0 0,1 0 0 0 0,-1-1 0 0 0,1 0 0 0 0,0 0 0 0 0,8 3 0 0 0,-6-3 7 0 0,-1 1 0 0 0,1 0-1 0 0,-1 0 1 0 0,13 11 0 0 0,-5-3 1 0 0,0 0-1 0 0,0-2 0 0 0,1 0 1 0 0,33 16-1 0 0,-17-10 0 0 0,22 4 41 0 0,-48-17-60 0 0,1-1 0 0 0,0 0 0 0 0,0-1 0 0 0,0 0 0 0 0,0 0 0 0 0,1-1 0 0 0,-1 0 0 0 0,0 0 0 0 0,17-1 0 0 0,82-8 91 0 0,-99 7-84 0 0,41-6 52 0 0,-1-3 1 0 0,64-21-1 0 0,29-7 81 0 0,66-19 26 0 0,-202 57-159 0 0,0-1 0 0 0,0-1 0 0 0,0 1 0 0 0,0-1 0 0 0,0 0 0 0 0,-1 0 0 0 0,1 0 0 0 0,-1-1 0 0 0,1 1 0 0 0,-1-1 0 0 0,0 0 0 0 0,4-4 0 0 0,-1 2-1 0 0,0 1 0 0 0,0 1 0 0 0,0-1 0 0 0,11-2 0 0 0,20-11 0 0 0,-27 12 12 0 0,1-1 1 0 0,22-6-1 0 0,-24 9-4 0 0,1-1 1 0 0,-1 0 0 0 0,0 0 0 0 0,11-7-1 0 0,-13 6-16 0 0,1 0 0 0 0,0 1 0 0 0,19-6 0 0 0,-21 8 1 0 0,-1 0 0 0 0,1 0 1 0 0,-1-1-1 0 0,0 0 0 0 0,0 0 0 0 0,0-1 0 0 0,0 0 1 0 0,7-6-1 0 0,6-7-37 0 0,-13 11 22 0 0,1-1-1 0 0,0 1 1 0 0,14-8-1 0 0,-7 5 8 0 0,0 0-1 0 0,-1 0 0 0 0,0-2 0 0 0,0 1 1 0 0,-1-2-1 0 0,0 1 0 0 0,-1-2 0 0 0,0 0 1 0 0,-1 0-1 0 0,10-18 0 0 0,34-46-64 0 0,-44 48 67 0 0,10 1-54 0 0,-10-11-26 0 0,11-8 20 0 0,-14 36 91 0 0,-2-1 0 0 0,1 0 0 0 0,4-17 1 0 0,-1-13-161 0 0,-8 31 58 0 0,1 0-1 0 0,1 0 0 0 0,0 0 1 0 0,1 0-1 0 0,0 0 1 0 0,9-17-1 0 0,5-2-45 0 0,-2 5 80 0 0,-1-1 0 0 0,20-50 0 0 0,-13 17 50 0 0,45-90 0 0 0,-51 119 0 0 0,-3-1 0 0 0,13-36 0 0 0,-25 63 3 0 0,-1 0-1 0 0,1 0 1 0 0,-1-1 0 0 0,0 1-1 0 0,0 0 1 0 0,0 0 0 0 0,0-1 0 0 0,-1 1-1 0 0,0 0 1 0 0,1 0 0 0 0,-2 0 0 0 0,1 0-1 0 0,0 0 1 0 0,-1 0 0 0 0,-2-5 0 0 0,1 3 9 0 0,0 0 1 0 0,1 0 0 0 0,0 0 0 0 0,1 0 0 0 0,-1 0 0 0 0,1-1 0 0 0,0-6 0 0 0,0 5-3 0 0,1 0 1 0 0,-2 0 0 0 0,1 0 0 0 0,-1 0-1 0 0,0 0 1 0 0,-5-10 0 0 0,4 10-9 0 0,0 0 1 0 0,1-1 0 0 0,0 1-1 0 0,0 0 1 0 0,1-1-1 0 0,-1-11 1 0 0,3-2 21 0 0,0 14-8 0 0,-1-1-1 0 0,0 0 1 0 0,0 1-1 0 0,-1-1 1 0 0,0 0 0 0 0,-4-11-1 0 0,-3-2-4 0 0,6 18-5 0 0,0-1 0 0 0,0 0 0 0 0,0 0 0 0 0,0 0 0 0 0,1 0 0 0 0,0-1 0 0 0,0 1-1 0 0,1 0 1 0 0,-1 0 0 0 0,1-1 0 0 0,0 1 0 0 0,0 0 0 0 0,3-10 0 0 0,7-17 38 0 0,-7 25-37 0 0,-1 0 0 0 0,1 0 0 0 0,-1-1 0 0 0,-1 1 0 0 0,1-1 0 0 0,-1-12 0 0 0,-1 16 6 0 0,1 0 0 0 0,-1 0 0 0 0,1 0 0 0 0,-1 0 0 0 0,1 0 0 0 0,0 0 0 0 0,1 0-1 0 0,-1 0 1 0 0,1 0 0 0 0,-1 1 0 0 0,1-1 0 0 0,0 1 0 0 0,3-5 0 0 0,1 0 33 0 0,-6 7-40 0 0,1 0 0 0 0,-1 0 0 0 0,1 0 0 0 0,-1 1 0 0 0,0-1 0 0 0,1 0 0 0 0,-1 0 0 0 0,0 0 0 0 0,0 0 0 0 0,1 1 0 0 0,-1-1-1 0 0,0 0 1 0 0,0 0 0 0 0,0 0 0 0 0,0 0 0 0 0,0 0 0 0 0,-1 0 0 0 0,1 1 0 0 0,0-1 0 0 0,0 0 0 0 0,0 0 0 0 0,-1 0 0 0 0,1 0 0 0 0,-1 1 0 0 0,1-1 0 0 0,0 0 0 0 0,-1 0 0 0 0,1 1 0 0 0,-1-1 0 0 0,0 0 0 0 0,1 1 0 0 0,-1-1 0 0 0,1 0 0 0 0,-1 1 0 0 0,0-1 0 0 0,0 1 0 0 0,1-1 0 0 0,-1 1 0 0 0,0 0 0 0 0,-1-1 0 0 0,1 0 1 0 0,0 1 0 0 0,0-1 0 0 0,0 0 0 0 0,0 0 0 0 0,0 1 0 0 0,0-1 0 0 0,1 0 0 0 0,-1 0 1 0 0,0 0-1 0 0,0 0 0 0 0,0 0 0 0 0,1 0 0 0 0,-1 0 0 0 0,1-1 0 0 0,-1 1 0 0 0,1 0 0 0 0,-1 0 0 0 0,1 0 1 0 0,-1-3-1 0 0,3-23 80 0 0,-1 20-67 0 0,-1 0 0 0 0,1-1 0 0 0,-1 1 0 0 0,-1 0 0 0 0,1 0 0 0 0,-1 0 0 0 0,0 0 0 0 0,-5-14-1 0 0,-3 6 10 0 0,7 13-26 0 0,0 0 1 0 0,1-1-1 0 0,-1 1 1 0 0,1-1-1 0 0,0 1 1 0 0,0-1-1 0 0,0 1 0 0 0,0-1 1 0 0,0 0-1 0 0,0 1 1 0 0,1-1-1 0 0,-1 0 1 0 0,1 0-1 0 0,0-4 1 0 0,0 0-3 0 0,0-1 0 0 0,-1 0 0 0 0,1 1 0 0 0,-1-1 0 0 0,-1 0 0 0 0,0 1 0 0 0,0-1 0 0 0,0 1 0 0 0,-1 0 0 0 0,0 0 0 0 0,0 0 0 0 0,-8-11 0 0 0,-7-11 10 0 0,-18-33 45 0 0,33 57-46 0 0,-20-39 98 0 0,21 41-100 0 0,0 1-1 0 0,0-1 0 0 0,0 1 0 0 0,-1 0 1 0 0,1 0-1 0 0,-1 0 0 0 0,0 0 1 0 0,1 0-1 0 0,-1 1 0 0 0,0-1 0 0 0,0 1 1 0 0,-5-2-1 0 0,-4 1-76 0 0,1-2-1 0 0,1 1 1 0 0,-1-2 0 0 0,0 1-1 0 0,1-1 1 0 0,0-1-1 0 0,0 0 1 0 0,1 0 0 0 0,-11-10-1 0 0,19 15 65 0 0,1 0 0 0 0,-1 1-1 0 0,1-1 1 0 0,-1 0 0 0 0,1 0 0 0 0,-1 0-1 0 0,1 0 1 0 0,0 0 0 0 0,-1 0-1 0 0,1 0 1 0 0,0 0 0 0 0,0 0 0 0 0,0 0-1 0 0,0 0 1 0 0,0 1 0 0 0,0-1-1 0 0,0-2 1 0 0,0 2 1 0 0,0 0-1 0 0,0 0 1 0 0,0 0 0 0 0,0-1-1 0 0,0 1 1 0 0,-1 0 0 0 0,1 0 0 0 0,0 0-1 0 0,0-1 1 0 0,-1 1 0 0 0,1 0-1 0 0,-1 0 1 0 0,1 0 0 0 0,-2-1-1 0 0,-6-8-11 0 0,7 9 14 0 0,-1-1-1 0 0,0 0 0 0 0,1 0 1 0 0,-1 0-1 0 0,1 0 1 0 0,0-1-1 0 0,0 1 1 0 0,0 0-1 0 0,0-1 1 0 0,0 1-1 0 0,0 0 1 0 0,0-1-1 0 0,1 1 1 0 0,0-1-1 0 0,-1 1 1 0 0,1-1-1 0 0,0 1 1 0 0,0-1-1 0 0,0-2 1 0 0,0 4 3 0 0,0-1 0 0 0,0 1 0 0 0,0 0 0 0 0,0-1 1 0 0,0 1-1 0 0,-1-1 0 0 0,1 1 0 0 0,-1 0 1 0 0,1 0-1 0 0,-1-1 0 0 0,1 1 0 0 0,-1 0 0 0 0,0 0 1 0 0,1 0-1 0 0,-1-1 0 0 0,0 1 0 0 0,0 0 0 0 0,0 0 1 0 0,0 0-1 0 0,0 0 0 0 0,-2-1 0 0 0,1 1 1 0 0,1 0-1 0 0,0 1 0 0 0,0-1 0 0 0,0 0 0 0 0,0 0 1 0 0,0 0-1 0 0,0 0 0 0 0,1 0 0 0 0,-1 0 0 0 0,0-1 1 0 0,0 1-1 0 0,1 0 0 0 0,-1 0 0 0 0,1-1 0 0 0,-1 1 1 0 0,1 0-1 0 0,0 0 0 0 0,-1-1 0 0 0,1 1 1 0 0,0-1-1 0 0,0-2 0 0 0,0 3-1 0 0,0 0 0 0 0,0 0 0 0 0,0 0-1 0 0,0 0 1 0 0,-1 0 0 0 0,1 0 0 0 0,0 0 0 0 0,0 1 0 0 0,-1-1 0 0 0,1 0 0 0 0,-1 0 0 0 0,1 0-1 0 0,0 0 1 0 0,-1 0 0 0 0,0 0 0 0 0,1 1 0 0 0,-1-1 0 0 0,0 0 0 0 0,1 0 0 0 0,-1 1 0 0 0,0-1-1 0 0,1 0 1 0 0,-1 1 0 0 0,0-1 0 0 0,0 1 0 0 0,0-1 0 0 0,0 1 0 0 0,-1-1 0 0 0,1 1 0 0 0,1 0 1 0 0,-1-1-1 0 0,0 1 1 0 0,0-1 0 0 0,0 1-1 0 0,1-1 1 0 0,-1 1-1 0 0,0-1 1 0 0,1 1 0 0 0,-1-1-1 0 0,0 0 1 0 0,1 1-1 0 0,-1-1 1 0 0,1 0 0 0 0,-1 1-1 0 0,1-1 1 0 0,-1 0-1 0 0,1 0 1 0 0,0 0-1 0 0,-1 1 1 0 0,1-1 0 0 0,0 0-1 0 0,0 0 1 0 0,-1 0-1 0 0,1 0 1 0 0,0 0 0 0 0,0-1-1 0 0,0 1 5 0 0,0 0 0 0 0,0 1 0 0 0,0-1 0 0 0,0 0 0 0 0,-1 0 0 0 0,1 1 0 0 0,0-1-1 0 0,0 0 1 0 0,-1 1 0 0 0,1-1 0 0 0,-1 0 0 0 0,1 1 0 0 0,0-1 0 0 0,-1 0 0 0 0,1 1 0 0 0,-1-1 0 0 0,0 1-1 0 0,1-1 1 0 0,-1 1 0 0 0,1-1 0 0 0,-1 1 0 0 0,0-1 0 0 0,1 1 0 0 0,-1 0 0 0 0,0-1 0 0 0,1 1 0 0 0,-1 0-1 0 0,0-1 1 0 0,0 1 0 0 0,1 0 0 0 0,-1 0 0 0 0,-1 0 0 0 0,-6-3 47 0 0,2-1-5 0 0,1 0-1 0 0,-1 0 0 0 0,0 1 0 0 0,-1-1-1 0 0,1 2 1 0 0,-1-1 0 0 0,1 0-1 0 0,-9-1 1 0 0,-37-16-67 0 0,40 14-48 0 0,0 1 1 0 0,-24-7-1 0 0,21 8 69 0 0,1 0 0 0 0,0-1 0 0 0,0 0 0 0 0,0-2 0 0 0,0 1 0 0 0,-15-12 0 0 0,29 18 3 0 0,-1 0-1 0 0,1-1 1 0 0,-1 1 0 0 0,1-1-1 0 0,0 1 1 0 0,-1 0-1 0 0,1-1 1 0 0,0 1-1 0 0,-1-1 1 0 0,1 1-1 0 0,0-1 1 0 0,0 1-1 0 0,0-1 1 0 0,-1 1-1 0 0,1-1 1 0 0,0 1-1 0 0,0-1 1 0 0,0 0-1 0 0,0 1 1 0 0,0-1-1 0 0,0 1 1 0 0,0-1-1 0 0,0 1 1 0 0,0-1-1 0 0,0 1 1 0 0,0-2 0 0 0,1 2-6 0 0,-1 0 0 0 0,0 0 0 0 0,0-1 1 0 0,0 1-1 0 0,0 0 0 0 0,0-1 1 0 0,0 1-1 0 0,0 0 0 0 0,0-1 1 0 0,0 1-1 0 0,0 0 0 0 0,0-1 0 0 0,0 1 1 0 0,0 0-1 0 0,0-1 0 0 0,0 1 1 0 0,0 0-1 0 0,0 0 0 0 0,-1-1 0 0 0,1 1 1 0 0,0 0-1 0 0,0-1 0 0 0,0 1 1 0 0,0 0-1 0 0,-1 0 0 0 0,1-1 1 0 0,0 1-1 0 0,0 0 0 0 0,0 0 0 0 0,-1-1 1 0 0,1 1-1 0 0,0 0 0 0 0,0 0 1 0 0,-1 0-1 0 0,1 0 0 0 0,0-1 1 0 0,-1 1-1 0 0,1 0 0 0 0,-1 0 0 0 0,-12-1-639 0 0,0 1 1 0 0,-1 0-1 0 0,1 1 0 0 0,-18 3 0 0 0,26-3 196 0 0,-49 4-4916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2:36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2703 393 4562 0 0,'-114'-112'2321'0'0,"113"110"-2275"0"0,0 0 0 0 0,0 0 1 0 0,0-1-1 0 0,1 1 0 0 0,-1 0 0 0 0,0 0 0 0 0,1-1 0 0 0,0 1 0 0 0,-1 0 1 0 0,1-1-1 0 0,0 1 0 0 0,0 0 0 0 0,0-1 0 0 0,1 1 0 0 0,0-4 0 0 0,-1-4 243 0 0,0 10-195 0 0,-1 1 33 0 0,7 2-94 0 0,-6-3-31 0 0,14 3 42 0 0,-7 0-25 0 0,-8-2 9 0 0,-58 1 266 0 0,-118-3 146 0 0,-262 34 0 0 0,162 8-347 0 0,217-31-95 0 0,1 3-1 0 0,0 3 0 0 0,2 1 1 0 0,-102 47-1 0 0,147-58 13 0 0,0 0 1 0 0,0 1-1 0 0,1 1 1 0 0,-1-1-1 0 0,2 2 0 0 0,-1-1 1 0 0,1 2-1 0 0,-14 15 0 0 0,9-5-35 0 0,13-18 18 0 0,0 0 0 0 0,1 0 0 0 0,-1 0 0 0 0,1 0 0 0 0,-1 0-1 0 0,1 1 1 0 0,-1-1 0 0 0,1 0 0 0 0,0 1 0 0 0,0-1 0 0 0,1 1-1 0 0,-1-1 1 0 0,0 1 0 0 0,1-1 0 0 0,-1 1 0 0 0,1 4 0 0 0,0-5 6 0 0,0 1 0 0 0,-1 0 0 0 0,1-1 0 0 0,0 1 0 0 0,-1 0 0 0 0,0-1 0 0 0,0 1 0 0 0,1-1 0 0 0,-2 1 0 0 0,1-1 0 0 0,0 1 0 0 0,0-1 0 0 0,-1 0 0 0 0,-2 4 0 0 0,2-4-4 0 0,1 0-1 0 0,-1 0 1 0 0,1 0 0 0 0,-1 1 0 0 0,1-1-1 0 0,0 1 1 0 0,0-1 0 0 0,0 1 0 0 0,0-1-1 0 0,1 1 1 0 0,-1-1 0 0 0,1 1 0 0 0,0 0 0 0 0,-1 4-1 0 0,2 7-32 0 0,-1-11 33 0 0,1 1 0 0 0,-1 0 0 0 0,0-1 0 0 0,0 1 0 0 0,-1 0 1 0 0,1-1-1 0 0,-1 1 0 0 0,0 0 0 0 0,1-1 0 0 0,-2 1 0 0 0,1-1 0 0 0,0 1 0 0 0,-4 4 1 0 0,-4 4-32 0 0,-1-2 0 0 0,0 1 1 0 0,-22 16-1 0 0,-14 13-35 0 0,-53 67 25 0 0,-34 32-1 0 0,16-47-214 0 0,31-26 415 0 0,73-54-93 0 0,1 1 0 0 0,0 0 1 0 0,1 1-1 0 0,1 1 0 0 0,0-1 0 0 0,1 2 1 0 0,0-1-1 0 0,-8 24 0 0 0,3-11-110 0 0,-27 45 1 0 0,21-46 37 0 0,12-18 9 0 0,1 1 0 0 0,0-1 0 0 0,1 1 1 0 0,0 0-1 0 0,1 0 0 0 0,0 1 0 0 0,0 0 1 0 0,-5 21-1 0 0,6-3-17 0 0,-7 27-29 0 0,5-40 31 0 0,-1 0 0 0 0,-10 17 0 0 0,9-20 10 0 0,0 1 0 0 0,1 1 0 0 0,1-1 0 0 0,0 1 0 0 0,-3 16 0 0 0,-1 32-38 0 0,6-33 34 0 0,-11 40 0 0 0,-1-18 11 0 0,4-16-7 0 0,-14 72 1 0 0,18-43-27 0 0,-18 99-14 0 0,-3 20-99 0 0,-2 4-95 0 0,20-128 187 0 0,2 0 1 0 0,3 1-1 0 0,3 109 1 0 0,3-169 53 0 0,0 6 14 0 0,1 0-1 0 0,-1 0 0 0 0,2 1 0 0 0,-1-1 0 0 0,1 0 0 0 0,0 0 1 0 0,0 0-1 0 0,1-1 0 0 0,0 1 0 0 0,4 7 0 0 0,4 3 51 0 0,1 0 0 0 0,16 18 1 0 0,11 14-2 0 0,-21-20-22 0 0,14 31 0 0 0,7 13 77 0 0,-2-16-42 0 0,-2 2 1 0 0,-4 2 0 0 0,38 99 0 0 0,-29-20-37 0 0,9-4 26 0 0,-36-97-41 0 0,43 105 74 0 0,-48-128-94 0 0,0-1 0 0 0,2 0 0 0 0,0 0 1 0 0,0 0-1 0 0,1-2 0 0 0,21 21 0 0 0,-11-18 5 0 0,0-1-1 0 0,0-1 0 0 0,2-1 1 0 0,0-1-1 0 0,44 17 0 0 0,-45-20 2 0 0,242 99-66 0 0,210 99 337 0 0,-246-84-256 0 0,-71-36-12 0 0,156 55 374 0 0,-48-25 238 0 0,-3-2-472 0 0,-203-95-139 0 0,1-3 0 0 0,100 15 1 0 0,185 10 338 0 0,-44-7-228 0 0,371 45 554 0 0,-290-53-343 0 0,-295-26-258 0 0,-1-4 0 0 0,127-22 0 0 0,260-78-122 0 0,-47 9 6 0 0,-55 52 111 0 0,-63 10-15 0 0,-232 16-136 0 0,-1-3-1 0 0,-1-4 1 0 0,-1-3 0 0 0,99-49-1 0 0,-140 58 6 0 0,-1 0-1 0 0,0-2 1 0 0,37-31-1 0 0,70-78-157 0 0,-127 117 253 0 0,0-1-1 0 0,0 0 1 0 0,16-25-1 0 0,-23 30-12 0 0,-1 0 0 0 0,0 0 0 0 0,0 0 0 0 0,0 0 0 0 0,-1-1 0 0 0,0 1 0 0 0,-1-1 0 0 0,0 0 0 0 0,0 1 0 0 0,0-13 0 0 0,-3-2-17 0 0,0-1-1 0 0,-10-40 0 0 0,3 17-22 0 0,-1-42 30 0 0,-10-2 40 0 0,16 60-49 0 0,-5-24-49 0 0,-18-2-31 0 0,13 31 58 0 0,-64-141-8 0 0,29 59-15 0 0,-1 16 27 0 0,11-9-40 0 0,-38-67-81 0 0,42 98 46 0 0,4-2 0 0 0,-29-93 1 0 0,41 94 57 0 0,-4 2 1 0 0,-2 0 0 0 0,-61-111-1 0 0,38 94 38 0 0,-37-93-1 0 0,46 75 87 0 0,-10-4 14 0 0,10-4 39 0 0,-11 6-40 0 0,40 83-78 0 0,-4-13-11 0 0,-3 1 0 0 0,-36-57 0 0 0,33 61-8 0 0,-2 0 0 0 0,-1 1 1 0 0,-1 2-1 0 0,-1 0 0 0 0,-1 2 0 0 0,-46-34 0 0 0,-168-87-183 0 0,169 104 107 0 0,-259-182-600 0 0,286 191 600 0 0,1-3 0 0 0,1-1 0 0 0,3-2 0 0 0,-55-69 0 0 0,76 80 53 0 0,0-2 0 0 0,-18-42 0 0 0,-15-26-132 0 0,-27-17-1 0 0,57 83 144 0 0,-1 2 0 0 0,-1 0 0 0 0,-2 2 0 0 0,-37-35 0 0 0,57 58 18 0 0,-43-37 30 0 0,-82-55 0 0 0,26 34-32 0 0,21-1 14 0 0,26 30-14 0 0,-3 3 0 0 0,0 2 0 0 0,-93-30 0 0 0,-87-2 101 0 0,56 15-122 0 0,174 44 20 0 0,-420-133-11 0 0,344 104-35 0 0,-173-36 0 0 0,221 61-34 0 0,0 1 0 0 0,1 2-1 0 0,-1 2 1 0 0,-53 5 0 0 0,-140 32-353 0 0,-199 76-860 0 0,248-41-1198 0 0,177-69 2409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1:50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60 137 160 0 0,'0'-7'3414'0'0,"-5"8"-1079"0"0,-15-1-2335 0 0,15 0 1134 0 0,5-1-1054 0 0,0-2 0 0 0,3 5-119 0 0,-31 0 1599 0 0,23-2-840 0 0,10 0-653 0 0,20 0-40 0 0,5 0 26 0 0,54 0-40 0 0,-51 5-13 0 0,-8-4 0 0 0,-9 0 0 0 0,-1 0 0 0 0,1 1 0 0 0,26 7 0 0 0,17 3 0 0 0,0 7 80 0 0,-27-10-28 0 0,-13-2-16 0 0,-1-2 0 0 0,32 5 1 0 0,-16-2-42 0 0,-3-2 47 0 0,52 4 1 0 0,-53-9-43 0 0,-2 1-28 0 0,-27-2 27 0 0,-1 0 1 0 0,0 0 0 0 0,0 0-1 0 0,0 0 1 0 0,0 0 0 0 0,0 0 0 0 0,0 0-1 0 0,0 0 1 0 0,0 0 0 0 0,0 0-1 0 0,0 0 1 0 0,0 0 0 0 0,0 0 0 0 0,1 0-1 0 0,-1 0 1 0 0,0 0 0 0 0,0 0-1 0 0,0 0 1 0 0,0 0 0 0 0,0 0 0 0 0,0 0-1 0 0,0 0 1 0 0,0 0 0 0 0,0 0 0 0 0,0 0-1 0 0,0 1 1 0 0,0-1 0 0 0,0 0-1 0 0,0 0 1 0 0,0 0 0 0 0,0 0 0 0 0,0 0-1 0 0,0 0 1 0 0,0 0 0 0 0,0 0-1 0 0,0 0 1 0 0,0 0 0 0 0,0 0 0 0 0,0 0-1 0 0,0 1 1 0 0,0-1 0 0 0,0 0-1 0 0,0 0 1 0 0,0 0 0 0 0,0 0 0 0 0,0 0-1 0 0,0 0 1 0 0,0 0 0 0 0,0 0-1 0 0,0 0 1 0 0,0 0 0 0 0,0 0 0 0 0,0 0-1 0 0,0 0 1 0 0,0 1 0 0 0,0-1-1 0 0,0 0 1 0 0,0 0 0 0 0,0 0 0 0 0,0 0-1 0 0,0 0 1 0 0,0 0 0 0 0,0 0-1 0 0,-1 0 1 0 0,1 0 0 0 0,0 0 0 0 0,0 0-1 0 0,0 0 1 0 0,0 0 0 0 0,-1 2 6 0 0,7-2 22 0 0,44 7-94 0 0,-46-3 132 0 0,-4-8-39 0 0,1 3-18 0 0,-1 0 0 0 0,1 0 0 0 0,0 0 0 0 0,-1-1 0 0 0,1 1 0 0 0,0 0 1 0 0,0 0-1 0 0,0 1 0 0 0,0-1 0 0 0,-1 0 0 0 0,1 0 0 0 0,0 0 0 0 0,1 0 0 0 0,-1 1 0 0 0,0-1 0 0 0,0 1 0 0 0,0-1 0 0 0,0 1 1 0 0,0-1-1 0 0,2 0 0 0 0,1-1 13 0 0,143-140 392 0 0,-122 116-414 0 0,-18 13-1 0 0,-6 10-5 0 0,1 0 0 0 0,0 0 0 0 0,0 0 0 0 0,0 0 0 0 0,0 1 0 0 0,0-1-1 0 0,0 0 1 0 0,1 1 0 0 0,-1 0 0 0 0,1-1 0 0 0,0 1 0 0 0,4-2 0 0 0,12-4-8 0 0,-14 3-52 0 0,-5 6 62 0 0,0 0 0 0 0,0 0 0 0 0,-1 0 0 0 0,1 1 0 0 0,0-1 1 0 0,-1 0-1 0 0,1 0 0 0 0,-1 0 0 0 0,1 0 0 0 0,-1 0 0 0 0,1 0 1 0 0,-1 0-1 0 0,0 0 0 0 0,0 0 0 0 0,0 0 0 0 0,1 0 0 0 0,-1 0 0 0 0,0-1 1 0 0,0 1-1 0 0,-2 1 0 0 0,-12 14 18 0 0,5 0 12 0 0,1 1 1 0 0,0 1-1 0 0,-8 26 0 0 0,2-7 2 0 0,14-34-26 0 0,-4 6 14 0 0,1 1 0 0 0,0 0-1 0 0,0 0 1 0 0,1 0 0 0 0,1 0 0 0 0,0 1 0 0 0,0-1 0 0 0,1 1 0 0 0,0 12 0 0 0,1-22-16 0 0,-1 0 0 0 0,1-1 0 0 0,0 1 0 0 0,0 0 0 0 0,0 0 0 0 0,1 0 0 0 0,-1 0 0 0 0,0 0 0 0 0,0-1 0 0 0,0 1 0 0 0,1 0 0 0 0,-1 0 0 0 0,0 0 0 0 0,1-1 0 0 0,-1 1 0 0 0,1 0 0 0 0,-1 0 0 0 0,2 1 0 0 0,17 4-40 0 0,-16-5 49 0 0,0-1 1 0 0,0 0 0 0 0,-1 0 0 0 0,1 0 0 0 0,0-1 0 0 0,-1 1 0 0 0,1-1 0 0 0,0 0-1 0 0,-1 1 1 0 0,1-1 0 0 0,0 0 0 0 0,-1 0 0 0 0,0-1 0 0 0,1 1 0 0 0,-1 0-1 0 0,4-4 1 0 0,11-4 36 0 0,-14 7-41 0 0,0 0-1 0 0,0 0 1 0 0,0 0 0 0 0,0 0 0 0 0,0 0-1 0 0,0-1 1 0 0,0 0 0 0 0,-1 1 0 0 0,1-1-1 0 0,2-5 1 0 0,20-17 10 0 0,3 5-68 0 0,57-46 26 0 0,-84 66 24 0 0,-1 0 0 0 0,1-1 1 0 0,-1 1-1 0 0,0-1 0 0 0,1 1 1 0 0,-1 0-1 0 0,1-1 1 0 0,-1 1-1 0 0,0-1 0 0 0,0 1 1 0 0,1-1-1 0 0,-1 1 1 0 0,0-1-1 0 0,0 1 0 0 0,0-1 1 0 0,0 0-1 0 0,1 1 0 0 0,-1-1 1 0 0,0 1-1 0 0,0-1 1 0 0,0 0-1 0 0,0 0 2 0 0,0 1 1 0 0,0 0-1 0 0,0 0 0 0 0,0-1 1 0 0,0 1-1 0 0,0 0 1 0 0,0 0-1 0 0,0-1 0 0 0,0 1 1 0 0,0 0-1 0 0,0 0 0 0 0,0-1 1 0 0,0 1-1 0 0,0 0 1 0 0,0 0-1 0 0,0-1 0 0 0,0 1 1 0 0,1 0-1 0 0,-1 0 0 0 0,0 0 1 0 0,0-1-1 0 0,0 1 1 0 0,0 0-1 0 0,1 0 0 0 0,-1 0 1 0 0,0 0-1 0 0,0-1 1 0 0,0 1-1 0 0,1 0 0 0 0,-1 0 1 0 0,0 0-1 0 0,0 0 0 0 0,0 0 1 0 0,1 0-1 0 0,-1 0 1 0 0,20-2-67 0 0,-20 2 63 0 0,1 0 1 0 0,-1 0 0 0 0,1 1-1 0 0,-1-1 1 0 0,1 1-1 0 0,-1-1 1 0 0,0 0-1 0 0,1 1 1 0 0,-1-1-1 0 0,0 1 1 0 0,1-1 0 0 0,-1 0-1 0 0,0 1 1 0 0,1-1-1 0 0,-1 1 1 0 0,0-1-1 0 0,0 1 1 0 0,0-1 0 0 0,0 1-1 0 0,1 0 1 0 0,-1-1-1 0 0,0 1 1 0 0,0 0-1 0 0,3 7 7 0 0,1-3-5 0 0,-2-3 5 0 0,0 0 1 0 0,0-1-1 0 0,-1 1 0 0 0,1 1 0 0 0,0-1 1 0 0,-1 0-1 0 0,0 0 0 0 0,1 0 0 0 0,-1 1 1 0 0,0-1-1 0 0,0 1 0 0 0,-1-1 0 0 0,1 1 1 0 0,0-1-1 0 0,-1 1 0 0 0,1-1 0 0 0,-1 1 1 0 0,0 0-1 0 0,0-1 0 0 0,0 4 1 0 0,0 75-58 0 0,0-80 54 0 0,-1 0-1 0 0,1-1 1 0 0,1 1-1 0 0,-1 0 1 0 0,0 0 0 0 0,0-1-1 0 0,0 1 1 0 0,0-1-1 0 0,0 1 1 0 0,0 0-1 0 0,1-1 1 0 0,-1 1 0 0 0,0 0-1 0 0,1-1 1 0 0,-1 1-1 0 0,0-1 1 0 0,1 1-1 0 0,-1-1 1 0 0,1 1-1 0 0,-1-1 1 0 0,1 1 0 0 0,-1-1-1 0 0,1 1 1 0 0,-1-1-1 0 0,1 0 1 0 0,-1 1-1 0 0,1-1 1 0 0,0 0 0 0 0,-1 1-1 0 0,1-1 1 0 0,-1 0-1 0 0,1 0 1 0 0,0 0-1 0 0,-1 1 1 0 0,1-1-1 0 0,0 0 1 0 0,-1 0 0 0 0,1 0-1 0 0,0 0 1 0 0,-1 0-1 0 0,1 0 1 0 0,0-1-1 0 0,-1 1 1 0 0,1 0 0 0 0,0 0-1 0 0,-1 0 1 0 0,1-1-1 0 0,1 1 1 0 0,-1-1-6 0 0,4-3-34 0 0,-5 2 50 0 0,0 0 0 0 0,0 0 0 0 0,0 0 0 0 0,0 0 0 0 0,0 0-1 0 0,0 0 1 0 0,1 0 0 0 0,-1 0 0 0 0,1 0 0 0 0,-1 0-1 0 0,1 1 1 0 0,0-1 0 0 0,-1 0 0 0 0,1 0 0 0 0,0 1-1 0 0,0-1 1 0 0,0 1 0 0 0,1-1 0 0 0,-1 0 0 0 0,0 1 0 0 0,0 0-1 0 0,1-1 1 0 0,-1 1 0 0 0,1 0 0 0 0,0 0 0 0 0,-1 0-1 0 0,1 0 1 0 0,0 0 0 0 0,2-1 0 0 0,-2 1-4 0 0,0 0 1 0 0,0 0 0 0 0,0 0-1 0 0,0-1 1 0 0,0 1-1 0 0,0-1 1 0 0,0 1 0 0 0,0-1-1 0 0,0 0 1 0 0,-1 0-1 0 0,4-4 1 0 0,6-16 51 0 0,-9 16-54 0 0,1 1-1 0 0,-1 0 1 0 0,2-1 0 0 0,-1 1-1 0 0,6-7 1 0 0,15-26-25 0 0,-22 33 13 0 0,0 0 0 0 0,1 0 0 0 0,0 0 0 0 0,0 1 0 0 0,1-1 0 0 0,-1 1 0 0 0,1-1 0 0 0,7-5 0 0 0,1 0-13 0 0,15-8-53 0 0,-26 18 72 0 0,0 0 1 0 0,0 0 0 0 0,0 0 0 0 0,0 0 0 0 0,0-1-1 0 0,0 1 1 0 0,0 0 0 0 0,-1 1 0 0 0,1-1-1 0 0,0 0 1 0 0,0 0 0 0 0,0 0 0 0 0,0 0-1 0 0,0 1 1 0 0,0-1 0 0 0,-1 0 0 0 0,1 1-1 0 0,0-1 1 0 0,0 1 0 0 0,0-1 0 0 0,-1 1-1 0 0,1-1 1 0 0,0 1 0 0 0,-1-1 0 0 0,1 1-1 0 0,0 0 1 0 0,-1 0 0 0 0,1-1 0 0 0,-1 1-1 0 0,2 1 1 0 0,11 20 66 0 0,-1-1 0 0 0,-1 2 0 0 0,0-1-1 0 0,-2 1 1 0 0,-1 1 0 0 0,7 28 0 0 0,-13-42-47 0 0,-1 1 0 0 0,0 0 1 0 0,0 0-1 0 0,-1 13 0 0 0,0-8-16 0 0,3 1-107 0 0,5-14-180 0 0,-7-4 248 0 0,0 1 0 0 0,0-1-1 0 0,0 0 1 0 0,0 1 0 0 0,0-1 0 0 0,-1 0-1 0 0,1 0 1 0 0,0 0 0 0 0,-1 0 0 0 0,1 0 0 0 0,-1 0-1 0 0,1 0 1 0 0,-1 0 0 0 0,1 0 0 0 0,-1 0 0 0 0,1 0-1 0 0,-1 0 1 0 0,0 0 0 0 0,0 0 0 0 0,0 0-1 0 0,0 0 1 0 0,0-1 0 0 0,0 1 0 0 0,0-2 0 0 0,5-39-1457 0 0,20-32-1374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1:51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55 538 2081 0 0,'-5'3'623'0'0,"0"-1"1"0"0,0 0-1 0 0,-1 0 0 0 0,1-1 0 0 0,-11 2 1 0 0,10-2-349 0 0,5 1-208 0 0,0 0 1 0 0,0 0-1 0 0,0 0 0 0 0,1 1 1 0 0,-1-1-1 0 0,0 0 0 0 0,1 0 0 0 0,0 0 1 0 0,-1 0-1 0 0,1 1 0 0 0,0-1 1 0 0,0 0-1 0 0,1 0 0 0 0,-1 1 0 0 0,1 2 1 0 0,-1-1 122 0 0,0-2-168 0 0,1-1-1 0 0,-1 0 1 0 0,0 0-1 0 0,1 0 0 0 0,-1 1 1 0 0,1-1-1 0 0,-1 0 1 0 0,1 0-1 0 0,0 0 0 0 0,0 0 1 0 0,-1 0-1 0 0,1 0 1 0 0,0 0-1 0 0,0 0 0 0 0,0 0 1 0 0,0 0-1 0 0,0-1 1 0 0,0 1-1 0 0,0 0 0 0 0,0-1 1 0 0,0 1-1 0 0,0-1 1 0 0,1 1-1 0 0,-1-1 0 0 0,0 1 1 0 0,0-1-1 0 0,0 0 1 0 0,1 0-1 0 0,-1 1 0 0 0,0-1 1 0 0,0 0-1 0 0,1 0 1 0 0,-1 0-1 0 0,0-1 0 0 0,2 1 1 0 0,1 0 8 0 0,1 0 1 0 0,-1 0 0 0 0,1-1-1 0 0,-1 0 1 0 0,1 0 0 0 0,-1 0-1 0 0,1 0 1 0 0,-1-1-1 0 0,0 1 1 0 0,5-4 0 0 0,9-6 22 0 0,0-1 0 0 0,-1-1 1 0 0,0-1-1 0 0,27-28 0 0 0,94-124 174 0 0,-131 156-229 0 0,0 0 0 0 0,-1 0 0 0 0,0 0 0 0 0,0-1 0 0 0,-1 1 0 0 0,0-1 0 0 0,-1-1 0 0 0,5-19-1 0 0,-8 22-32 0 0,2 0 0 0 0,-1 1-1 0 0,1-1 1 0 0,0 1-1 0 0,1 0 1 0 0,0 0-1 0 0,1 0 1 0 0,-1 1-1 0 0,11-13 1 0 0,-13 18 41 0 0,1 0 0 0 0,-1-1 1 0 0,1 1-1 0 0,-1-1 0 0 0,0 0 1 0 0,0 0-1 0 0,0 0 0 0 0,0 0 0 0 0,-1 0 1 0 0,1 0-1 0 0,-1 0 0 0 0,0 0 1 0 0,0-1-1 0 0,0 1 0 0 0,0-1 1 0 0,-1 1-1 0 0,1-1 0 0 0,-1-3 1 0 0,0 5-7 0 0,0 1 1 0 0,0-1 0 0 0,0 0 0 0 0,1 0-1 0 0,-1 0 1 0 0,0 0 0 0 0,1 1-1 0 0,-1-1 1 0 0,1 0 0 0 0,0 1 0 0 0,0-1-1 0 0,-1 0 1 0 0,1 1 0 0 0,0-1-1 0 0,0 1 1 0 0,1-1 0 0 0,-1 1 0 0 0,0 0-1 0 0,0-1 1 0 0,2 0 0 0 0,6-7-3 0 0,-1-3 2 0 0,-7 11 0 0 0,0-1 0 0 0,0 1 0 0 0,-1 0 0 0 0,1 0 0 0 0,0 0 0 0 0,0 0 0 0 0,0 0 0 0 0,0 0 0 0 0,0 0 0 0 0,1 0 0 0 0,-1 0 0 0 0,0 0 0 0 0,0 0 0 0 0,1 1 0 0 0,-1-1 0 0 0,0 1 0 0 0,1-1 0 0 0,-1 1 0 0 0,1-1 0 0 0,1 1 0 0 0,27-3 0 0 0,41 7-29 0 0,-68-3 24 0 0,1 0-1 0 0,-1 0 1 0 0,0 0 0 0 0,1 0-1 0 0,-1 1 1 0 0,0-1-1 0 0,4 4 1 0 0,11 4-3 0 0,-14-7 6 0 0,0 1 1 0 0,-1-1-1 0 0,1 1 1 0 0,0 0-1 0 0,-1 0 1 0 0,1 0-1 0 0,-1 0 1 0 0,0 0-1 0 0,0 1 0 0 0,0 0 1 0 0,-1-1-1 0 0,1 1 1 0 0,-1 0-1 0 0,0 0 1 0 0,0 1-1 0 0,0-1 1 0 0,-1 0-1 0 0,1 1 0 0 0,-1-1 1 0 0,0 1-1 0 0,0-1 1 0 0,-1 1-1 0 0,1-1 1 0 0,-1 1-1 0 0,0-1 1 0 0,-1 1-1 0 0,1 0 1 0 0,-1-1-1 0 0,1 1 0 0 0,-1-1 1 0 0,-1 1-1 0 0,1-1 1 0 0,-1 0-1 0 0,0 0 1 0 0,1 1-1 0 0,-2-1 1 0 0,1 0-1 0 0,0-1 0 0 0,-1 1 1 0 0,0 0-1 0 0,0-1 1 0 0,-4 4-1 0 0,-5 5-2 0 0,-2-1 1 0 0,1 0-1 0 0,-1-1 0 0 0,-1 0 0 0 0,-28 13 0 0 0,-86 32 94 0 0,108-47 70 0 0,-3 2 34 0 0,4-1-37 0 0,-1-1 0 0 0,0-1 0 0 0,0 0 1 0 0,-1-2-1 0 0,0 0 0 0 0,-30 2 0 0 0,51-7-154 0 0,-1 0-1 0 0,1 0 1 0 0,-1 0-1 0 0,1 0 1 0 0,-1-1 0 0 0,1 1-1 0 0,-1 0 1 0 0,1-1 0 0 0,-1 1-1 0 0,1-1 1 0 0,-1 1 0 0 0,-1-2-1 0 0,3 2 0 0 0,0 0 0 0 0,-1-1-1 0 0,1 1 1 0 0,0 0 0 0 0,-1-1-1 0 0,1 1 1 0 0,0 0 0 0 0,0-1-1 0 0,0 1 1 0 0,-1 0 0 0 0,1-1-1 0 0,0 1 1 0 0,0-1 0 0 0,0 1 0 0 0,0 0-1 0 0,0-1 1 0 0,0 1 0 0 0,0-1-1 0 0,0 1 1 0 0,0 0 0 0 0,0-1-1 0 0,0 1 1 0 0,0-1 0 0 0,0 1 0 0 0,0 0-1 0 0,0-1 1 0 0,0 1 0 0 0,1-1-1 0 0,0-2 6 0 0,1 0 0 0 0,0 0 0 0 0,0 0 0 0 0,0 1 1 0 0,0-1-1 0 0,0 1 0 0 0,1-1 0 0 0,4-3 0 0 0,3 0-10 0 0,-1 0 0 0 0,1 0 0 0 0,1 1 1 0 0,-1 0-1 0 0,22-6 0 0 0,59-12-74 0 0,-72 19 14 0 0,1 1 0 0 0,-1 0 0 0 0,1 2-1 0 0,0 0 1 0 0,21 3 0 0 0,-30-1-35 0 0,0 1 0 0 0,0 0 1 0 0,0 1-1 0 0,0 0 0 0 0,-1 1 1 0 0,1 0-1 0 0,-1 0 0 0 0,0 2 1 0 0,0-1-1 0 0,12 9 0 0 0,32 34-1409 0 0,-19-4-1441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1:51.5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1 252 1361 0 0,'1'1'201'0'0,"0"-1"0"0"0,0 1 0 0 0,0 0 0 0 0,0-1 0 0 0,0 1 0 0 0,0 0 0 0 0,0-1 0 0 0,0 1 0 0 0,1-1 0 0 0,-1 0 0 0 0,0 1 0 0 0,0-1 0 0 0,1 0 0 0 0,-1 0 0 0 0,0 0 0 0 0,0 0 0 0 0,1 0 0 0 0,-1 0 0 0 0,0 0 1 0 0,0 0-1 0 0,1 0 0 0 0,-1-1 0 0 0,0 1 0 0 0,0 0 0 0 0,0-1 0 0 0,1 1 0 0 0,0-2 0 0 0,9-2 12 0 0,2-1-137 0 0,-1-1 1 0 0,0 0 0 0 0,0-1 0 0 0,-1 0 0 0 0,0 0-1 0 0,0-1 1 0 0,10-10 0 0 0,97-87-130 0 0,-63 56 53 0 0,-54 47 4 0 0,0 0 0 0 0,1 0 1 0 0,-1 0-1 0 0,1 0 0 0 0,-1 1 0 0 0,1-1 1 0 0,0 0-1 0 0,0 1 0 0 0,-1-1 1 0 0,1 1-1 0 0,0 0 0 0 0,0 0 1 0 0,1 0-1 0 0,1-1 0 0 0,-3 1-2 0 0,6-7 245 0 0,-9 27 0 0 0,4 38-37 0 0,-1-34-143 0 0,0 1 1 0 0,-2-1-1 0 0,0 0 0 0 0,-6 24 1 0 0,-3-15-16 0 0,8-28-49 0 0,0-1-1 0 0,0 1 1 0 0,1 0-1 0 0,0 0 1 0 0,0 0-1 0 0,0 0 1 0 0,0 0 0 0 0,0 0-1 0 0,1 0 1 0 0,0 0-1 0 0,0 0 1 0 0,0 0-1 0 0,0 0 1 0 0,0 0 0 0 0,3 7-1 0 0,8 7-2 0 0,-10-16-9 0 0,1 0-1 0 0,-1 0 1 0 0,0 0-1 0 0,1 0 0 0 0,-1 0 1 0 0,0 0-1 0 0,0 0 1 0 0,-1 0-1 0 0,1 0 1 0 0,0 0-1 0 0,-1 0 1 0 0,1 1-1 0 0,-1 2 1 0 0,0-47-5914 0 0,0 17 3415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1:51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1361 0 0,'59'17'1360'0'0,"1"-4"-2080"0"0,-7-13-561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1:53.8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149 139 560 0 0,'0'-1'99'0'0,"0"1"0"0"0,0-1 0 0 0,0 1 0 0 0,0-1 0 0 0,0 1 0 0 0,0-1-1 0 0,0 1 1 0 0,-1-1 0 0 0,1 1 0 0 0,0-1 0 0 0,0 1 0 0 0,0-1 0 0 0,-1 1 0 0 0,1-1-1 0 0,0 1 1 0 0,0-1 0 0 0,-1 1 0 0 0,1 0 0 0 0,0-1 0 0 0,-1 1 0 0 0,1-1 0 0 0,-1 1-1 0 0,1 0 1 0 0,0 0 0 0 0,-1-1 0 0 0,1 1 0 0 0,-1 0 0 0 0,1 0 0 0 0,-1-1 0 0 0,1 1-1 0 0,-1 0 1 0 0,1 0 0 0 0,-1 0 0 0 0,1 0 0 0 0,-1 0 0 0 0,1 0 0 0 0,-1 0 0 0 0,1 0-1 0 0,-1 0 1 0 0,1 0 0 0 0,-1 0 0 0 0,1 0 0 0 0,-1 0 0 0 0,1 0 0 0 0,-1 0 0 0 0,1 0-1 0 0,-1 1 1 0 0,0-1-90 0 0,1 0-1 0 0,0 0 0 0 0,-1 0 0 0 0,1 1 1 0 0,0-1-1 0 0,-1 0 0 0 0,1 0 0 0 0,0 0 1 0 0,-1 0-1 0 0,1 0 0 0 0,0 0 0 0 0,-1 0 1 0 0,1 0-1 0 0,0 0 0 0 0,-1 0 0 0 0,1 0 1 0 0,0 0-1 0 0,-1 0 0 0 0,1 0 0 0 0,0 0 1 0 0,-1-1-1 0 0,1 1 0 0 0,0 0 0 0 0,-1 0 1 0 0,1 0-1 0 0,0 0 0 0 0,-1-1 0 0 0,1 1 1 0 0,0 0-1 0 0,0 0 0 0 0,-1-1 0 0 0,1 1 1 0 0,0 0-1 0 0,0 0 0 0 0,-1-1 0 0 0,1 1 1 0 0,0 0-1 0 0,0-1 0 0 0,0 1 0 0 0,0 0 1 0 0,0-1-1 0 0,-1 1 0 0 0,1-1 0 0 0,0 0 152 0 0,-1 0-152 0 0,-1 1-1 0 0,1 0 0 0 0,0-1 0 0 0,-1 1 0 0 0,1 0 1 0 0,-1 0-1 0 0,1 0 0 0 0,-1 0 0 0 0,1 0 1 0 0,-1 0-1 0 0,1 0 0 0 0,-3 1 0 0 0,1 0 6 0 0,-2-2 54 0 0,5-3 13 0 0,0 3 240 0 0,-16 0-227 0 0,16 1-85 0 0,-1 0 0 0 0,1 0-1 0 0,-1 0 1 0 0,1 0-1 0 0,-1 0 1 0 0,1 0 0 0 0,-1 0-1 0 0,1 0 1 0 0,0 0-1 0 0,-1 0 1 0 0,1 0 0 0 0,-1 0-1 0 0,1 0 1 0 0,-1-1-1 0 0,1 1 1 0 0,0 0 0 0 0,-1 0-1 0 0,1 0 1 0 0,-1-1-1 0 0,1 1 1 0 0,0 0 0 0 0,-1-1-1 0 0,1 1 1 0 0,0 0-1 0 0,-1-1 1 0 0,-2-26 181 0 0,3 27-186 0 0,0-1-1 0 0,0 0 1 0 0,0 0 0 0 0,1 1-1 0 0,-1-1 1 0 0,0 0-1 0 0,0 0 1 0 0,0 1 0 0 0,1-1-1 0 0,-1 0 1 0 0,1 1-1 0 0,-1-1 1 0 0,0 1-1 0 0,1-1 1 0 0,-1 0 0 0 0,1 1-1 0 0,-1-1 1 0 0,1 1-1 0 0,-1-1 1 0 0,1 1 0 0 0,0-1-1 0 0,-1 1 1 0 0,1 0-1 0 0,0-1 1 0 0,-1 1 0 0 0,1 0-1 0 0,0-1 1 0 0,-1 1-1 0 0,1 0 1 0 0,0 0 0 0 0,0 0-1 0 0,-1-1 1 0 0,2 1-1 0 0,6-2-10 0 0,2-4 8 0 0,1 1 0 0 0,0 0 0 0 0,20-5 0 0 0,-20 7 0 0 0,-1 0 0 0 0,0-1 0 0 0,14-8 0 0 0,-8 5-4 0 0,-12 7 12 0 0,-1 1 1 0 0,1-1-1 0 0,0 0 1 0 0,0-1-1 0 0,0 1 1 0 0,0-1-1 0 0,-1 0 0 0 0,1 0 1 0 0,5-2-1 0 0,-4 2 232 0 0,-5 21 721 0 0,0 134-414 0 0,0-152-547 0 0,1 0 1 0 0,-1 0 0 0 0,0 0-1 0 0,0-1 1 0 0,1 1 0 0 0,-1 0 0 0 0,1 0-1 0 0,-1-1 1 0 0,1 1 0 0 0,0 0-1 0 0,0-1 1 0 0,0 1 0 0 0,0-1-1 0 0,0 1 1 0 0,0-1 0 0 0,0 0-1 0 0,0 1 1 0 0,3 1 0 0 0,5 8-1 0 0,0 4 31 0 0,1 0 0 0 0,17 21 0 0 0,-14-20 23 0 0,-12-15-53 0 0,0 0 0 0 0,-1 0 0 0 0,1 0 0 0 0,-1 0 0 0 0,1 0 0 0 0,-1 0 0 0 0,1 0-1 0 0,-1 1 1 0 0,0-1 0 0 0,0 0 0 0 0,0 0 0 0 0,1 0 0 0 0,-1 0 0 0 0,-1 3 0 0 0,1-3-2 0 0,0 1 0 0 0,0-1 0 0 0,0 0 0 0 0,1 1 0 0 0,-1-1 0 0 0,0 0 0 0 0,0 1 0 0 0,1-1 0 0 0,-1 0 0 0 0,1 1 0 0 0,-1-1 0 0 0,1 0 0 0 0,0 2 0 0 0,5 4-24 0 0,-4-5 27 0 0,0 0 0 0 0,-1 1 0 0 0,1-1 0 0 0,0 0 0 0 0,-1 1 0 0 0,1-1 0 0 0,-1 1 0 0 0,0-1 0 0 0,0 1 0 0 0,0-1 0 0 0,0 1 0 0 0,0 0 0 0 0,-1 0 0 0 0,1-1 0 0 0,-1 1 0 0 0,0 0 0 0 0,0 0 0 0 0,0 0 0 0 0,0 0 0 0 0,0-1 0 0 0,0 1 0 0 0,-1 0 0 0 0,1 0 0 0 0,-1-1-1 0 0,-2 6 1 0 0,-17 24 38 0 0,11-13-64 0 0,7-13 20 0 0,-1 0 0 0 0,1 0 0 0 0,-2-1-1 0 0,1 1 1 0 0,0-1 0 0 0,-5 5 0 0 0,-7 9 4 0 0,1 1 1 0 0,-15 29-1 0 0,18-28-3 0 0,-2-1-1 0 0,0 0 0 0 0,-16 17 1 0 0,12-18-17 0 0,3-5 9 0 0,1 1-1 0 0,1 1 0 0 0,-16 25 0 0 0,-7 16 12 0 0,20-33-33 0 0,-19 37-1 0 0,19-30 38 0 0,9-15 43 0 0,6-15-46 0 0,0 0 0 0 0,1 0 0 0 0,-1 0 0 0 0,1-1-1 0 0,-1 1 1 0 0,1 0 0 0 0,-1 0 0 0 0,1-1 0 0 0,-1 1 0 0 0,1 0 0 0 0,0-1 0 0 0,-1 1 0 0 0,1-1-1 0 0,0 1 1 0 0,-1-1 0 0 0,1 1 0 0 0,1 0 0 0 0,-1 0-4 0 0,0 1 1 0 0,0-1-1 0 0,0 1 0 0 0,-1 0 1 0 0,1-1-1 0 0,0 1 0 0 0,-1 0 1 0 0,0 0-1 0 0,1-1 0 0 0,-1 1 1 0 0,0 0-1 0 0,0 0 0 0 0,0-1 1 0 0,0 1-1 0 0,0 0 0 0 0,-1 0 1 0 0,1 0-1 0 0,0-1 0 0 0,-1 1 1 0 0,1 0-1 0 0,-1-1 0 0 0,0 1 1 0 0,0 0-1 0 0,-1 1 0 0 0,-4 0 18 0 0,-6 6 18 0 0,11-6-32 0 0,0-1-1 0 0,0 1 1 0 0,0 0-1 0 0,0 0 1 0 0,1-1-1 0 0,-1 1 1 0 0,1 0-1 0 0,0 0 1 0 0,0 0-1 0 0,0 3 1 0 0,0-3-41 0 0,5-3 80 0 0,19-1-27 0 0,6-3-13 0 0,-5 3 13 0 0,-15 0 41 0 0,14-4-41 0 0,17 1-12 0 0,-34 5 2 0 0,0 1 6 0 0,86 6 71 0 0,116 18-94 0 0,-103-9 15 0 0,43 7 66 0 0,-31-5 26 0 0,-83-14-93 0 0,-11-6-13 0 0,-14-10-81 0 0,-7 9-3 0 0,-1-1 0 0 0,0 1 0 0 0,0-1 0 0 0,0 1 0 0 0,0-1-1 0 0,0 0 1 0 0,0 0 0 0 0,-1 0 0 0 0,1 0 0 0 0,-1 0-1 0 0,0 0 1 0 0,0 0 0 0 0,0-1 0 0 0,-1 1 0 0 0,1 0-1 0 0,-1 0 1 0 0,1-1 0 0 0,-1 1 0 0 0,0 0 0 0 0,-1-6 0 0 0,1 0-565 0 0,1 7 427 0 0,-1 0 1 0 0,0 1-1 0 0,0-1 0 0 0,0 0 1 0 0,0 0-1 0 0,0 0 1 0 0,0 0-1 0 0,0 0 0 0 0,0 0 1 0 0,-1 0-1 0 0,1 0 1 0 0,-1 1-1 0 0,0-1 0 0 0,1 0 1 0 0,-3-3-1 0 0,-22-3-2246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1:54.9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31 376 2401 0 0,'-7'0'315'0'0,"6"0"-261"0"0,1 1 1 0 0,-1-1-1 0 0,0 0 0 0 0,0 0 0 0 0,1 0 1 0 0,-1 0-1 0 0,0 0 0 0 0,1 0 0 0 0,-1 0 1 0 0,0 0-1 0 0,0 0 0 0 0,1 0 0 0 0,-1 0 1 0 0,0 0-1 0 0,0 0 0 0 0,1-1 1 0 0,-1 1-1 0 0,0 0 0 0 0,1 0 0 0 0,-1-1 1 0 0,0 1-1 0 0,1-1 0 0 0,-1 1 0 0 0,1-1 1 0 0,-1 1-1 0 0,0-1 0 0 0,1 1 0 0 0,-1-1 1 0 0,1 1-1 0 0,-1-1 0 0 0,1 1 0 0 0,0-1 1 0 0,-1 0-1 0 0,1 1 0 0 0,0-1 0 0 0,-1 0 1 0 0,1 1-1 0 0,0-1 0 0 0,0 0 1 0 0,0 0-1 0 0,0 1 0 0 0,-1-1 0 0 0,1 0 1 0 0,0 0-1 0 0,0 1 0 0 0,0-1 0 0 0,0 0 1 0 0,1 0-1 0 0,-1 0 0 0 0,1-3-41 0 0,0 1-1 0 0,1-1 1 0 0,-1 1-1 0 0,1-1 1 0 0,0 1-1 0 0,0 0 1 0 0,0 0 0 0 0,1 0-1 0 0,-1 0 1 0 0,1 0-1 0 0,-1 0 1 0 0,1 1-1 0 0,0-1 1 0 0,0 1-1 0 0,5-3 1 0 0,11-12 40 0 0,92-89 392 0 0,-59 58-250 0 0,-8 4 18 0 0,-24 28-155 0 0,19-19 71 0 0,-33 31-117 0 0,1 0-1 0 0,0 1 1 0 0,0-1-1 0 0,0 1 1 0 0,0 1-1 0 0,11-4 1 0 0,2 0-13 0 0,-17 2 1 0 0,0 2-1 0 0,21 2 15 0 0,-24 0-12 0 0,0 0 0 0 0,1 0 0 0 0,-1 0 0 0 0,0 1 0 0 0,1-1 0 0 0,-1 0 0 0 0,0 0-1 0 0,1 1 1 0 0,-1-1 0 0 0,0 0 0 0 0,1 1 0 0 0,-1-1 0 0 0,0 0 0 0 0,0 1 0 0 0,1-1 0 0 0,-1 0-1 0 0,0 1 1 0 0,0-1 0 0 0,0 0 0 0 0,0 1 0 0 0,0-1 0 0 0,1 1 0 0 0,-1-1 0 0 0,0 1-1 0 0,0-1 1 0 0,0 0 0 0 0,0 1 0 0 0,0-1 0 0 0,0 1 0 0 0,0-1 0 0 0,0 1 0 0 0,0-1-1 0 0,-1 0 1 0 0,1 1 0 0 0,0-1 0 0 0,0 1 0 0 0,-1 2 8 0 0,1 22 37 0 0,-1 0-1 0 0,-8 48 0 0 0,6-60-43 0 0,-1 0-1 0 0,0 0 1 0 0,-1 0 0 0 0,-1 0-1 0 0,0-1 1 0 0,0 0 0 0 0,-9 12 0 0 0,10-17 1 0 0,2-4 6 0 0,1 1 0 0 0,-1-1-1 0 0,1 1 1 0 0,0-1 0 0 0,0 1 0 0 0,0 0-1 0 0,0 0 1 0 0,1 0 0 0 0,0 0-1 0 0,-1 0 1 0 0,1 0 0 0 0,1 0 0 0 0,-1 0-1 0 0,1 0 1 0 0,0 9 0 0 0,0-8 7 0 0,0 5 63 0 0,0-11-31 0 0,0 0-46 0 0,1 0 0 0 0,0 0 0 0 0,0 0 0 0 0,0 0 0 0 0,-1 0 0 0 0,1 0-1 0 0,0 1 1 0 0,0-1 0 0 0,0 0 0 0 0,1 1 0 0 0,-1-1 0 0 0,0 0 0 0 0,0 1 0 0 0,0 0-1 0 0,0-1 1 0 0,1 1 0 0 0,-1 0 0 0 0,2-1 0 0 0,0 0 9 0 0,17-13 0 0 0,-2-1 1 0 0,0-1-1 0 0,0-1 1 0 0,22-28-1 0 0,-22 24-4 0 0,1 1 0 0 0,0 0 0 0 0,24-16-1 0 0,11 5-7 0 0,-44 19 0 0 0,-9 11 0 0 0,0 1 0 0 0,0-1 0 0 0,0 1 0 0 0,0 0 0 0 0,0-1 0 0 0,0 1 0 0 0,0 0 0 0 0,0 0 0 0 0,0-1 0 0 0,1 1 0 0 0,-1 0 0 0 0,0 0 0 0 0,0 0 0 0 0,0 0 0 0 0,0 1 0 0 0,2-1 0 0 0,-3 1 1 0 0,1-1 0 0 0,-1 1-1 0 0,1 0 1 0 0,-1 0-1 0 0,1-1 1 0 0,-1 1 0 0 0,1 0-1 0 0,-1 0 1 0 0,0 0-1 0 0,1 0 1 0 0,-1 0-1 0 0,0-1 1 0 0,0 1 0 0 0,0 0-1 0 0,0 0 1 0 0,0 0-1 0 0,0 0 1 0 0,0 0-1 0 0,0 0 1 0 0,0 0 0 0 0,0 0-1 0 0,-1 1 1 0 0,1 5 11 0 0,0 0-1 0 0,-1 0 1 0 0,-1 0 0 0 0,1 0 0 0 0,-1 0 0 0 0,0-1 0 0 0,-1 1 0 0 0,1 0-1 0 0,-1-1 1 0 0,-1 0 0 0 0,1 1 0 0 0,-1-2 0 0 0,0 1 0 0 0,-7 7-1 0 0,4-3 15 0 0,0 0 0 0 0,1 0 0 0 0,-1 0 0 0 0,-7 22 0 0 0,12-26-9 0 0,0-1 0 0 0,0 0 0 0 0,-1 0 0 0 0,1 0 0 0 0,-1 0 0 0 0,0 0 1 0 0,-6 7-1 0 0,5-7-8 0 0,3-4-8 0 0,1-1 0 0 0,-1 1 0 0 0,1 0 0 0 0,-1 0 0 0 0,1 0 0 0 0,-1 0 0 0 0,1 0-1 0 0,0 1 1 0 0,-1-1 0 0 0,1 0 0 0 0,0 0 0 0 0,0 0 0 0 0,0 0 0 0 0,0 2 0 0 0,0 4-1 0 0,5-12 0 0 0,14-5 24 0 0,0-1 1 0 0,0-1 0 0 0,-1-1 0 0 0,-1 0 0 0 0,0-1-1 0 0,17-19 1 0 0,-13 12 7 0 0,12-15 3 0 0,-25 24-35 0 0,-8 10 0 0 0,1 0 0 0 0,0 1 0 0 0,0-1 0 0 0,0 1 0 0 0,0-1 0 0 0,0 1 0 0 0,0-1 0 0 0,0 1 0 0 0,1 0 0 0 0,-1-1 0 0 0,1 1 0 0 0,-1 0 0 0 0,0 0 0 0 0,1 0 0 0 0,0 0 0 0 0,-1 0 0 0 0,1 1 0 0 0,3-2 0 0 0,20-9 0 0 0,-25 10-2 0 0,1 1 1 0 0,0 0-1 0 0,-1-1 0 0 0,1 1 1 0 0,0 0-1 0 0,-1 0 0 0 0,1-1 1 0 0,0 1-1 0 0,0 0 1 0 0,-1 0-1 0 0,1 0 0 0 0,0 0 1 0 0,0 0-1 0 0,-1 0 0 0 0,1 0 1 0 0,0 0-1 0 0,0 0 0 0 0,-1 0 1 0 0,1 1-1 0 0,0-1 1 0 0,-1 0-1 0 0,1 0 0 0 0,0 1 1 0 0,0-1-1 0 0,-1 0 0 0 0,1 1 1 0 0,-1-1-1 0 0,1 1 1 0 0,0-1-1 0 0,-1 1 0 0 0,1-1 1 0 0,-1 1-1 0 0,1-1 0 0 0,-1 1 1 0 0,1-1-1 0 0,-1 1 1 0 0,0 0-1 0 0,1-1 0 0 0,-1 1 1 0 0,1 1-1 0 0,0 0-106 0 0,0 1 1 0 0,0 0-1 0 0,0 0 0 0 0,-1-1 1 0 0,1 1-1 0 0,-1 0 0 0 0,0 0 1 0 0,1 0-1 0 0,-1 0 0 0 0,0 0 1 0 0,-1-1-1 0 0,1 1 0 0 0,-2 6 1 0 0,-22 61-4162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1:55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31 477 2081 0 0,'0'14'819'0'0,"1"-11"-652"0"0,-1 1 0 0 0,1-1 0 0 0,-1 1 0 0 0,0-1-1 0 0,0 1 1 0 0,-1-1 0 0 0,1 1 0 0 0,-1-1 0 0 0,1 1 0 0 0,-1-1-1 0 0,0 0 1 0 0,-2 5 0 0 0,-6 0 43 0 0,8-7-187 0 0,0 0 0 0 0,-1 0-1 0 0,1 0 1 0 0,0 0 0 0 0,0 0 0 0 0,0 0 0 0 0,0 1 0 0 0,0-1 0 0 0,0 0-1 0 0,1 0 1 0 0,-1 1 0 0 0,0-1 0 0 0,1 1 0 0 0,-1-1 0 0 0,0 1 0 0 0,1-1-1 0 0,0 1 1 0 0,-1-1 0 0 0,1 2 0 0 0,0-2-16 0 0,0 0 1 0 0,1-1-1 0 0,-1 1 1 0 0,0 0-1 0 0,1-1 0 0 0,-1 1 1 0 0,0-1-1 0 0,1 1 1 0 0,-1-1-1 0 0,1 1 0 0 0,-1-1 1 0 0,1 1-1 0 0,-1-1 1 0 0,1 1-1 0 0,-1-1 0 0 0,1 0 1 0 0,-1 1-1 0 0,1-1 1 0 0,-1 0-1 0 0,1 0 0 0 0,0 1 1 0 0,-1-1-1 0 0,1 0 1 0 0,0 0-1 0 0,-1 0 0 0 0,2 1 1 0 0,17 1 129 0 0,-17-2-47 0 0,-1 0-72 0 0,0 1-12 0 0,0-1-1 0 0,0 0 1 0 0,0 0 0 0 0,0 0-1 0 0,0 0 1 0 0,0 0 0 0 0,0 0-1 0 0,0 0 1 0 0,0-1 0 0 0,0 1-1 0 0,0 0 1 0 0,0 0 0 0 0,0-1-1 0 0,0 1 1 0 0,-1-1 0 0 0,1 1-1 0 0,0 0 1 0 0,0-1 0 0 0,0 0-1 0 0,0 1 1 0 0,-1-1 0 0 0,1 0 0 0 0,0 1-1 0 0,0-2 1 0 0,-1 1-1 0 0,1 0 1 0 0,-1 0-1 0 0,0-1 1 0 0,0 1-1 0 0,1 0 0 0 0,-1 0 1 0 0,1 0-1 0 0,-1 0 1 0 0,1 0-1 0 0,0 0 1 0 0,-1 0-1 0 0,1 0 0 0 0,0 0 1 0 0,-1 0-1 0 0,1 0 1 0 0,0 0-1 0 0,0 1 0 0 0,0-1 1 0 0,0 0-1 0 0,0 0 1 0 0,0 1-1 0 0,1-1 1 0 0,12-10 42 0 0,5-12 41 0 0,-1-1 0 0 0,-1 0 0 0 0,-1-1 0 0 0,16-34 0 0 0,9-14 67 0 0,-12 28-59 0 0,61-72 1 0 0,-69 94-84 0 0,0 1 0 0 0,2 1 1 0 0,0 1-1 0 0,36-24 0 0 0,-43 31-17 0 0,-15 12 4 0 0,0 0-1 0 0,0 0 1 0 0,0 0 0 0 0,0 0-1 0 0,0 1 1 0 0,0-1-1 0 0,0 0 1 0 0,1 1-1 0 0,-1-1 1 0 0,0 0-1 0 0,0 1 1 0 0,1-1-1 0 0,1 1 1 0 0,52-4-72 0 0,-54 4 72 0 0,0 0 0 0 0,0 0-1 0 0,0 0 1 0 0,0 0 0 0 0,1 0 0 0 0,-1 0 0 0 0,0 0 0 0 0,0 0 0 0 0,0 0 0 0 0,0 1 0 0 0,1-1 0 0 0,-1 0 0 0 0,0 1 0 0 0,0-1 0 0 0,0 1 0 0 0,0-1 0 0 0,0 1-1 0 0,0 0 1 0 0,0-1 0 0 0,0 1 0 0 0,0 0 0 0 0,0 0 0 0 0,-1 0 0 0 0,1 0 0 0 0,0-1 0 0 0,0 3 0 0 0,0 0 10 0 0,0 0 0 0 0,-1 1 1 0 0,0-1-1 0 0,0 0 0 0 0,0 1 0 0 0,0-1 1 0 0,-1 1-1 0 0,1-1 0 0 0,-1 0 0 0 0,0 0 1 0 0,-2 6-1 0 0,0 2 16 0 0,-1-1 0 0 0,0 0 0 0 0,-1-1 1 0 0,0 1-1 0 0,-1-1 0 0 0,-12 17 0 0 0,-51 49 132 0 0,45-50-121 0 0,13-13-1 0 0,-1 0-1 0 0,0 0 1 0 0,-1-1 0 0 0,0 0 0 0 0,-1-2 0 0 0,0 1 0 0 0,0-2 0 0 0,-1 0 0 0 0,0 0 0 0 0,-1-2 0 0 0,0 0 0 0 0,-26 7 0 0 0,41-13-36 0 0,1 0 0 0 0,0 0 1 0 0,-1 0-1 0 0,1 0 0 0 0,0-1 0 0 0,0 1 0 0 0,-1 0 1 0 0,1 0-1 0 0,0 0 0 0 0,0 0 0 0 0,-1 0 1 0 0,1-1-1 0 0,0 1 0 0 0,0 0 0 0 0,0 0 1 0 0,-1 0-1 0 0,1-1 0 0 0,0 1 0 0 0,0 0 0 0 0,0 0 1 0 0,0-1-1 0 0,-1 1 0 0 0,1 0 0 0 0,0 0 1 0 0,0-1-1 0 0,0 1 0 0 0,0 0 0 0 0,0-1 1 0 0,0 1-1 0 0,0 0 0 0 0,0 0 0 0 0,0-1 0 0 0,0 1 1 0 0,0 0-1 0 0,0-1 0 0 0,0 1 0 0 0,0 0 1 0 0,0 0-1 0 0,0-1 0 0 0,0 1 0 0 0,0 0 1 0 0,0-1-1 0 0,1 1 0 0 0,-1 0 0 0 0,0 0 0 0 0,0-1 1 0 0,0 1-1 0 0,0 0 0 0 0,1 0 0 0 0,-1 0 1 0 0,0-1-1 0 0,0 1 0 0 0,0 0 0 0 0,1 0 1 0 0,-1 0-1 0 0,0 0 0 0 0,0-1 0 0 0,1 1 0 0 0,-1 0 1 0 0,0 0-1 0 0,0 0 0 0 0,1 0 0 0 0,-1 0 1 0 0,1 0-1 0 0,4-3-1 0 0,-4 2 0 0 0,0 1 0 0 0,0-1 0 0 0,1 1 0 0 0,-1-1 0 0 0,0 0 0 0 0,0 1 0 0 0,0-1 0 0 0,0 0 0 0 0,0 0 0 0 0,-1 0 0 0 0,1 0 0 0 0,0 0 0 0 0,0 0 0 0 0,0 0 0 0 0,-1 0 0 0 0,1 0 0 0 0,-1 0 0 0 0,1 0 0 0 0,-1 0 0 0 0,1-1 0 0 0,-1 1 0 0 0,1 0 0 0 0,-1 0 0 0 0,0 0 0 0 0,0-1 0 0 0,0-1 0 0 0,1 0 0 0 0,-1 1 0 0 0,0 0 0 0 0,1-1 0 0 0,0 1 0 0 0,-1 0 0 0 0,1 0 0 0 0,0-1 0 0 0,0 1 0 0 0,0 0 0 0 0,1 0 0 0 0,-1 0 0 0 0,0 0 0 0 0,1 0 0 0 0,-1 0 0 0 0,1 1 0 0 0,0-1 0 0 0,0 0 0 0 0,-1 1 0 0 0,4-2 0 0 0,46-27 0 0 0,-14 9 0 0 0,-34 19 0 0 0,0 0 0 0 0,0 0 0 0 0,0 0 0 0 0,1 1 0 0 0,-1 0 1 0 0,0-1-1 0 0,1 1 0 0 0,-1 0 0 0 0,1 0 0 0 0,0 1 0 0 0,-1-1 0 0 0,1 1 0 0 0,0 0 0 0 0,-1 0 1 0 0,1 0-1 0 0,0 0 0 0 0,-1 1 0 0 0,1-1 0 0 0,-1 1 0 0 0,1 0 0 0 0,-1 0 0 0 0,1 0 0 0 0,-1 1 1 0 0,0-1-1 0 0,1 1 0 0 0,-1 0 0 0 0,3 2 0 0 0,2 1 7 0 0,-1 0 0 0 0,0 0 0 0 0,0 0 0 0 0,-1 1 0 0 0,0 0 0 0 0,0 0 0 0 0,0 1 0 0 0,-1 0 0 0 0,0 0 0 0 0,6 10 0 0 0,-10-13-1 0 0,1 0 1 0 0,-1 0-1 0 0,0 0 1 0 0,0 1-1 0 0,-1-1 1 0 0,1 1-1 0 0,-1-1 1 0 0,0 9-1 0 0,0-9-6 0 0,-1 0-1 0 0,1 1 1 0 0,1-1-1 0 0,-1 0 1 0 0,1 0-1 0 0,-1 0 1 0 0,1 0-1 0 0,1 0 1 0 0,2 7-1 0 0,-2-6-128 0 0,1-1-1 0 0,-1 0 0 0 0,1 0 1 0 0,0 0-1 0 0,1 0 1 0 0,-1 0-1 0 0,1-1 1 0 0,0 1-1 0 0,-1-1 0 0 0,2 0 1 0 0,-1 0-1 0 0,0-1 1 0 0,6 4-1 0 0,19 1-1711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1:56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237 219 960 0 0,'-7'7'3519'0'0,"-10"-4"-3012"0"0,17-3-291 0 0,-5 1 972 0 0,5-2-1172 0 0,-1-1 0 0 0,1 1 1 0 0,1 0-1 0 0,-1 0 1 0 0,0 0-1 0 0,0-1 1 0 0,0 1-1 0 0,1 0 0 0 0,-1 0 1 0 0,0 0-1 0 0,1 0 1 0 0,-1-1-1 0 0,1 1 0 0 0,0 0 1 0 0,-1 0-1 0 0,1 0 1 0 0,0 0-1 0 0,0 0 1 0 0,-1 0-1 0 0,1 1 0 0 0,0-1 1 0 0,0 0-1 0 0,0 0 1 0 0,0 1-1 0 0,1-2 0 0 0,-1 2-7 0 0,0-1 0 0 0,0 0 0 0 0,0 1-1 0 0,0-1 1 0 0,0 0 0 0 0,0 0 0 0 0,0 0-1 0 0,0 0 1 0 0,0 0 0 0 0,-1 0-1 0 0,1 0 1 0 0,0 0 0 0 0,-1 0 0 0 0,1 0-1 0 0,-1-1 1 0 0,1 1 0 0 0,-1 0-1 0 0,1 0 1 0 0,-1 0 0 0 0,0-1 0 0 0,0 1-1 0 0,0 0 1 0 0,0 0 0 0 0,0-1 0 0 0,0 0-1 0 0,0-15 103 0 0,-1 11-81 0 0,0 0 1 0 0,1 0 0 0 0,0 1-1 0 0,1-1 1 0 0,-1 0 0 0 0,1 0 0 0 0,0 1-1 0 0,3-11 1 0 0,7 2 28 0 0,-10 13-53 0 0,1 0 0 0 0,-1-1 0 0 0,0 1 0 0 0,0 0 0 0 0,0-1 0 0 0,0 1 0 0 0,0-1 0 0 0,0 1 0 0 0,-1-1 0 0 0,1 1 0 0 0,0-1 0 0 0,-1 1 0 0 0,1-1 0 0 0,-1 0 0 0 0,0 1 0 0 0,1-1 0 0 0,-1 0 0 0 0,0-2 0 0 0,0 2-1 0 0,-1 0 0 0 0,1 1 0 0 0,0-1-1 0 0,0 0 1 0 0,0 0 0 0 0,0 0-1 0 0,1 0 1 0 0,-1 1 0 0 0,1-1 0 0 0,-1 0-1 0 0,1 0 1 0 0,-1 0 0 0 0,1 1-1 0 0,0-1 1 0 0,0 0 0 0 0,0 1 0 0 0,0-1-1 0 0,0 1 1 0 0,0-1 0 0 0,0 1-1 0 0,0 0 1 0 0,1-1 0 0 0,-1 1-1 0 0,1 0 1 0 0,-1 0 0 0 0,1 0 0 0 0,-1 0-1 0 0,1 0 1 0 0,-1 0 0 0 0,1 0-1 0 0,0 1 1 0 0,0-1 0 0 0,2 0 0 0 0,12 1-5 0 0,-13 0 0 0 0,-1 1 1 0 0,0 0-1 0 0,1 0 1 0 0,-1 0 0 0 0,0 0-1 0 0,0 1 1 0 0,0-1 0 0 0,0 1-1 0 0,0-1 1 0 0,2 3-1 0 0,-1-2 7 0 0,-3-1-6 0 0,0-1 0 0 0,1 0 0 0 0,-1 0 1 0 0,0 0-1 0 0,0 1 0 0 0,1-1 0 0 0,-1 0 0 0 0,0 0 0 0 0,0 1 0 0 0,0-1 1 0 0,1 0-1 0 0,-1 0 0 0 0,0 1 0 0 0,0-1 0 0 0,0 0 0 0 0,0 1 1 0 0,0-1-1 0 0,0 0 0 0 0,0 1 0 0 0,1-1 0 0 0,-1 0 0 0 0,0 0 1 0 0,0 1-1 0 0,0-1 0 0 0,0 0 0 0 0,0 1 0 0 0,-1-1 0 0 0,1 0 1 0 0,0 1-1 0 0,0-1 0 0 0,0 0 0 0 0,0 1 0 0 0,0-1 0 0 0,0 0 0 0 0,0 1 1 0 0,-1-1-1 0 0,1 0 0 0 0,0 0 0 0 0,0 1 0 0 0,0-1 0 0 0,-1 0 1 0 0,1 0-1 0 0,0 1 0 0 0,0-1 0 0 0,-1 0 0 0 0,-6 6 10 0 0,6-5-7 0 0,-1 0-1 0 0,1 0 1 0 0,0 0 0 0 0,0 0 0 0 0,0 0-1 0 0,-1 0 1 0 0,1 0 0 0 0,0 0 0 0 0,1 1-1 0 0,-1-1 1 0 0,0 0 0 0 0,0 1 0 0 0,0-1 0 0 0,1 1-1 0 0,-1-1 1 0 0,1 1 0 0 0,-1-1 0 0 0,1 1-1 0 0,0-1 1 0 0,-1 1 0 0 0,1 2 0 0 0,0-3 1 0 0,0 0 1 0 0,0 1-1 0 0,0-1 1 0 0,0 0-1 0 0,-1 0 1 0 0,1 1 0 0 0,0-1-1 0 0,-1 0 1 0 0,1 0-1 0 0,-1 0 1 0 0,1 1-1 0 0,-1-1 1 0 0,0 0 0 0 0,1 0-1 0 0,-1 0 1 0 0,0 0-1 0 0,0 0 1 0 0,0 0-1 0 0,0 0 1 0 0,0-1 0 0 0,0 1-1 0 0,0 0 1 0 0,0 0-1 0 0,-1 0 1 0 0,-27 8 141 0 0,26-9-127 0 0,3 1-14 0 0,0-1-1 0 0,0 0 0 0 0,0 0 1 0 0,0 0-1 0 0,1 0 0 0 0,-1 0 1 0 0,0 0-1 0 0,0 1 0 0 0,0-1 1 0 0,0 0-1 0 0,0 0 0 0 0,0 0 1 0 0,0 0-1 0 0,0 0 0 0 0,0 1 1 0 0,1-1-1 0 0,-1 0 0 0 0,0 0 1 0 0,0 0-1 0 0,0 0 0 0 0,0 1 1 0 0,0-1-1 0 0,0 0 0 0 0,0 0 1 0 0,0 0-1 0 0,0 0 0 0 0,0 1 1 0 0,0-1-1 0 0,0 0 1 0 0,-1 0-1 0 0,1 0 0 0 0,0 0 1 0 0,0 1-1 0 0,0-1 0 0 0,0 0 1 0 0,0 0-1 0 0,0 0 0 0 0,0 0 1 0 0,0 0-1 0 0,0 0 0 0 0,-1 1 1 0 0,1-1-1 0 0,0 0 0 0 0,0 0 1 0 0,48 1 40 0 0,95 13 1 0 0,-141-14-47 0 0,0 0 0 0 0,0 0 0 0 0,-1 1 0 0 0,1-1 0 0 0,0 1 0 0 0,-1-1 0 0 0,1 1 0 0 0,-1 0 0 0 0,1 0 0 0 0,-1-1 0 0 0,1 1 0 0 0,-1 0 0 0 0,1 0 0 0 0,-1 1 0 0 0,0-1 0 0 0,0 0 0 0 0,0 0 0 0 0,1 1 0 0 0,-1-1 0 0 0,1 2 0 0 0,-1 1 0 0 0,0-1 0 0 0,-1 0 0 0 0,1 0 0 0 0,-1 1 0 0 0,1-1 0 0 0,-1 0 0 0 0,0 1 0 0 0,-1 3 0 0 0,1 7 0 0 0,0-11 3 0 0,-1 0-1 0 0,1 0 1 0 0,-1 0-1 0 0,0 0 1 0 0,0 0 0 0 0,0 0-1 0 0,-1 0 1 0 0,1 0-1 0 0,-1 0 1 0 0,1 0 0 0 0,-1 0-1 0 0,0-1 1 0 0,0 1 0 0 0,0-1-1 0 0,0 1 1 0 0,-1-1-1 0 0,1 0 1 0 0,-1 0 0 0 0,1 0-1 0 0,-6 2 1 0 0,-6 5 25 0 0,-1-1 0 0 0,-27 11 0 0 0,33-16-20 0 0,-10 5-34 0 0,-1-1 1 0 0,0-1 0 0 0,-1-1 0 0 0,0-1 0 0 0,0 0-1 0 0,0-2 1 0 0,0 0 0 0 0,-21-2 0 0 0,38 0-4 0 0,-9 1-206 0 0,0-1-1 0 0,0-1 1 0 0,0 0 0 0 0,0 0-1 0 0,0-1 1 0 0,0-1-1 0 0,1 0 1 0 0,-19-8-1 0 0,26 8-68 0 0,1 0 0 0 0,0 0-1 0 0,0-1 1 0 0,0 0 0 0 0,1 1 0 0 0,-1-1-1 0 0,-2-5 1 0 0,5 8 244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1:58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119 101 960 0 0,'-5'-1'460'0'0,"-29"-8"978"0"0,33 9-1377 0 0,0 0-1 0 0,0-1 1 0 0,0 1 0 0 0,0 0 0 0 0,0-1 0 0 0,0 1 0 0 0,0-1 0 0 0,0 0 0 0 0,0 1 0 0 0,0-1 0 0 0,0 0 0 0 0,0 1 0 0 0,1-1 0 0 0,-1 0 0 0 0,0 0 0 0 0,1 1 0 0 0,-1-1 0 0 0,0 0-1 0 0,1 0 1 0 0,-1 0 0 0 0,1 0 0 0 0,0 0 0 0 0,-1 0 0 0 0,1 0 0 0 0,-1-2 0 0 0,1 2-38 0 0,0 1-1 0 0,0-1 1 0 0,0 0-1 0 0,0 1 1 0 0,0-1-1 0 0,-1 1 1 0 0,1-1-1 0 0,0 0 1 0 0,0 1 0 0 0,-1-1-1 0 0,1 1 1 0 0,0-1-1 0 0,-1 0 1 0 0,1 1-1 0 0,-1-1 1 0 0,1 1-1 0 0,-1-1 1 0 0,1 1-1 0 0,-1 0 1 0 0,1-1 0 0 0,-1 1-1 0 0,1-1 1 0 0,-1 1-1 0 0,1 0 1 0 0,-1 0-1 0 0,0-1 1 0 0,1 1-1 0 0,-1 0 1 0 0,0 0 0 0 0,1 0-1 0 0,-2-1 1 0 0,1 1-10 0 0,0 0 0 0 0,1 0 1 0 0,-1 0-1 0 0,0 0 0 0 0,1-1 0 0 0,-1 1 1 0 0,0 0-1 0 0,1 0 0 0 0,-1-1 1 0 0,0 1-1 0 0,1-1 0 0 0,-1 1 1 0 0,1 0-1 0 0,-1-1 0 0 0,1 1 0 0 0,-1-1 1 0 0,1 0-1 0 0,-1 1 0 0 0,1-1 1 0 0,-1 1-1 0 0,1-1 0 0 0,0 1 1 0 0,-1-1-1 0 0,1 0 0 0 0,0 1 0 0 0,-1-1 1 0 0,1 0-1 0 0,0 0 0 0 0,0 1 1 0 0,0-1-1 0 0,0 0 0 0 0,0 0 1 0 0,0 0 6 0 0,0 0 1 0 0,0 0 0 0 0,0 1 0 0 0,0-1 0 0 0,0 0-1 0 0,0 0 1 0 0,0 1 0 0 0,0-1 0 0 0,-1 0 0 0 0,1 0-1 0 0,0 1 1 0 0,0-1 0 0 0,-1 0 0 0 0,1 1 0 0 0,0-1-1 0 0,-1 0 1 0 0,1 1 0 0 0,-1-1 0 0 0,1 0 0 0 0,0 1-1 0 0,-1-1 1 0 0,0 1 0 0 0,1-1 0 0 0,-1 1 0 0 0,1-1 0 0 0,-1 1-1 0 0,0 0 1 0 0,1-1 0 0 0,-1 1 0 0 0,0 0 0 0 0,1-1-1 0 0,-1 1 1 0 0,0 0 0 0 0,1 0 0 0 0,-1-1 0 0 0,-1 1-1 0 0,1 0-2 0 0,1 0 1 0 0,-1 0-1 0 0,1 0 0 0 0,-1 0 0 0 0,0-1 0 0 0,1 1 0 0 0,-1 0 0 0 0,0 0 1 0 0,1-1-1 0 0,-1 1 0 0 0,1 0 0 0 0,-1-1 0 0 0,1 1 0 0 0,-1-1 0 0 0,1 1 0 0 0,-1 0 1 0 0,1-1-1 0 0,-1 1 0 0 0,1-1 0 0 0,-1 0 0 0 0,1 1 0 0 0,0-1 0 0 0,-1 1 1 0 0,1-1-1 0 0,0 1 0 0 0,0-1 0 0 0,-1 0 0 0 0,1 1 0 0 0,0-1 0 0 0,0 0 0 0 0,0 1 1 0 0,0-1-1 0 0,0 0 0 0 0,0 1 0 0 0,0-1 0 0 0,0 0 0 0 0,0 0 623 0 0,15 7-543 0 0,1-1 0 0 0,0-1 1 0 0,27 5-1 0 0,-10-2-11 0 0,99 11 63 0 0,-31-6-140 0 0,42 3-10 0 0,-103-6 20 0 0,-26-5 27 0 0,15 2-114 0 0,-19-1 67 0 0,9 1 0 0 0,11 7 0 0 0,-30-13 0 0 0,0 0 0 0 0,1 0 0 0 0,-1 0 0 0 0,0 0 0 0 0,1 0 0 0 0,-1 0 0 0 0,0 0 0 0 0,0 1 0 0 0,1-1 0 0 0,-1 0 0 0 0,0 0 0 0 0,0 0 0 0 0,1 0 0 0 0,-1 1 0 0 0,0-1 0 0 0,0 0 0 0 0,0 0 0 0 0,0 1 0 0 0,1-1 0 0 0,-1 0 0 0 0,0 0 0 0 0,0 1 0 0 0,0-1 0 0 0,0 0 0 0 0,0 0 0 0 0,0 1 0 0 0,0-1 0 0 0,0 0 0 0 0,0 1 0 0 0,0-1 0 0 0,0 0 0 0 0,0 1 0 0 0,0-1 0 0 0,0 0 0 0 0,0 0 0 0 0,0 1 0 0 0,0-1 0 0 0,0 0 0 0 0,0 1 0 0 0,0-1 0 0 0,0 1 0 0 0,0-1 0 0 0,-1 0 0 0 0,1 0 0 0 0,0 1 0 0 0,0-1 0 0 0,0 0 0 0 0,0 1 0 0 0,0-1 0 0 0,0 0 0 0 0,0 0 0 0 0,0 1 0 0 0,0-1 0 0 0,0 0 0 0 0,1 1 0 0 0,-1-1 0 0 0,0 0 0 0 0,0 0 0 0 0,0 1 0 0 0,0-1 0 0 0,0 0 0 0 0,0 0 0 0 0,1 1 0 0 0,-1-1 0 0 0,0 0 0 0 0,0 0 0 0 0,0 1 0 0 0,0-1 0 0 0,1 0 0 0 0,-1 0 0 0 0,0 0 0 0 0,0 0 0 0 0,1 1 0 0 0,-1-1 0 0 0,0 0 0 0 0,0 0 0 0 0,1 0 0 0 0,-1 0 0 0 0,1 0 0 0 0,3 2 1 0 0,-3-2-1 0 0,0 0 0 0 0,0 0 0 0 0,0 1 1 0 0,0-1-1 0 0,0 0 0 0 0,0 0 0 0 0,-1 1 1 0 0,1-1-1 0 0,0 1 0 0 0,0-1 0 0 0,0 1 1 0 0,-1-1-1 0 0,1 1 0 0 0,0-1 1 0 0,0 1-1 0 0,-1 0 0 0 0,1-1 0 0 0,-1 1 1 0 0,1 0-1 0 0,-1 0 0 0 0,1-1 0 0 0,-1 1 1 0 0,1 0-1 0 0,-1 0 0 0 0,1 0 0 0 0,-1 0 1 0 0,0-1-1 0 0,0 1 0 0 0,1 0 0 0 0,-1 0 1 0 0,0 0-1 0 0,0 0 0 0 0,0 0 0 0 0,0 0 1 0 0,0 0-1 0 0,0 0 0 0 0,0 0 1 0 0,0 0-1 0 0,-1-1 0 0 0,1 1 0 0 0,0 0 1 0 0,-1 0-1 0 0,1 0 0 0 0,0 0 0 0 0,-1 0 1 0 0,1-1-1 0 0,-1 2 0 0 0,-5 12 17 0 0,2-7-11 0 0,1 1 1 0 0,1-1-1 0 0,-1 1 0 0 0,1-1 0 0 0,0 1 0 0 0,1 0 1 0 0,-1 13-1 0 0,2-2-7 0 0,1-13 0 0 0,-1 1-1 0 0,0-1 1 0 0,0 1-1 0 0,-1-1 0 0 0,0 1 1 0 0,0-1-1 0 0,-2 7 1 0 0,-17 30-40 0 0,14-22 57 0 0,4-16-12 0 0,1 0 0 0 0,-1 1-1 0 0,0-1 1 0 0,0 0 0 0 0,-1 0 0 0 0,0 0 0 0 0,1 0-1 0 0,-2-1 1 0 0,-3 6 0 0 0,4-7-3 0 0,0 0 0 0 0,0 0-1 0 0,1 1 1 0 0,-1-1 0 0 0,1 1 0 0 0,0-1 0 0 0,0 1 0 0 0,0 0-1 0 0,1 0 1 0 0,-1-1 0 0 0,1 1 0 0 0,0 0 0 0 0,0 1 0 0 0,0-1-1 0 0,0 7 1 0 0,1-8 5 0 0,0 0-1 0 0,-1 0 1 0 0,1 0-1 0 0,-1 0 1 0 0,0 0-1 0 0,1 0 1 0 0,-1 0-1 0 0,-1 0 1 0 0,1 0-1 0 0,0 0 1 0 0,-3 3-1 0 0,2-3-6 0 0,1-1 0 0 0,-1 1 0 0 0,1 0 0 0 0,0-1 0 0 0,0 1 0 0 0,0 0 0 0 0,0 0 0 0 0,1 0 0 0 0,-1 0 0 0 0,1 0 0 0 0,-1 4 0 0 0,1-6-2 0 0,0 1 1 0 0,0-1 0 0 0,0 1 0 0 0,0-1-1 0 0,0 1 1 0 0,-1-1 0 0 0,1 0 0 0 0,0 1-1 0 0,-1-1 1 0 0,1 1 0 0 0,-1-1 0 0 0,0 0-1 0 0,1 1 1 0 0,-1-1 0 0 0,0 0 0 0 0,0 0-1 0 0,0 1 1 0 0,0-1 0 0 0,0 0 0 0 0,0 0-1 0 0,0 0 1 0 0,0 0 0 0 0,-1-1 0 0 0,1 1-1 0 0,0 0 1 0 0,-3 1 0 0 0,1 0 9 0 0,2-2-6 0 0,1 0 0 0 0,0 0 1 0 0,-1 0-1 0 0,1 1 0 0 0,0-1 0 0 0,0 0 0 0 0,-1 0 0 0 0,1 0 0 0 0,0 0 0 0 0,0 1 0 0 0,-1-1 1 0 0,1 0-1 0 0,0 0 0 0 0,0 0 0 0 0,0 1 0 0 0,-1-1 0 0 0,1 0 0 0 0,0 1 0 0 0,0-1 0 0 0,0 0 1 0 0,0 0-1 0 0,0 1 0 0 0,-1-1 0 0 0,1 0 0 0 0,0 1 0 0 0,0-1 0 0 0,0 0 0 0 0,0 0 0 0 0,0 1 1 0 0,0-1-1 0 0,0 0 0 0 0,0 1 0 0 0,0-1 0 0 0,0 0 0 0 0,0 1 0 0 0,0-1 0 0 0,0 0 0 0 0,1 1 1 0 0,-1-1-1 0 0,0 0 0 0 0,0 0 0 0 0,0 1 0 0 0,0-1 0 0 0,0 0 0 0 0,1 0 0 0 0,-1 1 0 0 0,0-1 1 0 0,0 0-1 0 0,0 0 0 0 0,1 0 0 0 0,-1 1 0 0 0,0-1 0 0 0,0 0 0 0 0,1 0 0 0 0,-1 0 0 0 0,0 0 1 0 0,1 1-1 0 0,-1-1 0 0 0,1 0 0 0 0,18 11-14 0 0,-19-11 12 0 0,0 0 0 0 0,0 0 0 0 0,0 0 0 0 0,0 0 1 0 0,0 0-1 0 0,0 0 0 0 0,0 0 0 0 0,-1 0 0 0 0,1 0 1 0 0,0 0-1 0 0,0 1 0 0 0,0-1 0 0 0,0 0 0 0 0,0 0 1 0 0,0 0-1 0 0,0 0 0 0 0,0 0 0 0 0,0 0 0 0 0,0 0 1 0 0,0 1-1 0 0,0-1 0 0 0,0 0 0 0 0,0 0 0 0 0,0 0 1 0 0,0 0-1 0 0,0 0 0 0 0,0 0 0 0 0,0 0 0 0 0,0 1 1 0 0,0-1-1 0 0,0 0 0 0 0,0 0 0 0 0,0 0 0 0 0,0 0 1 0 0,0 0-1 0 0,0 0 0 0 0,0 1 0 0 0,0-1 0 0 0,0 0 1 0 0,0 0-1 0 0,0 0 0 0 0,0 0 0 0 0,1 0 0 0 0,-1 0 1 0 0,0 0-1 0 0,0 0 0 0 0,0 0 0 0 0,0 0 0 0 0,0 1 1 0 0,-19-3 40 0 0,19 2-40 0 0,0 0 1 0 0,0 0-1 0 0,0 0 1 0 0,0 0 0 0 0,0 0-1 0 0,0 0 1 0 0,0 0 0 0 0,0 0-1 0 0,0 1 1 0 0,0-1 0 0 0,0 0-1 0 0,0 0 1 0 0,0 0-1 0 0,0 0 1 0 0,0 0 0 0 0,0 0-1 0 0,0 0 1 0 0,0 0 0 0 0,0 0-1 0 0,0 1 1 0 0,19-4 12 0 0,-14 2 54 0 0,-10 1 0 0 0,3 0-41 0 0,-17 0-1351 0 0,1-1 0 0 0,-32-5 0 0 0,-4-6-2957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1:59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 1040 0 0,'0'0'3682'0'0,"30"0"-3282"0"0,0-7-160 0 0,-7 7-79 0 0,7 0-1 0 0,29 0 0 0 0,60 13 0 0 0,88 0 0 0 0,0 6-80 0 0,-118-8-320 0 0,-35-16-401 0 0,-25-1-1439 0 0,-29-7-642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1:59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1 1841 0 0,'0'0'1521'0'0,"0"13"-401"0"0,0 25-240 0 0,0 30-399 0 0,-29 7-481 0 0,-1-13-80 0 0,30 14 80 0 0,-30-3 80 0 0,30 3 0 0 0,-29 5 160 0 0,-1-6-80 0 0,1-7 80 0 0,29-30-160 0 0,0-6 0 0 0,0-21-160 0 0,0-3-400 0 0,29-21-721 0 0,30-19-3361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2:01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1 160 0 0,'-5'0'1614'0'0,"-19"0"480"0"0,24 1-1434 0 0,0-1-640 0 0,0 0 0 0 0,0 0 0 0 0,-1 0-1 0 0,1 1 1 0 0,0-1 0 0 0,0 0 0 0 0,0 0-1 0 0,0 0 1 0 0,0 0 0 0 0,0 1 0 0 0,0-1 0 0 0,0 0-1 0 0,0 0 1 0 0,0 0 0 0 0,0 0 0 0 0,0 1-1 0 0,0-1 1 0 0,0 0 0 0 0,0 0 0 0 0,1 0-1 0 0,-1 0 1 0 0,0 1 0 0 0,0-1 0 0 0,0 0 0 0 0,0 0-1 0 0,0 0 1 0 0,0 0 0 0 0,0 1 0 0 0,0-1-1 0 0,0 0 1 0 0,1 0 0 0 0,-1 0 0 0 0,0 0 0 0 0,0 0-1 0 0,0 0 1 0 0,0 0 0 0 0,0 0 0 0 0,1 1-1 0 0,-1-1 1 0 0,0 0 0 0 0,0 0 0 0 0,0 0 0 0 0,0 0-1 0 0,1 0 1 0 0,-1 0 0 0 0,0 0 0 0 0,0 0-1 0 0,0 0 1 0 0,1 0 0 0 0,-1 0 0 0 0,0 0 0 0 0,0 0-1 0 0,0 0 1 0 0,1 0 0 0 0,18 5 127 0 0,-10 2 239 0 0,-5-6-325 0 0,-3-1-51 0 0,-1 0-1 0 0,1 0 0 0 0,0 0 0 0 0,-1 0 1 0 0,1 0-1 0 0,0 0 0 0 0,0 0 0 0 0,-1 1 1 0 0,1-1-1 0 0,0 0 0 0 0,-1 1 0 0 0,1-1 1 0 0,-1 0-1 0 0,1 1 0 0 0,0-1 1 0 0,-1 1-1 0 0,1-1 0 0 0,-1 1 0 0 0,1-1 1 0 0,-1 1-1 0 0,1-1 0 0 0,-1 1 0 0 0,0 0 1 0 0,1-1-1 0 0,-1 1 0 0 0,0 0 0 0 0,1 0 1 0 0,0 0-1 0 0,-1 0-1 0 0,1 0 1 0 0,0 0 0 0 0,0 0 0 0 0,0 0 0 0 0,-1-1 0 0 0,1 1 0 0 0,0 0-1 0 0,0-1 1 0 0,0 1 0 0 0,0-1 0 0 0,0 1 0 0 0,0-1 0 0 0,0 0 0 0 0,0 1 0 0 0,1-1-1 0 0,-1 0 1 0 0,0 1 0 0 0,0-1 0 0 0,0 0 0 0 0,0 0 0 0 0,2 0 0 0 0,3 0 27 0 0,1 3 23 0 0,0-1 1 0 0,1 1-1 0 0,-1 0 1 0 0,9 6-1 0 0,-10-6 10 0 0,0 0-1 0 0,0 0 1 0 0,0 0-1 0 0,13 3 1 0 0,105 27 331 0 0,-86-23-346 0 0,-25-5-7 0 0,1-1-1 0 0,-1-1 1 0 0,27 3-1 0 0,19 0 4 0 0,55 2 140 0 0,234 10 278 0 0,-233-10-215 0 0,-92-7-223 0 0,-1 1 1 0 0,26 6-1 0 0,-17-1-15 0 0,23 7-281 0 0,-54-14 208 0 0,0 0 0 0 0,0 0 0 0 0,0 0 0 0 0,0 0 0 0 0,0 0 0 0 0,0 0 0 0 0,0 1 0 0 0,-1-1 0 0 0,1 0 1 0 0,0 0-1 0 0,0 0 0 0 0,0 0 0 0 0,0 0 0 0 0,0 0 0 0 0,0 1 0 0 0,0-1 0 0 0,0 0 0 0 0,0 0 0 0 0,0 0 0 0 0,0 0 1 0 0,0 0-1 0 0,0 0 0 0 0,0 1 0 0 0,0-1 0 0 0,0 0 0 0 0,0 0 0 0 0,0 0 0 0 0,0 0 0 0 0,0 0 0 0 0,0 0 0 0 0,0 1 0 0 0,0-1 1 0 0,1 0-1 0 0,-1 0 0 0 0,0 0 0 0 0,0 0 0 0 0,0 0 0 0 0,0 0 0 0 0,0 0 0 0 0,0 1 0 0 0,-24-1-2516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2:04.0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1322 58 1521 0 0,'-11'1'1193'0'0,"-13"-4"1002"0"0,4-1-768 0 0,16 0-1333 0 0,4 3 39 0 0,-55-5 921 0 0,-55-14-223 0 0,38 8-568 0 0,28 8-156 0 0,0 1 1 0 0,0 2-1 0 0,-56 5 1 0 0,45-1-58 0 0,-1 0-24 0 0,-94 0 55 0 0,102-4-5 0 0,0 3 1 0 0,0 2 0 0 0,-50 10-1 0 0,67-10-45 0 0,17-3-24 0 0,1 1 0 0 0,-1 0 0 0 0,1 1 0 0 0,0 0 0 0 0,0 1 0 0 0,-19 9 0 0 0,22 1-7 0 0,-6-3-5 0 0,14-9 3 0 0,-1-1-1 0 0,1 1 0 0 0,-1-1 1 0 0,1 1-1 0 0,0 0 1 0 0,-1 0-1 0 0,1 0 1 0 0,0 0-1 0 0,0 0 1 0 0,0 0-1 0 0,1 0 0 0 0,-1 1 1 0 0,1-1-1 0 0,-1 1 1 0 0,1-1-1 0 0,0 1 1 0 0,0 0-1 0 0,0-1 1 0 0,0 1-1 0 0,0 0 0 0 0,0 0 1 0 0,1 0-1 0 0,-1 3 1 0 0,1-3 3 0 0,0 0 1 0 0,-1 1 0 0 0,1-1 0 0 0,-1 0-1 0 0,0 0 1 0 0,0 1 0 0 0,0-1-1 0 0,0 0 1 0 0,0 0 0 0 0,-1 0 0 0 0,-2 4-1 0 0,-7 15 32 0 0,9-16-33 0 0,1 0-1 0 0,0 0 1 0 0,0 1 0 0 0,0-1-1 0 0,1 11 1 0 0,1-10-13 0 0,-1 0 0 0 0,-1 0 0 0 0,0 0 0 0 0,-2 13 0 0 0,-7 6-29 0 0,7-19 37 0 0,1 1-1 0 0,-1-1 1 0 0,1 0-1 0 0,1 0 1 0 0,-1 1 0 0 0,0 14-1 0 0,2 406-220 0 0,-1-413 301 0 0,0 0 1 0 0,-1 0-1 0 0,-6 22 1 0 0,5-23 55 0 0,0 1 0 0 0,0 0 0 0 0,0 21 1 0 0,3 300 268 0 0,1-319-351 0 0,1 0 0 0 0,0 0 1 0 0,6 18-1 0 0,-5-24-34 0 0,0 0 0 0 0,-1 0 0 0 0,0 0 0 0 0,-1 1 0 0 0,0-1 0 0 0,-1 0 0 0 0,-1 1 0 0 0,1-1 0 0 0,-4 14 0 0 0,-1-9-33 0 0,-2 13-4 0 0,14 6 66 0 0,-4-28-29 0 0,-2-1 0 0 0,1 1 0 0 0,-1 0 1 0 0,1 13-1 0 0,-2-14-13 0 0,1 0-1 0 0,0 0 1 0 0,0 0 0 0 0,0 0 0 0 0,1 0 0 0 0,0 0 0 0 0,5 9-1 0 0,-5-9 9 0 0,1 0 0 0 0,-1 0 0 0 0,0 1 0 0 0,0-1 0 0 0,-1 0-1 0 0,0 0 1 0 0,1 13 0 0 0,-2-13-5 0 0,1 0 0 0 0,0 1 0 0 0,0-1 0 0 0,0 0 0 0 0,1 0 0 0 0,0 0 0 0 0,5 9 0 0 0,-5-9 0 0 0,1 0 0 0 0,-1 0 0 0 0,0 0 0 0 0,-1 0 0 0 0,1 0 0 0 0,-1 0 0 0 0,0 11 0 0 0,0-4 28 0 0,-1-10-36 0 0,1 0 1 0 0,-1 0-1 0 0,0 0 1 0 0,0 1-1 0 0,0-1 1 0 0,0 0-1 0 0,-1 0 1 0 0,0 0-1 0 0,1 0 1 0 0,-1 0-1 0 0,0 0 1 0 0,-2 3-1 0 0,-6 5-35 0 0,7-10 37 0 0,1 0-1 0 0,0 1 1 0 0,0-1 0 0 0,0 0-1 0 0,0 0 1 0 0,0 1-1 0 0,0-1 1 0 0,0 1-1 0 0,0-1 1 0 0,0 1-1 0 0,0 0 1 0 0,1-1 0 0 0,-1 1-1 0 0,1 0 1 0 0,-1-1-1 0 0,1 1 1 0 0,0 0-1 0 0,0-1 1 0 0,0 4-1 0 0,0-4 6 0 0,0 0-1 0 0,-1 0 1 0 0,1 0-1 0 0,0-1 1 0 0,0 1-1 0 0,-1 0 1 0 0,1 0-1 0 0,0-1 1 0 0,-1 1-1 0 0,1 0 1 0 0,0 0-1 0 0,-1-1 0 0 0,1 1 1 0 0,-1 0-1 0 0,1-1 1 0 0,-1 1-1 0 0,0-1 1 0 0,1 1-1 0 0,-1-1 1 0 0,0 1-1 0 0,1-1 1 0 0,-1 1-1 0 0,0-1 1 0 0,1 0-1 0 0,-1 1 1 0 0,0-1-1 0 0,0 0 1 0 0,1 0-1 0 0,-1 1 0 0 0,0-1 1 0 0,0 0-1 0 0,0 0 1 0 0,-1 0-1 0 0,-3 1 13 0 0,5 0-18 0 0,-1-1-1 0 0,1 0 1 0 0,-1 0 0 0 0,1 1 0 0 0,0-1-1 0 0,-1 0 1 0 0,1 1 0 0 0,0-1 0 0 0,-1 1-1 0 0,1-1 1 0 0,0 0 0 0 0,-1 1 0 0 0,1-1-1 0 0,0 1 1 0 0,0-1 0 0 0,-1 1 0 0 0,1-1 0 0 0,0 1-1 0 0,0-1 1 0 0,0 1 0 0 0,0-1 0 0 0,0 1-1 0 0,0-1 1 0 0,0 1 0 0 0,0-1 0 0 0,0 1-1 0 0,0-1 1 0 0,0 1 0 0 0,-3 11-67 0 0,-3-7 60 0 0,5-5 12 0 0,0 1 0 0 0,0-1-1 0 0,0 1 1 0 0,1-1 0 0 0,-1 1 0 0 0,0-1-1 0 0,0 1 1 0 0,1 0 0 0 0,-1 0-1 0 0,0-1 1 0 0,1 1 0 0 0,-1 0 0 0 0,1 0-1 0 0,-1 0 1 0 0,1-1 0 0 0,-1 1-1 0 0,1 0 1 0 0,0 0 0 0 0,-1 0 0 0 0,1 0-1 0 0,0 0 1 0 0,-1 2 0 0 0,1-3-3 0 0,0 0 1 0 0,0 0-1 0 0,0 1 0 0 0,0-1 1 0 0,0 0-1 0 0,0 0 1 0 0,0 1-1 0 0,0-1 0 0 0,0 0 1 0 0,0 0-1 0 0,0 1 0 0 0,0-1 1 0 0,1 0-1 0 0,-1 0 1 0 0,0 1-1 0 0,0-1 0 0 0,0 0 1 0 0,0 0-1 0 0,0 0 1 0 0,0 1-1 0 0,1-1 0 0 0,-1 0 1 0 0,0 0-1 0 0,0 0 1 0 0,0 1-1 0 0,0-1 0 0 0,1 0 1 0 0,-1 0-1 0 0,0 0 1 0 0,0 0-1 0 0,0 0 0 0 0,1 0 1 0 0,-1 1-1 0 0,6 0 0 0 0,-5-1 0 0 0,0 1 0 0 0,-1-1 0 0 0,1 0 0 0 0,0 0 0 0 0,0 0 0 0 0,-1 1 0 0 0,1-1 0 0 0,-1 0 0 0 0,1 1 0 0 0,0-1 0 0 0,-1 0 0 0 0,1 1 0 0 0,-1-1 0 0 0,1 1 0 0 0,0-1 0 0 0,-1 1 0 0 0,1-1 0 0 0,-1 1 0 0 0,0-1 0 0 0,1 1 0 0 0,-1 0 0 0 0,1-1 0 0 0,-1 1 0 0 0,0 0 0 0 0,0-1 0 0 0,1 1 0 0 0,-1 0 0 0 0,0-1 0 0 0,0 1 0 0 0,0 0 0 0 0,0 0 0 0 0,0-1 0 0 0,0 1 0 0 0,0 0 0 0 0,0 0 0 0 0,0-1 0 0 0,0 1 0 0 0,0 0 0 0 0,0-1 0 0 0,-1 2 0 0 0,-3 5-13 0 0,-6 3-56 0 0,20-4 76 0 0,-1-3-12 0 0,16 4 18 0 0,150 20 161 0 0,-148-23-134 0 0,303 32 770 0 0,-233-30-481 0 0,117-7-1 0 0,-186-1-318 0 0,-1-2-1 0 0,41-10 0 0 0,-38 7-130 0 0,-2-1-1537 0 0,0-1 1 0 0,-1-1 0 0 0,38-20-1 0 0,-30 10-2117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2:05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915 97 2001 0 0,'19'-3'767'0'0,"45"-2"2174"0"0,-64-19-2954 0 0,0 21 3 0 0,0 1 0 0 0,-1 0 1 0 0,1 0-1 0 0,-1-1 0 0 0,0 1 0 0 0,0 0 0 0 0,0 0 1 0 0,0 0-1 0 0,0 0 0 0 0,0 0 0 0 0,0 0 0 0 0,-1 0 1 0 0,1 0-1 0 0,-1 1 0 0 0,1-1 0 0 0,-1 0 0 0 0,0 1 1 0 0,0-1-1 0 0,0 1 0 0 0,0 0 0 0 0,0 0 0 0 0,0-1 1 0 0,0 1-1 0 0,0 1 0 0 0,0-1 0 0 0,-3-1 0 0 0,-2 0 21 0 0,0 0-1 0 0,0 0 1 0 0,1 1-1 0 0,-1 0 1 0 0,0 0-1 0 0,0 1 1 0 0,0 0-1 0 0,0 0 0 0 0,-8 1 1 0 0,-20 5 78 0 0,1 1 0 0 0,0 1 0 0 0,1 2 0 0 0,0 2 0 0 0,-60 29-1 0 0,-287 166 486 0 0,378-206-572 0 0,-10 6 21 0 0,1 0-1 0 0,-1 1 1 0 0,1 0-1 0 0,1 0 1 0 0,0 1 0 0 0,-10 11-1 0 0,15-14-14 0 0,0-1 0 0 0,0 0 0 0 0,0 0 0 0 0,-1-1-1 0 0,0 0 1 0 0,0 0 0 0 0,0 0 0 0 0,0-1 0 0 0,-10 5 0 0 0,5-3-3 0 0,0 0 0 0 0,-20 15-1 0 0,29-18 4 0 0,-1 0-1 0 0,1 0 1 0 0,-1 0-1 0 0,1 0 1 0 0,0 1-1 0 0,0-1 1 0 0,0 1-1 0 0,0-1 1 0 0,1 1-1 0 0,-1 0 0 0 0,1 0 1 0 0,-1 0-1 0 0,1 0 1 0 0,0 0-1 0 0,0 0 1 0 0,0 0-1 0 0,1 0 1 0 0,-1 0-1 0 0,1 0 1 0 0,0 1-1 0 0,0-1 0 0 0,0 0 1 0 0,0 0-1 0 0,0 0 1 0 0,1 1-1 0 0,-1-1 1 0 0,1 0-1 0 0,0 0 1 0 0,0 0-1 0 0,0 0 1 0 0,0 0-1 0 0,1 0 0 0 0,2 4 1 0 0,6 5 54 0 0,1 1 0 0 0,1-1 0 0 0,0-1 0 0 0,0 0-1 0 0,1-1 1 0 0,1 0 0 0 0,0-1 0 0 0,0 0 0 0 0,28 11 0 0 0,153 53 522 0 0,-174-67-506 0 0,73 22 18 0 0,1-5 1 0 0,1-4 0 0 0,150 10-1 0 0,-154-23-61 0 0,158-8-1 0 0,-188-4-38 0 0,0-3 1 0 0,-1-2-1 0 0,88-28 0 0 0,-124 32-21 0 0,-1-2 1 0 0,0-1-1 0 0,0 0 0 0 0,44-28 1 0 0,-60 32 18 0 0,-1 0 0 0 0,0 0 0 0 0,0 0 1 0 0,0-1-1 0 0,-1 0 0 0 0,0 0 0 0 0,-1 0 1 0 0,1-1-1 0 0,-2 0 0 0 0,1 0 0 0 0,-1-1 1 0 0,0 1-1 0 0,0-1 0 0 0,-1 0 0 0 0,-1 0 0 0 0,1 0 1 0 0,1-13-1 0 0,-2 6 6 0 0,-1 0 0 0 0,0 1 0 0 0,-1-1 0 0 0,-1 0 0 0 0,0 0 1 0 0,-1 1-1 0 0,-1-1 0 0 0,0 1 0 0 0,-6-17 0 0 0,4 20-1 0 0,0 0 0 0 0,-1 0-1 0 0,0 1 1 0 0,-1 0 0 0 0,0 0 0 0 0,-1 1 0 0 0,0-1-1 0 0,0 2 1 0 0,-1-1 0 0 0,-1 1 0 0 0,-19-14 0 0 0,4 6-14 0 0,0 2 0 0 0,-1 1 0 0 0,-1 1 0 0 0,-34-13 0 0 0,-121-29-57 0 0,70 26-32 0 0,-2 4 0 0 0,-1 5 0 0 0,0 6 0 0 0,-124 0 0 0 0,200 13-64 0 0,0 2 0 0 0,0 2 1 0 0,0 2-1 0 0,0 2 0 0 0,1 1 0 0 0,-50 17 1 0 0,75-19 25 0 0,-1 0-1 0 0,1 1 1 0 0,0 0 0 0 0,-22 17 0 0 0,29-19 2 0 0,0 0 0 0 0,1 0 1 0 0,-1 1-1 0 0,1 0 0 0 0,1 0 1 0 0,-1 0-1 0 0,1 0 0 0 0,0 1 1 0 0,-6 13-1 0 0,8-13-300 0 0,0 1 0 0 0,0 0 0 0 0,1 0-1 0 0,0 0 1 0 0,0 0 0 0 0,1 14 0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2:07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4 800 0 0,'-27'0'975'0'0,"-3"-1"1779"0"0,-56 7 0 0 0,122-11-2569 0 0,1 2-1 0 0,-1 2 0 0 0,39 3 0 0 0,3 0-54 0 0,-20-3-153 0 0,60 3-701 0 0,-39 7-2410 0 0,-74-8 786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2:07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14 400 0 0,'30'-6'1921'0'0,"-30"-2"-320"0"0,-30 27-321 0 0,0 57-79 0 0,30-1-881 0 0,30-18-720 0 0,0-14-481 0 0,-1-5-3120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2:08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20 800 0 0,'-30'-13'4002'0'0,"30"7"-2401"0"0,30 6-2161 0 0,-30 6 640 0 0,30-6 0 0 0,29 0 80 0 0,-30 5 0 0 0,31 8-80 0 0,-31-1 0 0 0,25 1-320 0 0,-25 0-881 0 0,1-7-1360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2:09.6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1201 98 80 0 0,'-15'4'225'0'0,"0"0"-112"0"0,0-1-1 0 0,0 0 1 0 0,0-1 0 0 0,-1-1-1 0 0,1 0 1 0 0,-17-2 0 0 0,31 1-53 0 0,0-1-1 0 0,1 1 1 0 0,-1-1 0 0 0,0 1-1 0 0,1 0 1 0 0,-1-1 0 0 0,0 1-1 0 0,1-1 1 0 0,-1 0 0 0 0,1 1-1 0 0,-1-1 1 0 0,1 1 0 0 0,-1-1-1 0 0,1 0 1 0 0,0 1 0 0 0,-1-1-1 0 0,1 0 1 0 0,0 0 0 0 0,-1 1 0 0 0,1-1-1 0 0,0 0 1 0 0,0 0 0 0 0,0 1-1 0 0,0-1 1 0 0,0 0 0 0 0,0-1-1 0 0,0-26 1740 0 0,1 18-1354 0 0,-1 8-429 0 0,1 0 1 0 0,0 0-1 0 0,0 0 0 0 0,0 1 1 0 0,0-1-1 0 0,0 0 0 0 0,1 0 1 0 0,-1 1-1 0 0,0-1 0 0 0,1 0 0 0 0,-1 1 1 0 0,1 0-1 0 0,0-1 0 0 0,-1 1 1 0 0,1 0-1 0 0,0 0 0 0 0,0 0 1 0 0,0 0-1 0 0,0 0 0 0 0,0 0 1 0 0,4-1-1 0 0,47-14 199 0 0,-33 12-179 0 0,1 2 1 0 0,-1 0 0 0 0,26 1 0 0 0,24 5 42 0 0,-38 0 7 0 0,55 16 0 0 0,-33-6 89 0 0,-53-14-173 0 0,-1 0 1 0 0,0 0-1 0 0,0 0 0 0 0,0 0 1 0 0,1 0-1 0 0,-1 0 0 0 0,0 0 1 0 0,0 0-1 0 0,1 0 0 0 0,-1 0 0 0 0,0 0 1 0 0,0 0-1 0 0,0 1 0 0 0,1-1 1 0 0,-1 0-1 0 0,0 0 0 0 0,0 0 0 0 0,0 0 1 0 0,0 1-1 0 0,1-1 0 0 0,-1 0 1 0 0,0 0-1 0 0,0 0 0 0 0,0 1 1 0 0,0-1-1 0 0,0 0 0 0 0,0 0 0 0 0,1 0 1 0 0,-1 1-1 0 0,0-1 0 0 0,0 0 1 0 0,0 0-1 0 0,0 1 0 0 0,0-1 1 0 0,0 1-1 0 0,3 6 62 0 0,-1-6-57 0 0,0 0 1 0 0,-1 1-1 0 0,1 0 0 0 0,-1 0 1 0 0,1-1-1 0 0,-1 1 0 0 0,0 0 1 0 0,0 0-1 0 0,0 0 1 0 0,0 0-1 0 0,0 0 0 0 0,0 0 1 0 0,0 1-1 0 0,-1-1 0 0 0,1 0 1 0 0,0 4-1 0 0,4 15 15 0 0,15 38-9 0 0,-14-30-13 0 0,-4-18 0 0 0,0 0 0 0 0,1 0 0 0 0,0 0 0 0 0,1-1 0 0 0,0 1 0 0 0,6 9 0 0 0,-3-6-1 0 0,-1 0 0 0 0,0 0 0 0 0,5 26 0 0 0,-6-21 16 0 0,1-1-1 0 0,12 28 1 0 0,-12-32 39 0 0,0 0 1 0 0,-2 1-1 0 0,0-1 0 0 0,0 1 0 0 0,1 19 1 0 0,1 2 32 0 0,1 0-32 0 0,-1-7-11 0 0,-1 0 0 0 0,2 51 0 0 0,-7 240 183 0 0,-1-293-213 0 0,-2 0 1 0 0,0 0-1 0 0,-2 0 0 0 0,-11 38 1 0 0,-45 105 71 0 0,31-91-57 0 0,-30 52 43 0 0,45-103-54 0 0,0 1-1 0 0,2 1 1 0 0,2 0-1 0 0,-12 45 1 0 0,13-6 35 0 0,3-47-43 0 0,-1 15-6 0 0,9-28 1 0 0,0-1 0 0 0,1 1 1 0 0,3 15-1 0 0,-2-15 6 0 0,0 2 1 0 0,-1-1-1 0 0,1 19 0 0 0,-3-19-6 0 0,0 11 0 0 0,0-21-6 0 0,0 0-1 0 0,0 0 0 0 0,0 1 1 0 0,0-1-1 0 0,0 0 0 0 0,0 1 0 0 0,0-1 1 0 0,0 0-1 0 0,0 0 0 0 0,0 1 1 0 0,0-1-1 0 0,0 0 0 0 0,0 1 0 0 0,0-1 1 0 0,0 0-1 0 0,0 0 0 0 0,0 1 1 0 0,0-1-1 0 0,1 0 0 0 0,-1 0 0 0 0,0 1 1 0 0,0-1-1 0 0,0 0 0 0 0,0 0 0 0 0,1 0 1 0 0,-1 1-1 0 0,0-1 0 0 0,0 0 1 0 0,1 0-1 0 0,-1 0 0 0 0,0 0 0 0 0,0 0 1 0 0,1 1-1 0 0,-1-1 0 0 0,0 0 1 0 0,1 0-1 0 0,3-1-3 0 0,2 0 6 0 0,1-1-1 0 0,-1 1 1 0 0,0-1-1 0 0,0 0 1 0 0,0-1-1 0 0,0 0 1 0 0,0 0-1 0 0,-1 0 0 0 0,11-8 1 0 0,13-30 79 0 0,-29 40-76 0 0,1-1-1 0 0,0 1 1 0 0,-1 0 0 0 0,1 0-1 0 0,-1-1 1 0 0,1 1 0 0 0,-1 0-1 0 0,0-1 1 0 0,0 1 0 0 0,1 0-1 0 0,-1-1 1 0 0,0 1 0 0 0,0-2-1 0 0,-1 2-1 0 0,1-1-1 0 0,0 1 0 0 0,1-1 0 0 0,-1 1 0 0 0,0 0 0 0 0,0-1 0 0 0,0 1 0 0 0,1 0 0 0 0,-1 0 0 0 0,1-1 0 0 0,-1 1 0 0 0,1 0 1 0 0,0-2-1 0 0,5-2-1 0 0,9-12 11 0 0,-15 16-9 0 0,0 1 0 0 0,1-1-1 0 0,-1 1 1 0 0,0-1 0 0 0,1 0 0 0 0,-1 1 0 0 0,0-1-1 0 0,0 1 1 0 0,0-1 0 0 0,1 0 0 0 0,-1 1-1 0 0,0-1 1 0 0,0 0 0 0 0,0 1 0 0 0,0-1 0 0 0,0 1-1 0 0,0-1 1 0 0,0 0 0 0 0,0 1 0 0 0,-1-1-1 0 0,1 0 1 0 0,0 1 0 0 0,0-1 0 0 0,0 0 0 0 0,-1 1-1 0 0,1-1 1 0 0,0 1 0 0 0,-1-1 0 0 0,1 1 0 0 0,-1-1-1 0 0,-5-5 11 0 0,0 1-1 0 0,0 1 1 0 0,0-1 0 0 0,-1 1-1 0 0,0 0 1 0 0,0 0-1 0 0,0 1 1 0 0,0 0-1 0 0,0 1 1 0 0,-1-1-1 0 0,1 1 1 0 0,-1 1 0 0 0,0-1-1 0 0,-13 0 1 0 0,-55-3 150 0 0,-138 7 0 0 0,-85 25 193 0 0,248-21-314 0 0,-68 7 65 0 0,-286 21 95 0 0,377-33-228 0 0,0-1 0 0 0,0-1 1 0 0,0-2-1 0 0,0-1 0 0 0,0-1 1 0 0,-36-11-1 0 0,59 14-19 0 0,-1 0-9 0 0,0 0 0 0 0,0 0 0 0 0,0-1-1 0 0,1 0 1 0 0,-11-6 0 0 0,15 8 13 0 0,0 0 0 0 0,0 1 1 0 0,1-1-1 0 0,-1 0 0 0 0,0 0 0 0 0,0 0 1 0 0,1 0-1 0 0,-1 0 0 0 0,0 0 1 0 0,1 0-1 0 0,-1 0 0 0 0,1-1 0 0 0,-1 1 1 0 0,1 0-1 0 0,0 0 0 0 0,0 0 1 0 0,-1-1-1 0 0,1 1 0 0 0,0 0 0 0 0,0 0 1 0 0,0 0-1 0 0,0-1 0 0 0,0 1 1 0 0,0 0-1 0 0,1 0 0 0 0,-1 0 0 0 0,0-1 1 0 0,1 1-1 0 0,-1 0 0 0 0,1 0 1 0 0,-1 0-1 0 0,1 0 0 0 0,-1 0 0 0 0,1 0 1 0 0,0 0-1 0 0,1-2 0 0 0,6-7-628 0 0,1 1 0 0 0,0 0-1 0 0,14-12 1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2:18.0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351 59 1040 0 0,'0'13'3090'0'0,"0"-9"-1576"0"0,0-9-662 0 0,-2 4-860 0 0,10-1 3 0 0,11-2 5 0 0,-14-1 0 0 0,-1 1 0 0 0,16 3 13 0 0,-19 1-11 0 0,-1 0 0 0 0,0 0 1 0 0,0 0-1 0 0,1 0 0 0 0,-1 0 0 0 0,0 1 0 0 0,1-1 0 0 0,-1 0 0 0 0,0 0 0 0 0,1 0 0 0 0,-1 0 0 0 0,0 1 0 0 0,0-1 0 0 0,0 0 0 0 0,1 0 0 0 0,-1 1 0 0 0,0-1 0 0 0,0 0 1 0 0,0 0-1 0 0,1 1 0 0 0,-1-1 0 0 0,0 0 0 0 0,0 1 0 0 0,0-1 0 0 0,0 0 0 0 0,0 1 0 0 0,0-1 0 0 0,0 0 0 0 0,0 1 0 0 0,1-1 0 0 0,-1 0 0 0 0,0 1 0 0 0,0-1 1 0 0,-1 0-1 0 0,1 1 0 0 0,0-1 0 0 0,0 0 0 0 0,0 0 0 0 0,0 1 0 0 0,0-1 0 0 0,0 0 0 0 0,-1 1 0 0 0,-4 12 56 0 0,-44 18 169 0 0,44-25-204 0 0,5-6-21 0 0,0 1 0 0 0,0-1 0 0 0,0 0 0 0 0,0 1 0 0 0,0-1 0 0 0,0 0 0 0 0,0 0 0 0 0,0 1 1 0 0,0-1-1 0 0,0 0 0 0 0,0 0 0 0 0,0 1 0 0 0,-1-1 0 0 0,1 0 0 0 0,0 0 0 0 0,0 0 0 0 0,0 1 0 0 0,0-1 0 0 0,0 0 0 0 0,-1 0 0 0 0,1 0 0 0 0,0 1 0 0 0,0-1 1 0 0,-1 0-1 0 0,1 0 0 0 0,0 0 0 0 0,0 0 0 0 0,0 0 0 0 0,-1 0 0 0 0,1 0 0 0 0,0 1 0 0 0,0-1 0 0 0,-1 0 0 0 0,-24 4 65 0 0,24-3-64 0 0,0-1 0 0 0,0 0 1 0 0,0 0-1 0 0,0 1 0 0 0,0-1 0 0 0,0 0 0 0 0,0 0 1 0 0,0 0-1 0 0,0 0 0 0 0,-1-1 0 0 0,1 1 1 0 0,0 0-1 0 0,0 0 0 0 0,0-1 0 0 0,0 1 0 0 0,0-1 1 0 0,0 1-1 0 0,0-1 0 0 0,0 1 0 0 0,0-1 1 0 0,1 1-1 0 0,-1-1 0 0 0,0 0 0 0 0,-1-1 0 0 0,1 0 6 0 0,0-1 0 0 0,0 1-1 0 0,1-1 1 0 0,-1 1-1 0 0,1-1 1 0 0,0 1-1 0 0,0-1 1 0 0,0 1-1 0 0,0-5 1 0 0,1-5-2 0 0,-1 11-7 0 0,0-1 0 0 0,0 1 0 0 0,1 0 0 0 0,-1 0 0 0 0,0-1 0 0 0,1 1 0 0 0,-1 0 0 0 0,1 0 0 0 0,-1-1 0 0 0,1 1 0 0 0,0 0 0 0 0,0 0 0 0 0,0 0 0 0 0,-1 0 0 0 0,1 0 0 0 0,0 0 0 0 0,0 0 0 0 0,0 0 0 0 0,0 1 0 0 0,0-1 0 0 0,1 0 0 0 0,0 0 0 0 0,5-4 0 0 0,-3 0 1 0 0,0 1 0 0 0,1 0 0 0 0,-1 1-1 0 0,1-1 1 0 0,0 1 0 0 0,-1 0 0 0 0,2 0 0 0 0,-1 1-1 0 0,0-1 1 0 0,0 1 0 0 0,1 0 0 0 0,-1 1-1 0 0,1-1 1 0 0,0 1 0 0 0,-1 0 0 0 0,9 0 0 0 0,28-3-16 0 0,-33 6 12 0 0,-1 1-6 0 0,-7-3 7 0 0,0 0 1 0 0,0 0-1 0 0,0 0 1 0 0,0 0-1 0 0,0 0 1 0 0,0 0-1 0 0,0 1 1 0 0,0-1-1 0 0,0 0 1 0 0,0 1-1 0 0,0-1 1 0 0,0 0-1 0 0,0 1 1 0 0,0-1-1 0 0,0 1 1 0 0,-1 0-1 0 0,1-1 1 0 0,0 1-1 0 0,0 0 1 0 0,-1-1-1 0 0,1 1 1 0 0,0 0-1 0 0,-1 0 1 0 0,1-1-1 0 0,-1 1 1 0 0,1 0-1 0 0,-1 0 1 0 0,1 0-1 0 0,-1 0 1 0 0,0 0-1 0 0,1 0 1 0 0,-1 0-1 0 0,0 0 1 0 0,0 0-1 0 0,0 0 1 0 0,0 0-1 0 0,0 0 1 0 0,0 0-1 0 0,0 0 1 0 0,0 0-1 0 0,0 1 1 0 0,-2 3-1 0 0,-1 0 0 0 0,0 0-1 0 0,0 0 1 0 0,0 0 0 0 0,0 0 0 0 0,0-1 0 0 0,-7 6 0 0 0,1 1 27 0 0,-1-1 0 0 0,0 0 0 0 0,0 0 0 0 0,-2-1 0 0 0,1-1 1 0 0,-1 1-1 0 0,0-2 0 0 0,0 0 0 0 0,-1 0 0 0 0,0-1 0 0 0,-1-1 0 0 0,1 0 0 0 0,-1-1 0 0 0,0-1 1 0 0,0 0-1 0 0,-20 2 0 0 0,23-4 60 0 0,-75 1 376 0 0,80-2-436 0 0,0 0 1 0 0,1-1 0 0 0,-1 1-1 0 0,0-1 1 0 0,1-1 0 0 0,-1 1-1 0 0,1-1 1 0 0,-1 0 0 0 0,1 0-1 0 0,0-1 1 0 0,-9-4 0 0 0,14 6-24 0 0,-1 1 0 0 0,0-1 0 0 0,1 0 0 0 0,-1 0 0 0 0,0 0 0 0 0,1 0 0 0 0,-1 0 0 0 0,1 1 0 0 0,-1-1 0 0 0,1 0 0 0 0,0 0 0 0 0,-1 0 0 0 0,1 0 0 0 0,0 0 0 0 0,0 0 0 0 0,0 0 1 0 0,0 0-1 0 0,0 0 0 0 0,0-1 0 0 0,0 1 0 0 0,0 0 0 0 0,0 0 0 0 0,0 0 0 0 0,0 0 0 0 0,1 0 0 0 0,-1 0 0 0 0,0 0 0 0 0,1 0 0 0 0,-1 1 0 0 0,1-1 0 0 0,-1 0 0 0 0,2-1 0 0 0,18-24 89 0 0,-18 24-89 0 0,28-32 11 0 0,-28 30-13 0 0,1 1 0 0 0,0 0 0 0 0,0-1 0 0 0,0 1 0 0 0,1 0 0 0 0,-1 0 0 0 0,1 1 0 0 0,-1-1 0 0 0,1 1 0 0 0,0 0 0 0 0,0 0 0 0 0,0 0 0 0 0,0 0 0 0 0,0 1 0 0 0,0-1 0 0 0,9 0 0 0 0,67-17-33 0 0,-74 18 23 0 0,-1 0 0 0 0,1 0 1 0 0,0 1-1 0 0,0 0 0 0 0,0 0 0 0 0,-1 0 0 0 0,1 0 1 0 0,0 1-1 0 0,0 0 0 0 0,-1 1 0 0 0,1-1 1 0 0,7 4-1 0 0,-12-5 10 0 0,-1 0 1 0 0,1 1-1 0 0,-1-1 1 0 0,1 1-1 0 0,-1-1 0 0 0,1 1 1 0 0,-1-1-1 0 0,0 1 1 0 0,1 0-1 0 0,-1-1 0 0 0,0 1 1 0 0,1 0-1 0 0,-1-1 1 0 0,0 1-1 0 0,0-1 1 0 0,1 1-1 0 0,-1 0 0 0 0,0 0 1 0 0,0-1-1 0 0,0 1 1 0 0,0 0-1 0 0,0-1 0 0 0,0 1 1 0 0,0 0-1 0 0,0-1 1 0 0,0 1-1 0 0,0 0 1 0 0,-1-1-1 0 0,1 1 0 0 0,0 0 1 0 0,0-1-1 0 0,-1 1 1 0 0,1 0-1 0 0,0-1 0 0 0,-1 1 1 0 0,1-1-1 0 0,0 1 1 0 0,-1 0-1 0 0,1-1 0 0 0,-1 1 1 0 0,1-1-1 0 0,-1 0 1 0 0,1 1-1 0 0,-1-1 1 0 0,0 1-1 0 0,-3 2 11 0 0,1 1-1 0 0,-1-1 1 0 0,0-1-1 0 0,0 1 1 0 0,0 0 0 0 0,-6 1-1 0 0,-15 6 34 0 0,0-1 0 0 0,-1-2 0 0 0,0 0 0 0 0,0-2 0 0 0,0-1 0 0 0,-1-1 0 0 0,0-1 0 0 0,0-2 0 0 0,-39-3 0 0 0,66 3-55 0 0,-1 0 0 0 0,1 0 0 0 0,-1 0 0 0 0,1 0 0 0 0,0 0 0 0 0,-1 0 0 0 0,1-1 0 0 0,-1 1 0 0 0,1 0 0 0 0,0 0 0 0 0,-1 0 0 0 0,1 0 0 0 0,-1-1 0 0 0,1 1 0 0 0,0 0 0 0 0,-1 0 0 0 0,1 0 0 0 0,0-1 0 0 0,-1 1 0 0 0,1 0 0 0 0,0-1 0 0 0,-1 1 0 0 0,1 0 0 0 0,0-1 0 0 0,0 1 0 0 0,0 0 0 0 0,-1-1 0 0 0,1 1 0 0 0,0-1 0 0 0,0 1 0 0 0,0 0 0 0 0,0-1 0 0 0,0 1 0 0 0,-1-1 0 0 0,1 1 0 0 0,0-1 0 0 0,0 1 0 0 0,0 0 0 0 0,0-1 0 0 0,0 1 0 0 0,1-1 0 0 0,-1 1 0 0 0,0-1 0 0 0,0 1 0 0 0,0 0 0 0 0,0-1 0 0 0,0 1 0 0 0,0-1 0 0 0,1 1 0 0 0,-1 0 0 0 0,0-1 0 0 0,0 1 0 0 0,1 0 0 0 0,-1-1 0 0 0,0 1 0 0 0,1 0 0 0 0,-1-1 0 0 0,0 1 0 0 0,1 0 0 0 0,-1 0 0 0 0,0-1 0 0 0,1 1 0 0 0,4-3-191 0 0,0 0-1 0 0,0 0 1 0 0,1 1 0 0 0,-1 0 0 0 0,1 0 0 0 0,-1 0 0 0 0,1 1 0 0 0,0 0-1 0 0,6-1 1 0 0,11-3-671 0 0,36-13-1835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2:19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226 156 1361 0 0,'0'-1'78'0'0,"0"0"0"0"0,0 0 0 0 0,0 0 0 0 0,-1 1 0 0 0,1-1-1 0 0,0 0 1 0 0,-1 0 0 0 0,1 0 0 0 0,-1 1 0 0 0,1-1 0 0 0,-1 0 0 0 0,1 1 0 0 0,-1-1 0 0 0,1 0 0 0 0,-1 1 0 0 0,1-1 0 0 0,-1 1 0 0 0,0-1 0 0 0,1 1 0 0 0,-1-1 0 0 0,0 1 0 0 0,0-1 0 0 0,1 1 0 0 0,-1 0 0 0 0,0 0 0 0 0,0-1 0 0 0,0 1 0 0 0,1 0 0 0 0,-3 0 0 0 0,-3-3 304 0 0,-6-3 325 0 0,11 5-673 0 0,-1 1-1 0 0,1-1 1 0 0,0 1 0 0 0,-1-1-1 0 0,1 0 1 0 0,0 0 0 0 0,-1 1-1 0 0,1-1 1 0 0,0 0 0 0 0,0 0-1 0 0,0 0 1 0 0,0 0 0 0 0,0 0-1 0 0,0 0 1 0 0,0-1 0 0 0,0 1-1 0 0,1 0 1 0 0,-1 0 0 0 0,0-1-1 0 0,0-1 1 0 0,1 2-20 0 0,1 0 0 0 0,-1-1 0 0 0,1 1 0 0 0,0 0 0 0 0,-1 0 0 0 0,1 0 0 0 0,0 0-1 0 0,0 0 1 0 0,0 0 0 0 0,0 1 0 0 0,0-1 0 0 0,-1 0 0 0 0,1 0 0 0 0,1 0 0 0 0,-1 1 0 0 0,0-1 0 0 0,0 1 0 0 0,0-1 0 0 0,0 1 0 0 0,2-1 0 0 0,2-1 40 0 0,-5 1-46 0 0,1 0 0 0 0,-1 1 1 0 0,1-1-1 0 0,-1 0 1 0 0,1 1-1 0 0,-1-1 0 0 0,1 0 1 0 0,-1 1-1 0 0,0-1 1 0 0,1 0-1 0 0,-1 0 0 0 0,0 0 1 0 0,0 1-1 0 0,0-1 0 0 0,1 0 1 0 0,-1 0-1 0 0,0 0 1 0 0,0 0-1 0 0,-1-1 0 0 0,1 1-4 0 0,0 0 0 0 0,0 1 0 0 0,0-1 0 0 0,0 0 1 0 0,0 0-1 0 0,1 1 0 0 0,-1-1 0 0 0,0 0 0 0 0,0 0 0 0 0,0 1 0 0 0,1-1 0 0 0,-1 0 0 0 0,0 0 0 0 0,1 1 0 0 0,-1-1 0 0 0,0 0 0 0 0,2 0 0 0 0,6-5 46 0 0,1 1 0 0 0,0 0 0 0 0,1 0 0 0 0,18-6 0 0 0,-13 5 33 0 0,-54 16 709 0 0,-1-2-1 0 0,-48 4 1 0 0,63-9-593 0 0,-64 1 175 0 0,89-4-373 0 0,0-1-1 0 0,0 1 0 0 0,1 0 0 0 0,-1 0 1 0 0,0 0-1 0 0,0 0 0 0 0,0 0 1 0 0,0 0-1 0 0,0 0 0 0 0,0 0 0 0 0,0-1 1 0 0,0 1-1 0 0,0 0 0 0 0,0 0 0 0 0,1 0 1 0 0,-1 0-1 0 0,0 0 0 0 0,0 0 1 0 0,0-1-1 0 0,0 1 0 0 0,0 0 0 0 0,0 0 1 0 0,0 0-1 0 0,0 0 0 0 0,0 0 1 0 0,0-1-1 0 0,0 1 0 0 0,0 0 0 0 0,0 0 1 0 0,0 0-1 0 0,0 0 0 0 0,0 0 0 0 0,0 0 1 0 0,-1-1-1 0 0,1 1 0 0 0,0 0 1 0 0,0 0-1 0 0,0 0 0 0 0,0 0 0 0 0,0 0 1 0 0,0 0-1 0 0,0 0 0 0 0,0-1 1 0 0,0 1-1 0 0,-1 0 0 0 0,1 0 0 0 0,0 0 1 0 0,27-9-5 0 0,0 1 1 0 0,0 2 0 0 0,1 0-1 0 0,42-2 1 0 0,-10 5-122 0 0,75 6 0 0 0,-128-2 108 0 0,0-1 6 0 0,0 0-1 0 0,-1 0 0 0 0,1 1 0 0 0,-1 0 0 0 0,0 0 0 0 0,1 1 1 0 0,-1 0-1 0 0,0 0 0 0 0,0 0 0 0 0,7 4 0 0 0,-12-5 12 0 0,-1-1 1 0 0,0 0-1 0 0,1 1 0 0 0,-1-1 1 0 0,0 0-1 0 0,0 1 0 0 0,1-1 1 0 0,-1 0-1 0 0,0 1 0 0 0,0-1 1 0 0,0 1-1 0 0,1-1 0 0 0,-1 0 1 0 0,0 1-1 0 0,0-1 0 0 0,0 1 1 0 0,0-1-1 0 0,0 1 0 0 0,0-1 1 0 0,0 0-1 0 0,0 1 0 0 0,0-1 1 0 0,0 1-1 0 0,0-1 0 0 0,0 1 1 0 0,0-1-1 0 0,0 1 0 0 0,-1-1 1 0 0,1 0-1 0 0,0 1 0 0 0,0-1 1 0 0,0 1-1 0 0,-1-1 0 0 0,1 0 1 0 0,0 1-1 0 0,0-1 0 0 0,-1 0 1 0 0,1 1-1 0 0,-1-1 0 0 0,-5 8 38 0 0,-1-1 0 0 0,0 0 0 0 0,-1-1-1 0 0,0 0 1 0 0,0 0 0 0 0,0 0-1 0 0,0-1 1 0 0,-1 0 0 0 0,0-1-1 0 0,-14 5 1 0 0,11-3 28 0 0,-5 2 129 0 0,1-2 0 0 0,-1 0 0 0 0,0 0 0 0 0,-1-2-1 0 0,1 0 1 0 0,-1-1 0 0 0,0-1 0 0 0,0 0 0 0 0,0-1 0 0 0,0-1 0 0 0,0-1 0 0 0,-33-6 0 0 0,39 5-148 0 0,7 1-40 0 0,0 0 0 0 0,0 0 1 0 0,0 0-1 0 0,1-1 1 0 0,-1 1-1 0 0,-7-4 1 0 0,12 4-8 0 0,-1 0 0 0 0,0 1-1 0 0,0-1 1 0 0,1 0 0 0 0,-1 1 0 0 0,0-1 0 0 0,1 0 0 0 0,-1 0 0 0 0,1 1-1 0 0,-1-1 1 0 0,1 0 0 0 0,-1 0 0 0 0,1 0 0 0 0,0 0 0 0 0,-1 0 0 0 0,1 0 0 0 0,0 0-1 0 0,0 0 1 0 0,0 0 0 0 0,-1 0 0 0 0,1 0 0 0 0,0 0 0 0 0,0 0 0 0 0,1 0 0 0 0,-1 0-1 0 0,0 1 1 0 0,0-1 0 0 0,0 0 0 0 0,1 0 0 0 0,-1 0 0 0 0,0 0 0 0 0,1 0 0 0 0,-1 0-1 0 0,1 0 1 0 0,-1 0 0 0 0,1 1 0 0 0,-1-1 0 0 0,1 0 0 0 0,0 0 0 0 0,1 0 0 0 0,1-4-59 0 0,1 1 0 0 0,0-1 0 0 0,1 1 1 0 0,-1 0-1 0 0,1 1 0 0 0,0-1 0 0 0,0 1 1 0 0,0 0-1 0 0,0 0 0 0 0,7-2 0 0 0,65-22-1420 0 0,-43 16 710 0 0,-18 6 114 0 0,-5 1-295 0 0,1 0 1 0 0,0 1-1 0 0,-1 0 1 0 0,14-1-1 0 0,5 3-1958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2:57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18 960 0 0,'84'-7'5963'0'0,"-79"-1"-4904"0"0,-5 5-689 0 0,0 7-465 0 0,0-4 162 0 0,88 8 80 0 0,-82-8-197 0 0,0 0-1 0 0,0 0 1 0 0,-1 0 0 0 0,1 1 0 0 0,-1 0 0 0 0,1 0 0 0 0,9 3 0 0 0,14 15-2618 0 0,-28-19 2558 0 0,-1 0 0 0 0,1 1-1 0 0,-1-1 1 0 0,0 1-1 0 0,1-1 1 0 0,-1 0-1 0 0,0 1 1 0 0,1-1-1 0 0,-1 1 1 0 0,0-1 0 0 0,0 1-1 0 0,1-1 1 0 0,-1 1-1 0 0,0-1 1 0 0,0 1-1 0 0,0-1 1 0 0,0 1-1 0 0,0-1 1 0 0,0 1-1 0 0,1-1 1 0 0,-1 1 0 0 0,0-1-1 0 0,0 1 1 0 0,-1 0-1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2:59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2028 42 1281 0 0,'0'-1'130'0'0,"-1"0"1"0"0,0 1-1 0 0,0-1 1 0 0,0 0-1 0 0,0 0 1 0 0,1 0-1 0 0,-1 1 1 0 0,0-1-1 0 0,0 1 1 0 0,0-1-1 0 0,-1 1 1 0 0,1-1-1 0 0,0 1 1 0 0,0-1-1 0 0,0 1 1 0 0,0 0-1 0 0,0 0 1 0 0,0-1-1 0 0,-1 1 1 0 0,1 0 0 0 0,-2 0-1 0 0,-2 0 293 0 0,-42-11 1288 0 0,-94-8 0 0 0,107 19-1579 0 0,1 1 0 0 0,-1 1 0 0 0,1 2 0 0 0,-39 9 0 0 0,-146 44 322 0 0,91-21-272 0 0,88-27-73 0 0,-56 22 0 0 0,2 9 23 0 0,-26 8-24 0 0,64-29-111 0 0,9-5 32 0 0,-56 28 0 0 0,89-36-25 0 0,0 1-1 0 0,1 0 1 0 0,0 0 0 0 0,1 2 0 0 0,0-1 0 0 0,0 2 0 0 0,1-1 0 0 0,0 1 0 0 0,-10 13 0 0 0,3 3-7 0 0,9-14-13 0 0,-1 0 0 0 0,0 0 0 0 0,-12 12 0 0 0,7-11 7 0 0,-16 18 4 0 0,28-27 5 0 0,0 0-1 0 0,1-1 1 0 0,-1 1-1 0 0,1 0 1 0 0,0 0-1 0 0,-1 7 0 0 0,-2 6-8 0 0,-2 0-11 0 0,-1 1-1 0 0,-12 20 1 0 0,-2 7-12 0 0,-34 78-35 0 0,51-114 67 0 0,-1 0 0 0 0,1 0 0 0 0,1 1 0 0 0,0-1 0 0 0,0 1 0 0 0,1-1 0 0 0,0 1 0 0 0,0 0 0 0 0,1 18 0 0 0,0-17-16 0 0,0-1 0 0 0,0 1 0 0 0,-1 0 0 0 0,-1-1 1 0 0,-4 15-1 0 0,3-15 5 0 0,1 0 0 0 0,1 1 0 0 0,0-1 1 0 0,0 1-1 0 0,0 14 0 0 0,2-20-10 0 0,0 0-1 0 0,-1 0 1 0 0,0 0-1 0 0,0 0 1 0 0,0 0 0 0 0,-1 0-1 0 0,1-1 1 0 0,-1 1-1 0 0,-4 7 1 0 0,-4 10-85 0 0,1 5 107 0 0,7-19 48 0 0,0 0 0 0 0,-1 0-1 0 0,-1 0 1 0 0,1-1 0 0 0,-8 13-1 0 0,-3-2 19 0 0,8-9-74 0 0,-1 0 1 0 0,1 1-1 0 0,0-1 0 0 0,1 1 1 0 0,-6 15-1 0 0,7-7-40 0 0,-6 18-66 0 0,-30 26-87 0 0,38-55 185 0 0,-1 0 0 0 0,2 0 0 0 0,-1 0 0 0 0,-1 10 0 0 0,-1 6-4 0 0,1-10 12 0 0,-2-1 0 0 0,0 1-1 0 0,-7 13 1 0 0,7-14-6 0 0,-1 0 1 0 0,1 1-1 0 0,-3 12 0 0 0,-2 43-13 0 0,1-32-2 0 0,5-21 20 0 0,0 0 0 0 0,1 0 1 0 0,1 1-1 0 0,-1 19 0 0 0,4-4 8 0 0,0-13-4 0 0,-1-1 1 0 0,-1 0 0 0 0,-5 31 0 0 0,-4-12-31 0 0,7-29 27 0 0,0 1-1 0 0,1 0 0 0 0,0 0 0 0 0,0 0 1 0 0,1 0-1 0 0,0 1 0 0 0,0-1 1 0 0,1 0-1 0 0,0 0 0 0 0,1 1 1 0 0,-1-1-1 0 0,5 15 0 0 0,18 24-6 0 0,-17-38 17 0 0,-1 1 1 0 0,0-1 0 0 0,5 15-1 0 0,-3 3 25 0 0,-5-19-33 0 0,0 0 0 0 0,0-1 0 0 0,1 1-1 0 0,0 0 1 0 0,1-1 0 0 0,-1 0 0 0 0,6 7 0 0 0,109 149-8 0 0,-106-147-9 0 0,1 0 1 0 0,22 21 0 0 0,-21-23 15 0 0,-1 1 1 0 0,19 24 0 0 0,-25-28-17 0 0,1-1 0 0 0,1-1 0 0 0,0 1 0 0 0,18 14 0 0 0,25 25-15 0 0,-40-35 36 0 0,-7-7 12 0 0,1 0 0 0 0,1 0 1 0 0,-1-1-1 0 0,1 0 0 0 0,14 11 1 0 0,-6-8-4 0 0,-3-2-7 0 0,0 0 0 0 0,-1 1 0 0 0,0 1 0 0 0,12 12 0 0 0,-12-11 5 0 0,0 1 1 0 0,1-2-1 0 0,13 9 0 0 0,-14-11 0 0 0,-1 1-1 0 0,0 0 1 0 0,0 0 0 0 0,9 12-1 0 0,37 35-7 0 0,-43-45-6 0 0,-2 1 1 0 0,1 0 0 0 0,-1 1 0 0 0,-1 0-1 0 0,0 1 1 0 0,10 17 0 0 0,-19-26-1 0 0,1 0 0 0 0,-1 0 1 0 0,0-1-1 0 0,-1 1 0 0 0,1 0 1 0 0,-1 0-1 0 0,0 0 0 0 0,0 0 0 0 0,0 7 1 0 0,-1 0 17 0 0,1-9 2 0 0,0 1 0 0 0,0 0 0 0 0,-1 0 0 0 0,1 0 0 0 0,-1-1 0 0 0,0 1 0 0 0,0 0 1 0 0,0-1-1 0 0,0 1 0 0 0,0 0 0 0 0,0-1 0 0 0,-1 1 0 0 0,1-1 0 0 0,-3 3 0 0 0,2-3 10 0 0,1 0 1 0 0,-1 0 0 0 0,1 1-1 0 0,-1-1 1 0 0,1 1 0 0 0,0-1-1 0 0,0 1 1 0 0,0-1 0 0 0,1 1-1 0 0,-1 0 1 0 0,0 0 0 0 0,1-1-1 0 0,0 1 1 0 0,-1 3-1 0 0,1 6 63 0 0,-1-9-83 0 0,1 0-1 0 0,0 0 1 0 0,0 0 0 0 0,0 1 0 0 0,0-1 0 0 0,0 0 0 0 0,1 0 0 0 0,-1 0 0 0 0,1 0-1 0 0,0 1 1 0 0,2 4 0 0 0,17 13-69 0 0,-10 2 67 0 0,-7-18 7 0 0,1 0-1 0 0,0 0 0 0 0,0 0 0 0 0,0-1 0 0 0,0 1 0 0 0,1-1 0 0 0,0 0 0 0 0,0 0 0 0 0,0-1 0 0 0,6 4 0 0 0,23 5-55 0 0,-26-11 69 0 0,-1 1-1 0 0,0 0 1 0 0,0 1-1 0 0,0 0 1 0 0,0 0 0 0 0,0 0-1 0 0,-1 1 1 0 0,0 0-1 0 0,12 9 1 0 0,-6 7-6 0 0,-11-17-13 0 0,1 1 1 0 0,0-1-1 0 0,0 1 1 0 0,1-1 0 0 0,-1 0-1 0 0,1 0 1 0 0,4 4 0 0 0,52 57 11 0 0,-51-56 0 0 0,1 1-1 0 0,-1 1 1 0 0,12 19 0 0 0,-16-23-11 0 0,5 9-2 0 0,-7-12 0 0 0,-1-1 0 0 0,0 0 0 0 0,1 1 0 0 0,0-1 0 0 0,-1 0 0 0 0,1 0 0 0 0,0 0 0 0 0,0 0 0 0 0,0-1 0 0 0,0 1 0 0 0,5 2 0 0 0,17 12 4 0 0,1-1-1 0 0,0-2 0 0 0,49 19 1 0 0,-10-4 36 0 0,-41-23-6 0 0,0-1 0 0 0,36 3-1 0 0,-27-5 3 0 0,33 8 0 0 0,28 4-31 0 0,1-3 0 0 0,95-3 0 0 0,-96-4 7 0 0,-32-1 35 0 0,36 2-130 0 0,107-9 0 0 0,-176 2 53 0 0,1-1 0 0 0,-1-2 0 0 0,0-1 1 0 0,0-1-1 0 0,0-1 0 0 0,-1-2 0 0 0,-1-1 1 0 0,35-19-1 0 0,-24 9 36 0 0,-1-2 0 0 0,-2-2 0 0 0,-1-1 0 0 0,0-2 0 0 0,-2 0-1 0 0,-2-3 1 0 0,0 0 0 0 0,35-54 0 0 0,-33 39-40 0 0,3-4 121 0 0,-1-2 0 0 0,47-106 0 0 0,4-114 33 0 0,-55 168 160 0 0,-18 71-171 0 0,1 0-1 0 0,23-41 1 0 0,-9 21-21 0 0,5-18 23 0 0,32-62 4 0 0,-50 111-100 0 0,-1-1 0 0 0,-1 0-1 0 0,-1-1 1 0 0,-1 0-1 0 0,-1-1 1 0 0,-1 0-1 0 0,-1 0 1 0 0,-1 0-1 0 0,-2-1 1 0 0,1-44 0 0 0,-6 30-3 0 0,-2 0 0 0 0,-1 0 0 0 0,-3 0 1 0 0,-1 0-1 0 0,-16-42 0 0 0,19 62 8 0 0,-5-16 14 0 0,-3 1 1 0 0,0 0-1 0 0,-2 1 0 0 0,-2 1 0 0 0,-1 0 1 0 0,-42-53-1 0 0,-17-6 59 0 0,67 77-72 0 0,-1 1 0 0 0,0 0-1 0 0,-1 1 1 0 0,-1 0-1 0 0,0 1 1 0 0,0 1 0 0 0,-1 0-1 0 0,-1 1 1 0 0,0 1 0 0 0,-30-14-1 0 0,-35-8-1024 0 0,-2 4 1 0 0,-1 3-1 0 0,-131-20 0 0 0,97 32-4585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9:01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1325 14 1040 0 0,'2'2'1521'0'0,"-9"1"-1227"0"0,-17-2 906 0 0,24-2-1157 0 0,0 1-1 0 0,0-1 0 0 0,0 1 0 0 0,0 0 1 0 0,0-1-1 0 0,0 1 0 0 0,0-1 1 0 0,0 1-1 0 0,0-1 0 0 0,0 1 1 0 0,0-1-1 0 0,0 1 0 0 0,0 0 1 0 0,0-1-1 0 0,-1 1 0 0 0,1-1 1 0 0,0 1-1 0 0,0-1 0 0 0,-1 1 1 0 0,1 0-1 0 0,0-1 0 0 0,0 1 1 0 0,-1 0-1 0 0,1-1 0 0 0,0 1 0 0 0,-1 0 1 0 0,1 0-1 0 0,-1-1 0 0 0,-49-5 279 0 0,46 5-241 0 0,-35 4 135 0 0,33-4-181 0 0,-1 1 1 0 0,0 1-1 0 0,1-1 0 0 0,-12 4 0 0 0,-59 16 19 0 0,50-14-26 0 0,-47 17 0 0 0,-5 5 7 0 0,48-17-72 0 0,1 0 0 0 0,-43 22 0 0 0,14 7 71 0 0,38-25-25 0 0,-1 0 1 0 0,-1-1-1 0 0,-29 12 1 0 0,25-15-29 0 0,-38 22 0 0 0,56-27 15 0 0,-1 0 0 0 0,1 0 0 0 0,1 1 0 0 0,-1 0 0 0 0,1 0 0 0 0,0 1 0 0 0,-11 15 0 0 0,-3-4 17 0 0,20-18-12 0 0,-1 0 0 0 0,1 1 0 0 0,0-1 0 0 0,0 1 0 0 0,0-1 0 0 0,0 1 0 0 0,0-1 0 0 0,1 1 0 0 0,-1 0 0 0 0,1 0 0 0 0,-1 0 1 0 0,1 0-1 0 0,-1 0 0 0 0,1 0 0 0 0,0 1 0 0 0,0-1 0 0 0,0 0 0 0 0,0 1 0 0 0,0 3 0 0 0,0-4-1 0 0,0 0 0 0 0,1 0-1 0 0,-1-1 1 0 0,0 1 0 0 0,0 0 0 0 0,0-1 0 0 0,0 1-1 0 0,0-1 1 0 0,0 1 0 0 0,-1-1 0 0 0,1 1-1 0 0,0-1 1 0 0,-1 0 0 0 0,1 0 0 0 0,-1 0 0 0 0,1 0-1 0 0,-1 0 1 0 0,0 0 0 0 0,1 0 0 0 0,-1 0 0 0 0,0-1-1 0 0,0 1 1 0 0,-3 0 0 0 0,-15 10-50 0 0,10 11 38 0 0,-9 5 13 0 0,10-10-3 0 0,8-13-6 0 0,-1 0 1 0 0,0 0-1 0 0,-1 0 1 0 0,1 0-1 0 0,-1-1 0 0 0,1 1 1 0 0,-1-1-1 0 0,-5 5 1 0 0,-81 84-99 0 0,85-88 68 0 0,0 1-1 0 0,1-1 1 0 0,-1 1 0 0 0,1 0-1 0 0,0 0 1 0 0,0 0 0 0 0,-3 10-1 0 0,4-10 69 0 0,-1 1 1 0 0,1-1-1 0 0,-1 0 1 0 0,0-1-1 0 0,0 1 0 0 0,0 0 1 0 0,-7 6-1 0 0,-12 8 207 0 0,17-16-220 0 0,0 1 0 0 0,0 1 1 0 0,1-1-1 0 0,-1 1 0 0 0,-3 5 0 0 0,-22 42-82 0 0,28-44 56 0 0,0 1 0 0 0,0-1 1 0 0,1 0-1 0 0,0 1 0 0 0,0 0 0 0 0,1-1 1 0 0,0 1-1 0 0,3 12 0 0 0,-2 8 18 0 0,-1 282-195 0 0,0-307 183 0 0,0-1 1 0 0,1 1-1 0 0,-1-1 1 0 0,1 1 0 0 0,0-1-1 0 0,0 0 1 0 0,0 1-1 0 0,0-1 1 0 0,1 0-1 0 0,-1 0 1 0 0,1 0-1 0 0,4 6 1 0 0,2 4-5 0 0,2 11 8 0 0,9-2 0 0 0,-9-2 0 0 0,-9-18 0 0 0,0 1 0 0 0,0 0 0 0 0,0 0 0 0 0,1-1 0 0 0,-1 1 0 0 0,1-1 0 0 0,0 1 0 0 0,0-1 0 0 0,0 0 0 0 0,0 0 0 0 0,0 0 0 0 0,4 3 0 0 0,4 1 8 0 0,0 1 0 0 0,1-2 0 0 0,0 0 0 0 0,0 0 1 0 0,17 5-1 0 0,-16-7-4 0 0,-1 1 1 0 0,0 1-1 0 0,17 9 0 0 0,28 25-42 0 0,16 9 10 0 0,-22-23 42 0 0,1-3 1 0 0,89 26 0 0 0,48 21 34 0 0,-143-46-8 0 0,-26-13-10 0 0,-1-1 0 0 0,28 10-1 0 0,181 49-3 0 0,-15-18-27 0 0,89 1 90 0 0,-258-46-56 0 0,0-3 0 0 0,0-1 0 0 0,0-2 0 0 0,0-2 0 0 0,48-9 0 0 0,387-118 286 0 0,-318 76-180 0 0,173-67 53 0 0,-322 117-185 0 0,0-1 1 0 0,0 0-1 0 0,-1-1 1 0 0,1 0-1 0 0,-1 0 0 0 0,-1-2 1 0 0,12-9-1 0 0,-12 9 3 0 0,0 1 0 0 0,1 0 0 0 0,13-8 0 0 0,-15 11-6 0 0,-1 0 1 0 0,0-1-1 0 0,-1 0 1 0 0,1 0-1 0 0,-1 0 1 0 0,0-1-1 0 0,0 0 1 0 0,9-12-1 0 0,48-90 65 0 0,-38 61-60 0 0,-19 36-9 0 0,-2 0-1 0 0,1 0 0 0 0,-1 0 0 0 0,-1 0 1 0 0,3-14-1 0 0,1-6 12 0 0,2 2 16 0 0,-6 22-19 0 0,-1 1-1 0 0,0 0 1 0 0,0-1 0 0 0,-1 1 0 0 0,1-1-1 0 0,-2 0 1 0 0,1 1 0 0 0,-1-1 0 0 0,0 0-1 0 0,0 0 1 0 0,-2-11 0 0 0,-18-51 4 0 0,12 26-12 0 0,5 23 2 0 0,-1-1 0 0 0,-2 1 0 0 0,-8-23 1 0 0,6 21 13 0 0,0 3-7 0 0,1 0 0 0 0,-2 1 0 0 0,-1 0-1 0 0,-12-17 1 0 0,-42-41 24 0 0,-10-13-94 0 0,48 45-72 0 0,22 34 121 0 0,-1 1 0 0 0,0 1-1 0 0,0-1 1 0 0,-1 1-1 0 0,-12-13 1 0 0,17 20 11 0 0,-10-11 11 0 0,-1 2 0 0 0,0-1 0 0 0,-1 1 0 0 0,0 1 0 0 0,-19-10 0 0 0,-15-1-46 0 0,-77-21 0 0 0,78 27 25 0 0,19 4 28 0 0,1-1-1 0 0,0-1 0 0 0,1-2 0 0 0,-34-23 0 0 0,-24-14 44 0 0,29 24-62 0 0,-1 2-1 0 0,-104-30 1 0 0,-121-14 18 0 0,-19 28-9 0 0,273 39-2 0 0,-27-2 21 0 0,1 2 1 0 0,-1 3-1 0 0,1 2 0 0 0,-79 14 1 0 0,93-9-67 0 0,0 2 0 0 0,1 1 1 0 0,0 2-1 0 0,1 1 1 0 0,0 3-1 0 0,-52 31 0 0 0,38-16-158 0 0,-73 49-740 0 0,104-64 284 0 0,-26 29-1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9:02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1 112 160 0 0,'3'-1'435'0'0,"14"-2"13"0"0,-17 3-406 0 0,0 0 0 0 0,0 0 1 0 0,1 0-1 0 0,-1 0 0 0 0,0-1 0 0 0,1 1 1 0 0,-1 0-1 0 0,0 0 0 0 0,1 0 0 0 0,-1 0 1 0 0,0 0-1 0 0,1 0 0 0 0,-1 0 0 0 0,0 1 0 0 0,1-1 1 0 0,-1 0-1 0 0,0 0 0 0 0,0 0 0 0 0,1 0 1 0 0,-1 0-1 0 0,0 0 0 0 0,1 1 0 0 0,-1-1 1 0 0,0 0-1 0 0,0 0 0 0 0,1 0 0 0 0,-1 1 1 0 0,0-1-1 0 0,0 0 0 0 0,0 0 0 0 0,1 1 0 0 0,-1-1 1 0 0,0 0-1 0 0,0 1 0 0 0,1 0 0 0 0,-1 0 1 0 0,1 0-1 0 0,-1 0 1 0 0,1 0-1 0 0,-1 0 0 0 0,1 0 1 0 0,-1-1-1 0 0,1 1 0 0 0,0 0 1 0 0,0 0-1 0 0,-1-1 0 0 0,1 1 1 0 0,0 0-1 0 0,0-1 0 0 0,0 1 1 0 0,0 0-1 0 0,0-1 0 0 0,0 0 1 0 0,0 1-1 0 0,0-1 0 0 0,1 1 1 0 0,5 3 66 0 0,-6-1-101 0 0,1 1 1 0 0,-1 0 0 0 0,0-1 0 0 0,0 1 0 0 0,0 0-1 0 0,-1 0 1 0 0,1 0 0 0 0,-1-1 0 0 0,0 1-1 0 0,0 0 1 0 0,-1 0 0 0 0,0 6 0 0 0,0 4-17 0 0,1 79 22 0 0,0-90-2 0 0,0-1 1 0 0,-1 1-1 0 0,1 0 1 0 0,-1-1-1 0 0,0 1 1 0 0,1 0-1 0 0,-1-1 1 0 0,0 1 0 0 0,-1-1-1 0 0,1 0 1 0 0,0 1-1 0 0,-1-1 1 0 0,-1 3-1 0 0,1-3-6 0 0,0 1-1 0 0,0-1 1 0 0,1 1-1 0 0,0-1 1 0 0,-1 1 0 0 0,1-1-1 0 0,0 1 1 0 0,0 0-1 0 0,0 0 1 0 0,1 0-1 0 0,-1-1 1 0 0,1 1 0 0 0,-1 4-1 0 0,1 5 19 0 0,-1-9-14 0 0,1 0-1 0 0,0 0 0 0 0,0 0 0 0 0,0 0 0 0 0,0 0 0 0 0,1 0 0 0 0,-1 0 0 0 0,1 0 0 0 0,0 0 0 0 0,-1 0 0 0 0,3 4 1 0 0,4 3-1 0 0,-5-6-9 0 0,0-1 0 0 0,0 1 0 0 0,0-1 1 0 0,0 1-1 0 0,0 0 0 0 0,-1 0 1 0 0,0 0-1 0 0,1 0 0 0 0,-2 0 0 0 0,1 0 1 0 0,0 1-1 0 0,-1-1 0 0 0,0 0 1 0 0,0 7-1 0 0,0-9 2 0 0,0 0 0 0 0,0 0 0 0 0,0-1 1 0 0,1 1-1 0 0,-1 0 0 0 0,1 0 0 0 0,-1-1 1 0 0,1 1-1 0 0,0 0 0 0 0,-1-1 0 0 0,1 1 0 0 0,0-1 1 0 0,0 1-1 0 0,0-1 0 0 0,0 1 0 0 0,0-1 0 0 0,1 0 1 0 0,1 2-1 0 0,7 9 9 0 0,-1 10-51 0 0,1-10 30 0 0,-8-10 14 0 0,-1-1-1 0 0,1 1 0 0 0,-1-1 0 0 0,0 1 0 0 0,0 0 0 0 0,0 0 1 0 0,0 0-1 0 0,0 0 0 0 0,0 0 0 0 0,0 0 0 0 0,-1 0 0 0 0,1 0 0 0 0,0 0 1 0 0,-1 0-1 0 0,0 0 0 0 0,0 0 0 0 0,0 0 0 0 0,0 0 0 0 0,0 3 1 0 0,0 61 476 0 0,0-65-475 0 0,0-1 1 0 0,0 1-1 0 0,0 0 1 0 0,0-1-1 0 0,0 1 1 0 0,0 0-1 0 0,-1-1 1 0 0,1 1-1 0 0,0-1 1 0 0,0 1-1 0 0,-1 0 1 0 0,1-1-1 0 0,0 1 1 0 0,-1-1-1 0 0,1 1 1 0 0,-1-1-1 0 0,1 1 1 0 0,0-1-1 0 0,-1 1 1 0 0,1-1-1 0 0,-1 0 1 0 0,0 1-1 0 0,1-1 1 0 0,-1 1-1 0 0,1-1 1 0 0,-1 0-1 0 0,1 0 1 0 0,-1 1-1 0 0,0-1 1 0 0,1 0-1 0 0,-1 0 1 0 0,0 0-1 0 0,1 0 1 0 0,-1 0-1 0 0,0 0 1 0 0,1 0-1 0 0,-1 0 1 0 0,0 0-1 0 0,1 0 1 0 0,-2 0-1 0 0,-4 0 23 0 0,6 0-18 0 0,0 0 0 0 0,0 0 0 0 0,-1 0 0 0 0,1 1-1 0 0,0-1 1 0 0,-1 0 0 0 0,1 0 0 0 0,0 0 0 0 0,0 0-1 0 0,-1 1 1 0 0,1-1 0 0 0,0 0 0 0 0,0 0 0 0 0,-1 0 0 0 0,1 1-1 0 0,0-1 1 0 0,0 0 0 0 0,0 0 0 0 0,-1 1 0 0 0,1-1 0 0 0,0 0-1 0 0,0 0 1 0 0,0 1 0 0 0,0-1 0 0 0,0 0 0 0 0,0 1-1 0 0,0-1 1 0 0,0 0 0 0 0,-1 1 0 0 0,1-1 0 0 0,0 0 0 0 0,0 1-1 0 0,0-1 1 0 0,0 0 0 0 0,1 1 0 0 0,-1-1 0 0 0,0 0 0 0 0,0 0-1 0 0,0 1 1 0 0,0-1 0 0 0,0 0 0 0 0,0 1 0 0 0,1-1-2 0 0,-1 1-1 0 0,0-1 1 0 0,0 1 0 0 0,0-1 0 0 0,0 0 0 0 0,0 1 0 0 0,0-1 0 0 0,0 1 0 0 0,0-1 0 0 0,0 0 0 0 0,0 1 0 0 0,0-1-1 0 0,0 1 1 0 0,0-1 0 0 0,0 0 0 0 0,0 1 0 0 0,0-1 0 0 0,0 1 0 0 0,0-1 0 0 0,-1 0 0 0 0,1 1 0 0 0,0-1-1 0 0,0 0 1 0 0,0 1 0 0 0,-1-1 0 0 0,1 0 0 0 0,0 1 0 0 0,-1-1 0 0 0,1 0 0 0 0,0 0 0 0 0,-1 1 0 0 0,1-1 0 0 0,0 0-1 0 0,-1 0 1 0 0,1 1 0 0 0,-20 4 19 0 0,15 0 40 0 0,10-4-1 0 0,19-2-55 0 0,-22-1-2 0 0,26-2 65 0 0,-13 3-3 0 0,0-1 0 0 0,0 0 0 0 0,0-2 0 0 0,-1 0 0 0 0,1 0 1 0 0,-1-1-1 0 0,0-1 0 0 0,17-10 0 0 0,3-4 146 0 0,20-14-7 0 0,16-29 97 0 0,204-128 332 0 0,-56 45-730 0 0,-164 106-1024 0 0,86-82 1 0 0,-77 53-1461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9:05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1 880 0 0,'1'9'197'0'0,"0"1"0"0"0,0 0-1 0 0,1-1 1 0 0,0 1 0 0 0,0-1-1 0 0,1 1 1 0 0,0-1 0 0 0,1 0-1 0 0,10 17 1 0 0,8 22 211 0 0,-19-23-224 0 0,-3-23-174 0 0,0 0 0 0 0,-1 0-1 0 0,2-1 1 0 0,-1 1 0 0 0,0 0 0 0 0,0 0 0 0 0,1 0 0 0 0,-1 0 0 0 0,1 0 0 0 0,-1-1 0 0 0,1 1 0 0 0,0 0 0 0 0,0 0 0 0 0,1 1 0 0 0,52 42-10 0 0,-42-31-21 0 0,-1 1 0 0 0,13 20-1 0 0,-12-16 14 0 0,23 27 0 0 0,-18-27-9 0 0,-6-8 7 0 0,0 1 0 0 0,-1 1 0 0 0,0 0 1 0 0,15 27-1 0 0,-16-21 17 0 0,-1-6 24 0 0,-1 0 0 0 0,-1 0 0 0 0,0 1 1 0 0,-1-1-1 0 0,-1 1 0 0 0,0 0 1 0 0,-1 1-1 0 0,0-1 0 0 0,1 23 1 0 0,-5-22 86 0 0,1-11-113 0 0,-1 1 0 0 0,1-1 0 0 0,0 0 0 0 0,0 1 0 0 0,1-1 0 0 0,-1 1 0 0 0,1-1 0 0 0,0 0 0 0 0,0 1 0 0 0,2 4 0 0 0,7 1 21 0 0,-9-9-23 0 0,0 0-1 0 0,0 0 1 0 0,0 0-1 0 0,0 0 1 0 0,0 0 0 0 0,0 0-1 0 0,0 1 1 0 0,0-1-1 0 0,0 0 1 0 0,0 0-1 0 0,-1 1 1 0 0,1-1 0 0 0,-1 0-1 0 0,1 1 1 0 0,-1-1-1 0 0,1 1 1 0 0,-1-1-1 0 0,0 1 1 0 0,0-1 0 0 0,1 3-1 0 0,-1-3 1 0 0,0 0-1 0 0,0 0 1 0 0,0 0-1 0 0,0 0 1 0 0,0 0-1 0 0,0 0 1 0 0,0 0-1 0 0,1 0 1 0 0,-1 0-1 0 0,0 0 0 0 0,1 0 1 0 0,-1 0-1 0 0,1 0 1 0 0,0 0-1 0 0,-1 0 1 0 0,1 0-1 0 0,-1 0 1 0 0,1-1-1 0 0,0 1 1 0 0,0 0-1 0 0,0 0 1 0 0,-1-1-1 0 0,1 1 1 0 0,0 0-1 0 0,0-1 1 0 0,1 1-1 0 0,-1 0-2 0 0,0-1-1 0 0,0 1 1 0 0,0-1-1 0 0,0 1 1 0 0,0 0-1 0 0,0-1 1 0 0,0 1-1 0 0,-1 0 1 0 0,1-1-1 0 0,0 1 1 0 0,-1 0-1 0 0,1 0 1 0 0,0 0-1 0 0,-1 0 1 0 0,1 0-1 0 0,-1 0 1 0 0,1 0-1 0 0,-1 0 1 0 0,0 0-1 0 0,1 0 1 0 0,-1 0-1 0 0,0 0 1 0 0,0 0-1 0 0,0 0 1 0 0,0 0-1 0 0,0 2 1 0 0,0 70 13 0 0,0-73-13 0 0,0 0 0 0 0,-1-1 0 0 0,1 1 0 0 0,0 0 0 0 0,0-1 0 0 0,-1 1 0 0 0,1 0 0 0 0,0 0 0 0 0,-1-1 0 0 0,1 1 0 0 0,0 0 0 0 0,-1 0 0 0 0,1 0 0 0 0,-1 0 0 0 0,1-1 0 0 0,0 1 0 0 0,-1 0 0 0 0,1 0 0 0 0,-1 0 0 0 0,1 0 0 0 0,0 0 0 0 0,-1 0 0 0 0,1 0 0 0 0,-1 0 0 0 0,1 0 0 0 0,0 0 0 0 0,-1 0 0 0 0,1 0 0 0 0,-1 0 0 0 0,0 1 0 0 0,1-1 0 0 0,-1 0 0 0 0,1 0 0 0 0,-1 0 0 0 0,1 1 0 0 0,-1-1 0 0 0,1 0 0 0 0,-1 0 0 0 0,0 0 0 0 0,1 0 0 0 0,-1 0 0 0 0,1 0 0 0 0,-1 0 0 0 0,0-1 0 0 0,1 1 0 0 0,-1 0 0 0 0,1 0 0 0 0,-1 0 0 0 0,1 0 0 0 0,-1-1 0 0 0,1 1 0 0 0,-1 0 0 0 0,1-1 0 0 0,-1 1 0 0 0,1 0 0 0 0,-1-1 0 0 0,1 1 0 0 0,0 0 0 0 0,-1-1 0 0 0,1 1 0 0 0,-1-1 0 0 0,1 1 0 0 0,0-1 0 0 0,0 1 0 0 0,-1-1 0 0 0,1 1 0 0 0,0-2 0 0 0,0 2 0 0 0,0-1 0 0 0,0 1 0 0 0,-1-1 0 0 0,1 1 0 0 0,0-1 0 0 0,0 0 0 0 0,0 1 1 0 0,0-1-1 0 0,0 1 0 0 0,-1-1 0 0 0,1 1 0 0 0,0-1 0 0 0,-1 1 0 0 0,1-1 0 0 0,0 1 0 0 0,-1-1 0 0 0,1 1 0 0 0,0 0 1 0 0,-1-1-1 0 0,1 1 0 0 0,-1-1 0 0 0,1 1 0 0 0,-1 0 0 0 0,1-1 0 0 0,-1 1 0 0 0,1 0 0 0 0,-1 0 0 0 0,1 0 0 0 0,-1-1 1 0 0,1 1-1 0 0,-1 0 0 0 0,1 0 0 0 0,-1 0 0 0 0,0 0 0 0 0,1 0 0 0 0,-2 0 0 0 0,2 0 0 0 0,-1 0-1 0 0,1 0 1 0 0,-1 0-1 0 0,0 0 1 0 0,1 0 0 0 0,-1-1-1 0 0,0 1 1 0 0,1 0-1 0 0,-1 0 1 0 0,1-1-1 0 0,-1 1 1 0 0,0 0-1 0 0,1 0 1 0 0,-1-1 0 0 0,1 1-1 0 0,-1-1 1 0 0,1 1-1 0 0,-1 0 1 0 0,1-1-1 0 0,-1 1 1 0 0,1-1 0 0 0,0 1-1 0 0,-1-1 1 0 0,1 1-1 0 0,0-1 1 0 0,-1 0-1 0 0,1 1 1 0 0,0-1-1 0 0,0 1 1 0 0,-1-1 0 0 0,1 0-1 0 0,0 1 1 0 0,0-1-1 0 0,0 0 1 0 0,0 1-1 0 0,0-1 1 0 0,0 0 0 0 0,0 0-2 0 0,0 1 1 0 0,1 0 0 0 0,-1-1 0 0 0,0 1 0 0 0,0 0-1 0 0,0-1 1 0 0,0 1 0 0 0,0-1 0 0 0,0 1 0 0 0,0-1-1 0 0,0 1 1 0 0,0 0 0 0 0,0-1 0 0 0,0 1 0 0 0,0-1-1 0 0,0 1 1 0 0,0 0 0 0 0,0-1 0 0 0,0 1 0 0 0,-1-1-1 0 0,1 1 1 0 0,0 0 0 0 0,0-1 0 0 0,0 1 0 0 0,-1 0-1 0 0,1-1 1 0 0,0 1 0 0 0,0 0 0 0 0,-1-1 0 0 0,1 1-1 0 0,0 0 1 0 0,-1-1 0 0 0,1 1 0 0 0,0 0-1 0 0,-1 0 1 0 0,1 0 0 0 0,0-1 0 0 0,-1 1 0 0 0,1 0-1 0 0,-1 0 1 0 0,1 0 0 0 0,0 0 0 0 0,-1 0 0 0 0,1 0-1 0 0,-1 0 1 0 0,1-1 0 0 0,0 1 0 0 0,-1 0 0 0 0,1 1-1 0 0,-1-1 1 0 0,0 0 0 0 0,1 0 1 0 0,-1 0 0 0 0,1 0 0 0 0,-1 0 0 0 0,1 0 0 0 0,-1 0 0 0 0,1 0-1 0 0,-1 0 1 0 0,1 0 0 0 0,-1 0 0 0 0,1 0 0 0 0,-1 0 0 0 0,1 0 0 0 0,-1 0 0 0 0,1-1 0 0 0,-1 1 0 0 0,1 0-1 0 0,-1 0 1 0 0,1-1 0 0 0,-1 1 0 0 0,1 0 0 0 0,0 0 0 0 0,-1-1 0 0 0,1 1 0 0 0,0 0 0 0 0,-1-1 0 0 0,1 0 0 0 0,-2-2-7 0 0,1 0 1 0 0,0 0 0 0 0,0 0 0 0 0,0 0-1 0 0,1-1 1 0 0,-1 1 0 0 0,1 0 0 0 0,0 0 0 0 0,0-1-1 0 0,0-3 1 0 0,2 5 1 0 0,-28 0-110 0 0,21 2-112 0 0,6 1-672 0 0,-7 2 291 0 0,-19-2-1233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9:06.4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326 773 1040 0 0,'-6'-12'244'0'0,"1"0"0"0"0,1 0 0 0 0,0 0 0 0 0,0 0-1 0 0,1 0 1 0 0,1-1 0 0 0,0 0 0 0 0,1 1-1 0 0,0-1 1 0 0,1 0 0 0 0,2-20 0 0 0,-2 1-101 0 0,0 24-129 0 0,1 0 1 0 0,0 1 0 0 0,0-1 0 0 0,0 0 0 0 0,1 0-1 0 0,0 1 1 0 0,1-1 0 0 0,3-7 0 0 0,2-7-2 0 0,2-22 54 0 0,0 22-26 0 0,-8 17-30 0 0,0 1-1 0 0,0-1 1 0 0,0 1-1 0 0,0-1 1 0 0,-1 0-1 0 0,0 1 1 0 0,0-1 0 0 0,0 0-1 0 0,0-5 1 0 0,-1 8-11 0 0,0 0 1 0 0,0 0 0 0 0,0 0-1 0 0,0 0 1 0 0,1 0 0 0 0,-1 0 0 0 0,1 0-1 0 0,-1 0 1 0 0,1 0 0 0 0,0 0-1 0 0,0 1 1 0 0,0-1 0 0 0,0 0-1 0 0,0 0 1 0 0,0 1 0 0 0,1-1 0 0 0,-1 1-1 0 0,2-2 1 0 0,-2 2 0 0 0,0-1-1 0 0,1 1 1 0 0,-1-1 0 0 0,0 1 0 0 0,0-1-1 0 0,0 1 1 0 0,0-1 0 0 0,0 1 0 0 0,0-1-1 0 0,-1 0 1 0 0,1 0 0 0 0,0 1 0 0 0,-1-1-1 0 0,0 0 1 0 0,1 0 0 0 0,-1 0 0 0 0,0-3-1 0 0,0-39 67 0 0,-5 40-54 0 0,-44 9 54 0 0,48-4-68 0 0,1-1 0 0 0,0 0 0 0 0,-1 0 0 0 0,1 0 0 0 0,0 0 0 0 0,-1 1 0 0 0,1-1 0 0 0,0 0 0 0 0,-1 1 0 0 0,1-1 0 0 0,0 0 0 0 0,0 0 0 0 0,-1 1 0 0 0,1-1 0 0 0,0 0 0 0 0,0 1 0 0 0,-1-1 0 0 0,1 1-1 0 0,0-1 1 0 0,0 0 0 0 0,0 1 0 0 0,0-1 0 0 0,0 1 0 0 0,0-1 0 0 0,0 0 0 0 0,-1 1 0 0 0,1-1 0 0 0,1 1 0 0 0,-5 9-36 0 0,3-8 37 0 0,-1 0-1 0 0,1 0 0 0 0,0 0 0 0 0,0 1 0 0 0,0-1 0 0 0,0 0 0 0 0,0 0 0 0 0,0 1 1 0 0,1-1-1 0 0,-1 0 0 0 0,1 1 0 0 0,0-1 0 0 0,0 1 0 0 0,0 3 0 0 0,7 37-15 0 0,-4-32 3 0 0,-1 0 1 0 0,0 0-1 0 0,0 16 0 0 0,-3 1 2 0 0,1-15 8 0 0,-1 0 0 0 0,2 0 0 0 0,0 0 0 0 0,4 21 0 0 0,5-5-26 0 0,-7-21 23 0 0,-1 0 1 0 0,1 0 0 0 0,-1 0-1 0 0,0 0 1 0 0,-1 0-1 0 0,1 12 1 0 0,-2 43 5 0 0,-2-61-1 0 0,3 6 3 0 0,24 6-16 0 0,-24-14 13 0 0,-1 0 1 0 0,0 0 0 0 0,1-1 0 0 0,-1 1 0 0 0,0 0 0 0 0,1-1-1 0 0,-1 1 1 0 0,0-1 0 0 0,1 1 0 0 0,-1 0 0 0 0,0-1-1 0 0,0 1 1 0 0,0-1 0 0 0,1 1 0 0 0,-1-1 0 0 0,0 1-1 0 0,0 0 1 0 0,0-1 0 0 0,0 1 0 0 0,0-1 0 0 0,0 1-1 0 0,0-1 1 0 0,0 1 0 0 0,0-1 0 0 0,0 1 0 0 0,0-1-1 0 0,0 1 1 0 0,0-1 0 0 0,0-22 28 0 0,0 20-37 0 0,0-6 15 0 0,-1 1 0 0 0,0-1 0 0 0,0 1 0 0 0,-1-1 0 0 0,0 1 0 0 0,0 0 0 0 0,-6-12 0 0 0,-4-16 26 0 0,3 10-7 0 0,0 0-1 0 0,-2 1 0 0 0,0 0 1 0 0,-2 1-1 0 0,-18-28 1 0 0,-3-4 5 0 0,29 47-21 0 0,0 0-1 0 0,0 0 1 0 0,-1 0-1 0 0,0 0 1 0 0,-1 1-1 0 0,1 0 1 0 0,-2 1-1 0 0,-9-10 1 0 0,-67-44 71 0 0,20 16-94 0 0,44 34 28 0 0,15 8 26 0 0,5 5-80 0 0,0-2 39 0 0,0 1 1 0 0,0 0-1 0 0,1 0 1 0 0,-1 0 0 0 0,0 0-1 0 0,1 0 1 0 0,-1-1 0 0 0,0 1-1 0 0,1 0 1 0 0,-1 0 0 0 0,1-1-1 0 0,-1 1 1 0 0,1 0-1 0 0,-1-1 1 0 0,1 1 0 0 0,0 0-1 0 0,-1-1 1 0 0,1 1 0 0 0,0-1-1 0 0,-1 1 1 0 0,1-1 0 0 0,0 1-1 0 0,0-1 1 0 0,-1 0 0 0 0,1 1-1 0 0,0-1 1 0 0,0 0-1 0 0,0 0 1 0 0,0 1 0 0 0,0-1-1 0 0,-1 0 1 0 0,1 0 0 0 0,1 0-1 0 0,2 0 0 0 0,-4 1 2 0 0,0-1-1 0 0,1 0 1 0 0,-1 1-1 0 0,1-1 1 0 0,-1 0-1 0 0,0 0 1 0 0,0 1-1 0 0,1-1 1 0 0,-1 0-1 0 0,0 1 1 0 0,0-1-1 0 0,1 1 1 0 0,-1-1-1 0 0,0 0 1 0 0,0 1-1 0 0,0-1 1 0 0,1 1-1 0 0,-1-1 1 0 0,0 1-1 0 0,0-1 1 0 0,0 0-1 0 0,0 1 1 0 0,0-1-1 0 0,0 1 1 0 0,0 0-1 0 0,5 15 54 0 0,10 5-38 0 0,2 0 0 0 0,0-2 0 0 0,1 0 0 0 0,28 23 0 0 0,-27-25-10 0 0,0 0 1 0 0,17 24-1 0 0,-20-23 15 0 0,1 0-1 0 0,24 20 0 0 0,14 1 6 0 0,-36-26-9 0 0,-1 0-1 0 0,0 1 1 0 0,20 21 0 0 0,-30-27-8 0 0,0-1-1 0 0,1 0 0 0 0,0 0 1 0 0,0-1-1 0 0,0 0 0 0 0,1-1 1 0 0,12 6-1 0 0,-21-11-9 0 0,-1 0 1 0 0,0 0-1 0 0,0 0 0 0 0,1 0 1 0 0,-1 0-1 0 0,0 0 0 0 0,0 0 1 0 0,1 0-1 0 0,-1 0 0 0 0,0 0 1 0 0,0 0-1 0 0,1 0 0 0 0,-1 0 1 0 0,0 0-1 0 0,0 0 0 0 0,1 1 1 0 0,-1-1-1 0 0,0 0 1 0 0,0 0-1 0 0,0 0 0 0 0,1 0 1 0 0,-1 0-1 0 0,0 1 0 0 0,0-1 1 0 0,0 0-1 0 0,0 0 0 0 0,0 1 1 0 0,1-1-1 0 0,-1 0 0 0 0,0 0 1 0 0,0 0-1 0 0,0 1 0 0 0,0-1 1 0 0,0 0-1 0 0,0 0 0 0 0,0 1 1 0 0,0-1-1 0 0,0 0 0 0 0,0 0 1 0 0,0 1-1 0 0,0-1 0 0 0,0 0 1 0 0,0 0-1 0 0,0 1 0 0 0,0-1 1 0 0,3 3-23 0 0,9 0-14 0 0,-13-4 18 0 0,-10-1-5 0 0,11 2 22 0 0,0 0 0 0 0,-1 0 0 0 0,1 0 1 0 0,0 0-1 0 0,0 0 0 0 0,-1 0 0 0 0,1 0 1 0 0,0-1-1 0 0,-1 1 0 0 0,1 0 1 0 0,0 0-1 0 0,0 0 0 0 0,0-1 0 0 0,-1 1 1 0 0,1 0-1 0 0,0 0 0 0 0,0 0 0 0 0,0-1 1 0 0,-1 1-1 0 0,1 0 0 0 0,0 0 0 0 0,0-1 1 0 0,0 1-1 0 0,0 0 0 0 0,0-1 0 0 0,0 1 1 0 0,0 0-1 0 0,-1 0 0 0 0,1-1 0 0 0,0 1 1 0 0,0-1-1 0 0,1-2-22 0 0,-1 1 19 0 0,0 0 0 0 0,0 0-1 0 0,0 0 1 0 0,-1 0 0 0 0,1 0 0 0 0,-1 0 0 0 0,0 0 0 0 0,1 0 0 0 0,-1 0 0 0 0,0 1 0 0 0,0-1 0 0 0,0 0 0 0 0,0 1 0 0 0,0-1 0 0 0,-1 1 0 0 0,1-1 0 0 0,0 1 0 0 0,-3-3 0 0 0,-8-9-6 0 0,4 2-3 0 0,2 0-1 0 0,-1-1 1 0 0,1 0 0 0 0,1 0 0 0 0,0 0 0 0 0,1-1-1 0 0,0 1 1 0 0,-3-23 0 0 0,-1 2-18 0 0,-13-42-50 0 0,12 49 53 0 0,1 0 0 0 0,2-1 0 0 0,0 0 0 0 0,-3-53 0 0 0,9 75 28 0 0,0-1 1 0 0,0 0-1 0 0,-1 0 0 0 0,0 0 1 0 0,0 1-1 0 0,-1-1 0 0 0,1 0 1 0 0,-1 1-1 0 0,-1-1 0 0 0,1 1 0 0 0,-6-10 1 0 0,4 9-5 0 0,1-11-27 0 0,3 16 33 0 0,1 0 1 0 0,-1 0 0 0 0,0 0-1 0 0,-1 0 1 0 0,1 0 0 0 0,0 0-1 0 0,0 0 1 0 0,0 0 0 0 0,-1 0 0 0 0,1 0-1 0 0,0 0 1 0 0,-1 0 0 0 0,1 0-1 0 0,-1 0 1 0 0,1 0 0 0 0,-1 0-1 0 0,1 0 1 0 0,-2-1 0 0 0,-18-3-2 0 0,18 5-3 0 0,-1 0 0 0 0,1 1 0 0 0,0-1 1 0 0,0 0-1 0 0,0 1 0 0 0,0 0 0 0 0,0-1 1 0 0,0 1-1 0 0,0 0 0 0 0,0 0 0 0 0,0 0 1 0 0,0 0-1 0 0,0 1 0 0 0,0-1 0 0 0,1 0 1 0 0,-1 1-1 0 0,1-1 0 0 0,-1 1 0 0 0,1 0 1 0 0,-1-1-1 0 0,1 1 0 0 0,0 0 0 0 0,0 0 1 0 0,-1 3-1 0 0,-3 5-15 0 0,1 0 0 0 0,1 0 0 0 0,-5 20 1 0 0,4-11 10 0 0,-16 36-6 0 0,10-6-41 0 0,0-27 41 0 0,-6 14 10 0 0,16-35 3 0 0,-1 1 0 0 0,1 0 1 0 0,0-1-1 0 0,-1 1 0 0 0,1 0 0 0 0,0 0 0 0 0,0-1 0 0 0,0 1 0 0 0,1 0 1 0 0,-1-1-1 0 0,0 1 0 0 0,1 0 0 0 0,-1-1 0 0 0,1 1 0 0 0,-1 0 0 0 0,1-1 1 0 0,0 1-1 0 0,0-1 0 0 0,1 3 0 0 0,18 10 0 0 0,-19-13 0 0 0,-1 0 0 0 0,1-1-1 0 0,0 1 1 0 0,0-1 0 0 0,-1 1 0 0 0,1-1 0 0 0,0 1 0 0 0,0-1 0 0 0,0 1-1 0 0,0-1 1 0 0,-1 0 0 0 0,1 1 0 0 0,0-1 0 0 0,0 0 0 0 0,0 0 0 0 0,0 0-1 0 0,0 0 1 0 0,0 1 0 0 0,0-2 0 0 0,0 1 0 0 0,1 0 0 0 0,-1 0 0 0 0,0 0 1 0 0,0 0 0 0 0,0 0 0 0 0,0 0-1 0 0,-1 0 1 0 0,1 0 0 0 0,0 0 0 0 0,0 0-1 0 0,0 1 1 0 0,0-1 0 0 0,0 0 0 0 0,0 1-1 0 0,0-1 1 0 0,0 0 0 0 0,-1 1 0 0 0,1-1-1 0 0,0 1 1 0 0,0-1 0 0 0,-1 1 0 0 0,1 0 0 0 0,1 0-1 0 0,8 7 0 0 0,-1 0 0 0 0,0 0-1 0 0,0 1 1 0 0,0 0 0 0 0,-1 1-1 0 0,12 18 1 0 0,24 29-11 0 0,-22-32 8 0 0,1-1-1 0 0,2-1 1 0 0,48 37 0 0 0,-20-21-30 0 0,-42-29 27 0 0,1-1 0 0 0,0 0 1 0 0,0 0-1 0 0,1-2 1 0 0,18 9-1 0 0,106 45-21 0 0,-115-54-263 0 0,-17-10-109 0 0,-17-12-1046 0 0,11 15 1358 0 0,1-1-1 0 0,-1 1 1 0 0,1-1 0 0 0,0 1-1 0 0,-1 0 1 0 0,1-1 0 0 0,0 1-1 0 0,-1-1 1 0 0,1 1 0 0 0,0-1-1 0 0,0 1 1 0 0,-1-1 0 0 0,1 1 0 0 0,0-1-1 0 0,0 1 1 0 0,0-1 0 0 0,0 1-1 0 0,0-1 1 0 0,0 0 0 0 0,0 1-1 0 0,0-2 1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8:18.3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20 140 1040 0 0,'-4'9'3865'0'0,"-8"-11"-3409"0"0,9 1-14 0 0,7 0-145 0 0,-4 1-278 0 0,1 1 0 0 0,-1-1 0 0 0,1 0 0 0 0,-1 0 0 0 0,1 0 0 0 0,0 0 0 0 0,-1 0 0 0 0,1-1-1 0 0,-1 1 1 0 0,1 0 0 0 0,-1 0 0 0 0,1 0 0 0 0,-1 0 0 0 0,1-1 0 0 0,-1 1 0 0 0,1 0 0 0 0,-1 0 0 0 0,1-1-1 0 0,-1 1 1 0 0,1 0 0 0 0,-1-1 0 0 0,1 1 0 0 0,-1-1 0 0 0,0 1 0 0 0,1 0 0 0 0,-1-1 0 0 0,0 1 0 0 0,1-1 0 0 0,-1 1-1 0 0,0-1 1 0 0,0 1 0 0 0,1-1 0 0 0,-1 1 0 0 0,0-1 0 0 0,0 1 0 0 0,0-1 0 0 0,0 0 0 0 0,0 1 0 0 0,0-1-1 0 0,1-1 2 0 0,-1 1 0 0 0,0-1 0 0 0,1 1-1 0 0,-1 0 1 0 0,1-1 0 0 0,-1 1-1 0 0,1 0 1 0 0,0 0 0 0 0,-1-1-1 0 0,1 1 1 0 0,0 0 0 0 0,0 0-1 0 0,0 0 1 0 0,0 0 0 0 0,0 0 0 0 0,0 0-1 0 0,0 0 1 0 0,2-1 0 0 0,27-16 55 0 0,-16 10-31 0 0,7-5-53 0 0,0 0 0 0 0,2 2 0 0 0,-1 0 0 0 0,1 2 1 0 0,44-13-1 0 0,-14 18-48 0 0,-28 8 31 0 0,-24-4 26 0 0,0 1-1 0 0,-1-1 1 0 0,1 0 0 0 0,-1 0-1 0 0,1 0 1 0 0,-1 1-1 0 0,1-1 1 0 0,-1 0 0 0 0,1 1-1 0 0,-1-1 1 0 0,1 0-1 0 0,-1 1 1 0 0,1-1 0 0 0,-1 1-1 0 0,0-1 1 0 0,1 0-1 0 0,-1 1 1 0 0,0-1 0 0 0,1 1-1 0 0,-1-1 1 0 0,0 1-1 0 0,0 0 1 0 0,1-1 0 0 0,-1 1-1 0 0,0-1 1 0 0,0 2-1 0 0,0 4 0 0 0,-1-1-1 0 0,0 1 1 0 0,0-1-1 0 0,0 1 1 0 0,-1-1-1 0 0,1 1 0 0 0,-1-1 1 0 0,-1 0-1 0 0,1 0 1 0 0,-1 0-1 0 0,0 0 1 0 0,0 0-1 0 0,0-1 1 0 0,-8 9-1 0 0,4-6-3 0 0,0 0-1 0 0,-1 0 1 0 0,0-1-1 0 0,0 0 1 0 0,-1-1-1 0 0,1 1 1 0 0,-18 6 0 0 0,1-1 5 0 0,25-11-1 0 0,-1 0 1 0 0,1 0-1 0 0,0 0 1 0 0,0 0 0 0 0,-1 0-1 0 0,1 0 1 0 0,0 0 0 0 0,-1 0-1 0 0,1 0 1 0 0,0 0-1 0 0,-1-1 1 0 0,1 1 0 0 0,0 0-1 0 0,0 0 1 0 0,-1 0-1 0 0,1 0 1 0 0,0-1 0 0 0,0 1-1 0 0,-1 0 1 0 0,1 0 0 0 0,0-1-1 0 0,0 1 1 0 0,0 0-1 0 0,-1 0 1 0 0,1-1 0 0 0,0 1-1 0 0,0 0 1 0 0,0-1-1 0 0,0 1 1 0 0,0 0 0 0 0,0 0-1 0 0,0-1 1 0 0,0 1 0 0 0,0 0-1 0 0,-1-1 1 0 0,1 1-1 0 0,0 0 1 0 0,1-1 0 0 0,-1 1-1 0 0,0 0 1 0 0,0-1 0 0 0,0 1-1 0 0,0 0 1 0 0,0-1-1 0 0,0 1 1 0 0,0 0 0 0 0,0 0-1 0 0,1-1 1 0 0,-1 0 3 0 0,0 0 1 0 0,0 0 0 0 0,0 0-1 0 0,0 0 1 0 0,0 1-1 0 0,0-1 1 0 0,0 0 0 0 0,0 0-1 0 0,1 0 1 0 0,-1 0-1 0 0,0 1 1 0 0,1-1 0 0 0,-1 0-1 0 0,0 0 1 0 0,1 0 0 0 0,-1 1-1 0 0,1-1 1 0 0,-1 0-1 0 0,2 0 1 0 0,1 1 6 0 0,-2 0-9 0 0,0 0-1 0 0,-1 0 0 0 0,1 0 0 0 0,0 0 0 0 0,0 0 0 0 0,0 0 0 0 0,0 0 0 0 0,0 0 0 0 0,-1 0 0 0 0,1 0 1 0 0,0 0-1 0 0,0-1 0 0 0,0 1 0 0 0,0 0 0 0 0,-1 0 0 0 0,1-1 0 0 0,0 1 0 0 0,0-1 0 0 0,0 1 1 0 0,-1-1-1 0 0,1 1 0 0 0,0-1 0 0 0,-1 1 0 0 0,1-1 0 0 0,-1 0 0 0 0,2 0 0 0 0,-1 0 0 0 0,-1 0 0 0 0,1 0 0 0 0,0 0 0 0 0,0 1 0 0 0,0-1 0 0 0,0 0 0 0 0,0 1 0 0 0,0-1 0 0 0,0 1 0 0 0,0-1 0 0 0,0 1 0 0 0,0 0 0 0 0,0-1 0 0 0,0 1 0 0 0,1 0 0 0 0,-1 0 0 0 0,0 0 0 0 0,0 0 0 0 0,0 0 0 0 0,2 0 0 0 0,8-2 0 0 0,9 2 0 0 0,-18 0 2 0 0,-1 0-1 0 0,1 0 1 0 0,0 1-1 0 0,-1-1 1 0 0,1 1 0 0 0,0-1-1 0 0,-1 1 1 0 0,1-1-1 0 0,-1 1 1 0 0,1 0-1 0 0,-1 0 1 0 0,0 0-1 0 0,1 0 1 0 0,-1 0-1 0 0,0 0 1 0 0,1 0-1 0 0,-1 0 1 0 0,0 0 0 0 0,0 1-1 0 0,1 1 1 0 0,-1 0 3 0 0,0 1-1 0 0,0-1 1 0 0,0 1 0 0 0,-1-1 0 0 0,0 1 0 0 0,0-1 0 0 0,0 1 0 0 0,0 4 0 0 0,0 6-2 0 0,-1-12 0 0 0,1-1-1 0 0,0 0 0 0 0,-1 1 1 0 0,1-1-1 0 0,-1 1 0 0 0,1-1 1 0 0,-1 0-1 0 0,0 1 0 0 0,0-1 1 0 0,1 0-1 0 0,-1 0 0 0 0,0 1 1 0 0,0-1-1 0 0,0 0 0 0 0,0 0 0 0 0,-1 0 1 0 0,1 0-1 0 0,0 0 0 0 0,0-1 1 0 0,-2 2-1 0 0,-37 18 32 0 0,10-5-10 0 0,5 2 96 0 0,25-16-113 0 0,-1-1 0 0 0,0 1-1 0 0,1 0 1 0 0,-1-1 0 0 0,0 1-1 0 0,1-1 1 0 0,-1 1 0 0 0,0-1 0 0 0,0 0-1 0 0,0 1 1 0 0,1-1 0 0 0,-1 0 0 0 0,0 1-1 0 0,0-1 1 0 0,0 0 0 0 0,0 0 0 0 0,0 0-1 0 0,1 0 1 0 0,-1 0 0 0 0,0 0-1 0 0,0 0 1 0 0,0 0 0 0 0,0 0 0 0 0,0 0-1 0 0,0 0 1 0 0,1-1 0 0 0,-1 1 0 0 0,0 0-1 0 0,-1-1 1 0 0,-3-1 31 0 0,5 2-35 0 0,0 0 0 0 0,-1 0-1 0 0,1-1 1 0 0,0 1 0 0 0,-1 0 0 0 0,1 0-1 0 0,0 0 1 0 0,-1-1 0 0 0,1 1 0 0 0,0 0-1 0 0,-1-1 1 0 0,1 1 0 0 0,0 0 0 0 0,0-1-1 0 0,-1 1 1 0 0,1 0 0 0 0,0-1 0 0 0,0 1-1 0 0,0-1 1 0 0,-1 1 0 0 0,1 0 0 0 0,0-1-1 0 0,0 1 1 0 0,0-1 0 0 0,0 1 0 0 0,0 0-1 0 0,0-1 1 0 0,0 1 0 0 0,0-1 0 0 0,0 1-1 0 0,0-1 1 0 0,0 1 0 0 0,0 0 0 0 0,0-1-1 0 0,1 1 1 0 0,-1-1 0 0 0,5-12-11 0 0,2 9 8 0 0,-6 4 0 0 0,0 0 0 0 0,0-1 0 0 0,0 1 0 0 0,0 0 0 0 0,0-1 0 0 0,0 1 0 0 0,0-1 0 0 0,0 0 0 0 0,0 1 0 0 0,-1-1 0 0 0,1 0 0 0 0,0 1 0 0 0,0-1 0 0 0,-1 0 0 0 0,1 0 0 0 0,-1 0 0 0 0,1 1 0 0 0,-1-1 0 0 0,1 0 0 0 0,-1 0 0 0 0,1 0 0 0 0,-1 0 0 0 0,0 0 0 0 0,1 0 0 0 0,-1 0 0 0 0,0-1 0 0 0,0 1 0 0 0,1 0 0 0 0,-1 0 0 0 0,0 0 0 0 0,0 0 0 0 0,1 0 0 0 0,-1 0 0 0 0,1 0 0 0 0,-1 0 0 0 0,1 0 0 0 0,-1 0 0 0 0,1 0 0 0 0,-1 1 0 0 0,1-1 0 0 0,0 0 0 0 0,-1 0 0 0 0,1 1 0 0 0,0-1 0 0 0,0 0 0 0 0,0 1 0 0 0,0-1 0 0 0,1 0 0 0 0,24-11 0 0 0,-12 6 0 0 0,-8-2 0 0 0,-2 2 0 0 0,21 1 0 0 0,0 4-14 0 0,-24 3 13 0 0,-1-1-1 0 0,1 0 1 0 0,0 1-1 0 0,-1-1 1 0 0,1 0 0 0 0,-1 1-1 0 0,1-1 1 0 0,-1 1-1 0 0,1-1 1 0 0,-1 1-1 0 0,0-1 1 0 0,0 1 0 0 0,0 0-1 0 0,0-1 1 0 0,0 1-1 0 0,0-1 1 0 0,0 1-1 0 0,-1 1 1 0 0,1-1 28 0 0,0 3-1 0 0,0-5-32 0 0,0 0 0 0 0,1 0 0 0 0,-1 1 0 0 0,0-1 0 0 0,0 0 0 0 0,0 0 1 0 0,0 0-1 0 0,0 0 0 0 0,0 1 0 0 0,0-1 0 0 0,0 0 0 0 0,0 0 0 0 0,1 0 1 0 0,-1 1-1 0 0,0-1 0 0 0,0 0 0 0 0,0 0 0 0 0,0 0 0 0 0,0 0 0 0 0,0 1 0 0 0,0-1 1 0 0,0 0-1 0 0,0 0 0 0 0,-1 0 0 0 0,1 1 0 0 0,0-1 0 0 0,0 0 0 0 0,0 0 1 0 0,0 0-1 0 0,0 0 0 0 0,0 1 0 0 0,0-1 0 0 0,0 0 0 0 0,0 0 0 0 0,-1 0 0 0 0,1 0 1 0 0,0 0-1 0 0,0 1 0 0 0,0-1 0 0 0,0 0 0 0 0,0 0 0 0 0,-1 0 0 0 0,1 0 1 0 0,0 0-1 0 0,0 0 0 0 0,0 0 0 0 0,0 0 0 0 0,-1 0 0 0 0,1 0 0 0 0,0 0 0 0 0,0 0 1 0 0,0 1-1 0 0,-1-1 0 0 0,1 0 0 0 0,0 0 0 0 0,0 0 0 0 0,0-1 0 0 0,0 1 1 0 0,-1 0-1 0 0,1 0 0 0 0,0 0 0 0 0,0 0 0 0 0,0 0 0 0 0,0 0 0 0 0,-1 0 0 0 0,1 0 1 0 0,0 0-1 0 0,-3-1-108 0 0,-14-6-418 0 0,17 7 498 0 0,0-1-1 0 0,-1 1 1 0 0,1 0-1 0 0,0-1 1 0 0,-1 1 0 0 0,1 0-1 0 0,0-1 1 0 0,-1 1 0 0 0,1 0-1 0 0,0-1 1 0 0,0 1 0 0 0,0-1-1 0 0,0 1 1 0 0,-1-1 0 0 0,1 1-1 0 0,0 0 1 0 0,0-1 0 0 0,0 1-1 0 0,0-1 1 0 0,0 1 0 0 0,0-1-1 0 0,0 1 1 0 0,0-1-1 0 0,0 1 1 0 0,0-1 0 0 0,0 1-1 0 0,0-1 1 0 0,0 1 0 0 0,1 0-1 0 0,-1-1 1 0 0,0 1 0 0 0,0-1-1 0 0,0 1 1 0 0,1 0 0 0 0,-1-1-1 0 0,0 1 1 0 0,1-1 0 0 0,-1 1-1 0 0,0 0 1 0 0,1-1-1 0 0,19-18-1939 0 0,-20 18 1831 0 0,1 0 0 0 0,0 0 0 0 0,-1 0 0 0 0,1 0-1 0 0,-1 0 1 0 0,0 0 0 0 0,1 0 0 0 0,-1 0 0 0 0,0-1-1 0 0,1 1 1 0 0,-1 0 0 0 0,0 0 0 0 0,0 0 0 0 0,0-3 0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8:19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149 670 2401 0 0,'-1'0'108'0'0,"0"0"0"0"0,-1 0 0 0 0,1 0-1 0 0,0 0 1 0 0,0 0 0 0 0,0 0 0 0 0,-1 0 0 0 0,1 0 0 0 0,0-1 0 0 0,0 1-1 0 0,0 0 1 0 0,0-1 0 0 0,-1 1 0 0 0,1-1 0 0 0,0 1 0 0 0,0-1-1 0 0,0 1 1 0 0,0-1 0 0 0,0 0 0 0 0,0 0 0 0 0,0 1 0 0 0,-1-3-1 0 0,2 1 45 0 0,-1 0-1 0 0,0-1 0 0 0,1 1 1 0 0,-1 0-1 0 0,1-1 0 0 0,0 1 1 0 0,0-1-1 0 0,0 1 0 0 0,0-4 1 0 0,0-6-317 0 0,0 6 195 0 0,1 1 0 0 0,-1 0 0 0 0,1-1 0 0 0,0 1 0 0 0,0 0 1 0 0,0 0-1 0 0,1 0 0 0 0,0 0 0 0 0,0 0 0 0 0,0 0 1 0 0,0 0-1 0 0,1 1 0 0 0,3-6 0 0 0,5-8 81 0 0,3-6 29 0 0,-2 5 11 0 0,-1-1-1 0 0,0 0 1 0 0,-2-1 0 0 0,13-39 0 0 0,-17 35-42 0 0,-3 15-51 0 0,-1 1 0 0 0,2-1 0 0 0,-1 1 0 0 0,1 0 0 0 0,1 0 0 0 0,0 0 0 0 0,7-12 0 0 0,26-29 219 0 0,-28 39-206 0 0,0 0 0 0 0,0-1 0 0 0,11-21 0 0 0,-19 29-62 0 0,1 0 0 0 0,-1 0-1 0 0,1 1 1 0 0,0-1 0 0 0,1 0 0 0 0,-1 1 0 0 0,1 0 0 0 0,-1 0 0 0 0,1 0 0 0 0,0 0 0 0 0,0 0 0 0 0,0 0-1 0 0,1 1 1 0 0,-1 0 0 0 0,1-1 0 0 0,-1 1 0 0 0,1 0 0 0 0,0 1 0 0 0,5-3 0 0 0,23-12 66 0 0,-10 7-52 0 0,0 0 0 0 0,0 1 0 0 0,0 1 0 0 0,1 1-1 0 0,0 1 1 0 0,25-2 0 0 0,7 2-49 0 0,0 2-1 0 0,1 3 0 0 0,-1 2 0 0 0,0 3 1 0 0,69 14-1 0 0,-102-15-51 0 0,0 1 0 0 0,0 0 0 0 0,-1 1 0 0 0,0 2-1 0 0,0 0 1 0 0,23 13 0 0 0,-42-20 67 0 0,-1 0-1 0 0,1 0 0 0 0,0 0 0 0 0,-1 0 1 0 0,1 0-1 0 0,0 0 0 0 0,-1 1 1 0 0,0-1-1 0 0,1 0 0 0 0,-1 1 0 0 0,0 0 1 0 0,0-1-1 0 0,0 1 0 0 0,0-1 1 0 0,0 1-1 0 0,0 0 0 0 0,0 0 0 0 0,0 0 1 0 0,-1 0-1 0 0,1-1 0 0 0,-1 1 1 0 0,1 0-1 0 0,-1 0 0 0 0,0 0 0 0 0,0 0 1 0 0,0 0-1 0 0,0 0 0 0 0,0 0 1 0 0,0 0-1 0 0,-1 0 0 0 0,1 0 0 0 0,-1 0 1 0 0,1 0-1 0 0,-2 2 0 0 0,-1 2 3 0 0,-1 1 0 0 0,0-1-1 0 0,-1 0 1 0 0,1 0 0 0 0,-1-1 0 0 0,0 1-1 0 0,-1-1 1 0 0,-6 5 0 0 0,2-2 10 0 0,0-1 0 0 0,-1-1 0 0 0,1 1 0 0 0,-1-2-1 0 0,-1 1 1 0 0,1-2 0 0 0,-19 6 0 0 0,-85 14 97 0 0,78-18-30 0 0,-47 9 289 0 0,-2-4 0 0 0,1-4 0 0 0,-93-3-1 0 0,154-7-291 0 0,21 0 8 0 0,20-3 163 0 0,15 0-217 0 0,0 2-1 0 0,0 1 1 0 0,0 1-1 0 0,47 5 1 0 0,133 24-272 0 0,-168-21 178 0 0,-8-1-50 0 0,0 1 0 0 0,-1 2 1 0 0,61 21-1 0 0,-94-28 122 0 0,0-1-1 0 0,0 1 1 0 0,0 0-1 0 0,0-1 1 0 0,0 1-1 0 0,0 0 1 0 0,-1 1-1 0 0,1-1 1 0 0,0 0-1 0 0,0 0 1 0 0,-1 1 0 0 0,1-1-1 0 0,-1 1 1 0 0,1-1-1 0 0,-1 1 1 0 0,0 0-1 0 0,1 0 1 0 0,-1 0-1 0 0,0-1 1 0 0,0 1-1 0 0,0 0 1 0 0,-1 0-1 0 0,2 2 1 0 0,-3-2 4 0 0,1 0-1 0 0,-1 0 1 0 0,1-1 0 0 0,-1 1-1 0 0,0 0 1 0 0,0-1 0 0 0,0 1-1 0 0,0-1 1 0 0,0 1 0 0 0,0-1-1 0 0,0 1 1 0 0,0-1 0 0 0,0 0-1 0 0,-1 1 1 0 0,1-1 0 0 0,-1 0-1 0 0,1 0 1 0 0,-1 0 0 0 0,1 0-1 0 0,-1 0 1 0 0,1 0 0 0 0,-1-1-1 0 0,0 1 1 0 0,-2 0 0 0 0,-18 7-2 0 0,0-1 1 0 0,0-1-1 0 0,-39 5 1 0 0,10-3 42 0 0,-40 9 71 0 0,-1-3 0 0 0,-1-5 1 0 0,-95-3-1 0 0,95-9-340 0 0,-169-28 1 0 0,223 25-1175 0 0,-60-2 0 0 0,89 8-2934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8:22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43 1441 0 0,'0'0'61'0'0,"0"-1"1"0"0,0 0 0 0 0,0 1 0 0 0,0-1 0 0 0,0 0-1 0 0,0 1 1 0 0,0-1 0 0 0,-1 0 0 0 0,1 1-1 0 0,0-1 1 0 0,0 1 0 0 0,-1-1 0 0 0,1 0-1 0 0,-1 1 1 0 0,1-1 0 0 0,0 1 0 0 0,-1-1 0 0 0,1 1-1 0 0,-1-1 1 0 0,1 1 0 0 0,-1 0 0 0 0,1-1-1 0 0,-1 1 1 0 0,1-1 0 0 0,-1 1 0 0 0,0 0-1 0 0,1 0 1 0 0,-1-1 0 0 0,1 1 0 0 0,-1 0 0 0 0,0 0-1 0 0,1 0 1 0 0,-1 0 0 0 0,0 0 0 0 0,1 0-1 0 0,-2 0 1 0 0,1 0-9 0 0,1 0-1 0 0,-1 0 1 0 0,1 0-1 0 0,-1 0 1 0 0,1 0-1 0 0,-1 0 0 0 0,1-1 1 0 0,-1 1-1 0 0,1 0 1 0 0,-1 0-1 0 0,1 0 1 0 0,-1 0-1 0 0,1-1 1 0 0,0 1-1 0 0,-1 0 1 0 0,1 0-1 0 0,-1-1 1 0 0,1 1-1 0 0,-1 0 1 0 0,1-1-1 0 0,0 1 0 0 0,-1 0 1 0 0,1-1-1 0 0,0 1 1 0 0,0-1-1 0 0,-1 1 1 0 0,1-1-1 0 0,0 1 1 0 0,0 0-1 0 0,-1-1 1 0 0,1 1-1 0 0,0-1 1 0 0,0 1-1 0 0,0-2 1 0 0,-1 1 11 0 0,0 0 1 0 0,0 0 0 0 0,1 1 0 0 0,-1-1 0 0 0,0 0 0 0 0,0 0 0 0 0,0 1 0 0 0,0-1 0 0 0,0 1 0 0 0,0-1 0 0 0,0 1 0 0 0,0-1 0 0 0,0 1 0 0 0,0-1 0 0 0,0 1-1 0 0,0 0 1 0 0,-1 0 0 0 0,1-1 0 0 0,0 1 0 0 0,0 0 0 0 0,-2 0 0 0 0,2 0 41 0 0,-5-5 1639 0 0,7 8-1383 0 0,-6-1-282 0 0,2-1-66 0 0,2-1-10 0 0,1 0 0 0 0,-1 0 1 0 0,0 0-1 0 0,0 0 0 0 0,0 0 0 0 0,0 0 0 0 0,0 0 0 0 0,1 1 1 0 0,-1-1-1 0 0,0 0 0 0 0,0 1 0 0 0,0-1 0 0 0,0 0 0 0 0,1 1 0 0 0,-1-1 1 0 0,0 1-1 0 0,1-1 0 0 0,-1 1 0 0 0,0 0 0 0 0,1-1 0 0 0,-1 1 0 0 0,0-1 1 0 0,1 1-1 0 0,-1 0 0 0 0,1 0 0 0 0,-1-1 0 0 0,1 1 0 0 0,0 0 1 0 0,-1 0-1 0 0,1 0 0 0 0,-1 1 0 0 0,1-1-3 0 0,0-1 1 0 0,0 1-1 0 0,0-1 1 0 0,0 1-1 0 0,0-1 1 0 0,-1 1-1 0 0,1-1 1 0 0,0 0-1 0 0,0 1 1 0 0,-1-1-1 0 0,1 1 1 0 0,0-1-1 0 0,0 1 1 0 0,-1-1-1 0 0,1 0 1 0 0,-1 1-1 0 0,1-1 1 0 0,0 0-1 0 0,-1 0 1 0 0,1 1-1 0 0,-1-1 1 0 0,1 0-1 0 0,-1 0 0 0 0,1 1 1 0 0,-1-1-1 0 0,1 0 1 0 0,-1 0-1 0 0,1 0 1 0 0,-1 0-1 0 0,1 0 1 0 0,-1 0-1 0 0,1 0 1 0 0,-1 0-1 0 0,1 0 1 0 0,-1 0-1 0 0,0 0 1 0 0,0 0-1 0 0,1 0 0 0 0,-1 0 1 0 0,1 0-1 0 0,-1 0 1 0 0,1 0-1 0 0,-1 0 0 0 0,1 0 1 0 0,-1 0-1 0 0,1 0 0 0 0,-1 0 1 0 0,1 0-1 0 0,-1 0 1 0 0,1 1-1 0 0,-1-1 0 0 0,1 0 1 0 0,-1 0-1 0 0,1 1 0 0 0,-1-1 1 0 0,1 0-1 0 0,-1 0 0 0 0,1 1 1 0 0,0-1-1 0 0,-1 1 1 0 0,1-1-1 0 0,-1 0 0 0 0,1 1 1 0 0,0-1-1 0 0,0 1 0 0 0,-1-1 1 0 0,1 1-1 0 0,0-1 0 0 0,0 1 1 0 0,-1-1-1 0 0,1 1 1 0 0,0-1-1 0 0,0 1 0 0 0,0 0 1 0 0,0 8 28 0 0,1-6-23 0 0,-1-1 0 0 0,1 0 0 0 0,-1 1 1 0 0,0-1-1 0 0,0 1 0 0 0,0-1 1 0 0,0 1-1 0 0,-1-1 0 0 0,1 0 1 0 0,-1 1-1 0 0,1-1 0 0 0,-1 0 1 0 0,0 1-1 0 0,0-1 0 0 0,-1 2 0 0 0,0-2-7 0 0,-14 11 0 0 0,16-13 0 0 0,-1 0 0 0 0,1 1 0 0 0,0-1 0 0 0,-1 0 0 0 0,1 1 0 0 0,0-1 0 0 0,-1 0 0 0 0,1 1 0 0 0,0-1 0 0 0,0 0 0 0 0,-1 1 0 0 0,1-1 0 0 0,0 1 0 0 0,0-1 0 0 0,0 0 0 0 0,-1 1 0 0 0,1-1 0 0 0,0 1 0 0 0,0-1 0 0 0,0 1 0 0 0,0-1 0 0 0,0 1 0 0 0,0-1 0 0 0,0 1 0 0 0,0-1 0 0 0,0 0 0 0 0,0 1 0 0 0,0-1 0 0 0,1 1 0 0 0,-1-1 0 0 0,0 1 0 0 0,0-1 0 0 0,0 0 0 0 0,1 1 0 0 0,-1-1 0 0 0,0 1 0 0 0,0-1 0 0 0,1 1 0 0 0,7 4 0 0 0,-7-4 0 0 0,0-1 0 0 0,0 1 0 0 0,0-1 0 0 0,0 1 0 0 0,0-1 0 0 0,0 1 0 0 0,0 0 0 0 0,0-1 0 0 0,0 1 0 0 0,-1 0 0 0 0,1 0 0 0 0,0 0 0 0 0,0 0 0 0 0,-1 0 0 0 0,1 0 0 0 0,-1 0 0 0 0,1 0 0 0 0,-1 0 0 0 0,1 0 0 0 0,-1 0 0 0 0,0 0 0 0 0,0 0 0 0 0,1 0 0 0 0,-1 0 0 0 0,0 1 0 0 0,0-1 0 0 0,0 0 0 0 0,0 2 0 0 0,0 11 4 0 0,-1-6 9 0 0,1-1-1 0 0,0 1 1 0 0,1-1 0 0 0,0 1 0 0 0,3 13-1 0 0,16 22 69 0 0,-11 1-15 0 0,0-22-55 0 0,-6-15-19 0 0,0-1 0 0 0,-1 1 0 0 0,0 0 0 0 0,0-1 0 0 0,-1 1 0 0 0,0 0 0 0 0,1 12 0 0 0,-2 294 61 0 0,0-308-55 0 0,-1 1-1 0 0,0 0 1 0 0,0-1-1 0 0,0 1 1 0 0,-1-1-1 0 0,0 1 1 0 0,0-1-1 0 0,-3 6 1 0 0,3-6-3 0 0,-1 1 0 0 0,1-1 0 0 0,0 1 0 0 0,1-1 0 0 0,-1 1 0 0 0,1 0 0 0 0,0 0 0 0 0,0 6 1 0 0,1 94 84 0 0,1-103-80 0 0,-1 0 0 0 0,0 1 0 0 0,1-1 0 0 0,-1 1 0 0 0,1-1 0 0 0,0 0 0 0 0,0 0 0 0 0,1 1 0 0 0,-1-1 0 0 0,1 0 0 0 0,-1 0 0 0 0,4 4 0 0 0,4 9 0 0 0,1 15 0 0 0,-1-16-1 0 0,-7-12-3 0 0,0 0 1 0 0,0 0-1 0 0,-1 0 0 0 0,1 0 0 0 0,-1 0 0 0 0,0 0 1 0 0,0 0-1 0 0,0 0 0 0 0,0 1 0 0 0,0-1 1 0 0,-1 0-1 0 0,1 1 0 0 0,-1 3 0 0 0,0 98-9 0 0,0-100 11 0 0,1 0 1 0 0,0 1-1 0 0,0-1 0 0 0,0 0 1 0 0,1 0-1 0 0,0 0 0 0 0,0 0 1 0 0,4 7-1 0 0,-4-9 2 0 0,0 0 0 0 0,-1 1 0 0 0,1-1 0 0 0,-1 0 1 0 0,1 0-1 0 0,-1 1 0 0 0,0-1 0 0 0,0 0 0 0 0,-1 1 0 0 0,1-1 0 0 0,-1 1 0 0 0,0-1 0 0 0,1 1 0 0 0,-2-1 0 0 0,1 1 0 0 0,0 0 0 0 0,-1-1 0 0 0,1 0 0 0 0,-1 1 0 0 0,-3 6 0 0 0,-6 8-2 0 0,8-15-3 0 0,1-1 1 0 0,-1 1-1 0 0,0 0 0 0 0,1 0 0 0 0,0 0 0 0 0,0 0 0 0 0,0 1 0 0 0,0-1 0 0 0,0 0 0 0 0,1 0 0 0 0,-1 1 0 0 0,1 5 0 0 0,1 29-14 0 0,1-27 30 0 0,-1 0-1 0 0,-1 0 1 0 0,0 0 0 0 0,-1 0-1 0 0,0 0 1 0 0,0 0 0 0 0,-5 16 0 0 0,-4-8-13 0 0,8-17-3 0 0,0 1 0 0 0,0 0 0 0 0,1 0 0 0 0,-1 0 0 0 0,1 1 0 0 0,0-1 0 0 0,0 0 0 0 0,0 0 0 0 0,0 1 0 0 0,1-1 0 0 0,-1 0 0 0 0,1 6 0 0 0,0-5 4 0 0,0 0-1 0 0,-1 0 1 0 0,0 0 0 0 0,1 0 0 0 0,-1 0-1 0 0,-1 0 1 0 0,1-1 0 0 0,0 1 0 0 0,-1 0-1 0 0,0-1 1 0 0,-3 6 0 0 0,-4 7 2 0 0,0 15-1 0 0,-1-15 0 0 0,8-14 0 0 0,0 1 0 0 0,1-1 0 0 0,-1 1 0 0 0,1-1 0 0 0,0 1 0 0 0,0 0 0 0 0,0-1 0 0 0,0 1 0 0 0,0 0 0 0 0,0 0 0 0 0,1-1 0 0 0,-1 1 0 0 0,1 4 0 0 0,0-5-2 0 0,0 0 0 0 0,0 0-1 0 0,-1-1 1 0 0,1 1-1 0 0,0 0 1 0 0,-1 0-1 0 0,1 0 1 0 0,-1-1-1 0 0,0 1 1 0 0,1 0-1 0 0,-1-1 1 0 0,0 1-1 0 0,0 0 1 0 0,0-1-1 0 0,0 1 1 0 0,0-1-1 0 0,-1 0 1 0 0,1 1-1 0 0,0-1 1 0 0,-3 2-1 0 0,-3 3-25 0 0,7-5 27 0 0,0-1-1 0 0,-1 0 0 0 0,1 1 0 0 0,0-1 0 0 0,0 0 0 0 0,-1 1 0 0 0,1-1 0 0 0,0 1 0 0 0,0-1 0 0 0,0 0 1 0 0,0 1-1 0 0,0-1 0 0 0,0 1 0 0 0,-1-1 0 0 0,1 0 0 0 0,0 1 0 0 0,0-1 0 0 0,0 1 0 0 0,0-1 0 0 0,0 0 0 0 0,1 1 1 0 0,-1-1-1 0 0,0 1 0 0 0,0-1 0 0 0,0 0 0 0 0,0 1 0 0 0,0-1 0 0 0,0 1 0 0 0,1-1 0 0 0,-1 0 0 0 0,0 1 1 0 0,0-1-1 0 0,1 0 0 0 0,-1 1 0 0 0,0-1 0 0 0,1 0 0 0 0,-1 0 0 0 0,0 1 0 0 0,1-1 0 0 0,-1 1 0 0 0,16 8 12 0 0,-14-8-8 0 0,28 24 144 0 0,-30-25-143 0 0,0 1-1 0 0,1-1 0 0 0,-1 1 1 0 0,1-1-1 0 0,-1 1 0 0 0,0-1 1 0 0,1 1-1 0 0,-1-1 0 0 0,0 1 1 0 0,1-1-1 0 0,-1 1 0 0 0,0 0 1 0 0,0-1-1 0 0,0 1 0 0 0,0-1 1 0 0,0 1-1 0 0,1 0 0 0 0,-1-1 0 0 0,0 1 1 0 0,0 0-1 0 0,-1 0 0 0 0,1-1-4 0 0,0 1 0 0 0,0 0-1 0 0,0-1 1 0 0,0 1 0 0 0,0 0 0 0 0,1-1-1 0 0,-1 1 1 0 0,0-1 0 0 0,0 1-1 0 0,0 0 1 0 0,0-1 0 0 0,1 1-1 0 0,-1-1 1 0 0,0 1 0 0 0,0-1-1 0 0,1 1 1 0 0,-1-1 0 0 0,1 1-1 0 0,-1-1 1 0 0,0 1 0 0 0,1 0-1 0 0,49 43 3 0 0,-46-30-20 0 0,-5-13 18 0 0,1-1 0 0 0,0 1 0 0 0,0 0-1 0 0,0 0 1 0 0,0-1 0 0 0,1 1 0 0 0,-1 0 0 0 0,0 0-1 0 0,0 0 1 0 0,0-1 0 0 0,1 1 0 0 0,-1 0 0 0 0,0 0-1 0 0,1-1 1 0 0,-1 1 0 0 0,1 0 0 0 0,-1-1-1 0 0,1 1 1 0 0,-1-1 0 0 0,2 2 0 0 0,13 9 22 0 0,-12-10-29 0 0,-1 0 0 0 0,1 0 0 0 0,-1 1 0 0 0,0-1 0 0 0,1 1 0 0 0,-1 0 0 0 0,0-1 0 0 0,0 1 0 0 0,0 0 0 0 0,-1 0 0 0 0,1 0 0 0 0,0 0 0 0 0,-1 1 0 0 0,1-1 0 0 0,-1 0 0 0 0,0 1 0 0 0,0-1 0 0 0,1 1 0 0 0,-2-1 0 0 0,1 1 0 0 0,0 0 0 0 0,0 3 0 0 0,-1 66 649 0 0,5-69-626 0 0,25 5 66 0 0,-7-2-14 0 0,0-1 0 0 0,1-1 0 0 0,31 1 0 0 0,-8-1-64 0 0,18-2 58 0 0,-52-3-38 0 0,1 1 0 0 0,-1 1-1 0 0,21 3 1 0 0,-25-3 45 0 0,15 0 13 0 0,15 3-14 0 0,-35-5-61 0 0,-1 2 1 0 0,1-1 0 0 0,0 0-1 0 0,-1 1 1 0 0,1 0 0 0 0,-1 0-1 0 0,1 0 1 0 0,4 2 0 0 0,10 4 50 0 0,11 2 8 0 0,52 9-1 0 0,-49-13-94 0 0,-1 2-1 0 0,-1 1 0 0 0,34 13 0 0 0,-55-17 60 0 0,1-1-1 0 0,0-1 0 0 0,0 0 0 0 0,0 0 1 0 0,0-1-1 0 0,13 0 0 0 0,8 2 9 0 0,22 3-55 0 0,-51-6 14 0 0,0 1 0 0 0,1-1 0 0 0,-1 0 0 0 0,1 0 0 0 0,-1 1 0 0 0,1-2 1 0 0,-1 1-1 0 0,1 0 0 0 0,-1 0 0 0 0,1-1 0 0 0,2-1 0 0 0,4 0 3 0 0,16 1 2 0 0,4 1 0 0 0,55 0 67 0 0,-79 0-53 0 0,1 0 0 0 0,-1 0-1 0 0,0 0 1 0 0,0 1 0 0 0,0 0 0 0 0,0 0 0 0 0,7 3 0 0 0,58 15 48 0 0,-22 1-16 0 0,-7-3-12 0 0,-38-16-38 0 0,-1-1 1 0 0,-1 1 1 0 0,0-1-1 0 0,1 0 0 0 0,-1 0 0 0 0,0 1 0 0 0,1-1 0 0 0,-1 1 0 0 0,0-1 1 0 0,0 1-1 0 0,0 0 0 0 0,1-1 0 0 0,-1 1 0 0 0,0 0 0 0 0,0 0 0 0 0,0 0 1 0 0,0 0-1 0 0,0 0 0 0 0,0 0 0 0 0,0 0 0 0 0,-1 0 0 0 0,2 2 1 0 0,3 4-25 0 0,20-2-26 0 0,17-2 40 0 0,-34-4 15 0 0,6-5 62 0 0,6 3-11 0 0,0 0 1 0 0,24 1-1 0 0,75-4-40 0 0,83 12 54 0 0,-177-6-119 0 0,-13 1-15 0 0,0-1 0 0 0,0 0 0 0 0,0 0 0 0 0,0-2 0 0 0,16-3 0 0 0,-28 4-70 0 0,1 0 1 0 0,0 0-1 0 0,-1 0 0 0 0,1 0 0 0 0,0 0 0 0 0,-1 0 0 0 0,0 0 0 0 0,1 0 0 0 0,-1 0 0 0 0,0-1 0 0 0,1 1 0 0 0,-1 0 0 0 0,0 0 0 0 0,0 0 0 0 0,0-1 0 0 0,0 1 0 0 0,0 0 0 0 0,0 0 0 0 0,-1 0 0 0 0,1-1 0 0 0,0 1 0 0 0,0 0 1 0 0,-1 0-1 0 0,1 0 0 0 0,-1 0 0 0 0,1 0 0 0 0,-1 0 0 0 0,0 0 0 0 0,0-2 0 0 0,-24-24-2891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8:23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1 800 0 0,'0'13'2161'0'0,"0"-7"-560"0"0,-30 7-480 0 0,30 0-481 0 0,0 6-240 0 0,0 36 400 0 0,0-4-399 0 0,0-14-321 0 0,30 18-80 0 0,-30 15 0 0 0,0 5 0 0 0,-30-1-80 0 0,30-4 80 0 0,-30-14-80 0 0,1-12 0 0 0,29-14-481 0 0,-54-11-1119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8:55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77 160 0 0,'0'-2'67'0'0,"0"0"0"0"0,1 0 1 0 0,-1 0-1 0 0,0 0 0 0 0,1 1 0 0 0,-1-1 0 0 0,1 0 1 0 0,-1 0-1 0 0,1 1 0 0 0,0-1 0 0 0,0 0 0 0 0,0 1 0 0 0,0-1 1 0 0,0 1-1 0 0,0-1 0 0 0,0 1 0 0 0,1-1 0 0 0,1-1 0 0 0,-2 2 3 0 0,0 0 0 0 0,1 0 0 0 0,-1 0-1 0 0,0 0 1 0 0,0 0 0 0 0,0-1 0 0 0,-1 1-1 0 0,1 0 1 0 0,0-1 0 0 0,0 1-1 0 0,-1-1 1 0 0,1 1 0 0 0,-1-1 0 0 0,1 1-1 0 0,-1-1 1 0 0,0 1 0 0 0,1-1 0 0 0,-1-1-1 0 0,-1 2-20 0 0,1 0-1 0 0,-1 0 1 0 0,1 0-1 0 0,-1 0 1 0 0,0 0-1 0 0,1 0 1 0 0,-1 0-1 0 0,0 1 0 0 0,0-1 1 0 0,1 0-1 0 0,-1 0 1 0 0,0 1-1 0 0,0-1 1 0 0,0 1-1 0 0,0-1 1 0 0,0 1-1 0 0,0-1 1 0 0,0 1-1 0 0,0-1 1 0 0,0 1-1 0 0,-1 0 1 0 0,1 0-1 0 0,0 0 0 0 0,0-1 1 0 0,0 1-1 0 0,0 0 1 0 0,0 0-1 0 0,0 1 1 0 0,-3-1 266 0 0,4 7 152 0 0,0-2-374 0 0,0-4 147 0 0,0 12 1 0 0,0-12-237 0 0,0 0 1 0 0,0 0 0 0 0,0 0 0 0 0,-1 0-1 0 0,1-1 1 0 0,0 1 0 0 0,-1 0 0 0 0,1 0-1 0 0,-1 0 1 0 0,1 0 0 0 0,-1 0 0 0 0,1-1 0 0 0,-1 1-1 0 0,0 0 1 0 0,1-1 0 0 0,-1 1 0 0 0,0 0-1 0 0,0-1 1 0 0,1 1 0 0 0,-1-1 0 0 0,0 1-1 0 0,0-1 1 0 0,0 1 0 0 0,0-1 0 0 0,0 1 0 0 0,-8 4 31 0 0,-21 30 57 0 0,30-35-92 0 0,0 0 0 0 0,-1 0 0 0 0,1 0-1 0 0,0 0 1 0 0,0 0 0 0 0,0 0 0 0 0,-1 1 0 0 0,1-1 0 0 0,0 0 0 0 0,0 0-1 0 0,0 0 1 0 0,0 0 0 0 0,0 0 0 0 0,-1 0 0 0 0,1 1 0 0 0,0-1 0 0 0,0 0-1 0 0,0 0 1 0 0,0 0 0 0 0,0 0 0 0 0,0 1 0 0 0,0-1 0 0 0,-1 0 0 0 0,1 0-1 0 0,0 0 1 0 0,0 1 0 0 0,0-1 0 0 0,0 0 0 0 0,0 0 0 0 0,0 0 0 0 0,0 1 0 0 0,0-1-1 0 0,0 0 1 0 0,0 0 0 0 0,0 0 0 0 0,0 1 0 0 0,0-1 0 0 0,0 0 0 0 0,1 0-1 0 0,-1 0 1 0 0,0 1 0 0 0,0-1 0 0 0,0 0 0 0 0,0 0 0 0 0,0 0 0 0 0,0 0-1 0 0,0 1 1 0 0,0-1 0 0 0,1 0 0 0 0,-1 0 0 0 0,0 0 0 0 0,0 0 0 0 0,0 0-1 0 0,0 1 1 0 0,1-1 0 0 0,-1 0 0 0 0,0 0 0 0 0,0 0 0 0 0,0 0 0 0 0,1 0-1 0 0,-1 0 1 0 0,1 0 0 0 0,1 1 0 0 0,-1-1 0 0 0,1 1 0 0 0,-1 0 0 0 0,0-1-1 0 0,0 1 1 0 0,1 0 0 0 0,-1 0 0 0 0,0-1 0 0 0,0 1 0 0 0,0 0-1 0 0,0 0 1 0 0,0 0 0 0 0,0 0 0 0 0,0 1 0 0 0,2 1 0 0 0,0 43-3 0 0,-3-43 3 0 0,0 188-1 0 0,0-190 0 0 0,0 0 0 0 0,0-1 0 0 0,0 1 0 0 0,0-1 0 0 0,0 1-1 0 0,0 0 1 0 0,0-1 0 0 0,0 1 0 0 0,1-1 0 0 0,-1 1 0 0 0,0-1 0 0 0,1 1 0 0 0,-1 0 0 0 0,0-1 0 0 0,1 1 0 0 0,-1-1 0 0 0,0 0 0 0 0,1 1 0 0 0,-1-1 0 0 0,1 1 0 0 0,-1-1 0 0 0,1 0 0 0 0,-1 1 0 0 0,1-1 0 0 0,-1 0 0 0 0,1 1 0 0 0,-1-1 0 0 0,1 0 0 0 0,-1 0 0 0 0,1 1 0 0 0,0-1 0 0 0,-1 0 0 0 0,1 0 0 0 0,-1 0 0 0 0,2 0 0 0 0,-1 0 0 0 0,-1 0 0 0 0,1 0 1 0 0,0 0-1 0 0,-1 0 0 0 0,1 0 1 0 0,0 1-1 0 0,-1-1 1 0 0,1 0-1 0 0,-1 0 0 0 0,1 1 1 0 0,0-1-1 0 0,-1 0 1 0 0,1 0-1 0 0,-1 1 0 0 0,1-1 1 0 0,-1 1-1 0 0,1-1 1 0 0,-1 1-1 0 0,1-1 0 0 0,-1 1 1 0 0,0-1-1 0 0,1 1 1 0 0,-1-1-1 0 0,0 1 0 0 0,1-1 1 0 0,-1 1-1 0 0,0-1 0 0 0,1 1 1 0 0,-1 0-1 0 0,0-1 1 0 0,0 1-1 0 0,0 0 0 0 0,0-1 1 0 0,0 1-1 0 0,0 0 1 0 0,0 0-1 0 0,0 11 54 0 0,-1-9-53 0 0,1-1 0 0 0,0 0-1 0 0,-1 0 1 0 0,1 1 0 0 0,0-1 0 0 0,1 0 0 0 0,-1 0 0 0 0,0 1 0 0 0,1-1-1 0 0,-1 0 1 0 0,1 0 0 0 0,0 0 0 0 0,-1 0 0 0 0,3 4 0 0 0,6 3-3 0 0,-7-7-1 0 0,-1-1 0 0 0,0 0 0 0 0,0 1 0 0 0,1-1 0 0 0,-1 0 0 0 0,0 1 0 0 0,0-1 0 0 0,0 1 0 0 0,0 0 0 0 0,-1-1 0 0 0,1 1 0 0 0,0 0 1 0 0,-1-1-1 0 0,1 1 0 0 0,-1 0 0 0 0,1 0 0 0 0,-1 0 0 0 0,0 0 0 0 0,0-1 0 0 0,0 1 0 0 0,0 2 0 0 0,0 168 70 0 0,0-171-69 0 0,0 0 1 0 0,0 0-1 0 0,0 0 0 0 0,1-1 1 0 0,-1 1-1 0 0,0 0 1 0 0,1 0-1 0 0,-1-1 0 0 0,0 1 1 0 0,1 0-1 0 0,-1 0 1 0 0,1-1-1 0 0,-1 1 1 0 0,1-1-1 0 0,-1 1 0 0 0,1 0 1 0 0,0-1-1 0 0,-1 1 1 0 0,1-1-1 0 0,0 1 0 0 0,-1-1 1 0 0,1 0-1 0 0,0 1 1 0 0,-1-1-1 0 0,1 0 0 0 0,0 1 1 0 0,0-1-1 0 0,0 0 1 0 0,-1 0-1 0 0,1 0 1 0 0,0 0-1 0 0,1 1 0 0 0,4 0-12 0 0,-6-1 15 0 0,1 1 1 0 0,-1-1-1 0 0,1 0 1 0 0,-1 1-1 0 0,0-1 1 0 0,1 1-1 0 0,-1-1 1 0 0,1 0-1 0 0,-1 1 0 0 0,0-1 1 0 0,0 1-1 0 0,1-1 1 0 0,-1 1-1 0 0,0-1 1 0 0,0 1-1 0 0,1 0 1 0 0,-1-1-1 0 0,0 1 0 0 0,0-1 1 0 0,0 1-1 0 0,0-1 1 0 0,0 1-1 0 0,0 0 1 0 0,0-1-1 0 0,0 1 1 0 0,0-1-1 0 0,0 1 0 0 0,0-1 1 0 0,0 2-1 0 0,-1-2 1 0 0,1 1-1 0 0,0 0 0 0 0,0 0 0 0 0,0 0 0 0 0,0-1 0 0 0,0 1 1 0 0,0 0-1 0 0,0 0 0 0 0,0 0 0 0 0,1-1 0 0 0,-1 1 0 0 0,0 0 1 0 0,0 0-1 0 0,1-1 0 0 0,-1 1 0 0 0,0 0 0 0 0,1 0 0 0 0,-1-1 1 0 0,2 2-1 0 0,5 3-1 0 0,-6-4-3 0 0,0 0 1 0 0,1 0-1 0 0,-1 0 1 0 0,0 0-1 0 0,0 0 1 0 0,0 0-1 0 0,0 0 0 0 0,0 0 1 0 0,0 1-1 0 0,0-1 1 0 0,0 0-1 0 0,0 1 1 0 0,-1-1-1 0 0,1 1 0 0 0,0-1 1 0 0,-1 1-1 0 0,0-1 1 0 0,1 1-1 0 0,-1-1 0 0 0,0 1 1 0 0,1-1-1 0 0,-1 1 1 0 0,0 0-1 0 0,0-1 1 0 0,-1 3-1 0 0,0 9-9 0 0,1-10 12 0 0,-1-1 0 0 0,1 1 0 0 0,0 0 0 0 0,0-1-1 0 0,0 1 1 0 0,0 0 0 0 0,0-1 0 0 0,0 1 0 0 0,1 0 0 0 0,-1-1 0 0 0,1 1 0 0 0,0-1 0 0 0,0 1 0 0 0,0-1 0 0 0,1 4 0 0 0,6 0 0 0 0,-7-6 0 0 0,1 1 0 0 0,-1 0 0 0 0,0 0 0 0 0,0 0 0 0 0,0 0 0 0 0,0 0 0 0 0,0 0 0 0 0,0 1 0 0 0,0-1 0 0 0,0 0 0 0 0,0 0 0 0 0,0 1 0 0 0,-1-1 0 0 0,1 0 0 0 0,-1 1 0 0 0,1-1 0 0 0,-1 1 0 0 0,1-1 0 0 0,-1 1 0 0 0,0-1 0 0 0,0 1 0 0 0,1-1 0 0 0,-1 1 0 0 0,0-1 0 0 0,-1 1 0 0 0,1 2 0 0 0,0-3 0 0 0,0 0 0 0 0,0-1 0 0 0,0 1 0 0 0,0 0-1 0 0,0 0 1 0 0,0-1 0 0 0,1 1 0 0 0,-1 0 0 0 0,0 0 0 0 0,0-1 0 0 0,1 1 0 0 0,-1 0 0 0 0,0 0 0 0 0,1-1 0 0 0,-1 1 0 0 0,1-1 0 0 0,-1 1 0 0 0,1 0 0 0 0,-1-1 0 0 0,1 1 0 0 0,0-1 0 0 0,-1 1 0 0 0,1-1 0 0 0,0 0 0 0 0,-1 1 0 0 0,1-1 0 0 0,0 1 0 0 0,-1-1 0 0 0,1 0 0 0 0,0 0 0 0 0,1 1 0 0 0,-2-1 0 0 0,1 0 0 0 0,0 0 1 0 0,0 1-1 0 0,-1-1 1 0 0,1 0-1 0 0,0 1 1 0 0,-1-1-1 0 0,1 0 1 0 0,0 1-1 0 0,-1-1 1 0 0,1 1-1 0 0,0-1 0 0 0,-1 1 1 0 0,1-1-1 0 0,-1 1 1 0 0,1 0-1 0 0,-1-1 1 0 0,1 1-1 0 0,-1 0 1 0 0,0-1-1 0 0,1 1 0 0 0,-1 0 1 0 0,0 0-1 0 0,1-1 1 0 0,-1 1-1 0 0,0 0 1 0 0,0 0-1 0 0,0-1 1 0 0,0 1-1 0 0,0 0 1 0 0,0 1-1 0 0,0-1 2 0 0,0 0 1 0 0,0 0-1 0 0,1 0 1 0 0,-1-1-1 0 0,0 1 1 0 0,0 0-1 0 0,0 0 1 0 0,1 0-1 0 0,-1 0 1 0 0,0 0-1 0 0,1 0 1 0 0,-1-1-1 0 0,1 1 1 0 0,-1 0-1 0 0,1 0 1 0 0,-1 0-1 0 0,1-1 1 0 0,0 1-1 0 0,-1 0 1 0 0,1-1-1 0 0,0 1 1 0 0,-1-1-1 0 0,1 1 0 0 0,0-1 1 0 0,0 1-1 0 0,0-1 1 0 0,1 1-1 0 0,-1 0-4 0 0,0-1-1 0 0,0 0 1 0 0,0 1-1 0 0,-1-1 1 0 0,1 1 0 0 0,0-1-1 0 0,0 1 1 0 0,0 0-1 0 0,-1-1 1 0 0,1 1-1 0 0,0 0 1 0 0,-1-1-1 0 0,1 1 1 0 0,-1 0-1 0 0,1 0 1 0 0,-1-1-1 0 0,1 1 1 0 0,-1 0-1 0 0,1 0 1 0 0,-1 0-1 0 0,0 0 1 0 0,0 0-1 0 0,1 0 1 0 0,-1 0-1 0 0,0 0 1 0 0,0 0-1 0 0,0 1 1 0 0,0 0 1 0 0,0 0 1 0 0,0-1-1 0 0,0 1 1 0 0,0-1-1 0 0,0 1 1 0 0,0 0-1 0 0,0-1 1 0 0,1 1-1 0 0,-1-1 1 0 0,0 1-1 0 0,1-1 1 0 0,0 1-1 0 0,-1-1 1 0 0,1 0-1 0 0,0 1 1 0 0,0-1-1 0 0,-1 0 1 0 0,1 1-1 0 0,0-1 1 0 0,0 0-1 0 0,1 0 0 0 0,-1 0 1 0 0,2 2-1 0 0,7 6 1 0 0,-9-5-4 0 0,1 0 0 0 0,-1 1 0 0 0,0-1 1 0 0,0 0-1 0 0,0 1 0 0 0,0-1 0 0 0,-1 1 1 0 0,0 0-1 0 0,0-1 0 0 0,0 1 0 0 0,-2 8 1 0 0,1 7-6 0 0,1-18 11 0 0,0 1 0 0 0,0 0 0 0 0,1-1-1 0 0,-1 1 1 0 0,1-1 0 0 0,0 1 0 0 0,-1-1-1 0 0,1 0 1 0 0,0 1 0 0 0,1-1 0 0 0,-1 0-1 0 0,0 0 1 0 0,1 0 0 0 0,1 3 0 0 0,-1-3-1 0 0,0 0 1 0 0,-1 1 0 0 0,1-1 0 0 0,-1 0 0 0 0,0 0-1 0 0,0 1 1 0 0,0-1 0 0 0,0 1 0 0 0,0-1 0 0 0,0 1-1 0 0,-1 0 1 0 0,1-1 0 0 0,-1 1 0 0 0,0 3 0 0 0,1-4-5 0 0,-1-1 0 0 0,0 1 1 0 0,0-1-1 0 0,0 1 0 0 0,0 0 0 0 0,0-1 1 0 0,0 1-1 0 0,-1-1 0 0 0,1 1 1 0 0,0 0-1 0 0,-1-1 0 0 0,1 1 1 0 0,-1-1-1 0 0,1 0 0 0 0,-1 1 0 0 0,0-1 1 0 0,0 1-1 0 0,0-1 0 0 0,0 0 1 0 0,0 0-1 0 0,0 1 0 0 0,0-1 1 0 0,0 0-1 0 0,0 0 0 0 0,0 0 0 0 0,-3 1 1 0 0,-3 4-5 0 0,6-4 7 0 0,-1 0 0 0 0,1 0 0 0 0,1 0 0 0 0,-1 0 0 0 0,0 1 0 0 0,1-1 0 0 0,-1 0 0 0 0,1 1 0 0 0,0-1 0 0 0,-1 0 0 0 0,1 1 0 0 0,0-1 0 0 0,0 0 0 0 0,1 1 0 0 0,-1-1 0 0 0,1 2 0 0 0,0 6 13 0 0,-1-7-8 0 0,1-1 0 0 0,-1 0 0 0 0,1 0 0 0 0,-1 1 0 0 0,1-1 0 0 0,0 0 0 0 0,0 0 0 0 0,0 0 0 0 0,1 0 0 0 0,-1 0 0 0 0,0 0 0 0 0,1 0 0 0 0,2 2 0 0 0,-3-3-7 0 0,0 0 0 0 0,1 0 0 0 0,-1 1 0 0 0,0-1 0 0 0,0 0 0 0 0,0 1-1 0 0,0-1 1 0 0,0 1 0 0 0,0-1 0 0 0,0 1 0 0 0,-1-1 0 0 0,1 1 0 0 0,0-1 0 0 0,-1 1 0 0 0,0 0 0 0 0,1-1 0 0 0,-1 1 0 0 0,0 0 0 0 0,0 0 0 0 0,0-1 0 0 0,0 1 0 0 0,0 0 0 0 0,0-1 0 0 0,0 1-1 0 0,0 0 1 0 0,-1 0 0 0 0,1-1 0 0 0,-1 1 0 0 0,1 0 0 0 0,-1-1 0 0 0,0 1 0 0 0,0-1 0 0 0,-1 2 0 0 0,-8 7-9 0 0,0 1 9 0 0,6 22 15 0 0,4 439 374 0 0,0-471-387 0 0,0-1 0 0 0,0 1 0 0 0,0-1 0 0 0,-1 1 0 0 0,1-1 0 0 0,0 1 0 0 0,0-1 0 0 0,0 1 0 0 0,0-1 0 0 0,-1 1 0 0 0,1-1 0 0 0,0 1 0 0 0,-1-1 0 0 0,1 1 0 0 0,0-1 0 0 0,-1 1 0 0 0,1-1 0 0 0,0 0 0 0 0,-1 1 0 0 0,1-1 0 0 0,-1 0 0 0 0,1 1 0 0 0,-1-1 0 0 0,1 0 0 0 0,0 1 0 0 0,-1-1 0 0 0,0 0 0 0 0,1 0 0 0 0,-1 0 0 0 0,1 1 0 0 0,-1-1 0 0 0,1 0 0 0 0,-1 0 0 0 0,0 0 0 0 0,0 0 0 0 0,0 0 0 0 0,0 0 0 0 0,1 0 0 0 0,-1 0 0 0 0,0 1 0 0 0,0-1 0 0 0,1 0 0 0 0,-1 1 0 0 0,0-1 0 0 0,1 0 0 0 0,-1 1 0 0 0,0-1 0 0 0,1 1 0 0 0,-1-1 0 0 0,1 0 0 0 0,-1 1 0 0 0,1 0 0 0 0,-1-1 0 0 0,1 1 0 0 0,-1-1 0 0 0,1 1 0 0 0,-1 0 0 0 0,1-1 0 0 0,0 1 0 0 0,-1 0 0 0 0,1-1 0 0 0,0 1 0 0 0,0 0 0 0 0,-1 0 0 0 0,1-1 0 0 0,0 1 0 0 0,0 0 0 0 0,0 0 0 0 0,0-1 0 0 0,0 3 0 0 0,0-2 0 0 0,0 1 0 0 0,0 0 0 0 0,0-1 0 0 0,-1 1 0 0 0,1-1 0 0 0,0 1 0 0 0,-1 0 0 0 0,1-1 0 0 0,-1 1 0 0 0,0-1 0 0 0,0 1 0 0 0,1-1 0 0 0,-1 0 0 0 0,0 1 0 0 0,0-1 0 0 0,0 0 0 0 0,0 0 0 0 0,-1 1 0 0 0,1-1 0 0 0,0 0 0 0 0,0 0 0 0 0,-1 0 0 0 0,1 0 0 0 0,0-1 0 0 0,-1 1 0 0 0,1 0 0 0 0,-1-1 0 0 0,-2 2 0 0 0,2-1 0 0 0,-1 0 0 0 0,1 0 0 0 0,-1 1 0 0 0,1-1 0 0 0,0 0 0 0 0,0 1 0 0 0,0 0 0 0 0,0 0 0 0 0,0 0 0 0 0,-2 2 0 0 0,-6 19 0 0 0,1-11 0 0 0,7-11 0 0 0,1 1 0 0 0,-1-1 0 0 0,1 1 0 0 0,0 0 0 0 0,-1 0 0 0 0,1-1 0 0 0,0 1 0 0 0,0 0 0 0 0,1 0 0 0 0,-1 0 0 0 0,0 0 0 0 0,1 0 0 0 0,-1 0 0 0 0,1 1 0 0 0,0-1 0 0 0,-1 4 0 0 0,1-4 3 0 0,0-1 0 0 0,0 1 0 0 0,0 0 0 0 0,0-1 0 0 0,0 1 0 0 0,-1-1 0 0 0,1 1 0 0 0,-1 0 0 0 0,1-1 0 0 0,-1 1 1 0 0,0-1-1 0 0,1 1 0 0 0,-1-1 0 0 0,0 0 0 0 0,0 1 0 0 0,0-1 0 0 0,0 0 0 0 0,0 0 0 0 0,0 1 0 0 0,-3 1 0 0 0,3-3 1 0 0,0 2 0 0 0,0-1 0 0 0,-1 0 0 0 0,1 0 0 0 0,0 0 0 0 0,0 0 0 0 0,1 1 0 0 0,-1-1 0 0 0,0 0-1 0 0,0 1 1 0 0,1-1 0 0 0,-1 1 0 0 0,0-1 0 0 0,1 0 0 0 0,0 1 0 0 0,-1 0 0 0 0,1-1 0 0 0,0 1 0 0 0,0-1 0 0 0,0 4 0 0 0,0-4-2 0 0,0 1 1 0 0,-1 0 0 0 0,1 0-1 0 0,0 0 1 0 0,0-1 0 0 0,-1 1-1 0 0,1 0 1 0 0,-1 0 0 0 0,0-1-1 0 0,1 1 1 0 0,-1 0 0 0 0,0-1-1 0 0,0 1 1 0 0,0-1 0 0 0,0 1 0 0 0,0-1-1 0 0,0 1 1 0 0,-1-1 0 0 0,-1 2-1 0 0,2-2-3 0 0,0 0 0 0 0,-1 0-1 0 0,1 0 1 0 0,0 1 0 0 0,0-1-1 0 0,0 0 1 0 0,1 1-1 0 0,-1-1 1 0 0,0 0 0 0 0,0 1-1 0 0,1-1 1 0 0,-1 1 0 0 0,1-1-1 0 0,-1 1 1 0 0,1-1 0 0 0,-1 1-1 0 0,1 0 1 0 0,0-1 0 0 0,0 3-1 0 0,0 57 56 0 0,-2-60-252 0 0,1-1 174 0 0,1 1 1 0 0,-1-1-1 0 0,0 0 0 0 0,0 0 0 0 0,1 1 1 0 0,-1-1-1 0 0,0 0 0 0 0,0 0 1 0 0,1 0-1 0 0,-1 1 0 0 0,0-1 1 0 0,0 0-1 0 0,1 0 0 0 0,-1 0 1 0 0,0 0-1 0 0,0-1 0 0 0,1 1 1 0 0,-1 0-1 0 0,0 0 0 0 0,0 0 1 0 0,1-1-1 0 0,-1 1 0 0 0,0 0 1 0 0,0 0-1 0 0,1-1 0 0 0,-1 1 1 0 0,1-1-1 0 0,-1 1 0 0 0,0-1 1 0 0,1 1-1 0 0,-1-1 0 0 0,1 1 1 0 0,-1-1-1 0 0,1 0 0 0 0,-1 1 1 0 0,1-1-1 0 0,-1 1 0 0 0,1-1 1 0 0,0 0-1 0 0,0 0 0 0 0,-1 1 1 0 0,1-1-1 0 0,0 0 0 0 0,0 0 1 0 0,0 1-1 0 0,-1-1 0 0 0,1-1 1 0 0,0-15-1671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8:57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0 560 0 0,'54'31'4002'0'0,"-49"-28"-3902"0"0,-1-1 0 0 0,1 0-1 0 0,-1 0 1 0 0,1 0 0 0 0,0 0 0 0 0,7 1-1 0 0,17 7-143 0 0,-4-4 110 0 0,111 17 335 0 0,-89-14-335 0 0,-31-3-41 0 0,17 5 124 0 0,-8-7-48 0 0,0 2-1 0 0,27 8 1 0 0,23 7 10 0 0,35 5-46 0 0,165 29 17 0 0,-216-48-47 0 0,12 2 148 0 0,129-2-1 0 0,373-17-1409 0 0,-593 10-667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9:12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91 252 80 0 0,'1'-1'172'0'0,"1"1"1"0"0,-1 0-1 0 0,1-1 1 0 0,-1 1-1 0 0,0-1 1 0 0,1 1-1 0 0,-1-1 0 0 0,1 0 1 0 0,-1 1-1 0 0,0-1 1 0 0,0 0-1 0 0,1 0 0 0 0,-1 0 1 0 0,0 0-1 0 0,0 0 1 0 0,0 0-1 0 0,0 0 0 0 0,0-1 1 0 0,1-1-1 0 0,-1 0 318 0 0,0-1 0 0 0,0 1 0 0 0,-1 0 0 0 0,1-1 0 0 0,-1 1 0 0 0,0-1 0 0 0,-1-5 0 0 0,1-4-575 0 0,0-112 1353 0 0,1 125-1265 0 0,-1-1 1 0 0,1 0-1 0 0,0 1 1 0 0,-1-1-1 0 0,1 1 1 0 0,0-1 0 0 0,-1 0-1 0 0,1 1 1 0 0,0 0-1 0 0,0-1 1 0 0,-1 1 0 0 0,1 0-1 0 0,0-1 1 0 0,0 1-1 0 0,0 0 1 0 0,0 0-1 0 0,-1-1 1 0 0,1 1 0 0 0,0 0-1 0 0,0 0 1 0 0,0 0-1 0 0,0 0 1 0 0,0 0-1 0 0,-1 1 1 0 0,1-1 0 0 0,0 0-1 0 0,0 0 1 0 0,1 1-1 0 0,9-1 67 0 0,9 0 10 0 0,-20 1-59 0 0,1 0 0 0 0,-1 0 0 0 0,1 0 0 0 0,0 0 0 0 0,-1 0-1 0 0,0 0 1 0 0,1 0 0 0 0,-1 0 0 0 0,1 0 0 0 0,-1 0 0 0 0,0 1 0 0 0,0-1 0 0 0,0 0 0 0 0,0 0 0 0 0,0 0-1 0 0,0 0 1 0 0,0 0 0 0 0,0 0 0 0 0,0 1 0 0 0,0-1 0 0 0,-1 0 0 0 0,1 0 0 0 0,0 0 0 0 0,-1 0 0 0 0,1 0-1 0 0,-1 0 1 0 0,1 0 0 0 0,-1 0 0 0 0,0 1 0 0 0,-14 6 121 0 0,1-1 0 0 0,-1 0 0 0 0,-24 7 0 0 0,33-11-116 0 0,0-2 0 0 0,1 1 0 0 0,-1-1 1 0 0,0 1-1 0 0,0-2 0 0 0,0 1 0 0 0,0-1 0 0 0,0 1 0 0 0,0-2 0 0 0,0 1 0 0 0,0-1 0 0 0,-8-2 0 0 0,13 2-23 0 0,0-1 0 0 0,0 1-1 0 0,0-1 1 0 0,1 1 0 0 0,-1-1 0 0 0,1 0 0 0 0,-1 1-1 0 0,1-1 1 0 0,0 0 0 0 0,0 1 0 0 0,-1-1-1 0 0,1 0 1 0 0,0 0 0 0 0,1 1 0 0 0,-1-1 0 0 0,0 0-1 0 0,0 1 1 0 0,1-1 0 0 0,-1 0 0 0 0,1 1-1 0 0,-1-1 1 0 0,1 0 0 0 0,2-2 0 0 0,6-3 3 0 0,-3 3-72 0 0,0 0 1 0 0,0 1-1 0 0,0-1 0 0 0,0 1 1 0 0,1 0-1 0 0,6-2 0 0 0,31-9-997 0 0,55-15-3970 0 0,-40 16 2299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9:13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53 3442 0 0,'-1'0'53'0'0,"1"-1"1"0"0,0 1 0 0 0,0 0-1 0 0,0-1 1 0 0,0 1 0 0 0,0 0-1 0 0,0-1 1 0 0,0 1 0 0 0,-1-1-1 0 0,1 1 1 0 0,0 0 0 0 0,0-1 0 0 0,0 1-1 0 0,0-1 1 0 0,1 1 0 0 0,-1 0-1 0 0,0-1 1 0 0,0 1 0 0 0,0 0-1 0 0,0-1 1 0 0,0 1 0 0 0,0 0-1 0 0,1-1 1 0 0,-1 1 0 0 0,0 0 0 0 0,0-1-1 0 0,0 1 1 0 0,1 0 0 0 0,-1-1-1 0 0,0 1 1 0 0,0 0 0 0 0,1 0-1 0 0,-1-1 1 0 0,0 1 0 0 0,1 0-1 0 0,-1 0 1 0 0,0 0 0 0 0,1-1 0 0 0,0 1-1 0 0,58-19-293 0 0,-10 7 187 0 0,-9 3 152 0 0,-33 10-73 0 0,0 0 9 0 0,18 6 227 0 0,-24-7-258 0 0,-1 0 0 0 0,0 0-1 0 0,1 0 1 0 0,-1 0 0 0 0,0 0 0 0 0,0 0 0 0 0,1 0 0 0 0,-1 0 0 0 0,0 0 0 0 0,0 0 0 0 0,1 0 0 0 0,-1 1-1 0 0,0-1 1 0 0,0 0 0 0 0,1 0 0 0 0,-1 0 0 0 0,0 1 0 0 0,0-1 0 0 0,0 0 0 0 0,1 0 0 0 0,-1 0 0 0 0,0 1-1 0 0,0-1 1 0 0,0 0 0 0 0,0 0 0 0 0,0 1 0 0 0,0-1 0 0 0,1 0 0 0 0,-1 0 0 0 0,0 1 0 0 0,0-1-1 0 0,0 0 1 0 0,0 1 0 0 0,0-1 0 0 0,0 0 0 0 0,0 0 0 0 0,0 1 0 0 0,0-1 0 0 0,0 0 0 0 0,0 1 0 0 0,0-1-1 0 0,0 0 1 0 0,-1 0 0 0 0,1 1 0 0 0,0-1 0 0 0,0 0 0 0 0,0 0 0 0 0,0 1 0 0 0,0-1 0 0 0,-1 0 0 0 0,1 0-1 0 0,0 1 1 0 0,0-1 0 0 0,0 0 0 0 0,-1 0 0 0 0,-9 7 124 0 0,-29 20 438 0 0,31-18-459 0 0,7-8-96 0 0,0 0 0 0 0,0 0 0 0 0,0 0 1 0 0,0 0-1 0 0,0 0 0 0 0,0 0 0 0 0,0 0 1 0 0,0 0-1 0 0,-1 0 0 0 0,1 0 0 0 0,0-1 0 0 0,0 1 1 0 0,-1-1-1 0 0,1 1 0 0 0,-1-1 0 0 0,1 1 0 0 0,0-1 1 0 0,-4 1-1 0 0,-10 3 157 0 0,14-4-300 0 0,-1 1 1 0 0,1-1 0 0 0,0 1-1 0 0,0-1 1 0 0,0 0-1 0 0,0 0 1 0 0,-1 1 0 0 0,1-1-1 0 0,0 0 1 0 0,0 0 0 0 0,0 0-1 0 0,-1 0 1 0 0,1 0 0 0 0,0-1-1 0 0,0 1 1 0 0,0 0-1 0 0,-1 0 1 0 0,1-1 0 0 0,0 1-1 0 0,0-1 1 0 0,0 1 0 0 0,0-1-1 0 0,0 0 1 0 0,0 1 0 0 0,0-1-1 0 0,0 0 1 0 0,0 0 0 0 0,-1-1-1 0 0,1 2-17 0 0,1-1 1 0 0,-1 0-1 0 0,1 1 0 0 0,-1-1 0 0 0,1 0 0 0 0,0 0 0 0 0,-1 1 0 0 0,1-1 1 0 0,0 0-1 0 0,-1 0 0 0 0,1 0 0 0 0,0 0 0 0 0,0 1 0 0 0,0-1 1 0 0,0 0-1 0 0,0 0 0 0 0,0 0 0 0 0,0-1 0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9:15.3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299 158 1121 0 0,'0'-1'174'0'0,"1"1"1"0"0,-1-1-1 0 0,0 1 1 0 0,0-1 0 0 0,0 1-1 0 0,0-1 1 0 0,0 1-1 0 0,0-1 1 0 0,0 1 0 0 0,0-1-1 0 0,-1 1 1 0 0,1-1 0 0 0,0 1-1 0 0,0-1 1 0 0,0 1-1 0 0,0-1 1 0 0,-1 1 0 0 0,1-1-1 0 0,0 1 1 0 0,0 0 0 0 0,-1-1-1 0 0,1 1 1 0 0,0-1-1 0 0,-1 1 1 0 0,1 0 0 0 0,0-1-1 0 0,-1 1 1 0 0,1 0 0 0 0,-1-1-1 0 0,-17 4-316 0 0,7 1 248 0 0,-9-3-159 0 0,15-1 106 0 0,5-1-39 0 0,-1 0-1 0 0,1 1 1 0 0,-1-1 0 0 0,1 0 0 0 0,0 0 0 0 0,-1 1 0 0 0,0-1-1 0 0,1 0 1 0 0,-1 1 0 0 0,1-1 0 0 0,-1 1 0 0 0,0-1-1 0 0,1 1 1 0 0,-1-1 0 0 0,0 1 0 0 0,0-1 0 0 0,1 1-1 0 0,-1 0 1 0 0,0-1 0 0 0,0 1 0 0 0,0 0 0 0 0,0 0-1 0 0,1-1 1 0 0,-1 1 0 0 0,0 0 0 0 0,0 0 0 0 0,0 0-1 0 0,0 0 1 0 0,0 0 0 0 0,-1 1 0 0 0,0-1 38 0 0,2-1-38 0 0,-1 1 1 0 0,1-1-1 0 0,-1 1 1 0 0,1-1-1 0 0,-1 0 0 0 0,1 1 1 0 0,0-1-1 0 0,-1 1 0 0 0,1-1 1 0 0,0 0-1 0 0,-1 1 1 0 0,1-1-1 0 0,0 0 0 0 0,0 0 1 0 0,0 1-1 0 0,0-1 0 0 0,-1 0 1 0 0,1 1-1 0 0,0-1 0 0 0,0 0 1 0 0,0 0-1 0 0,1 1 1 0 0,-1-1-1 0 0,0 0 0 0 0,0 1 1 0 0,0-1-1 0 0,0 0 0 0 0,1 1 1 0 0,-1-1-1 0 0,0 0 0 0 0,1 1 1 0 0,-1-1-1 0 0,0 0 1 0 0,1 1-1 0 0,-1-1 0 0 0,1 1 1 0 0,-1-1-1 0 0,1 0 0 0 0,7-1 10 0 0,4-4 52 0 0,-11 5-65 0 0,-1 0 0 0 0,1-1 0 0 0,0 1 0 0 0,-1-1 0 0 0,1 1 0 0 0,-1-1 0 0 0,1 1 0 0 0,-1-1 0 0 0,0 1 0 0 0,0-1 0 0 0,0 0 0 0 0,0 1 0 0 0,0-3 0 0 0,5 3 56 0 0,-4 1-36 0 0,0 0-22 0 0,0-1 1 0 0,0 1-1 0 0,-1 0 0 0 0,1 0 1 0 0,0 0-1 0 0,0 0 1 0 0,0 0-1 0 0,-1 0 1 0 0,1 0-1 0 0,0 0 1 0 0,0 0-1 0 0,0 0 0 0 0,-1 0 1 0 0,1 0-1 0 0,0 0 1 0 0,0 1-1 0 0,-1-1 1 0 0,1 0-1 0 0,0 1 1 0 0,0-1-1 0 0,-1 1 1 0 0,1-1-1 0 0,0 0 0 0 0,-1 1 1 0 0,1 0-1 0 0,-1-1 1 0 0,1 1-1 0 0,-1-1 1 0 0,1 1-1 0 0,-1 0 1 0 0,2 1-1 0 0,-3-2 13 0 0,0 1 0 0 0,0 0 0 0 0,0 0 0 0 0,0 0 0 0 0,0 0 0 0 0,0-1 0 0 0,0 1 0 0 0,0-1 0 0 0,-1 1 0 0 0,1 0 0 0 0,0-1 0 0 0,0 0 0 0 0,0 1 0 0 0,-1-1 0 0 0,1 0 0 0 0,0 0 0 0 0,-3 1 0 0 0,-3 0 76 0 0,-25 9 411 0 0,-54 10 0 0 0,78-18-482 0 0,1-1 1 0 0,0 0-1 0 0,-1-1 0 0 0,1 1 1 0 0,-1-1-1 0 0,1-1 0 0 0,0 0 0 0 0,-1 0 1 0 0,1 0-1 0 0,0-1 0 0 0,-1 0 1 0 0,1 0-1 0 0,-11-6 0 0 0,17 6-26 0 0,0 0 0 0 0,0 0-1 0 0,0 0 1 0 0,0 0 0 0 0,1 0 0 0 0,-1 0-1 0 0,1 0 1 0 0,-1 0 0 0 0,1 0-1 0 0,0-1 1 0 0,0 1 0 0 0,0 0 0 0 0,0 0-1 0 0,0 0 1 0 0,0 0 0 0 0,1-4 0 0 0,0-4 0 0 0,0 9 0 0 0,0-1 0 0 0,-1 0 0 0 0,1 0 1 0 0,0 0-1 0 0,1 1 0 0 0,-1-1 0 0 0,0 1 0 0 0,0-1 1 0 0,1 1-1 0 0,-1-1 0 0 0,1 1 0 0 0,-1 0 1 0 0,1-1-1 0 0,0 1 0 0 0,-1 0 0 0 0,1 0 1 0 0,0 0-1 0 0,0 1 0 0 0,0-1 0 0 0,2-1 1 0 0,48-16 53 0 0,-47 16-56 0 0,8-1-6 0 0,1 0 1 0 0,0 0-1 0 0,-1 2 1 0 0,15-1 0 0 0,3 1-3471 0 0,-55 0 703 0 0,-6-5-308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9:17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14 1040 0 0,'-5'-1'1241'0'0,"-44"-8"1414"0"0,44 8-2309 0 0,10 1-266 0 0,-1-1-54 0 0,-4 1-23 0 0,1 0 0 0 0,-1-1 0 0 0,1 1-1 0 0,0 0 1 0 0,-1 0 0 0 0,1 0 0 0 0,0 0 0 0 0,-1 0-1 0 0,1 0 1 0 0,0 0 0 0 0,-1 0 0 0 0,1 0-1 0 0,0 0 1 0 0,-1 0 0 0 0,1 0 0 0 0,-1 0 0 0 0,1 1-1 0 0,0-1 1 0 0,-1 0 0 0 0,1 0 0 0 0,0 1 0 0 0,-1-1-1 0 0,1 0 1 0 0,-1 1 0 0 0,1-1 0 0 0,-1 1-1 0 0,1-1 1 0 0,-1 1 0 0 0,1-1 0 0 0,-1 1 0 0 0,0-1-1 0 0,1 1 1 0 0,-1-1 0 0 0,0 1 0 0 0,1-1 0 0 0,-1 1-1 0 0,0 0 1 0 0,1-1 0 0 0,-1 1 0 0 0,0 0-1 0 0,0-1 1 0 0,0 1 0 0 0,0-1 0 0 0,0 1 0 0 0,0 0-1 0 0,0-1 1 0 0,0 1 0 0 0,0 0 0 0 0,0-1 0 0 0,0 1-1 0 0,0 0 1 0 0,-1 0 0 0 0,2 0 0 0 0,0 0 0 0 0,0 0 1 0 0,0-1-1 0 0,-1 1 0 0 0,1-1 0 0 0,0 1 1 0 0,0-1-1 0 0,0 1 0 0 0,0-1 0 0 0,0 0 0 0 0,0 1 1 0 0,0-1-1 0 0,0 0 0 0 0,1 0 0 0 0,-1 0 1 0 0,0 0-1 0 0,0 0 0 0 0,0 0 0 0 0,0 0 1 0 0,0 0-1 0 0,0 0 0 0 0,2-1 0 0 0,-3 1 3 0 0,5 0 1021 0 0,-5 2-1025 0 0,-1-1 0 0 0,1 0 0 0 0,0 0 0 0 0,-1 0 0 0 0,1 0 0 0 0,-1 0 0 0 0,1 1 0 0 0,-1-1 0 0 0,0 0 0 0 0,1 0-1 0 0,-1 0 1 0 0,0-1 0 0 0,0 1 0 0 0,1 0 0 0 0,-1 0 0 0 0,0 0 0 0 0,0 0 0 0 0,0-1 0 0 0,0 1 0 0 0,0-1 0 0 0,0 1 0 0 0,-3 0 0 0 0,-29 12-787 0 0,26-11 378 0 0,-23 5-2128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9:20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1327 43 720 0 0,'1'0'145'0'0,"-1"-1"0"0"0,0 1 0 0 0,0 0 0 0 0,-1-1 0 0 0,1 1 0 0 0,0-1 0 0 0,0 1 0 0 0,0-1 0 0 0,0 1 0 0 0,0-1 0 0 0,0 1 0 0 0,-1 0 0 0 0,1-1 0 0 0,0 1 0 0 0,0-1 0 0 0,-1 1 0 0 0,1 0 0 0 0,0-1 0 0 0,0 1-1 0 0,-1 0 1 0 0,1-1 0 0 0,0 1 0 0 0,-1 0 0 0 0,0-1 0 0 0,-15 0 7 0 0,13 1 208 0 0,3 0-349 0 0,0 0 0 0 0,0 0 0 0 0,-1 0 0 0 0,1 0 0 0 0,0 0 0 0 0,0-1 0 0 0,0 1 0 0 0,0 0 0 0 0,0 0 0 0 0,0 0 0 0 0,0 0 0 0 0,-1 0 0 0 0,1 0 0 0 0,0 0 1 0 0,0 0-1 0 0,0 0 0 0 0,0 0 0 0 0,0 0 0 0 0,0 0 0 0 0,-1 0 0 0 0,1 0 0 0 0,0 0 0 0 0,0 0 0 0 0,0 0 0 0 0,0 0 0 0 0,0 0 0 0 0,0 0 0 0 0,-1 0 0 0 0,1 0 1 0 0,0 0-1 0 0,0 0 0 0 0,0 0 0 0 0,0 1 0 0 0,0-1 0 0 0,0 0 0 0 0,0 0 0 0 0,0 0 0 0 0,-1 0 0 0 0,1 0 0 0 0,0 0 0 0 0,0 0 0 0 0,0 0 0 0 0,0 0 0 0 0,0 1 0 0 0,0-1 1 0 0,0 0-1 0 0,0 0 0 0 0,0 0 0 0 0,0 0 0 0 0,0 0 0 0 0,0 0 0 0 0,0 1 0 0 0,0-1 0 0 0,0 0 0 0 0,0 0 0 0 0,0 0 0 0 0,0 0 0 0 0,0 0 0 0 0,0 0 0 0 0,0 1 1 0 0,0-1-1 0 0,0 0-7 0 0,0 0 1 0 0,0 0 0 0 0,0 0 0 0 0,0 1 0 0 0,0-1 0 0 0,0 0 0 0 0,0 0-1 0 0,0 0 1 0 0,0 0 0 0 0,0 0 0 0 0,0 0 0 0 0,0 1 0 0 0,0-1 0 0 0,0 0-1 0 0,0 0 1 0 0,0 0 0 0 0,0 0 0 0 0,0 0 0 0 0,0 0 0 0 0,0 0 0 0 0,-1 1-1 0 0,1-1 1 0 0,0 0 0 0 0,0 0 0 0 0,0 0 0 0 0,0 0 0 0 0,0 0 0 0 0,0 0-1 0 0,0 0 1 0 0,0 0 0 0 0,0 0 0 0 0,-1 0 0 0 0,1 0 0 0 0,0 1 0 0 0,0-1-1 0 0,0 0 1 0 0,0 0 0 0 0,0 0 0 0 0,0 0 0 0 0,-1 0 0 0 0,1 0 0 0 0,0 0-1 0 0,0 0 1 0 0,0 0 0 0 0,0 0 0 0 0,0 0 0 0 0,0 0 0 0 0,-1 0 0 0 0,1 0-1 0 0,0 0 1 0 0,0 0 0 0 0,0 0 0 0 0,0-1 0 0 0,0 1 0 0 0,0 0 0 0 0,0 0-1 0 0,-1 0 1 0 0,1 0 0 0 0,0 0 0 0 0,0 0 0 0 0,0 0 0 0 0,-20 0 155 0 0,15 0 0 0 0,5-1-144 0 0,-1 0 0 0 0,0 1 0 0 0,0-1 1 0 0,1 1-1 0 0,-1-1 0 0 0,0 0 0 0 0,0 1 1 0 0,0 0-1 0 0,0-1 0 0 0,0 1 0 0 0,0 0 0 0 0,1-1 1 0 0,-1 1-1 0 0,0 0 0 0 0,0 0 0 0 0,0 0 1 0 0,0 0-1 0 0,0 0 0 0 0,0 0 0 0 0,0 0 0 0 0,0 0 1 0 0,0 0-1 0 0,0 0 0 0 0,-2 1 0 0 0,-2-1 232 0 0,0-6-7 0 0,-9 2-134 0 0,2 0-44 0 0,0 1 0 0 0,0 0-1 0 0,-1 1 1 0 0,1 0 0 0 0,0 1 0 0 0,-20 1-1 0 0,-63 6 67 0 0,-1-4 0 0 0,-97-10 0 0 0,-9 2 205 0 0,164 6-213 0 0,-66 10 1 0 0,43-3-112 0 0,51-8 8 0 0,1 1 0 0 0,-31 8 13 0 0,26-5-34 0 0,11-3 7 0 0,-1 0 1 0 0,1 1 0 0 0,0 0-1 0 0,0 0 1 0 0,-1 0 0 0 0,1 0-1 0 0,0 0 1 0 0,0 1 0 0 0,0-1-1 0 0,0 1 1 0 0,0 0 0 0 0,1 0-1 0 0,-1 0 1 0 0,-4 5 0 0 0,-53 42-5 0 0,48-34-37 0 0,9-11 50 0 0,-1 0 0 0 0,1 1 0 0 0,-1-1 0 0 0,0-1 0 0 0,0 1 0 0 0,0 0 0 0 0,0-1 0 0 0,-8 4 0 0 0,2-3-5 0 0,9-4-9 0 0,0 0-1 0 0,0 0 0 0 0,0 0 0 0 0,0 0 0 0 0,1 0 0 0 0,-1 0 0 0 0,0 1 0 0 0,0-1 1 0 0,1 0-1 0 0,-1 1 0 0 0,0-1 0 0 0,0 0 0 0 0,1 1 0 0 0,-1-1 0 0 0,0 1 0 0 0,1-1 0 0 0,-1 1 1 0 0,1-1-1 0 0,-1 1 0 0 0,0 0 0 0 0,1-1 0 0 0,0 1 0 0 0,-1 0 0 0 0,1-1 0 0 0,-1 1 1 0 0,1 0-1 0 0,0 0 0 0 0,-1-1 0 0 0,1 1 0 0 0,0 0 0 0 0,0 0 0 0 0,-1 1 0 0 0,1 0 3 0 0,0 1-1 0 0,-1-1 0 0 0,0 0 1 0 0,1 0-1 0 0,-1 0 0 0 0,0 0 1 0 0,0 0-1 0 0,0 0 0 0 0,-1 0 1 0 0,1 0-1 0 0,0 0 0 0 0,-1 0 1 0 0,1-1-1 0 0,-1 1 0 0 0,0-1 1 0 0,1 1-1 0 0,-1-1 1 0 0,0 1-1 0 0,0-1 0 0 0,-3 2 1 0 0,3-2 1 0 0,0 0 0 0 0,0 0 0 0 0,0 0 0 0 0,0 1 1 0 0,0-1-1 0 0,1 1 0 0 0,-1-1 0 0 0,0 1 0 0 0,1 0 1 0 0,-1 0-1 0 0,1 0 0 0 0,0 0 0 0 0,0 0 0 0 0,-1 0 0 0 0,1 0 1 0 0,1 0-1 0 0,-1 0 0 0 0,0 0 0 0 0,0 1 0 0 0,0 3 1 0 0,1 124 90 0 0,0-129-93 0 0,0 1 0 0 0,0-1 0 0 0,0 0 0 0 0,0 1 0 0 0,1-1 0 0 0,-1 0 0 0 0,0 1 0 0 0,1-1 1 0 0,-1 0-1 0 0,1 1 0 0 0,-1-1 0 0 0,1 0 0 0 0,-1 0 0 0 0,1 1 0 0 0,0-1 0 0 0,0 0 0 0 0,0 0 0 0 0,0 0 0 0 0,0 0 0 0 0,0 0 0 0 0,0 0 0 0 0,0 0 0 0 0,1 0 0 0 0,-1 0 0 0 0,0 0-1 0 0,0 0 0 0 0,0-1 1 0 0,0 1-1 0 0,0 0 1 0 0,0 0-1 0 0,0 0 0 0 0,0 0 1 0 0,0 0-1 0 0,-1 0 1 0 0,1 1-1 0 0,0-1 0 0 0,-1 0 1 0 0,1 0-1 0 0,-1 0 1 0 0,1 1-1 0 0,-1-1 0 0 0,0 0 1 0 0,0 1-1 0 0,1-1 1 0 0,-1 0-1 0 0,0 1 0 0 0,0 0 1 0 0,-1 7-28 0 0,1-7 19 0 0,0 0 1 0 0,0 1-1 0 0,0-1 1 0 0,0 1-1 0 0,0-1 1 0 0,0 0-1 0 0,0 1 1 0 0,1-1-1 0 0,-1 0 1 0 0,1 0-1 0 0,0 1 1 0 0,-1-1-1 0 0,3 3 1 0 0,5 3-3 0 0,-6-7 9 0 0,-1 0 0 0 0,0 0 0 0 0,0 0 0 0 0,0 0 0 0 0,0 0 0 0 0,0 0 0 0 0,0 0 0 0 0,0 1 0 0 0,0-1 0 0 0,0 0 0 0 0,0 1 0 0 0,-1-1 0 0 0,1 0 0 0 0,-1 1 0 0 0,1-1 0 0 0,-1 1 0 0 0,1-1 0 0 0,-1 1 0 0 0,0-1 0 0 0,0 3 0 0 0,0-2 5 0 0,0 0 1 0 0,1-1-1 0 0,-1 1 1 0 0,0 0-1 0 0,1-1 1 0 0,-1 1-1 0 0,0-1 1 0 0,1 1-1 0 0,0 0 1 0 0,-1-1-1 0 0,1 1 1 0 0,0-1-1 0 0,0 0 1 0 0,0 1-1 0 0,0-1 1 0 0,0 0-1 0 0,0 1 1 0 0,0-1-1 0 0,2 1 1 0 0,-1-1-2 0 0,-1 0 1 0 0,0 0-1 0 0,0 1 1 0 0,0-1-1 0 0,0 0 1 0 0,0 1-1 0 0,0-1 1 0 0,0 0-1 0 0,0 1 1 0 0,-1-1-1 0 0,1 1 1 0 0,0-1-1 0 0,-1 1 1 0 0,1-1-1 0 0,-1 1 1 0 0,0 0-1 0 0,1-1 1 0 0,-1 1-1 0 0,0 2 1 0 0,0 77-217 0 0,0-80 215 0 0,0 0 0 0 0,0 0 0 0 0,0 1 0 0 0,0-1 0 0 0,0 0 0 0 0,1 0 0 0 0,-1 0 0 0 0,0 0 0 0 0,1 0 0 0 0,-1 1 0 0 0,0-1 0 0 0,1 0 0 0 0,0 0 0 0 0,-1 0 0 0 0,1 0 0 0 0,-1 0 0 0 0,1 0 0 0 0,0-1 0 0 0,0 1 0 0 0,0 0 0 0 0,0 0 0 0 0,-1 0 1 0 0,1-1-1 0 0,0 1 0 0 0,2 1 0 0 0,-2-2 0 0 0,0 1 1 0 0,0-1-1 0 0,0 1 1 0 0,0-1-1 0 0,0 1 1 0 0,0 0-1 0 0,-1 0 1 0 0,1 0 0 0 0,0-1-1 0 0,0 1 1 0 0,-1 0-1 0 0,1 0 1 0 0,-1 0-1 0 0,1 0 1 0 0,-1 0-1 0 0,1 0 1 0 0,-1 0 0 0 0,1 0-1 0 0,-1 0 1 0 0,0 0-1 0 0,0 1 1 0 0,1-1-1 0 0,-1 0 1 0 0,0 0-1 0 0,0 2 1 0 0,0-2-4 0 0,0 1 0 0 0,0-1 0 0 0,0 1 0 0 0,1-1 0 0 0,-1 1-1 0 0,0-1 1 0 0,1 1 0 0 0,-1-1 0 0 0,1 1 0 0 0,0-1 0 0 0,-1 0 0 0 0,1 1 0 0 0,0-1 0 0 0,0 0 0 0 0,0 0 0 0 0,0 0 0 0 0,0 0-1 0 0,0 1 1 0 0,0-1 0 0 0,3 1 0 0 0,4 6-21 0 0,22 30 77 0 0,-29-37-53 0 0,0 1-1 0 0,-1-1 1 0 0,1 0 0 0 0,-1 1 0 0 0,1-1 0 0 0,-1 0 0 0 0,1 1 0 0 0,-1-1 0 0 0,0 0 0 0 0,1 1 0 0 0,-1-1 0 0 0,0 1 0 0 0,0-1 0 0 0,0 3 0 0 0,-1-3-1 0 0,1 0 0 0 0,0 0 0 0 0,0 1 0 0 0,0-1-1 0 0,1 0 1 0 0,-1 0 0 0 0,0 0 0 0 0,0 0 0 0 0,1 0 0 0 0,-1 1 0 0 0,0-1 0 0 0,1 0 0 0 0,-1 0 0 0 0,2 1 0 0 0,8 5-1 0 0,-10-6-2 0 0,1-1 1 0 0,0 0-1 0 0,0 1 1 0 0,0-1 0 0 0,0 1-1 0 0,-1-1 1 0 0,1 1-1 0 0,0-1 1 0 0,0 1-1 0 0,-1 0 1 0 0,1-1 0 0 0,0 1-1 0 0,-1 0 1 0 0,1-1-1 0 0,-1 1 1 0 0,1 0-1 0 0,-1 0 1 0 0,1 0 0 0 0,-1 0-1 0 0,0-1 1 0 0,1 1-1 0 0,-1 0 1 0 0,0 0 0 0 0,0 0-1 0 0,0 0 1 0 0,1 1-1 0 0,-1-1 1 0 0,0 0 0 0 0,0 0-1 0 0,0 0 1 0 0,1 0-1 0 0,-1 0 1 0 0,0 0 0 0 0,1 0-1 0 0,-1 0 1 0 0,1 0-1 0 0,-1-1 1 0 0,1 1 0 0 0,-1 0-1 0 0,1 0 1 0 0,0 0 0 0 0,-1-1-1 0 0,1 1 1 0 0,0 0-1 0 0,-1-1 1 0 0,1 1 0 0 0,0-1-1 0 0,2 2 1 0 0,24 10-36 0 0,-8-4 35 0 0,35 29 51 0 0,-46-31-51 0 0,-1 0-1 0 0,1 0 1 0 0,0-1-1 0 0,1 0 1 0 0,-1-1-1 0 0,1 0 1 0 0,0 0-1 0 0,0-1 1 0 0,10 3-1 0 0,28 6 33 0 0,-27-6-20 0 0,1-1 1 0 0,-1-1-1 0 0,25 2 1 0 0,143-4-10 0 0,-159-4 0 0 0,1-1 0 0 0,-1-2 0 0 0,1 0 0 0 0,43-16 0 0 0,95-42 93 0 0,-156 58-75 0 0,0 0 0 0 0,0-2 0 0 0,0 1 0 0 0,-1-2 0 0 0,-1 1 0 0 0,14-12 0 0 0,-10 7-7 0 0,1 0 1 0 0,21-11-1 0 0,-29 19-4 0 0,2-1 1 0 0,1 0 1 0 0,-1-1 0 0 0,0 0-1 0 0,0 0 1 0 0,-1-1-1 0 0,15-16 1 0 0,-17 17-4 0 0,0 0 0 0 0,1 1 0 0 0,-1-1 0 0 0,1 1 0 0 0,14-7 0 0 0,-17 10-2 0 0,1-1 1 0 0,-1 1 0 0 0,0-1-1 0 0,1 0 1 0 0,-1 0-1 0 0,-1 0 1 0 0,1-1 0 0 0,0 1-1 0 0,-1-1 1 0 0,0 0-1 0 0,0 0 1 0 0,0 0 0 0 0,4-8-1 0 0,-6 9-2 0 0,0 0-5 0 0,0 0 1 0 0,0 1-1 0 0,0-1 0 0 0,0 0 0 0 0,1 1 1 0 0,-1 0-1 0 0,1-1 0 0 0,-1 1 0 0 0,1 0 1 0 0,0 0-1 0 0,0 0 0 0 0,0 0 0 0 0,0 0 0 0 0,0 0 1 0 0,0 0-1 0 0,0 1 0 0 0,3-2 0 0 0,-3 2 6 0 0,1-1-1 0 0,-1 1 1 0 0,0-1 0 0 0,0 1-1 0 0,-1-1 1 0 0,1 1-1 0 0,0-1 1 0 0,-1 0-1 0 0,1 0 1 0 0,-1 0-1 0 0,1 0 1 0 0,-1 0-1 0 0,0 0 1 0 0,1-3-1 0 0,0 0 8 0 0,-1 0-1 0 0,-1-1 1 0 0,1 1-1 0 0,-1 0 0 0 0,0-8 1 0 0,0 5-16 0 0,0 7 7 0 0,0-1 0 0 0,0 1 0 0 0,-1-1 0 0 0,1 1 0 0 0,0-1 0 0 0,-1 1 0 0 0,1-1 0 0 0,-1 1 0 0 0,1 0 0 0 0,-1-1 0 0 0,0 1 0 0 0,1 0 0 0 0,-1-1 0 0 0,0 1 0 0 0,0 0 0 0 0,0 0 0 0 0,0 0 0 0 0,0 0 0 0 0,0 0 0 0 0,-2-1 0 0 0,-7-8 0 0 0,1-5 5 0 0,7 11 4 0 0,0 1 1 0 0,0 0-1 0 0,-1 0 1 0 0,1-1-1 0 0,-1 2 0 0 0,0-1 1 0 0,-4-4-1 0 0,-1 1 4 0 0,1 0 1 0 0,0-1-1 0 0,1 0 0 0 0,0 0 1 0 0,-10-14-1 0 0,10 8-13 0 0,5 11 0 0 0,0 0 0 0 0,0 0 0 0 0,0 0 0 0 0,0 0 0 0 0,0 0 0 0 0,0 0 0 0 0,-1 0 0 0 0,1 1 0 0 0,0-1 0 0 0,-1 1 0 0 0,0-1 0 0 0,1 1 0 0 0,-1-1 0 0 0,0 1 0 0 0,0 0 0 0 0,1 0 0 0 0,-4-2 0 0 0,-89-48 80 0 0,85 47-80 0 0,0 0 0 0 0,-1 0 0 0 0,1 1 0 0 0,-20-4 0 0 0,-24-8 0 0 0,36 11 16 0 0,-2 0 0 0 0,1 1 0 0 0,-29-1 0 0 0,10 1 0 0 0,9-4-13 0 0,19 4-6 0 0,0 1 0 0 0,-1 0-1 0 0,1 0 1 0 0,-20 0 0 0 0,23 1-35 0 0,-28 0-56 0 0,33 1 78 0 0,0 0 1 0 0,1 0 0 0 0,-1 0 0 0 0,0 0-1 0 0,0 0 1 0 0,1 0 0 0 0,-1 0-1 0 0,0 0 1 0 0,1 1 0 0 0,-1-1 0 0 0,0 0-1 0 0,0 0 1 0 0,1 1 0 0 0,-1-1 0 0 0,1 0-1 0 0,-1 1 1 0 0,0-1 0 0 0,1 1-1 0 0,-1-1 1 0 0,1 1 0 0 0,-1-1 0 0 0,1 1-1 0 0,-1-1 1 0 0,1 1 0 0 0,-1 0-1 0 0,1-1 1 0 0,0 1 0 0 0,-1 0 0 0 0,1-1-1 0 0,0 1 1 0 0,0 0 0 0 0,-1-1-1 0 0,1 1 1 0 0,0 1 0 0 0,-5 19-1359 0 0,-20 12-1934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9:23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1260 69 1441 0 0,'0'0'52'0'0,"1"0"0"0"0,-1 0 0 0 0,0-1 0 0 0,0 1 0 0 0,0 0 0 0 0,0 0 0 0 0,0 0 0 0 0,0 0 0 0 0,0 0 0 0 0,0-1 0 0 0,0 1 0 0 0,0 0 0 0 0,0 0 0 0 0,1 0 0 0 0,-1 0 0 0 0,0-1 0 0 0,0 1 0 0 0,0 0 0 0 0,0 0 0 0 0,0 0 0 0 0,0 0 0 0 0,0-1 0 0 0,-1 1 0 0 0,1 0 0 0 0,0 0 0 0 0,0 0 0 0 0,0 0 0 0 0,0 0 0 0 0,0-1 0 0 0,0 1 0 0 0,0 0 0 0 0,0 0 0 0 0,0 0 0 0 0,0 0 0 0 0,0 0 1 0 0,-1-1-1 0 0,1 1 0 0 0,0 0 0 0 0,0 0 0 0 0,0 0 0 0 0,0 0 0 0 0,0 0 0 0 0,0 0 0 0 0,-1 0 0 0 0,1 0 0 0 0,0 0 0 0 0,0 0 0 0 0,0-1 0 0 0,0 1 0 0 0,-1 0 0 0 0,1 0 0 0 0,0 0 0 0 0,0 0 0 0 0,0 0 0 0 0,0 0 0 0 0,0 0 0 0 0,-1 0 0 0 0,1 0 0 0 0,0 0 0 0 0,0 0 0 0 0,0 0 0 0 0,0 1 0 0 0,-1-1 0 0 0,1 0 0 0 0,0 0 0 0 0,0 0 0 0 0,0 0 0 0 0,0 0 0 0 0,-1 0 0 0 0,-78-7 549 0 0,79 7-599 0 0,0 0 0 0 0,0 0 0 0 0,0 0 0 0 0,-1 0 0 0 0,1 0 0 0 0,0 0 0 0 0,0 0 0 0 0,0 0 0 0 0,-1 0 0 0 0,1 0 0 0 0,0 0 0 0 0,0 0 0 0 0,0 0 0 0 0,0-1 0 0 0,-1 1 0 0 0,1 0 0 0 0,0 0 0 0 0,0 0 0 0 0,0 0 0 0 0,0 0 0 0 0,0-1 0 0 0,-1 1 0 0 0,1 0 1 0 0,0 0-1 0 0,0 0 0 0 0,0 0 0 0 0,0-1 0 0 0,0 1 0 0 0,0 0 0 0 0,0 0 0 0 0,0 0 0 0 0,0 0 0 0 0,0-1 0 0 0,0 1 0 0 0,0 0 0 0 0,0 0 0 0 0,0 0 0 0 0,0-1 0 0 0,0 1 3 0 0,0-1 0 0 0,0 1-1 0 0,0 0 1 0 0,0 0 0 0 0,0-1-1 0 0,0 1 1 0 0,0 0 0 0 0,0 0 0 0 0,-1-1-1 0 0,1 1 1 0 0,0 0 0 0 0,0 0 0 0 0,0-1-1 0 0,0 1 1 0 0,0 0 0 0 0,0 0-1 0 0,-1 0 1 0 0,1-1 0 0 0,0 1 0 0 0,0 0-1 0 0,0 0 1 0 0,0 0 0 0 0,-1-1-1 0 0,1 1 1 0 0,0 0 0 0 0,0 0 0 0 0,-1 0-1 0 0,1 0 1 0 0,0 0 0 0 0,0 0 0 0 0,-1 0-1 0 0,1-1 1 0 0,0 1 0 0 0,-4 0 47 0 0,3 0-37 0 0,0 0 1 0 0,0 0 0 0 0,0-1 0 0 0,0 1 0 0 0,0 0 0 0 0,0 0-1 0 0,0-1 1 0 0,0 1 0 0 0,0 0 0 0 0,0-1 0 0 0,0 1 0 0 0,0-1-1 0 0,0 1 1 0 0,0-1 0 0 0,0 0 0 0 0,1 1 0 0 0,-1-1 0 0 0,0 0-1 0 0,0 1 1 0 0,1-1 0 0 0,-2-2 0 0 0,-3 1 224 0 0,-34-3 314 0 0,-65 0-1 0 0,67 7-441 0 0,15-1-7 0 0,-1-1 0 0 0,-43-4 0 0 0,37-1-52 0 0,-11-7-41 0 0,33 11 10 0 0,-5 1 24 0 0,-16 4-10 0 0,0 1-1 0 0,1 2 0 0 0,0 1 0 0 0,-29 12 0 0 0,24-9-37 0 0,27-9 2 0 0,-1-1 0 0 0,1 1 0 0 0,0 0 0 0 0,-1 1 0 0 0,1-1 0 0 0,0 1 0 0 0,1 0 0 0 0,-1 0 0 0 0,-8 8 0 0 0,6-2 0 0 0,5-6 0 0 0,0-1 0 0 0,1 0 0 0 0,-1 0 0 0 0,0 0 0 0 0,0 0 0 0 0,0 0 0 0 0,0-1 0 0 0,0 1 0 0 0,-1-1 0 0 0,1 1 0 0 0,-4 1 0 0 0,-78 52 80 0 0,84-55-81 0 0,0 0 0 0 0,-1 0 0 0 0,1 0 0 0 0,0 0 0 0 0,0 0 1 0 0,-1 0-1 0 0,1 1 0 0 0,0-1 0 0 0,-1 0 0 0 0,1 0 0 0 0,0 0 0 0 0,0 0 0 0 0,-1 0 0 0 0,1 1 0 0 0,0-1 1 0 0,0 0-1 0 0,-1 0 0 0 0,1 0 0 0 0,0 1 0 0 0,0-1 0 0 0,0 0 0 0 0,-1 0 0 0 0,1 1 0 0 0,0-1 1 0 0,0 0-1 0 0,0 1 0 0 0,0-1 0 0 0,0 0 0 0 0,0 0 0 0 0,0 1 0 0 0,-1-1 0 0 0,1 0 0 0 0,0 1 1 0 0,0-1-1 0 0,0 1 0 0 0,-3 3-20 0 0,-51 33 74 0 0,51-35-65 0 0,-1 0 0 0 0,1 0 1 0 0,-1 1-1 0 0,1 0 0 0 0,0 0 0 0 0,0 0 1 0 0,1 0-1 0 0,-1 0 0 0 0,-2 4 1 0 0,1-2-9 0 0,0 0 1 0 0,0 0 0 0 0,-1 0 0 0 0,-9 8-1 0 0,-100 75 767 0 0,107-81-753 0 0,1 0-1 0 0,-1 1 0 0 0,1 0 1 0 0,1 0-1 0 0,-1 0 0 0 0,1 0 1 0 0,-7 18-1 0 0,3-1 7 0 0,7-22 0 0 0,1 1 0 0 0,0-1 0 0 0,-1 1 0 0 0,1-1 0 0 0,-1 1 0 0 0,0-1 0 0 0,0 0 0 0 0,0 0 0 0 0,-4 3 0 0 0,-15 25 0 0 0,9-12 0 0 0,5-12 0 0 0,-1 7 0 0 0,18 8 13 0 0,-17-12 14 0 0,6-10-25 0 0,1 1-1 0 0,-1-1 0 0 0,0 1 0 0 0,1-1 0 0 0,-1 1 0 0 0,0 0 0 0 0,1-1 0 0 0,-1 1 1 0 0,1 0-1 0 0,-1 0 0 0 0,1-1 0 0 0,-1 1 0 0 0,1 0 0 0 0,-1 0 0 0 0,1 0 1 0 0,0-1-1 0 0,-1 1 0 0 0,1 0 0 0 0,0 0 0 0 0,0 0 0 0 0,0 0 0 0 0,0 0 1 0 0,0 0-1 0 0,0-1 0 0 0,0 1 0 0 0,0 0 0 0 0,0 0 0 0 0,0 0 0 0 0,0 0 0 0 0,0 0 1 0 0,1 0-1 0 0,-1-1 0 0 0,0 1 0 0 0,1 1 0 0 0,48 50-94 0 0,-39-37 56 0 0,-9-14 39 0 0,-1 1 0 0 0,1 0 0 0 0,0-1 0 0 0,0 1 0 0 0,0-1 0 0 0,1 0 0 0 0,-1 1 0 0 0,0-1 0 0 0,0 0 1 0 0,1 0-1 0 0,-1 1 0 0 0,1-1 0 0 0,-1 0 0 0 0,1-1 0 0 0,-1 1 0 0 0,1 0 0 0 0,2 1 0 0 0,18 7 9 0 0,4 2 23 0 0,39 23 1 0 0,-51-26-21 0 0,0 0-1 0 0,0-1 1 0 0,1-1 0 0 0,0-1 0 0 0,17 4 0 0 0,46 18 63 0 0,-57-18-97 0 0,192 71 7 0 0,-184-72 47 0 0,0-1 0 0 0,0-2 1 0 0,1-1-1 0 0,-1-1 1 0 0,60-2-1 0 0,54-17-27 0 0,271-67 0 0 0,-383 75 23 0 0,43-17 1 0 0,-62 20-21 0 0,0 0 0 0 0,-1-1 1 0 0,0 0-1 0 0,0-1 0 0 0,-1 0 1 0 0,15-14-1 0 0,19-25-10 0 0,-9 21-26 0 0,-10 7 45 0 0,29-26 1 0 0,-32 25 17 0 0,-10 9-43 0 0,0 0 0 0 0,-1-1 0 0 0,16-20 1 0 0,-6 5-7 0 0,-17 23 16 0 0,-1 0 0 0 0,1-1 0 0 0,-1 0 0 0 0,0 1 0 0 0,0-1 0 0 0,-1 0 0 0 0,1-1 0 0 0,-1 1 1 0 0,0 0-1 0 0,0-1 0 0 0,0 1 0 0 0,-1-1 0 0 0,0 0 0 0 0,0 0 0 0 0,1-7 0 0 0,-2 0 1 0 0,-1 9-9 0 0,1 0 0 0 0,0-1 0 0 0,0 1 0 0 0,0 0 0 0 0,0 0 0 0 0,1 0 0 0 0,-1 0-1 0 0,1-1 1 0 0,0 1 0 0 0,2-6 0 0 0,4-3 11 0 0,-5 9-4 0 0,1-1-1 0 0,-1 1 1 0 0,0-1 0 0 0,-1 0 0 0 0,1 0-1 0 0,-1 0 1 0 0,0 0 0 0 0,0 0 0 0 0,0 0 0 0 0,0 0-1 0 0,0-7 1 0 0,0-19-40 0 0,-1 17-4 0 0,1 1 0 0 0,-2-1-1 0 0,-2-16 1 0 0,3 25 12 0 0,-1 1 1 0 0,0-1 0 0 0,-1 0 0 0 0,1 1 0 0 0,0-1-1 0 0,-1 1 1 0 0,0 0 0 0 0,0 0 0 0 0,0-1 0 0 0,0 1-1 0 0,0 0 1 0 0,-1 1 0 0 0,0-1 0 0 0,1 0 0 0 0,-5-2-1 0 0,-9-6 6 0 0,-1 1-1 0 0,-1 1 1 0 0,-25-11-1 0 0,-1 1 52 0 0,-17-14-17 0 0,34 18-13 0 0,1 1 0 0 0,-2 2-1 0 0,0 0 1 0 0,-44-11 0 0 0,32 15-121 0 0,-1 1 1 0 0,0 2 0 0 0,0 3 0 0 0,-73 3-1 0 0,57 4-562 0 0,0 2-1 0 0,-109 29 1 0 0,82-9-649 0 0,68-19 538 0 0,0 0 0 0 0,-16 12 0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9:24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19 1121 0 0,'-30'-6'2241'0'0,"60"6"-1921"0"0,-30-5-240 0 0,29 5-80 0 0,1 0-400 0 0,-30-8-401 0 0,30 8-639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9:25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854 23 240 0 0,'-9'4'493'0'0,"1"-1"-1"0"0,-1 0 1 0 0,0-1 0 0 0,0 0-1 0 0,0 0 1 0 0,-1-1 0 0 0,1 0-1 0 0,0-1 1 0 0,-11 0 0 0 0,7-1-84 0 0,-2 0-156 0 0,-29-8-386 0 0,-39 8 613 0 0,78 1-413 0 0,0 0 0 0 0,0 0-56 0 0,-1 1 0 0 0,0 0 0 0 0,0 0 0 0 0,1 0 0 0 0,-1 1 0 0 0,0 0 0 0 0,1 0 0 0 0,0 0 0 0 0,-1 1 0 0 0,1 0 0 0 0,0 0 1 0 0,0 0-1 0 0,1 0 0 0 0,-1 1 0 0 0,-5 5 0 0 0,2-2-15 0 0,0-1 1 0 0,0 0 0 0 0,-1 0-1 0 0,-11 5 1 0 0,11-7 0 0 0,1 1 1 0 0,-1 0 0 0 0,1 1 0 0 0,-11 9 0 0 0,-17 12 26 0 0,-18 12-11 0 0,50-31 23 0 0,4-8-35 0 0,0 1 0 0 0,0-1 0 0 0,0 1 0 0 0,0-1 0 0 0,0 0 0 0 0,0 1 0 0 0,0-1 0 0 0,0 0 0 0 0,0 1 0 0 0,0-1 0 0 0,0 0 0 0 0,0 1 0 0 0,-1-1 0 0 0,1 0 0 0 0,0 1 0 0 0,0-1 0 0 0,0 0 0 0 0,-1 1 0 0 0,1-1 0 0 0,0 0 0 0 0,-1 1 0 0 0,1-1 0 0 0,0 0 0 0 0,0 0 0 0 0,-1 0 0 0 0,1 1 0 0 0,0-1 0 0 0,-1 0 0 0 0,1 0 0 0 0,-1 0 0 0 0,-2 1-1 0 0,2-1 0 0 0,0 0 0 0 0,0 0 0 0 0,0 0 0 0 0,0 0 0 0 0,0 0 0 0 0,0 1 0 0 0,0-1 0 0 0,0 0 0 0 0,0 1 0 0 0,0-1 0 0 0,1 0 0 0 0,-1 1 0 0 0,0-1 0 0 0,0 1 0 0 0,0-1 0 0 0,0 1 0 0 0,1 0 0 0 0,-1-1 0 0 0,0 1 0 0 0,1 0 0 0 0,-1 0 0 0 0,0-1 0 0 0,1 1 0 0 0,-2 1 0 0 0,2-1 0 0 0,-1 0 0 0 0,0 0 0 0 0,0 0 0 0 0,1 0 0 0 0,-1 0 0 0 0,0-1 0 0 0,0 1 0 0 0,0 0 0 0 0,0-1 0 0 0,0 1 0 0 0,0-1 0 0 0,0 1 0 0 0,-1-1 0 0 0,1 1 0 0 0,0-1 0 0 0,0 0 0 0 0,0 0 0 0 0,0 1 0 0 0,-1-1 0 0 0,0 0 0 0 0,0 0 0 0 0,0 1 0 0 0,0-1 0 0 0,0 1 0 0 0,0 0 0 0 0,0 0 0 0 0,1 0 0 0 0,-1 0 0 0 0,0 0 0 0 0,1 0 0 0 0,-1 0 0 0 0,0 0 0 0 0,1 1 0 0 0,0-1 0 0 0,-1 0 0 0 0,1 1 0 0 0,0 0 0 0 0,0-1 0 0 0,-1 1 0 0 0,1 0 0 0 0,1-1 0 0 0,-1 1 0 0 0,0 0 0 0 0,0 0 0 0 0,1 0 0 0 0,-1 0 0 0 0,1 0 0 0 0,-1 0 0 0 0,1-1 0 0 0,0 1 0 0 0,0 0 0 0 0,0 0 0 0 0,0 4 0 0 0,0-5 0 0 0,0 0 0 0 0,0 0 0 0 0,0 0 0 0 0,0 0 0 0 0,0 0 0 0 0,0 0 0 0 0,0-1 0 0 0,-1 1 0 0 0,1 0 0 0 0,0 0 0 0 0,-1 0 0 0 0,1 0 1 0 0,-1 0-1 0 0,1 0 0 0 0,-1-1 0 0 0,1 1 0 0 0,-1 0 0 0 0,1 0 0 0 0,-1-1 0 0 0,0 1 0 0 0,1 0 0 0 0,-1-1 0 0 0,0 1 0 0 0,0-1 0 0 0,0 1 0 0 0,1-1 0 0 0,-1 1 0 0 0,-2 0 0 0 0,2-1 0 0 0,1 0-1 0 0,-1 1 1 0 0,0-1-1 0 0,0 1 1 0 0,0-1-1 0 0,0 1 1 0 0,1-1-1 0 0,-1 1 1 0 0,0-1-1 0 0,1 1 1 0 0,-1 0-1 0 0,0 0 1 0 0,1-1-1 0 0,-1 1 1 0 0,1 0-1 0 0,-1 0 1 0 0,1 0-1 0 0,-1-1 1 0 0,1 1-1 0 0,0 0 1 0 0,-1 0-1 0 0,1 0 1 0 0,0 0-1 0 0,0 0 1 0 0,0 0-1 0 0,0 0 1 0 0,-1 0-1 0 0,2 1 1 0 0,-1 7-25 0 0,0-6 28 0 0,1 0-1 0 0,-1 0 0 0 0,0 0 0 0 0,-1 0 0 0 0,1 0 1 0 0,0 0-1 0 0,-1 0 0 0 0,0 0 0 0 0,1 0 0 0 0,-3 6 1 0 0,-5 2-1 0 0,1 0-1 0 0,-2 0 1 0 0,1-1 0 0 0,-1 0 0 0 0,-1 0 0 0 0,-18 14 0 0 0,27-24-1 0 0,1 0 0 0 0,-1 1 1 0 0,1-1-1 0 0,-1 0 0 0 0,1 0 0 0 0,0 1 0 0 0,-1-1 1 0 0,1 1-1 0 0,0-1 0 0 0,-1 0 0 0 0,1 1 0 0 0,0-1 0 0 0,0 1 1 0 0,-1-1-1 0 0,1 1 0 0 0,0-1 0 0 0,0 0 0 0 0,0 1 1 0 0,-1-1-1 0 0,1 1 0 0 0,0-1 0 0 0,0 1 0 0 0,0-1 1 0 0,0 1-1 0 0,0 0 0 0 0,-3 9 21 0 0,-16 4-43 0 0,16-12 16 0 0,1-1 1 0 0,0 0-1 0 0,0 0 1 0 0,-1 1-1 0 0,1-1 1 0 0,0 1-1 0 0,1 0 1 0 0,-1-1-1 0 0,0 1 1 0 0,0 0-1 0 0,1 0 1 0 0,-1 0 0 0 0,1 0-1 0 0,-1 1 1 0 0,1-1-1 0 0,0 0 1 0 0,0 1-1 0 0,0-1 1 0 0,0 0-1 0 0,1 1 1 0 0,-2 4-1 0 0,2-5 5 0 0,0-1-1 0 0,0 0 0 0 0,0 1 1 0 0,0-1-1 0 0,0 0 1 0 0,-1 1-1 0 0,1-1 0 0 0,0 0 1 0 0,-1 1-1 0 0,0-1 1 0 0,1 0-1 0 0,-1 0 0 0 0,1 1 1 0 0,-1-1-1 0 0,0 0 0 0 0,0 0 1 0 0,0 0-1 0 0,0 0 1 0 0,0 0-1 0 0,0 0 0 0 0,0 0 1 0 0,-2 1-1 0 0,2-1 4 0 0,0-1 0 0 0,0 1 0 0 0,0 0 0 0 0,0 0 0 0 0,0 0 0 0 0,0 0 0 0 0,0 0 0 0 0,1 0 0 0 0,-1 0-1 0 0,0 0 1 0 0,0 0 0 0 0,1 0 0 0 0,-1 0 0 0 0,1 1 0 0 0,-1-1 0 0 0,1 0 0 0 0,0 0 0 0 0,-1 1 0 0 0,1-1 0 0 0,0 0 0 0 0,0 0 0 0 0,0 2 0 0 0,0 80 23 0 0,0-83-25 0 0,0 0-1 0 0,0 0 1 0 0,0 1-1 0 0,0-1 0 0 0,0 0 1 0 0,0 1-1 0 0,0-1 1 0 0,0 0-1 0 0,0 0 0 0 0,0 1 1 0 0,1-1-1 0 0,-1 0 1 0 0,0 0-1 0 0,0 1 0 0 0,0-1 1 0 0,0 0-1 0 0,1 0 1 0 0,-1 1-1 0 0,0-1 0 0 0,0 0 1 0 0,1 0-1 0 0,-1 0 1 0 0,0 0-1 0 0,0 1 0 0 0,1-1 1 0 0,-1 0-1 0 0,0 0 1 0 0,0 0-1 0 0,1 0 0 0 0,-1 0 1 0 0,0 0-1 0 0,0 0 1 0 0,1 0-1 0 0,-1 0 0 0 0,0 0 1 0 0,1 0-1 0 0,-1 0 1 0 0,0 0-1 0 0,1 0 1 0 0,-1 0-1 0 0,0 0 0 0 0,0 0 1 0 0,1 0-1 0 0,-1 0 1 0 0,0 0-1 0 0,1 0 0 0 0,-1 0 1 0 0,0 0-1 0 0,1-1 1 0 0,-1 1 1 0 0,1 0 0 0 0,-1 0 0 0 0,1-1 0 0 0,0 1 0 0 0,-1 0 0 0 0,1 0 1 0 0,0 0-1 0 0,-1 0 0 0 0,1 0 0 0 0,-1 0 0 0 0,1 0 0 0 0,0 0 0 0 0,-1 0 0 0 0,1 1 1 0 0,-1-1-1 0 0,1 0 0 0 0,0 0 0 0 0,-1 0 0 0 0,1 1 0 0 0,-1-1 0 0 0,1 0 1 0 0,-1 1-1 0 0,1-1 0 0 0,-1 0 0 0 0,1 1 0 0 0,-1-1 0 0 0,1 1 0 0 0,-1-1 0 0 0,1 1 1 0 0,-1-1-1 0 0,0 1 0 0 0,1-1 0 0 0,-1 1 0 0 0,0-1 0 0 0,1 1 0 0 0,-1 0 1 0 0,0-1-1 0 0,0 1 0 0 0,0-1 0 0 0,0 1 0 0 0,0 0 0 0 0,1-1 0 0 0,-1 1 1 0 0,0 0-1 0 0,0-1 0 0 0,0 1 0 0 0,-1-1 0 0 0,1 1 0 0 0,0 0 0 0 0,0-1 0 0 0,0 1 1 0 0,-1 0-1 0 0,3 2 12 0 0,-1-1 1 0 0,0 0 0 0 0,1 1 0 0 0,-1-1-1 0 0,1 0 1 0 0,0 0 0 0 0,0 0 0 0 0,0 0-1 0 0,0 0 1 0 0,0-1 0 0 0,0 1-1 0 0,0 0 1 0 0,0-1 0 0 0,1 0 0 0 0,-1 0-1 0 0,6 2 1 0 0,9 8 82 0 0,-9-6-36 0 0,0 1 1 0 0,0-2-1 0 0,0 1 1 0 0,1-1-1 0 0,13 4 1 0 0,-13-4-24 0 0,0-1 0 0 0,-1 1 0 0 0,1 0 1 0 0,11 9-1 0 0,-13-9-3 0 0,-1 1 0 0 0,1-1 0 0 0,0-1 1 0 0,0 1-1 0 0,0-1 0 0 0,0-1 0 0 0,0 1 0 0 0,15 2 1 0 0,20 8 114 0 0,-25-8-106 0 0,1-1-1 0 0,0 0 1 0 0,0-1 0 0 0,1-1 0 0 0,-1-1 0 0 0,27-2 0 0 0,18 5 57 0 0,-47-2-38 0 0,-1-1 0 0 0,1 0 0 0 0,0-1 1 0 0,-1-1-1 0 0,27-4 0 0 0,-38 3-60 0 0,1 1 0 0 0,0 1 1 0 0,0-1-1 0 0,-1 1 0 0 0,1 0 1 0 0,8 1-1 0 0,53 0 67 0 0,-53-1-62 0 0,-5 1 1 0 0,-1-1 0 0 0,1 0 0 0 0,0 0 0 0 0,0-1 0 0 0,-1 0 0 0 0,1 0 0 0 0,9-4 0 0 0,-2-6 11 0 0,5-1 27 0 0,111-55 100 0 0,-85 41-121 0 0,9-13 41 0 0,-55 39-66 0 0,1 0-1 0 0,-1-1 1 0 0,1 1-1 0 0,-1-1 1 0 0,0 1 0 0 0,1-1-1 0 0,-1 1 1 0 0,0-1 0 0 0,1 1-1 0 0,-1-1 1 0 0,0 1 0 0 0,0-1-1 0 0,1 0 1 0 0,-1 1 0 0 0,0-1-1 0 0,0 1 1 0 0,0-1-1 0 0,0 0 1 0 0,0 1 0 0 0,0-1-1 0 0,0 0 1 0 0,5-12-2 0 0,0 7 1 0 0,-3 4 0 0 0,0 0 0 0 0,-1 1 0 0 0,1-1 0 0 0,0 0 0 0 0,-1 0 0 0 0,0 0 0 0 0,1-1 0 0 0,-1 1 0 0 0,0 0 0 0 0,0 0 0 0 0,0-1 0 0 0,-1 1 0 0 0,1 0 0 0 0,0-1 0 0 0,-1 1 0 0 0,0-1 0 0 0,1 1 0 0 0,-1-1 0 0 0,0 1 0 0 0,-1-5 0 0 0,2-21-1 0 0,-1 14 15 0 0,1 0-1 0 0,-2 0 1 0 0,0 0-1 0 0,-4-15 1 0 0,-14-38-1 0 0,13 36-13 0 0,5 22 8 0 0,-1-1 1 0 0,0 1-1 0 0,-1 0 1 0 0,1 0-1 0 0,-2 0 0 0 0,1 0 1 0 0,-9-14-1 0 0,-5-2 4 0 0,10 15-15 0 0,0-1 1 0 0,1 1 0 0 0,0-1-1 0 0,-5-15 1 0 0,3-2-29 0 0,5 19 38 0 0,1 0 1 0 0,-1 0-1 0 0,-1 0 1 0 0,1 1-1 0 0,-9-14 0 0 0,5 10 0 0 0,-1-1 0 0 0,-1 1 0 0 0,0 1 0 0 0,0 0 1 0 0,-20-18-1 0 0,17 21-11 0 0,0 0 1 0 0,0 1 0 0 0,-1 1 0 0 0,0 0 0 0 0,0 1-1 0 0,0 0 1 0 0,-1 1 0 0 0,-20-3 0 0 0,-50-7-24 0 0,77 12-455 0 0,6 2 437 0 0,1 0 0 0 0,-1 0 0 0 0,0-1 0 0 0,1 1 0 0 0,-1 0 0 0 0,0 0 0 0 0,0 0 0 0 0,1 0 0 0 0,-1 0 0 0 0,0 0 0 0 0,1 0 0 0 0,-1 0 1 0 0,0 0-1 0 0,0 0 0 0 0,1 1 0 0 0,-1-1 0 0 0,0 0 0 0 0,1 0 0 0 0,-1 1 0 0 0,0-1 0 0 0,1 0 0 0 0,-1 1 0 0 0,1-1 0 0 0,-1 1 0 0 0,0-1 0 0 0,0 1 0 0 0,-7 5-1407 0 0,-16 5-1950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0:41.8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291 0 1361 0 0,'0'26'4802'0'0,"0"48"-4322"0"0,0-73-476 0 0,0 0-1 0 0,0-1 1 0 0,0 1 0 0 0,0 0-1 0 0,0 0 1 0 0,-1-1 0 0 0,1 1-1 0 0,0 0 1 0 0,0 0 0 0 0,0-1 0 0 0,-1 1-1 0 0,1 0 1 0 0,0-1 0 0 0,-1 1-1 0 0,1 0 1 0 0,-1-1 0 0 0,1 1-1 0 0,-1-1 1 0 0,1 1 0 0 0,-1-1-1 0 0,1 1 1 0 0,-1-1 0 0 0,1 1-1 0 0,-1-1 1 0 0,0 1 0 0 0,1-1-1 0 0,-1 0 1 0 0,0 1 0 0 0,1-1-1 0 0,-1 0 1 0 0,0 0 0 0 0,-1 1-1 0 0,1-1-1 0 0,1 0-1 0 0,-1 0 0 0 0,0 1 0 0 0,0-1 0 0 0,1 0 0 0 0,-1 1 1 0 0,0-1-1 0 0,1 0 0 0 0,-1 1 0 0 0,0-1 0 0 0,1 1 1 0 0,-1-1-1 0 0,1 1 0 0 0,-1-1 0 0 0,0 1 0 0 0,1 0 0 0 0,-1-1 1 0 0,1 1-1 0 0,0 0 0 0 0,-1-1 0 0 0,1 1 0 0 0,0 0 0 0 0,-1-1 1 0 0,1 1-1 0 0,0 0 0 0 0,0 0 0 0 0,-1 0 0 0 0,1-1 0 0 0,0 1 1 0 0,0 0-1 0 0,0 0 0 0 0,0 1 0 0 0,1 11 0 0 0,-1-9 0 0 0,1 0 0 0 0,-1 0 0 0 0,0-1 0 0 0,0 1 1 0 0,-1 0-1 0 0,1 0 0 0 0,-1 0 0 0 0,1 0 0 0 0,-1-1 0 0 0,-3 7 0 0 0,-5 2 22 0 0,8-11-26 0 0,-1 0-1 0 0,1 0 1 0 0,0 1-1 0 0,-1-1 1 0 0,1 1-1 0 0,0-1 1 0 0,0 1-1 0 0,0 0 1 0 0,1-1-1 0 0,-1 1 1 0 0,0 0-1 0 0,1 0 1 0 0,-1-1-1 0 0,1 1 1 0 0,-1 0-1 0 0,1 0 1 0 0,0 2-1 0 0,0-3-2 0 0,-1 1 0 0 0,1 0 0 0 0,0 0 0 0 0,0-1 0 0 0,-1 1 0 0 0,1 0 0 0 0,-1 0 0 0 0,1-1-1 0 0,-1 1 1 0 0,0-1 0 0 0,0 1 0 0 0,1-1 0 0 0,-1 1 0 0 0,0-1 0 0 0,-1 1 0 0 0,1-1 0 0 0,0 0 0 0 0,-2 3-1 0 0,-7 8 97 0 0,0 19 177 0 0,-10-5-107 0 0,8-5-130 0 0,9-15-31 0 0,-1 0 0 0 0,1 0 1 0 0,-1 0-1 0 0,-9 10 0 0 0,4-9 3 0 0,8-6-2 0 0,-1-1-1 0 0,1 1 1 0 0,0-1-1 0 0,1 1 0 0 0,-1 0 1 0 0,0 0-1 0 0,0 0 1 0 0,0-1-1 0 0,0 1 0 0 0,0 0 1 0 0,1 0-1 0 0,-1 0 1 0 0,0 0-1 0 0,1 0 0 0 0,-1 1 1 0 0,1-1-1 0 0,0 0 1 0 0,-1 0-1 0 0,1 0 1 0 0,0 0-1 0 0,-1 0 0 0 0,1 1 1 0 0,0-1-1 0 0,0 0 1 0 0,0 2-1 0 0,0-1 1 0 0,0 0 0 0 0,0 0-1 0 0,-1-1 1 0 0,1 1 0 0 0,0 0 0 0 0,-1 0 0 0 0,0 0-1 0 0,1 0 1 0 0,-1-1 0 0 0,0 1 0 0 0,0 0 0 0 0,0 0-1 0 0,0-1 1 0 0,0 1 0 0 0,0-1 0 0 0,0 1 0 0 0,-3 1 0 0 0,3-2 0 0 0,0 1 1 0 0,-1-1 0 0 0,1 1 0 0 0,0-1 0 0 0,0 1 0 0 0,0 0 0 0 0,0-1 0 0 0,0 1 0 0 0,0 0 0 0 0,0 0 0 0 0,1-1 0 0 0,-1 1 0 0 0,1 0 0 0 0,-1 0 0 0 0,1 0-1 0 0,0 0 1 0 0,-1 3 0 0 0,1-4-4 0 0,0 1 0 0 0,0-1 0 0 0,0 1 0 0 0,0-1 0 0 0,0 1 0 0 0,0-1 0 0 0,-1 1 1 0 0,1-1-1 0 0,-1 1 0 0 0,1-1 0 0 0,-1 0 0 0 0,0 1 0 0 0,1-1 0 0 0,-1 0 0 0 0,0 1 0 0 0,0-1 0 0 0,0 0 0 0 0,0 0 0 0 0,0 0 0 0 0,0 0 0 0 0,-2 2 0 0 0,2-3 0 0 0,-1 2 0 0 0,1-1 0 0 0,0 0 0 0 0,0 0-1 0 0,0 0 1 0 0,0 0 0 0 0,0 1 0 0 0,0-1 0 0 0,0 0 0 0 0,1 1 0 0 0,-1-1 0 0 0,0 1 0 0 0,1-1 0 0 0,-1 1 0 0 0,1-1-1 0 0,-1 1 1 0 0,1-1 0 0 0,0 1 0 0 0,0-1 0 0 0,0 1 0 0 0,0 2 0 0 0,0 0 11 0 0,-1 0 1 0 0,1-1-1 0 0,-1 1 0 0 0,0-1 0 0 0,0 1 1 0 0,0-1-1 0 0,0 1 0 0 0,-1-1 1 0 0,1 1-1 0 0,-1-1 0 0 0,-2 3 1 0 0,2-3-8 0 0,0 1 1 0 0,0-1 0 0 0,1 1-1 0 0,-1-1 1 0 0,1 1 0 0 0,0 0-1 0 0,0 0 1 0 0,0-1 0 0 0,0 1 0 0 0,1 0-1 0 0,-1 4 1 0 0,1-2 0 0 0,-1-1-1 0 0,1 0 1 0 0,-1 0 0 0 0,-1 0-1 0 0,1 0 1 0 0,-1 0 0 0 0,-3 8-1 0 0,3-9 11 0 0,0 1 0 0 0,0-1-1 0 0,1 1 1 0 0,0 0 0 0 0,-1-1-1 0 0,2 1 1 0 0,-2 7 0 0 0,2 140 68 0 0,1-146-73 0 0,-1-1 1 0 0,1 1-1 0 0,0-1 1 0 0,0 1 0 0 0,1-1-1 0 0,0 1 1 0 0,0-1-1 0 0,3 7 1 0 0,0-1-10 0 0,19 31 8 0 0,-19-34 2 0 0,0 9 45 0 0,-5-17-53 0 0,0 1 0 0 0,0-1 0 0 0,0 0 0 0 0,-1 0 0 0 0,1 0 0 0 0,0 0 0 0 0,0 1 0 0 0,0-1 0 0 0,0 0 0 0 0,0 0 0 0 0,0 0 0 0 0,0 1 0 0 0,0-1 0 0 0,1 0 0 0 0,-1 0 0 0 0,0 0 0 0 0,0 1 0 0 0,0-1 0 0 0,0 0 0 0 0,0 0 0 0 0,0 0 0 0 0,0 0 0 0 0,0 1 0 0 0,0-1 0 0 0,0 0 0 0 0,1 0 0 0 0,-1 0 0 0 0,0 0 0 0 0,0 0 0 0 0,0 0 0 0 0,0 1 0 0 0,0-1 0 0 0,1 0 0 0 0,-1 0 0 0 0,0 0 0 0 0,0 0 0 0 0,0 0 0 0 0,0 0 0 0 0,1 0 0 0 0,-1 0 0 0 0,0 0 0 0 0,0 0 0 0 0,0 0 0 0 0,1 0 0 0 0,-1 0 0 0 0,0 0 0 0 0,0 0 0 0 0,1 0 0 0 0,18-3-93 0 0,-18 3 77 0 0,-1 0-1 0 0,0 0 1 0 0,0 0 0 0 0,1 0 0 0 0,-1 0 0 0 0,0 0-1 0 0,0 0 1 0 0,0 0 0 0 0,1 0 0 0 0,-1 0 0 0 0,0 0 0 0 0,0 0-1 0 0,0 0 1 0 0,1 0 0 0 0,-1 0 0 0 0,0 0 0 0 0,0 0 0 0 0,0-1-1 0 0,0 1 1 0 0,1 0 0 0 0,-1 0 0 0 0,0 0 0 0 0,0 0-1 0 0,0-1 1 0 0,0 1 0 0 0,0 0 0 0 0,1 0 0 0 0,-1 0 0 0 0,0 0-1 0 0,0-1 1 0 0,0 1 0 0 0,0 0 0 0 0,0 0 0 0 0,0 0 0 0 0,0-1-1 0 0,0 1 1 0 0,0 0 0 0 0,0 0 0 0 0,0-1 0 0 0,0 1-1 0 0,0 0 1 0 0,0 0 0 0 0,0 0 0 0 0,0-1 0 0 0,0 1 0 0 0,0 0-1 0 0,0-1 1 0 0,-1 0-221 0 0,1-17-1390 0 0,0-6-908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0:43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0 101 1681 0 0,'6'-16'3158'0'0,"-5"14"-3009"0"0,1 1-1 0 0,0-1 1 0 0,-1 1-1 0 0,1 0 1 0 0,0-1-1 0 0,0 1 1 0 0,0 0-1 0 0,0 0 1 0 0,0 0-1 0 0,0 1 1 0 0,2-2-1 0 0,45-5 16 0 0,-39 6 254 0 0,16-2-190 0 0,180-31-1576 0 0,-176 21-413 0 0,-30 13 1660 0 0,1 0 1 0 0,-1-1-1 0 0,1 1 0 0 0,-1 0 1 0 0,0-1-1 0 0,1 1 0 0 0,-1-1 1 0 0,0 1-1 0 0,0-1 0 0 0,1 1 1 0 0,-1-1-1 0 0,0 1 0 0 0,0-1 0 0 0,0 1 1 0 0,1-1-1 0 0,-1 1 0 0 0,0-1 1 0 0,0 1-1 0 0,0-1 0 0 0,0 0 1 0 0,0 0-1 0 0,0 1 75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0:43.9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1040 0 0,'0'46'2642'0'0,"0"35"-481"0"0,0 0-1441 0 0,0 0-640 0 0,29 6-80 0 0,-29-12 0 0 0,30-18 80 0 0,0-27-240 0 0,-1-17-560 0 0,-29-26-2882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8:24.5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87 2961 0 0,'0'-61'2068'0'0,"0"61"-2061"0"0,0-1 0 0 0,0 1 0 0 0,-1-1-1 0 0,1 1 1 0 0,0-1 0 0 0,0 1 0 0 0,0-1 0 0 0,0 1 0 0 0,-1-1 0 0 0,1 1-1 0 0,0 0 1 0 0,0-1 0 0 0,-1 1 0 0 0,1-1 0 0 0,0 1 0 0 0,-1 0 0 0 0,1-1 0 0 0,0 1-1 0 0,-1 0 1 0 0,1-1 0 0 0,-1 1 0 0 0,1 0 0 0 0,-1-1 0 0 0,1 1 0 0 0,-1 0-1 0 0,1 0 1 0 0,0 0 0 0 0,-1 0 0 0 0,1-1 0 0 0,-1 1 0 0 0,1 0 0 0 0,-1 0-1 0 0,0 0 1 0 0,1 0 0 0 0,-1 0 0 0 0,1 0 0 0 0,-1 0 0 0 0,0 0 3 0 0,1 0 0 0 0,-1 0 0 0 0,0 0 0 0 0,1 0 0 0 0,-1 0 0 0 0,1 0 0 0 0,-1 0 0 0 0,1 0 0 0 0,-1 0 1 0 0,0 0-1 0 0,1 0 0 0 0,-1-1 0 0 0,1 1 0 0 0,-1 0 0 0 0,1 0 0 0 0,-1-1 0 0 0,1 1 0 0 0,-1 0 0 0 0,1-1 0 0 0,-1 1 0 0 0,1-1 0 0 0,-1 1 0 0 0,1-1 1 0 0,0 1-1 0 0,-1-1 0 0 0,1 1 0 0 0,0-1 0 0 0,0 1 0 0 0,-1-1 0 0 0,1 1 0 0 0,0-1 0 0 0,0 1 0 0 0,-1-1 0 0 0,1 1 0 0 0,0-1 0 0 0,0 0 0 0 0,0 1 1 0 0,0-2-1 0 0,0 2 470 0 0,-14 21-191 0 0,12-20-283 0 0,1 1 0 0 0,-1 0 0 0 0,1 0 1 0 0,-1 0-1 0 0,1 1 0 0 0,0-1 0 0 0,0 0 0 0 0,0 0 0 0 0,0 1 1 0 0,0-1-1 0 0,1 1 0 0 0,-1-1 0 0 0,1 0 0 0 0,0 1 1 0 0,-1-1-1 0 0,1 1 0 0 0,0 3 0 0 0,-1 27 49 0 0,-1-22-60 0 0,2-1 0 0 0,-1 1 0 0 0,1 0-1 0 0,1-1 1 0 0,0 1 0 0 0,0-1 0 0 0,5 18-1 0 0,4-9-4 0 0,-8-15 17 0 0,0 0 0 0 0,0 1 0 0 0,0-1 0 0 0,-1 1 0 0 0,1-1 0 0 0,-1 1 0 0 0,0-1 0 0 0,0 1 0 0 0,-1 0 0 0 0,1 6 0 0 0,0-2-23 0 0,0 0 1 0 0,1 0-1 0 0,0 0 0 0 0,1 0 1 0 0,0 0-1 0 0,0-1 0 0 0,1 1 1 0 0,0-1-1 0 0,0 0 0 0 0,1 0 1 0 0,10 12-1 0 0,-3 0 111 0 0,-4-9 17 0 0,0 0 0 0 0,1 0 1 0 0,0-1-1 0 0,17 14 0 0 0,-16-14-80 0 0,0 0 0 0 0,0 0 0 0 0,-1 1-1 0 0,11 15 1 0 0,98 154-85 0 0,-113-172 30 0 0,0 1 0 0 0,-1 0 0 0 0,-1 0 0 0 0,0 0 0 0 0,0 1 0 0 0,0-1 0 0 0,-1 0 0 0 0,-1 1 0 0 0,1 0 0 0 0,-2-1 0 0 0,1 1 0 0 0,-3 19 0 0 0,2-13-199 0 0,0-16 222 0 0,0 3-132 0 0,0 0 1 0 0,0 1-1 0 0,0-1 0 0 0,0 0 0 0 0,-1 0 0 0 0,1 0 0 0 0,-1 0 0 0 0,-2 6 0 0 0,1-7-99 0 0,0 0 1 0 0,1 0-1 0 0,-1 1 0 0 0,-1-1 0 0 0,1 0 1 0 0,0 0-1 0 0,0-1 0 0 0,-1 1 0 0 0,-3 1 0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8:25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2641 0 0,'54'109'2268'0'0,"5"11"-1668"0"0,-56-112-551 0 0,-2-1-1 0 0,1 1 0 0 0,-1 0 1 0 0,0 0-1 0 0,-1 0 1 0 0,0 0-1 0 0,-2 14 0 0 0,1 0 45 0 0,1-20-79 0 0,0 0-1 0 0,1 1 0 0 0,-1-1 0 0 0,0 0 0 0 0,1 1 0 0 0,-1-1 1 0 0,1 0-1 0 0,0 0 0 0 0,0 1 0 0 0,0-1 0 0 0,0 0 1 0 0,0 0-1 0 0,0 0 0 0 0,0 0 0 0 0,1 0 0 0 0,1 2 0 0 0,-1-3-3 0 0,-1 1 0 0 0,1 0-1 0 0,-1 0 1 0 0,0 0-1 0 0,0 0 1 0 0,1 0-1 0 0,-1 0 1 0 0,-1 0 0 0 0,1 0-1 0 0,0 1 1 0 0,-1-1-1 0 0,1 0 1 0 0,-1 0 0 0 0,1 1-1 0 0,-1-1 1 0 0,0 3-1 0 0,0-4-22 0 0,0 0-1 0 0,0-1 1 0 0,0 1-1 0 0,0 0 1 0 0,0-1-1 0 0,1 1 1 0 0,-1 0-1 0 0,0-1 1 0 0,0 1-1 0 0,1-1 1 0 0,-1 1-1 0 0,0-1 1 0 0,1 1-1 0 0,-1 0 1 0 0,0-1-1 0 0,1 1 1 0 0,-1-1-1 0 0,1 1 1 0 0,-1-1-1 0 0,1 0 1 0 0,-1 1-1 0 0,1-1 1 0 0,-1 1-1 0 0,1-1 1 0 0,0 0-1 0 0,0 1 1 0 0,24 2-877 0 0,-21-3 677 0 0,0-1-1 0 0,0 1 1 0 0,0-1 0 0 0,0 0-1 0 0,0 0 1 0 0,0 0-1 0 0,0 0 1 0 0,0-1-1 0 0,3-2 1 0 0,-7 4 128 0 0,1 0 0 0 0,-1-1 0 0 0,1 1 0 0 0,-1-1 1 0 0,0 1-1 0 0,1-1 0 0 0,-1 1 0 0 0,0 0 0 0 0,1-1 0 0 0,-1 1 0 0 0,0-1 0 0 0,0 1 1 0 0,0-1-1 0 0,1 1 0 0 0,-1-1 0 0 0,0 0 0 0 0,0 1 0 0 0,0-1 0 0 0,0 1 0 0 0,0-1 0 0 0,0 0 1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0:33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82 400 0 0,'54'-8'5923'0'0,"-49"8"-5456"0"0,-5 6 507 0 0,1-6-966 0 0,-1-1-1 0 0,1 0 1 0 0,0 1 0 0 0,-1-1 0 0 0,1 1 0 0 0,0-1 0 0 0,-1 1 0 0 0,1-1 0 0 0,0 1 0 0 0,0-1 0 0 0,-1 1 0 0 0,1 0 0 0 0,0-1 0 0 0,0 1 0 0 0,0 0 0 0 0,0 0 0 0 0,-1 0 0 0 0,1-1 0 0 0,0 1 0 0 0,0 0 0 0 0,1 0 0 0 0,15-4 217 0 0,57-15 74 0 0,-5 2-105 0 0,-45 12-156 0 0,0 1 0 0 0,0 1-1 0 0,0 1 1 0 0,0 1 0 0 0,0 1-1 0 0,0 1 1 0 0,28 5 0 0 0,-35-4-46 0 0,33 2-1126 0 0,-50-5 1059 0 0,0 1 0 0 0,1 0 0 0 0,-1 0 0 0 0,0-1 0 0 0,0 1 0 0 0,1 0 0 0 0,-1-1 0 0 0,0 1 0 0 0,0 0 0 0 0,1-1 1 0 0,-1 1-1 0 0,0-1 0 0 0,0 1 0 0 0,0 0 0 0 0,0-1 0 0 0,0 1 0 0 0,1-1 0 0 0,-1 1 0 0 0,0 0 0 0 0,0-1 0 0 0,0 1 0 0 0,0-1 0 0 0,0 1 0 0 0,0-1 0 0 0,0 1 0 0 0,-1 0 0 0 0,1-1 0 0 0,0 1 1 0 0,0-1-1 0 0,0 1 0 0 0,0 0 0 0 0,0-1 0 0 0,-1 1 0 0 0,1 0 0 0 0,0-1 0 0 0,0 1 0 0 0,-1 0 0 0 0,1-1 0 0 0,0 1 0 0 0,0 0 0 0 0,-1-1 0 0 0,1 1 0 0 0,0 0 0 0 0,-1 0 0 0 0,1-1 1 0 0,0 1-1 0 0,-1 0 0 0 0,1 0 0 0 0,-1 0 0 0 0,1-1 0 0 0,0 1 0 0 0,-1 0 0 0 0,1 0 0 0 0,-1 0 0 0 0,-44-12-2740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0:33.7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0 2481 0 0,'0'44'2401'0'0,"0"18"-1040"0"0,0-5-1041 0 0,30-3-400 0 0,-30-3 160 0 0,-30-7-80 0 0,30-1 80 0 0,0-5-80 0 0,-30-14-640 0 0,30-10-2562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0:45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82 3282 0 0,'11'-11'377'0'0,"0"1"0"0"0,1 0 1 0 0,23-15-1 0 0,-29 22-389 0 0,0-1 0 0 0,0 1-1 0 0,1 0 1 0 0,-1 1 0 0 0,1-1-1 0 0,-1 1 1 0 0,1 1 0 0 0,0-1-1 0 0,0 1 1 0 0,7 0-1 0 0,-4 0 34 0 0,1 2 0 0 0,-1-1-1 0 0,17 4 1 0 0,-25-3-19 0 0,-1-1 0 0 0,1 1 0 0 0,0 0 1 0 0,0-1-1 0 0,-1 1 0 0 0,1 0 0 0 0,-1 0 1 0 0,1 0-1 0 0,-1 1 0 0 0,1-1 0 0 0,1 2 1 0 0,7 5 21 0 0,-7-5-14 0 0,0 0 1 0 0,0 0-1 0 0,-1 0 0 0 0,1 0 1 0 0,-1 0-1 0 0,1 0 0 0 0,-1 1 1 0 0,0-1-1 0 0,0 1 0 0 0,-1 0 1 0 0,1-1-1 0 0,-1 1 0 0 0,0 0 1 0 0,0 0-1 0 0,0 0 0 0 0,0 0 1 0 0,-1 0-1 0 0,1 0 1 0 0,-1 0-1 0 0,0 0 0 0 0,0 0 1 0 0,-1 0-1 0 0,1 0 0 0 0,-3 6 1 0 0,2-4 23 0 0,-1 0 1 0 0,0 0 0 0 0,0 0-1 0 0,0-1 1 0 0,-1 1 0 0 0,0-1-1 0 0,0 1 1 0 0,0-1 0 0 0,-1 0-1 0 0,1-1 1 0 0,-1 1 0 0 0,-1 0 0 0 0,1-1-1 0 0,-1 0 1 0 0,-9 7 0 0 0,7-7 29 0 0,0 0 1 0 0,0-1-1 0 0,0 0 1 0 0,0 0 0 0 0,-1-1-1 0 0,1 1 1 0 0,-1-2 0 0 0,-14 3-1 0 0,4-4 81 0 0,0 0 0 0 0,-26-4 0 0 0,26 3-68 0 0,10 0-59 0 0,8 1-16 0 0,-1 1 0 0 0,0-1 0 0 0,1 0 0 0 0,-1 0 0 0 0,0 0 0 0 0,1 0 0 0 0,-1 0 0 0 0,0 0 0 0 0,0 0 0 0 0,1 0 0 0 0,-1 0 0 0 0,0 0 0 0 0,1 0 0 0 0,-1 0 0 0 0,0-1 0 0 0,1 1 0 0 0,-1 0 0 0 0,0-1 0 0 0,1 1 0 0 0,-1 0 0 0 0,0-1 0 0 0,1 1 0 0 0,-1-1 0 0 0,1 1 0 0 0,-1-1 0 0 0,1 1 0 0 0,-1-1 0 0 0,1 1 0 0 0,-1-1 0 0 0,1 1 0 0 0,0-1 0 0 0,-1 0 0 0 0,1 1 0 0 0,0-1 0 0 0,-1 1 0 0 0,1-1 0 0 0,0-1 0 0 0,-1 1 1 0 0,0 0-1 0 0,1 1 1 0 0,-1-1 0 0 0,0 0 0 0 0,1 1 0 0 0,-1-1 0 0 0,0 0-1 0 0,0 1 1 0 0,0-1 0 0 0,0 1 0 0 0,0 0 0 0 0,1-1-1 0 0,-1 1 1 0 0,0 0 0 0 0,0-1 0 0 0,0 1 0 0 0,0 0 0 0 0,0 0-1 0 0,0 0 1 0 0,0 0 0 0 0,0 0 0 0 0,0 0 0 0 0,-1 0 0 0 0,-1 0 9 0 0,2-1-9 0 0,1 0-1 0 0,-1 0 1 0 0,1 1 0 0 0,-1-1 0 0 0,1 0 0 0 0,-1 0 0 0 0,1 0-1 0 0,-1 0 1 0 0,1 0 0 0 0,0 1 0 0 0,0-1 0 0 0,-1 0 0 0 0,1 0-1 0 0,0 0 1 0 0,0 0 0 0 0,0 0 0 0 0,0 0 0 0 0,0 0 0 0 0,0 0-1 0 0,0 0 1 0 0,0 0 0 0 0,1 0 0 0 0,-1 0 0 0 0,0 0 0 0 0,1 0-1 0 0,-1 0 1 0 0,0 1 0 0 0,1-1 0 0 0,-1 0 0 0 0,1 0 0 0 0,-1 0-1 0 0,2-1 1 0 0,15-7-9 0 0,0 1-1 0 0,1 1 0 0 0,0 0 1 0 0,0 1-1 0 0,0 1 0 0 0,1 1 1 0 0,0 0-1 0 0,0 2 0 0 0,0 0 0 0 0,0 1 1 0 0,0 1-1 0 0,0 0 0 0 0,33 6 1 0 0,-50-5 2 0 0,0-1 0 0 0,0 1-1 0 0,0-1 1 0 0,0 1 0 0 0,0 0 0 0 0,0 0 0 0 0,0 0 0 0 0,0 0 0 0 0,0 0 0 0 0,-1 0-1 0 0,1 0 1 0 0,0 1 0 0 0,2 2 0 0 0,-4-3 7 0 0,1 0 0 0 0,-1 0-1 0 0,1 1 1 0 0,-1-1 0 0 0,0 0 0 0 0,1 1 0 0 0,-1-1 0 0 0,0 0-1 0 0,0 1 1 0 0,0-1 0 0 0,0 0 0 0 0,0 1 0 0 0,0-1-1 0 0,-1 1 1 0 0,1-1 0 0 0,0 0 0 0 0,-1 1 0 0 0,1-1 0 0 0,-1 0-1 0 0,1 0 1 0 0,-1 1 0 0 0,0-1 0 0 0,1 0 0 0 0,-1 0-1 0 0,0 0 1 0 0,0 0 0 0 0,0 0 0 0 0,0 0 0 0 0,-1 1-1 0 0,-9 10 55 0 0,-1-1-1 0 0,0 0 0 0 0,-1 0 0 0 0,0-2 0 0 0,-1 0 0 0 0,0 0 0 0 0,0-1 0 0 0,-1-1 0 0 0,1 0 0 0 0,-2-1 0 0 0,1-1 0 0 0,-1 0 0 0 0,0-1 0 0 0,-16 2 0 0 0,14-4 44 0 0,0 0 0 0 0,-1-1 0 0 0,-17-1 0 0 0,30 0-82 0 0,1 0 0 0 0,0-1 0 0 0,-1 1-1 0 0,1-1 1 0 0,0-1 0 0 0,0 1 0 0 0,0-1 0 0 0,0 0-1 0 0,0 0 1 0 0,0 0 0 0 0,1 0 0 0 0,-1-1-1 0 0,1 0 1 0 0,-8-6 0 0 0,12 8-18 0 0,-1 1 0 0 0,1-1 0 0 0,0 1 0 0 0,-1-1 0 0 0,1 1 0 0 0,0-1 0 0 0,0 1 0 0 0,-1-1 0 0 0,1 0 0 0 0,0 1 0 0 0,0-1 0 0 0,0 0 0 0 0,0 1 0 0 0,0-1 0 0 0,0 1 0 0 0,0-1 0 0 0,0 0 0 0 0,0 1 0 0 0,0-1 0 0 0,0 0 0 0 0,0 1 0 0 0,0-1 0 0 0,0 0 0 0 0,0 1 0 0 0,1-1 0 0 0,-1 1 0 0 0,0-1 0 0 0,1 1 0 0 0,-1-2 0 0 0,15-15 0 0 0,-9 10 0 0 0,6-15 0 0 0,-10 17 2 0 0,1 1 0 0 0,-1-1 0 0 0,1 1 1 0 0,0-1-1 0 0,6-6 0 0 0,2 2 12 0 0,-1-1-1 0 0,1 2 1 0 0,0 0-1 0 0,16-9 1 0 0,-13 8-15 0 0,1 0-5 0 0,0 1 0 0 0,0 0 0 0 0,1 1 0 0 0,0 1 0 0 0,28-7 1 0 0,-36 11-4 0 0,0 0 0 0 0,0 1 1 0 0,1 0-1 0 0,-1 0 1 0 0,1 1-1 0 0,-1 0 1 0 0,1 1-1 0 0,-1-1 0 0 0,0 2 1 0 0,1-1-1 0 0,-1 1 1 0 0,8 3-1 0 0,-12-3 8 0 0,0 1 0 0 0,0-1 0 0 0,0 0-1 0 0,-1 1 1 0 0,0 0 0 0 0,1 0 0 0 0,-1 0-1 0 0,0 0 1 0 0,0 1 0 0 0,2 3 0 0 0,-4-6 1 0 0,7 10 0 0 0,0-1-1 0 0,0 1 1 0 0,8 17 0 0 0,-15-24 1 0 0,1-1-1 0 0,-1 0 1 0 0,1 1 0 0 0,-1-1-1 0 0,0 1 1 0 0,0 0 0 0 0,0-1 0 0 0,-1 1-1 0 0,0 0 1 0 0,1-1 0 0 0,-1 1-1 0 0,0 0 1 0 0,-1 0 0 0 0,1-1 0 0 0,-1 1-1 0 0,1 0 1 0 0,-1-1 0 0 0,0 1-1 0 0,-3 4 1 0 0,0-1 13 0 0,-1 0 0 0 0,-1-1 0 0 0,1 0 0 0 0,-1 0 0 0 0,0 0 0 0 0,0 0 0 0 0,-1-1 0 0 0,0 0 0 0 0,-13 7 0 0 0,1-2 64 0 0,0 0 0 0 0,-39 12 0 0 0,47-17-87 0 0,-2-2 0 0 0,1 0 0 0 0,0 0 0 0 0,-1-1 0 0 0,1-1 0 0 0,-1 0 0 0 0,1-1 1 0 0,-1 0-1 0 0,0 0 0 0 0,1-2 0 0 0,-1 0 0 0 0,1 0 0 0 0,-1-1 0 0 0,-20-8 0 0 0,28 9-104 0 0,1 1-1 0 0,-1-1 0 0 0,1-1 1 0 0,-1 1-1 0 0,1-1 0 0 0,0 0 1 0 0,0 0-1 0 0,0 0 0 0 0,0 0 1 0 0,0-1-1 0 0,1 0 0 0 0,0 0 1 0 0,0 1-1 0 0,0-2 0 0 0,0 1 1 0 0,0 0-1 0 0,1-1 1 0 0,0 1-1 0 0,0-1 0 0 0,0 0 1 0 0,0 1-1 0 0,1-1 0 0 0,0 0 1 0 0,-1-8-1 0 0,3 2-669 0 0,1 1 1 0 0,0-1-1 0 0,0 1 1 0 0,1 0-1 0 0,7-16 0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0:45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2081 0 0,'0'0'4962'0'0,"0"5"-4001"0"0,29 3-321 0 0,1-2-160 0 0,29 5-80 0 0,89 8-79 0 0,83 18 159 0 0,-82-18-240 0 0,-60-19-240 0 0,-30 0-160 0 0,-30-5-400 0 0,1-9-321 0 0,-30-4-560 0 0,0-1-1600 0 0,0-17-881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0:47.6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528 86 400 0 0,'2'-1'161'0'0,"0"0"1"0"0,0 0-1 0 0,0 0 0 0 0,0 0 0 0 0,0-1 0 0 0,0 1 0 0 0,0-1 1 0 0,-1 1-1 0 0,1-1 0 0 0,-1 0 0 0 0,1 0 0 0 0,-1 1 1 0 0,2-5-1 0 0,-2 2 183 0 0,0-1 1 0 0,0 1-1 0 0,0-1 1 0 0,-1 1-1 0 0,0-1 0 0 0,0-5 1 0 0,0 10-344 0 0,0-1 16 0 0,0 0 0 0 0,0 1 1 0 0,0-1-1 0 0,1 0 0 0 0,-1 1 0 0 0,0-1 1 0 0,0 1-1 0 0,1-1 0 0 0,-1 0 0 0 0,1 1 1 0 0,-1-1-1 0 0,0 1 0 0 0,1-1 0 0 0,-1 1 0 0 0,1-1 1 0 0,-1 1-1 0 0,1 0 0 0 0,-1-1 0 0 0,1 1 1 0 0,-1-1-1 0 0,1 1 0 0 0,-1 0 0 0 0,1 0 1 0 0,0-1-1 0 0,-1 1 0 0 0,1 0 0 0 0,0 0 0 0 0,-1 0 1 0 0,1 0-1 0 0,0-1 0 0 0,-1 1 0 0 0,1 0 1 0 0,0 0-1 0 0,-1 0 0 0 0,1 1 0 0 0,-1-1 0 0 0,2 0 1 0 0,4 0 87 0 0,-7 0-101 0 0,1 0 0 0 0,0 0 0 0 0,0-1-1 0 0,0 1 1 0 0,0 0 0 0 0,0 0 0 0 0,0 0 0 0 0,0 0-1 0 0,-1 0 1 0 0,1 0 0 0 0,0 0 0 0 0,0 0-1 0 0,0 0 1 0 0,0 0 0 0 0,0-1 0 0 0,0 1 0 0 0,0 0-1 0 0,0 0 1 0 0,0 0 0 0 0,-1 0 0 0 0,1 0-1 0 0,0 0 1 0 0,0 0 0 0 0,0-1 0 0 0,0 1 0 0 0,0 0-1 0 0,0 0 1 0 0,0 0 0 0 0,0 0 0 0 0,0 0 0 0 0,0-1-1 0 0,0 1 1 0 0,0 0 0 0 0,0 0 0 0 0,0 0-1 0 0,0 0 1 0 0,0 0 0 0 0,0 0 0 0 0,0-1 0 0 0,0 1-1 0 0,1 0 1 0 0,-1 0 0 0 0,0 0 0 0 0,0 0-1 0 0,0 0 1 0 0,0 0 0 0 0,0 0 0 0 0,0-1 0 0 0,0 1-1 0 0,0 0 1 0 0,0 0 0 0 0,1 0 0 0 0,-1 0-1 0 0,0 0 1 0 0,0 0 0 0 0,0 0 0 0 0,0 0 0 0 0,0 0-1 0 0,1 0 1 0 0,-21-5 103 0 0,15 6 14 0 0,5-1-119 0 0,0 0 1 0 0,0 0-1 0 0,0 0 1 0 0,0 1-1 0 0,0-1 0 0 0,0 0 1 0 0,0 0-1 0 0,0 0 1 0 0,0 0-1 0 0,0 1 1 0 0,0-1-1 0 0,0 0 1 0 0,0 0-1 0 0,0 0 1 0 0,-1 1-1 0 0,1-1 1 0 0,0 0-1 0 0,0 0 0 0 0,0 0 1 0 0,0 0-1 0 0,0 0 1 0 0,0 1-1 0 0,0-1 1 0 0,-1 0-1 0 0,1 0 1 0 0,0 0-1 0 0,0 0 1 0 0,0 0-1 0 0,0 0 1 0 0,-1 0-1 0 0,1 0 0 0 0,0 0 1 0 0,0 1-1 0 0,0-1 1 0 0,0 0-1 0 0,-1 0 1 0 0,1 0-1 0 0,0 0 1 0 0,0 0-1 0 0,0 0 1 0 0,0 0-1 0 0,-1 0 1 0 0,-115 19 132 0 0,79-14-126 0 0,0 0 1 0 0,1 3-1 0 0,-53 17 1 0 0,67-17 7 0 0,18-7-10 0 0,-1 1 0 0 0,1 0 0 0 0,0-1 0 0 0,0 1 0 0 0,0 1 0 0 0,0-1 0 0 0,0 1 0 0 0,-5 4 0 0 0,-2 2-7 0 0,0-1 0 0 0,-22 13 0 0 0,28-16-6 0 0,0-1-1 0 0,1 1 1 0 0,-1 0-1 0 0,1 0 1 0 0,0 0-1 0 0,0 0 1 0 0,0 1-1 0 0,1 0 1 0 0,0-1-1 0 0,0 1 1 0 0,-3 9-1 0 0,2-7 5 0 0,-6 25 2 0 0,-10 3-13 0 0,11 0-54 0 0,-1-17 26 0 0,8-16 39 0 0,0 0 0 0 0,0 0 0 0 0,1 0 0 0 0,-1 0-1 0 0,1 0 1 0 0,0 0 0 0 0,0 0 0 0 0,0 1 0 0 0,0-1 0 0 0,1 0-1 0 0,-1 7 1 0 0,1 197-91 0 0,0-205 90 0 0,1 1-1 0 0,-1 0 1 0 0,1-1 0 0 0,-1 1 0 0 0,1 0-1 0 0,0-1 1 0 0,0 1 0 0 0,0-1 0 0 0,1 1-1 0 0,-1-1 1 0 0,0 0 0 0 0,1 0 0 0 0,0 1 0 0 0,-1-1-1 0 0,1 0 1 0 0,0 0 0 0 0,0-1 0 0 0,0 1-1 0 0,0 0 1 0 0,1-1 0 0 0,-1 1 0 0 0,4 1-1 0 0,17 15 12 0 0,-1 3 43 0 0,37 28 1 0 0,-48-42-33 0 0,1 0 1 0 0,-1-1 0 0 0,1 0-1 0 0,0 0 1 0 0,1-2 0 0 0,18 6-1 0 0,-4-4 52 0 0,0-2-1 0 0,1 0 1 0 0,0-2-1 0 0,0-1 1 0 0,-1-1-1 0 0,29-4 1 0 0,-50 3-38 0 0,0 0 0 0 0,0 0 0 0 0,-1-1 0 0 0,1 1 0 0 0,-1-1 0 0 0,1-1 0 0 0,-1 1 0 0 0,1-1 0 0 0,-1 1 0 0 0,0-2 0 0 0,0 1 0 0 0,8-8 0 0 0,-5 1 38 0 0,0 0 0 0 0,0-1-1 0 0,-1 0 1 0 0,-1 0 0 0 0,6-14 0 0 0,-4 11-24 0 0,0-1 0 0 0,-2 1 0 0 0,0-1 0 0 0,0-1 1 0 0,-2 1-1 0 0,0-1 0 0 0,-1 0 0 0 0,0 0 0 0 0,-1 0 1 0 0,-1 0-1 0 0,-1 0 0 0 0,-1-21 0 0 0,-3 15-15 0 0,0 0-1 0 0,-1 0 0 0 0,-2 0 0 0 0,0 1 1 0 0,-1 0-1 0 0,-2 0 0 0 0,-19-34 1 0 0,20 41-42 0 0,-1 0 1 0 0,0 0-1 0 0,-1 1 1 0 0,0 0-1 0 0,-1 1 1 0 0,0 1 0 0 0,-1 0-1 0 0,0 0 1 0 0,-1 2-1 0 0,-23-14 1 0 0,29 19-49 0 0,0 0 1 0 0,0 1-1 0 0,0 0 0 0 0,-1 1 0 0 0,1-1 1 0 0,-1 2-1 0 0,0-1 0 0 0,1 1 1 0 0,-1 0-1 0 0,-11 1 0 0 0,1 3-281 0 0,1 0-1 0 0,-1 1 0 0 0,-26 9 1 0 0,37-10 184 0 0,-76 22-1419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0:50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824 230 1681 0 0,'11'1'671'0'0,"0"0"0"0"0,1 1-1 0 0,-1 0 1 0 0,16 6 0 0 0,19 3 1884 0 0,-46-13-2429 0 0,0 2-122 0 0,0 0 0 0 0,0 0-1 0 0,1 0 1 0 0,-1 0-1 0 0,0 0 1 0 0,0-1 0 0 0,0 1-1 0 0,0 0 1 0 0,0 0 0 0 0,0 0-1 0 0,0 0 1 0 0,0-1 0 0 0,0 1-1 0 0,0 0 1 0 0,0 0-1 0 0,0 0 1 0 0,0 0 0 0 0,0-1-1 0 0,0 1 1 0 0,0 0 0 0 0,0 0-1 0 0,-1 0 1 0 0,1 0 0 0 0,0-1-1 0 0,0 1 1 0 0,0 0-1 0 0,0 0 1 0 0,0 0 0 0 0,0 0-1 0 0,0 0 1 0 0,0 0 0 0 0,-1-1-1 0 0,1 1 1 0 0,0 0 0 0 0,0 0-1 0 0,0 0 1 0 0,0 0-1 0 0,0 0 1 0 0,-1 0 0 0 0,1 0-1 0 0,0 0 1 0 0,0 0 0 0 0,0 0-1 0 0,0 0 1 0 0,-1 0 0 0 0,1 0-1 0 0,0 0 1 0 0,0 0 0 0 0,0 0-1 0 0,0 0 1 0 0,-1 0-1 0 0,1 0 1 0 0,0 0 0 0 0,0 0-1 0 0,0 0 1 0 0,-1 0 0 0 0,-18-5 76 0 0,-4 0 23 0 0,1 2 0 0 0,-1 0 1 0 0,-28 1-1 0 0,-42-5-23 0 0,9 7 147 0 0,60 0-147 0 0,-45 7 147 0 0,49-7-201 0 0,10 0 28 0 0,-49 0 26 0 0,-16-8 98 0 0,48 3-20 0 0,-44-1-1 0 0,32 2-3 0 0,32 2-110 0 0,-1 0-1 0 0,0 1 1 0 0,0 0 0 0 0,-1 1-1 0 0,1 0 1 0 0,0 0 0 0 0,0 1 0 0 0,-13 2-1 0 0,-2 2 61 0 0,0-2-1 0 0,0-1 0 0 0,-26 0 1 0 0,29-2-24 0 0,15 0 53 0 0,10 0-173 0 0,15 0 14 0 0,-10-1-28 0 0,17-4 51 0 0,0 0 1 0 0,-1-2-1 0 0,0-1 0 0 0,41-19 0 0 0,-33 12 4 0 0,104-46 92 0 0,-14 3 121 0 0,-118 56-229 0 0,-5 1 7 0 0,0 1-1 0 0,0 0 0 0 0,1 0 1 0 0,-1-1-1 0 0,0 1 1 0 0,0 0-1 0 0,0-1 1 0 0,0 1-1 0 0,0-1 0 0 0,0 0 1 0 0,0 1-1 0 0,0-1 1 0 0,0 0-1 0 0,-1 0 1 0 0,1 1-1 0 0,0-1 1 0 0,0 0-1 0 0,-1 0 0 0 0,1 0 1 0 0,0 0-1 0 0,-1 0 1 0 0,1 0-1 0 0,-1 0 1 0 0,1 0-1 0 0,-1 0 0 0 0,1 0 1 0 0,-1 0-1 0 0,0-1 1 0 0,0 1-1 0 0,1-1 1 0 0,0-1-489 0 0,-17 13-1568 0 0,-58 29-4124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0:50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0 163 560 0 0,'0'-6'1041'0'0,"0"-1"-161"0"0,0 1-240 0 0,0-7-239 0 0,30 7-161 0 0,-30-7-80 0 0,0 2-80 0 0,29-3-160 0 0,-29 3 80 0 0,30-2-160 0 0,0 0 0 0 0,-1-6-241 0 0,1 8-639 0 0,0-8-481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0:51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1 240 0 0,'0'0'614'0'0,"-5"1"-134"0"0,-15 4-147 0 0,15-3 174 0 0,5 8 3279 0 0,0-4-3739 0 0,-1-1 0 0 0,1 1 0 0 0,0 0 0 0 0,1 0 0 0 0,0-1 0 0 0,0 1 0 0 0,2 8 0 0 0,11 8 126 0 0,0 0 0 0 0,2-2 1 0 0,0 1-1 0 0,23 19 0 0 0,-25-24-105 0 0,5 2-70 0 0,1 0 0 0 0,34 22 1 0 0,7 7 833 0 0,-59-46-825 0 0,1 1-1 0 0,0-1 1 0 0,0 0 0 0 0,1 0-1 0 0,-1 0 1 0 0,0 0 0 0 0,6 0-1 0 0,-9-1-5 0 0,1 1-1 0 0,0-1 1 0 0,0 0-1 0 0,-1 1 1 0 0,1-1-1 0 0,0 0 0 0 0,0 0 1 0 0,-1 0-1 0 0,1 0 1 0 0,0 0-1 0 0,0 0 0 0 0,0 0 1 0 0,0 0-1 0 0,-1 0 1 0 0,1 0-1 0 0,0-1 0 0 0,0 1 1 0 0,-1 0-1 0 0,1 0 1 0 0,0-1-1 0 0,0 1 0 0 0,-1 0 1 0 0,1-1-1 0 0,0 1 1 0 0,-1-1-1 0 0,1 1 0 0 0,0-1 1 0 0,-1 1-1 0 0,1-1 1 0 0,-1 0-1 0 0,1 1 0 0 0,0-2 1 0 0,0 1-1 0 0,-1 0 0 0 0,1 0 0 0 0,0 0 0 0 0,0 1 0 0 0,-1-1 0 0 0,1 0 0 0 0,0 0 0 0 0,0 1 0 0 0,0-1 0 0 0,0 0 0 0 0,0 1 0 0 0,0-1 0 0 0,0 1 0 0 0,1 0 0 0 0,-1-1 0 0 0,0 1 0 0 0,0 0 0 0 0,0-1 0 0 0,2 1 0 0 0,1-1 0 0 0,-4 0-2 0 0,1 0 0 0 0,0-1 1 0 0,0 1-1 0 0,-1 0 0 0 0,1-1 0 0 0,0 1 1 0 0,-1 0-1 0 0,0-1 0 0 0,1 1 0 0 0,-1-1 1 0 0,0 1-1 0 0,0-1 0 0 0,0 1 0 0 0,1 0 1 0 0,-2-3-1 0 0,0-30-87 0 0,1 25 46 0 0,-1 8 36 0 0,1-1 0 0 0,0 1 0 0 0,-1 0 0 0 0,1 0 0 0 0,-1-1 0 0 0,1 1 0 0 0,-1 0 0 0 0,0 0 0 0 0,1 0 0 0 0,-1 0 1 0 0,0 0-1 0 0,0 0 0 0 0,0 0 0 0 0,1 0 0 0 0,-1 0 0 0 0,0 0 0 0 0,0 1 0 0 0,-1-1 0 0 0,1 0 0 0 0,-2-1 0 0 0,-27-11-87 0 0,23 10 80 0 0,-22-8-133 0 0,28 11 145 0 0,1 1-1 0 0,0-1 0 0 0,0 0 0 0 0,0 0 0 0 0,0 0 0 0 0,-1 0 0 0 0,1 0 0 0 0,0 0 0 0 0,0 0 0 0 0,0 0 0 0 0,0 0 0 0 0,-1 0 0 0 0,1 0 0 0 0,0-1 0 0 0,0 1 0 0 0,0 0 0 0 0,0 0 0 0 0,-1 0 0 0 0,1 0 0 0 0,0 0 1 0 0,0 0-1 0 0,0 0 0 0 0,0 0 0 0 0,0 0 0 0 0,-1 0 0 0 0,1-1 0 0 0,0 1 0 0 0,0 0 0 0 0,0 0 0 0 0,0 0 0 0 0,0 0 0 0 0,0 0 0 0 0,0-1 0 0 0,0 1 0 0 0,0 0 0 0 0,0 0 0 0 0,-1 0 0 0 0,1 0 0 0 0,0-1 0 0 0,0 1 0 0 0,0 0 1 0 0,0 0-1 0 0,0 0 0 0 0,0 0 0 0 0,0-1 0 0 0,0 1 0 0 0,0 0 0 0 0,0 0 0 0 0,0 0 0 0 0,1 0 0 0 0,-1-1 0 0 0,0 1-1 0 0,0 0 0 0 0,0 0 0 0 0,0 0 0 0 0,0 0 0 0 0,0-1 0 0 0,0 1 0 0 0,0 0 0 0 0,0 0 0 0 0,0 0 0 0 0,0 0 0 0 0,0 0-1 0 0,0 0 1 0 0,0-1 0 0 0,0 1 0 0 0,0 0 0 0 0,0 0 0 0 0,0 0 0 0 0,0 0 0 0 0,0 0 0 0 0,-1 0 0 0 0,1-1 0 0 0,0 1 0 0 0,0 0 0 0 0,0 0 0 0 0,0 0 0 0 0,0 0 0 0 0,0 0 0 0 0,0 0 0 0 0,0 0 0 0 0,0 0 0 0 0,-1 0 0 0 0,1-1 0 0 0,0 1 0 0 0,0 0-1 0 0,0 0 1 0 0,0 0 0 0 0,0 0 0 0 0,0 0 0 0 0,-1 0 0 0 0,1 0 0 0 0,0 0 0 0 0,0 0 0 0 0,0 0 0 0 0,0 0 0 0 0,0 0 0 0 0,0 0 0 0 0,-1 0 0 0 0,1 0 0 0 0,0 0 0 0 0,0 0 0 0 0,0 0 0 0 0,0 0 0 0 0,0 0 0 0 0,0 0 0 0 0,-1 0 0 0 0,1 0-1 0 0,0 1 1 0 0,0-1 0 0 0,0 0 0 0 0,0 0 0 0 0,-20 0-89 0 0,15 0-80 0 0,0 0-188 0 0,-44-1-2066 0 0,44-4-41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0:51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208 56 640 0 0,'30'-25'1441'0'0,"-30"12"-401"0"0,0 2-159 0 0,29 5 239 0 0,-58 36-800 0 0,-31 76 161 0 0,1 13-241 0 0,0-6 0 0 0,-1-32-80 0 0,60-19-400 0 0,0-11 560 0 0,0-21-2001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0:53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379 0 2001 0 0,'0'57'4349'0'0,"0"-57"-4350"0"0,0 1 0 0 0,0 0 0 0 0,0-1 1 0 0,0 1-1 0 0,0 0 0 0 0,0-1 1 0 0,0 1-1 0 0,-1 0 0 0 0,1-1 0 0 0,0 1 1 0 0,0 0-1 0 0,-1-1 0 0 0,1 1 1 0 0,-1-1-1 0 0,1 1 0 0 0,0-1 1 0 0,-1 1-1 0 0,1-1 0 0 0,-1 1 0 0 0,1-1 1 0 0,-1 1-1 0 0,1-1 0 0 0,-1 0 1 0 0,0 1-1 0 0,1-1 0 0 0,-1 0 0 0 0,1 1 1 0 0,-1-1-1 0 0,0 0 0 0 0,1 0 1 0 0,-2 1-1 0 0,-4 3-56 0 0,10 1 34 0 0,-3-4 27 0 0,0 0 0 0 0,1 1-1 0 0,-1-1 1 0 0,0 1 0 0 0,0-1-1 0 0,0 1 1 0 0,0-1 0 0 0,0 1-1 0 0,0 0 1 0 0,0-1 0 0 0,0 1-1 0 0,-1 0 1 0 0,1 0 0 0 0,-1 0-1 0 0,1 0 1 0 0,-1 3 0 0 0,0 313 1063 0 0,0-317-1064 0 0,0 1 0 0 0,1 0 0 0 0,-1-1 0 0 0,0 1 0 0 0,0-1 1 0 0,1 1-1 0 0,-1-1 0 0 0,1 1 0 0 0,-1-1 0 0 0,1 0 0 0 0,0 1 0 0 0,-1-1 0 0 0,1 0 1 0 0,0 1-1 0 0,0-1 0 0 0,0 0 0 0 0,0 0 0 0 0,0 0 0 0 0,0 0 0 0 0,0 0 1 0 0,3 2-1 0 0,4 5 8 0 0,22 29 55 0 0,-29-32-66 0 0,1 0 0 0 0,-1 0 0 0 0,0 0 0 0 0,0 0 0 0 0,0 0 0 0 0,-1 0 0 0 0,0 0 0 0 0,0 0 0 0 0,0 1 0 0 0,-2 4 0 0 0,2 8 0 0 0,0-17 0 0 0,0 0 0 0 0,0 0 0 0 0,0 0 0 0 0,0 0 0 0 0,0 0-1 0 0,0 0 1 0 0,0-1 0 0 0,1 1 0 0 0,-1 0 0 0 0,0 0-1 0 0,1 0 1 0 0,-1 0 0 0 0,0-1 0 0 0,1 1 0 0 0,-1 0-1 0 0,1 0 1 0 0,0-1 0 0 0,-1 1 0 0 0,1 0 0 0 0,-1-1 0 0 0,1 1-1 0 0,0 0 1 0 0,0-1 0 0 0,-1 1 0 0 0,1-1 0 0 0,0 0-1 0 0,0 1 1 0 0,1 0 0 0 0,-1-1 3 0 0,0 0-1 0 0,0 1 1 0 0,0-1-1 0 0,-1 1 0 0 0,1 0 1 0 0,0-1-1 0 0,0 1 1 0 0,0-1-1 0 0,-1 1 1 0 0,1 0-1 0 0,0 0 1 0 0,0 0-1 0 0,-1-1 1 0 0,1 1-1 0 0,-1 0 1 0 0,1 0-1 0 0,-1 0 1 0 0,1 0-1 0 0,-1 0 1 0 0,0 0-1 0 0,1 0 1 0 0,-1 0-1 0 0,0 0 1 0 0,0 0-1 0 0,0 0 1 0 0,0 0-1 0 0,0 0 1 0 0,0 2-1 0 0,-1 19 11 0 0,0-15-13 0 0,1-1 0 0 0,-1 1 0 0 0,1 0 0 0 0,0 0 0 0 0,1 0 0 0 0,0 0 0 0 0,0 0 0 0 0,0-1 0 0 0,3 9 0 0 0,3-9 1 0 0,-6-5 0 0 0,0-1-1 0 0,0 1 0 0 0,0-1 1 0 0,0 1-1 0 0,-1-1 0 0 0,1 1 1 0 0,0-1-1 0 0,0 1 0 0 0,-1 0 1 0 0,1-1-1 0 0,0 1 0 0 0,-1 0 1 0 0,1 0-1 0 0,0 0 0 0 0,-1-1 1 0 0,1 1-1 0 0,-1 0 1 0 0,0 0-1 0 0,1 0 0 0 0,-1 0 1 0 0,0 0-1 0 0,1 0 0 0 0,-1 0 1 0 0,0 0-1 0 0,0 0 0 0 0,0 0 1 0 0,0 0-1 0 0,0 0 0 0 0,0 0 1 0 0,0 0-1 0 0,0 0 0 0 0,-1 0 1 0 0,1 0-1 0 0,0 0 0 0 0,-1 1 1 0 0,-5 5 9 0 0,4-5-3 0 0,0 0 0 0 0,1 0 0 0 0,-1 0 0 0 0,0 0 1 0 0,1 0-1 0 0,0 0 0 0 0,0 1 0 0 0,-1-1 1 0 0,1 0-1 0 0,1 1 0 0 0,-1-1 0 0 0,0 1 0 0 0,0-1 1 0 0,1 1-1 0 0,0-1 0 0 0,-1 1 0 0 0,1-1 0 0 0,0 5 1 0 0,1 3 2 0 0,-1-10 37 0 0,-6-2 229 0 0,2 1-233 0 0,4 1-34 0 0,-1 0 0 0 0,0 0 0 0 0,0 0 0 0 0,0 0 0 0 0,1 0 0 0 0,-1 0-1 0 0,0 0 1 0 0,0 0 0 0 0,0-1 0 0 0,1 1 0 0 0,-1 0 0 0 0,0 0 0 0 0,0-1 0 0 0,1 1 0 0 0,-1-1 0 0 0,0 1 0 0 0,1-1 0 0 0,-1 1 0 0 0,1-1 0 0 0,-1 1 0 0 0,0-1-1 0 0,1 1 1 0 0,-1-1 0 0 0,1 0 0 0 0,-1 1 0 0 0,1-1 0 0 0,0 0 0 0 0,-1 0 0 0 0,1 1 0 0 0,0-1 0 0 0,-1 0 0 0 0,1 0 0 0 0,0 1 0 0 0,0-1 0 0 0,0 0 0 0 0,0-1 0 0 0,-2-1 3 0 0,1 1 0 0 0,-1-1 0 0 0,1 1 0 0 0,-1-1 0 0 0,0 1 0 0 0,0-1 0 0 0,0 1 1 0 0,0 0-1 0 0,-1 0 0 0 0,1 0 0 0 0,-1 1 0 0 0,1-1 0 0 0,-1 0 0 0 0,1 1 0 0 0,-4-2 1 0 0,-17-13 46 0 0,-41-51 101 0 0,54 57-189 0 0,-2 0 0 0 0,1 1 0 0 0,-1 1 0 0 0,0-1 1 0 0,-1 2-1 0 0,0 0 0 0 0,0 0 0 0 0,-1 1 0 0 0,1 1 0 0 0,-1 0 0 0 0,-21-4 0 0 0,-18 6-371 0 0,48 3 288 0 0,0 0 0 0 0,0 1-1 0 0,1-1 1 0 0,-1 1 0 0 0,0 0 0 0 0,1 1-1 0 0,-1-1 1 0 0,1 1 0 0 0,-1 0-1 0 0,1 0 1 0 0,-5 3 0 0 0,-21 22-1876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0:55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373 231 1361 0 0,'0'0'2361'0'0,"0"-1"-2325"0"0,0 1 0 0 0,0 0 0 0 0,0-1 0 0 0,-1 1 0 0 0,1 0 0 0 0,0-1 0 0 0,0 1 0 0 0,0 0 0 0 0,0-1 0 0 0,0 1 0 0 0,0 0 0 0 0,0 0 0 0 0,0-1 0 0 0,0 1-1 0 0,0 0 1 0 0,0-1 0 0 0,0 1 0 0 0,0 0 0 0 0,0-1 0 0 0,0 1 0 0 0,0 0 0 0 0,1-1 0 0 0,-1 1 0 0 0,0 0 0 0 0,0-1 0 0 0,0 1 0 0 0,0 0 0 0 0,1 0 0 0 0,-1-1 0 0 0,0 1 0 0 0,0 0 0 0 0,1 0 0 0 0,-1-1 0 0 0,0 1 0 0 0,0 0 0 0 0,1 0 0 0 0,-1 0 0 0 0,0 0 0 0 0,1-1 0 0 0,-1 1 0 0 0,0 0 0 0 0,1 0 0 0 0,53-32 231 0 0,-47 29-218 0 0,-1-1 0 0 0,0 0 1 0 0,0 0-1 0 0,-1-1 0 0 0,1 1 0 0 0,-1-1 0 0 0,0-1 1 0 0,7-9-1 0 0,24-22 362 0 0,-28 31-377 0 0,-7 6-20 0 0,1-1-1 0 0,-1 0 1 0 0,0 1-1 0 0,0-1 1 0 0,0 0-1 0 0,0 0 1 0 0,0 0-1 0 0,0 0 1 0 0,0 0 0 0 0,-1 0-1 0 0,1 0 1 0 0,0 0-1 0 0,-1 0 1 0 0,1 0-1 0 0,0 0 1 0 0,-1-1-1 0 0,1 1 1 0 0,-1 0-1 0 0,0 0 1 0 0,1-1-1 0 0,-1 1 1 0 0,0 0-1 0 0,0-1 1 0 0,0 1 0 0 0,0 0-1 0 0,0-1 1 0 0,0 0-1 0 0,-2-2 24 0 0,3 4-35 0 0,0-1 0 0 0,0 1 0 0 0,1-1 0 0 0,-1 1 0 0 0,0-1 1 0 0,0 1-1 0 0,0 0 0 0 0,0 0 0 0 0,1-1 0 0 0,-1 1 0 0 0,0 0 0 0 0,0 0 0 0 0,0 0 0 0 0,1 0 0 0 0,-1 1 0 0 0,0-1 0 0 0,0 0 0 0 0,0 0 0 0 0,0 1 0 0 0,3 0 0 0 0,-4-1-2 0 0,0 0 0 0 0,1 0 0 0 0,-1 0 0 0 0,0 0 0 0 0,0 0 0 0 0,1 1 0 0 0,-1-1 0 0 0,0 0 0 0 0,0 0 0 0 0,1 0 0 0 0,-1 0 0 0 0,0 1 0 0 0,0-1 0 0 0,1 0 0 0 0,-1 0 0 0 0,0 0 0 0 0,0 1 0 0 0,0-1 0 0 0,0 0 0 0 0,1 1 0 0 0,-1-1 0 0 0,0 0 0 0 0,0 0 0 0 0,0 1 0 0 0,0-1 0 0 0,0 0 0 0 0,0 0 0 0 0,0 1 0 0 0,0-1 0 0 0,0 0 0 0 0,0 1 0 0 0,0 3 0 0 0,0-4 0 0 0,0 0 0 0 0,0 0 0 0 0,0 1 0 0 0,0-1 0 0 0,0 0 0 0 0,0 0 0 0 0,0 0 0 0 0,-1 1 0 0 0,1-1 0 0 0,0 0 0 0 0,0 0 0 0 0,0 1 0 0 0,0-1 0 0 0,0 0 0 0 0,0 0 0 0 0,0 0 0 0 0,0 1 0 0 0,-1-1 0 0 0,1 0 0 0 0,0 0 0 0 0,0 0 0 0 0,0 0 0 0 0,0 1 0 0 0,-1-1 0 0 0,1 0 0 0 0,0 0 0 0 0,0 0 0 0 0,0 0 0 0 0,0 0 0 0 0,-1 0 0 0 0,1 0 0 0 0,0 0 0 0 0,0 0 0 0 0,-1 1 0 0 0,1-1 0 0 0,0 0 0 0 0,-20 2 0 0 0,15 2-13 0 0,4-3 10 0 0,1 0 1 0 0,-1 0-1 0 0,0 0 1 0 0,0 1 0 0 0,0-1-1 0 0,0 0 1 0 0,0 0-1 0 0,0 0 1 0 0,0 0-1 0 0,0-1 1 0 0,0 1-1 0 0,-1 0 1 0 0,1 0-1 0 0,0-1 1 0 0,0 1-1 0 0,-1-1 1 0 0,1 1 0 0 0,0-1-1 0 0,-1 1 1 0 0,1-1-1 0 0,-1 0 1 0 0,1 0-1 0 0,0 0 1 0 0,-3 0-1 0 0,0 1-2 0 0,-26 4 6 0 0,-44 1 0 0 0,35-4 10 0 0,-8 1 118 0 0,-1-2 0 0 0,-89-11 0 0 0,84-2 289 0 0,44 9-276 0 0,1 0-1 0 0,-1 1 1 0 0,0 1-1 0 0,1-1 1 0 0,-18 1 0 0 0,12 1-116 0 0,13-1 18 0 0,24-12 46 0 0,-10 6-68 0 0,-1 1 1 0 0,1 1 0 0 0,0 0 0 0 0,0 1 0 0 0,1 0 0 0 0,22-3 0 0 0,-6 0-12 0 0,0 0-11 0 0,0 1 1 0 0,53-4 0 0 0,-53 11-1 0 0,-30-1 0 0 0,0 0 0 0 0,1 0 0 0 0,-1 0 0 0 0,1 0 0 0 0,-1 0 0 0 0,1 0 0 0 0,-1 0 0 0 0,1 0 0 0 0,-1 0 0 0 0,0 0 0 0 0,1 0 0 0 0,-1 0 0 0 0,1 0 0 0 0,-1 1 0 0 0,1-1 0 0 0,-1 0 0 0 0,0 0 0 0 0,1 0 0 0 0,-1 1 0 0 0,1-1 0 0 0,-1 0 0 0 0,0 0 0 0 0,1 1 0 0 0,-1-1 0 0 0,0 0 0 0 0,1 1 0 0 0,-1-1 0 0 0,0 1 0 0 0,-10 6 0 0 0,-26 4 0 0 0,-44 5 153 0 0,-96 6 1 0 0,131-16-118 0 0,43-5-42 0 0,23-6-11 0 0,10 0 17 0 0,54-1 0 0 0,-38 4 0 0 0,62 0 0 0 0,-69 2 0 0 0,-35 0 0 0 0,5 0-15 0 0,0 0 1 0 0,0 1 0 0 0,20 3-1 0 0,-29-3 14 0 0,1-1 1 0 0,-1 0-1 0 0,1 1 0 0 0,-1-1 1 0 0,0 1-1 0 0,1-1 0 0 0,-1 1 1 0 0,0 0-1 0 0,0 0 0 0 0,1-1 1 0 0,-1 1-1 0 0,0 0 0 0 0,0 0 0 0 0,0 0 1 0 0,0 0-1 0 0,0 1 0 0 0,0-1 1 0 0,0 0-1 0 0,0 0 0 0 0,-1 0 1 0 0,1 1-1 0 0,0-1 0 0 0,-1 0 1 0 0,1 1-1 0 0,-1-1 0 0 0,0 1 1 0 0,1-1-1 0 0,-1 1 0 0 0,0-1 1 0 0,0 0-1 0 0,0 2 0 0 0,0 0 4 0 0,-1-1 0 0 0,1 0-1 0 0,-1 0 1 0 0,0-1 0 0 0,0 1-1 0 0,0 0 1 0 0,0 0 0 0 0,0 0 0 0 0,0 0-1 0 0,0-1 1 0 0,-1 1 0 0 0,1-1-1 0 0,-1 1 1 0 0,1-1 0 0 0,-1 1 0 0 0,1-1-1 0 0,-1 0 1 0 0,0 0 0 0 0,0 0-1 0 0,0 0 1 0 0,1 0 0 0 0,-1 0 0 0 0,0 0-1 0 0,0-1 1 0 0,0 1 0 0 0,0-1-1 0 0,0 1 1 0 0,-3-1 0 0 0,-11 3 23 0 0,0 0-1 0 0,-24 1 1 0 0,38-4-22 0 0,-30 2 101 0 0,1-2-1 0 0,-1 0 1 0 0,0-3-1 0 0,1 0 1 0 0,-38-10-1 0 0,68 13-94 0 0,1 0-1 0 0,-1 0 1 0 0,1 0-1 0 0,-1 0 1 0 0,1 0 0 0 0,-1-1-1 0 0,1 1 1 0 0,0 0-1 0 0,-1 0 1 0 0,1 0-1 0 0,-1 0 1 0 0,1-1-1 0 0,-1 1 1 0 0,1 0 0 0 0,0-1-1 0 0,-1 1 1 0 0,1 0-1 0 0,0-1 1 0 0,-1 1-1 0 0,1 0 1 0 0,0-1-1 0 0,-1 1 1 0 0,1 0 0 0 0,0-1-1 0 0,0 1 1 0 0,0-1-1 0 0,-1 1 1 0 0,1-1-1 0 0,0 1 1 0 0,0-1 0 0 0,0 1-1 0 0,0 0 1 0 0,0-1-1 0 0,0 1 1 0 0,0-1-1 0 0,0 1 1 0 0,0-1-1 0 0,0 1 1 0 0,0-1 0 0 0,0 1-1 0 0,0-1 1 0 0,0 1-1 0 0,0-1 1 0 0,0 1-1 0 0,1 0 1 0 0,-1-1-1 0 0,0 1 1 0 0,0-1 0 0 0,1 1-1 0 0,-1-1 1 0 0,0 1-1 0 0,0 0 1 0 0,1-1-1 0 0,-1 1 1 0 0,0 0 0 0 0,1-1-1 0 0,-1 1 1 0 0,1 0-1 0 0,0-1 1 0 0,23-3-14 0 0,0 1 0 0 0,0 1 0 0 0,28 1 0 0 0,2 0-60 0 0,64 0-190 0 0,-93 1 149 0 0,-5-1-38 0 0,0 0 1 0 0,24 4-1 0 0,-41 0 93 0 0,-11 2 20 0 0,-7 2 47 0 0,0-1 1 0 0,-24 7 0 0 0,-253 55 596 0 0,188-52-494 0 0,90-15-120 0 0,12 0-29 0 0,7 1-39 0 0,12-1-89 0 0,511-25-1510 0 0,-516 26 1635 0 0,-19 1 61 0 0,-27 5 116 0 0,28-7-114 0 0,-285 47 529 0 0,232-52-2881 0 0,29 3-1534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8:14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0 160 0 0,'0'8'632'0'0,"1"-6"-488"0"0,-1 0 1 0 0,1 0-1 0 0,-1 0 0 0 0,0 0 0 0 0,0 0 0 0 0,0 0 0 0 0,0 0 0 0 0,0 1 0 0 0,-1-1 0 0 0,1 0 0 0 0,-1 0 0 0 0,1 0 0 0 0,-1 0 0 0 0,0 0 0 0 0,1 0 0 0 0,-3 3 0 0 0,-3-2-79 0 0,5-2-43 0 0,0 0 1 0 0,-1 0 0 0 0,1-1 0 0 0,0 1-1 0 0,0 0 1 0 0,-1 0 0 0 0,1 0 0 0 0,0 1 0 0 0,0-1-1 0 0,0 0 1 0 0,0 0 0 0 0,1 0 0 0 0,-1 1-1 0 0,0-1 1 0 0,0 0 0 0 0,1 1 0 0 0,-1-1-1 0 0,1 1 1 0 0,-1-1 0 0 0,1 1 0 0 0,0-1-1 0 0,-1 1 1 0 0,1-1 0 0 0,0 1 0 0 0,0-1-1 0 0,0 1 1 0 0,0-1 0 0 0,0 1 0 0 0,1 2-1 0 0,0-3-39 0 0,1 0 0 0 0,-1 0 0 0 0,0 0 0 0 0,1 0 0 0 0,-1 0 0 0 0,1-1 0 0 0,-1 1 0 0 0,1 0 0 0 0,-1-1 0 0 0,1 1 0 0 0,-1-1 0 0 0,1 1 0 0 0,0-1 0 0 0,-1 0 0 0 0,1 0 0 0 0,-1 0 0 0 0,4 0 0 0 0,-5 1-50 0 0,0 13-56 0 0,1-12 47 0 0,-1-1 1 0 0,0 0-1 0 0,1 1 0 0 0,-1-1 1 0 0,0 0-1 0 0,0 1 0 0 0,0-1 1 0 0,0 0-1 0 0,0 1 0 0 0,0-1 1 0 0,-1 0-1 0 0,1 1 0 0 0,0-1 1 0 0,-1 0-1 0 0,1 0 0 0 0,0 1 1 0 0,-1-1-1 0 0,0 0 0 0 0,1 0 1 0 0,-1 0-1 0 0,-1 2 1 0 0,-18 4-766 0 0,20-6 811 0 0,-1-1 0 0 0,1 0 0 0 0,-1 1 1 0 0,1-1-1 0 0,0 0 0 0 0,-1 1 0 0 0,1-1 0 0 0,0 1 0 0 0,0-1 0 0 0,-1 1 0 0 0,1-1 1 0 0,0 1-1 0 0,0-1 0 0 0,-1 1 0 0 0,1-1 0 0 0,0 1 0 0 0,0-1 0 0 0,0 1 0 0 0,0-1 1 0 0,0 1-1 0 0,0-1 0 0 0,0 1 0 0 0,0-1 0 0 0,0 1 0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8:14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180 261 480 0 0,'-5'-1'827'0'0,"1"0"-596"0"0,3 2-168 0 0,0-1 0 0 0,1 0 0 0 0,-1 0 0 0 0,0 0 1 0 0,0 0-1 0 0,0-1 0 0 0,1 1 0 0 0,-1 0 0 0 0,0 0 1 0 0,0 0-1 0 0,1-1 0 0 0,-1 1 0 0 0,0 0 0 0 0,1 0 0 0 0,-1-1 1 0 0,0 1-1 0 0,1-1 0 0 0,-1 1 0 0 0,1-1 0 0 0,-1 1 1 0 0,0-1-1 0 0,1 1 0 0 0,-1-1 0 0 0,1 1 0 0 0,-1-1 0 0 0,1 0 1 0 0,0 1-1 0 0,-1-1 0 0 0,1 0 0 0 0,0 1 0 0 0,-1-1 1 0 0,1 0-1 0 0,0 0 0 0 0,0 1 0 0 0,0-1 0 0 0,0 0 0 0 0,-1 0 1 0 0,1-1-1 0 0,0 1 3 0 0,0 0 0 0 0,-1 0 0 0 0,1 0 1 0 0,-1-1-1 0 0,0 1 0 0 0,1 0 0 0 0,-1 0 0 0 0,0 0 0 0 0,0 0 1 0 0,0 0-1 0 0,0 0 0 0 0,0 0 0 0 0,0 1 0 0 0,0-1 1 0 0,0 0-1 0 0,0 0 0 0 0,0 1 0 0 0,0-1 0 0 0,0 1 1 0 0,-2-1-1 0 0,-12-9 785 0 0,8 4-617 0 0,5 6-199 0 0,1-1 0 0 0,0 1 0 0 0,0-1 0 0 0,0 1-1 0 0,0-1 1 0 0,0 0 0 0 0,0 0 0 0 0,0 0 0 0 0,1 0 0 0 0,-1 1 0 0 0,0-1 0 0 0,0 0 0 0 0,1 0 0 0 0,-1 0 0 0 0,0-1 0 0 0,1 1 0 0 0,-1 0 0 0 0,1 0-1 0 0,-1 0 1 0 0,1 0 0 0 0,0 0 0 0 0,0-1 0 0 0,-1 1 0 0 0,1-2 0 0 0,0 2-15 0 0,0 0 0 0 0,0 1 0 0 0,0-1-1 0 0,0 0 1 0 0,0 0 0 0 0,0 0 0 0 0,0 1 0 0 0,-1-1-1 0 0,1 0 1 0 0,0 0 0 0 0,0 1 0 0 0,-1-1 0 0 0,1 0 0 0 0,-1 0-1 0 0,1 1 1 0 0,-1-1 0 0 0,1 1 0 0 0,-1-1 0 0 0,1 0 0 0 0,-1 1-1 0 0,1-1 1 0 0,-1 1 0 0 0,0-1 0 0 0,1 1 0 0 0,-1-1 0 0 0,0 1-1 0 0,1 0 1 0 0,-1-1 0 0 0,0 1 0 0 0,0 0 0 0 0,-1-1-1 0 0,1 1-5 0 0,1 0-1 0 0,-1 0 0 0 0,0-1 0 0 0,0 1 0 0 0,1 0 0 0 0,-1-1 0 0 0,0 1 0 0 0,1 0 0 0 0,-1-1 1 0 0,0 1-1 0 0,1-1 0 0 0,-1 1 0 0 0,1-1 0 0 0,-1 1 0 0 0,1-1 0 0 0,-1 1 0 0 0,1-1 0 0 0,-1 0 0 0 0,1 1 1 0 0,0-1-1 0 0,-1 0 0 0 0,1 0 0 0 0,0 1 0 0 0,-1-1 0 0 0,1 0 0 0 0,0 0 0 0 0,0 1 0 0 0,0-1 1 0 0,0 0-1 0 0,0 0 0 0 0,0-1 0 0 0,-1 1 3 0 0,1 0 0 0 0,0 0 0 0 0,0 0 0 0 0,1 0-1 0 0,-1 0 1 0 0,0 0 0 0 0,0 1 0 0 0,0-1 0 0 0,1 0 0 0 0,-1 0 0 0 0,0 0 0 0 0,1 0 0 0 0,-1 0 0 0 0,1 0 0 0 0,-1 0 0 0 0,1 1 0 0 0,-1-1-1 0 0,1 0 1 0 0,0 0 0 0 0,-1 1 0 0 0,1-1 0 0 0,0 0 0 0 0,0 1 0 0 0,-1-1 0 0 0,1 1 0 0 0,0-1 0 0 0,0 1 0 0 0,0-1 0 0 0,1 0 0 0 0,-1 1-11 0 0,0 0 0 0 0,0-1 1 0 0,-1 1-1 0 0,1 0 1 0 0,0-1-1 0 0,0 1 0 0 0,-1-1 1 0 0,1 1-1 0 0,0-1 1 0 0,-1 1-1 0 0,1-1 1 0 0,-1 1-1 0 0,1-1 0 0 0,-1 1 1 0 0,1-1-1 0 0,-1 0 1 0 0,1 0-1 0 0,-1 1 1 0 0,0-1-1 0 0,1 0 0 0 0,-1 1 1 0 0,0-1-1 0 0,1 0 1 0 0,-1 0-1 0 0,0 0 0 0 0,0 1 1 0 0,0-1-1 0 0,0 0 1 0 0,0-1-1 0 0,0 1-2 0 0,0 0 1 0 0,1 0-1 0 0,-1 0 0 0 0,0 1 1 0 0,0-1-1 0 0,0 0 0 0 0,1 0 1 0 0,-1 0-1 0 0,1 0 0 0 0,-1 1 0 0 0,1-1 1 0 0,-1 0-1 0 0,1 0 0 0 0,-1 1 1 0 0,1-1-1 0 0,-1 1 0 0 0,1-1 1 0 0,0 0-1 0 0,-1 1 0 0 0,1-1 0 0 0,0 1 1 0 0,0-1-1 0 0,-1 1 0 0 0,2-1 1 0 0,23-7 18 0 0,-8 2 20 0 0,-7-1-28 0 0,14-5-15 0 0,30-7-65 0 0,-49 16 52 0 0,-5 8 14 0 0,0-3 0 0 0,1-1 0 0 0,-1 0 0 0 0,0 1 0 0 0,-1-1 0 0 0,1 0 0 0 0,0 1 0 0 0,0-1 0 0 0,-1 0 0 0 0,1 1 0 0 0,0-1 0 0 0,-1 0 0 0 0,0 0 0 0 0,1 1 0 0 0,-1-1 0 0 0,0 0 0 0 0,1 0 0 0 0,-1 0 0 0 0,0 0 0 0 0,0 0 0 0 0,0 0 0 0 0,0 0 0 0 0,0 0 0 0 0,0 0 0 0 0,0-1 0 0 0,0 1 0 0 0,-2 1 0 0 0,-4 3 0 0 0,6-4 0 0 0,1-1 0 0 0,-1 1 0 0 0,1-1 0 0 0,-1 1 0 0 0,1 0 0 0 0,-1-1 0 0 0,1 1 0 0 0,0 0 0 0 0,-1 0 0 0 0,1-1 0 0 0,0 1 0 0 0,0 0 0 0 0,-1-1 0 0 0,1 1 0 0 0,0 0 0 0 0,0 0 0 0 0,0 0 0 0 0,0-1 0 0 0,0 1 0 0 0,0 0 0 0 0,0 0 0 0 0,0-1 0 0 0,1 3 0 0 0,-1-3 0 0 0,0 1 0 0 0,0 0 0 0 0,1-1 0 0 0,-1 1 0 0 0,0-1 0 0 0,0 1 0 0 0,0 0 0 0 0,0-1 0 0 0,0 1 0 0 0,0 0 0 0 0,0-1 0 0 0,0 1 0 0 0,-1 0 0 0 0,1-1 0 0 0,0 1 0 0 0,0-1 0 0 0,0 1 0 0 0,-1-1 0 0 0,1 1 0 0 0,0 0 0 0 0,-1-1 0 0 0,1 1 0 0 0,-1-1 0 0 0,1 1 0 0 0,0-1 0 0 0,-1 1 0 0 0,0 0 0 0 0,-2-1 5 0 0,2 0-3 0 0,0 1-1 0 0,0-1 1 0 0,0 0-1 0 0,0 0 1 0 0,0 0-1 0 0,0 0 1 0 0,0 1 0 0 0,0-1-1 0 0,1 0 1 0 0,-1 1-1 0 0,0-1 1 0 0,0 1-1 0 0,0-1 1 0 0,0 1 0 0 0,1-1-1 0 0,-1 1 1 0 0,0 0-1 0 0,1-1 1 0 0,-1 1-1 0 0,0 0 1 0 0,1 0-1 0 0,-1-1 1 0 0,1 1 0 0 0,-1 0-1 0 0,1 0 1 0 0,-1 0-1 0 0,1 0 1 0 0,0-1-1 0 0,0 1 1 0 0,-1 1 0 0 0,-4-2-42 0 0,4 0 39 0 0,0 0 1 0 0,0 0-1 0 0,-1 0 1 0 0,1 0 0 0 0,0 0-1 0 0,0 0 1 0 0,0 0-1 0 0,0-1 1 0 0,-1 1-1 0 0,1 0 1 0 0,0-1 0 0 0,0 1-1 0 0,0-1 1 0 0,0 1-1 0 0,0-1 1 0 0,0 0 0 0 0,0 1-1 0 0,0-1 1 0 0,0 0-1 0 0,1 0 1 0 0,-1 0 0 0 0,0 0-1 0 0,0 0 1 0 0,1 1-1 0 0,-2-3 1 0 0,9-7 64 0 0,-2 6-51 0 0,0 1 0 0 0,0-1-1 0 0,0 0 1 0 0,7-10 0 0 0,16-13 16 0 0,-20 21-29 0 0,0 0 0 0 0,0 0 0 0 0,1 1 0 0 0,17-8 0 0 0,-1 8 0 0 0,-24 5 0 0 0,0 0 0 0 0,0 0 0 0 0,0 0 0 0 0,0 0 0 0 0,0 0 0 0 0,0 0 0 0 0,0 1 0 0 0,1-1 0 0 0,-1 0 0 0 0,0 0 0 0 0,0 1 0 0 0,0-1 0 0 0,0 1 0 0 0,0-1 0 0 0,0 1 0 0 0,0-1 0 0 0,-1 1 0 0 0,1 0 0 0 0,0 0 0 0 0,0-1 0 0 0,0 1 0 0 0,0 0 0 0 0,-1 0 0 0 0,1 0 0 0 0,-1 0 0 0 0,1 0 0 0 0,0 0 0 0 0,-1 0 0 0 0,1 1 0 0 0,0 2 0 0 0,0 0 0 0 0,-1 1 0 0 0,1-1 0 0 0,-1 0 0 0 0,0 1 0 0 0,0 5 0 0 0,-1 3 0 0 0,2-2 11 0 0,-1-9-7 0 0,1 0 0 0 0,-1 0 0 0 0,0 0 0 0 0,0 0 0 0 0,1 1 0 0 0,-2-1 0 0 0,1 0 0 0 0,0 0 0 0 0,0 0 1 0 0,-1 0-1 0 0,1 0 0 0 0,-1 1 0 0 0,0-1 0 0 0,1 0 0 0 0,-1 0 0 0 0,-2 2 0 0 0,-8 2 46 0 0,0 0-1 0 0,-1-1 0 0 0,1-1 1 0 0,-1 0-1 0 0,0-1 0 0 0,-1 0 1 0 0,1 0-1 0 0,0-2 0 0 0,-25 1 1 0 0,36-1-44 0 0,0-1 0 0 0,0 0 1 0 0,0 0-1 0 0,0 0 0 0 0,-1 0 0 0 0,1-1 0 0 0,0 1 1 0 0,0 0-1 0 0,0 0 0 0 0,0-1 0 0 0,0 1 1 0 0,0 0-1 0 0,0-1 0 0 0,0 1 0 0 0,0-1 1 0 0,0 1-1 0 0,0-1 0 0 0,0 0 0 0 0,0 1 1 0 0,1-1-1 0 0,-1 0 0 0 0,0 0 0 0 0,0 0 0 0 0,1 1 1 0 0,-1-1-1 0 0,0 0 0 0 0,0-2 0 0 0,0 0 11 0 0,0-1 0 0 0,1 1 0 0 0,-1-1 0 0 0,1 0 0 0 0,0 1 0 0 0,0-1-1 0 0,0-4 1 0 0,0-5-6 0 0,0 12-9 0 0,0 0 0 0 0,0-1-1 0 0,1 1 1 0 0,-1 0 0 0 0,0 0 0 0 0,0-1-1 0 0,1 1 1 0 0,-1 0 0 0 0,0 0 0 0 0,1 0-1 0 0,-1 0 1 0 0,1-1 0 0 0,-1 1 0 0 0,1 0-1 0 0,0 0 1 0 0,0 0 0 0 0,-1 0 0 0 0,1 0 0 0 0,0 1-1 0 0,0-1 1 0 0,0 0 0 0 0,0 0 0 0 0,2-1-1 0 0,-2 2 0 0 0,0-1 0 0 0,0 0 0 0 0,0 0 0 0 0,0 0 0 0 0,0 0 0 0 0,0 0 0 0 0,0 0 0 0 0,0 0 0 0 0,0 0 1 0 0,-1 0-1 0 0,1 0 0 0 0,0-1 0 0 0,-1 1 0 0 0,1 0 0 0 0,-1 0 0 0 0,1-1 0 0 0,-1 1 0 0 0,1 0 0 0 0,-1-1 0 0 0,0 1 0 0 0,0 0 0 0 0,0-1 0 0 0,0-2 0 0 0,-2 1-1 0 0,3 2 0 0 0,1 1 0 0 0,-1-1 0 0 0,0 1 0 0 0,0-1 0 0 0,0 1 0 0 0,0 0 0 0 0,0 0 0 0 0,1-1 0 0 0,-1 1 0 0 0,0 0 0 0 0,0 0 0 0 0,0 0 0 0 0,1 0 0 0 0,-1 0 0 0 0,0 0 0 0 0,0 0 0 0 0,0 1 0 0 0,0-1 0 0 0,1 0 0 0 0,1 2 0 0 0,-1-2 0 0 0,-1 0 0 0 0,1 0 0 0 0,0 1 0 0 0,0-1 0 0 0,-1 0 0 0 0,1 1 0 0 0,0 0 0 0 0,-1-1 0 0 0,1 1 0 0 0,0 0 0 0 0,-1 0 0 0 0,1 0 0 0 0,-1 0 0 0 0,1 0 0 0 0,-1 0 0 0 0,3 3 0 0 0,-3-1 0 0 0,0-1 0 0 0,-1 1 0 0 0,1 0 0 0 0,0 0 0 0 0,-1 0 0 0 0,1 0 0 0 0,-1 0 0 0 0,0 0 0 0 0,-1 5 0 0 0,1-6 0 0 0,0-1 1 0 0,0 0 0 0 0,-1 1-1 0 0,1-1 1 0 0,-1 0 0 0 0,1 1-1 0 0,-1-1 1 0 0,0 0 0 0 0,1 1-1 0 0,-1-1 1 0 0,0 0 0 0 0,0 0-1 0 0,0 0 1 0 0,0 0-1 0 0,0 0 1 0 0,0 0 0 0 0,0 0-1 0 0,-2 1 1 0 0,-27 17 36 0 0,16-11-6 0 0,7-4-6 0 0,0 0 0 0 0,-1 0 0 0 0,0 0 1 0 0,0-1-1 0 0,0 0 0 0 0,0-1 1 0 0,0 0-1 0 0,-14 2 0 0 0,-12 3 68 0 0,33-7-92 0 0,-35 5 95 0 0,35-5-94 0 0,0 0 0 0 0,0 0 0 0 0,0 0 0 0 0,1 0 0 0 0,-1 0 0 0 0,0 0 0 0 0,0 0 0 0 0,0 0 0 0 0,0-1 0 0 0,1 1 0 0 0,-1 0 0 0 0,0 0 0 0 0,0-1 0 0 0,1 1 0 0 0,-1-1 0 0 0,0 1 0 0 0,0 0 0 0 0,1-1 0 0 0,-1 0 0 0 0,0 1 0 0 0,1-1 0 0 0,-1 1 0 0 0,1-1 0 0 0,-1 0 0 0 0,1 1 0 0 0,-1-1 0 0 0,1 0 0 0 0,-1 0 0 0 0,1 1 0 0 0,0-1 0 0 0,-1 0 0 0 0,1 0 0 0 0,0 1 0 0 0,0-1 0 0 0,0 0 0 0 0,-1 0 0 0 0,1-1 0 0 0,0-4 31 0 0,0 5-38 0 0,-1-1 0 0 0,1 0 0 0 0,0 0 0 0 0,0 1 0 0 0,0-1 0 0 0,0 0 0 0 0,0 1 0 0 0,0-1 0 0 0,1 0-1 0 0,-1 1 1 0 0,0-1 0 0 0,1 0 0 0 0,0 1 0 0 0,-1-1 0 0 0,1 1 0 0 0,1-3 0 0 0,2 0-301 0 0,1 0 1 0 0,-1 1 0 0 0,1 0-1 0 0,-1 0 1 0 0,1 0-1 0 0,0 0 1 0 0,0 1-1 0 0,0 0 1 0 0,8-2-1 0 0,46-14-4803 0 0,-30 10 2668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8:15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30 524 4002 0 0,'0'-1'76'0'0,"0"1"0"0"0,-1-1 0 0 0,1 1 0 0 0,0 0 0 0 0,0-1 0 0 0,-1 1 1 0 0,1-1-1 0 0,0 1 0 0 0,0-1 0 0 0,-1 1 0 0 0,1 0 0 0 0,-1-1 0 0 0,1 1 0 0 0,0 0 0 0 0,-1-1 1 0 0,1 1-1 0 0,-1 0 0 0 0,1-1 0 0 0,0 1 0 0 0,-1 0 0 0 0,1 0 0 0 0,-1 0 0 0 0,1 0 0 0 0,-1-1 1 0 0,1 1-1 0 0,-1 0 0 0 0,1 0 0 0 0,-1 0 0 0 0,1 0 0 0 0,-1 0 0 0 0,0 0 0 0 0,1 0 0 0 0,-1 0 1 0 0,0 0-69 0 0,1 1 0 0 0,-1-1 0 0 0,0 0 0 0 0,1 0 0 0 0,-1 0 0 0 0,1 0 0 0 0,-1 0 0 0 0,1 0 0 0 0,-1-1 0 0 0,1 1 0 0 0,-1 0 0 0 0,0 0 0 0 0,1 0 0 0 0,-1 0 0 0 0,1-1 0 0 0,-1 1 0 0 0,1 0 0 0 0,-1-1 0 0 0,1 1 0 0 0,0 0 0 0 0,-1-1 0 0 0,1 1 0 0 0,-1 0 0 0 0,1-1 0 0 0,0 1 0 0 0,-1-1 0 0 0,1 1 0 0 0,0-1 0 0 0,-1 1 0 0 0,1-1 0 0 0,0 1 0 0 0,0-1 0 0 0,0 1 0 0 0,-1-2 0 0 0,2 1-4 0 0,0 1 0 0 0,-1-1-1 0 0,1 0 1 0 0,0 0 0 0 0,0 0 0 0 0,0 0 0 0 0,0 1 0 0 0,0-1 0 0 0,0 0-1 0 0,0 1 1 0 0,0-1 0 0 0,0 1 0 0 0,0-1 0 0 0,0 1 0 0 0,0 0 0 0 0,0-1-1 0 0,0 1 1 0 0,0 0 0 0 0,2 0 0 0 0,1-1 26 0 0,-3-1-8 0 0,0 1 1 0 0,-1 0-1 0 0,1 0 1 0 0,0 0-1 0 0,-1 0 1 0 0,1 0-1 0 0,-1-1 1 0 0,1 1 0 0 0,-1 0-1 0 0,0-1 1 0 0,1 1-1 0 0,-1 0 1 0 0,0 0-1 0 0,0-1 1 0 0,0 1-1 0 0,0 0 1 0 0,0-1 0 0 0,0 1-1 0 0,0 0 1 0 0,-1-2-1 0 0,1 0 16 0 0,0 1 1 0 0,-1-1-1 0 0,1 1 0 0 0,1 0 0 0 0,-1-1 0 0 0,0 1 1 0 0,1-1-1 0 0,-1 1 0 0 0,1-1 0 0 0,1-2 0 0 0,19-22 287 0 0,-15 20-209 0 0,1-1-1 0 0,-1 0 1 0 0,7-12-1 0 0,1-6 165 0 0,-2-1 1 0 0,11-34-1 0 0,-16 35-141 0 0,-6 19-99 0 0,1 0-1 0 0,0 0 0 0 0,0 0 1 0 0,1 0-1 0 0,0 0 0 0 0,0 1 1 0 0,1-1-1 0 0,4-6 0 0 0,12-13 41 0 0,1 1 0 0 0,1 1 0 0 0,29-24 0 0 0,-50 46-78 0 0,1 1-1 0 0,-1 0 0 0 0,1 0 1 0 0,-1-1-1 0 0,1 1 0 0 0,0 0 0 0 0,-1 0 1 0 0,1 1-1 0 0,0-1 0 0 0,0 0 1 0 0,2 0-1 0 0,3-1-3 0 0,-5 1 2 0 0,-1 1 0 0 0,-1 0 0 0 0,0 0 0 0 0,0-1 0 0 0,1 1 0 0 0,-1 0 0 0 0,0 0 0 0 0,0 0 0 0 0,0 0 0 0 0,1-1 0 0 0,-1 1 0 0 0,0 0 0 0 0,0 0 0 0 0,0 0 0 0 0,0-1 0 0 0,0 1 0 0 0,1 0 0 0 0,-1 0 0 0 0,0-1 0 0 0,0 1 0 0 0,0 0 0 0 0,0 0 0 0 0,0 0 0 0 0,0-1 0 0 0,0 1 0 0 0,0 0 0 0 0,0 0 0 0 0,0-1 0 0 0,0 1 0 0 0,0 0 0 0 0,0-1 0 0 0,0 1 0 0 0,0 0 0 0 0,0 0 0 0 0,0 0 0 0 0,0-1 0 0 0,0 1 0 0 0,-1 0 0 0 0,1-1 0 0 0,0-1 0 0 0,0 2 0 0 0,0-1 0 0 0,0 1 0 0 0,0 0 0 0 0,0 0 0 0 0,0-1 0 0 0,0 1 0 0 0,0 0 0 0 0,0 0 0 0 0,0 0 0 0 0,0-1 0 0 0,0 1 0 0 0,1 0 0 0 0,-1 0 0 0 0,0-1 0 0 0,0 1 0 0 0,0 0 0 0 0,0 0 0 0 0,0 0 0 0 0,0 0 0 0 0,1-1 0 0 0,-1 1 0 0 0,0 0 0 0 0,0 0 0 0 0,0 0 0 0 0,0 0 0 0 0,1 0 0 0 0,-1-1 0 0 0,0 1 0 0 0,0 0 0 0 0,0 0 0 0 0,1 0 0 0 0,-1 0 0 0 0,0 0 0 0 0,0 0 0 0 0,1 0 0 0 0,-1 0 0 0 0,20 0 0 0 0,-18 1-1 0 0,1 0 0 0 0,-1 0-1 0 0,1 0 1 0 0,-1 0 0 0 0,0 0 0 0 0,1 1 0 0 0,-1-1 0 0 0,0 1 0 0 0,0 0 0 0 0,0-1 0 0 0,3 5-1 0 0,4 28-64 0 0,8 23 8 0 0,-8-27 51 0 0,-1 0 0 0 0,-1 1 0 0 0,-1 0-1 0 0,2 47 1 0 0,-10-21 20 0 0,0-37-26 0 0,1 0 0 0 0,1 0-1 0 0,1-1 1 0 0,1 1 0 0 0,5 23 0 0 0,12 8-14 0 0,-12-24 43 0 0,-6-20-7 0 0,1 0-1 0 0,0 0 0 0 0,0 0 0 0 0,0 0 1 0 0,4 7-1 0 0,-4-12-102 0 0,-1 0 0 0 0,1 0 0 0 0,-1 0 0 0 0,1 0 0 0 0,0 0 0 0 0,0 0 0 0 0,0 0 0 0 0,0-1 0 0 0,0 1 0 0 0,0-1-1 0 0,1 1 1 0 0,-1-1 0 0 0,0 0 0 0 0,1 0 0 0 0,-1 0 0 0 0,1 0 0 0 0,-1 0 0 0 0,4 0 0 0 0,23 1-2801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8:58:16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1 181 1601 0 0,'0'-49'4962'0'0,"29"-7"-2401"0"0,1 23-1760 0 0,0 15-641 0 0,29 12-80 0 0,-29-7-80 0 0,29 13 80 0 0,0-6 0 0 0,0 12-320 0 0,60 13-2962 0 0,29 18-3601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3:01.6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1151 3762 0 0,'16'0'3313'0'0,"-13"0"-3687"0"0,-17 0 650 0 0,98 13 631 0 0,59-2-534 0 0,-87-10-173 0 0,-37 1-153 0 0,0-2 1 0 0,0 0-1 0 0,0-1 1 0 0,0-1-1 0 0,-1-1 1 0 0,1 0-1 0 0,-1-2 1 0 0,23-8-1 0 0,-8 0 17 0 0,-1-1 1 0 0,0-2-1 0 0,-1-1 0 0 0,-1-2 0 0 0,29-23 1 0 0,-42 28-31 0 0,0-1 1 0 0,0-1 0 0 0,-1-1 0 0 0,-1 0 0 0 0,-1-1-1 0 0,-1 0 1 0 0,0-1 0 0 0,-1-1 0 0 0,11-26 0 0 0,52-142 236 0 0,-39 92-206 0 0,4 1 0 0 0,76-128 1 0 0,-108 211-89 0 0,0 1 1 0 0,1 1-1 0 0,1 0 1 0 0,-1 0-1 0 0,19-14 0 0 0,-16 15 12 0 0,3-4 21 0 0,0 1 0 0 0,1 1-1 0 0,22-11 1 0 0,5-4-49 0 0,-23 17 37 0 0,0 0 1 0 0,0 1-1 0 0,1 1 0 0 0,0 1 1 0 0,0 1-1 0 0,0 0 0 0 0,33-1 1 0 0,-45 4 0 0 0,41 4-12 0 0,-33-1-34 0 0,-10-1 30 0 0,0 0 1 0 0,0 1 0 0 0,0 0-1 0 0,12 3 1 0 0,-17-3 13 0 0,-1-1 0 0 0,1 1 0 0 0,-1 0 0 0 0,0-1 0 0 0,1 1 0 0 0,-1 0 0 0 0,0 0 1 0 0,0 0-1 0 0,0-1 0 0 0,0 1 0 0 0,0 1 0 0 0,0-1 0 0 0,0 0 0 0 0,0 0 0 0 0,0 0 0 0 0,0 0 0 0 0,0 1 1 0 0,-1-1-1 0 0,1 0 0 0 0,0 1 0 0 0,-1-1 0 0 0,1 0 0 0 0,-1 1 0 0 0,0-1 0 0 0,1 1 0 0 0,-1-1 1 0 0,0 1-1 0 0,0 2 0 0 0,-1 6 6 0 0,0 0 1 0 0,0 0-1 0 0,-1 0 1 0 0,0-1-1 0 0,0 1 1 0 0,-2 0-1 0 0,1-1 1 0 0,-1 1-1 0 0,0-1 1 0 0,-1 0 0 0 0,0-1-1 0 0,0 1 1 0 0,-1-1-1 0 0,-7 8 1 0 0,-13 12 4 0 0,-1 0 0 0 0,-45 34 1 0 0,44-39-7 0 0,-76 64 291 0 0,-4-5 1 0 0,-3-5-1 0 0,-208 108 1 0 0,301-176-226 0 0,1-1 0 0 0,-1 0 1 0 0,0-2-1 0 0,0 0 1 0 0,-1-1-1 0 0,0-1 0 0 0,-21 2 1 0 0,38-6-67 0 0,1 1 1 0 0,-1-1-1 0 0,1 0 0 0 0,-1-1 1 0 0,1 1-1 0 0,0 0 1 0 0,-1 0-1 0 0,1-1 1 0 0,-1 1-1 0 0,1-1 1 0 0,0 1-1 0 0,-1-1 1 0 0,1 1-1 0 0,0-1 1 0 0,-1 0-1 0 0,1 0 1 0 0,0 1-1 0 0,0-1 0 0 0,0 0 1 0 0,0 0-1 0 0,0 0 1 0 0,0-1-1 0 0,0 1 1 0 0,-1-1-1 0 0,1-1 1 0 0,0 1-1 0 0,1-1 1 0 0,-1 1-1 0 0,0-1 0 0 0,1 1 1 0 0,0-1-1 0 0,-1 1 1 0 0,1-1-1 0 0,0 1 1 0 0,1-1-1 0 0,-1 1 1 0 0,1-5-1 0 0,2-4 1 0 0,0 0-1 0 0,0 1 1 0 0,1-1 0 0 0,9-15-1 0 0,-8 17-1 0 0,0 0-1 0 0,1 1 0 0 0,-1 0 1 0 0,2 0-1 0 0,-1 1 0 0 0,1 0 1 0 0,1 0-1 0 0,-1 0 0 0 0,11-6 1 0 0,-4 4-5 0 0,1 1 1 0 0,0 0 0 0 0,1 1-1 0 0,27-8 1 0 0,-36 12-6 0 0,0 1 1 0 0,0 1-1 0 0,0-1 0 0 0,0 1 1 0 0,1 0-1 0 0,-1 1 0 0 0,0-1 1 0 0,1 2-1 0 0,-1-1 0 0 0,1 1 1 0 0,-1 0-1 0 0,0 0 0 0 0,0 1 1 0 0,0 0-1 0 0,0 0 0 0 0,0 1 1 0 0,0 0-1 0 0,0 0 0 0 0,10 7 1 0 0,-4 1-8 0 0,0 0 1 0 0,-1 0 0 0 0,0 1 0 0 0,-1 1 0 0 0,0 0 0 0 0,-1 0 0 0 0,11 19 0 0 0,-16-22 23 0 0,0-1 1 0 0,0 1-1 0 0,-1 0 1 0 0,0 0 0 0 0,-1 0-1 0 0,0 0 1 0 0,0 1 0 0 0,-1-1-1 0 0,-1 1 1 0 0,0-1 0 0 0,0 1-1 0 0,-1 0 1 0 0,-2 20 0 0 0,-18 50 17 0 0,10-9-66 0 0,0-46-46 0 0,-2 8-86 0 0,11-33 135 0 0,1 0 0 0 0,0 1 0 0 0,-1-1 0 0 0,1 0 0 0 0,0 1 0 0 0,0-1 0 0 0,0 0 0 0 0,0 1 0 0 0,0-1 0 0 0,0 1 0 0 0,0-1 0 0 0,1 0 0 0 0,-1 1 0 0 0,0-1 1 0 0,1 0-1 0 0,-1 1 0 0 0,1-1 0 0 0,1 2 0 0 0,-1-2-73 0 0,1 0 0 0 0,-1 0 0 0 0,1 0 0 0 0,-1 0 0 0 0,1 0 0 0 0,0 0 0 0 0,-1-1 0 0 0,1 1 0 0 0,0-1 0 0 0,0 1 0 0 0,0-1 0 0 0,-1 0 0 0 0,1 1 0 0 0,0-1 0 0 0,0 0 0 0 0,0 0 0 0 0,0 0 0 0 0,0-1 0 0 0,-1 1 0 0 0,5-1 0 0 0,37-12-2329 0 0,17-15-2297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3:02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288 225 640 0 0,'-28'-1'1899'0'0,"8"0"918"0"0,33 9-2117 0 0,22 3-652 0 0,-1-1-1 0 0,1-2 0 0 0,1-2 1 0 0,-1-1-1 0 0,1-1 1 0 0,0-2-1 0 0,0-2 1 0 0,67-8-1 0 0,-98 7-47 0 0,0 1 0 0 0,0-1-1 0 0,0 0 1 0 0,0 0 0 0 0,0-1 0 0 0,8-3-1 0 0,-10 3 9 0 0,0 0 0 0 0,-1 0-1 0 0,1-1 1 0 0,0 1-1 0 0,-1-1 1 0 0,0 0-1 0 0,1 0 1 0 0,2-5 0 0 0,2-1 1 0 0,-5 8-6 0 0,-1 0 0 0 0,0 0 0 0 0,0-1 0 0 0,0 1 0 0 0,0 0 0 0 0,1-1 0 0 0,-2 1 0 0 0,1-1 0 0 0,0 1 0 0 0,0-1 0 0 0,0 0 0 0 0,-1 1 0 0 0,1-1 0 0 0,-1 0 0 0 0,1 1 0 0 0,-1-1 0 0 0,0 0 0 0 0,0 0 0 0 0,1 1 0 0 0,-1-1 0 0 0,0 0 0 0 0,-1 0 0 0 0,1 1 0 0 0,0-1 0 0 0,0 0 0 0 0,-1 1 0 0 0,-1-4 0 0 0,0 1 8 0 0,0 0 1 0 0,-1 0-1 0 0,1 0 0 0 0,-1 0 0 0 0,0 0 1 0 0,0 1-1 0 0,-1 0 0 0 0,1-1 0 0 0,-7-3 1 0 0,-43-26 114 0 0,53 33-125 0 0,-27-14 71 0 0,-1 1-1 0 0,0 1 0 0 0,-1 2 1 0 0,-54-12-1 0 0,22 11 64 0 0,-88-5 0 0 0,136 15-109 0 0,-1 1-1 0 0,1 0 1 0 0,0 1 0 0 0,0 1-1 0 0,-24 5 1 0 0,33-6-13 0 0,0 0-1 0 0,0 1 0 0 0,0-1 1 0 0,0 1-1 0 0,0 0 0 0 0,0 0 1 0 0,0 0-1 0 0,1 0 0 0 0,-1 1 1 0 0,1 0-1 0 0,0-1 0 0 0,0 1 1 0 0,0 1-1 0 0,0-1 0 0 0,0 0 1 0 0,1 1-1 0 0,-1-1 1 0 0,1 1-1 0 0,0 0 0 0 0,-2 4 1 0 0,-5 29 53 0 0,1-18-55 0 0,5-14-10 0 0,0 1-1 0 0,1-1 0 0 0,0 1 0 0 0,0-1 1 0 0,1 1-1 0 0,0 0 0 0 0,0 0 0 0 0,-1 9 1 0 0,2-12-1 0 0,0 1 0 0 0,0-1 0 0 0,-1 1 0 0 0,1-1 0 0 0,-1 0 0 0 0,0 1 0 0 0,0-1 0 0 0,0 0 0 0 0,-1 1 0 0 0,1-1 0 0 0,-1 0 0 0 0,1 0 0 0 0,-4 4 0 0 0,-3 6 0 0 0,7-12 1 0 0,1 1-1 0 0,-1-1 1 0 0,1 0 0 0 0,0 1 0 0 0,-1-1 0 0 0,1 1 0 0 0,0-1 0 0 0,0 0 0 0 0,0 1 0 0 0,0-1 0 0 0,0 1-1 0 0,0-1 1 0 0,1 0 0 0 0,-1 1 0 0 0,0-1 0 0 0,1 0 0 0 0,-1 1 0 0 0,1-1 0 0 0,0 0 0 0 0,-1 1 0 0 0,1-1-1 0 0,0 0 1 0 0,0 0 0 0 0,-1 0 0 0 0,1 0 0 0 0,0 0 0 0 0,0 0 0 0 0,0 0 0 0 0,0 0 0 0 0,1 0 0 0 0,0 1-1 0 0,2 0-27 0 0,-1 1 1 0 0,1 0-1 0 0,0-1 0 0 0,0 0 0 0 0,0 0 0 0 0,1 0 0 0 0,7 2 0 0 0,3-1-152 0 0,0-2-1 0 0,1 0 1 0 0,-1 0 0 0 0,1-2 0 0 0,-1 0 0 0 0,0 0-1 0 0,20-6 1 0 0,1 2-628 0 0,13-2-914 0 0,-14 1-453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3:02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12 960 0 0,'0'0'881'0'0,"-30"0"720"0"0,0 0-1681 0 0,30-5-401 0 0,0-1-2080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3:03.4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434 179 320 0 0,'-49'-24'5456'0'0,"44"15"-4899"0"0,5 6-740 0 0,1 8 116 0 0,3-4 13 0 0,3-2 100 0 0,1 0 0 0 0,0 0 0 0 0,0-1 0 0 0,-1 0 0 0 0,1 0 0 0 0,10-6-1 0 0,26-7 168 0 0,-30 13-169 0 0,-1-1 0 0 0,0-1-1 0 0,0-1 1 0 0,0 0 0 0 0,0 0 0 0 0,22-14 0 0 0,-34 16-35 0 0,0-1 0 0 0,1 1 0 0 0,-1 0 0 0 0,-1-1 0 0 0,1 1 0 0 0,0 0 0 0 0,-1-1 0 0 0,0 1-1 0 0,0-1 1 0 0,0 1 0 0 0,0-1 0 0 0,0 1 0 0 0,-2-4 0 0 0,2-2 26 0 0,0 8-34 0 0,0 1-1 0 0,0 0 1 0 0,0-1-1 0 0,0 1 1 0 0,0 0 0 0 0,0-1-1 0 0,-1 1 1 0 0,1 0 0 0 0,0-1-1 0 0,0 1 1 0 0,0 0 0 0 0,0-1-1 0 0,0 1 1 0 0,-1 0-1 0 0,1 0 1 0 0,0-1 0 0 0,0 1-1 0 0,0 0 1 0 0,-1-1 0 0 0,1 1-1 0 0,0 0 1 0 0,0 0-1 0 0,-1 0 1 0 0,1-1 0 0 0,0 1-1 0 0,-1 0 1 0 0,1 0 0 0 0,0 0-1 0 0,-1 0 1 0 0,1 0 0 0 0,0 0-1 0 0,-1-1 1 0 0,1 1-1 0 0,0 0 1 0 0,-1 0 0 0 0,1 0-1 0 0,0 0 1 0 0,-1 0 0 0 0,1 0-1 0 0,0 0 1 0 0,-1 1 0 0 0,-16-4 24 0 0,-1 1 1 0 0,1 2-1 0 0,-1-1 1 0 0,1 2 0 0 0,0 0-1 0 0,-1 2 1 0 0,-32 7-1 0 0,25-5 11 0 0,-20 5 69 0 0,0 1 0 0 0,-66 26 1 0 0,88-27-30 0 0,-1 1 0 0 0,2 1 1 0 0,0 1-1 0 0,0 1 0 0 0,-39 33 0 0 0,59-45-68 0 0,-1 0 0 0 0,1 0 0 0 0,0 1-1 0 0,-1-1 1 0 0,1 0 0 0 0,0 1-1 0 0,1-1 1 0 0,-1 1 0 0 0,0-1 0 0 0,1 1-1 0 0,-1 0 1 0 0,1 0 0 0 0,0 0-1 0 0,0 0 1 0 0,0 0 0 0 0,1 0 0 0 0,-1 0-1 0 0,1 0 1 0 0,-1 0 0 0 0,1 0-1 0 0,0 0 1 0 0,0 0 0 0 0,0 1 0 0 0,1 3-1 0 0,1-3 1 0 0,0 0 0 0 0,0 0 0 0 0,0 0 0 0 0,1-1-1 0 0,-1 1 1 0 0,1 0 0 0 0,0-1 0 0 0,0 0 0 0 0,0 0-1 0 0,0 0 1 0 0,0 0 0 0 0,1 0 0 0 0,-1 0 0 0 0,1-1-1 0 0,0 0 1 0 0,0 0 0 0 0,5 2 0 0 0,8 3-10 0 0,1-1-1 0 0,1-1 1 0 0,-1-1 0 0 0,1 0 0 0 0,28 1 0 0 0,-23-3-25 0 0,1-2 1 0 0,-1 0 0 0 0,0-2 0 0 0,27-5 0 0 0,-22 3-4 0 0,11-2-50 0 0,-1-1 0 0 0,55-18 0 0 0,-79 19 34 0 0,0-1-1 0 0,-1-1 0 0 0,0 0 1 0 0,0-1-1 0 0,0 0 0 0 0,19-19 0 0 0,-4 5-79 0 0,-27 21 115 0 0,1 1 0 0 0,-1-1 0 0 0,0 0 0 0 0,1 0 0 0 0,-1 0 0 0 0,0 0 0 0 0,0 0 0 0 0,0 0 1 0 0,-1 0-1 0 0,1-1 0 0 0,0 1 0 0 0,-1-1 0 0 0,0 1 0 0 0,1-1 0 0 0,-1 0 0 0 0,0 1 0 0 0,0-1 0 0 0,-1 0 0 0 0,1 0 0 0 0,0 0 1 0 0,-1-4-1 0 0,0 7 10 0 0,0-1 1 0 0,0 0 0 0 0,0 1-1 0 0,0-1 1 0 0,0 0-1 0 0,0 1 1 0 0,0-1 0 0 0,0 0-1 0 0,0 1 1 0 0,-1-1-1 0 0,1 0 1 0 0,0 1 0 0 0,0-1-1 0 0,-1 1 1 0 0,1-1-1 0 0,0 1 1 0 0,-1-1 0 0 0,1 1-1 0 0,-1-1 1 0 0,1 1 0 0 0,-1-1-1 0 0,1 1 1 0 0,-1-1-1 0 0,1 1 1 0 0,-1 0 0 0 0,1-1-1 0 0,-1 1 1 0 0,1 0-1 0 0,-1-1 1 0 0,0 1 0 0 0,1 0-1 0 0,-1 0 1 0 0,0 0-1 0 0,1-1 1 0 0,-1 1 0 0 0,0 0-1 0 0,1 0 1 0 0,-1 0 0 0 0,-1 0-1 0 0,2 0 2 0 0,-1 1-1 0 0,1-1 0 0 0,0 0 1 0 0,-1 0-1 0 0,1 0 1 0 0,-1 0-1 0 0,1 0 0 0 0,-1-1 1 0 0,1 1-1 0 0,-1 0 1 0 0,1 0-1 0 0,-1 0 0 0 0,1 0 1 0 0,0 0-1 0 0,-1-1 1 0 0,1 1-1 0 0,-1 0 0 0 0,1 0 1 0 0,0-1-1 0 0,-1 1 1 0 0,1 0-1 0 0,0-1 1 0 0,-1 1-1 0 0,1 0 0 0 0,0-1 1 0 0,-1 1-1 0 0,1 0 1 0 0,0-1-1 0 0,0 1 0 0 0,0-1 1 0 0,-1 1-1 0 0,1 0 1 0 0,0-1-1 0 0,0 1 0 0 0,0-1 1 0 0,0 1-1 0 0,0-2 1 0 0,-1 2 1 0 0,1 0 0 0 0,0-1 0 0 0,0 1 0 0 0,0 0 0 0 0,-1-1 0 0 0,1 1 0 0 0,0-1 0 0 0,0 1 0 0 0,-1 0 0 0 0,1 0 0 0 0,0-1 0 0 0,-1 1 0 0 0,1 0 0 0 0,0-1 0 0 0,-1 1 0 0 0,1 0 0 0 0,0 0 0 0 0,-1 0 0 0 0,1-1 0 0 0,-1 1 0 0 0,1 0 0 0 0,0 0 0 0 0,-1 0 0 0 0,1 0 0 0 0,-1 0 0 0 0,1 0 0 0 0,-1 0 0 0 0,1 0 0 0 0,0 0 0 0 0,-1 0 0 0 0,-23 1 82 0 0,19 0-72 0 0,0 1 0 0 0,-1-1-1 0 0,1 1 1 0 0,0 0 0 0 0,0 0 0 0 0,0 0-1 0 0,1 1 1 0 0,-1 0 0 0 0,1 0-1 0 0,-1 0 1 0 0,1 0 0 0 0,0 1-1 0 0,0-1 1 0 0,0 1 0 0 0,1 0 0 0 0,-1 0-1 0 0,1 1 1 0 0,0-1 0 0 0,-3 6-1 0 0,2 0 5 0 0,0-1-1 0 0,0 1 0 0 0,1 0 0 0 0,0 1 1 0 0,1-1-1 0 0,0 0 0 0 0,1 1 1 0 0,0-1-1 0 0,1 14 0 0 0,-1-14-1 0 0,0 0 0 0 0,0 0 0 0 0,-1-1-1 0 0,0 1 1 0 0,0 0 0 0 0,-5 10 0 0 0,-2 9 116 0 0,-2 14 179 0 0,7-24-163 0 0,-1 0 0 0 0,-10 23 0 0 0,-1-3 31 0 0,1-4 0 0 0,-1 1-1 0 0,-25 39 1 0 0,25-48-60 0 0,11-17-216 0 0,5-10 63 0 0,0 0 0 0 0,0 0 0 0 0,0 0 1 0 0,0 0-1 0 0,0 0 0 0 0,0 0 0 0 0,0 0 0 0 0,0 0 0 0 0,0 0 1 0 0,0 0-1 0 0,0 0 0 0 0,0 1 0 0 0,0-1 0 0 0,0 0 1 0 0,0 0-1 0 0,1 0 0 0 0,-1 0 0 0 0,25-27-1578 0 0,29-18-1494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3:04.0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94 880 0 0,'-59'-9'3782'0'0,"46"7"-3183"0"0,1 1 0 0 0,-1 0 0 0 0,1 1 0 0 0,-22 3 0 0 0,33-3-551 0 0,1 0 0 0 0,0 0-1 0 0,0 0 1 0 0,-1 0 0 0 0,1 0 0 0 0,0 0 0 0 0,-1 0 0 0 0,1-1 0 0 0,0 1 0 0 0,0 0-1 0 0,-1 0 1 0 0,1 0 0 0 0,0 0 0 0 0,0 0 0 0 0,-1-1 0 0 0,1 1 0 0 0,0 0 0 0 0,0 0-1 0 0,-1 0 1 0 0,1-1 0 0 0,0 1 0 0 0,0 0 0 0 0,0 0 0 0 0,0-1 0 0 0,-1 1 0 0 0,1 0-1 0 0,0 0 1 0 0,0-1 0 0 0,0 1 0 0 0,0 0 0 0 0,0 0 0 0 0,0-1 0 0 0,0 1 0 0 0,0 0-1 0 0,0-1 1 0 0,0 1 0 0 0,0 0 0 0 0,0 0 0 0 0,0-1 0 0 0,0 1 0 0 0,0 0 0 0 0,0-1-1 0 0,0 1 1 0 0,0 0 0 0 0,0-1 0 0 0,0 1 0 0 0,0 0 0 0 0,1 0 0 0 0,-1-1 0 0 0,0 1-1 0 0,0 0 1 0 0,1-8 51 0 0,-1 7-81 0 0,0 0 1 0 0,1 0 0 0 0,-1 0 0 0 0,1 0-1 0 0,-1 0 1 0 0,1 0 0 0 0,0 0 0 0 0,-1 0 0 0 0,1 0-1 0 0,0 1 1 0 0,-1-1 0 0 0,1 0 0 0 0,0 0-1 0 0,0 1 1 0 0,0-1 0 0 0,0 1 0 0 0,0-1-1 0 0,-1 1 1 0 0,1-1 0 0 0,0 1 0 0 0,0-1-1 0 0,0 1 1 0 0,2-1 0 0 0,2-1 91 0 0,3-4-55 0 0,0 1 0 0 0,0 0 0 0 0,0 1 0 0 0,0 0 1 0 0,1 0-1 0 0,-1 1 0 0 0,1 0 0 0 0,0 0 0 0 0,0 1 0 0 0,0 0 0 0 0,0 0 1 0 0,1 1-1 0 0,-1 1 0 0 0,0 0 0 0 0,1 0 0 0 0,-1 0 0 0 0,0 1 0 0 0,0 1 1 0 0,12 2-1 0 0,-12-1-501 0 0,0 0 1 0 0,0 0 0 0 0,0 1-1 0 0,0 0 1 0 0,0 0-1 0 0,-1 1 1 0 0,1 0 0 0 0,-1 1-1 0 0,-1 0 1 0 0,1 0-1 0 0,12 14 1 0 0,9 16-4517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3:04.3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0 800 0 0,'-30'8'3442'0'0,"1"-2"-1441"0"0,-1-6-721 0 0,0 5-879 0 0,60 3-241 0 0,0-8 0 0 0,-1 5 0 0 0,60 9 0 0 0,24-3 0 0 0,35 2 0 0 0,-30-2-240 0 0,1 3-560 0 0,-30-14-561 0 0,-60-6-1920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3:07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30 939 2481 0 0,'-5'2'649'0'0,"4"-2"-511"0"0,-1 0-1 0 0,1 0 1 0 0,0 1-1 0 0,-1-1 0 0 0,1 1 1 0 0,0-1-1 0 0,-1 1 1 0 0,1 0-1 0 0,0-1 1 0 0,0 1-1 0 0,0 0 0 0 0,0 0 1 0 0,0 0-1 0 0,0 0 1 0 0,0 0-1 0 0,0 0 0 0 0,0 0 1 0 0,0 0-1 0 0,0 0 1 0 0,0 1-1 0 0,1-1-120 0 0,1 0 0 0 0,0-1 0 0 0,-1 1 1 0 0,1 0-1 0 0,0-1 0 0 0,0 1 0 0 0,-1-1 0 0 0,1 1 0 0 0,0-1 0 0 0,0 0 0 0 0,0 1 0 0 0,-1-1 0 0 0,1 0 1 0 0,0 1-1 0 0,0-1 0 0 0,0 0 0 0 0,0 0 0 0 0,0 0 0 0 0,0 0 0 0 0,0 0 0 0 0,0 0 0 0 0,-1 0 0 0 0,1 0 1 0 0,0 0-1 0 0,0-1 0 0 0,0 1 0 0 0,1-1 0 0 0,8 1-16 0 0,9-2 61 0 0,0 0 0 0 0,-1-1 0 0 0,0-1 0 0 0,1-1 0 0 0,-2-1 0 0 0,1 0 0 0 0,-1-1 0 0 0,0-1 0 0 0,0-1 0 0 0,-1 0 0 0 0,0-1 0 0 0,-1-1-1 0 0,21-18 1 0 0,-32 25-34 0 0,0 0 0 0 0,-1 0 0 0 0,0 0-1 0 0,0 0 1 0 0,0 0 0 0 0,0-1 0 0 0,0 0-1 0 0,-1 1 1 0 0,0-1 0 0 0,3-8 0 0 0,10-56 335 0 0,-7 22-165 0 0,12-18-37 0 0,-13 35-113 0 0,-5 17-27 0 0,1 0 0 0 0,0 0 0 0 0,1 0-1 0 0,1 1 1 0 0,6-14 0 0 0,11-19 41 0 0,20-35 23 0 0,-11 36-69 0 0,22-36 48 0 0,-41 57-47 0 0,0 1 0 0 0,2 1 1 0 0,0 1-1 0 0,2 0 0 0 0,0 0 1 0 0,1 2-1 0 0,1 0 0 0 0,0 1 1 0 0,23-15-1 0 0,-33 27-19 0 0,0 1 0 0 0,1 0 0 0 0,-1 1 0 0 0,1-1 0 0 0,0 2 0 0 0,0-1 0 0 0,17-1 0 0 0,2 1-37 0 0,35 1 1 0 0,-44 2-13 0 0,0 1 0 0 0,-1 0 1 0 0,1 2-1 0 0,-1 0 0 0 0,0 1 0 0 0,23 8 1 0 0,-34-9 32 0 0,0-1 0 0 0,-1 1 0 0 0,1 1 0 0 0,-1-1 1 0 0,0 1-1 0 0,0 0 0 0 0,0 1 0 0 0,0-1 0 0 0,-1 1 1 0 0,0 0-1 0 0,0 1 0 0 0,0-1 0 0 0,-1 1 0 0 0,0 0 0 0 0,0 0 1 0 0,0 0-1 0 0,-1 1 0 0 0,5 11 0 0 0,-7-15 17 0 0,0 0 1 0 0,-1-1-1 0 0,1 1 0 0 0,-1 0 1 0 0,0 0-1 0 0,0 0 0 0 0,0 0 1 0 0,0 0-1 0 0,0 0 0 0 0,-1-1 1 0 0,1 1-1 0 0,-1 0 0 0 0,0 0 1 0 0,1 0-1 0 0,-2-1 0 0 0,1 1 1 0 0,0-1-1 0 0,0 1 0 0 0,-1-1 1 0 0,1 1-1 0 0,-1-1 0 0 0,-3 4 1 0 0,-4 3 7 0 0,0 0 0 0 0,-1 0 1 0 0,-19 13-1 0 0,-2 2 46 0 0,6-2-8 0 0,8-6-28 0 0,-34 26 1 0 0,43-37-21 0 0,-171 109 135 0 0,153-100-98 0 0,-1-1 0 0 0,-1-2 0 0 0,0 0 0 0 0,0-2 0 0 0,-33 7 0 0 0,53-15-35 0 0,1 0 0 0 0,-1-1-1 0 0,0 0 1 0 0,1 0 0 0 0,-1 0-1 0 0,1-1 1 0 0,-1 0 0 0 0,1-1-1 0 0,-9-2 1 0 0,14 3 1 0 0,0 1 1 0 0,0-1-1 0 0,0 1 0 0 0,1-1 0 0 0,-1 0 1 0 0,0 1-1 0 0,0-1 0 0 0,1 0 1 0 0,-1 0-1 0 0,1 0 0 0 0,-1-1 1 0 0,1 1-1 0 0,0 0 0 0 0,-1 0 1 0 0,1-1-1 0 0,0 1 0 0 0,0-1 0 0 0,0 1 1 0 0,0-1-1 0 0,0 0 0 0 0,-1-2 1 0 0,1-1 8 0 0,0 1 0 0 0,0-1-1 0 0,1 1 1 0 0,-1-1 0 0 0,1 0 0 0 0,1-8 0 0 0,0-6 2 0 0,0 18-13 0 0,-1 0 0 0 0,1 0-1 0 0,0 0 1 0 0,0 0 0 0 0,0 0 0 0 0,0 0-1 0 0,0 0 1 0 0,0 0 0 0 0,0 1 0 0 0,0-1 0 0 0,0 0-1 0 0,0 1 1 0 0,0-1 0 0 0,0 1 0 0 0,1 0-1 0 0,-1-1 1 0 0,0 1 0 0 0,0 0 0 0 0,0-1 0 0 0,1 1-1 0 0,-1 0 1 0 0,0 0 0 0 0,0 0 0 0 0,1 0-1 0 0,-1 0 1 0 0,0 1 0 0 0,0-1 0 0 0,1 0 0 0 0,1 1-1 0 0,7 1-14 0 0,1 1-1 0 0,-1 0 0 0 0,0 0 0 0 0,1 1 1 0 0,-2 1-1 0 0,1-1 0 0 0,9 8 1 0 0,6 5-36 0 0,31 30-1 0 0,-50-41 49 0 0,19 13-26 0 0,-11-8 27 0 0,0 0-1 0 0,17 19 0 0 0,-28-27 8 0 0,0 1 0 0 0,0 0 0 0 0,-1-1 0 0 0,1 1 0 0 0,-1 0 0 0 0,1 0 0 0 0,-1 0 0 0 0,-1 1 0 0 0,1-1 0 0 0,-1 0 0 0 0,1 1 0 0 0,-1-1 0 0 0,0 1 0 0 0,0 7 0 0 0,-1-10-12 0 0,0 1 0 0 0,0-1 0 0 0,0 0 0 0 0,0 1 0 0 0,0-1 0 0 0,0 0-1 0 0,1 0 1 0 0,-1 0 0 0 0,1 1 0 0 0,0-1 0 0 0,0 0 0 0 0,1 3 0 0 0,0-4-93 0 0,-1 0-1 0 0,0 0 1 0 0,1 1-1 0 0,-1-1 1 0 0,1 0 0 0 0,0 0-1 0 0,-1-1 1 0 0,1 1-1 0 0,0 0 1 0 0,0-1-1 0 0,0 1 1 0 0,-1-1 0 0 0,1 1-1 0 0,3-1 1 0 0,15 1-1779 0 0,-15-1-1147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3:07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1 437 960 0 0,'5'0'5701'0'0,"-1"-2"-5637"0"0,-1 0 0 0 0,1 0 0 0 0,0 0 1 0 0,-1-1-1 0 0,0 1 0 0 0,5-5 0 0 0,52-41 189 0 0,59-48-40 0 0,18-16 55 0 0,-97 79-108 0 0,69-45 0 0 0,-107 76-152 0 0,1 0 0 0 0,0 0 0 0 0,-1 0 0 0 0,1 0 0 0 0,-1-1 0 0 0,0 1 0 0 0,0-1 0 0 0,4-5 0 0 0,8-9 66 0 0,1 10-60 0 0,-30 8-1 0 0,15-1-10 0 0,-1 1 0 0 0,1-1-1 0 0,0 0 1 0 0,-1 0 0 0 0,1 1-1 0 0,0-1 1 0 0,-1 0 0 0 0,1 0 0 0 0,0 1-1 0 0,-1-1 1 0 0,1 0 0 0 0,0 1-1 0 0,0-1 1 0 0,-1 1 0 0 0,1-1-1 0 0,0 0 1 0 0,0 1 0 0 0,0-1 0 0 0,0 1-1 0 0,0-1 1 0 0,-1 0 0 0 0,1 1-1 0 0,0-1 1 0 0,0 1 0 0 0,0-1 0 0 0,0 1-1 0 0,0-1 1 0 0,0 1 0 0 0,-4 19 65 0 0,-32 53 44 0 0,30-62-102 0 0,-1 0 1 0 0,1 0-1 0 0,1 1 1 0 0,0 0-1 0 0,1 0 1 0 0,0 0-1 0 0,1 0 0 0 0,0 1 1 0 0,1-1-1 0 0,-1 22 1 0 0,3-26-23 0 0,0-1 1 0 0,-1 1-1 0 0,-1 0 0 0 0,1-1 1 0 0,-1 1-1 0 0,0-1 1 0 0,-5 11-1 0 0,4-11-18 0 0,1-1 0 0 0,0 1 0 0 0,0-1 0 0 0,0 1 0 0 0,1 0-1 0 0,0 0 1 0 0,0 10 0 0 0,1-8-10 0 0,2 27-492 0 0,-1-35 494 0 0,-1 0-1 0 0,0 0 1 0 0,0 0 0 0 0,1-1-1 0 0,-1 1 1 0 0,1 0 0 0 0,-1 0-1 0 0,1 0 1 0 0,-1-1 0 0 0,1 1-1 0 0,-1 0 1 0 0,1-1 0 0 0,0 1-1 0 0,-1 0 1 0 0,1-1-1 0 0,0 1 1 0 0,0-1 0 0 0,-1 1-1 0 0,1-1 1 0 0,0 0 0 0 0,0 1-1 0 0,0-1 1 0 0,0 0 0 0 0,-1 1-1 0 0,1-1 1 0 0,0 0 0 0 0,0 0-1 0 0,0 0 1 0 0,0 0 0 0 0,1 0-1 0 0,-1 0 2 0 0,-1 0-1 0 0,0 0 0 0 0,0 0 1 0 0,0 0-1 0 0,0 0 0 0 0,1 0 0 0 0,-1 0 1 0 0,0 0-1 0 0,0 0 0 0 0,0 0 1 0 0,0 0-1 0 0,1 0 0 0 0,-1 0 1 0 0,0 0-1 0 0,0 0 0 0 0,0 0 0 0 0,0 0 1 0 0,1 0-1 0 0,-1 0 0 0 0,0 0 1 0 0,0-1-1 0 0,0 1 0 0 0,0 0 1 0 0,0 0-1 0 0,1 0 0 0 0,-1 0 0 0 0,0 0 1 0 0,0-1-1 0 0,0 1 0 0 0,0 0 1 0 0,0 0-1 0 0,0 0 0 0 0,0 0 1 0 0,0 0-1 0 0,0-1 0 0 0,0 1 1 0 0,0 0-1 0 0,0 0 0 0 0,0 0 0 0 0,0-1 1 0 0,0 1-1 0 0,0 0 0 0 0,0 0 1 0 0,0 0-1 0 0,0-1 0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3:07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14 480 0 0,'30'0'1921'0'0,"-1"0"-240"0"0,1 6-401 0 0,0-1-479 0 0,-1-5-1041 0 0,31-5-1281 0 0,-31-1-480 0 0,30-7-160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3:08.6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6 2241 0 0,'-4'0'447'0'0,"3"1"-302"0"0,0-1 1 0 0,0 0 0 0 0,-1 0-1 0 0,1 0 1 0 0,0 0 0 0 0,-1 0 0 0 0,1 0-1 0 0,0 0 1 0 0,0 0 0 0 0,-1 0-1 0 0,1-1 1 0 0,0 1 0 0 0,-1 0-1 0 0,1-1 1 0 0,0 1 0 0 0,0-1-1 0 0,0 1 1 0 0,-2-2 0 0 0,-2 1 814 0 0,-15 1-359 0 0,20 0-577 0 0,-1 0 1 0 0,1 1 0 0 0,-1-1 0 0 0,1 1 0 0 0,-1-1-1 0 0,1 1 1 0 0,0-1 0 0 0,-1 1 0 0 0,1-1 0 0 0,0 1 0 0 0,-1-1-1 0 0,1 1 1 0 0,0-1 0 0 0,0 1 0 0 0,-1-1 0 0 0,1 1-1 0 0,0 0 1 0 0,0-1 0 0 0,0 1 0 0 0,0-1 0 0 0,0 1 0 0 0,0 0-1 0 0,0-1 1 0 0,0 1 0 0 0,0-1 0 0 0,0 1 0 0 0,0 0-1 0 0,0-1 1 0 0,1 1 0 0 0,-1-1 0 0 0,0 1 0 0 0,0 0 0 0 0,1-1-1 0 0,-1 1 1 0 0,0-1 0 0 0,1 1 0 0 0,-1-1 0 0 0,0 1-1 0 0,1-1 1 0 0,-1 0 0 0 0,1 1 0 0 0,0 0 0 0 0,23 26 123 0 0,1-2 0 0 0,46 37 0 0 0,7 6-45 0 0,-62-52-111 0 0,20 20-55 0 0,65 49 0 0 0,-93-79-340 0 0,0-1-1 0 0,1 0 1 0 0,0-1-1 0 0,0 0 1 0 0,0 0-1 0 0,0 0 1 0 0,14 2-1 0 0,-18-5-3424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3:09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1 133 640 0 0,'30'-13'2001'0'0,"-1"7"-320"0"0,30-20-480 0 0,1-5-641 0 0,58-25-2721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3:09.8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0 871 1601 0 0,'0'23'4869'0'0,"5"-23"-4216"0"0,15-4-493 0 0,-20 4-158 0 0,0 0 0 0 0,1 0 0 0 0,-1-1 0 0 0,0 1 0 0 0,0 0-1 0 0,1 0 1 0 0,-1 0 0 0 0,0 0 0 0 0,0 0 0 0 0,0 0 0 0 0,1 0 0 0 0,-1-1-1 0 0,0 1 1 0 0,0 0 0 0 0,0 0 0 0 0,1 0 0 0 0,-1-1 0 0 0,0 1 0 0 0,0 0-1 0 0,0 0 1 0 0,0 0 0 0 0,0-1 0 0 0,1 1 0 0 0,-1 0 0 0 0,0 0 0 0 0,0-1-1 0 0,0 1 1 0 0,0 0 0 0 0,0 0 0 0 0,0-1 0 0 0,0 1 0 0 0,0 0-1 0 0,0 0 1 0 0,0-1 0 0 0,0 1 0 0 0,0-1 0 0 0,0 0 1 0 0,0 0-1 0 0,1 0 1 0 0,-1 0-1 0 0,0 0 1 0 0,1 0-1 0 0,-1 0 1 0 0,1 0-1 0 0,-1 0 1 0 0,1 0-1 0 0,-1 0 0 0 0,1 0 1 0 0,0 1-1 0 0,-1-1 1 0 0,1 0-1 0 0,0 0 1 0 0,0 1-1 0 0,-1-1 1 0 0,1 1-1 0 0,0-1 1 0 0,0 0-1 0 0,0 1 0 0 0,2-1 1 0 0,6-5 31 0 0,-6 2-14 0 0,0 0-1 0 0,1 0 0 0 0,-1-1 0 0 0,-1 1 1 0 0,1-1-1 0 0,0 0 0 0 0,-1 1 0 0 0,0-1 0 0 0,0 0 1 0 0,1-10-1 0 0,11-27 103 0 0,21-36 67 0 0,-18 44-70 0 0,-2 0 0 0 0,22-71 1 0 0,-29 67-73 0 0,-5 20-18 0 0,1 0-1 0 0,1 1 0 0 0,9-24 0 0 0,8-2 28 0 0,-14 29-21 0 0,0-1-1 0 0,9-26 1 0 0,-10 15 1 0 0,-6 18-31 0 0,1 0 1 0 0,1 0-1 0 0,-1 1 1 0 0,2-1-1 0 0,-1 1 1 0 0,1-1-1 0 0,4-6 1 0 0,-2 5-5 0 0,1-1 0 0 0,0 1 0 0 0,0 0 0 0 0,1 1 1 0 0,0 0-1 0 0,0 0 0 0 0,1 1 0 0 0,0 0 0 0 0,1 0 0 0 0,-1 1 0 0 0,22-9 0 0 0,-5 3-6 0 0,2 2-1 0 0,-1 1 0 0 0,1 1 0 0 0,0 2 1 0 0,1 1-1 0 0,41-3 0 0 0,-41 7-77 0 0,6-1-92 0 0,70 5-1 0 0,-90-1 95 0 0,1 1 0 0 0,-1 1-1 0 0,0 0 1 0 0,21 8 0 0 0,-29-9 56 0 0,-3-2 10 0 0,0 1-1 0 0,-1 0 0 0 0,1 0 0 0 0,0 0 0 0 0,0 0 0 0 0,-1 0 0 0 0,6 6 0 0 0,-8-7 12 0 0,0 1 1 0 0,1-1-1 0 0,-1 1 0 0 0,0 0 1 0 0,-1 0-1 0 0,1-1 0 0 0,0 1 1 0 0,0 0-1 0 0,-1 0 0 0 0,1 0 1 0 0,-1 0-1 0 0,0 0 0 0 0,1 0 1 0 0,-1 0-1 0 0,0 0 0 0 0,0 0 1 0 0,0 0-1 0 0,0 0 0 0 0,-1-1 1 0 0,1 1-1 0 0,0 0 0 0 0,-1 0 0 0 0,0 2 1 0 0,-4 7 2 0 0,1 0-1 0 0,-2 0 1 0 0,1-1 0 0 0,-1 0 0 0 0,-1 0-1 0 0,0 0 1 0 0,0-1 0 0 0,-1 0 0 0 0,0 0 0 0 0,-1-1-1 0 0,-12 10 1 0 0,-20 13 46 0 0,-54 32 0 0 0,92-60-40 0 0,-24 13 41 0 0,-19 14 52 0 0,-74 34 0 0 0,104-57-73 0 0,-1-1 0 0 0,0 0 0 0 0,0-1 0 0 0,-1-1 0 0 0,0 0 0 0 0,1-1 0 0 0,-1-1 0 0 0,-31-1 0 0 0,46-1-16 0 0,-1 0 0 0 0,0 0 0 0 0,0 0 0 0 0,0-1 0 0 0,0 1 0 0 0,1-1 0 0 0,-1 0 0 0 0,0 0 0 0 0,1 0 0 0 0,-1-1 1 0 0,1 1-1 0 0,-1-1 0 0 0,1 0 0 0 0,0 0 0 0 0,-1 0 0 0 0,1 0 0 0 0,0-1 0 0 0,0 1 0 0 0,1-1 0 0 0,-1 1 0 0 0,1-1 0 0 0,-1 0 0 0 0,1 0 0 0 0,-3-5 1 0 0,5 7-10 0 0,-1-1 0 0 0,1 0 1 0 0,-1 0-1 0 0,1 0 1 0 0,0 0-1 0 0,0 0 1 0 0,0 1-1 0 0,0-1 1 0 0,0 0-1 0 0,0 0 1 0 0,0 0-1 0 0,1 0 1 0 0,-1 0-1 0 0,1 1 1 0 0,-1-1-1 0 0,1 0 1 0 0,0 0-1 0 0,-1 1 1 0 0,1-1-1 0 0,0 0 1 0 0,0 1-1 0 0,0-1 1 0 0,0 1-1 0 0,1-1 1 0 0,1-1-1 0 0,5-9 1 0 0,-2 0-1 0 0,-5 10 0 0 0,-1 1 0 0 0,1 0 0 0 0,0-1 0 0 0,0 1 0 0 0,-1-1 0 0 0,1 1 0 0 0,0 0 0 0 0,0-1 0 0 0,0 1 0 0 0,0 0 0 0 0,1 0 0 0 0,-1 0 0 0 0,0 0 0 0 0,0 0 0 0 0,1 0 0 0 0,-1 0 0 0 0,0 0 0 0 0,1 1 0 0 0,-1-1 0 0 0,1 0 0 0 0,-1 1 0 0 0,4-1 0 0 0,0-1-6 0 0,9-3-13 0 0,0 2 0 0 0,21-5-1 0 0,-31 8 9 0 0,-1-1 0 0 0,1 1 1 0 0,0 0-1 0 0,-1 0 0 0 0,1 1 0 0 0,-1-1 0 0 0,1 1 0 0 0,0-1 0 0 0,-1 1 0 0 0,1 0 1 0 0,-1 1-1 0 0,0-1 0 0 0,1 0 0 0 0,5 5 0 0 0,-1-1 4 0 0,-4-3 4 0 0,0 1 0 0 0,1 0 0 0 0,-1 0 1 0 0,-1 0-1 0 0,1 1 0 0 0,5 5 0 0 0,1 8-4 0 0,-1 1-1 0 0,-1-1 1 0 0,0 2-1 0 0,-1-1 0 0 0,-1 1 1 0 0,4 22-1 0 0,-7-24 25 0 0,-1 1 0 0 0,-1 0 1 0 0,-1 34-1 0 0,-1-17-19 0 0,1-33-5 0 0,0 1 1 0 0,1-1 0 0 0,-1 1-1 0 0,1-1 1 0 0,-1 0 0 0 0,1 0-1 0 0,0 1 1 0 0,0-1 0 0 0,0 0-1 0 0,0 0 1 0 0,0 0 0 0 0,1 0-1 0 0,-1 0 1 0 0,0 0-1 0 0,1 0 1 0 0,0-1 0 0 0,-1 1-1 0 0,1 0 1 0 0,0-1 0 0 0,0 0-1 0 0,0 1 1 0 0,0-1 0 0 0,0 0-1 0 0,0 0 1 0 0,0 0 0 0 0,1 0-1 0 0,-1 0 1 0 0,3 0 0 0 0,6 2-96 0 0,1 0 0 0 0,-1-1 0 0 0,1 0 0 0 0,12 0 0 0 0,11-4-858 0 0,-5-9-1228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3:10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409 177 880 0 0,'-5'-1'540'0'0,"4"1"-445"0"0,0 0-1 0 0,1 0 0 0 0,-1-1 0 0 0,0 1 0 0 0,0 0 1 0 0,-1 0-1 0 0,1 0 0 0 0,0 0 0 0 0,0 0 0 0 0,0 0 0 0 0,0 1 1 0 0,0-1-1 0 0,0 0 0 0 0,1 0 0 0 0,-1 1 0 0 0,0-1 1 0 0,0 0-1 0 0,0 1 0 0 0,0-1 0 0 0,0 1 0 0 0,0 0 1 0 0,0-1-1 0 0,1 1 0 0 0,-2 1 0 0 0,2-1 626 0 0,4 4 508 0 0,16-4-882 0 0,-15-1 308 0 0,-5-1-639 0 0,0 1 0 0 0,-1 0-1 0 0,1-1 1 0 0,0 1 0 0 0,0-1 0 0 0,-1 1-1 0 0,1 0 1 0 0,0-1 0 0 0,-1 1 0 0 0,1 0-1 0 0,-1-1 1 0 0,1 1 0 0 0,0 0-1 0 0,-1 0 1 0 0,1-1 0 0 0,-1 1 0 0 0,1 0-1 0 0,-1 0 1 0 0,1 0 0 0 0,-1-1 0 0 0,1 1-1 0 0,0 0 1 0 0,-1 0 0 0 0,1 0 0 0 0,-1 0-1 0 0,1 0 1 0 0,-1 0 0 0 0,1 0 0 0 0,-1 0-1 0 0,1 0 1 0 0,-1 1 0 0 0,1-1 0 0 0,-1 0-1 0 0,0 0-3 0 0,1 0 0 0 0,-1 1 0 0 0,1-1-1 0 0,-1 0 1 0 0,1 0 0 0 0,-1 0 0 0 0,1 0-1 0 0,-1 0 1 0 0,1 0 0 0 0,-1 0 0 0 0,1 0-1 0 0,-1 0 1 0 0,1 0 0 0 0,-1 0 0 0 0,1-1-1 0 0,-1 1 1 0 0,1 0 0 0 0,-1 0 0 0 0,1 0 0 0 0,-1-1-1 0 0,1 1 1 0 0,0 0 0 0 0,-1 0 0 0 0,1-1-1 0 0,-1 1 1 0 0,1 0 0 0 0,0-1 0 0 0,-1 1-1 0 0,1-1 1 0 0,0 1 0 0 0,-1 0 0 0 0,1-1-1 0 0,0 0 1 0 0,-5-1 163 0 0,2 1-168 0 0,2 1 6 0 0,0 0 0 0 0,0 0 1 0 0,0 0-1 0 0,0 0 1 0 0,0 0-1 0 0,1 0 1 0 0,-1-1-1 0 0,0 1 1 0 0,0 0-1 0 0,0-1 1 0 0,0 1-1 0 0,0 0 1 0 0,1-1-1 0 0,-1 1 1 0 0,0-1-1 0 0,0 1 1 0 0,1-1-1 0 0,-1 0 1 0 0,0 1-1 0 0,1-1 1 0 0,-1 0-1 0 0,1 1 1 0 0,-1-1-1 0 0,1 0 1 0 0,-1 0-1 0 0,1 1 0 0 0,-1-1 1 0 0,1 0-1 0 0,0 0 1 0 0,0 0-1 0 0,-1 0 1 0 0,1 0-1 0 0,0 0 1 0 0,0 1-1 0 0,0-1 1 0 0,0 0-1 0 0,0-2 1 0 0,0 2-4 0 0,0 0 0 0 0,0 0 0 0 0,0 0 0 0 0,-1 1 1 0 0,1-1-1 0 0,0 0 0 0 0,0 0 0 0 0,-1 0 0 0 0,1 0 0 0 0,0 0 1 0 0,-1 1-1 0 0,1-1 0 0 0,-1 0 0 0 0,1 0 0 0 0,-1 1 1 0 0,1-1-1 0 0,-1 0 0 0 0,0 1 0 0 0,1-1 0 0 0,-1 0 0 0 0,0 1 1 0 0,1-1-1 0 0,-1 1 0 0 0,0-1 0 0 0,0 1 0 0 0,0-1 0 0 0,-1 1 1 0 0,1-1-5 0 0,1 1 0 0 0,-1 0 0 0 0,0-1 0 0 0,0 1 0 0 0,0-1 0 0 0,0 1 0 0 0,1-1 1 0 0,-1 0-1 0 0,0 1 0 0 0,0-1 0 0 0,1 0 0 0 0,-1 1 0 0 0,1-1 0 0 0,-1 0 0 0 0,0 0 1 0 0,1 0-1 0 0,0 0 0 0 0,-1 1 0 0 0,1-1 0 0 0,-1 0 0 0 0,1 0 0 0 0,0 0 0 0 0,0 0 0 0 0,-1 0 1 0 0,1 0-1 0 0,0 0 0 0 0,0-1 0 0 0,-1-9 60 0 0,1 10-60 0 0,0-1 1 0 0,-1 0 0 0 0,1 0-1 0 0,0 1 1 0 0,0-1 0 0 0,0 0 0 0 0,0 1-1 0 0,0-1 1 0 0,0 0 0 0 0,1 0 0 0 0,-1 1-1 0 0,0-1 1 0 0,1 0 0 0 0,0 1-1 0 0,-1-1 1 0 0,1 1 0 0 0,0-1 0 0 0,1-2-1 0 0,9-5 8 0 0,0 1 1 0 0,1 1-1 0 0,0 0 0 0 0,0 0 0 0 0,21-7 0 0 0,-27 11-18 0 0,1 1-1 0 0,0 0 1 0 0,0 0 0 0 0,1 1 0 0 0,-1 0-1 0 0,0 0 1 0 0,0 0 0 0 0,1 1 0 0 0,-1 0 0 0 0,0 1-1 0 0,1 0 1 0 0,-1 0 0 0 0,0 0 0 0 0,10 4-1 0 0,-14-5-1 0 0,-2 0 7 0 0,0 0 0 0 0,0 0-1 0 0,0 0 1 0 0,0 1 0 0 0,0-1 0 0 0,0 0-1 0 0,-1 0 1 0 0,1 0 0 0 0,0 1 0 0 0,0-1-1 0 0,0 1 1 0 0,0-1 0 0 0,0 1 0 0 0,0-1-1 0 0,0 1 1 0 0,-1-1 0 0 0,1 1 0 0 0,0 0 0 0 0,0-1-1 0 0,-1 1 1 0 0,1 0 0 0 0,-1 0 0 0 0,1-1-1 0 0,0 3 1 0 0,-1-2 6 0 0,-1-1 1 0 0,0 1-1 0 0,0 0 0 0 0,0 0 1 0 0,0 0-1 0 0,0 0 0 0 0,1-1 1 0 0,-1 1-1 0 0,0-1 0 0 0,-1 1 1 0 0,1 0-1 0 0,0-1 0 0 0,0 0 1 0 0,0 1-1 0 0,0-1 0 0 0,0 0 1 0 0,0 1-1 0 0,-1-1 0 0 0,1 0 1 0 0,-2 0-1 0 0,2 0 21 0 0,-29 13 307 0 0,5-5 170 0 0,40-10-448 0 0,45-1 6 0 0,-46 2-80 0 0,-1 0 1 0 0,1 1-1 0 0,-1 1 0 0 0,26 3 0 0 0,40 9-89 0 0,-78-13 110 0 0,-1 0-1 0 0,0 0 0 0 0,1 0 0 0 0,-1 0 0 0 0,0 0 0 0 0,1 0 1 0 0,-1 0-1 0 0,0 0 0 0 0,1 0 0 0 0,-1 0 0 0 0,0 0 1 0 0,1 0-1 0 0,-1 0 0 0 0,0 1 0 0 0,1-1 0 0 0,-1 0 0 0 0,0 0 1 0 0,1 0-1 0 0,-1 0 0 0 0,0 1 0 0 0,0-1 0 0 0,1 0 0 0 0,-1 0 1 0 0,0 1-1 0 0,0-1 0 0 0,1 0 0 0 0,-1 1 0 0 0,0-1 0 0 0,0 0 1 0 0,0 0-1 0 0,0 1 0 0 0,1-1 0 0 0,-1 0 0 0 0,0 1 0 0 0,0-1 1 0 0,0 0-1 0 0,0 1 0 0 0,0-1 0 0 0,0 1 0 0 0,0-1 0 0 0,0 0 1 0 0,0 1-1 0 0,0 1 1 0 0,0-1 1 0 0,0 0-1 0 0,-1 1 1 0 0,1-1-1 0 0,0 1 0 0 0,-1-1 1 0 0,1 0-1 0 0,-1 1 1 0 0,1-1-1 0 0,-1 0 1 0 0,0 1-1 0 0,1-1 0 0 0,-1 0 1 0 0,0 0-1 0 0,0 0 1 0 0,0 0-1 0 0,0 0 1 0 0,0 0-1 0 0,0 0 0 0 0,0 0 1 0 0,0 0-1 0 0,-2 1 1 0 0,-35 14 72 0 0,29-13-58 0 0,-51 15 39 0 0,-118 19 0 0 0,-58-8 2 0 0,221-28-58 0 0,-23 4-348 0 0,1-3 0 0 0,-61-3 0 0 0,98 2 310 0 0,0-1-1 0 0,-1 0 0 0 0,1 0 1 0 0,0 0-1 0 0,0 0 0 0 0,-1 0 1 0 0,1 0-1 0 0,0 0 0 0 0,-1 0 1 0 0,1 0-1 0 0,0 0 0 0 0,0 0 1 0 0,-1 0-1 0 0,1 0 0 0 0,0 0 1 0 0,0 0-1 0 0,-1 0 1 0 0,1-1-1 0 0,0 1 0 0 0,0 0 1 0 0,-1 0-1 0 0,1 0 0 0 0,0 0 1 0 0,0 0-1 0 0,-1-1 0 0 0,1 1 1 0 0,0 0-1 0 0,0 0 0 0 0,0 0 1 0 0,0-1-1 0 0,-1 1 0 0 0,1 0 1 0 0,0 0-1 0 0,0 0 1 0 0,0-1-1 0 0,0 1 0 0 0,0 0 1 0 0,0-1-1 0 0,-1 1 0 0 0,1 0 1 0 0,0 0-1 0 0,0-1 0 0 0,0 1 1 0 0,0-1-1 0 0,0-11-4030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3:11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380 7 560 0 0,'-17'-3'681'0'0,"0"1"1"0"0,0 1-1 0 0,-1 0 0 0 0,1 2 0 0 0,0 0 0 0 0,0 0 0 0 0,0 2 1 0 0,-19 4-1 0 0,-62 7 298 0 0,70-13-836 0 0,11-1-17 0 0,0 0 0 0 0,-25 5-1 0 0,42-5-108 0 0,-1 0-1 0 0,1 0 1 0 0,0 0-1 0 0,0 0 0 0 0,-1 0 1 0 0,1 1-1 0 0,0-1 0 0 0,0 0 1 0 0,0 0-1 0 0,-1 0 1 0 0,1 1-1 0 0,0-1 0 0 0,0 0 1 0 0,0 0-1 0 0,-1 0 1 0 0,1 1-1 0 0,0-1 0 0 0,0 0 1 0 0,0 0-1 0 0,0 1 0 0 0,0-1 1 0 0,0 0-1 0 0,0 0 1 0 0,0 1-1 0 0,-1-1 0 0 0,1 0 1 0 0,0 1-1 0 0,0-1 0 0 0,0 0 1 0 0,0 0-1 0 0,0 1 1 0 0,1-1-1 0 0,-1 0 0 0 0,0 1 1 0 0,0-1-1 0 0,0 0 1 0 0,0 0-1 0 0,0 1 0 0 0,0-1 1 0 0,0 0-1 0 0,0 0 0 0 0,1 1 1 0 0,-1-1-1 0 0,0 0 1 0 0,0 0-1 0 0,0 0 0 0 0,1 1 1 0 0,-1-1-1 0 0,0 0 0 0 0,0 0 1 0 0,0 0-1 0 0,1 0 1 0 0,-1 1-1 0 0,0-1 0 0 0,0 0 1 0 0,1 0-1 0 0,129 9 376 0 0,-23-1-224 0 0,36 0-9 0 0,617 40 549 0 0,-439-35-573 0 0,-257-11-83 0 0,936-3 442 0 0,-938-1-448 0 0,335-2 28 0 0,-163 9-8 0 0,20 2 104 0 0,-185-2-121 0 0,104 21-1 0 0,-159-23-37 0 0,-1 0 1 0 0,1 0-1 0 0,-1 1 0 0 0,0 1 0 0 0,0 0 0 0 0,22 13 0 0 0,-22-10-9 0 0,-2-3 21 0 0,0-1 0 0 0,0 1 0 0 0,0-2 0 0 0,1 1-1 0 0,22 2 1 0 0,24 7 80 0 0,11 11-28 0 0,-38-12-34 0 0,1-1 1 0 0,0-2-1 0 0,46 7 1 0 0,40-3 24 0 0,-44-1-159 0 0,-72-11 57 0 0,-1-1 0 0 0,0 0-1 0 0,1 1 1 0 0,-1-1 0 0 0,1 0 0 0 0,-1 0 0 0 0,0 0 0 0 0,1 0-1 0 0,-1 0 1 0 0,1-1 0 0 0,-1 1 0 0 0,0 0 0 0 0,1-1 0 0 0,-1 1-1 0 0,0 0 1 0 0,2-2 0 0 0,1 1-109 0 0,-3 0 46 0 0,-1 1 1 0 0,1-1-1 0 0,-1 0 1 0 0,1 1-1 0 0,-1-1 1 0 0,0 1-1 0 0,1-1 1 0 0,-1 0-1 0 0,0 1 1 0 0,1-1-1 0 0,-1 0 0 0 0,0 1 1 0 0,1-1-1 0 0,-1 0 1 0 0,0 1-1 0 0,0-1 1 0 0,0 0-1 0 0,0 0 1 0 0,0 1-1 0 0,0-1 1 0 0,0 0-1 0 0,0 0 1 0 0,0 1-1 0 0,0-1 1 0 0,0 0-1 0 0,-1 1 1 0 0,1-1-1 0 0,0 0 1 0 0,0 1-1 0 0,-1-1 1 0 0,1 0-1 0 0,-1 1 1 0 0,1-1-1 0 0,0 0 1 0 0,-1 1-1 0 0,1-1 1 0 0,-1 1-1 0 0,0-1 1 0 0,-24-6-2797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3:13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198 609 1521 0 0,'-23'4'1089'0'0,"1"-2"-38"0"0,1 2 1 0 0,-1 0 0 0 0,-38 14-1 0 0,10 7-530 0 0,56-23-434 0 0,-5-2-75 0 0,-1 0-1 0 0,1 0 0 0 0,-1 0 1 0 0,1 0-1 0 0,-1 0 0 0 0,1 0 1 0 0,-1 0-1 0 0,1 0 0 0 0,-1 1 1 0 0,1-1-1 0 0,-1 0 0 0 0,1 0 1 0 0,-1 0-1 0 0,1 0 0 0 0,-1 1 1 0 0,1-1-1 0 0,-1 0 0 0 0,0 0 1 0 0,1 1-1 0 0,-1-1 0 0 0,1 0 1 0 0,-1 1-1 0 0,0-1 0 0 0,1 1 1 0 0,-1-1-1 0 0,0 0 0 0 0,0 1 1 0 0,1-1-1 0 0,-1 1 0 0 0,0-1 1 0 0,0 1-1 0 0,0-1 0 0 0,1 1 1 0 0,-1-1-1 0 0,0 1 0 0 0,0 0 1 0 0,2 0 17 0 0,0 0 0 0 0,0 1 0 0 0,0-1 0 0 0,0 0 0 0 0,1 0 1 0 0,-1 0-1 0 0,0-1 0 0 0,0 1 0 0 0,1 0 0 0 0,-1-1 1 0 0,1 0-1 0 0,-1 1 0 0 0,0-1 0 0 0,1 0 0 0 0,3 0 0 0 0,27-1 83 0 0,1-2-1 0 0,36-6 0 0 0,-42 4-68 0 0,-1-1 1 0 0,0-1-1 0 0,44-18 0 0 0,-25 5 29 0 0,0-3 0 0 0,-2-1 0 0 0,-1-2 1 0 0,49-39-1 0 0,-79 53-52 0 0,0 0 1 0 0,-1 0-1 0 0,-1-1 1 0 0,0-1-1 0 0,-1 1 1 0 0,-1-2-1 0 0,0 0 1 0 0,-1 0-1 0 0,0 0 1 0 0,-1-1-1 0 0,-1 0 1 0 0,6-25-1 0 0,-2-15 60 0 0,9 7 0 0 0,-14 35 0 0 0,1 0 0 0 0,13-27 1 0 0,-18 39-70 0 0,0 0 1 0 0,0 1 0 0 0,-1-1 0 0 0,1 0-1 0 0,-1 0 1 0 0,1 0 0 0 0,-1 1-1 0 0,0-1 1 0 0,1 0 0 0 0,-1 0 0 0 0,0-3-1 0 0,-1 4-9 0 0,1 0-1 0 0,0-1 0 0 0,0 1 1 0 0,0 0-1 0 0,0 0 0 0 0,1 0 0 0 0,-1 0 1 0 0,0-1-1 0 0,0 1 0 0 0,1 0 0 0 0,-1 0 1 0 0,1 0-1 0 0,-1 0 0 0 0,2-2 1 0 0,2-1 4 0 0,0 0 0 0 0,1 0 0 0 0,-1 1 0 0 0,1 0 0 0 0,0-1 1 0 0,0 1-1 0 0,0 1 0 0 0,0-1 0 0 0,0 1 0 0 0,1 0 0 0 0,-1 0 0 0 0,12-2 1 0 0,1 1 13 0 0,0 0 0 0 0,0 1 0 0 0,20 1 0 0 0,-28 1-20 0 0,0 1 1 0 0,0 0 0 0 0,0 0-1 0 0,0 1 1 0 0,-1 0 0 0 0,1 1 0 0 0,-1 0-1 0 0,1 1 1 0 0,-1 0 0 0 0,0 0-1 0 0,0 1 1 0 0,-1 0 0 0 0,1 1-1 0 0,-1-1 1 0 0,0 2 0 0 0,-1-1 0 0 0,1 1-1 0 0,7 9 1 0 0,-10-11 6 0 0,0 1 0 0 0,0 0 0 0 0,-1 0-1 0 0,1 0 1 0 0,-1 0 0 0 0,0 1 0 0 0,3 9 0 0 0,-6-12-2 0 0,0-1 0 0 0,0 1 0 0 0,-1 0 0 0 0,1-1 0 0 0,-1 1 0 0 0,0 0 0 0 0,-1 0 1 0 0,1-1-1 0 0,0 1 0 0 0,-1 0 0 0 0,0-1 0 0 0,0 1 0 0 0,0 0 0 0 0,0-1 0 0 0,-1 1 0 0 0,1-1 1 0 0,-4 5-1 0 0,-2 4 8 0 0,-1 0-1 0 0,0 0 1 0 0,-1-1 0 0 0,0 0 0 0 0,0 0 0 0 0,-2-1 0 0 0,1 0 0 0 0,-22 15 0 0 0,2-6 24 0 0,-1 0 0 0 0,-36 15 0 0 0,43-22-33 0 0,-1-1 1 0 0,-44 12 0 0 0,56-20-5 0 0,-1 0 0 0 0,-1-2 0 0 0,1 0-1 0 0,0 0 1 0 0,0-1 0 0 0,-26-4 0 0 0,27 3 0 0 0,0-1 0 0 0,0-1 0 0 0,0 0 0 0 0,1-1 0 0 0,-1 0 0 0 0,-18-10 0 0 0,30 14 0 0 0,1 0 0 0 0,0 0 0 0 0,1 0 1 0 0,-1 0-1 0 0,0 0 0 0 0,0 0 0 0 0,0 0 0 0 0,0 0 1 0 0,1 0-1 0 0,-1-1 0 0 0,0 1 0 0 0,0 0 1 0 0,0 0-1 0 0,0 0 0 0 0,0 0 0 0 0,0 0 0 0 0,1 0 1 0 0,-1 0-1 0 0,0-1 0 0 0,0 1 0 0 0,0 0 1 0 0,0 0-1 0 0,0 0 0 0 0,0 0 0 0 0,0 0 0 0 0,0-1 1 0 0,0 1-1 0 0,0 0 0 0 0,0 0 0 0 0,0 0 1 0 0,0 0-1 0 0,0-1 0 0 0,0 1 0 0 0,0 0 0 0 0,0 0 1 0 0,0 0-1 0 0,0-1 0 0 0,0 1 0 0 0,0 0 1 0 0,0 0-1 0 0,0 0 0 0 0,0 0 0 0 0,0 0 0 0 0,0-1 1 0 0,0 1-1 0 0,0 0 0 0 0,0 0 0 0 0,0 0 1 0 0,-1 0-1 0 0,1 0 0 0 0,0-1 0 0 0,0 1 0 0 0,0 0 1 0 0,0 0-1 0 0,0 0 0 0 0,0 0 0 0 0,-1 0 1 0 0,1 0-1 0 0,0 0 0 0 0,0 0 0 0 0,21-7-12 0 0,-16 5 12 0 0,-1 0 0 0 0,1 1 0 0 0,0-1 0 0 0,-1 1 0 0 0,1 0 0 0 0,0 0-1 0 0,0 1 1 0 0,0-1 0 0 0,-1 1 0 0 0,1 0 0 0 0,0 0 0 0 0,0 1 0 0 0,0-1 0 0 0,0 1 0 0 0,-1 0 0 0 0,1 1 0 0 0,6 2 0 0 0,1 3 0 0 0,0 1 1 0 0,-1 0 0 0 0,18 19-1 0 0,-4-5 11 0 0,64 56-64 0 0,-85-76 3 0 0,0 1 0 0 0,-1-1 1 0 0,1 0-1 0 0,1 0 0 0 0,-1-1 1 0 0,0 1-1 0 0,0-1 0 0 0,1 0 0 0 0,-1 0 1 0 0,0-1-1 0 0,9 1 0 0 0,49-6-690 0 0,-40 2 369 0 0,5 0-1638 0 0,0-2-1 0 0,38-12 0 0 0,-36 10-298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3:13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85 318 3121 0 0,'-11'5'925'0'0,"-1"0"0"0"0,1-1 0 0 0,-1 0 0 0 0,0-1 0 0 0,-14 2 0 0 0,26-5-922 0 0,0 0 0 0 0,0 0 1 0 0,1 0-1 0 0,-1 0 1 0 0,0 0-1 0 0,0 0 0 0 0,0 0 1 0 0,0 0-1 0 0,0 0 1 0 0,1 0-1 0 0,-1-1 0 0 0,0 1 1 0 0,0 0-1 0 0,0 0 1 0 0,0 0-1 0 0,0 0 0 0 0,0 0 1 0 0,0-1-1 0 0,0 1 0 0 0,0 0 1 0 0,1 0-1 0 0,-1 0 1 0 0,0 0-1 0 0,0 0 0 0 0,0-1 1 0 0,0 1-1 0 0,0 0 1 0 0,0 0-1 0 0,0 0 0 0 0,0 0 1 0 0,0-1-1 0 0,0 1 1 0 0,0 0-1 0 0,0 0 0 0 0,0 0 1 0 0,0 0-1 0 0,0-1 1 0 0,0 1-1 0 0,-1 0 0 0 0,1 0 1 0 0,0 0-1 0 0,0 0 0 0 0,0 0 1 0 0,0-1-1 0 0,0 1 1 0 0,0 0-1 0 0,0 0 0 0 0,0 0 1 0 0,-1 0-1 0 0,1 0 1 0 0,0 0-1 0 0,0 0 0 0 0,0 0 1 0 0,0-1-1 0 0,0 1 1 0 0,-1 0-1 0 0,1 0 0 0 0,0 0 1 0 0,34-19 291 0 0,61-44 0 0 0,-51 32-232 0 0,-18 11-14 0 0,-1-1 0 0 0,29-30 0 0 0,-28 25-2 0 0,44-35-1 0 0,-49 43-43 0 0,-18 15-5 0 0,0 1 1 0 0,0-1 0 0 0,0 0-1 0 0,1 1 1 0 0,-1 0-1 0 0,0-1 1 0 0,1 1-1 0 0,0 1 1 0 0,-1-1 0 0 0,7-2-1 0 0,10 4-51 0 0,-19 0 52 0 0,-1 1 1 0 0,0-1 0 0 0,0 0-1 0 0,1 0 1 0 0,-1 0 0 0 0,0 0-1 0 0,1 0 1 0 0,-1 1 0 0 0,0-1-1 0 0,0 0 1 0 0,1 0 0 0 0,-1 1-1 0 0,0-1 1 0 0,0 0 0 0 0,0 0-1 0 0,1 1 1 0 0,-1-1-1 0 0,0 0 1 0 0,0 0 0 0 0,0 1-1 0 0,0-1 1 0 0,0 0 0 0 0,0 1-1 0 0,1-1 1 0 0,-1 0 0 0 0,0 1-1 0 0,0-1 1 0 0,0 0 0 0 0,0 1-1 0 0,0-1 1 0 0,0 0 0 0 0,0 1-1 0 0,0-1 1 0 0,0 0-1 0 0,-1 1 1 0 0,1-1 0 0 0,0 0-1 0 0,1 46 22 0 0,0-20 37 0 0,-3 40-1 0 0,1-57-47 0 0,0 0 0 0 0,-1-1 0 0 0,0 1 0 0 0,-1-1 1 0 0,0 1-1 0 0,0-1 0 0 0,0 0 0 0 0,-8 12 0 0 0,7-15-6 0 0,1-1-3 0 0,0 1 0 0 0,0-1-1 0 0,1 1 1 0 0,-1-1 0 0 0,1 1-1 0 0,0 0 1 0 0,0-1 0 0 0,1 1 0 0 0,-1 0-1 0 0,1 0 1 0 0,0 0 0 0 0,0 10 0 0 0,1-12-14 0 0,0 0 1 0 0,-1 0-1 0 0,1 0 1 0 0,0 0-1 0 0,-1 0 1 0 0,0 0-1 0 0,0-1 1 0 0,0 1-1 0 0,0 0 1 0 0,0-1 0 0 0,0 1-1 0 0,-1 0 1 0 0,0-1-1 0 0,1 0 1 0 0,-1 1-1 0 0,-4 3 1 0 0,2-1-57 0 0,0 3-63 0 0,4-8 113 0 0,0 0-1 0 0,0 0 1 0 0,0 0-1 0 0,1 0 1 0 0,-1 0 0 0 0,0 0-1 0 0,0-1 1 0 0,0 1 0 0 0,0 0-1 0 0,0 0 1 0 0,0 0-1 0 0,0 0 1 0 0,0 0 0 0 0,0 0-1 0 0,1 0 1 0 0,-1 0 0 0 0,0 0-1 0 0,0 0 1 0 0,0 0-1 0 0,0 0 1 0 0,0 0 0 0 0,0 0-1 0 0,0 0 1 0 0,0 0 0 0 0,1 0-1 0 0,-1 0 1 0 0,0 0-1 0 0,0 0 1 0 0,0 0 0 0 0,0 0-1 0 0,0 0 1 0 0,0 0-1 0 0,0 0 1 0 0,0 1 0 0 0,0-1-1 0 0,1 0 1 0 0,-1 0 0 0 0,0 0-1 0 0,0 0 1 0 0,0 0-1 0 0,0 0 1 0 0,0 0 0 0 0,0 0-1 0 0,0 0 1 0 0,0 0 0 0 0,0 0-1 0 0,0 1 1 0 0,0-1-1 0 0,0 0 1 0 0,0 0 0 0 0,0 0-1 0 0,0 0 1 0 0,0 0 0 0 0,0 0-1 0 0,0 0 1 0 0,0 0-1 0 0,0 1 1 0 0,0-1 0 0 0,0 0-1 0 0,0 0 1 0 0,0 0-1 0 0,0 0 20 0 0,1 0-133 0 0,0-1 0 0 0,0 0-1 0 0,0 1 1 0 0,0-1-1 0 0,0 0 1 0 0,0 1 0 0 0,0-1-1 0 0,0 0 1 0 0,0 0 0 0 0,-1 0-1 0 0,1 0 1 0 0,0 0-1 0 0,-1 0 1 0 0,1 0 0 0 0,0 0-1 0 0,-1 0 1 0 0,1-2-1 0 0,-2 2-196 0 0,1-1-1 0 0,-1 0 0 0 0,0 0 1 0 0,0 1-1 0 0,0-1 1 0 0,-1 0-1 0 0,1 1 0 0 0,0-1 1 0 0,-1 1-1 0 0,1 0 0 0 0,0-1 1 0 0,-1 1-1 0 0,-3-2 1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3:13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31 1921 0 0,'-29'8'2481'0'0,"-1"-8"-640"0"0,1 0 320 0 0,29 5-1601 0 0,29-5-160 0 0,30 0-160 0 0,30-13-400 0 0,142-17-3681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3:14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8 2401 0 0,'-67'-6'6104'0'0,"27"5"-5645"0"0,35 1-72 0 0,10 0-214 0 0,5 0-103 0 0,-1-1-2 0 0,0 2 0 0 0,0-1 1 0 0,0 1-1 0 0,-1 0 0 0 0,1 1 0 0 0,12 3 0 0 0,37 11 69 0 0,98 12 0 0 0,-55-12-144 0 0,24 12-273 0 0,46 7-2948 0 0,-141-30 280 0 0,-25-4-134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3:14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 1 880 0 0,'-59'24'3682'0'0,"0"14"-480"0"0,-1 11-1602 0 0,31 2-1440 0 0,-1 6-160 0 0,30-1 160 0 0,0-1 81 0 0,0-4-81 0 0,0-21-320 0 0,0-3-321 0 0,59-22-719 0 0,1-18-3682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3:15.5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62 690 400 0 0,'-3'4'6135'0'0,"-8"-5"-3955"0"0,-10-10-1517 0 0,16 8-605 0 0,4 2-57 0 0,-1 1 0 0 0,1-1 0 0 0,0 0-1 0 0,0 0 1 0 0,-1 1 0 0 0,1-1 0 0 0,0 0 0 0 0,0 0 0 0 0,0 0-1 0 0,0 0 1 0 0,0 0 0 0 0,0 0 0 0 0,0 0 0 0 0,1-1 0 0 0,-1 1-1 0 0,0 0 1 0 0,1 0 0 0 0,-1-1 0 0 0,0 1 0 0 0,1 0 0 0 0,0-1-1 0 0,-1 1 1 0 0,1-1 0 0 0,0 1 0 0 0,0 0 0 0 0,0-1 0 0 0,-1 1-1 0 0,2-1 1 0 0,-1 1 0 0 0,0-1 0 0 0,0 1 0 0 0,0 0 0 0 0,1-1-1 0 0,-1 1 1 0 0,0 0 0 0 0,1-1 0 0 0,0 1 0 0 0,-1 0 0 0 0,1-1-1 0 0,0 1 1 0 0,0-1 0 0 0,4-9 9 0 0,-1-1 0 0 0,0 0 0 0 0,-1 1 0 0 0,0-1 0 0 0,-1 0 0 0 0,0 0 0 0 0,0-21 0 0 0,-2 19 23 0 0,0 0 1 0 0,1 0-1 0 0,3-14 0 0 0,7-11 75 0 0,-8 32-92 0 0,-1 0 0 0 0,1 0 0 0 0,-1-1 1 0 0,-1 1-1 0 0,1-1 0 0 0,-2 1 0 0 0,1-1 0 0 0,-1 1 0 0 0,0-1 0 0 0,0 0 1 0 0,-1 1-1 0 0,0-1 0 0 0,-2-8 0 0 0,-4 0 29 0 0,-1-13 30 0 0,17-5-35 0 0,-7 29-19 0 0,0 0 0 0 0,-1-1 0 0 0,1 1 0 0 0,-1-1 0 0 0,0 1 0 0 0,1-9 0 0 0,-2 10-9 0 0,0 1 0 0 0,0-1 1 0 0,1 0-1 0 0,0 1 0 0 0,0-1 0 0 0,0 1 1 0 0,0-1-1 0 0,0 1 0 0 0,1-1 1 0 0,-1 1-1 0 0,1 0 0 0 0,3-5 0 0 0,3-6-11 0 0,-1 1-2 0 0,-6 11-3 0 0,-1 0 1 0 0,1 0-1 0 0,0 0 0 0 0,0 0 1 0 0,1 1-1 0 0,-1-1 0 0 0,0 0 1 0 0,1 0-1 0 0,-1 1 0 0 0,1-1 1 0 0,-1 1-1 0 0,1-1 0 0 0,0 1 1 0 0,-1 0-1 0 0,1-1 0 0 0,0 1 1 0 0,3-1-1 0 0,6-4 1 0 0,1 0-1 0 0,0 0 1 0 0,0 1 0 0 0,0 1-1 0 0,1 0 1 0 0,0 1 0 0 0,20-3-1 0 0,17-3-126 0 0,-38 6 49 0 0,1 1 1 0 0,-1 0 0 0 0,24-1-1 0 0,-33 3 67 0 0,0 0 0 0 0,1 1 0 0 0,-1-1 0 0 0,0 1 0 0 0,0 0 0 0 0,1 0 0 0 0,-1 0-1 0 0,0 0 1 0 0,0 0 0 0 0,0 1 0 0 0,0-1 0 0 0,0 1 0 0 0,0 0 0 0 0,-1 0 0 0 0,1 0-1 0 0,-1 0 1 0 0,1 0 0 0 0,3 5 0 0 0,-5-5 12 0 0,1-1 0 0 0,-1 1 0 0 0,0-1 0 0 0,0 1 0 0 0,0-1 0 0 0,0 1 0 0 0,0 0 0 0 0,-1 0 0 0 0,1-1 0 0 0,0 1 0 0 0,-1 0 0 0 0,1 0 0 0 0,-1 0 0 0 0,0-1 0 0 0,0 1 0 0 0,1 0 0 0 0,-2 2 0 0 0,0 1 9 0 0,0 0 0 0 0,-1 0 0 0 0,0 0 0 0 0,0 0 0 0 0,-1 0 0 0 0,-3 5 0 0 0,-3 7 17 0 0,7-11-13 0 0,-2 1 1 0 0,1-1-1 0 0,-1 0 0 0 0,0 0 0 0 0,0-1 0 0 0,0 1 0 0 0,-1-1 1 0 0,0 0-1 0 0,0 0 0 0 0,-10 8 0 0 0,-1-5 23 0 0,0 0 1 0 0,0 0-1 0 0,-1-2 0 0 0,0 0 1 0 0,-1 0-1 0 0,-20 2 0 0 0,28-6-11 0 0,1 0 0 0 0,-1-1 0 0 0,0-1 0 0 0,1 1 0 0 0,-1-2-1 0 0,0 1 1 0 0,0-1 0 0 0,1-1 0 0 0,-1 1 0 0 0,1-2 0 0 0,0 1 0 0 0,-1-2 0 0 0,-13-6-1 0 0,-7-3 58 0 0,30 13-79 0 0,-1 0-1 0 0,1 0 0 0 0,0 0 0 0 0,0 0 0 0 0,-1 0 1 0 0,1 0-1 0 0,0 0 0 0 0,-1 0 0 0 0,1 0 0 0 0,0-1 0 0 0,0 1 1 0 0,0 0-1 0 0,-1 0 0 0 0,1 0 0 0 0,0 0 0 0 0,0-1 1 0 0,-1 1-1 0 0,1 0 0 0 0,0 0 0 0 0,0 0 0 0 0,0-1 0 0 0,0 1 1 0 0,0 0-1 0 0,-1 0 0 0 0,1-1 0 0 0,0 1 0 0 0,0 0 1 0 0,0-1-1 0 0,0 1 0 0 0,0 0 0 0 0,0 0 0 0 0,0-1 0 0 0,0 1 1 0 0,0 0-1 0 0,0 0 0 0 0,0-1 0 0 0,0 1 0 0 0,0 0 1 0 0,0-1-1 0 0,0 1 0 0 0,0 0 0 0 0,0 0 0 0 0,0-1 0 0 0,0 1 1 0 0,1 0-1 0 0,-1 0 0 0 0,0-1 0 0 0,0 1 0 0 0,0 0 0 0 0,0 0 1 0 0,1-1-1 0 0,-1 1 0 0 0,0 0 0 0 0,0 0 0 0 0,0 0 1 0 0,1 0-1 0 0,-1-1 0 0 0,0 1 0 0 0,0 0 0 0 0,1 0 0 0 0,-1 0 1 0 0,0 0-1 0 0,0 0 0 0 0,1 0 0 0 0,-1 0 0 0 0,0 0 1 0 0,1-1-1 0 0,-1 1 1 0 0,0 0-1 0 0,25-4 0 0 0,-23 3 0 0 0,1 1 0 0 0,0 0 0 0 0,0 0 0 0 0,-1 0 0 0 0,1 1 0 0 0,0-1 0 0 0,0 0 0 0 0,-1 1 0 0 0,1 0-1 0 0,0 0 1 0 0,-1 0 0 0 0,1 0 0 0 0,-1 0 0 0 0,1 0 0 0 0,-1 1 0 0 0,0-1 0 0 0,3 3 0 0 0,1 2 2 0 0,0 0-1 0 0,0 1 0 0 0,-1-1 1 0 0,7 12-1 0 0,-3-3 6 0 0,9 9 12 0 0,26 42 51 0 0,-41-60-58 0 0,1 1 1 0 0,-1-1-1 0 0,-1 1 1 0 0,1 0-1 0 0,-1 0 1 0 0,-1 0-1 0 0,1 0 1 0 0,-1 0-1 0 0,0 10 1 0 0,-1 46-347 0 0,1-62 309 0 0,0 0-1 0 0,-1-1 1 0 0,1 1-1 0 0,0 0 1 0 0,-1-1 0 0 0,1 1-1 0 0,0-1 1 0 0,0 1-1 0 0,0-1 1 0 0,-1 1-1 0 0,1-1 1 0 0,0 0 0 0 0,0 1-1 0 0,0-1 1 0 0,0 0-1 0 0,0 0 1 0 0,0 1 0 0 0,0-1-1 0 0,0 0 1 0 0,0 0-1 0 0,0 0 1 0 0,0 0-1 0 0,0 0 1 0 0,0-1 0 0 0,-1 1-1 0 0,1 0 1 0 0,2-1-1 0 0,1 1-116 0 0,1 0-47 0 0,-1 0-1 0 0,1 0 0 0 0,-1 0 1 0 0,1-1-1 0 0,0 0 0 0 0,6-1 1 0 0,14-15-3513 0 0,0 2 1355 0 0,5 2 279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3:16.4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765 250 2081 0 0,'-6'2'652'0'0,"0"0"-1"0"0,0 1 1 0 0,0-2 0 0 0,0 1 0 0 0,-1-1-1 0 0,-10 1 1 0 0,17-2-623 0 0,0 0 1 0 0,0 0-1 0 0,0 0 1 0 0,1-1-1 0 0,-1 1 1 0 0,0 0-1 0 0,0 0 1 0 0,0 0-1 0 0,0 0 1 0 0,0 0-1 0 0,0 0 0 0 0,0 0 1 0 0,1 0-1 0 0,-1-1 1 0 0,0 1-1 0 0,0 0 1 0 0,0 0-1 0 0,0 0 1 0 0,0 0-1 0 0,0 0 0 0 0,0-1 1 0 0,0 1-1 0 0,0 0 1 0 0,0 0-1 0 0,0 0 1 0 0,0 0-1 0 0,0 0 1 0 0,0-1-1 0 0,0 1 0 0 0,0 0 1 0 0,0 0-1 0 0,0 0 1 0 0,0 0-1 0 0,0 0 1 0 0,0-1-1 0 0,0 1 1 0 0,0 0-1 0 0,0 0 0 0 0,0 0 1 0 0,-1 0-1 0 0,1 0 1 0 0,0 0-1 0 0,0-1 1 0 0,0 1-1 0 0,0 0 1 0 0,0 0-1 0 0,0 0 1 0 0,0 0-1 0 0,0 0 0 0 0,-1 0 1 0 0,1 0-1 0 0,0 0 1 0 0,20 0 277 0 0,-40 6-94 0 0,19-6-183 0 0,0 0-1 0 0,0 0 1 0 0,-1 0-1 0 0,1 1 1 0 0,0-1 0 0 0,0 0-1 0 0,0 0 1 0 0,-1-1-1 0 0,1 1 1 0 0,0 0 0 0 0,0 0-1 0 0,0 0 1 0 0,0-1-1 0 0,0 1 1 0 0,0-1 0 0 0,-1 1-1 0 0,1-1 1 0 0,0 1 0 0 0,0-1-1 0 0,0 1 1 0 0,1-1-1 0 0,-1 0 1 0 0,0 0 0 0 0,0 0-1 0 0,0 1 1 0 0,0-1-1 0 0,1 0 1 0 0,-1 0 0 0 0,0 0-1 0 0,1 0 1 0 0,-1 0-1 0 0,1 0 1 0 0,-1 0 0 0 0,1-1-1 0 0,-1 1 1 0 0,1 0-1 0 0,0 0 1 0 0,0 0 0 0 0,0 0-1 0 0,-1-2 1 0 0,1 1-17 0 0,0 0 0 0 0,0 1 0 0 0,0-1 0 0 0,-1 1 0 0 0,1-1 0 0 0,-1 1 0 0 0,1-1 0 0 0,-1 1 1 0 0,0-1-1 0 0,1 1 0 0 0,-1-1 0 0 0,0 1 0 0 0,0 0 0 0 0,0-1 0 0 0,-2-1 0 0 0,2 2-7 0 0,0-1 0 0 0,-1 1 0 0 0,1-1 0 0 0,0 1 1 0 0,0-1-1 0 0,0 1 0 0 0,1-1 0 0 0,-1 0 0 0 0,0 1 0 0 0,1-1 0 0 0,-1 0 0 0 0,1 0 0 0 0,-1 0 0 0 0,1 1 1 0 0,0-5-1 0 0,-1 3 11 0 0,1-1 0 0 0,0 0 0 0 0,-1 0 0 0 0,0 0 0 0 0,0 0 1 0 0,0 1-1 0 0,-1-1 0 0 0,1 1 0 0 0,-1-1 0 0 0,-3-6 0 0 0,3 7 1 0 0,0 0 0 0 0,0 0 0 0 0,0-1 0 0 0,1 1 1 0 0,0-1-1 0 0,0 1 0 0 0,0-1 0 0 0,0 1 0 0 0,0-1 0 0 0,0-6 0 0 0,1 4-2 0 0,0 1 1 0 0,0 0 0 0 0,0 0-1 0 0,1 0 1 0 0,0 0 0 0 0,1-6-1 0 0,0 9-10 0 0,-1 0 0 0 0,0-1-1 0 0,1 1 1 0 0,-1 0 0 0 0,1 0-1 0 0,0 0 1 0 0,0 0 0 0 0,0 1-1 0 0,4-4 1 0 0,-6 4-5 0 0,1 1 0 0 0,-1-1 0 0 0,1 1 0 0 0,-1-1 1 0 0,1 1-1 0 0,-1-1 0 0 0,1 1 0 0 0,-1-1 0 0 0,0 1 0 0 0,1-1 0 0 0,-1 0 0 0 0,0 1 1 0 0,1-1-1 0 0,-1 0 0 0 0,0 1 0 0 0,0-1 0 0 0,0 0 0 0 0,0 1 0 0 0,1-2 0 0 0,-1 1 1 0 0,0 1-1 0 0,0 0 0 0 0,0-1 0 0 0,0 1 0 0 0,0 0 0 0 0,0-1 0 0 0,0 1 0 0 0,0 0 0 0 0,0 0 0 0 0,0-1 1 0 0,0 1-1 0 0,0 0 0 0 0,1-1 0 0 0,-1 1 0 0 0,0 0 0 0 0,0-1 0 0 0,0 1 0 0 0,1 0 0 0 0,-1 0 0 0 0,0-1 1 0 0,0 1-1 0 0,0 0 0 0 0,1 0 0 0 0,-1 0 0 0 0,0-1 0 0 0,1 1 0 0 0,-1 0 0 0 0,0 0 0 0 0,1 0 0 0 0,-1 0 1 0 0,0 0-1 0 0,0 0 0 0 0,1 0 0 0 0,0-1 0 0 0,43-1 5 0 0,-30 1-28 0 0,52 4-83 0 0,-64-3 101 0 0,0 0 1 0 0,-1 0 0 0 0,1 0 0 0 0,-1 0 0 0 0,1 0-1 0 0,-1 1 1 0 0,1-1 0 0 0,-1 1 0 0 0,1-1-1 0 0,-1 1 1 0 0,1-1 0 0 0,-1 1 0 0 0,1 0 0 0 0,-1 0-1 0 0,0-1 1 0 0,0 1 0 0 0,1 0 0 0 0,-1 0 0 0 0,0 1-1 0 0,0-1 1 0 0,0 0 0 0 0,0 0 0 0 0,0 0-1 0 0,0 1 1 0 0,0-1 0 0 0,-1 0 0 0 0,1 1 0 0 0,0-1-1 0 0,-1 1 1 0 0,2 2 0 0 0,-2-2 5 0 0,0 1 0 0 0,0-1 1 0 0,-1 1-1 0 0,1-1 0 0 0,0 1 1 0 0,-1-1-1 0 0,1 1 0 0 0,-1-1 0 0 0,0 1 1 0 0,0-1-1 0 0,0 0 0 0 0,0 1 1 0 0,0-1-1 0 0,0 0 0 0 0,-1 0 0 0 0,-3 4 1 0 0,2-3 10 0 0,-1 0 1 0 0,0-1-1 0 0,0 1 0 0 0,0-1 1 0 0,-1 0-1 0 0,1 0 1 0 0,-1 0-1 0 0,1-1 1 0 0,-8 2-1 0 0,0 1 63 0 0,-1-1-1 0 0,1-1 1 0 0,-1 0 0 0 0,0-1-1 0 0,0-1 1 0 0,0 0-1 0 0,1 0 1 0 0,-19-4 0 0 0,31 4-74 0 0,-1 0 0 0 0,1 0 0 0 0,-1-1 0 0 0,1 1 0 0 0,0 0 0 0 0,-1-1 1 0 0,1 1-1 0 0,0 0 0 0 0,-1-1 0 0 0,1 1 0 0 0,0 0 0 0 0,0-1 0 0 0,-1 1 0 0 0,1 0 1 0 0,0-1-1 0 0,0 1 0 0 0,0-1 0 0 0,0 1 0 0 0,-1-1 0 0 0,1 1 0 0 0,0-1 1 0 0,0 1-1 0 0,0 0 0 0 0,0-1 0 0 0,0 1 0 0 0,0-1 0 0 0,0 1 0 0 0,0-1 1 0 0,0 1-1 0 0,0-1 0 0 0,0 1 0 0 0,1-1 0 0 0,-1 1 0 0 0,0 0 0 0 0,0-1 0 0 0,0 1 1 0 0,1-1-1 0 0,-1 1 0 0 0,0 0 0 0 0,0-1 0 0 0,1 1 0 0 0,-1 0 0 0 0,0-1 1 0 0,1 1-1 0 0,-1 0 0 0 0,0-1 0 0 0,1 1 0 0 0,-1 0 0 0 0,1-1 0 0 0,17-4-26 0 0,1 0 0 0 0,0 1 0 0 0,-1 1 0 0 0,2 1 0 0 0,-1 0 0 0 0,0 1 0 0 0,0 2 0 0 0,0 0 0 0 0,37 7 0 0 0,-48-7 1 0 0,-3 0 16 0 0,-1 0-1 0 0,0 0 1 0 0,0 0-1 0 0,1 0 1 0 0,-1 1-1 0 0,0 0 1 0 0,6 3-1 0 0,-9-4 10 0 0,0 0-1 0 0,0 0 0 0 0,0 0 0 0 0,-1 0 0 0 0,1 0 1 0 0,0 0-1 0 0,-1 0 0 0 0,1 0 0 0 0,-1 0 0 0 0,1 0 0 0 0,-1 0 1 0 0,1 0-1 0 0,-1 1 0 0 0,0-1 0 0 0,0 0 0 0 0,1 0 1 0 0,-1 0-1 0 0,0 1 0 0 0,0-1 0 0 0,0 0 0 0 0,0 0 1 0 0,-1 1-1 0 0,1-1 0 0 0,0 0 0 0 0,0 0 0 0 0,-1 0 0 0 0,1 0 1 0 0,-1 1-1 0 0,1-1 0 0 0,-1 0 0 0 0,1 0 0 0 0,-1 0 1 0 0,0 0-1 0 0,1 0 0 0 0,-2 1 0 0 0,-4 7 32 0 0,-1 0 1 0 0,0 0-1 0 0,0-1 0 0 0,0 0 0 0 0,-1 0 1 0 0,0-1-1 0 0,-1 0 0 0 0,0 0 0 0 0,0-1 1 0 0,-10 6-1 0 0,-1-2 23 0 0,0-1 1 0 0,-1-1-1 0 0,0 0 0 0 0,-32 6 1 0 0,-9-2 29 0 0,-1-4 1 0 0,-94 1-1 0 0,-105-16-272 0 0,243 6 48 0 0,0-1 0 0 0,-32-8 0 0 0,49 10 60 0 0,0-1 0 0 0,0 1 1 0 0,1-1-1 0 0,-1 1 0 0 0,0-1 0 0 0,0 0 0 0 0,0 0 0 0 0,0 0 1 0 0,1 0-1 0 0,-1 0 0 0 0,0 0 0 0 0,1-1 0 0 0,-1 1 1 0 0,1 0-1 0 0,0-1 0 0 0,-1 1 0 0 0,1-1 0 0 0,0 0 1 0 0,0 1-1 0 0,0-1 0 0 0,0 0 0 0 0,0 0 0 0 0,0 1 0 0 0,0-1 1 0 0,1 0-1 0 0,-1 0 0 0 0,1 0 0 0 0,-1 0 0 0 0,1 0 1 0 0,0 0-1 0 0,0 0 0 0 0,0 0 0 0 0,0 0 0 0 0,0 0 1 0 0,0 0-1 0 0,1 0 0 0 0,-1 0 0 0 0,1 0 0 0 0,-1 0 0 0 0,1 0 1 0 0,1-2-1 0 0,22-59-4604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3:20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916 75 3282 0 0,'-25'-11'2441'0'0,"20"8"-1254"0"0,0 3-854 0 0,4 0-319 0 0,0 0-14 0 0,0 0 1 0 0,0 0-1 0 0,0-1 1 0 0,0 1-1 0 0,0 0 1 0 0,1 0-1 0 0,-1 0 0 0 0,0 0 1 0 0,0 0-1 0 0,0 0 1 0 0,0 0-1 0 0,0 1 1 0 0,0-1-1 0 0,1 0 1 0 0,-1 0-1 0 0,0 1 1 0 0,0-1-1 0 0,0 0 1 0 0,1 1-1 0 0,-1-1 1 0 0,0 1-1 0 0,0-1 1 0 0,1 1-1 0 0,-1 0 1 0 0,0-1-1 0 0,1 1 1 0 0,-2 1-1 0 0,-3 7-40 0 0,-27 22 98 0 0,21-22-16 0 0,0 1 0 0 0,1 0 0 0 0,0 0 0 0 0,0 1 0 0 0,1 1 0 0 0,0 0 0 0 0,2 0 0 0 0,-1 0 0 0 0,1 1 0 0 0,-7 19 0 0 0,4 22-28 0 0,2-28 13 0 0,-15 34 1 0 0,0-3 63 0 0,-35 73 80 0 0,38-91-83 0 0,-21 60 0 0 0,-42 111 152 0 0,78-198-240 0 0,-2 8 27 0 0,0 0 0 0 0,2 1-1 0 0,1 0 1 0 0,0 0 0 0 0,2 0-1 0 0,0 0 1 0 0,3 41 0 0 0,-1-55-26 0 0,0-1 1 0 0,0 0 0 0 0,1 1 0 0 0,0-1 0 0 0,0 0-1 0 0,0 1 1 0 0,1-1 0 0 0,0 0 0 0 0,1 0-1 0 0,-1 0 1 0 0,1 0 0 0 0,0-1 0 0 0,0 1 0 0 0,5 4-1 0 0,-3 0 9 0 0,0-1 0 0 0,0 1 0 0 0,-1 0-1 0 0,0 0 1 0 0,3 11 0 0 0,-4-9-22 0 0,1-1 0 0 0,0-1 1 0 0,1 1-1 0 0,8 14 0 0 0,-9-17 10 0 0,1 0 0 0 0,-1 1 0 0 0,-1-1 0 0 0,0 1-1 0 0,0 0 1 0 0,2 10 0 0 0,2 10 4 0 0,1-6-2 0 0,-4-12 0 0 0,-1 0 0 0 0,0 1 0 0 0,-1-1 0 0 0,0 1 0 0 0,1 18 0 0 0,-3 116-80 0 0,0-140 71 0 0,-1 1 0 0 0,0-1 0 0 0,0 0 0 0 0,0 0 1 0 0,-1 0-1 0 0,0 0 0 0 0,0 0 0 0 0,-5 8 0 0 0,-1 4 9 0 0,-2 19 0 0 0,-9 0 0 0 0,9 1 0 0 0,-10-1 0 0 0,10-5 0 0 0,0-19 1 0 0,9-12 3 0 0,-1 0 0 0 0,1 1-1 0 0,0-1 1 0 0,0 1-1 0 0,0-1 1 0 0,0 1 0 0 0,0-1-1 0 0,0 1 1 0 0,0 0 0 0 0,0-1-1 0 0,1 1 1 0 0,-1 0-1 0 0,1 0 1 0 0,-1-1 0 0 0,1 1-1 0 0,0 0 1 0 0,0 3 0 0 0,-1-3-3 0 0,1 1 0 0 0,-1-1 0 0 0,1 0 0 0 0,-1 0 0 0 0,0 0 0 0 0,0 0 0 0 0,0 0 0 0 0,0 0 0 0 0,0 0 0 0 0,-1 0 0 0 0,1 0 0 0 0,-3 3 0 0 0,3-4 0 0 0,0-1-1 0 0,0 1 1 0 0,0 0-1 0 0,0 0 1 0 0,0 0-1 0 0,0 0 0 0 0,0 0 1 0 0,1 0-1 0 0,-1 0 1 0 0,0 1-1 0 0,1-1 1 0 0,-1 0-1 0 0,1 0 0 0 0,0 0 1 0 0,-1 1-1 0 0,1-1 1 0 0,0 0-1 0 0,-1 0 1 0 0,1 1-1 0 0,0-1 0 0 0,0 0 1 0 0,0 1-1 0 0,0-1 1 0 0,1 0-1 0 0,-1 0 1 0 0,0 1-1 0 0,0-1 0 0 0,1 0 1 0 0,0 2-1 0 0,8 8 31 0 0,-7-10-13 0 0,-1 1 1 0 0,0-1-1 0 0,1 0 1 0 0,-1 1-1 0 0,0-1 1 0 0,0 1-1 0 0,0-1 1 0 0,0 1-1 0 0,0-1 1 0 0,-1 1-1 0 0,1 0 1 0 0,0-1-1 0 0,-1 1 1 0 0,0 0-1 0 0,1 0 1 0 0,-1-1-1 0 0,0 1 1 0 0,1 0-1 0 0,-1 2 0 0 0,-1 5 32 0 0,1-7-50 0 0,-1 0 0 0 0,1 1 1 0 0,0-1-1 0 0,0 0 0 0 0,0 0 0 0 0,0 1 1 0 0,0-1-1 0 0,1 0 0 0 0,-1 0 1 0 0,1 0-1 0 0,0 1 0 0 0,-1-1 0 0 0,1 0 1 0 0,1 2-1 0 0,48 70 0 0 0,-49-72 1 0 0,0 1 0 0 0,0-1 0 0 0,0 0 1 0 0,-1 0-1 0 0,1 1 0 0 0,-1-1 0 0 0,1 0 0 0 0,-1 1 0 0 0,0-1 1 0 0,0 1-1 0 0,0 2 0 0 0,4 21-2 0 0,5-10 1 0 0,-7-14 0 0 0,0 0 0 0 0,-1 1 0 0 0,1-1 0 0 0,-1 1 0 0 0,0-1 0 0 0,1 1 0 0 0,-1 0 0 0 0,0-1 0 0 0,-1 1 0 0 0,1 0 0 0 0,0 0 0 0 0,-1 0 0 0 0,0 4 0 0 0,-1 21 27 0 0,0-19-13 0 0,0 0 1 0 0,1-1 0 0 0,0 1 0 0 0,0 0 0 0 0,1-1 0 0 0,0 1 0 0 0,0-1-1 0 0,4 12 1 0 0,7-2 15 0 0,0-1-1 0 0,0-1 0 0 0,2 0 1 0 0,0-1-1 0 0,19 17 1 0 0,-8-8 48 0 0,26 32 1 0 0,-38-41-53 0 0,1 0 0 0 0,0-1 0 0 0,1-1 0 0 0,0 0 0 0 0,31 19 0 0 0,-39-27-22 0 0,28 19 69 0 0,73 37 1 0 0,-73-45-74 0 0,-18-8 3 0 0,0 0-1 0 0,0-1 1 0 0,1-1-1 0 0,25 6 1 0 0,76 1-23 0 0,206-2 0 0 0,-92-8-127 0 0,-166 5 92 0 0,-17 0 43 0 0,0-5 12 0 0,-36-3 0 0 0,0 1 0 0 0,0 1 0 0 0,0 0 0 0 0,23 6 0 0 0,24 8 25 0 0,1-3 0 0 0,66 6 0 0 0,-82-13-20 0 0,515 51 252 0 0,-190-34-100 0 0,107-2-104 0 0,20 4-39 0 0,-487-24-13 0 0,36 2 96 0 0,56 12-1 0 0,-92-13-78 0 0,0 1-1 0 0,0 0 1 0 0,0 0-1 0 0,-1 1 1 0 0,0 0-1 0 0,1 1 1 0 0,-1 0-1 0 0,-1 1 1 0 0,1 0-1 0 0,16 14 1 0 0,-25-19-18 0 0,-1 0 1 0 0,1 0 0 0 0,0 0-1 0 0,0 0 1 0 0,0 0 0 0 0,0 0-1 0 0,0-1 1 0 0,0 1 0 0 0,0 0-1 0 0,0-1 1 0 0,0 1 0 0 0,0 0-1 0 0,0-1 1 0 0,0 0 0 0 0,1 1-1 0 0,-1-1 1 0 0,0 0 0 0 0,3 1-1 0 0,4 0 1 0 0,26 10 79 0 0,80 8 0 0 0,-86-17-57 0 0,39-1-1 0 0,14 2 13 0 0,181 12-115 0 0,389-6 160 0 0,-384-28-93 0 0,-176 15-40 0 0,78-1 106 0 0,-98 7-51 0 0,366 21 89 0 0,52 19 56 0 0,-301-17-134 0 0,-172-24-13 0 0,8 1 0 0 0,1 2 0 0 0,27 7 0 0 0,81 14 147 0 0,-118-21-143 0 0,163 38 165 0 0,167 38-89 0 0,-79-29 214 0 0,-181-36-273 0 0,92 14 88 0 0,-58-17 14 0 0,180 19 133 0 0,-101-7-112 0 0,-97-13-69 0 0,127 8-54 0 0,-186-18-18 0 0,0-2 0 0 0,1-1-1 0 0,58-13 1 0 0,72-18 130 0 0,-20-9-146 0 0,42-6-14 0 0,-150 35 19 0 0,-1-3-1 0 0,47-22 0 0 0,-79 31 10 0 0,1-1-1 0 0,-1 0 1 0 0,0-1 0 0 0,-1-1 0 0 0,0 0 0 0 0,0 0 0 0 0,12-17-1 0 0,-4 3-11 0 0,-2-1 0 0 0,19-35 0 0 0,-30 48-13 0 0,-1-1 0 0 0,0 1 0 0 0,0-1-1 0 0,-2 0 1 0 0,0 0 0 0 0,3-27 0 0 0,1-3-20 0 0,13-41-50 0 0,-12 32 10 0 0,-3 17-54 0 0,16-60 0 0 0,-12 61 48 0 0,9-69 0 0 0,-10 53 17 0 0,1 3 21 0 0,-5 33 37 0 0,-1 0 0 0 0,-1 0-1 0 0,0-1 1 0 0,-1 1 0 0 0,0 0 0 0 0,-1-1 0 0 0,-3-16-1 0 0,-6-15-31 0 0,4 26-1 0 0,1 0-1 0 0,1-1 1 0 0,0-24 0 0 0,1 24-15 0 0,-1 0 0 0 0,0 1 0 0 0,-1-1 0 0 0,-2 1-1 0 0,0 0 1 0 0,-1 1 0 0 0,-1-1 0 0 0,-13-24 0 0 0,-8-20-156 0 0,12 27 107 0 0,-39-61 0 0 0,35 65 91 0 0,-28-63-1 0 0,-16-94-93 0 0,36 95 84 0 0,4 12 20 0 0,-21-59-32 0 0,37 121 38 0 0,0 1 0 0 0,-1 0-1 0 0,-1 0 1 0 0,-22-28 0 0 0,-80-80 5 0 0,107 121 5 0 0,-1 1 0 0 0,0 0 0 0 0,0 0 1 0 0,-1 0-1 0 0,0 1 0 0 0,0 0 1 0 0,0 1-1 0 0,0 0 0 0 0,-12-4 0 0 0,0 2 24 0 0,-1 1-1 0 0,-33-4 1 0 0,-6-1-7 0 0,29 4-22 0 0,-150-38-14 0 0,69 10-26 0 0,-121-54 0 0 0,-98-50-40 0 0,262 116 58 0 0,0 3 0 0 0,-83-11 0 0 0,41 12 22 0 0,0 4 0 0 0,-1 6 0 0 0,0 4 0 0 0,-114 11 0 0 0,-193 11 80 0 0,159-11-147 0 0,-501-14 54 0 0,556-16-57 0 0,-205-50 0 0 0,236 39 49 0 0,-167-12 21 0 0,293 41 0 0 0,-370-17 4 0 0,72 7-21 0 0,298 10-10 0 0,1-1 1 0 0,0-3-1 0 0,0-2 0 0 0,-56-21 1 0 0,-133-47 92 0 0,206 69-81 0 0,-1 1 0 0 0,-1 1-1 0 0,0 2 1 0 0,-48-2 0 0 0,12 5-34 0 0,-72 8 1 0 0,7 0 2 0 0,65-4 29 0 0,-82 12 0 0 0,-122 23-50 0 0,50-21 134 0 0,207-14-62 0 0,-207-1 61 0 0,191-3-49 0 0,0-2 0 0 0,0 0 0 0 0,1-2 0 0 0,0-2 0 0 0,-33-13 0 0 0,-75-29-30 0 0,75 35 26 0 0,48 13-24 0 0,1 0 0 0 0,-1-1-1 0 0,1-1 1 0 0,0 0-1 0 0,0-1 1 0 0,-14-8-1 0 0,20 9 5 0 0,0 0-1 0 0,0 1 0 0 0,0 0 1 0 0,-1 0-1 0 0,0 1 0 0 0,1 1 1 0 0,-1-1-1 0 0,0 1 0 0 0,0 1 1 0 0,-12-1-1 0 0,3-1-1 0 0,-45-2 52 0 0,-122 5 1 0 0,-36-2 42 0 0,189-3-97 0 0,-24-2 76 0 0,23 3-117 0 0,0-1 1 0 0,1-2 0 0 0,-41-13-1 0 0,47 13-9 0 0,-24-6 76 0 0,0 3-1 0 0,0 2 1 0 0,-97-3-1 0 0,67 12-10 0 0,-140 21 1 0 0,43-4 8 0 0,38-3 107 0 0,-73 29 53 0 0,168-32-53 0 0,29-8-96 0 0,0 0 0 0 0,0 0 1 0 0,-1-2-1 0 0,-26 2 0 0 0,41-4-24 0 0,-31 0 3 0 0,1 1 1 0 0,-46 8 0 0 0,70-8-1 0 0,0 0 0 0 0,1 1 0 0 0,-1-1 0 0 0,0 1-1 0 0,1 1 1 0 0,-1-1 0 0 0,1 1 0 0 0,0 0 0 0 0,0 1 0 0 0,0-1 0 0 0,0 1 0 0 0,1 0 0 0 0,-1 1 0 0 0,1-1 0 0 0,0 1 0 0 0,1 0-1 0 0,-1 1 1 0 0,-4 6 0 0 0,8-11-23 0 0,0 1-1 0 0,0-1 1 0 0,1 0-1 0 0,-1 1 1 0 0,0-1-1 0 0,1 1 1 0 0,-1-1-1 0 0,1 1 0 0 0,-1-1 1 0 0,1 1-1 0 0,0 0 1 0 0,0-1-1 0 0,0 1 1 0 0,0-1-1 0 0,0 1 1 0 0,0 0-1 0 0,0-1 1 0 0,0 1-1 0 0,1-1 1 0 0,-1 1-1 0 0,1-1 1 0 0,-1 1-1 0 0,1-1 1 0 0,-1 1-1 0 0,1-1 0 0 0,0 1 1 0 0,0-1-1 0 0,0 0 1 0 0,0 1-1 0 0,0-1 1 0 0,0 0-1 0 0,0 0 1 0 0,2 2-1 0 0,2 0-230 0 0,1 0 0 0 0,-1 0 0 0 0,1 0-1 0 0,0-1 1 0 0,0 0 0 0 0,-1 0 0 0 0,13 2-1 0 0,91 11-4870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4:27.0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1764 91 1441 0 0,'-5'-1'1841'0'0,"4"0"-1561"0"0,0 2-160 0 0,0-1 1 0 0,0-1 0 0 0,0 1-1 0 0,0 0 1 0 0,0 0-1 0 0,-1 0 1 0 0,1-1 0 0 0,0 1-1 0 0,0 0 1 0 0,0-1-1 0 0,0 1 1 0 0,0-1 0 0 0,0 1-1 0 0,0-1 1 0 0,0 1-1 0 0,0-1 1 0 0,1 0 0 0 0,-1 0-1 0 0,0 1 1 0 0,0-1-1 0 0,0 0 1 0 0,1 0 0 0 0,-2-1-1 0 0,1 1-82 0 0,0 0 0 0 0,0 0-1 0 0,0 0 1 0 0,0 0-1 0 0,0 0 1 0 0,-1 1 0 0 0,1-1-1 0 0,0 0 1 0 0,0 1-1 0 0,-1-1 1 0 0,1 1 0 0 0,0-1-1 0 0,-1 1 1 0 0,1 0 0 0 0,-3-1-1 0 0,2 1 28 0 0,-25-13 180 0 0,16 8-143 0 0,1-1 0 0 0,-1 2 1 0 0,-18-6-1 0 0,-31-7 365 0 0,47 15-411 0 0,-33-3 116 0 0,0 2 1 0 0,-81 4-1 0 0,76 6-86 0 0,-26 6 42 0 0,14-1-91 0 0,17-4 31 0 0,-48 15 0 0 0,39-12 62 0 0,45-10-111 0 0,1 1 1 0 0,-1-1-1 0 0,1 2 1 0 0,-15 4-1 0 0,-70 20-59 0 0,64-18 128 0 0,-1 2 1 0 0,2 1-1 0 0,0 1 0 0 0,0 1 1 0 0,1 2-1 0 0,1 0 1 0 0,-27 23-1 0 0,-59 48-21 0 0,103-80-58 0 0,1 1 0 0 0,1 0 0 0 0,-11 11 0 0 0,1 0 35 0 0,13-14-34 0 0,0 1 0 0 0,1-1 0 0 0,0 1 0 0 0,0 0 0 0 0,0 0 0 0 0,-3 7 0 0 0,3-5-24 0 0,0-1 0 0 0,0 1-1 0 0,-11 11 1 0 0,7-10 24 0 0,0 0-1 0 0,1 1 1 0 0,0 0-1 0 0,0 0 1 0 0,1 0-1 0 0,-5 13 1 0 0,2 8 42 0 0,8-24-50 0 0,-1 0 0 0 0,1-1 0 0 0,-2 1 0 0 0,1-1 0 0 0,-1 1 0 0 0,-6 9 0 0 0,3-5-16 0 0,0 1 0 0 0,0-1 0 0 0,-6 22 0 0 0,8-21 28 0 0,0 0 0 0 0,-2 0 0 0 0,-8 15 0 0 0,-28 33 34 0 0,27-40-37 0 0,1 0 1 0 0,0 1-1 0 0,-14 33 1 0 0,18-21-12 0 0,3-20-8 0 0,-12 31 37 0 0,18-41-25 0 0,0-1 0 0 0,1 1-1 0 0,0-1 1 0 0,-1 0 0 0 0,1 1 0 0 0,0-1 0 0 0,0 1-1 0 0,0-1 1 0 0,0 1 0 0 0,1-1 0 0 0,-1 1 0 0 0,1-1-1 0 0,0 1 1 0 0,-1-1 0 0 0,1 0 0 0 0,0 0 0 0 0,0 1-1 0 0,2 1 1 0 0,6 7 23 0 0,-7-9-25 0 0,-1-1 0 0 0,0 0 0 0 0,1 1 0 0 0,-1-1 0 0 0,0 0 1 0 0,0 1-1 0 0,0-1 0 0 0,0 1 0 0 0,0 0 0 0 0,-1-1 0 0 0,1 1 0 0 0,0 0 0 0 0,-1-1 0 0 0,1 1 0 0 0,-1 0 1 0 0,0 0-1 0 0,0-1 0 0 0,1 5 0 0 0,-1 48-2 0 0,0-52 0 0 0,0 0 0 0 0,0 0 0 0 0,0 0 0 0 0,0 0 0 0 0,1 0 0 0 0,-1 0 0 0 0,1 0 0 0 0,-1 0 0 0 0,1 0 0 0 0,0 0 0 0 0,0 0 0 0 0,0 0 0 0 0,0-1 0 0 0,0 1 0 0 0,0 0 0 0 0,1-1 0 0 0,-1 1 0 0 0,2 1 0 0 0,-2-2 0 0 0,1 0 0 0 0,-1 1 0 0 0,0-1 0 0 0,0 1 0 0 0,0-1 0 0 0,0 1 0 0 0,0-1 0 0 0,0 1 0 0 0,0 0 0 0 0,-1-1 0 0 0,1 1 0 0 0,0 0 0 0 0,-1-1 0 0 0,0 1 0 0 0,1 0 0 0 0,-1 0 0 0 0,0 3 0 0 0,0 9 0 0 0,-1-12 0 0 0,1 1 0 0 0,-1 0 0 0 0,1 0 0 0 0,0 0 0 0 0,0-1 0 0 0,0 1 0 0 0,1 0 0 0 0,-1 0 0 0 0,1-1 0 0 0,-1 1 0 0 0,1 0 0 0 0,0 0 0 0 0,2 4 0 0 0,16 8-3 0 0,-17-14 0 0 0,1 1 1 0 0,-1-1-1 0 0,0 1 0 0 0,1 0 0 0 0,-1 0 1 0 0,0 0-1 0 0,0 0 0 0 0,0 0 0 0 0,0 0 0 0 0,-1 0 1 0 0,1 1-1 0 0,-1-1 0 0 0,1 1 0 0 0,-1-1 0 0 0,0 1 1 0 0,0-1-1 0 0,0 1 0 0 0,0 0 0 0 0,0 0 1 0 0,-1-1-1 0 0,1 1 0 0 0,-1 3 0 0 0,1-5 3 0 0,-1 1-1 0 0,0-1 0 0 0,1 0 1 0 0,-1 0-1 0 0,0 1 1 0 0,1-1-1 0 0,-1 0 1 0 0,1 0-1 0 0,0 0 0 0 0,0 1 1 0 0,-1-1-1 0 0,1 0 1 0 0,0 0-1 0 0,0 0 0 0 0,0 0 1 0 0,0 0-1 0 0,0-1 1 0 0,0 1-1 0 0,0 0 1 0 0,0 0-1 0 0,2 0 0 0 0,4 5 1 0 0,-6-5 0 0 0,1 1 0 0 0,-1 0 0 0 0,0-1 0 0 0,1 0 0 0 0,-1 1 0 0 0,1-1 0 0 0,0 0 0 0 0,-1 0 0 0 0,1 1 0 0 0,0-1 0 0 0,0-1 0 0 0,3 3 0 0 0,1-1 0 0 0,-6-2 1 0 0,0 0 0 0 0,1 0 0 0 0,-1 0 0 0 0,0 0 0 0 0,0 0 0 0 0,1 0 0 0 0,-1 0 0 0 0,0 0 0 0 0,0 1 0 0 0,1-1 0 0 0,-1 0-1 0 0,0 0 1 0 0,0 0 0 0 0,1 0 0 0 0,-1 1 0 0 0,0-1 0 0 0,0 0 0 0 0,0 0 0 0 0,0 1 0 0 0,1-1 0 0 0,-1 0 0 0 0,0 0 0 0 0,0 1 0 0 0,0-1 0 0 0,0 0 0 0 0,0 0 0 0 0,0 1 0 0 0,0-1 0 0 0,0 0 0 0 0,0 1 0 0 0,0-1 0 0 0,0 0 0 0 0,0 0 0 0 0,0 1 0 0 0,0-1 0 0 0,0 0 0 0 0,0 1 0 0 0,0-1 0 0 0,0 0 0 0 0,0 1 0 0 0,0-1 0 0 0,0 0 0 0 0,0 1 0 0 0,-1-1 0 0 0,1 0 1 0 0,0 1-1 0 0,0-1 0 0 0,0 1 0 0 0,0-1 0 0 0,0 0 0 0 0,0 1 1 0 0,0-1-1 0 0,0 0 0 0 0,1 1 0 0 0,-1-1 0 0 0,0 0 1 0 0,0 1-1 0 0,0-1 0 0 0,0 0 0 0 0,0 1 0 0 0,1-1 1 0 0,-1 0-1 0 0,0 1 0 0 0,0-1 0 0 0,0 0 0 0 0,1 0 0 0 0,-1 1 1 0 0,0-1-1 0 0,0 0 0 0 0,1 0 0 0 0,-1 1 0 0 0,0-1 1 0 0,1 0-1 0 0,0 0 0 0 0,2 2-1 0 0,0-1 0 0 0,0 1 0 0 0,0-1 0 0 0,-1 1 0 0 0,1 0 0 0 0,0 0 0 0 0,-1 0 0 0 0,1 0 0 0 0,-1 0 0 0 0,0 1 0 0 0,1-1 0 0 0,-1 1 0 0 0,0 0 0 0 0,-1 0 0 0 0,1-1 0 0 0,0 1 0 0 0,-1 0 0 0 0,0 0 0 0 0,0 0 0 0 0,0 1 0 0 0,0-1 0 0 0,1 6 0 0 0,-2-8 0 0 0,0 0 0 0 0,0 0 0 0 0,1 0 0 0 0,-1 0 0 0 0,0 0 0 0 0,0-1 0 0 0,1 1 0 0 0,-1 0 0 0 0,1 0 0 0 0,-1 0 0 0 0,1 0 0 0 0,-1 0 0 0 0,1-1 0 0 0,-1 1 0 0 0,1 0 0 0 0,0 0 0 0 0,0-1 0 0 0,-1 1 0 0 0,1 0 0 0 0,0-1 0 0 0,0 1 0 0 0,0-1 0 0 0,-1 1 0 0 0,1-1 0 0 0,0 0 0 0 0,0 1 0 0 0,1-1 0 0 0,6 5 0 0 0,14 15 2 0 0,-13-12 19 0 0,0 0 1 0 0,20 13 0 0 0,8 3-18 0 0,4 3-22 0 0,2-1 1 0 0,1-2-1 0 0,58 22 0 0 0,-10-14-31 0 0,48 18 165 0 0,-84-28-96 0 0,71 15 0 0 0,5 3-34 0 0,-106-30 28 0 0,1-2-1 0 0,1-1 0 0 0,49 7 1 0 0,31 12-1 0 0,-95-24-4 0 0,0 1 0 0 0,-1 0 0 0 0,1 1 0 0 0,-1 0-1 0 0,0 1 1 0 0,0 0 0 0 0,0 1 0 0 0,18 12 0 0 0,-8-7-9 0 0,-16-9 0 0 0,-1 0 0 0 0,0 1 0 0 0,0 0 0 0 0,0 0 0 0 0,6 4 0 0 0,-2-1 7 0 0,0-1-1 0 0,1 0 1 0 0,0 0 0 0 0,16 5-1 0 0,19 8 28 0 0,-27-10-34 0 0,0-2 0 0 0,1 0 0 0 0,-1-1 0 0 0,1-1 0 0 0,1-1-1 0 0,31 2 1 0 0,51 9 201 0 0,-71-8 175 0 0,0-1 0 0 0,51 1 0 0 0,-30-7-312 0 0,-1-2 0 0 0,58-11 0 0 0,92-34-757 0 0,-58 21 546 0 0,-122 22 181 0 0,-1 0 0 0 0,-1-1 0 0 0,1 0 0 0 0,-1-2 0 0 0,25-13-1 0 0,-35 15-12 0 0,0 1-1 0 0,-1-2 0 0 0,0 1 0 0 0,0-1 1 0 0,0 0-1 0 0,-1 0 0 0 0,0-1 1 0 0,-1 0-1 0 0,0 0 0 0 0,0-1 0 0 0,0 0 1 0 0,5-14-1 0 0,-5 11 3 0 0,-1-1 11 0 0,1 1 0 0 0,0 0 1 0 0,11-15-1 0 0,92-102 246 0 0,-104 123-288 0 0,0 0-1 0 0,1-1 1 0 0,0 1-1 0 0,0 1 1 0 0,0 0-1 0 0,1-1 1 0 0,9-4 0 0 0,-9 5-1 0 0,0 1 1 0 0,-1-1 0 0 0,0 0 0 0 0,0 0-1 0 0,0 0 1 0 0,0-1 0 0 0,6-9 0 0 0,9-24 5 0 0,-18 33 5 0 0,0 0-1 0 0,-1 0 1 0 0,2 1 0 0 0,-1-1 0 0 0,1 1 0 0 0,0 0-1 0 0,0 0 1 0 0,6-6 0 0 0,-7 8-4 0 0,0 1 1 0 0,-1 0-1 0 0,0-1 1 0 0,0 1-1 0 0,0-1 1 0 0,0 0-1 0 0,0 1 0 0 0,0-1 1 0 0,0 0-1 0 0,-1 0 1 0 0,0-1-1 0 0,0 1 0 0 0,0 0 1 0 0,1-3-1 0 0,0-4-13 0 0,-1-1 0 0 0,-1 1 0 0 0,0-15 0 0 0,-1 0 6 0 0,2-2 9 0 0,0 20 0 0 0,0-1 0 0 0,-1 0 0 0 0,0 0 0 0 0,0 0 0 0 0,-1 0 0 0 0,0 0 0 0 0,0 0 0 0 0,-4-9 0 0 0,-3 1 0 0 0,0 1 1 0 0,-1 1 0 0 0,-12-15 0 0 0,13 19-3 0 0,0-1 0 0 0,1 0 0 0 0,0 0 0 0 0,0-1-1 0 0,1 0 1 0 0,1 0 0 0 0,-5-14 0 0 0,6 4-21 0 0,3 15 14 0 0,0 1-1 0 0,0-1 1 0 0,-1 1 0 0 0,0 0 0 0 0,0 0 0 0 0,-1 0 0 0 0,0 0 0 0 0,1 0-1 0 0,-2 1 1 0 0,1-1 0 0 0,-7-7 0 0 0,-16-16-5 0 0,15 18 22 0 0,1 0 0 0 0,0 0 1 0 0,1-1-1 0 0,0-1 1 0 0,1 0-1 0 0,0 0 1 0 0,-10-24-1 0 0,14 21-24 0 0,4 13 11 0 0,-1-1 0 0 0,0 1 1 0 0,0-1-1 0 0,0 1 1 0 0,0 0-1 0 0,-1-1 0 0 0,-2-3 1 0 0,-35-32-9 0 0,28 15 13 0 0,7 12 0 0 0,-16-23 13 0 0,13 12 20 0 0,5 18-22 0 0,1 0 0 0 0,-1 0 0 0 0,0 0 1 0 0,-1 0-1 0 0,1 0 0 0 0,-1 1 0 0 0,0-1 0 0 0,-6-7 0 0 0,1 3-7 0 0,0 1-20 0 0,1-1-1 0 0,0 1 1 0 0,0-1 0 0 0,1-1 0 0 0,-6-10 0 0 0,5-4 45 0 0,6 21-20 0 0,0-1 1 0 0,0 0-1 0 0,-1 0 0 0 0,1 1 1 0 0,-1-1-1 0 0,0 1 0 0 0,0-1 1 0 0,0 1-1 0 0,0 0 1 0 0,-1 0-1 0 0,1 0 0 0 0,-1 0 1 0 0,-5-5-1 0 0,-165-141-156 0 0,159 136 120 0 0,6 6-16 0 0,0 0 0 0 0,0 0-1 0 0,-18-10 1 0 0,-18-10 15 0 0,24 14 29 0 0,-1 0-1 0 0,-32-14 1 0 0,-8 5-33 0 0,-1 2 1 0 0,-81-15 0 0 0,-89-23-849 0 0,203 52 857 0 0,0 1 0 0 0,0 2 0 0 0,-1 1 0 0 0,1 1 0 0 0,-1 1 1 0 0,-56 9-1 0 0,40-2-224 0 0,-60 16 0 0 0,94-20 150 0 0,0 1 0 0 0,0-1 0 0 0,-19 10 0 0 0,26-10-45 0 0,0 0 0 0 0,1 1 0 0 0,-1-1 1 0 0,1 1-1 0 0,-1 0 0 0 0,1 0 1 0 0,1 0-1 0 0,-1 1 0 0 0,0-1 0 0 0,-4 10 1 0 0,-22 37-3168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4:30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1413 67 800 0 0,'25'0'1775'0'0,"-20"0"-308"0"0,-5-1-1306 0 0,0 0-1 0 0,0-1 1 0 0,1 1 0 0 0,-1 0-1 0 0,0 0 1 0 0,0 0 0 0 0,0-1 0 0 0,0 1-1 0 0,0 0 1 0 0,0 0 0 0 0,-1 0-1 0 0,1 0 1 0 0,0-1 0 0 0,-1 1-1 0 0,1 0 1 0 0,-1 0 0 0 0,1 0 0 0 0,-1 0-1 0 0,1 0 1 0 0,-2-2 0 0 0,-4 0-116 0 0,5 2-28 0 0,0 1 0 0 0,0-1 0 0 0,0 1 0 0 0,-1-1 0 0 0,1 0 0 0 0,0 0 0 0 0,0 0 0 0 0,0 0 0 0 0,0 0 0 0 0,0 0 0 0 0,0 0 0 0 0,1 0-1 0 0,-1 0 1 0 0,0 0 0 0 0,1 0 0 0 0,-1-1 0 0 0,0 1 0 0 0,1 0 0 0 0,-1 0 0 0 0,1-1 0 0 0,0 1 0 0 0,-1 0 0 0 0,1-1 0 0 0,0 1 0 0 0,0 0 0 0 0,0-1 0 0 0,0-1 0 0 0,-5 1 116 0 0,-10 0-29 0 0,0 1 0 0 0,-1 0 0 0 0,1 2 0 0 0,0 0 0 0 0,-24 4-1 0 0,-73 20 155 0 0,55-10-178 0 0,-98 43 0 0 0,111-40 49 0 0,2 3 0 0 0,-49 32 0 0 0,67-39-44 0 0,0-2 1 0 0,-39 16-1 0 0,6-4-155 0 0,22-8 67 0 0,-36 12-1 0 0,-6 1 145 0 0,55-17-128 0 0,-41 26 1 0 0,0 0-1 0 0,35-20 4 0 0,0 1-1 0 0,2 1 1 0 0,-35 34 0 0 0,61-54-17 0 0,-14 14-3 0 0,1 0 0 0 0,-17 24 0 0 0,-7 8-55 0 0,34-44 64 0 0,1 0 0 0 0,-1 0 0 0 0,1 1 0 0 0,0-1 0 0 0,0 1 0 0 0,0 0 0 0 0,0-1 0 0 0,0 1 0 0 0,1 0 0 0 0,-1 0 1 0 0,1 0-1 0 0,0 0 0 0 0,-1 1 0 0 0,2-1 0 0 0,-1 0 0 0 0,0 0 0 0 0,1 1 0 0 0,-1-1 0 0 0,1 0 0 0 0,0 1 0 0 0,0 5 0 0 0,0-8-7 0 0,0 1-1 0 0,0-1 1 0 0,0 0-1 0 0,0 0 1 0 0,0 1-1 0 0,-1-1 0 0 0,1 0 1 0 0,0 0-1 0 0,-1 1 1 0 0,1-1-1 0 0,-1 0 1 0 0,0 0-1 0 0,1 0 1 0 0,-1 0-1 0 0,0 0 1 0 0,0 0-1 0 0,1 0 1 0 0,-1 0-1 0 0,0 0 1 0 0,0 0-1 0 0,-2 1 0 0 0,-3 4-17 0 0,5-5 18 0 0,1 0 1 0 0,0 0 0 0 0,0 0-1 0 0,0 0 1 0 0,0 0-1 0 0,0 0 1 0 0,0-1 0 0 0,0 1-1 0 0,0 0 1 0 0,0 0 0 0 0,0 0-1 0 0,0 0 1 0 0,1 0-1 0 0,-1 0 1 0 0,0 0 0 0 0,1 0-1 0 0,-1 0 1 0 0,1 0-1 0 0,-1-1 1 0 0,1 1 0 0 0,-1 0-1 0 0,1 0 1 0 0,0 0-1 0 0,-1-1 1 0 0,1 1 0 0 0,0 0-1 0 0,0-1 1 0 0,-1 1-1 0 0,1-1 1 0 0,2 2 0 0 0,0 1-1 0 0,0 12 1 0 0,-3-14 0 0 0,0 0 0 0 0,0 0 0 0 0,0 0 0 0 0,1 0 0 0 0,-1 1 0 0 0,0-1 0 0 0,0 0 0 0 0,0 0 0 0 0,1 0 0 0 0,-1 0 0 0 0,1 0 0 0 0,-1 0 0 0 0,1 0 0 0 0,-1 0 0 0 0,2 2 0 0 0,5 6 0 0 0,-2-4 0 0 0,0 0 0 0 0,-1 0 0 0 0,0 1 0 0 0,0-1 0 0 0,-1 1 0 0 0,1 0 0 0 0,-1 0 0 0 0,3 9 0 0 0,-14 10 49 0 0,6-21-55 0 0,0 0-1 0 0,0 1 1 0 0,1-1 0 0 0,-1 1 0 0 0,1-1 0 0 0,0 1 0 0 0,0 7 0 0 0,1-7-2 0 0,-1 0 0 0 0,1-1 0 0 0,-1 1 1 0 0,0 0-1 0 0,0 0 0 0 0,-1-1 0 0 0,0 1 1 0 0,1-1-1 0 0,-5 7 0 0 0,4-7 8 0 0,0 0 0 0 0,0 1-1 0 0,0-1 1 0 0,0 1 0 0 0,1 0 0 0 0,0-1-1 0 0,0 1 1 0 0,0 0 0 0 0,0 7 0 0 0,2 2 0 0 0,-1-9 0 0 0,1 1 0 0 0,-1-1 0 0 0,-1 0 0 0 0,1 0 0 0 0,-1 1 0 0 0,0-1 0 0 0,-2 6 0 0 0,-4 5 0 0 0,5-12 0 0 0,0 0 0 0 0,1 0 0 0 0,-1 0 0 0 0,1 0 0 0 0,0 0 0 0 0,0 0 0 0 0,0 0 0 0 0,0 1 0 0 0,1 5 0 0 0,-1 11-3 0 0,0-14 13 0 0,1 1 0 0 0,0-1 0 0 0,0 1 0 0 0,0-1 0 0 0,1 1-1 0 0,4 13 1 0 0,10 5 4 0 0,24 73-81 0 0,-35-90 73 0 0,1 0-1 0 0,1 0 1 0 0,-1-1 0 0 0,13 14-1 0 0,-11-15 13 0 0,-1 1-1 0 0,-1-1 1 0 0,1 1-1 0 0,-1 0 1 0 0,7 16-1 0 0,-4 2-4 0 0,-6-18-11 0 0,0-1 0 0 0,0 0 0 0 0,1 0 0 0 0,0 0 0 0 0,1-1 0 0 0,7 12 0 0 0,-6-10 11 0 0,0 1 0 0 0,0 0 0 0 0,-1 0 0 0 0,5 15 0 0 0,-6-15-1 0 0,0-1-1 0 0,1 1 0 0 0,0-1 1 0 0,0 0-1 0 0,9 11 0 0 0,-4-7 0 0 0,-4-5-21 0 0,1 0 1 0 0,-1 0 0 0 0,2 0 0 0 0,-1-1 0 0 0,1 0 0 0 0,12 9 0 0 0,18 5 40 0 0,57 20 0 0 0,-87-37-40 0 0,13 6-17 0 0,9 2 52 0 0,51 14 1 0 0,33 0 157 0 0,207 18-1 0 0,-58-11-16 0 0,-221-27-155 0 0,-32-5-10 0 0,0 1 0 0 0,0 0 0 0 0,0 1-1 0 0,0 0 1 0 0,0 0 0 0 0,0 1 0 0 0,15 7-1 0 0,-5-2 49 0 0,0 0 0 0 0,1-2 1 0 0,-1 0-1 0 0,1-1 0 0 0,40 5 0 0 0,9 2 23 0 0,-26-3-68 0 0,122 33 96 0 0,-111-23 15 0 0,-25-8-60 0 0,36 8-1 0 0,-45-14 211 0 0,37 14 1 0 0,-24-7 227 0 0,64 14 0 0 0,-68-20-427 0 0,0 0-51 0 0,1-1 0 0 0,0-2 1 0 0,0-1-1 0 0,51-3 1 0 0,-19-1-6 0 0,-60 2-11 0 0,44 1 0 0 0,1-3 0 0 0,65-10 0 0 0,36-19 0 0 0,-117 25-30 0 0,-25 6 12 0 0,-1-1 0 0 0,1 1 0 0 0,0-1 0 0 0,-1 0 0 0 0,1-1-1 0 0,-1 0 1 0 0,1 1 0 0 0,-1-2 0 0 0,0 1 0 0 0,0-1 0 0 0,0 1 0 0 0,0-1-1 0 0,0-1 1 0 0,-1 1 0 0 0,9-8 0 0 0,-7 4-30 0 0,0 1-1 0 0,1 0 1 0 0,0 0 0 0 0,1 1-1 0 0,-1 0 1 0 0,10-5 0 0 0,-6 3 22 0 0,0 0 1 0 0,17-15 0 0 0,-9 3 19 0 0,-1-2-1 0 0,-2 0 0 0 0,0 0 1 0 0,-1-2-1 0 0,20-39 0 0 0,-30 50 24 0 0,1 0 0 0 0,-2-1 0 0 0,0 0 0 0 0,4-20 0 0 0,-1-1 18 0 0,4 2-20 0 0,-8 24-4 0 0,-1 0 0 0 0,1-1 1 0 0,-1 1-1 0 0,-1-1 0 0 0,1 1 0 0 0,-1-12 1 0 0,-1-148 121 0 0,0 162-136 0 0,-1 1 0 0 0,1-1-1 0 0,-1 1 1 0 0,-1-1 0 0 0,1 1-1 0 0,-1 0 1 0 0,0 0 0 0 0,-3-8 0 0 0,2 8 1 0 0,1 0 1 0 0,0-1 0 0 0,0 1 0 0 0,0-1 0 0 0,1 1 0 0 0,0-1-1 0 0,0 0 1 0 0,0-8 0 0 0,-1-17 28 0 0,1 21-19 0 0,0-1 0 0 0,1 1 1 0 0,0-1-1 0 0,0 1 1 0 0,1-1-1 0 0,1 1 0 0 0,3-17 1 0 0,4 11-1 0 0,-7 12-4 0 0,0 1 0 0 0,0-1-1 0 0,0 1 1 0 0,0-1 0 0 0,-1 0 0 0 0,0 0-1 0 0,0 0 1 0 0,0 0 0 0 0,0 0-1 0 0,0 0 1 0 0,-1-6 0 0 0,0-10 0 0 0,-1 11 9 0 0,1 0-1 0 0,0 0 1 0 0,1 1 0 0 0,0-1-1 0 0,3-13 1 0 0,6-3 43 0 0,-7 20-48 0 0,-1 0 1 0 0,0 0 0 0 0,0-1-1 0 0,-1 1 1 0 0,1-1-1 0 0,-1 1 1 0 0,0-1 0 0 0,0-8-1 0 0,-1-3-15 0 0,1 10 1 0 0,-1 1 0 0 0,0 0 1 0 0,0-1-1 0 0,-1 1 0 0 0,0 0 0 0 0,0 0 1 0 0,-2-8-1 0 0,-7-6 4 0 0,8 16 3 0 0,0 1 0 0 0,0-1 1 0 0,1 1-1 0 0,-1-1 1 0 0,1 0-1 0 0,-1 0 1 0 0,1 0-1 0 0,1 0 0 0 0,-1 0 1 0 0,0-4-1 0 0,1 6 0 0 0,0 0 0 0 0,0-1 0 0 0,0 1 1 0 0,-1 1-1 0 0,1-1 0 0 0,-1 0 0 0 0,1 0 0 0 0,-1 0 0 0 0,0 0 0 0 0,0 0 0 0 0,0 0 0 0 0,0 1 0 0 0,0-1 0 0 0,0 0 0 0 0,0 1 0 0 0,0-1 0 0 0,-1 1 0 0 0,-1-3 0 0 0,-6-5-21 0 0,0-7 1 0 0,7 13 13 0 0,1 1 0 0 0,-1-1 0 0 0,0 0 0 0 0,0 0 0 0 0,0 1 0 0 0,-1-1 0 0 0,1 1-1 0 0,-1 0 1 0 0,-3-3 0 0 0,1 1-5 0 0,0 0 1 0 0,1-1-1 0 0,-1 1 0 0 0,1-1 0 0 0,-6-8 0 0 0,-16-18-4 0 0,21 26 29 0 0,1 0-1 0 0,1 0 0 0 0,-1 0 1 0 0,1 0-1 0 0,0-1 0 0 0,-3-7 1 0 0,3 7-10 0 0,0 0-1 0 0,0 0 1 0 0,-1 0 0 0 0,0 0 0 0 0,0 0-1 0 0,-7-6 1 0 0,-1 0-19 0 0,0-1-13 0 0,0 1 0 0 0,-1 0 1 0 0,-1 1-1 0 0,0 1 0 0 0,-1 0 0 0 0,0 0 0 0 0,0 2 0 0 0,-1 0 1 0 0,-27-10-1 0 0,0 7 37 0 0,-1 1 0 0 0,-64-5-1 0 0,-102 1 19 0 0,-2 19-138 0 0,127 0 102 0 0,22-3 22 0 0,-1-4 1 0 0,1-2-1 0 0,0-3 0 0 0,-92-22 1 0 0,-32-30 9 0 0,82 24-46 0 0,-27-17 163 0 0,122 48-133 0 0,-20-9-3 0 0,-1 1 0 0 0,-61-14 1 0 0,79 23-14 0 0,0 1 0 0 0,1 1 0 0 0,-21-1 0 0 0,-15-1-8 0 0,47 3 16 0 0,-17 0-375 0 0,10 12-1037 0 0,1 6-252 0 0,-18 25-4351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4:42.7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973 14 2081 0 0,'54'0'4429'0'0,"-49"0"-2882"0"0,0 0-1374 0 0,-5 0-160 0 0,2 0-4 0 0,-1 1 0 0 0,0-1 0 0 0,1 0 0 0 0,-1 0 0 0 0,0 0 0 0 0,1 0 0 0 0,-1 0-1 0 0,0 0 1 0 0,1-1 0 0 0,-1 1 0 0 0,0 0 0 0 0,0-1 0 0 0,1 1 0 0 0,-1-1 0 0 0,0 1 0 0 0,0-1 0 0 0,2-1 0 0 0,-3 1 791 0 0,0 0-689 0 0,0 1-107 0 0,0-1-1 0 0,0 1 1 0 0,0 0-1 0 0,0 0 0 0 0,0 0 1 0 0,0 0-1 0 0,0-1 0 0 0,0 1 1 0 0,0 0-1 0 0,0 0 1 0 0,0 0-1 0 0,0 0 0 0 0,0-1 1 0 0,0 1-1 0 0,0 0 0 0 0,0 0 1 0 0,0 0-1 0 0,0 0 1 0 0,0-1-1 0 0,0 1 0 0 0,0 0 1 0 0,0 0-1 0 0,0 0 0 0 0,0 0 1 0 0,0-1-1 0 0,0 1 0 0 0,0 0 1 0 0,0 0-1 0 0,0 0 1 0 0,-1 0-1 0 0,1 0 0 0 0,0 0 1 0 0,0-1-1 0 0,0 1 0 0 0,0 0 1 0 0,0 0-1 0 0,-1 0 1 0 0,1 0-1 0 0,0 0 0 0 0,0 0 1 0 0,0 0-1 0 0,0 0 0 0 0,0 0 1 0 0,-1 0-1 0 0,1 0 1 0 0,0 0-1 0 0,0 0 0 0 0,0 0 1 0 0,0 0-1 0 0,-1 0 0 0 0,1 0 1 0 0,0 0-1 0 0,0 0 1 0 0,0 0-1 0 0,0 0 0 0 0,-1 0 1 0 0,1 0-1 0 0,-25 1 10 0 0,-4 5-13 0 0,-149 38 160 0 0,162-40-145 0 0,1 0 0 0 0,0 1 0 0 0,0 1 0 0 0,-28 16 0 0 0,-36 13 84 0 0,70-31-68 0 0,-41 14 33 0 0,-64 32 1 0 0,107-45-53 0 0,0 0 1 0 0,0 0-1 0 0,0 0 0 0 0,1 1 1 0 0,-7 8-1 0 0,6-7-6 0 0,-5 9 30 0 0,11-15-33 0 0,0 1 0 0 0,0 0-1 0 0,0-1 1 0 0,-1 1 0 0 0,1-1 0 0 0,0 1-1 0 0,-1-1 1 0 0,1 1 0 0 0,-1-1 0 0 0,-3 2 0 0 0,-26 14 4 0 0,22-12 0 0 0,0-1 1 0 0,0 2-1 0 0,0-1 1 0 0,0 1-1 0 0,1 0 0 0 0,0 1 1 0 0,-12 13-1 0 0,12-8 6 0 0,7-10-13 0 0,0 0 0 0 0,0 0 0 0 0,0-1 0 0 0,-1 1 0 0 0,1 0 0 0 0,0-1 0 0 0,-1 1 0 0 0,0-1 0 0 0,1 1 0 0 0,-1-1 0 0 0,0 0 0 0 0,1 0 1 0 0,-1 0-1 0 0,0 1 0 0 0,0-2 0 0 0,0 1 0 0 0,-4 1 0 0 0,1 0-2 0 0,4-2 3 0 0,0 0-1 0 0,0 0 1 0 0,0 0-1 0 0,1 0 1 0 0,-1 0-1 0 0,0 0 1 0 0,0 1-1 0 0,0-1 1 0 0,1 0-1 0 0,-1 1 0 0 0,0-1 1 0 0,1 0-1 0 0,-1 1 1 0 0,0-1-1 0 0,0 1 1 0 0,1-1-1 0 0,-1 1 1 0 0,1 0-1 0 0,-1-1 1 0 0,1 1-1 0 0,-1-1 0 0 0,1 1 1 0 0,-1 0-1 0 0,1 0 1 0 0,-1-1-1 0 0,1 1 1 0 0,0 0-1 0 0,-1 0 1 0 0,1-1-1 0 0,0 1 1 0 0,0 1-1 0 0,-1-1 3 0 0,0 0-1 0 0,1 0 1 0 0,-1 0 0 0 0,0-1-1 0 0,1 1 1 0 0,-1 0 0 0 0,0 0 0 0 0,0 0-1 0 0,0-1 1 0 0,0 1 0 0 0,1 0-1 0 0,-1-1 1 0 0,0 1 0 0 0,0-1-1 0 0,0 1 1 0 0,-1-1 0 0 0,1 0-1 0 0,0 1 1 0 0,0-1 0 0 0,0 0-1 0 0,0 0 1 0 0,0 1 0 0 0,-1-1-1 0 0,0 0 1 0 0,-9 6 8 0 0,0 0 0 0 0,1 0 0 0 0,0 1 0 0 0,0 1 0 0 0,1-1 0 0 0,0 2 1 0 0,0-1-1 0 0,1 1 0 0 0,0 0 0 0 0,0 1 0 0 0,-8 14 0 0 0,13-5 111 0 0,3-18-117 0 0,0 0-1 0 0,0 0 0 0 0,0 0 0 0 0,0 0 0 0 0,0 0 0 0 0,0 0 0 0 0,0 0 0 0 0,0 0 0 0 0,-1 0 0 0 0,1 0 0 0 0,0 0 1 0 0,-1 0-1 0 0,1 0 0 0 0,-1 0 0 0 0,1 0 0 0 0,-1 0 0 0 0,0 0 0 0 0,-1 1 0 0 0,-18 7 37 0 0,18-9-47 0 0,1 1 0 0 0,-1-1 0 0 0,0 0 0 0 0,1 1 0 0 0,-1-1 0 0 0,1 1 0 0 0,-1 0 1 0 0,1 0-1 0 0,-1-1 0 0 0,1 1 0 0 0,-1 0 0 0 0,1 0 0 0 0,0 0 0 0 0,0 1 0 0 0,-1-1 0 0 0,1 0 0 0 0,0 0 1 0 0,0 1-1 0 0,0-1 0 0 0,0 0 0 0 0,1 1 0 0 0,-1-1 0 0 0,0 1 0 0 0,0-1 0 0 0,1 1 0 0 0,-1 0 0 0 0,1-1 1 0 0,0 1-1 0 0,-1 0 0 0 0,1-1 0 0 0,0 1 0 0 0,0 0 0 0 0,0 2 0 0 0,0 123 233 0 0,0-126-223 0 0,0 1 0 0 0,0 0-1 0 0,1 0 1 0 0,-1 0 0 0 0,0-1 0 0 0,1 1 0 0 0,-1 0 0 0 0,1-1-1 0 0,0 1 1 0 0,0 0 0 0 0,-1-1 0 0 0,1 1 0 0 0,0-1 0 0 0,0 1-1 0 0,0-1 1 0 0,1 0 0 0 0,-1 1 0 0 0,2 1 0 0 0,7 8 3 0 0,-1 4-7 0 0,-7-12 0 0 0,0 0 0 0 0,-1 0 0 0 0,1-1 0 0 0,0 1 0 0 0,1 0 0 0 0,-1-1 0 0 0,0 0 0 0 0,1 1 0 0 0,3 1 0 0 0,-3-2 0 0 0,-1 0-1 0 0,0-1 1 0 0,0 1 0 0 0,0 0 0 0 0,0 0 0 0 0,0 0-1 0 0,0 0 1 0 0,-1 0 0 0 0,1 1 0 0 0,-1-1-1 0 0,0 0 1 0 0,1 1 0 0 0,0 3 0 0 0,0 1 3 0 0,-1 0 0 0 0,0 0 0 0 0,-1 0 0 0 0,0 11 0 0 0,0-16-2 0 0,0-1 0 0 0,0 1 0 0 0,0-1 0 0 0,0 1-1 0 0,1 0 1 0 0,-1-1 0 0 0,0 1 0 0 0,1-1 0 0 0,-1 1-1 0 0,1-1 1 0 0,-1 1 0 0 0,1-1 0 0 0,0 1 0 0 0,0-1-1 0 0,0 1 1 0 0,0-1 0 0 0,0 0 0 0 0,0 0 0 0 0,0 0-1 0 0,0 1 1 0 0,2 0 0 0 0,-2-1-1 0 0,0 0 0 0 0,0 0-1 0 0,1 0 1 0 0,-1 1 0 0 0,0-1 0 0 0,0 0 0 0 0,0 1 0 0 0,0-1 0 0 0,-1 1-1 0 0,1-1 1 0 0,0 1 0 0 0,-1 0 0 0 0,1-1 0 0 0,-1 1 0 0 0,1 0-1 0 0,-1-1 1 0 0,0 1 0 0 0,1 0 0 0 0,-1-1 0 0 0,0 3 0 0 0,-1 12 18 0 0,0-11-7 0 0,0 0-1 0 0,1 1 1 0 0,0-1-1 0 0,0 0 0 0 0,1 1 1 0 0,-1-1-1 0 0,1 0 1 0 0,0 0-1 0 0,0 1 1 0 0,3 4-1 0 0,15 15-10 0 0,-9 1 0 0 0,-5-18 6 0 0,1 1-1 0 0,0-1 1 0 0,0 0 0 0 0,0-1 0 0 0,1 1-1 0 0,1-1 1 0 0,-1-1 0 0 0,1 1-1 0 0,0-1 1 0 0,0-1 0 0 0,1 1 0 0 0,-1-1-1 0 0,14 5 1 0 0,6 0 7 0 0,0-1 1 0 0,0-2-1 0 0,1 0 0 0 0,0-2 1 0 0,30 1-1 0 0,178 23-13 0 0,-179-23 11 0 0,181 7 58 0 0,-220-13-53 0 0,1-2 0 0 0,0 0 0 0 0,0-1 0 0 0,23-7 0 0 0,-24 6-16 0 0,16-5 0 0 0,44-29 80 0 0,-73 32-80 0 0,-2-1 0 0 0,11-4 0 0 0,-1 1 0 0 0,21-23 0 0 0,15-11 0 0 0,-45 39 0 0 0,1-1 0 0 0,-1 1 0 0 0,0-1 0 0 0,0 1 0 0 0,-1-1 0 0 0,0-1 0 0 0,0 1 0 0 0,0-1 0 0 0,-1 1 0 0 0,3-9 0 0 0,7-11 0 0 0,-4 10 15 0 0,-7 14-11 0 0,0-1 0 0 0,0 0 1 0 0,-1 1-1 0 0,1-1 0 0 0,-1 0 1 0 0,0 0-1 0 0,0 0 1 0 0,0 0-1 0 0,0 0 0 0 0,0 0 1 0 0,-1-1-1 0 0,0 1 0 0 0,1 0 1 0 0,-1-4-1 0 0,0-67-4 0 0,0 72 3 0 0,0 1-1 0 0,-1-1 1 0 0,1 0-1 0 0,0 1 0 0 0,-1-1 1 0 0,1 0-1 0 0,-1 1 1 0 0,1-1-1 0 0,-1 0 1 0 0,0 1-1 0 0,1-1 1 0 0,-1 1-1 0 0,0-1 0 0 0,0 1 1 0 0,0 0-1 0 0,-1-1 1 0 0,1 1-1 0 0,-2-2 1 0 0,2 2-2 0 0,0 0 0 0 0,-1 0 0 0 0,1-1 0 0 0,0 1 0 0 0,0-1 0 0 0,0 1 0 0 0,0-1 0 0 0,0 1 0 0 0,0-1 0 0 0,0 0 0 0 0,1 1 0 0 0,-1-1 1 0 0,1 0-1 0 0,-1 1 0 0 0,1-1 0 0 0,-1 0 0 0 0,1 0 0 0 0,0-2 0 0 0,0-103-68 0 0,0 104 67 0 0,0 0 0 0 0,-1 1 0 0 0,1-1 0 0 0,-1 0 0 0 0,1 1 0 0 0,-1-1 0 0 0,0 0 0 0 0,0 1 0 0 0,0-1 0 0 0,0 1 0 0 0,-1-1 0 0 0,1 1 0 0 0,-4-4 0 0 0,4 4 0 0 0,-1 0 0 0 0,0-1 0 0 0,1 1 0 0 0,0 0 0 0 0,-1-1 0 0 0,1 0 0 0 0,0 1 0 0 0,0-1 0 0 0,1 0 0 0 0,-1 1 0 0 0,0-1 0 0 0,1 0 0 0 0,-1-4 0 0 0,2-6 0 0 0,-1 9 0 0 0,0-1 0 0 0,0 1 0 0 0,0-1 0 0 0,0 1 0 0 0,-1-1 0 0 0,0 1 0 0 0,0 0 0 0 0,-1-6 0 0 0,-34-63-66 0 0,31 65 57 0 0,0-1 1 0 0,0 2 0 0 0,0-1-1 0 0,-1 0 1 0 0,0 1 0 0 0,-1 0-1 0 0,-7-6 1 0 0,-27-11 25 0 0,25 15-5 0 0,0-1 0 0 0,-25-20 0 0 0,22 12-12 0 0,-25-19 0 0 0,1 6 0 0 0,17 12 0 0 0,-38-23 0 0 0,46 33-174 0 0,6 2-535 0 0,0 1 1 0 0,-21-7 0 0 0,30 12 545 0 0,0 0 0 0 0,1 0 1 0 0,-1 1-1 0 0,0-1 1 0 0,1 1-1 0 0,-1 0 0 0 0,0 0 1 0 0,0 0-1 0 0,1 0 1 0 0,-1 0-1 0 0,0 1 0 0 0,0-1 1 0 0,1 1-1 0 0,-1 0 0 0 0,0-1 1 0 0,1 1-1 0 0,-1 1 1 0 0,-2 0-1 0 0,-20 9-3492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4:46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1064 14 2481 0 0,'0'0'1534'0'0,"-1"-2"268"0"0,7-1-1496 0 0,-3 3-113 0 0,-2 0-153 0 0,0 0-1 0 0,0 0 1 0 0,0 0 0 0 0,0 1 0 0 0,0-1-1 0 0,0-1 1 0 0,0 1 0 0 0,0 0 0 0 0,0 0-1 0 0,0 0 1 0 0,0 0 0 0 0,0-1 0 0 0,-1 1-1 0 0,1 0 1 0 0,0-1 0 0 0,0 1 0 0 0,0-1-1 0 0,0 1 1 0 0,-1-1 0 0 0,1 1 0 0 0,0-1-1 0 0,0 0 1 0 0,0 0 0 0 0,-1 0 1334 0 0,0 2-1307 0 0,-4 38-18 0 0,4-38-47 0 0,0-1 0 0 0,-1 1 0 0 0,1-1 1 0 0,0 1-1 0 0,-1-1 0 0 0,1 1 0 0 0,0-1 0 0 0,-1 0 1 0 0,1 1-1 0 0,-1-1 0 0 0,1 1 0 0 0,-1-1 0 0 0,1 0 1 0 0,-1 0-1 0 0,1 1 0 0 0,-1-1 0 0 0,1 0 0 0 0,-1 0 0 0 0,1 1 1 0 0,-1-1-1 0 0,0 0 0 0 0,1 0 0 0 0,-1 0 0 0 0,0 0 1 0 0,-8 2-14 0 0,9-1 11 0 0,0-1 0 0 0,0 0 0 0 0,-1 0 0 0 0,1 0 0 0 0,0 0 0 0 0,0 0 0 0 0,-1 0 0 0 0,1 0 0 0 0,0 0 0 0 0,0 1 0 0 0,0-1 0 0 0,-1 0 0 0 0,1 0 0 0 0,0 0 0 0 0,0 0 0 0 0,0 1 0 0 0,-1-1 0 0 0,1 0 0 0 0,0 0 0 0 0,0 0 0 0 0,0 1 0 0 0,0-1 0 0 0,0 0 0 0 0,0 0 0 0 0,0 1 0 0 0,-1-1 0 0 0,1 0 0 0 0,0 0 0 0 0,0 1 0 0 0,0-1 0 0 0,0 0 0 0 0,0 0 0 0 0,0 1 0 0 0,0-1 0 0 0,0 0 0 0 0,0 1 0 0 0,0 0 0 0 0,0 0 0 0 0,0-1 0 0 0,0 1 0 0 0,-1 0 1 0 0,1 0-1 0 0,0-1 0 0 0,-1 1 0 0 0,1 0 0 0 0,-1-1 0 0 0,1 1 0 0 0,0 0 0 0 0,-1-1 0 0 0,1 1 0 0 0,-1-1 0 0 0,0 1 1 0 0,1-1-1 0 0,-1 1 0 0 0,1-1 0 0 0,-1 1 0 0 0,0-1 0 0 0,1 0 0 0 0,-1 1 0 0 0,0-1 0 0 0,0 0 0 0 0,1 1 1 0 0,-1-1-1 0 0,0 0 0 0 0,0 0 0 0 0,0 0 0 0 0,-7 3 10 0 0,-22 22 57 0 0,29-24-67 0 0,1 0 0 0 0,-1 0 0 0 0,0 0 0 0 0,1 1 0 0 0,-1-1 0 0 0,1 0 0 0 0,-1 0 0 0 0,1 1 0 0 0,-1-1 0 0 0,1 0 0 0 0,0 1 0 0 0,0-1 0 0 0,0 0 0 0 0,0 1 0 0 0,0 2 0 0 0,-4 16 0 0 0,-6-9 0 0 0,9-10 0 0 0,0 0 0 0 0,-1 1 0 0 0,1-1 0 0 0,0 0 0 0 0,0 1 0 0 0,0-1 0 0 0,0 0 0 0 0,0 1 0 0 0,1 0 0 0 0,-1-1 0 0 0,0 1 0 0 0,1-1 0 0 0,-1 1 0 0 0,1 0 0 0 0,-1-1 0 0 0,1 1 0 0 0,0 0 0 0 0,0 0 0 0 0,0 2 0 0 0,0 26-13 0 0,0-30 11 0 0,0 0 1 0 0,0 1 0 0 0,0-1 0 0 0,0 0-1 0 0,0 1 1 0 0,0-1 0 0 0,0 0 0 0 0,-1 0-1 0 0,1 1 1 0 0,0-1 0 0 0,0 0 0 0 0,0 1-1 0 0,0-1 1 0 0,0 0 0 0 0,0 0 0 0 0,0 1-1 0 0,-1-1 1 0 0,1 0 0 0 0,0 0 0 0 0,0 1-1 0 0,0-1 1 0 0,-1 0 0 0 0,1 0 0 0 0,0 0-1 0 0,0 1 1 0 0,-1-1 0 0 0,1 0 0 0 0,0 0-1 0 0,0 0 1 0 0,-1 0 0 0 0,1 1 0 0 0,-50 21-13 0 0,50-22 17 0 0,-1 0-1 0 0,1 1 0 0 0,0-1 1 0 0,-1 0-1 0 0,1 0 1 0 0,0 0-1 0 0,-1 0 0 0 0,1 1 1 0 0,0-1-1 0 0,-1 0 0 0 0,1 0 1 0 0,0 1-1 0 0,0-1 0 0 0,-1 0 1 0 0,1 1-1 0 0,0-1 0 0 0,0 0 1 0 0,-1 1-1 0 0,1-1 0 0 0,0 0 1 0 0,0 1-1 0 0,0-1 1 0 0,0 0-1 0 0,-1 1 0 0 0,1-1 1 0 0,0 0-1 0 0,0 1 0 0 0,0 0 1 0 0,-3 4-5 0 0,-4-2 2 0 0,7-3 0 0 0,-1 0 0 0 0,0 0 0 0 0,0 0 0 0 0,1 0 0 0 0,-1 0 0 0 0,0 1 0 0 0,0-1 0 0 0,1 0 0 0 0,-1 0 0 0 0,0 1 0 0 0,1-1 0 0 0,-1 1 0 0 0,0-1 0 0 0,1 0 0 0 0,-1 1 0 0 0,0-1 0 0 0,1 1 0 0 0,-1-1 0 0 0,1 1 0 0 0,-1 0 0 0 0,1-1 0 0 0,-1 1 0 0 0,1 0 0 0 0,0-1 0 0 0,-1 1 0 0 0,1 0 0 0 0,0-1 0 0 0,-1 1 0 0 0,1 0 0 0 0,0 0 0 0 0,0-1 0 0 0,0 1 0 0 0,0 1 0 0 0,0-1 0 0 0,0 0 0 0 0,-1 0 0 0 0,1 1 0 0 0,0-1 0 0 0,0 0 0 0 0,-1 0 0 0 0,1 0 0 0 0,-1 0 0 0 0,1 0 0 0 0,-1 0 0 0 0,1 0 0 0 0,-1 0 0 0 0,1 0 0 0 0,-1 0 0 0 0,0 0 0 0 0,0 0 0 0 0,1 0 0 0 0,-1 0 0 0 0,0 0 0 0 0,0-1 0 0 0,0 1 0 0 0,0 0 0 0 0,-2 0 0 0 0,-6 7 0 0 0,-21 33 0 0 0,29-39 0 0 0,1 0 0 0 0,-1-1 0 0 0,-1 1 0 0 0,1 0 0 0 0,0-1 0 0 0,0 1 0 0 0,-1-1 0 0 0,1 1 0 0 0,0-1 0 0 0,-1 0 0 0 0,0 0 0 0 0,1 1 0 0 0,-1-1 0 0 0,0 0 0 0 0,-3 1 0 0 0,1 0 0 0 0,-2 0 6 0 0,1-1 0 0 0,-1 0 0 0 0,0 0 0 0 0,1 0 0 0 0,-1-1 0 0 0,0 0 0 0 0,0 0 0 0 0,1 0 0 0 0,-1-1 0 0 0,0 1 0 0 0,0-1 0 0 0,-5-2 0 0 0,2 1 9 0 0,8 0-11 0 0,0 1-1 0 0,0 0 1 0 0,1-1 0 0 0,-1 1-1 0 0,0-1 1 0 0,1 1-1 0 0,-1-1 1 0 0,1 1-1 0 0,0-1 1 0 0,-1 1-1 0 0,1-1 1 0 0,0 1-1 0 0,0-1 1 0 0,0 1-1 0 0,0-1 1 0 0,0 0-1 0 0,1 1 1 0 0,0-3-1 0 0,-1-1 10 0 0,-1-15 42 0 0,0 16-54 0 0,0 1 0 0 0,1-1 0 0 0,0 0 0 0 0,0 1 0 0 0,0-1 0 0 0,0 0 0 0 0,1 0-1 0 0,-1 1 1 0 0,1-1 0 0 0,0 1 0 0 0,0-1 0 0 0,3-6 0 0 0,5-2 1 0 0,-7 11 1 0 0,-1-1 1 0 0,1 1-1 0 0,-1-1 1 0 0,0 0-1 0 0,0 1 0 0 0,1-1 1 0 0,-1 0-1 0 0,-1 0 1 0 0,1 0-1 0 0,0 0 1 0 0,0 0-1 0 0,-1 0 0 0 0,1 0 1 0 0,-1 0-1 0 0,0 0 1 0 0,1 0-1 0 0,-1 0 0 0 0,-1-4 1 0 0,2-4-4 0 0,-1 10 2 0 0,0 0 1 0 0,0 0 0 0 0,0 0 0 0 0,0 0 0 0 0,0 0 0 0 0,0 0-1 0 0,0 0 1 0 0,-1 1 0 0 0,1-1 0 0 0,0 0 0 0 0,0 0 0 0 0,0 0-1 0 0,0 0 1 0 0,0 0 0 0 0,0 0 0 0 0,-1 0 0 0 0,1 0-1 0 0,0 0 1 0 0,0 0 0 0 0,0 0 0 0 0,0 0 0 0 0,0 0 0 0 0,-1 0-1 0 0,1 0 1 0 0,0 0 0 0 0,0 0 0 0 0,0 0 0 0 0,0 0 0 0 0,0 0-1 0 0,0 0 1 0 0,-1 0 0 0 0,1 0 0 0 0,0 0 0 0 0,0 0-1 0 0,0-1 1 0 0,0 1 0 0 0,0 0 0 0 0,0 0 0 0 0,0 0 0 0 0,-1 0-1 0 0,1 0 1 0 0,0 0 0 0 0,0 0 0 0 0,0 0 0 0 0,0-1 0 0 0,0 1-1 0 0,0 0 1 0 0,0 0 0 0 0,0 0 0 0 0,0 0 0 0 0,0 0-1 0 0,0 0 1 0 0,0-1 0 0 0,0 1 0 0 0,0 0 0 0 0,0 0 0 0 0,0 0-1 0 0,0 0 1 0 0,0 0 0 0 0,0 0 0 0 0,0-1 0 0 0,0 1 0 0 0,0 0-1 0 0,0 0 1 0 0,0 0 0 0 0,0 0-2 0 0,-25 1 52 0 0,-39-1 120 0 0,39 0-106 0 0,-5 0-54 0 0,1 0-13 0 0,19-1-4 0 0,0 1-1 0 0,-1 0 0 0 0,1 1 1 0 0,0 0-1 0 0,0 1 0 0 0,1 0 1 0 0,-1 0-1 0 0,0 1 0 0 0,1 0 0 0 0,-15 7 1 0 0,9-3-11 0 0,-73 37 1 0 0,49-28 23 0 0,29-15 3 0 0,-11 2-19 0 0,3 1 2 0 0,10-3 12 0 0,0 1-1 0 0,0 0 1 0 0,1 0-1 0 0,-1 1 1 0 0,0 0-1 0 0,1 0 1 0 0,0 1-1 0 0,0 0 0 0 0,0 0 1 0 0,-8 7-1 0 0,7-5-6 0 0,0 1 0 0 0,0-1 0 0 0,0 0 0 0 0,-16 8 0 0 0,17-10 0 0 0,-1 0 0 0 0,1 0 0 0 0,0 1 0 0 0,1 0 0 0 0,-1 1 0 0 0,1-1 0 0 0,-9 11 0 0 0,-14 14 0 0 0,27-26 2 0 0,1 0 0 0 0,0-1 0 0 0,-1 1-1 0 0,2 0 1 0 0,-1 0 0 0 0,0 0-1 0 0,1 0 1 0 0,0 0 0 0 0,0 0 0 0 0,0 0-1 0 0,0 0 1 0 0,2 7 0 0 0,-1-1-11 0 0,-3-8-2 0 0,2-2 11 0 0,0 0 0 0 0,0 0 0 0 0,0 0 0 0 0,0 0 0 0 0,1 0 0 0 0,-1 0 0 0 0,0 0 0 0 0,0 0 0 0 0,0 0 0 0 0,0 0 0 0 0,0 0 0 0 0,0 0 0 0 0,0 0 0 0 0,0 0 0 0 0,0 0 0 0 0,0 0 0 0 0,0 0 0 0 0,0 0 0 0 0,1 0 0 0 0,-1 0 0 0 0,0 0 0 0 0,0 0 0 0 0,0 1 0 0 0,0-1 0 0 0,0 0 0 0 0,0 0 0 0 0,0 0 0 0 0,0 0 0 0 0,0 0 0 0 0,0 0 0 0 0,0 0 0 0 0,0 0 0 0 0,0 0 0 0 0,0 0 0 0 0,0 0 0 0 0,0 0 0 0 0,0 0 0 0 0,0 1 0 0 0,0-1 0 0 0,0 0 0 0 0,0 0 0 0 0,0 0 0 0 0,0 0 0 0 0,0 0 0 0 0,0 0 0 0 0,0 0 0 0 0,0 0 0 0 0,0 0 0 0 0,0 0 0 0 0,0 0 0 0 0,0 0 0 0 0,0 1 0 0 0,0-1 0 0 0,0 0 0 0 0,0 0 0 0 0,0 0 0 0 0,0 0 0 0 0,0 0 0 0 0,-1 0 0 0 0,1 0 0 0 0,0 0 0 0 0,0 0 0 0 0,0 0 0 0 0,0 0 0 0 0,30 8-69 0 0,237 63 135 0 0,-263-70-61 0 0,0 1 0 0 0,-1 0-1 0 0,1-1 1 0 0,0 1-1 0 0,-1 1 1 0 0,1-1-1 0 0,-1 0 1 0 0,0 1 0 0 0,4 3-1 0 0,-3-2 9 0 0,0 0-1 0 0,0-1 0 0 0,0 0 1 0 0,1 0-1 0 0,8 5 1 0 0,-3-5-4 0 0,-1 0-1 0 0,1 0 1 0 0,0 0 0 0 0,0-1 0 0 0,16 1 0 0 0,87 5 151 0 0,-94-6-119 0 0,-10-1-15 0 0,-1-1 1 0 0,1 1-1 0 0,0-2 1 0 0,-1 1 0 0 0,1-1-1 0 0,9-2 1 0 0,61-5 109 0 0,114 4 1 0 0,-139 4-90 0 0,-12 0-47 0 0,-39 0 0 0 0,40-5 0 0 0,-13 4 0 0 0,-1 0 0 0 0,-26-1 0 0 0,0-1 0 0 0,46-10 0 0 0,-44 6 0 0 0,-4 6 0 0 0,-1 0 0 0 0,1 0 1 0 0,0 1-1 0 0,0-1 0 0 0,0 0 0 0 0,-1 0 1 0 0,1 0-1 0 0,0 1 0 0 0,0-1 1 0 0,0 1-1 0 0,0-1 0 0 0,0 1 0 0 0,0-1 1 0 0,1 1-1 0 0,-1-1 0 0 0,0 1 1 0 0,0 0-1 0 0,0 0 0 0 0,2-1 0 0 0,1 0 8 0 0,-3-1 1 0 0,0-1 0 0 0,0 0 0 0 0,0 1-1 0 0,0-1 1 0 0,-1 0 0 0 0,1 0 0 0 0,-1 0 0 0 0,1 0-1 0 0,-1 0 1 0 0,0 0 0 0 0,0 1 0 0 0,0-1 0 0 0,-1 0-1 0 0,0-3 1 0 0,1-5 6 0 0,-2-9-17 0 0,2 15 3 0 0,-1 0 1 0 0,1 0-1 0 0,-1 0 1 0 0,1 0-1 0 0,1 0 0 0 0,-1 0 1 0 0,1 0-1 0 0,0 0 0 0 0,0 0 1 0 0,2-6-1 0 0,1 4 10 0 0,-1 3-6 0 0,-1 1-1 0 0,0-1 1 0 0,-1 1 0 0 0,1-1-1 0 0,-1 0 1 0 0,0 0 0 0 0,1 0-1 0 0,-2 0 1 0 0,1 0 0 0 0,0 0-1 0 0,-1-8 1 0 0,1 11-5 0 0,-1-1 0 0 0,0 0 0 0 0,0 1 0 0 0,0-1 0 0 0,0 0 0 0 0,0 0 0 0 0,0 1 0 0 0,-1-1 0 0 0,1 0 0 0 0,-1 1 0 0 0,1-1 0 0 0,-1 0 0 0 0,1 1 0 0 0,-1-1 0 0 0,0 1 0 0 0,0-1 0 0 0,0 1 0 0 0,0-1 0 0 0,0 1 0 0 0,0-1 0 0 0,0 1 0 0 0,-3-2 0 0 0,-2-3 0 0 0,6 5 0 0 0,-1-1 0 0 0,1 1 0 0 0,-1 0 0 0 0,1-1 0 0 0,-1 1 0 0 0,1-1 0 0 0,0 1 0 0 0,-1-1 0 0 0,1 1 0 0 0,0 0 0 0 0,0-1 0 0 0,0 1 0 0 0,0-1 0 0 0,0 1 0 0 0,1-2 0 0 0,-1 1 0 0 0,0 1 0 0 0,1 0 0 0 0,-1 0 0 0 0,0 0 0 0 0,0 0 0 0 0,0-1 0 0 0,0 1 0 0 0,0 0 0 0 0,0 0 0 0 0,-1 0 0 0 0,1 0 0 0 0,0-1 0 0 0,0 1 0 0 0,-1 0 0 0 0,1 0 0 0 0,-1 0 0 0 0,1 0 0 0 0,-1 0 0 0 0,0 0 0 0 0,0-2 0 0 0,-8-1 0 0 0,8 4 0 0 0,0 0 0 0 0,0 0 0 0 0,1 0 0 0 0,-1-1 0 0 0,0 1 0 0 0,0 0 0 0 0,1-1 0 0 0,-1 1 0 0 0,0-1 0 0 0,1 1 0 0 0,-1-1 0 0 0,0 1 0 0 0,1-1 0 0 0,-1 1 0 0 0,0-1 0 0 0,1 1 0 0 0,-1-1 0 0 0,1 0 0 0 0,0 1 0 0 0,-1-1 0 0 0,1 0 0 0 0,-1 0 0 0 0,1 1 0 0 0,0-1 0 0 0,0 0 0 0 0,-1 0 0 0 0,1 0 0 0 0,0 1 0 0 0,0-1 0 0 0,0 0 0 0 0,0 0 0 0 0,0-1 0 0 0,-1 1 2 0 0,1-1 1 0 0,-1 1-1 0 0,1 0 0 0 0,-1-1 1 0 0,0 1-1 0 0,0 0 0 0 0,0 0 1 0 0,0-1-1 0 0,0 1 0 0 0,0 0 1 0 0,0 0-1 0 0,0 0 0 0 0,0 0 1 0 0,0 0-1 0 0,0 1 0 0 0,-1-1 1 0 0,1 0-1 0 0,0 1 0 0 0,-1-1 1 0 0,1 0-1 0 0,-3 0 1 0 0,-1-1 12 0 0,-108-67 91 0 0,109 65-90 0 0,5 3-14 0 0,-5 0 20 0 0,-29-7 72 0 0,-31-11-79 0 0,47 15-15 0 0,0 0-1 0 0,0 1 1 0 0,0 0-1 0 0,-24 0 1 0 0,12 1 0 0 0,-12-3 0 0 0,32 2 0 0 0,-1-1 0 0 0,-22-2 8 0 0,15 3 7 0 0,1 0-1 0 0,-1-1 1 0 0,-24-10 0 0 0,1 5-4 0 0,33 9-24 0 0,0-1 0 0 0,-1 0 0 0 0,1-1 0 0 0,-13-4 0 0 0,-4 0 67 0 0,4 5-28 0 0,16 1 41 0 0,4-1 0 0 0,0-3-80 0 0,0 4-36 0 0,0 0 1 0 0,0 0-1 0 0,0 0 1 0 0,0 1-1 0 0,0-1 1 0 0,0 0-1 0 0,0 0 1 0 0,1 0 0 0 0,-1 1-1 0 0,0-1 1 0 0,0 0-1 0 0,0 0 1 0 0,0 0-1 0 0,0 1 1 0 0,0-1-1 0 0,0 0 1 0 0,0 0 0 0 0,0 0-1 0 0,0 0 1 0 0,0 1-1 0 0,-1-1 1 0 0,1 0-1 0 0,0 0 1 0 0,0 0-1 0 0,0 1 1 0 0,0-1 0 0 0,0 0-1 0 0,0 0 1 0 0,0 0-1 0 0,0 0 1 0 0,0 1-1 0 0,-1-1 1 0 0,1 0-1 0 0,0 0 1 0 0,0 0 0 0 0,0 0-1 0 0,0 0 1 0 0,-1 0-1 0 0,1 0 1 0 0,0 1-1 0 0,0-1 1 0 0,0 0-1 0 0,0 0 1 0 0,-1 0 0 0 0,1 0-1 0 0,0 0 1 0 0,0 0-1 0 0,0 0 1 0 0,-1 0-1 0 0,1 0 1 0 0,0 0-1 0 0,0 0 1 0 0,0 0 0 0 0,-1 0-1 0 0,1 0 1 0 0,0 0-1 0 0,-25 11-3966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4:49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57 5523 0 0,'-30'-5'2080'0'0,"30"-9"-1679"0"0,30 9-401 0 0,-30-3 0 0 0,0 3 0 0 0,29-1 0 0 0,-29-2 0 0 0,30 8 0 0 0,-1-5-320 0 0,-58 24-6884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4:54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798 151 1040 0 0,'43'0'6270'0'0,"-32"0"-6123"0"0,-11 0-115 0 0,1 0 0 0 0,-1 0 0 0 0,0 0 0 0 0,0 0 0 0 0,1-1 0 0 0,-1 1 0 0 0,0 0 0 0 0,1 0 0 0 0,-1 0 0 0 0,0 0 0 0 0,0-1 0 0 0,1 1 0 0 0,-1 0 1 0 0,0 0-1 0 0,0 0 0 0 0,0-1 0 0 0,1 1 0 0 0,-1 0 0 0 0,0 0 0 0 0,0-1 0 0 0,0 1 0 0 0,0 0 0 0 0,0-1 0 0 0,1 1 0 0 0,-1 0 0 0 0,0-1 0 0 0,0 1 0 0 0,0 0 0 0 0,0 0 0 0 0,0-1 1 0 0,0 1-1 0 0,0 0 0 0 0,0-1 0 0 0,0 1 0 0 0,0 0 0 0 0,0-1 0 0 0,0 1 0 0 0,0 0 0 0 0,-1-1 0 0 0,1 1 0 0 0,0 0 0 0 0,0 0 0 0 0,0-1 0 0 0,0 1 0 0 0,0 0 0 0 0,-1 0 0 0 0,1-1 1 0 0,0 1-1 0 0,0 0 0 0 0,-1 0 0 0 0,1-1 0 0 0,0 1 0 0 0,0 0 0 0 0,-1 0 0 0 0,1 0 0 0 0,0 0 0 0 0,0-1 0 0 0,-1 1 0 0 0,1 0 0 0 0,0 0 0 0 0,-1 0 0 0 0,-6-1 16 0 0,-9-2 36 0 0,0 0 0 0 0,0-1 0 0 0,0 0 0 0 0,1-1 0 0 0,0-1 0 0 0,0-1 1 0 0,-17-9-1 0 0,-18-3 9 0 0,40 11-34 0 0,8 7-52 0 0,0 0 0 0 0,0-1 0 0 0,1 1-1 0 0,-1 0 1 0 0,0 1 0 0 0,0-1 0 0 0,0 0-1 0 0,0 0 1 0 0,0 1 0 0 0,-3-1-1 0 0,-84-24 181 0 0,30 8-53 0 0,32 14-117 0 0,12 1-6 0 0,1 0 0 0 0,-1 1 0 0 0,0 1-1 0 0,0 0 1 0 0,1 1 0 0 0,-18 3 0 0 0,15-1-11 0 0,5-3 0 0 0,-1 2 0 0 0,1-1 0 0 0,-18 6 0 0 0,20-5 0 0 0,-43 12 0 0 0,52-14 0 0 0,-1 1 0 0 0,1 0 0 0 0,-1 0 0 0 0,1-1 0 0 0,-1 1 0 0 0,1 0 0 0 0,0 0 0 0 0,-1 1 0 0 0,1-1 0 0 0,0 0 0 0 0,0 0 0 0 0,-1 2 0 0 0,-11 12 0 0 0,-4 1 14 0 0,8-8 6 0 0,1 0 0 0 0,0 1 0 0 0,-9 12-1 0 0,-2-4 17 0 0,16-15-43 0 0,0 0 0 0 0,1 0 0 0 0,-1-1 0 0 0,1 2 1 0 0,-1-1-1 0 0,1 0 0 0 0,0 0 0 0 0,0 1 1 0 0,0-1-1 0 0,0 1 0 0 0,1-1 0 0 0,-1 1 0 0 0,1 0 1 0 0,-1 0-1 0 0,1 0 0 0 0,-2 6 0 0 0,3-7 9 0 0,0-1 0 0 0,0 1 0 0 0,0 0 0 0 0,-1 0-1 0 0,1 0 1 0 0,-1 0 0 0 0,1-1 0 0 0,-1 1 0 0 0,0 0 0 0 0,1-1-1 0 0,-1 1 1 0 0,0 0 0 0 0,0-1 0 0 0,0 1 0 0 0,0-1 0 0 0,-1 1-1 0 0,1-1 1 0 0,0 0 0 0 0,-1 0 0 0 0,-1 2 0 0 0,-3 3 13 0 0,4-4-18 0 0,1 0 0 0 0,0 0 1 0 0,0 0-1 0 0,1 0 0 0 0,-1 1 1 0 0,0-1-1 0 0,1 0 0 0 0,-1 0 1 0 0,1 1-1 0 0,0-1 0 0 0,0 0 1 0 0,0 4-1 0 0,2 33-40 0 0,-1-29 67 0 0,-1 97-37 0 0,0-106 12 0 0,0-1-1 0 0,0 1 1 0 0,0 0 0 0 0,0 0-1 0 0,0 0 1 0 0,0-1 0 0 0,0 1-1 0 0,1 0 1 0 0,-1-1 0 0 0,0 1-1 0 0,1 0 1 0 0,-1 0 0 0 0,0-1-1 0 0,1 1 1 0 0,-1-1 0 0 0,1 1-1 0 0,-1 0 1 0 0,1-1 0 0 0,-1 1-1 0 0,1-1 1 0 0,0 1 0 0 0,-1-1 0 0 0,1 1-1 0 0,0-1 1 0 0,-1 0 0 0 0,1 1-1 0 0,0-1 1 0 0,-1 0 0 0 0,1 1-1 0 0,0-1 1 0 0,0 0 0 0 0,1 0-1 0 0,-2 0 1 0 0,1 0 0 0 0,0 0 0 0 0,-1 1 0 0 0,1-1 0 0 0,-1 0-1 0 0,1 0 1 0 0,0 0 0 0 0,-1 1 0 0 0,1-1 0 0 0,-1 0 0 0 0,1 0 0 0 0,-1 1 0 0 0,1-1-1 0 0,-1 1 1 0 0,1-1 0 0 0,-1 0 0 0 0,1 1 0 0 0,-1-1 0 0 0,0 1 0 0 0,1-1-1 0 0,-1 1 1 0 0,0-1 0 0 0,1 1 0 0 0,-1-1 0 0 0,0 1 0 0 0,0 0 0 0 0,1-1-1 0 0,-1 1 1 0 0,0-1 0 0 0,0 1 0 0 0,0 1 0 0 0,1-1 1 0 0,-1 1 0 0 0,1-1 0 0 0,0 0 0 0 0,0 0 0 0 0,-1 1 0 0 0,1-1 0 0 0,0 0 0 0 0,0 0 0 0 0,0 0 0 0 0,0 0 0 0 0,0 1 0 0 0,1-2 0 0 0,-1 1 0 0 0,0 0 0 0 0,0 0 0 0 0,1 0 0 0 0,2 1 0 0 0,0 0 0 0 0,8 9 0 0 0,0-1 0 0 0,1 0 0 0 0,25 14 0 0 0,-14-10 0 0 0,-15-10-15 0 0,1 0 0 0 0,0-1 1 0 0,15 4-1 0 0,5 1-6 0 0,63 28 40 0 0,-71-26-14 0 0,1-1 1 0 0,0 0-1 0 0,1-2 0 0 0,0 0 0 0 0,0-2 1 0 0,0-1-1 0 0,1-1 0 0 0,42 0 1 0 0,-4-3 77 0 0,-24 0-45 0 0,67 7 1 0 0,-98-7-36 0 0,0 0 0 0 0,0 0 1 0 0,0-1-1 0 0,11-1 0 0 0,19-2-6 0 0,50-1 16 0 0,-75 5 14 0 0,1-1 0 0 0,24-3-1 0 0,-14 3 41 0 0,-8-1-25 0 0,0-1 0 0 0,-1 0-1 0 0,1-1 1 0 0,-1 0 0 0 0,26-13-1 0 0,12-2 109 0 0,36-22 170 0 0,-80 37-285 0 0,1 1 0 0 0,-1-2-1 0 0,0 1 1 0 0,8-7 0 0 0,-15 8-25 0 0,-1 0 1 0 0,0 0-1 0 0,0 0 1 0 0,0 0-1 0 0,0 0 1 0 0,-1 0-1 0 0,1 0 1 0 0,-1 0-1 0 0,0-1 1 0 0,0 1-1 0 0,0 0 1 0 0,0 0 0 0 0,-1 0-1 0 0,0-3 1 0 0,0-7 71 0 0,0 9-61 0 0,0 1 0 0 0,-1 0 0 0 0,1-1 0 0 0,-1 1 0 0 0,0 0 0 0 0,0 0 0 0 0,0 0 0 0 0,0 0 1 0 0,-1 1-1 0 0,1-1 0 0 0,-1 1 0 0 0,0-1 0 0 0,1 1 0 0 0,-5-2 0 0 0,-12-14 116 0 0,4-2-30 0 0,-5-3-40 0 0,-30-26 102 0 0,38 36-125 0 0,0 0 1 0 0,-1 1-1 0 0,-17-11 1 0 0,9 9 26 0 0,2 0 78 0 0,-1 1 1 0 0,-34-16 0 0 0,23 14 1 0 0,24 10-143 0 0,-1 1 0 0 0,0 1 1 0 0,0-1-1 0 0,0 1 0 0 0,-11-2 0 0 0,-10-1-1462 0 0,29 9-1763 0 0,0 2-1583 0 0,0 6 1358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5:23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942 131 640 0 0,'-25'-24'1724'0'0,"22"19"-1408"0"0,-1 1 0 0 0,1 0 0 0 0,-1 1 1 0 0,0-1-1 0 0,-1 1 0 0 0,1 0 0 0 0,0 0 0 0 0,-1 0 0 0 0,0 0 0 0 0,1 1 0 0 0,-1 0 1 0 0,0 0-1 0 0,-9-2 0 0 0,-12-2 84 0 0,-1 0 0 0 0,1-2 0 0 0,-33-15 1 0 0,45 19-310 0 0,0 0 0 0 0,-1 0 1 0 0,1 2-1 0 0,-1 0 1 0 0,1 0-1 0 0,-28 2 1 0 0,14 2-40 0 0,0 2-1 0 0,-46 12 1 0 0,36-7-100 0 0,29-7 45 0 0,1 1 1 0 0,0 0 0 0 0,-1 0 0 0 0,1 1-1 0 0,-14 9 1 0 0,-7 3 2 0 0,22-13 1 0 0,-1 0 1 0 0,1 0-1 0 0,0 1 0 0 0,0 0 0 0 0,1 1 0 0 0,-1-1 1 0 0,1 1-1 0 0,0 0 0 0 0,0 1 0 0 0,-6 7 1 0 0,4 3 32 0 0,7-14-33 0 0,0 0 0 0 0,0 0 0 0 0,0-1 0 0 0,0 1 0 0 0,0 0 1 0 0,0 0-1 0 0,0-1 0 0 0,-1 1 0 0 0,1 0 0 0 0,-1-1 0 0 0,0 0 0 0 0,1 1 0 0 0,-1-1 1 0 0,0 0-1 0 0,1 0 0 0 0,-5 2 0 0 0,2-1 6 0 0,0 1-1 0 0,0 0 1 0 0,0 0-1 0 0,0 0 1 0 0,0 0 0 0 0,0 0-1 0 0,1 1 1 0 0,-1 0 0 0 0,1 0-1 0 0,0 0 1 0 0,-3 6-1 0 0,-11 13 75 0 0,9-14-71 0 0,7-7-14 0 0,-1-1 1 0 0,1 1 0 0 0,-1-1-1 0 0,1 1 1 0 0,0 0 0 0 0,0-1-1 0 0,0 1 1 0 0,0 0 0 0 0,0 0 0 0 0,0 0-1 0 0,0 0 1 0 0,1 0 0 0 0,-1 0-1 0 0,0 0 1 0 0,1 0 0 0 0,0 0-1 0 0,0 0 1 0 0,0 4 0 0 0,-1-3 6 0 0,1-1 1 0 0,0 0-1 0 0,0 0 1 0 0,1 0-1 0 0,-1 0 1 0 0,0 0-1 0 0,1 0 1 0 0,-1 0-1 0 0,1 1 1 0 0,0-1-1 0 0,0-1 1 0 0,0 1 0 0 0,0 0-1 0 0,0 0 1 0 0,0 0-1 0 0,0 0 1 0 0,0-1-1 0 0,3 3 1 0 0,6 10-5 0 0,-9-12 1 0 0,0-1 0 0 0,-1 1 0 0 0,1-1 0 0 0,-1 1 0 0 0,0 0 1 0 0,1-1-1 0 0,-1 1 0 0 0,0-1 0 0 0,0 1 0 0 0,0 0 0 0 0,0-1 0 0 0,0 1 0 0 0,0 0 0 0 0,-1-1 0 0 0,1 1 0 0 0,0 0 0 0 0,-1-1 0 0 0,0 1 0 0 0,1-1 0 0 0,-1 1 0 0 0,0-1 0 0 0,1 1 0 0 0,-1-1 0 0 0,0 0 0 0 0,0 1 0 0 0,0-1 0 0 0,-2 1 0 0 0,1 1-6 0 0,0 0 0 0 0,0-1 0 0 0,1 1-1 0 0,-1 0 1 0 0,1 0 0 0 0,0 0 0 0 0,0 0-1 0 0,0 0 1 0 0,0 1 0 0 0,0-1 0 0 0,0 0-1 0 0,1 4 1 0 0,-1-1 34 0 0,0 0 0 0 0,0 0-1 0 0,0 0 1 0 0,0-1-1 0 0,-1 1 1 0 0,0 0 0 0 0,0-1-1 0 0,-1 1 1 0 0,0-1 0 0 0,0 0-1 0 0,-7 10 1 0 0,5-8 42 0 0,0 1 1 0 0,1 0-1 0 0,-7 16 1 0 0,1 20 22 0 0,-9-2-79 0 0,9-3-14 0 0,1-20 0 0 0,7-14 0 0 0,-1 0 0 0 0,1 0 0 0 0,0 0 0 0 0,0 0 0 0 0,1 1 0 0 0,0-1 0 0 0,0 0 0 0 0,0 1 0 0 0,0 9 0 0 0,1-12 0 0 0,0 0 0 0 0,1 0 0 0 0,-1 0 0 0 0,1 0 0 0 0,-1-1 0 0 0,1 1 0 0 0,0 0 0 0 0,0 0 0 0 0,0 0 0 0 0,1-1 0 0 0,-1 1 0 0 0,1-1 0 0 0,-1 1 0 0 0,1-1 0 0 0,2 3 0 0 0,3 4 0 0 0,52 61-67 0 0,-49-47 67 0 0,10-1 53 0 0,-10 0-39 0 0,-8-18-14 0 0,0 0 0 0 0,-1 0 0 0 0,1 0 0 0 0,1-1 0 0 0,-1 1 0 0 0,1-1 0 0 0,-1 1 0 0 0,5 3 0 0 0,40 32 0 0 0,-36-31 0 0 0,0 1 0 0 0,0 0 0 0 0,-1 1 0 0 0,14 15 0 0 0,-22-22 0 0 0,0 0 1 0 0,0 0 0 0 0,1 0 0 0 0,-1 0-1 0 0,1-1 1 0 0,0 1 0 0 0,0-1 0 0 0,0 0-1 0 0,0 0 1 0 0,0 0 0 0 0,0 0 0 0 0,1 0-1 0 0,-1-1 1 0 0,0 1 0 0 0,6 0 0 0 0,28 14 53 0 0,-27-11-45 0 0,2 0 0 0 0,-1-1-1 0 0,0 0 1 0 0,1-1 0 0 0,0 0 0 0 0,-1 0-1 0 0,16 0 1 0 0,39 9 15 0 0,-24-1-9 0 0,-1-3 1 0 0,1-1-1 0 0,48 1 0 0 0,-58-5 4 0 0,8-1 29 0 0,1-2 0 0 0,-1-1 0 0 0,0-2 0 0 0,60-13 0 0 0,-58 7-47 0 0,37-6 101 0 0,0-4 0 0 0,96-38 0 0 0,-26 7 58 0 0,-90 31 26 0 0,-59 18-181 0 0,1 0-1 0 0,0 1 1 0 0,-1-1-1 0 0,1 0 1 0 0,-1 1-1 0 0,1-1 1 0 0,-1 0-1 0 0,0 0 1 0 0,1 0-1 0 0,-1 1 1 0 0,0-1-1 0 0,1 0 1 0 0,-1 0-1 0 0,0 0 1 0 0,0 0-1 0 0,0 0 1 0 0,0 0-1 0 0,0 0 1 0 0,0 1-1 0 0,0-1 1 0 0,0 0-1 0 0,0 0 1 0 0,0 0-1 0 0,-1-1 1 0 0,1-2 16 0 0,0-1-20 0 0,0 1 1 0 0,0-1-1 0 0,1 0 0 0 0,0 1 1 0 0,0-1-1 0 0,0 1 0 0 0,1-1 1 0 0,-1 1-1 0 0,1 0 1 0 0,5-8-1 0 0,1-6-3 0 0,2-17 2 0 0,0 17 10 0 0,-8 15-5 0 0,0 1 0 0 0,0-1-1 0 0,-1-1 1 0 0,1 1 0 0 0,-1 0 0 0 0,0 0-1 0 0,0 0 1 0 0,0-1 0 0 0,0 1-1 0 0,-1 0 1 0 0,1-7 0 0 0,0-5 6 0 0,-1 12-5 0 0,1 0 1 0 0,-1-1-1 0 0,0 1 0 0 0,1-1 1 0 0,-2 0-1 0 0,1 1 0 0 0,0-1 1 0 0,-1 1-1 0 0,0 0 0 0 0,0-1 1 0 0,0 1-1 0 0,-2-6 0 0 0,-10-7 34 0 0,-2 1 0 0 0,1 0 0 0 0,-2 1 0 0 0,0 1 0 0 0,-19-13 0 0 0,35 26-40 0 0,-1 0 0 0 0,1-1 0 0 0,0 1 0 0 0,-1 0 0 0 0,1-1 0 0 0,-1 1 0 0 0,1-1 0 0 0,0 1 0 0 0,-1 0 0 0 0,1-1 0 0 0,0 1 0 0 0,-1-1 0 0 0,1 1 0 0 0,0-1 0 0 0,0 0 0 0 0,-1 1 0 0 0,1-1 0 0 0,0 1 0 0 0,0-1 0 0 0,0 1 0 0 0,0-1 0 0 0,0 1 0 0 0,0-1 0 0 0,0 0 0 0 0,0 1 0 0 0,0-1 0 0 0,0 1 0 0 0,0-1 0 0 0,0 1 0 0 0,1-2 0 0 0,-1 2 0 0 0,0-1 0 0 0,0 1 0 0 0,0-1 0 0 0,0 0 0 0 0,1 1 0 0 0,-1-1 0 0 0,0 0 0 0 0,0 1 0 0 0,-1-1 0 0 0,1 1 0 0 0,0-1 0 0 0,0 0 0 0 0,0 1 0 0 0,0-1 0 0 0,0 1 0 0 0,-1-1 0 0 0,1 0 0 0 0,0 1 0 0 0,0-1 0 0 0,-1 1 0 0 0,1-1 0 0 0,0 1 0 0 0,-1-1 0 0 0,1 1 0 0 0,-1-1 0 0 0,-6-4 3 0 0,6 4 0 0 0,0 0-1 0 0,-1 0 1 0 0,1 0-1 0 0,0 0 1 0 0,0 0 0 0 0,-1 0-1 0 0,1-1 1 0 0,0 1-1 0 0,0 0 1 0 0,0-1-1 0 0,1 1 1 0 0,-1 0-1 0 0,0-1 1 0 0,0 1 0 0 0,1-1-1 0 0,-1 1 1 0 0,1-1-1 0 0,-1 0 1 0 0,1 1-1 0 0,0-1 1 0 0,0 0-1 0 0,0 1 1 0 0,0-1-1 0 0,0-2 1 0 0,0-73 184 0 0,0 76-180 0 0,0 1 0 0 0,0-1-1 0 0,0 0 1 0 0,0 0 0 0 0,0 1 0 0 0,-1-1 0 0 0,1 0 0 0 0,0 0 0 0 0,0 1-1 0 0,0-1 1 0 0,-1 0 0 0 0,1 0 0 0 0,-1 1 0 0 0,1-1 0 0 0,0 0 0 0 0,-1 1 0 0 0,1-1-1 0 0,-1 1 1 0 0,1-1 0 0 0,-1 1 0 0 0,0-1 0 0 0,1 1 0 0 0,-1-1 0 0 0,1 1-1 0 0,-1-1 1 0 0,0 1 0 0 0,1 0 0 0 0,-1-1 0 0 0,0 1 0 0 0,0 0 0 0 0,1 0-1 0 0,-2-1 1 0 0,1 1-1 0 0,1 0-1 0 0,-1 0 0 0 0,0 0 0 0 0,0-1 1 0 0,1 1-1 0 0,-1 0 0 0 0,0-1 0 0 0,1 1 1 0 0,-1-1-1 0 0,0 1 0 0 0,1 0 0 0 0,-1-1 1 0 0,1 1-1 0 0,-1-1 0 0 0,0 0 1 0 0,1 1-1 0 0,0-1 0 0 0,-1 1 0 0 0,1-1 1 0 0,-1 0-1 0 0,1 1 0 0 0,0-1 0 0 0,-1 0 1 0 0,1 0-1 0 0,0 1 0 0 0,0-1 0 0 0,-1 0 1 0 0,1 0-1 0 0,0 1 0 0 0,0-1 0 0 0,0 0 1 0 0,0-1-1 0 0,0 1 1 0 0,0 0 1 0 0,0 0-1 0 0,0 1 0 0 0,-1-1 0 0 0,1 0 1 0 0,0 0-1 0 0,-1 0 0 0 0,1 0 1 0 0,0 0-1 0 0,-1 0 0 0 0,1 0 1 0 0,-1 1-1 0 0,0-1 0 0 0,1 0 0 0 0,-1 0 1 0 0,0 1-1 0 0,1-1 0 0 0,-1 0 1 0 0,0 1-1 0 0,0-1 0 0 0,1 0 1 0 0,-1 1-1 0 0,0 0 0 0 0,0-1 0 0 0,0 1 1 0 0,0-1-1 0 0,-1 1 0 0 0,-5-4 18 0 0,-28-28-384 0 0,11 13 131 0 0,20 15 199 0 0,0 1-1 0 0,0-1 0 0 0,-1 1 0 0 0,0 0 0 0 0,-8-4 0 0 0,-38-15-25 0 0,-46-18 206 0 0,70 32-79 0 0,0-1 0 0 0,-33-17 0 0 0,57 24-60 0 0,0 1-1 0 0,1 0 1 0 0,-1 0 0 0 0,0 0-1 0 0,0 0 1 0 0,0 0 0 0 0,0 0-1 0 0,-5 0 1 0 0,4 1 0 0 0,-1-1 0 0 0,1 0 0 0 0,-1 0 0 0 0,1 0 0 0 0,-1-1 1 0 0,-5-2-1 0 0,-6-1-25 0 0,11 5-181 0 0,-1-1 0 0 0,1 1 1 0 0,0 0-1 0 0,-1 0 0 0 0,1 0 0 0 0,-1 1 0 0 0,1 0 0 0 0,0 0 0 0 0,0 1 0 0 0,-1-1 0 0 0,1 1 0 0 0,0 0 1 0 0,0 0-1 0 0,1 1 0 0 0,-1 0 0 0 0,0-1 0 0 0,-5 6 0 0 0,-44 27-5087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5:40.6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1026 297 1681 0 0,'-5'-4'1218'0'0,"3"4"-1043"0"0,1-1 1 0 0,-1 0 0 0 0,1 1 0 0 0,0-1 0 0 0,-1 0 0 0 0,1 0-1 0 0,0 0 1 0 0,-1 0 0 0 0,1 0 0 0 0,0 0 0 0 0,0-1 0 0 0,0 1-1 0 0,0 0 1 0 0,0-1 0 0 0,0 1 0 0 0,0 0 0 0 0,1-1-1 0 0,-1 1 1 0 0,1-1 0 0 0,-1 1 0 0 0,1-1 0 0 0,-1 1 0 0 0,1-1-1 0 0,0 0 1 0 0,-1-1 0 0 0,-4 1-109 0 0,-14-2 93 0 0,14 3 80 0 0,5 2-208 0 0,-1-1 0 0 0,1 0-1 0 0,0 1 1 0 0,0-1 0 0 0,0 1 0 0 0,-1-1 0 0 0,1 0 0 0 0,0 1 0 0 0,0-1-1 0 0,-1 0 1 0 0,1 1 0 0 0,0-1 0 0 0,-1 0 0 0 0,1 0 0 0 0,0 1-1 0 0,-1-1 1 0 0,1 0 0 0 0,0 0 0 0 0,-1 0 0 0 0,1 1 0 0 0,-1-1 0 0 0,1 0-1 0 0,0 0 1 0 0,-1 0 0 0 0,1 0 0 0 0,-1 0 0 0 0,1 0 0 0 0,0 0-1 0 0,-1 0 1 0 0,1 0 0 0 0,-1 0 0 0 0,1 0 0 0 0,-1 0 0 0 0,1 0-1 0 0,0 0 1 0 0,-1 0 0 0 0,1 0 0 0 0,-1-1 0 0 0,-5 2-20 0 0,11 1 3 0 0,-5-3-15 0 0,1 1 0 0 0,0 0 0 0 0,-1 0 0 0 0,1 0 0 0 0,-1 0 0 0 0,1 0 0 0 0,-1 0 0 0 0,1 0 0 0 0,-1 0 0 0 0,1 1 0 0 0,-1-1 0 0 0,1 0 0 0 0,-1 0 0 0 0,1 0 0 0 0,-1 1-1 0 0,1-1 1 0 0,-1 0 0 0 0,1 0 0 0 0,-1 1 0 0 0,1-1 0 0 0,-1 0 0 0 0,0 1 0 0 0,1-1 0 0 0,-1 1 0 0 0,0-1 0 0 0,1 0 0 0 0,-1 1 0 0 0,0-1 0 0 0,1 1 0 0 0,-1-1 0 0 0,0 1 0 0 0,0-1 0 0 0,1 1 0 0 0,-1-1 0 0 0,0 1 0 0 0,0-1 0 0 0,0 1 0 0 0,0-1 0 0 0,0 1-1 0 0,0-1 1 0 0,0 1 0 0 0,0 0 0 0 0,0-1 0 0 0,0 1 0 0 0,0 0 0 0 0,1 16 4 0 0,2 0 1 0 0,0-1-1 0 0,1 1 0 0 0,0-1 0 0 0,1 0 0 0 0,1 0 0 0 0,10 17 0 0 0,-4-5 12 0 0,11 39 0 0 0,-20-57-14 0 0,-1 0-1 0 0,0 0 1 0 0,-1 0 0 0 0,0 0 0 0 0,0 0-1 0 0,-1 1 1 0 0,-1-1 0 0 0,-1 11-1 0 0,-18 66-14 0 0,11-27-13 0 0,4-22 6 0 0,-16 60-1 0 0,-3-17-23 0 0,-5-1-1 0 0,-66 131 1 0 0,69-164 174 0 0,-115 231 193 0 0,118-219-324 0 0,-48 108-78 0 0,49-123 39 0 0,2 1 0 0 0,2 0 0 0 0,2 2 0 0 0,2 0 0 0 0,-9 59 0 0 0,13-11-26 0 0,1-45 52 0 0,3-25-13 0 0,2 0 1 0 0,-2 44-1 0 0,5-14-27 0 0,-1-32 33 0 0,1 0 0 0 0,2 1-1 0 0,0-1 1 0 0,6 28 0 0 0,2-19-21 0 0,-5-19 22 0 0,-1-1 1 0 0,0 0-1 0 0,-1 1 0 0 0,0 0 1 0 0,0 13-1 0 0,-1-9-18 0 0,1 1 0 0 0,0-1 0 0 0,8 26 0 0 0,-6-26-8 0 0,0 0 1 0 0,-1 1 0 0 0,1 27 0 0 0,-3 9-88 0 0,1-32 51 0 0,-2 0-1 0 0,0-1 0 0 0,-1 1 0 0 0,-6 30 0 0 0,-13 4-51 0 0,10-6 134 0 0,-10-5 120 0 0,10 4-40 0 0,-9-2-53 0 0,9-12 10 0 0,8-22-26 0 0,-2 0-1 0 0,0 0 1 0 0,-11 24 0 0 0,9-25 5 0 0,1 0-1 0 0,1 1 1 0 0,-6 24 0 0 0,0-2-12 0 0,1-6-2 0 0,6-22 7 0 0,0 1 0 0 0,1-1 0 0 0,0 1 1 0 0,0-1-1 0 0,1 1 0 0 0,-1 11 0 0 0,1 5 4 0 0,0-19-6 0 0,0 0 0 0 0,1 0 1 0 0,0 0-1 0 0,0 0 0 0 0,0 0 1 0 0,1 0-1 0 0,0 0 1 0 0,0 0-1 0 0,0 0 0 0 0,3 7 1 0 0,4 1 26 0 0,-6-10-30 0 0,0 0 0 0 0,0 0 0 0 0,-1 0 1 0 0,1 0-1 0 0,-1 0 0 0 0,1 0 0 0 0,-1 0 1 0 0,0 1-1 0 0,-1-1 0 0 0,1 0 0 0 0,0 1 1 0 0,-1-1-1 0 0,0 6 0 0 0,0 144 63 0 0,0-149-63 0 0,0 1 0 0 0,-1-1 0 0 0,1 0 0 0 0,-1 1 0 0 0,0-1 0 0 0,-1 0 0 0 0,1 0 0 0 0,-1 0 1 0 0,0 0-1 0 0,-3 5 0 0 0,3-5-1 0 0,0 0 0 0 0,0 0 0 0 0,1 0 1 0 0,-1 0-1 0 0,1 0 0 0 0,0 0 0 0 0,0 0 0 0 0,0 0 0 0 0,0 0 1 0 0,1 6-1 0 0,1 21-3 0 0,0-20 0 0 0,-1-1 0 0 0,0 1 0 0 0,0 0 0 0 0,-1 0 0 0 0,0 0 0 0 0,-4 12 0 0 0,-15 21 13 0 0,10 4 41 0 0,-10-3-41 0 0,13-19-11 0 0,5-19 9 0 0,0 0 1 0 0,-1 1-1 0 0,1-2 0 0 0,-2 1 0 0 0,1 0 0 0 0,-8 12 0 0 0,-13 12 55 0 0,14-19-50 0 0,0 0-1 0 0,1 0 1 0 0,1 1 0 0 0,0 1-1 0 0,-7 17 1 0 0,5 13-16 0 0,-39 79 67 0 0,19-57-41 0 0,27-55-17 0 0,1 1-1 0 0,0 0 0 0 0,1-1 1 0 0,0 1-1 0 0,1 0 0 0 0,0 0 0 0 0,2 15 1 0 0,0 11-9 0 0,-2 164 107 0 0,-1-195-81 0 0,0 1 1 0 0,0-1-1 0 0,-1 0 0 0 0,1 0 1 0 0,-2-1-1 0 0,1 1 1 0 0,-1 0-1 0 0,0-1 0 0 0,-6 10 1 0 0,5-10-1 0 0,0 1-1 0 0,1 0 1 0 0,0 0-1 0 0,0 0 1 0 0,1 0 0 0 0,0 0-1 0 0,0 0 1 0 0,0 1-1 0 0,0 11 1 0 0,2 195 161 0 0,0-210-178 0 0,0-1 1 0 0,0 1 0 0 0,1-1-1 0 0,-1 1 1 0 0,1-1 0 0 0,0 0-1 0 0,0 1 1 0 0,0-1-1 0 0,0 0 1 0 0,1 1 0 0 0,0-1-1 0 0,-1 0 1 0 0,1 0 0 0 0,0 0-1 0 0,0-1 1 0 0,1 1-1 0 0,-1 0 1 0 0,5 3 0 0 0,1 0 15 0 0,1 0 0 0 0,-1 0 0 0 0,2-1 0 0 0,15 6 1 0 0,-7-2 38 0 0,111 47 176 0 0,-100-45-229 0 0,-11-5 39 0 0,0 1 0 0 0,30 18-1 0 0,-37-19-45 0 0,-1 0 0 0 0,1 0 0 0 0,0-1-1 0 0,19 6 1 0 0,16 5 58 0 0,-24-7-24 0 0,44 9 1 0 0,-6-2 44 0 0,-23-5-71 0 0,-13-4 69 0 0,33 13-1 0 0,29 16 130 0 0,-47-21-75 0 0,38 21 0 0 0,-64-30-134 0 0,-1 1 0 0 0,1-1-1 0 0,1-1 1 0 0,-1 0 0 0 0,17 2-1 0 0,-2 1-4 0 0,111 36 98 0 0,11 2 129 0 0,-73-23-108 0 0,110 46 0 0 0,-44 0-35 0 0,-74-20 0 0 0,128 44 94 0 0,-176-83-103 0 0,41 14 0 0 0,-16-9-53 0 0,-2-1 8 0 0,0-3 1 0 0,64 9 0 0 0,-67-15 33 0 0,64 0 1 0 0,-14-2-22 0 0,102 0 3 0 0,-124-4-17 0 0,137 12 81 0 0,-10-14-78 0 0,101-8 6 0 0,-163 5-29 0 0,117-16 75 0 0,288 19 80 0 0,-193 0-123 0 0,42 0 6 0 0,61 15-43 0 0,58-41-28 0 0,268-59-24 0 0,-540 64-1 0 0,-86 10 26 0 0,177-10-40 0 0,-153 15 8 0 0,58-2 92 0 0,9 24-20 0 0,-238-13-13 0 0,248 9-32 0 0,-90-5 144 0 0,-121-2-127 0 0,485 15 61 0 0,-211-19 25 0 0,-105-9-93 0 0,403-52-45 0 0,-564 55 64 0 0,0-1-1 0 0,-1-2 0 0 0,0-2 0 0 0,-1-3 0 0 0,-1-1 0 0 0,71-39 1 0 0,-68 32-45 0 0,2 1 0 0 0,65-20 0 0 0,-63 25 25 0 0,-1-2-1 0 0,48-27 1 0 0,-63 28-17 0 0,-1-2 0 0 0,-1-1 0 0 0,-1-1 0 0 0,-1-2 0 0 0,41-43 0 0 0,52-81-67 0 0,-97 120 59 0 0,0-1-1 0 0,37-59 0 0 0,-10 18-52 0 0,-38 52 65 0 0,-1-1 0 0 0,-1 0 0 0 0,0-1 0 0 0,11-23 1 0 0,-17 28 61 0 0,1 0 0 0 0,1 1 0 0 0,0 0 0 0 0,1 0 0 0 0,1 1 0 0 0,16-16 0 0 0,-15 18-1 0 0,-1-2 0 0 0,0 1 0 0 0,-1-2 1 0 0,0 1-1 0 0,14-30 0 0 0,15-56-65 0 0,-19 51 29 0 0,1-3-30 0 0,19-64 0 0 0,50-283-624 0 0,-64 263 236 0 0,-13 47 186 0 0,-4-2 1 0 0,-4-162-1 0 0,-6 219 224 0 0,1-11-21 0 0,0 15 0 0 0,-2 1 0 0 0,-5-43 0 0 0,-3 25-1 0 0,4 27 43 0 0,1 1 0 0 0,1 0-1 0 0,1-1 1 0 0,0 0 0 0 0,2 1 0 0 0,0-1-1 0 0,5-32 1 0 0,3 15 94 0 0,-2 13-106 0 0,-2-1 0 0 0,3-46 1 0 0,-6 57-70 0 0,0 0 1 0 0,1 0 0 0 0,0 0-1 0 0,8-25 1 0 0,-1 7 70 0 0,-2-3 60 0 0,-4 22-25 0 0,-1 0 0 0 0,2 0 0 0 0,0 0-1 0 0,10-22 1 0 0,-8 22-15 0 0,0 0 0 0 0,6-23 0 0 0,-1 2 59 0 0,-8 25-48 0 0,-2 7-15 0 0,0 0 0 0 0,0 0 0 0 0,0 0 0 0 0,0-1-1 0 0,0 1 1 0 0,-1 0 0 0 0,1 0 0 0 0,-1-1 0 0 0,0 1 0 0 0,1 0-1 0 0,-1-1 1 0 0,0 1 0 0 0,0-1 0 0 0,-1 1 0 0 0,1 0 0 0 0,0-1-1 0 0,-1 1 1 0 0,0 0 0 0 0,1 0 0 0 0,-1 0 0 0 0,0-1-1 0 0,0 1 1 0 0,0 0 0 0 0,0 0 0 0 0,-2-2 0 0 0,-1-22 58 0 0,4 24-58 0 0,0-1 0 0 0,0 1 0 0 0,0 0-1 0 0,0-1 1 0 0,-1 1 0 0 0,1 0 0 0 0,-1-1 0 0 0,1 1-1 0 0,-1 0 1 0 0,0-1 0 0 0,-1-1 0 0 0,-4-4 7 0 0,-1 1 1 0 0,1 0-1 0 0,-1 0 0 0 0,-1 1 1 0 0,-9-8-1 0 0,-16-13 66 0 0,26 20-45 0 0,0 1-9 0 0,1 0 0 0 0,0 0 1 0 0,0-1-1 0 0,0 1 0 0 0,1-1 1 0 0,-6-11-1 0 0,1-20 40 0 0,2 20-58 0 0,6 13-3 0 0,0 0 0 0 0,0-1 0 0 0,0 1 0 0 0,0 0 0 0 0,1-1 0 0 0,0 1 0 0 0,0-1 0 0 0,0 1 0 0 0,1-1 0 0 0,-1 0 0 0 0,2 1 0 0 0,-1-1 0 0 0,2-9 0 0 0,2 0 14 0 0,1 1-1 0 0,10-20 0 0 0,-9 21-13 0 0,0 0-1 0 0,-1-1 1 0 0,3-15-1 0 0,2-45-5 0 0,-1 34-2 0 0,-4 22 6 0 0,-1 0 0 0 0,-1 0 0 0 0,1-32 0 0 0,-4 43-2 0 0,1-10-3 0 0,-1 0-1 0 0,0 0 0 0 0,-1 0 1 0 0,-1 0-1 0 0,-1 0 1 0 0,0 0-1 0 0,-1 0 0 0 0,-1 1 1 0 0,-8-18-1 0 0,2 10 4 0 0,-2 0 1 0 0,0 0-1 0 0,-2 2 0 0 0,0 0 0 0 0,-36-39 1 0 0,-55-63 63 0 0,29 29-12 0 0,16 23-75 0 0,-105-109-12 0 0,98 125-38 0 0,-2 3 0 0 0,-117-67 0 0 0,96 68 97 0 0,-164-67 1 0 0,198 98-27 0 0,-1 2 0 0 0,0 3 0 0 0,-64-10 0 0 0,53 12 0 0 0,-702-113-47 0 0,166 31 14 0 0,13 8-34 0 0,379 63 55 0 0,-362-48 78 0 0,287 25-62 0 0,-215-32 24 0 0,6 26-34 0 0,292 54 7 0 0,105 5 52 0 0,-162-10-107 0 0,-29-32 41 0 0,195 22 13 0 0,-45-9 0 0 0,75 12-44 0 0,-120-5-1 0 0,172 16 41 0 0,-76-3-30 0 0,1 4 1 0 0,-1 5 0 0 0,-139 23-1 0 0,-239 48 181 0 0,206-48-147 0 0,219-28 33 0 0,-70-10-1 0 0,62 5-17 0 0,6 0-19 0 0,0 1-27 0 0,-77 2-1 0 0,-139 29 86 0 0,190-20-66 0 0,-125-3 1 0 0,48-4-6 0 0,-304 47 69 0 0,406-40-51 0 0,-284 63-1 0 0,286-59 0 0 0,-66 19-27 0 0,-52 10-26 0 0,112-31 49 0 0,1 1-1 0 0,-93 33 1 0 0,112-31-8 0 0,-40 16 16 0 0,-2-2 0 0 0,-126 26 0 0 0,179-49 0 0 0,14-3-9 0 0,1 0 0 0 0,-1 0 1 0 0,1 1-1 0 0,-1 0 0 0 0,1 0 1 0 0,0 0-1 0 0,-1 0 0 0 0,1 1 1 0 0,0-1-1 0 0,0 1 0 0 0,0 0 1 0 0,0 1-1 0 0,0-1 0 0 0,0 1 1 0 0,0-1-1 0 0,1 1 0 0 0,-6 6 1 0 0,-15 8-48 0 0,22-16 40 0 0,0-1 0 0 0,0 1 0 0 0,1 0 0 0 0,-1 0 0 0 0,0 0 0 0 0,1 0 0 0 0,-1 0 0 0 0,1 1 0 0 0,-1-1 0 0 0,1 0 0 0 0,0 1 0 0 0,-1-1 0 0 0,1 1 0 0 0,0-1 0 0 0,0 1 0 0 0,0 0 0 0 0,0-1 0 0 0,0 1 0 0 0,1 0 0 0 0,-1 0 0 0 0,1-1 0 0 0,-1 1 0 0 0,1 0 0 0 0,-1 0 0 0 0,1 0 0 0 0,0 0 0 0 0,0 0 0 0 0,0 2-1 0 0,0-3-43 0 0,0 1-1 0 0,0-1 0 0 0,0 0 0 0 0,0 1 1 0 0,0-1-1 0 0,0 1 0 0 0,0-1 0 0 0,1 0 1 0 0,-1 1-1 0 0,0-1 0 0 0,1 0 0 0 0,-1 0 1 0 0,1 1-1 0 0,0-1 0 0 0,-1 0 0 0 0,3 2 0 0 0,-2-2-44 0 0,0-1 0 0 0,0 1 0 0 0,0-1 0 0 0,1 1 0 0 0,-1-1 0 0 0,0 1-1 0 0,1-1 1 0 0,-1 0 0 0 0,0 0 0 0 0,1 1 0 0 0,-1-1 0 0 0,0 0 0 0 0,1 0-1 0 0,-1-1 1 0 0,1 1 0 0 0,-1 0 0 0 0,0 0 0 0 0,1-1 0 0 0,0 0-1 0 0,53-18-4260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04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1220 32 480 0 0,'-43'5'2828'0'0,"38"-5"-1214"0"0,1 0-1214 0 0,-14 0-213 0 0,14 0-120 0 0,-1 0-120 0 0,-97 4-108 0 0,75-3 161 0 0,1-2 0 0 0,0-3 0 0 0,26 4 0 0 0,-1 0 0 0 0,1 0 0 0 0,0 0 0 0 0,0 0 0 0 0,0 0 0 0 0,0 0 0 0 0,0 0 0 0 0,0 0 0 0 0,0 0 0 0 0,0-1 0 0 0,-1 1 0 0 0,1 0 0 0 0,0 0 0 0 0,0 0 0 0 0,0 0 0 0 0,0 0 0 0 0,0 0 0 0 0,0 0 0 0 0,0 0 0 0 0,0 0 0 0 0,0 0 0 0 0,0 0 0 0 0,0-1 0 0 0,0 1 0 0 0,0 0 0 0 0,0 0 0 0 0,0 0 0 0 0,0 0 0 0 0,-1 0 0 0 0,1 0 0 0 0,0 0 0 0 0,0 0 0 0 0,0-1 0 0 0,0 1 0 0 0,0 0 0 0 0,0 0 0 0 0,0 0 0 0 0,0 0 0 0 0,1 0 0 0 0,-1 0 0 0 0,0 0 0 0 0,0 0 0 0 0,0-1 0 0 0,0 1 0 0 0,0 0 0 0 0,0 0 0 0 0,0 0 0 0 0,0 0 0 0 0,0 0 0 0 0,0 0 0 0 0,0 0 0 0 0,0 0 0 0 0,0 0 0 0 0,0 0 0 0 0,1-1 0 0 0,-54-11 0 0 0,32 6 1 0 0,-12 0 65 0 0,-20 2-53 0 0,28 2 1 0 0,1 1-1 0 0,-1 1 1 0 0,1 1-1 0 0,-1 1 0 0 0,-43 9 1 0 0,-10 7-37 0 0,0 4 1 0 0,-107 45 0 0 0,152-54 21 0 0,15-7-1 0 0,1 2 0 0 0,0 0 0 0 0,0 0 0 0 0,0 2 0 0 0,-20 15-1 0 0,3 0-1 0 0,26-19 6 0 0,-1 0-1 0 0,1 1 1 0 0,0-1-1 0 0,-10 13 1 0 0,15-16-8 0 0,1 1 1 0 0,0 0-1 0 0,-1 0 1 0 0,1 0-1 0 0,1 0 1 0 0,-1 0-1 0 0,0 0 0 0 0,1 1 1 0 0,0-1-1 0 0,0 1 1 0 0,0-1-1 0 0,1 0 1 0 0,-1 1-1 0 0,1 4 0 0 0,-1 19 6 0 0,0-19 0 0 0,0 0 0 0 0,1-1 0 0 0,-1 1 0 0 0,2 0 0 0 0,0 0 0 0 0,0-1 0 0 0,0 1 0 0 0,4 10 0 0 0,3-4 0 0 0,-6-12-5 0 0,0 0-1 0 0,-1 0 1 0 0,1 1-1 0 0,-1-1 1 0 0,1 0-1 0 0,-1 1 0 0 0,0-1 1 0 0,-1 1-1 0 0,1 0 1 0 0,0-1-1 0 0,-1 6 1 0 0,0 177-155 0 0,1-181 161 0 0,-1-1 1 0 0,1 0-1 0 0,0 0 0 0 0,0 0 1 0 0,1 0-1 0 0,-1 0 1 0 0,1 0-1 0 0,0 0 1 0 0,0 0-1 0 0,0 0 1 0 0,1-1-1 0 0,-1 1 1 0 0,1-1-1 0 0,0 0 0 0 0,0 0 1 0 0,0 0-1 0 0,0 0 1 0 0,0 0-1 0 0,1-1 1 0 0,-1 1-1 0 0,6 1 1 0 0,13 14-34 0 0,62 65-48 0 0,47 25 54 0 0,57 48-42 0 0,-63-33 68 0 0,-102-102-3 0 0,38 32-60 0 0,-24-22 56 0 0,43 44 1 0 0,-68-63 5 0 0,3 4 14 0 0,0-1-1 0 0,2-1 0 0 0,-1-1 0 0 0,2 0 1 0 0,0-1-1 0 0,0-1 0 0 0,1-1 1 0 0,0 0-1 0 0,1-1 0 0 0,0-2 1 0 0,1 0-1 0 0,38 8 0 0 0,-58-15-11 0 0,202 28 145 0 0,281-33-66 0 0,-67-22-53 0 0,-75 3 39 0 0,-178 23 14 0 0,-88 1-80 0 0,-76 0 1 0 0,10 1 4 0 0,0-1 0 0 0,-1 0 0 0 0,1 0 0 0 0,0-1 0 0 0,0-1 0 0 0,-1 1 0 0 0,1-1 1 0 0,-1-1-1 0 0,0 0 0 0 0,1 0 0 0 0,-1-1 0 0 0,9-5 0 0 0,43-23 54 0 0,-47 26-47 0 0,0-1 0 0 0,-1 0 0 0 0,18-13 0 0 0,-13 6 21 0 0,-2 0-1 0 0,0-2 1 0 0,0 0-1 0 0,-1-1 1 0 0,-2 0 0 0 0,1-1-1 0 0,-2-1 1 0 0,15-28-1 0 0,-15-5 48 0 0,-2 26-65 0 0,-8 21-5 0 0,0-1 0 0 0,0 1 0 0 0,0-1 0 0 0,-1 1-1 0 0,0-1 1 0 0,0 0 0 0 0,1-8 0 0 0,-1-10 46 0 0,0 19-38 0 0,-1-1 1 0 0,0 0-1 0 0,1 0 0 0 0,-2 0 1 0 0,1 0-1 0 0,-1 0 1 0 0,0 0-1 0 0,0 0 0 0 0,-3-7 1 0 0,-1 2 29 0 0,-2 0 0 0 0,1 1 0 0 0,-1 0 0 0 0,-16-17 0 0 0,20 23-30 0 0,-1 0-1 0 0,1 0 1 0 0,0 0 0 0 0,0-1 0 0 0,0 1-1 0 0,1-1 1 0 0,-4-8 0 0 0,-16-24 80 0 0,-19-22-19 0 0,28 39-74 0 0,-1-1 0 0 0,-29-30-1 0 0,5 14 39 0 0,15 16-17 0 0,1-1 0 0 0,0 0 0 0 0,-28-43 0 0 0,40 50-17 0 0,1 0-1 0 0,-2 1 0 0 0,0 1 1 0 0,0-1-1 0 0,-1 2 0 0 0,-1-1 1 0 0,-22-15-1 0 0,-147-68 165 0 0,159 84-158 0 0,-1 2 0 0 0,-1 0 0 0 0,0 1 0 0 0,0 2 0 0 0,-28-5 0 0 0,-2-1-25 0 0,-376-89 90 0 0,320 76-66 0 0,-130-4 23 0 0,96 14-74 0 0,-50-2 117 0 0,-67-20-94 0 0,138 21 54 0 0,122 17-84 0 0,0 0 0 0 0,0-1 0 0 0,1 1 0 0 0,-1 0-1 0 0,0 1 1 0 0,0-1 0 0 0,0 0 0 0 0,1 0 0 0 0,-1 1-1 0 0,0-1 1 0 0,0 1 0 0 0,1-1 0 0 0,-1 1 0 0 0,0 0-1 0 0,1 0 1 0 0,-1 0 0 0 0,1 0 0 0 0,-1 0-1 0 0,1 0 1 0 0,-1 0 0 0 0,1 0 0 0 0,0 1 0 0 0,0-1-1 0 0,-1 0 1 0 0,1 1 0 0 0,0-1 0 0 0,0 1 0 0 0,0-1-1 0 0,1 1 1 0 0,-1 0 0 0 0,0-1 0 0 0,1 1 0 0 0,-1 0-1 0 0,0 3 1 0 0,2-2-88 0 0,-1-1 0 0 0,1 1 0 0 0,0 0-1 0 0,1-1 1 0 0,-1 1 0 0 0,0 0 0 0 0,1-1 0 0 0,-1 0-1 0 0,1 1 1 0 0,4 3 0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47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689 575 400 0 0,'-35'1'4538'0'0,"-14"3"-2949"0"0,-17 1-1566 0 0,62-5 0 0 0,0 1 1 0 0,0-1 0 0 0,1 1 0 0 0,-1 0-1 0 0,0 0 1 0 0,1 1 0 0 0,-1-1 0 0 0,1 1 0 0 0,-1 0-1 0 0,1 0 1 0 0,0 0 0 0 0,0 0 0 0 0,-5 4-1 0 0,8-6-22 0 0,-1 3 4 0 0,0 0 0 0 0,0 0 0 0 0,0 0 0 0 0,0 0 0 0 0,0 0 0 0 0,1 0 0 0 0,0 0 0 0 0,-1 0 0 0 0,1 0 1 0 0,0 0-1 0 0,0 0 0 0 0,1 0 0 0 0,-1 0 0 0 0,1 3 0 0 0,0 2-1 0 0,-1 503 556 0 0,0-506-546 0 0,1 0-1 0 0,-1 0 0 0 0,1 0 0 0 0,0 0 0 0 0,0 0 0 0 0,1 0 0 0 0,0 0 0 0 0,4 8 0 0 0,2 8 16 0 0,-1 2-17 0 0,-5-16-9 0 0,1 1-1 0 0,-1-1 1 0 0,1 0-1 0 0,0-1 0 0 0,8 14 1 0 0,6 2 29 0 0,-11-14-23 0 0,0 1-1 0 0,0-1 1 0 0,8 18 0 0 0,21 48 71 0 0,-32-68-68 0 0,0 0 0 0 0,-1 0 0 0 0,0 0 1 0 0,0 0-1 0 0,0 1 0 0 0,-1-1 0 0 0,0 1 0 0 0,0-1 1 0 0,0 1-1 0 0,-1-1 0 0 0,0 9 0 0 0,0-13-11 0 0,0 0-1 0 0,1 0 1 0 0,-1 0-1 0 0,0 0 1 0 0,0 0 0 0 0,0 0-1 0 0,-1 1 1 0 0,1-1-1 0 0,0 0 1 0 0,-1 0-1 0 0,1 0 1 0 0,-1 0-1 0 0,0 0 1 0 0,1 0-1 0 0,-1 0 1 0 0,0 0-1 0 0,0-1 1 0 0,-1 1-1 0 0,1 0 1 0 0,0 0 0 0 0,-1-1-1 0 0,1 1 1 0 0,-1-1-1 0 0,-1 2 1 0 0,1 3 3 0 0,0-2 17 0 0,-20-2 114 0 0,79 11 62 0 0,-17-3-154 0 0,-23-6-21 0 0,24 5 87 0 0,65 7 0 0 0,396 6 211 0 0,-464-22-325 0 0,159 6 103 0 0,-184-4-85 0 0,12-1 6 0 0,0 1-1 0 0,0 1 1 0 0,0 2-1 0 0,-1 0 0 0 0,0 2 1 0 0,0 1-1 0 0,31 14 1 0 0,-31-11 29 0 0,1 0 0 0 0,0-2 0 0 0,31 8 0 0 0,-5-2 66 0 0,7 6-20 0 0,387 74 519 0 0,-220-66-395 0 0,-109-17-182 0 0,48 5 30 0 0,76 10 41 0 0,-189-22-44 0 0,93-3 0 0 0,-73-2-42 0 0,27-10-24 0 0,-40 3 19 0 0,2-2 28 0 0,28-11 17 0 0,21-2-19 0 0,-58 11-3 0 0,1 2 71 0 0,5 7 1208 0 0,-191 7 2004 0 0,116-10-3162 0 0,45 5-160 0 0,258-23-133 0 0,-15-17-28 0 0,-221 33 96 0 0,111-19-523 0 0,-111 15 201 0 0,-47 11 368 0 0,1 0 0 0 0,0 0 1 0 0,0 1-1 0 0,0-1 0 0 0,0 1 0 0 0,-1 0 0 0 0,1 0 1 0 0,4 2-1 0 0,26 7 1 0 0,-26-10 10 0 0,4 2-20 0 0,-1-1 1 0 0,1 1-1 0 0,-1 1 0 0 0,16 5 1 0 0,-17-4 1 0 0,1-1 0 0 0,-1 0 0 0 0,1 0 0 0 0,-1-1 0 0 0,16 2 0 0 0,63 11-205 0 0,-63-8 217 0 0,-23-4 15 0 0,4-2-4 0 0,15-1-8 0 0,404-16 11 0 0,-300-1-67 0 0,16-19 150 0 0,-47 10-32 0 0,-89 25-50 0 0,0 0 1 0 0,0-1-1 0 0,-1 0 1 0 0,1 0-1 0 0,-1 0 1 0 0,0 0-1 0 0,1-1 1 0 0,-1 0-1 0 0,0 1 1 0 0,-1-2-1 0 0,1 1 1 0 0,0 0-1 0 0,2-5 1 0 0,16-12 17 0 0,-18 16-10 0 0,-1 0 0 0 0,1 0 1 0 0,-1 0-1 0 0,0 0 0 0 0,4-7 0 0 0,-5 6-7 0 0,1 1-1 0 0,-1 0 1 0 0,1 0-1 0 0,0 0 0 0 0,1 1 1 0 0,-1-1-1 0 0,6-4 0 0 0,16-19-1 0 0,-22 24 0 0 0,0-1 0 0 0,0 0 0 0 0,0 0 0 0 0,1 1 0 0 0,-1 0 0 0 0,7-4 0 0 0,-9 6 0 0 0,1 0 0 0 0,-1 0 0 0 0,1 1 0 0 0,0-1 0 0 0,-1 0 0 0 0,0 0 0 0 0,1-1 0 0 0,-1 1 0 0 0,0 0 0 0 0,1 0 0 0 0,-1-1 0 0 0,0 1 0 0 0,0-1 0 0 0,0 1 0 0 0,0-1 0 0 0,0 1 0 0 0,0-1 0 0 0,-1 1 0 0 0,1-1 0 0 0,-1 0 0 0 0,1 0 0 0 0,-1 1 0 0 0,1-1 0 0 0,-1 0 0 0 0,0 0 0 0 0,0-1 0 0 0,0 0-2 0 0,0 1-1 0 0,1 0 0 0 0,-1 0 1 0 0,1 0-1 0 0,-1 0 1 0 0,1 0-1 0 0,-1 0 0 0 0,1 0 1 0 0,0 0-1 0 0,0 0 0 0 0,0 0 1 0 0,0 0-1 0 0,1 0 0 0 0,-1 0 1 0 0,2-2-1 0 0,5-7-21 0 0,19-35-70 0 0,-26 43 88 0 0,0 0 0 0 0,-1 0-1 0 0,0 0 1 0 0,1 0 0 0 0,-1 1-1 0 0,0-1 1 0 0,0 0-1 0 0,-1 0 1 0 0,1 0 0 0 0,-1 0-1 0 0,1 0 1 0 0,-1 1 0 0 0,0-1-1 0 0,0 0 1 0 0,0 1 0 0 0,0-1-1 0 0,0 0 1 0 0,-3-3 0 0 0,-5-14-20 0 0,0-25-1 0 0,-8 0-40 0 0,10 21 26 0 0,6 18 35 0 0,-1-1-1 0 0,1 1 1 0 0,-2 0-1 0 0,1 0 0 0 0,-1 0 1 0 0,0 0-1 0 0,-6-11 1 0 0,-37-52-94 0 0,29 41 36 0 0,-32-40 1 0 0,-75-104-417 0 0,84 122 377 0 0,-62-61 1 0 0,87 96 99 0 0,0 2 1 0 0,-1-1 0 0 0,-1 2-1 0 0,0 0 1 0 0,-1 1-1 0 0,0 1 1 0 0,-1 1-1 0 0,-23-9 1 0 0,15 11 11 0 0,0 1 0 0 0,-1 1 0 0 0,-40-3-1 0 0,-86 5 7 0 0,116 4-65 0 0,-62-4 59 0 0,-109-18-1 0 0,-94-30-52 0 0,196 31 57 0 0,-288-48-79 0 0,300 57 102 0 0,-178-29-85 0 0,174 20 83 0 0,-126-33 92 0 0,186 44-137 0 0,19 4-8 0 0,0 0 1 0 0,-29-12-1 0 0,-160-69-61 0 0,180 71 73 0 0,-46-32 0 0 0,52 31 7 0 0,-2 0 0 0 0,-32-14 1 0 0,50 27-5 0 0,-17-8 8 0 0,-1 2 0 0 0,0 0 1 0 0,-36-7-1 0 0,31 9-17 0 0,-42-9-1 0 0,54 13-52 0 0,16 2 58 0 0,1 1 0 0 0,0 0 0 0 0,0-1 0 0 0,0 1 0 0 0,-1 0 0 0 0,1 0 0 0 0,0 0 0 0 0,0 0 0 0 0,-1 0 0 0 0,1 1 0 0 0,0-1 0 0 0,0 0 0 0 0,-1 0 0 0 0,1 1 0 0 0,0-1 0 0 0,-2 2 0 0 0,0-1-16 0 0,-2 0-56 0 0,6 1 16 0 0,-1-2 63 0 0,0 1-1 0 0,0-1 0 0 0,0 0 0 0 0,0 1 0 0 0,0-1 0 0 0,0 0 0 0 0,0 1 1 0 0,0-1-1 0 0,0 1 0 0 0,0-1 0 0 0,0 0 0 0 0,0 1 0 0 0,0-1 0 0 0,0 0 1 0 0,0 1-1 0 0,0-1 0 0 0,-1 0 0 0 0,1 1 0 0 0,0-1 0 0 0,0 0 0 0 0,0 1 1 0 0,-1-1-1 0 0,1 0 0 0 0,0 0 0 0 0,0 1 0 0 0,-1-1 0 0 0,1 0 0 0 0,0 0 1 0 0,-1 1-1 0 0,1-1 0 0 0,0 0 0 0 0,0 0 0 0 0,-1 0 0 0 0,1 0 0 0 0,0 1 1 0 0,-1-1-1 0 0,1 0 0 0 0,-1 0 0 0 0,1 0 0 0 0,0 0 0 0 0,-1 0 0 0 0,1 0 1 0 0,0 0-1 0 0,-1 0 0 0 0,-113 36-29 0 0,-2-5 0 0 0,-121 17-1 0 0,137-39 64 0 0,62-7-14 0 0,-63 11-1 0 0,16 3-17 0 0,32-13 0 0 0,-205 28-213 0 0,-61 9-334 0 0,-50 4 293 0 0,332-39 207 0 0,-52 15 0 0 0,30-5-112 0 0,48-12 134 0 0,0 1 0 0 0,1 0-1 0 0,0 0 1 0 0,0 1 0 0 0,0 1 0 0 0,1-1 0 0 0,0 1-1 0 0,-14 12 1 0 0,20-15 25 0 0,0 0-1 0 0,0 0 1 0 0,0-1-1 0 0,-1 1 1 0 0,1-1-1 0 0,-1 0 1 0 0,1 0 0 0 0,-1 0-1 0 0,0-1 1 0 0,0 1-1 0 0,-5 0 1 0 0,-28 13 58 0 0,5 0-72 0 0,0-2-1 0 0,-1-1 1 0 0,-51 11-1 0 0,39-11 11 0 0,-49 19 0 0 0,85-28 4 0 0,0 0 1 0 0,-1 0 0 0 0,-18 2-1 0 0,13-3 11 0 0,6 2 29 0 0,13-3-54 0 0,0-1 1 0 0,-1 1-1 0 0,1 0 0 0 0,0 0 0 0 0,0 1 1 0 0,-1-1-1 0 0,1 1 0 0 0,-1-1 0 0 0,0 1 1 0 0,1 0-1 0 0,-1 1 0 0 0,0-1 0 0 0,0 0 1 0 0,0 1-1 0 0,0 0 0 0 0,4 5 0 0 0,-1-1-133 0 0,0 0-1 0 0,-1 1 0 0 0,0 0 1 0 0,0 0-1 0 0,-1 0 1 0 0,5 13-1 0 0,0 13-1373 0 0,13-4-1107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8:26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1140 111 2001 0 0,'-19'-12'918'0'0,"-32"-23"1379"0"0,48 32-2181 0 0,0 1 0 0 0,0-1 0 0 0,0 1 0 0 0,-1 0 0 0 0,1 0 0 0 0,-1 0 0 0 0,0 0-1 0 0,1 1 1 0 0,-1 0 0 0 0,0-1 0 0 0,0 1 0 0 0,0 1 0 0 0,0-1 0 0 0,0 0 0 0 0,0 1 0 0 0,0 0 0 0 0,0 0 0 0 0,-7 1 0 0 0,-39-4 375 0 0,32 0-421 0 0,-1 2 0 0 0,1 0 0 0 0,-1 1 0 0 0,1 1 0 0 0,-1 1 0 0 0,1 1 1 0 0,-23 5-1 0 0,35-7-53 0 0,0 1 0 0 0,-1-2 0 0 0,1 1 1 0 0,0-1-1 0 0,-1 0 0 0 0,-8-1 0 0 0,-14 1 36 0 0,-66 13 198 0 0,59-7-177 0 0,-56 3 1 0 0,79-10-63 0 0,-1 0-1 0 0,1 0 0 0 0,-1-2 1 0 0,1 0-1 0 0,0 0 1 0 0,-21-9-1 0 0,21-1-11 0 0,-1 5 0 0 0,-1 1 0 0 0,1 1 0 0 0,-2 0 0 0 0,1 2 0 0 0,-19-5 0 0 0,24 9-17 0 0,0 0 0 0 0,0 1 0 0 0,0 0 0 0 0,-14 4-1 0 0,19-4 24 0 0,-8 6-19 0 0,-4 3-21 0 0,11-8 30 0 0,1 0 0 0 0,0 1 0 0 0,0 0 0 0 0,0 1 0 0 0,0-1-1 0 0,1 1 1 0 0,-8 6 0 0 0,0 23 4 0 0,1-14 1 0 0,8-16 4 0 0,1 1 0 0 0,0 0 0 0 0,-1 0 0 0 0,1 0 0 0 0,1 0 0 0 0,-1 0 0 0 0,1 0 0 0 0,-1 0 0 0 0,1 1 1 0 0,0-1-1 0 0,1 0 0 0 0,-1 5 0 0 0,1-7-4 0 0,0 1-1 0 0,0-1 1 0 0,0 0 0 0 0,-1 0 0 0 0,1 0-1 0 0,-1 0 1 0 0,1 0 0 0 0,-1 0 0 0 0,0 0 0 0 0,0 0-1 0 0,0 0 1 0 0,0 0 0 0 0,0 0 0 0 0,0-1 0 0 0,0 1-1 0 0,-1 0 1 0 0,1-1 0 0 0,0 1 0 0 0,-4 2-1 0 0,3-3 0 0 0,1 1-1 0 0,-1-1 0 0 0,1 1 0 0 0,-1-1 1 0 0,1 1-1 0 0,0 0 0 0 0,-1 0 0 0 0,1-1 0 0 0,0 1 1 0 0,0 0-1 0 0,1 0 0 0 0,-1 0 0 0 0,0 0 0 0 0,0 0 1 0 0,1 0-1 0 0,0 1 0 0 0,-1-1 0 0 0,1 0 1 0 0,0 4-1 0 0,0-2-5 0 0,1 0 1 0 0,-1 0-1 0 0,1 0 0 0 0,0 0 1 0 0,0-1-1 0 0,1 1 0 0 0,-1 0 1 0 0,1-1-1 0 0,0 1 0 0 0,3 4 1 0 0,4 16 0 0 0,-9-23 5 0 0,0 1 1 0 0,-1-1-1 0 0,1 0 0 0 0,0 0 0 0 0,-1 1 0 0 0,0-1 1 0 0,1 0-1 0 0,-1 0 0 0 0,0 0 0 0 0,1 0 1 0 0,-1 0-1 0 0,0 0 0 0 0,0 0 0 0 0,-1 1 0 0 0,-7 9 10 0 0,7-1 4 0 0,-1-1 0 0 0,1 0 0 0 0,1 1 0 0 0,0-1-1 0 0,0 1 1 0 0,1 0 0 0 0,0-1 0 0 0,3 16-1 0 0,-2 6 10 0 0,-1 198-23 0 0,0-226 0 0 0,0 0 0 0 0,1 0 0 0 0,-1 0 0 0 0,1 0 0 0 0,0 0 0 0 0,0 0 0 0 0,0 0 0 0 0,0 0 0 0 0,0 0 0 0 0,1 0 0 0 0,-1 0 0 0 0,1-1 0 0 0,0 1 0 0 0,3 4 0 0 0,-3-5 0 0 0,0 0 0 0 0,0 1 0 0 0,0-1 0 0 0,-1 1 0 0 0,1 0 0 0 0,-1-1 0 0 0,0 1 0 0 0,1 0 0 0 0,-1 0 0 0 0,-1 0 0 0 0,1 0 0 0 0,0 0 0 0 0,-1 0 0 0 0,1 5 0 0 0,-1-7 2 0 0,0 1-1 0 0,0-1 1 0 0,0 1-1 0 0,0-1 1 0 0,0 0-1 0 0,1 1 1 0 0,-1-1-1 0 0,0 1 1 0 0,1-1 0 0 0,-1 0-1 0 0,1 1 1 0 0,0-1-1 0 0,-1 0 1 0 0,1 1-1 0 0,0-1 1 0 0,0 0-1 0 0,0 0 1 0 0,0 0-1 0 0,0 0 1 0 0,0 0-1 0 0,0 0 1 0 0,0 0-1 0 0,0 0 1 0 0,0 0 0 0 0,0-1-1 0 0,3 2 1 0 0,-3-1-1 0 0,0-1 0 0 0,0 1 1 0 0,0 0-1 0 0,0-1 1 0 0,0 1-1 0 0,1 0 1 0 0,-2 0-1 0 0,1 0 0 0 0,0 0 1 0 0,0 0-1 0 0,0 0 1 0 0,0 0-1 0 0,0 0 1 0 0,-1 0-1 0 0,1 0 0 0 0,-1 0 1 0 0,1 1-1 0 0,-1-1 1 0 0,1 0-1 0 0,-1 0 1 0 0,0 1-1 0 0,1-1 0 0 0,-1 0 1 0 0,0 0-1 0 0,0 1 1 0 0,0 1-1 0 0,0-1-1 0 0,0 0 0 0 0,0 0 0 0 0,1 0 0 0 0,-1-1 0 0 0,1 1 0 0 0,-1 0 0 0 0,1 0 0 0 0,-1 0 0 0 0,1 0 0 0 0,0-1 0 0 0,0 1 0 0 0,0 0 0 0 0,0-1 0 0 0,0 1 0 0 0,0 0 0 0 0,1-1 0 0 0,-1 0 0 0 0,0 1 0 0 0,1-1 0 0 0,2 2 0 0 0,8 10 0 0 0,1 21 14 0 0,-3-16 4 0 0,24 32 1 0 0,-24-37-13 0 0,-1 1 0 0 0,0 0-1 0 0,0 0 1 0 0,11 29 0 0 0,-7 12-6 0 0,12-4 0 0 0,-12 3 0 0 0,-9-47 0 0 0,0 1 0 0 0,0-1 0 0 0,0 0 0 0 0,1-1 0 0 0,10 12 0 0 0,12 18 0 0 0,-18-18-1 0 0,-7-14 2 0 0,0 1 1 0 0,1-1-1 0 0,-1 0 0 0 0,1 0 1 0 0,0 0-1 0 0,0 0 0 0 0,0 0 1 0 0,0-1-1 0 0,1 1 0 0 0,4 3 1 0 0,19 13 35 0 0,-19-14-26 0 0,0 0-1 0 0,0 0 1 0 0,11 12 0 0 0,-7 6 42 0 0,-3-13-53 0 0,1-1 0 0 0,0 0 0 0 0,1 0 0 0 0,19 14 0 0 0,-21-17 10 0 0,-1 1 0 0 0,1-1 0 0 0,-2 1 0 0 0,1 1 0 0 0,-1-1 0 0 0,0 1 0 0 0,8 15 0 0 0,-3-2 3 0 0,-10-17-13 0 0,1-1 0 0 0,0 1 0 0 0,0-1 0 0 0,0 0 0 0 0,0 0 0 0 0,0 0 0 0 0,1 0 0 0 0,4 4 0 0 0,-2-3 1 0 0,-1 1 0 0 0,0 0 1 0 0,0 0-1 0 0,0 0 0 0 0,-1 1 0 0 0,0 0 0 0 0,4 9 0 0 0,-4-7 11 0 0,0-1-1 0 0,1 0 1 0 0,0 0-1 0 0,12 13 1 0 0,65 78 2 0 0,-53-63-8 0 0,43 44 1 0 0,-54-62 5 0 0,3 2 4 0 0,0 0 0 0 0,0-2 1 0 0,2 0-1 0 0,31 18 0 0 0,-7-12 24 0 0,90 32 0 0 0,85 20 303 0 0,83 26-406 0 0,-304-102 63 0 0,41 13 24 0 0,0-2-1 0 0,1-2 0 0 0,57 4 1 0 0,170-10 92 0 0,-234-6-93 0 0,-1-1 0 0 0,0-2 0 0 0,0-1 0 0 0,0-1-1 0 0,52-22 1 0 0,70-35 191 0 0,-132 54-203 0 0,-5 3 16 0 0,-1-1 1 0 0,19-11-1 0 0,-24 11-1 0 0,1 1 0 0 0,25-10 0 0 0,-29 14-14 0 0,0-1-1 0 0,-1 0 1 0 0,1-1 0 0 0,-1 0 0 0 0,0 0-1 0 0,10-10 1 0 0,1-1 27 0 0,1 0-2 0 0,-1-1 1 0 0,0-1-1 0 0,-2-1 1 0 0,30-38 0 0 0,-21 25-22 0 0,-21 25-17 0 0,0 0 1 0 0,-1 0-1 0 0,0 0 1 0 0,10-17-1 0 0,-4-21 14 0 0,1 22 13 0 0,-11 20-23 0 0,1-1 1 0 0,-1 0-1 0 0,0 1 1 0 0,0-1-1 0 0,0 0 0 0 0,0 0 1 0 0,-1 0-1 0 0,0 0 1 0 0,0 0-1 0 0,-1 0 1 0 0,1-8-1 0 0,0 3-3 0 0,0-1 0 0 0,0 1 1 0 0,1 1-1 0 0,0-1 0 0 0,1 0 0 0 0,7-15 0 0 0,2-10-14 0 0,0-28-40 0 0,1 29 40 0 0,-9 26 14 0 0,-1 0 0 0 0,-1 0 0 0 0,1 0 0 0 0,-1 0 1 0 0,0 0-1 0 0,-1 0 0 0 0,1-16 0 0 0,-1 13 0 0 0,0 0 0 0 0,0 0 0 0 0,1 0 0 0 0,1 1 0 0 0,0-1 0 0 0,6-14 0 0 0,3-13 0 0 0,1-37 0 0 0,-8 57 1 0 0,1 1 0 0 0,14-26 0 0 0,-11 25-6 0 0,-1-1-1 0 0,7-24 1 0 0,-2-29-62 0 0,12 2 0 0 0,-12 4 54 0 0,-1 30 12 0 0,-8 28 0 0 0,-1-1 0 0 0,0 0 1 0 0,0 1-1 0 0,-1-2 0 0 0,0 1 0 0 0,0 0 0 0 0,-1 0 0 0 0,0 0 1 0 0,-1-1-1 0 0,0 1 0 0 0,-1 0 0 0 0,0-1 0 0 0,0 1 1 0 0,-4-13-1 0 0,-20-34-53 0 0,16 29 43 0 0,8 20 9 0 0,-1 1 1 0 0,0 0 0 0 0,0 0-1 0 0,0 1 1 0 0,-1-1 0 0 0,0 0-1 0 0,0 1 1 0 0,-1 0-1 0 0,1-1 1 0 0,-8-6 0 0 0,2 3-6 0 0,-1 0 0 0 0,0 0 0 0 0,-1 1 0 0 0,0 1 0 0 0,-1 0 0 0 0,1 0 0 0 0,-25-9 0 0 0,32 14 9 0 0,-49-19 38 0 0,-1 1 1 0 0,-2 3-1 0 0,1 3 0 0 0,-70-9 0 0 0,44 7 13 0 0,-140-21 162 0 0,-2 8 1 0 0,-1 11 0 0 0,0 9-1 0 0,-1 11 1 0 0,-263 34 0 0 0,228-4-1497 0 0,245-29 511 0 0,30-2-301 0 0,80-5-2010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5:48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2116 162 1841 0 0,'0'0'4162'0'0,"0"-24"-1601"0"0,0 23-2549 0 0,0 0 0 0 0,-1 0 0 0 0,1 0 0 0 0,-1 0 0 0 0,1 0 0 0 0,-1 0 0 0 0,1 0 0 0 0,-1 0 0 0 0,1 0 0 0 0,-1 0 0 0 0,0 1 0 0 0,0-1 0 0 0,1 0 0 0 0,-1 1 0 0 0,0-1 0 0 0,0 0 0 0 0,0 1 1 0 0,0-1-1 0 0,0 1 0 0 0,0-1 0 0 0,0 1 0 0 0,0 0 0 0 0,0-1 0 0 0,0 1 0 0 0,0 0 0 0 0,-1 0 0 0 0,-41-9 303 0 0,13 4-75 0 0,11 0-160 0 0,9-2 80 0 0,-29-3-97 0 0,-13-5 106 0 0,-89-11 0 0 0,-57-4-89 0 0,-127 17-80 0 0,177 20-67 0 0,112-3 81 0 0,-69 16 1 0 0,73-13 9 0 0,-2 4-10 0 0,31-10-18 0 0,0 0 1 0 0,0 0-1 0 0,0 0 1 0 0,0 0-1 0 0,-1-1 1 0 0,1 1-1 0 0,0-1 1 0 0,0 0-1 0 0,0 0 1 0 0,-5 0 0 0 0,-16 1-26 0 0,-182 23 52 0 0,174-18-73 0 0,0 1 0 0 0,0 2 0 0 0,1 0 0 0 0,-46 22 0 0 0,68-25 56 0 0,-37 7 28 0 0,41-12-100 0 0,4-1-30 0 0,0 0 81 0 0,0 0-1 0 0,-1 0 1 0 0,1 0-1 0 0,0 0 1 0 0,-1 0-1 0 0,1 0 1 0 0,0 1-1 0 0,0-1 1 0 0,-1 0-1 0 0,1 1 1 0 0,0-1-1 0 0,0 1 1 0 0,0-1-1 0 0,0 1 1 0 0,-1 0-1 0 0,1-1 1 0 0,0 1-1 0 0,0 0 1 0 0,0 0 0 0 0,0 0-1 0 0,1 0 1 0 0,-1-1-1 0 0,-1 3 1 0 0,1-2 16 0 0,1 0 1 0 0,-1-1-1 0 0,1 1 0 0 0,-1 0 1 0 0,1-1-1 0 0,-1 1 1 0 0,1 0-1 0 0,-1-1 1 0 0,0 1-1 0 0,0-1 1 0 0,1 1-1 0 0,-1-1 1 0 0,0 1-1 0 0,0-1 0 0 0,1 1 1 0 0,-1-1-1 0 0,0 0 1 0 0,0 0-1 0 0,0 1 1 0 0,0-1-1 0 0,-1 0 1 0 0,-11 5 32 0 0,0 5-2 0 0,1 0-1 0 0,0 1 0 0 0,-17 19 0 0 0,6-7-9 0 0,2 0-14 0 0,-20 28-1 0 0,19-22-9 0 0,-14 8-7 0 0,31-32 0 0 0,-1 0 0 0 0,1 1-1 0 0,0-1 1 0 0,0 1-1 0 0,0 0 1 0 0,1 0 0 0 0,0 0-1 0 0,-4 8 1 0 0,-1 23-124 0 0,0-24 88 0 0,8-12 41 0 0,-1 0-1 0 0,1 0 1 0 0,0 0 0 0 0,0 1 0 0 0,0-1-1 0 0,0 1 1 0 0,0-1 0 0 0,1 0 0 0 0,-1 1-1 0 0,0-1 1 0 0,1 1 0 0 0,-1 0-1 0 0,0-1 1 0 0,1 1 0 0 0,0-1 0 0 0,-1 1-1 0 0,1 0 1 0 0,0-1 0 0 0,0 1 0 0 0,0 0-1 0 0,0-1 1 0 0,0 1 0 0 0,1 0-1 0 0,-1-1 1 0 0,0 1 0 0 0,2 2 0 0 0,7 5-12 0 0,-8-8 16 0 0,0-1 0 0 0,1 1 0 0 0,-1 0 1 0 0,0 0-1 0 0,-1-1 0 0 0,1 1 0 0 0,0 0 0 0 0,0 0 0 0 0,0 0 0 0 0,0 0 0 0 0,-1 0 0 0 0,1 0 0 0 0,-1 0 1 0 0,1 1-1 0 0,-1-1 0 0 0,1 0 0 0 0,-1 0 0 0 0,1 0 0 0 0,-1 0 0 0 0,0 3 0 0 0,1-4 0 0 0,-1 1 0 0 0,0-1 0 0 0,0 1 0 0 0,0-1 0 0 0,0 0 0 0 0,1 1 0 0 0,-1-1 0 0 0,0 1 0 0 0,1-1 0 0 0,-1 0 0 0 0,0 1 0 0 0,0-1 0 0 0,1 0 0 0 0,-1 1 0 0 0,1-1 0 0 0,-1 0 0 0 0,0 0 0 0 0,1 1 0 0 0,-1-1 0 0 0,1 0 0 0 0,-1 0 0 0 0,0 0 0 0 0,1 0 0 0 0,-1 1 0 0 0,1-1 0 0 0,-1 0 0 0 0,1 0 0 0 0,-1 0 0 0 0,1 0 0 0 0,-1 0 0 0 0,0 0 0 0 0,1 0 0 0 0,-1 0 0 0 0,1 0 0 0 0,-1-1 0 0 0,1 1 0 0 0,-1 0 0 0 0,1 0 0 0 0,0 0 0 0 0,-1-1 0 0 0,1 1 0 0 0,-1 0 0 0 0,0 0 0 0 0,1 0 0 0 0,-1 0 0 0 0,1 0 0 0 0,-1 0 0 0 0,1 0 0 0 0,-1 0 0 0 0,1 0 0 0 0,-1 0 0 0 0,1 0 0 0 0,-1 0 0 0 0,0 0 0 0 0,1 0 0 0 0,-1 0 0 0 0,1 0 0 0 0,-1 1 0 0 0,1-1 0 0 0,-1 0 0 0 0,0 0 0 0 0,1 1 0 0 0,-1-1 0 0 0,1 0 0 0 0,-1 0 0 0 0,0 1 0 0 0,1-1 0 0 0,-1 0 0 0 0,0 1 0 0 0,0-1 0 0 0,1 1 0 0 0,-1-1 0 0 0,0 0 0 0 0,0 1 0 0 0,1-1 0 0 0,-1 1 0 0 0,0 0 0 0 0,1 8-8 0 0,-1-6 2 0 0,1 0 1 0 0,-1 0 0 0 0,0 0 0 0 0,0 0 0 0 0,0 0 0 0 0,0 0 0 0 0,0 0 0 0 0,-1 0 0 0 0,1 0 0 0 0,-1 1-1 0 0,0-1 1 0 0,0-1 0 0 0,-2 5 0 0 0,-4-3 1 0 0,6-4 0 0 0,0 0 1 0 0,0 1-1 0 0,0-1 1 0 0,0 1-1 0 0,1-1 1 0 0,-1 1-1 0 0,0-1 1 0 0,0 1-1 0 0,0-1 1 0 0,0 1-1 0 0,1 0 1 0 0,-1-1-1 0 0,0 1 0 0 0,1 0 1 0 0,-1 0-1 0 0,0 0 1 0 0,1-1-1 0 0,-1 1 1 0 0,1 0-1 0 0,-1 0 1 0 0,1 0-1 0 0,0 0 1 0 0,-1 0-1 0 0,1 0 1 0 0,0 0-1 0 0,0 0 1 0 0,0 0-1 0 0,-1 2 0 0 0,3 19-80 0 0,-1-16 158 0 0,-1 1-1 0 0,1 0 1 0 0,-1 0 0 0 0,0-1 0 0 0,-1 1 0 0 0,1 0 0 0 0,-1 0-1 0 0,-1-1 1 0 0,-2 11 0 0 0,-5-4-105 0 0,7-10 24 0 0,0 0 0 0 0,1 0 1 0 0,-1 0-1 0 0,0 0 0 0 0,1 0 0 0 0,0 1 0 0 0,0-1 0 0 0,0 0 0 0 0,0 1 1 0 0,0-1-1 0 0,0 1 0 0 0,1 4 0 0 0,0 218-100 0 0,0-223 107 0 0,0 0 0 0 0,0 0 0 0 0,1 0 0 0 0,-1 0 0 0 0,1 0 0 0 0,0-1 0 0 0,-1 1 0 0 0,1 0 0 0 0,1 0 0 0 0,-1 0 0 0 0,0-1 0 0 0,1 1 0 0 0,-1 0 0 0 0,1-1 0 0 0,4 5 0 0 0,0-2 0 0 0,0 0 0 0 0,0 0 0 0 0,0 0 0 0 0,10 5 0 0 0,9 6 0 0 0,63 65-66 0 0,-70-69 62 0 0,0-1 1 0 0,2 0 0 0 0,26 10-1 0 0,-5-3-9 0 0,-22-9 9 0 0,1-2-1 0 0,0 0 1 0 0,0-2 0 0 0,31 6 0 0 0,31 8 38 0 0,-30-3-37 0 0,226 68 86 0 0,-270-82-82 0 0,21 6 32 0 0,48 19 0 0 0,-30-11-3 0 0,74 15 1 0 0,27 8 1 0 0,-112-27-48 0 0,1-3 0 0 0,1-1 0 0 0,45 4-1 0 0,-7-1 16 0 0,-21-2 54 0 0,93 13-26 0 0,-145-21-23 0 0,-1-1 0 0 0,1 1 0 0 0,0 0 1 0 0,0 0-1 0 0,0 0 0 0 0,-1 0 0 0 0,1 0 1 0 0,0 0-1 0 0,-1 1 0 0 0,0 0 0 0 0,4 2 0 0 0,18 10 12 0 0,-10-8-16 0 0,-3-1 0 0 0,1 0 0 0 0,0-1 0 0 0,-1 0 0 0 0,18 3 0 0 0,1-7 0 0 0,94-18 221 0 0,-109 15-184 0 0,-1-1 0 0 0,0 0 0 0 0,1-1 0 0 0,-1-1 0 0 0,-1-1 0 0 0,15-8 1 0 0,-19 10-12 0 0,1-1 1 0 0,0 1-1 0 0,0 1 1 0 0,20-7 0 0 0,23-8 13 0 0,56-30 93 0 0,-77 34-116 0 0,2 1 0 0 0,47-14-1 0 0,-46 17 25 0 0,-1-1 1 0 0,46-23-1 0 0,155-75 48 0 0,-36 18-18 0 0,-173 78-71 0 0,-13 7 0 0 0,1 0 0 0 0,26-10 0 0 0,-31 15 0 0 0,-8 2 0 0 0,0 0 0 0 0,0 0 0 0 0,-1 0 0 0 0,1 0 0 0 0,0 0 0 0 0,0 0 0 0 0,0 0 0 0 0,0-1 0 0 0,-1 1 0 0 0,1 0 0 0 0,0-1 0 0 0,0 1 0 0 0,-1 0 0 0 0,1-1 0 0 0,0 1 0 0 0,0-1 0 0 0,-1 1 0 0 0,1-1 0 0 0,-1 0 0 0 0,1 1 0 0 0,0-1 0 0 0,-1 1 0 0 0,1-1 0 0 0,-1 0 0 0 0,0 0 0 0 0,1 1 0 0 0,-1-1 0 0 0,1 0 0 0 0,-1 0 0 0 0,0 1 0 0 0,0-1 0 0 0,1 0 0 0 0,-1 0 0 0 0,0-1 0 0 0,0 1 0 0 0,0 0 0 0 0,0 1 0 0 0,0-1 0 0 0,0 0 0 0 0,0 0 0 0 0,0 0 0 0 0,1 0 0 0 0,-1 0 0 0 0,0 0 0 0 0,1 0 0 0 0,-1 0 0 0 0,0 1 0 0 0,1-1 0 0 0,-1 0 0 0 0,1 0 0 0 0,-1 0 0 0 0,1 1 0 0 0,0-1 0 0 0,-1 0 0 0 0,1 1 0 0 0,0-1 0 0 0,0 0 0 0 0,-1 1 0 0 0,1-1 0 0 0,0 1 0 0 0,0 0 0 0 0,0-1 0 0 0,1 0 0 0 0,-1 1 0 0 0,-1 0 0 0 0,1-1 0 0 0,0 1 0 0 0,0-1 0 0 0,0 1 0 0 0,0-1 0 0 0,-1 1 0 0 0,1-1 0 0 0,0 0 0 0 0,-1 1 0 0 0,1-1 0 0 0,0 0 0 0 0,-1 1 0 0 0,1-1 0 0 0,-1 0 0 0 0,1 0 0 0 0,-1 0 0 0 0,1 0 0 0 0,-1 0 0 0 0,0 1 0 0 0,1-1 0 0 0,-1 0 0 0 0,0 0 0 0 0,0 0 0 0 0,0 0 0 0 0,1 0 0 0 0,-1 0 0 0 0,0-1 0 0 0,0-250 147 0 0,-1 238-145 0 0,-1 1-1 0 0,0-1 1 0 0,0 1 0 0 0,-1-1 0 0 0,-1 1 0 0 0,-7-18 0 0 0,6 17-3 0 0,4 12 6 0 0,1-1-1 0 0,-1 1 0 0 0,0-1 0 0 0,0 1 1 0 0,0 0-1 0 0,0 0 0 0 0,0 0 0 0 0,0-1 1 0 0,-1 1-1 0 0,1 0 0 0 0,-1 0 0 0 0,0 1 1 0 0,1-1-1 0 0,-1 0 0 0 0,0 0 0 0 0,0 1 1 0 0,0 0-1 0 0,-4-3 0 0 0,-141-72-17 0 0,125 62-112 0 0,-16-10 47 0 0,-80-37 1 0 0,-26-12 286 0 0,56 27-138 0 0,28 16-57 0 0,-210-114 212 0 0,220 116-244 0 0,-1 2 0 0 0,-70-25 0 0 0,104 44-23 0 0,0 2-1 0 0,-1 0 0 0 0,0 1 0 0 0,0 0 0 0 0,0 2 0 0 0,-29-2 0 0 0,27 8-366 0 0,20-3 392 0 0,-1-1-1 0 0,1 0 0 0 0,0 0 0 0 0,0 1 0 0 0,0-1 0 0 0,-1 0 0 0 0,1 0 0 0 0,0 1 0 0 0,0-1 0 0 0,0 0 0 0 0,0 1 0 0 0,0-1 0 0 0,-1 0 0 0 0,1 1 0 0 0,0-1 0 0 0,0 0 0 0 0,0 0 0 0 0,0 1 0 0 0,0-1 0 0 0,0 0 0 0 0,0 1 0 0 0,0-1 0 0 0,0 0 0 0 0,0 1 0 0 0,0-1 0 0 0,1 0 0 0 0,-1 1 0 0 0,0-1 0 0 0,0 0 0 0 0,0 1 0 0 0,0-1 0 0 0,1 1 0 0 0,26 27-1162 0 0,-8-10 671 0 0,-13-8 71 0 0,1 0-1 0 0,-2 0 1 0 0,1 1-1 0 0,4 16 1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5:35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564 169 480 0 0,'-3'-14'5174'0'0,"-10"5"-4042"0"0,4 5-755 0 0,8 3-301 0 0,1-1-1 0 0,-1 1 0 0 0,0-1 0 0 0,1 1 0 0 0,-1-1 1 0 0,0 0-1 0 0,1 1 0 0 0,0-1 0 0 0,-1 0 1 0 0,1 1-1 0 0,0-1 0 0 0,0 0 0 0 0,0 1 1 0 0,0-1-1 0 0,0 0 0 0 0,1 0 0 0 0,-1 1 0 0 0,0-1 1 0 0,1 0-1 0 0,-1 1 0 0 0,1-1 0 0 0,0 1 1 0 0,-1-1-1 0 0,2-1 0 0 0,6-1 50 0 0,-7 3-110 0 0,0 1 0 0 0,0 0 0 0 0,0-1 0 0 0,-1 1 0 0 0,1-1 0 0 0,0 1 0 0 0,0-1 0 0 0,0 1 0 0 0,0-1 1 0 0,-1 1-1 0 0,1-1 0 0 0,0 0 0 0 0,-1 1 0 0 0,1-1 0 0 0,0 0 0 0 0,-1 0 0 0 0,1 0 0 0 0,-1 1 0 0 0,1-1 0 0 0,-1 0 0 0 0,1 0 1 0 0,-1 0-1 0 0,0 0 0 0 0,0 0 0 0 0,1 0 0 0 0,-1 0 0 0 0,0-1 0 0 0,0 1-5 0 0,0 0 1 0 0,1 0-1 0 0,-1 0 1 0 0,0 0-1 0 0,1 0 0 0 0,-1 0 1 0 0,1 0-1 0 0,-1 0 1 0 0,1 0-1 0 0,-1 0 0 0 0,1 0 1 0 0,-1 1-1 0 0,1-1 1 0 0,0 0-1 0 0,0 0 0 0 0,-1 1 1 0 0,1-1-1 0 0,0 0 0 0 0,0 1 1 0 0,1-1-1 0 0,26-14 53 0 0,-5 3 56 0 0,-21 11-111 0 0,34-19-47 0 0,-35 19 33 0 0,1 0-1 0 0,0 0 1 0 0,0 0 0 0 0,0 0-1 0 0,0 0 1 0 0,0 1-1 0 0,1-1 1 0 0,-1 1 0 0 0,0-1-1 0 0,0 1 1 0 0,0 0-1 0 0,0 0 1 0 0,1 0 0 0 0,-1 0-1 0 0,2 1 1 0 0,-3-1 6 0 0,-1 0-1 0 0,0 0 1 0 0,0 0 0 0 0,1 1-1 0 0,-1-1 1 0 0,0 0 0 0 0,0 0 0 0 0,0 0-1 0 0,1 1 1 0 0,-1-1 0 0 0,0 0 0 0 0,0 1-1 0 0,0-1 1 0 0,1 0 0 0 0,-1 0-1 0 0,0 1 1 0 0,0-1 0 0 0,0 0 0 0 0,0 1-1 0 0,0-1 1 0 0,0 0 0 0 0,0 1-1 0 0,0-1 1 0 0,0 0 0 0 0,0 1 0 0 0,0-1-1 0 0,0 0 1 0 0,0 0 0 0 0,0 1-1 0 0,0-1 1 0 0,0 0 0 0 0,0 1 0 0 0,0-1-1 0 0,-1 0 1 0 0,1 1 0 0 0,0-1 0 0 0,0 0-1 0 0,0 0 1 0 0,0 1 0 0 0,-1-1-1 0 0,1 0 1 0 0,0 0 0 0 0,0 1 0 0 0,-1-1-1 0 0,1 0 1 0 0,0 0 0 0 0,-1 1 0 0 0,-32 32 26 0 0,-106 128 188 0 0,23-57-101 0 0,83-77-48 0 0,0 1-1 0 0,-41 48 0 0 0,5 15 30 0 0,6-27-58 0 0,37-40 55 0 0,-43 54 0 0 0,64-71-128 0 0,0 1-1 0 0,0-1 1 0 0,0 1 0 0 0,1 0-1 0 0,0 0 1 0 0,1 0 0 0 0,0 1 0 0 0,0 0-1 0 0,1-1 1 0 0,0 1 0 0 0,0 0-1 0 0,0 14 1 0 0,2-21-92 0 0,0 0 0 0 0,0 1 0 0 0,0-1 0 0 0,0 0 0 0 0,0 0 0 0 0,0 0 0 0 0,1 1 0 0 0,-1-1 0 0 0,1 0 1 0 0,0 0-1 0 0,1 4 0 0 0,-1-5-102 0 0,1 0 0 0 0,-1 0 1 0 0,1 0-1 0 0,-1 0 1 0 0,1-1-1 0 0,-1 1 1 0 0,1 0-1 0 0,0-1 0 0 0,-1 1 1 0 0,1-1-1 0 0,0 1 1 0 0,0-1-1 0 0,2 1 0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5:35.8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972 0 2241 0 0,'-208'58'5324'0'0,"76"-23"-4158"0"0,-144 59 1 0 0,262-89-1093 0 0,8-3-46 0 0,1 0 1 0 0,-1 0-1 0 0,1 1 0 0 0,-1-1 1 0 0,1 1-1 0 0,0 0 0 0 0,0 0 0 0 0,0 1 1 0 0,0 0-1 0 0,1 0 0 0 0,-9 8 0 0 0,13-11-24 0 0,-1 0 0 0 0,1 1 0 0 0,-1-1 0 0 0,1 0 0 0 0,-1 0 0 0 0,1 0 0 0 0,0 0 0 0 0,0 1 0 0 0,-1-1 0 0 0,1 0 1 0 0,0 0-1 0 0,0 0 0 0 0,0 1 0 0 0,0-1 0 0 0,1 0 0 0 0,-1 0 0 0 0,0 0 0 0 0,0 0 0 0 0,1 1 0 0 0,-1-1 0 0 0,1 0 0 0 0,-1 0 0 0 0,1 0 0 0 0,-1 0 0 0 0,1 0 0 0 0,1 1 0 0 0,25 23 61 0 0,1-7-51 0 0,1 0 1 0 0,0-2 0 0 0,1-2-1 0 0,1 0 1 0 0,0-2 0 0 0,1-2 0 0 0,0-1-1 0 0,1-1 1 0 0,41 4 0 0 0,-52-9-19 0 0,128 10 50 0 0,-135-13-39 0 0,1 0-1 0 0,-1-1 0 0 0,1 0 1 0 0,-1-1-1 0 0,0-1 0 0 0,0-1 1 0 0,22-8-1 0 0,-36 12-6 0 0,-1 0 0 0 0,0 0-1 0 0,0 0 1 0 0,1 0 0 0 0,-1 0 0 0 0,0 0-1 0 0,0 0 1 0 0,1 0 0 0 0,-1 0 0 0 0,0 0 0 0 0,0-1-1 0 0,1 1 1 0 0,-1 0 0 0 0,0 0 0 0 0,0 0 0 0 0,0-1-1 0 0,1 1 1 0 0,-1 0 0 0 0,0 0 0 0 0,0 0 0 0 0,0-1-1 0 0,0 1 1 0 0,0 0 0 0 0,0 0 0 0 0,1-1 0 0 0,-1 1-1 0 0,0 0 1 0 0,0 0 0 0 0,0-1 0 0 0,0 1 0 0 0,0 0-1 0 0,0 0 1 0 0,0-1 0 0 0,0 1 0 0 0,0 0 0 0 0,0 0-1 0 0,0-1 1 0 0,0 1 0 0 0,0 0 0 0 0,0 0 0 0 0,-1-1-1 0 0,1 1 1 0 0,0 0 0 0 0,0 0 0 0 0,0-1 0 0 0,0 1-1 0 0,0 0 1 0 0,0 0 0 0 0,-1 0 0 0 0,1-1 0 0 0,0 1-1 0 0,0 0 1 0 0,0 0 0 0 0,-1 0 0 0 0,1 0 0 0 0,0-1-1 0 0,0 1 1 0 0,0 0 0 0 0,-1 0 0 0 0,1 0 0 0 0,0 0-1 0 0,0 0 1 0 0,-1 0 0 0 0,1 0 0 0 0,-1 0 0 0 0,-13-6-24 0 0,-1 1 1 0 0,-24-4 0 0 0,9 2 13 0 0,-112-24-64 0 0,-244-21 1 0 0,345 49-279 0 0,-1 2-1 0 0,1 2 1 0 0,-1 2 0 0 0,-68 14 0 0 0,46 0-2369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5:49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561 78 2241 0 0,'0'-43'5469'0'0,"-1"42"-5444"0"0,0 0 0 0 0,1 0 0 0 0,-1 0-1 0 0,0 0 1 0 0,0 1 0 0 0,0-1 0 0 0,0 0-1 0 0,0 0 1 0 0,0 1 0 0 0,0-1 0 0 0,0 1 0 0 0,0-1-1 0 0,0 1 1 0 0,0-1 0 0 0,0 1 0 0 0,-1 0 0 0 0,1 0-1 0 0,0-1 1 0 0,0 1 0 0 0,-2 0 0 0 0,1 0 28 0 0,-11-5-62 0 0,0 1 0 0 0,0 0 0 0 0,-1 1 0 0 0,1 0 0 0 0,-1 2 0 0 0,0-1 1 0 0,1 2-1 0 0,-1-1 0 0 0,0 2 0 0 0,0 0 0 0 0,-14 3 0 0 0,9 1 16 0 0,0 0 1 0 0,0 2-1 0 0,1 0 0 0 0,0 1 0 0 0,-29 17 0 0 0,-74 58 17 0 0,118-81-24 0 0,0 0 0 0 0,1 1 0 0 0,-1-1 0 0 0,1 0 0 0 0,0 1 0 0 0,-1-1 0 0 0,1 1 0 0 0,0 0 0 0 0,1 0 0 0 0,-1-1 0 0 0,0 1 0 0 0,1 1 0 0 0,0-1 0 0 0,0 0 0 0 0,-1 5 0 0 0,-6 13-14 0 0,-1-3-13 0 0,7-13 31 0 0,0-1 0 0 0,0 1-1 0 0,0-1 1 0 0,0 1 0 0 0,1 0-1 0 0,-1 0 1 0 0,1 0 0 0 0,1 0-1 0 0,-1-1 1 0 0,0 8 0 0 0,2-3 19 0 0,0-1 0 0 0,0 1 0 0 0,1 0 0 0 0,0-1 0 0 0,6 15 1 0 0,-6-17-16 0 0,0 1 0 0 0,1 0 1 0 0,-2-1-1 0 0,1 1 1 0 0,-1 0-1 0 0,0 0 1 0 0,-1 0-1 0 0,1-1 1 0 0,-1 1-1 0 0,-1 0 0 0 0,-1 11 1 0 0,-1-2-9 0 0,-4 10 0 0 0,2 1 0 0 0,1-1 0 0 0,-2 40 0 0 0,5-27 19 0 0,-12 66 1 0 0,6-66 0 0 0,-1 70 1 0 0,7-24-2 0 0,-1-24 20 0 0,12 113 0 0 0,-7-155-25 0 0,0 1 1 0 0,2 0-1 0 0,1-1 0 0 0,0 0 0 0 0,1-1 1 0 0,1 1-1 0 0,1-1 0 0 0,0-1 1 0 0,22 30-1 0 0,-14-25-1 0 0,2-1 1 0 0,0-1-1 0 0,1 0 0 0 0,1-2 1 0 0,1 0-1 0 0,0-2 0 0 0,2 0 1 0 0,0-2-1 0 0,0 0 0 0 0,1-2 1 0 0,28 10-1 0 0,-31-15-9 0 0,0-2 0 0 0,0 0-1 0 0,0-1 1 0 0,39 0 0 0 0,79-10 45 0 0,-108 3-37 0 0,46-4 24 0 0,83-18 0 0 0,-119 15-34 0 0,1-1 0 0 0,-1-3 0 0 0,65-30 0 0 0,62-48-1 0 0,-143 75 15 0 0,0-1 0 0 0,-1-1 0 0 0,-2-2-1 0 0,24-24 1 0 0,22-40 51 0 0,-29 42-56 0 0,-22 25-13 0 0,0-2 0 0 0,-2 0-1 0 0,0-1 1 0 0,14-25 0 0 0,-21 31 2 0 0,-1-1 0 0 0,-1 0 0 0 0,0 0 0 0 0,-1 0 0 0 0,-1-1 0 0 0,-1 0 0 0 0,5-32 0 0 0,-11 33 2 0 0,0 1 0 0 0,-1 0 0 0 0,-1 0 1 0 0,0 0-1 0 0,-1 0 0 0 0,-9-17 0 0 0,-2-8-4 0 0,11 22 2 0 0,-2 0 0 0 0,0 0 0 0 0,-2 1 0 0 0,0 0 0 0 0,0 0 0 0 0,-2 1 0 0 0,0 0 0 0 0,-1 1 0 0 0,0 0 0 0 0,-1 1 0 0 0,-1 0 0 0 0,-25-19 0 0 0,-19-7-13 0 0,-3 3 0 0 0,-1 2-1 0 0,-72-30 1 0 0,89 49-69 0 0,-1 1 0 0 0,0 2 1 0 0,-1 3-1 0 0,-1 1 0 0 0,0 3 1 0 0,0 1-1 0 0,-88 4 0 0 0,124 1-210 0 0,-1 1 0 0 0,1 0-1 0 0,-1 1 1 0 0,1 1 0 0 0,0 0 0 0 0,0 0-1 0 0,0 1 1 0 0,0 0 0 0 0,1 1 0 0 0,-21 13-1 0 0,-27 23-4349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5:33.6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89 685 4562 0 0,'-1'-1'154'0'0,"1"1"0"0"0,-1-1 0 0 0,1 1 0 0 0,-1-1-1 0 0,1 0 1 0 0,-1 1 0 0 0,0-1 0 0 0,1 1 0 0 0,-1-1 0 0 0,0 1 0 0 0,1 0-1 0 0,-1-1 1 0 0,0 1 0 0 0,1 0 0 0 0,-1-1 0 0 0,0 1 0 0 0,0 0-1 0 0,0 0 1 0 0,-13-6-36 0 0,14 5-112 0 0,0 1 1 0 0,0 0-1 0 0,0 0 0 0 0,-1 0 0 0 0,1-1 1 0 0,0 1-1 0 0,0 0 0 0 0,0 0 0 0 0,0 0 1 0 0,0-1-1 0 0,0 1 0 0 0,-1 0 0 0 0,1 0 1 0 0,0-1-1 0 0,0 1 0 0 0,0 0 0 0 0,0 0 1 0 0,0-1-1 0 0,0 1 0 0 0,0 0 0 0 0,0 0 1 0 0,0-1-1 0 0,0 1 0 0 0,0 0 0 0 0,0 0 1 0 0,1-1-1 0 0,-1 1 0 0 0,0 0 0 0 0,0 0 1 0 0,0-1-1 0 0,0 1 0 0 0,0 0 0 0 0,0 0 1 0 0,1 0-1 0 0,-1-1 0 0 0,0 1 0 0 0,0 0 1 0 0,0 0-1 0 0,0 0 0 0 0,1 0 0 0 0,-1-1 1 0 0,0 1-1 0 0,0 0 0 0 0,0 0 0 0 0,1 0 1 0 0,-1 0-1 0 0,8-5 16 0 0,-7 4-19 0 0,0 1 1 0 0,0-1-1 0 0,0 1 0 0 0,0-1 1 0 0,0 1-1 0 0,0-1 1 0 0,0 0-1 0 0,0 0 0 0 0,0 1 1 0 0,-1-1-1 0 0,1 0 0 0 0,0 0 1 0 0,0 0-1 0 0,-1 0 1 0 0,1 0-1 0 0,-1 0 0 0 0,1 0 1 0 0,-1 0-1 0 0,1 0 1 0 0,-1 0-1 0 0,0 0 0 0 0,1 0 1 0 0,-1 0-1 0 0,0-1 0 0 0,0 1 1 0 0,0 0-1 0 0,0 0 1 0 0,0-2-1 0 0,0-1 25 0 0,1 0 1 0 0,-1 0-1 0 0,1-1 1 0 0,0 1-1 0 0,0 0 0 0 0,0 0 1 0 0,1 0-1 0 0,0 0 1 0 0,0 1-1 0 0,0-1 1 0 0,4-5-1 0 0,32-37 294 0 0,-11 15-118 0 0,-14 12-45 0 0,-1-2 1 0 0,10-23-1 0 0,-13 24-78 0 0,1 1 0 0 0,18-25-1 0 0,10-6 0 0 0,2 1 0 0 0,3 2 1 0 0,73-62-1 0 0,-108 103-81 0 0,1 0 1 0 0,0 1 0 0 0,0 0 0 0 0,0 0-1 0 0,1 1 1 0 0,-1 1 0 0 0,14-4 0 0 0,-11 3 13 0 0,-1 0 1 0 0,1 0 0 0 0,10-7 0 0 0,-14 9-20 0 0,1-1-1 0 0,-1 1 1 0 0,1 0 0 0 0,0 1-1 0 0,0 0 1 0 0,-1 0 0 0 0,16 2-1 0 0,-20-1 5 0 0,10 0-6 0 0,0 0 1 0 0,-1 2 0 0 0,1 0-1 0 0,0 0 1 0 0,-1 1 0 0 0,1 1-1 0 0,12 5 1 0 0,-22-8 8 0 0,-1 0 1 0 0,0 0-1 0 0,0 1 0 0 0,0-1 0 0 0,0 1 1 0 0,-1 0-1 0 0,1 0 0 0 0,0 0 1 0 0,-1 0-1 0 0,1 0 0 0 0,-1 1 0 0 0,0-1 1 0 0,0 1-1 0 0,0 0 0 0 0,0-1 1 0 0,0 1-1 0 0,-1 0 0 0 0,1 0 1 0 0,-1 0-1 0 0,1 0 0 0 0,-1 1 0 0 0,0-1 1 0 0,-1 0-1 0 0,1 0 0 0 0,0 1 1 0 0,-1-1-1 0 0,0 0 0 0 0,0 1 0 0 0,0-1 1 0 0,0 0-1 0 0,0 1 0 0 0,-1-1 1 0 0,0 0-1 0 0,0 4 0 0 0,-1-1 0 0 0,0-1 1 0 0,0 0-1 0 0,0 0 0 0 0,-1 0 1 0 0,1-1-1 0 0,-1 1 0 0 0,0-1 0 0 0,-1 1 1 0 0,1-1-1 0 0,-8 7 0 0 0,-2 0 1 0 0,0-1 0 0 0,-16 10-1 0 0,12-9 7 0 0,-32 22 65 0 0,-80 40 1 0 0,49-32-16 0 0,32-15-20 0 0,-1-2 1 0 0,-94 31-1 0 0,113-47-13 0 0,0-2 0 0 0,-48 4 1 0 0,63-9-3 0 0,1-1 1 0 0,-1 0-1 0 0,0-1 1 0 0,1-1-1 0 0,-1 0 1 0 0,-25-9-1 0 0,38 11-18 0 0,0-1-1 0 0,0 1 1 0 0,0-1-1 0 0,1 1 1 0 0,-1-1-1 0 0,0 0 1 0 0,1 0-1 0 0,-1 0 0 0 0,1 0 1 0 0,-1 0-1 0 0,1 0 1 0 0,-1 0-1 0 0,1-1 1 0 0,0 1-1 0 0,0 0 1 0 0,-1-1-1 0 0,1 1 1 0 0,0-1-1 0 0,0 0 1 0 0,1 1-1 0 0,-1-1 1 0 0,0 0-1 0 0,0 1 1 0 0,1-1-1 0 0,-1 0 1 0 0,1 0-1 0 0,0 1 1 0 0,-1-1-1 0 0,1 0 1 0 0,0 0-1 0 0,0-2 1 0 0,1 1-1 0 0,-1 0 1 0 0,1 0 0 0 0,0 0 0 0 0,0 0 0 0 0,0 0 0 0 0,0 0 0 0 0,1 1 0 0 0,-1-1 0 0 0,1 0 0 0 0,0 1-1 0 0,0-1 1 0 0,0 1 0 0 0,0 0 0 0 0,0-1 0 0 0,0 1 0 0 0,5-3 0 0 0,9-8-5 0 0,-13 10 0 0 0,0 0 0 0 0,1 0 0 0 0,-1 1 0 0 0,0 0 0 0 0,1 0 0 0 0,-1 0 0 0 0,1 0 0 0 0,0 0 0 0 0,0 1 0 0 0,4-2 0 0 0,5 0 0 0 0,-3 0 1 0 0,0 0-1 0 0,1 1 1 0 0,-1 0 0 0 0,1 1 0 0 0,-1 0 0 0 0,1 0 0 0 0,0 2-1 0 0,-1-1 1 0 0,1 1 0 0 0,-1 1 0 0 0,1-1 0 0 0,-1 2 0 0 0,1 0 0 0 0,-1 0-1 0 0,12 6 1 0 0,-1 1 26 0 0,-1 0 0 0 0,-1 1-1 0 0,0 1 1 0 0,0 1 0 0 0,-1 0-1 0 0,-1 2 1 0 0,-1 0 0 0 0,18 20-1 0 0,-22-17 51 0 0,0 1-1 0 0,9 21 1 0 0,-14-25-27 0 0,1 0 0 0 0,0-1 0 0 0,1 0 0 0 0,13 15 1 0 0,-16-22-108 0 0,1 1 0 0 0,0-1 1 0 0,0 0-1 0 0,1 0 0 0 0,0-1 0 0 0,0 0 1 0 0,1 0-1 0 0,-1-1 0 0 0,1 0 1 0 0,0-1-1 0 0,0 0 0 0 0,1 0 1 0 0,0-1-1 0 0,-1 0 0 0 0,14 2 0 0 0,-5-3-895 0 0,1-1 0 0 0,-1-1-1 0 0,1-1 1 0 0,21-2-1 0 0,19-13-4516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5:34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353 31 160 0 0,'-51'-8'2003'0'0,"5"0"-10"0"0,0 1 1 0 0,0 2 0 0 0,-51 2 0 0 0,94 3-1963 0 0,1 0 0 0 0,-1 0 0 0 0,0 1 0 0 0,0-1 1 0 0,1 1-1 0 0,-1-1 0 0 0,0 1 0 0 0,1 0 0 0 0,-1 0 0 0 0,1 0 0 0 0,-1 0 0 0 0,1 0 0 0 0,-1 1 1 0 0,1-1-1 0 0,0 1 0 0 0,0 0 0 0 0,-1-1 0 0 0,1 1 0 0 0,1 0 0 0 0,-1 0 0 0 0,0 0 0 0 0,0 1 1 0 0,1-1-1 0 0,-1 0 0 0 0,1 1 0 0 0,0-1 0 0 0,0 1 0 0 0,0-1 0 0 0,0 1 0 0 0,0-1 0 0 0,0 1 1 0 0,1 0-1 0 0,-1-1 0 0 0,1 7 0 0 0,0-4 32 0 0,0 1 0 0 0,0 0-1 0 0,1 0 1 0 0,0 0 0 0 0,1-1 0 0 0,-1 1 0 0 0,1 0 0 0 0,0-1-1 0 0,0 1 1 0 0,1-1 0 0 0,0 0 0 0 0,0 0 0 0 0,0 0 0 0 0,0 0-1 0 0,7 7 1 0 0,99 86 498 0 0,-86-74-488 0 0,43 37 0 0 0,-28-28-349 0 0,-32-27 78 0 0,1 0 0 0 0,0 0 0 0 0,1 0-1 0 0,14 8 1 0 0,-9-7-150 0 0,28 11-4080 0 0,-36-17-67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5:34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59 106 1761 0 0,'-29'0'2321'0'0,"29"-6"-320"0"0,-30 6-400 0 0,30-5-401 0 0,30 5-239 0 0,-30-8-321 0 0,29 3-240 0 0,31-7-160 0 0,58 5-160 0 0,1-12-480 0 0,52 0-1281 0 0,7-6-2801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5:51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1260 36 4802 0 0,'-24'-5'475'0'0,"-15"-4"147"0"0,-1 1 0 0 0,-78-5 0 0 0,105 13-589 0 0,0 0 0 0 0,0 1-1 0 0,0 1 1 0 0,0 0 0 0 0,0 1 0 0 0,0 0 0 0 0,1 1 0 0 0,0 0 0 0 0,-1 1 0 0 0,1 0 0 0 0,1 1 0 0 0,-1 0 0 0 0,-13 11-1 0 0,-70 66 91 0 0,12-9-85 0 0,83-73-39 0 0,-58 43 121 0 0,3 3 0 0 0,-69 76 1 0 0,62-55-143 0 0,-18 22 30 0 0,45-41 114 0 0,2 1 0 0 0,-43 92 0 0 0,67-122-101 0 0,-4 4 14 0 0,-8 17 101 0 0,-29 80 0 0 0,36-79-63 0 0,3-11 37 0 0,1 0 1 0 0,-9 60 0 0 0,18-80-87 0 0,0 0 0 0 0,1 0 1 0 0,0 0-1 0 0,1 0 0 0 0,0 0 0 0 0,1 0 1 0 0,0 0-1 0 0,0-1 0 0 0,2 1 1 0 0,-1-1-1 0 0,1 1 0 0 0,8 13 0 0 0,2-2 12 0 0,0 0-1 0 0,2-2 0 0 0,0 0 1 0 0,1 0-1 0 0,2-2 0 0 0,-1 0 0 0 0,28 19 1 0 0,156 96 162 0 0,-190-125-185 0 0,17 10 19 0 0,0-1 1 0 0,1-1-1 0 0,1-2 1 0 0,0-1-1 0 0,1-1 0 0 0,38 9 1 0 0,-22-11-4 0 0,0-2 0 0 0,1-2 0 0 0,70-1 0 0 0,-87-5 1 0 0,1-2-1 0 0,-1-2 0 0 0,0-1 0 0 0,0-1 0 0 0,0-2 0 0 0,53-20 0 0 0,-40 8 26 0 0,-1-3 0 0 0,51-34 1 0 0,81-71 85 0 0,-119 86-101 0 0,-2-3 0 0 0,-2-2 0 0 0,93-108 0 0 0,-145 154-40 0 0,34-43-22 0 0,-2-2 0 0 0,31-58-1 0 0,-56 90 4 0 0,-1 0 0 0 0,-1-1 0 0 0,-1-1 1 0 0,0 1-1 0 0,0 0 0 0 0,-2-1 0 0 0,0 0 0 0 0,-1 0 0 0 0,0 0 0 0 0,-2 0 0 0 0,-1-29 0 0 0,-1 28 0 0 0,-1 0-1 0 0,0 1 1 0 0,-1-1 0 0 0,-1 1-1 0 0,0 0 1 0 0,-1 0-1 0 0,-1 0 1 0 0,0 1 0 0 0,-13-19-1 0 0,11 22-23 0 0,0 1 1 0 0,0 0-1 0 0,-1 0 0 0 0,-1 1 0 0 0,0 1 1 0 0,0-1-1 0 0,-1 2 0 0 0,0 0 0 0 0,-1 0 1 0 0,0 1-1 0 0,-17-7 0 0 0,-7 0-239 0 0,-1 1-1 0 0,0 2 1 0 0,-45-7-1 0 0,-126-7-2335 0 0,-47 15-3062 0 0,251 10 5557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4:37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27 1121 0 0,'-4'-2'374'0'0,"0"-1"1"0"0,0 1 0 0 0,0 0-1 0 0,0 0 1 0 0,-1 0 0 0 0,1 1 0 0 0,0 0-1 0 0,-1-1 1 0 0,0 2 0 0 0,-6-2-1 0 0,11 2-352 0 0,0 0 0 0 0,0 0-1 0 0,0 0 1 0 0,1 0 0 0 0,-1 0-1 0 0,0 0 1 0 0,0 0 0 0 0,0 0-1 0 0,0-1 1 0 0,0 1-1 0 0,0 0 1 0 0,0 0 0 0 0,0 0-1 0 0,1 0 1 0 0,-1 0 0 0 0,0 0-1 0 0,0-1 1 0 0,0 1 0 0 0,0 0-1 0 0,0 0 1 0 0,0 0 0 0 0,0 0-1 0 0,0 0 1 0 0,0-1 0 0 0,0 1-1 0 0,0 0 1 0 0,0 0-1 0 0,0 0 1 0 0,0 0 0 0 0,0 0-1 0 0,0-1 1 0 0,0 1 0 0 0,0 0-1 0 0,0 0 1 0 0,0 0 0 0 0,0 0-1 0 0,0 0 1 0 0,0-1 0 0 0,0 1-1 0 0,-1 0 1 0 0,1 0 0 0 0,0 0-1 0 0,0 0 1 0 0,0 0-1 0 0,0 0 1 0 0,0 0 0 0 0,0-1-1 0 0,0 1 1 0 0,-1 0 0 0 0,1 0-1 0 0,0 0 1 0 0,0 0 0 0 0,20-1 324 0 0,-20 1-323 0 0,0 0-1 0 0,1 0 0 0 0,-1 0 1 0 0,0 0-1 0 0,0 0 0 0 0,1 0 1 0 0,-1 0-1 0 0,0 1 0 0 0,0-1 0 0 0,1 0 1 0 0,-1 0-1 0 0,0 0 0 0 0,0 0 1 0 0,0 1-1 0 0,1-1 0 0 0,-1 0 1 0 0,0 0-1 0 0,0 1 0 0 0,0-1 0 0 0,1 0 1 0 0,-1 0-1 0 0,0 1 0 0 0,0-1 1 0 0,0 0-1 0 0,0 0 0 0 0,0 1 1 0 0,0-1-1 0 0,0 0 0 0 0,0 1 0 0 0,0-1 1 0 0,0 0-1 0 0,0 0 0 0 0,0 1 1 0 0,0-1-1 0 0,0 0 0 0 0,0 1 1 0 0,0-1-1 0 0,0 0 0 0 0,0 0 1 0 0,0 1-1 0 0,0-1 0 0 0,0 0 0 0 0,0 1 1 0 0,-1-1-1 0 0,1 0 0 0 0,0 0 1 0 0,0 0-1 0 0,0 1 0 0 0,0-1 1 0 0,-1 0-1 0 0,1 0 0 0 0,0 1 0 0 0,0-1 1 0 0,-1 0-1 0 0,1 0 0 0 0,0 0 1 0 0,0 0-1 0 0,-1 0 0 0 0,1 1 1 0 0,0-1-1 0 0,0 0 0 0 0,-1 0 0 0 0,1 0 1 0 0,-20 5 270 0 0,13-1-2 0 0,4 0-222 0 0,-17 1 145 0 0,20-4-181 0 0,-1-1-1 0 0,0 1 1 0 0,1 0 0 0 0,-1 0-1 0 0,1 0 1 0 0,-1 0 0 0 0,1-1 0 0 0,-1 1-1 0 0,1 0 1 0 0,-1 0 0 0 0,1 0 0 0 0,0 0-1 0 0,0 0 1 0 0,-1 0 0 0 0,1 0-1 0 0,0 0 1 0 0,0 0 0 0 0,0 2 0 0 0,-3 8 65 0 0,-6-3-55 0 0,8-7-38 0 0,0-1 0 0 0,0 1 0 0 0,0 0 0 0 0,0 0 0 0 0,0 0 0 0 0,0 0 0 0 0,0 0 0 0 0,0 0 0 0 0,0 0 0 0 0,0 0 0 0 0,1 0 0 0 0,-1 0 0 0 0,0 0 0 0 0,1 1 0 0 0,-1-1 0 0 0,1 0 0 0 0,0 0 0 0 0,-1 1 0 0 0,1-1 0 0 0,0 0 0 0 0,0 1 0 0 0,-1-1 0 0 0,1 0 1 0 0,0 1-1 0 0,1 1 0 0 0,-1 116 88 0 0,0-117-87 0 0,0 0 0 0 0,0 1-1 0 0,1-1 1 0 0,-1 0 0 0 0,1 0 0 0 0,-1 1 0 0 0,1-1 0 0 0,0 0 0 0 0,0 0-1 0 0,0 0 1 0 0,0 0 0 0 0,1 0 0 0 0,-1 0 0 0 0,3 3 0 0 0,6 11 333 0 0,0 21 408 0 0,10-1-400 0 0,-10 3-334 0 0,10 2 27 0 0,-10-2-27 0 0,9-1-26 0 0,-11-17-19 0 0,-7-17 29 0 0,0 0 1 0 0,1 0-1 0 0,-1 0 0 0 0,1 0 0 0 0,0-1 0 0 0,0 1 0 0 0,0 0 0 0 0,1-1 0 0 0,-1 1 0 0 0,1-1 0 0 0,3 3 0 0 0,-2-2 2 0 0,-2-3 1 0 0,0 1-1 0 0,0 0 1 0 0,0-1-1 0 0,-1 1 0 0 0,1 0 1 0 0,0 0-1 0 0,-1 0 0 0 0,1 0 1 0 0,-1 0-1 0 0,0 0 1 0 0,1 0-1 0 0,-1 1 0 0 0,0-1 1 0 0,0 0-1 0 0,-1 1 0 0 0,1-1 1 0 0,-1 1-1 0 0,1-1 1 0 0,-1 4-1 0 0,0-6 0 0 0,0 1 0 0 0,0 0 1 0 0,0 0-1 0 0,1 0 0 0 0,-1 0 0 0 0,0-1 1 0 0,0 1-1 0 0,0 0 0 0 0,0 0 1 0 0,1 0-1 0 0,-1-1 0 0 0,0 1 0 0 0,1 0 1 0 0,-1 0-1 0 0,1-1 0 0 0,-1 1 0 0 0,1 0 1 0 0,-1-1-1 0 0,1 1 0 0 0,-1-1 0 0 0,1 1 1 0 0,0-1-1 0 0,-1 1 0 0 0,1-1 0 0 0,0 1 1 0 0,0-1-1 0 0,-1 1 0 0 0,1-1 0 0 0,0 0 1 0 0,0 1-1 0 0,-1-1 0 0 0,1 0 1 0 0,0 0-1 0 0,1 0 0 0 0,-2 0 2 0 0,1 0 0 0 0,-1 0-1 0 0,1 1 1 0 0,-1-1 0 0 0,1 0 0 0 0,-1 0 0 0 0,1 0-1 0 0,-1 0 1 0 0,1 1 0 0 0,-1-1 0 0 0,1 0-1 0 0,-1 0 1 0 0,1 1 0 0 0,-1-1 0 0 0,1 0 0 0 0,-1 1-1 0 0,1-1 1 0 0,-1 1 0 0 0,0-1 0 0 0,1 0 0 0 0,-1 1-1 0 0,0-1 1 0 0,1 1 0 0 0,-1-1 0 0 0,0 1-1 0 0,0-1 1 0 0,0 1 0 0 0,1-1 0 0 0,-1 1 0 0 0,0-1-1 0 0,0 1 1 0 0,0 0 0 0 0,4-1-68 0 0,41-18 67 0 0,24-28 240 0 0,46-50-41 0 0,-33 26-91 0 0,-46 44-70 0 0,-28 22-34 0 0,-1-1-1 0 0,0 0 1 0 0,0 0-1 0 0,0-1 1 0 0,0 0-1 0 0,-1 0 1 0 0,0 0-1 0 0,-1-1 1 0 0,1 0-1 0 0,-1 0 1 0 0,7-13-1 0 0,-11 15-6 0 0,0 1 1 0 0,1-1-1 0 0,0 0 0 0 0,0 1 0 0 0,0 0 0 0 0,1-1 1 0 0,0 1-1 0 0,0 0 0 0 0,0 0 0 0 0,0 0 0 0 0,0 1 0 0 0,1-1 1 0 0,-1 1-1 0 0,1 0 0 0 0,0 0 0 0 0,0 0 0 0 0,0 0 1 0 0,9-3-1 0 0,12-10-230 0 0,-21 25-8352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4:3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0 348 1281 0 0,'0'0'81'0'0,"0"0"1"0"0,0-1 0 0 0,0 1-1 0 0,0-1 1 0 0,1 1 0 0 0,-1-1 0 0 0,0 1-1 0 0,0-1 1 0 0,0 1 0 0 0,1 0 0 0 0,-1-1-1 0 0,0 1 1 0 0,0 0 0 0 0,1-1-1 0 0,-1 1 1 0 0,0 0 0 0 0,1-1 0 0 0,-1 1-1 0 0,1 0 1 0 0,-1-1 0 0 0,0 1 0 0 0,1 0-1 0 0,-1 0 1 0 0,1 0 0 0 0,-1-1-1 0 0,0 1 1 0 0,1 0 0 0 0,-1 0 0 0 0,1 0-1 0 0,-1 0 1 0 0,1 0 0 0 0,-1 0 0 0 0,1 0-1 0 0,-1 0 1 0 0,1 0 0 0 0,0 0-1 0 0,-1 0-15 0 0,1 0 0 0 0,0 0 0 0 0,-1 0 0 0 0,1 0-1 0 0,0 0 1 0 0,-1 0 0 0 0,1 0 0 0 0,0 0-1 0 0,-1 0 1 0 0,1-1 0 0 0,-1 1 0 0 0,1 0 0 0 0,0 0-1 0 0,-1-1 1 0 0,1 1 0 0 0,-1 0 0 0 0,1-1-1 0 0,-1 1 1 0 0,1-1 0 0 0,-1 1 0 0 0,1 0 0 0 0,-1-1-1 0 0,0 1 1 0 0,1-1 0 0 0,-1 1 0 0 0,1-1-1 0 0,-1 1 1 0 0,0-1 0 0 0,0 0 0 0 0,1 1 0 0 0,-1-1-1 0 0,0 1 1 0 0,0-1 0 0 0,0 0 0 0 0,1 1-1 0 0,-1-1 1 0 0,0 0 0 0 0,0 0 0 0 0,-1-7 771 0 0,1 6-759 0 0,0 1 0 0 0,-1-1 0 0 0,1 0-1 0 0,0 0 1 0 0,0 1 0 0 0,0-1 0 0 0,0 0 0 0 0,1 1 0 0 0,-1-1 0 0 0,0 0 0 0 0,1 0-1 0 0,-1 1 1 0 0,1-1 0 0 0,0 1 0 0 0,-1-1 0 0 0,3-2 0 0 0,18-18 322 0 0,-8 10-304 0 0,-1 0-1 0 0,0-1 1 0 0,-1-1-1 0 0,0 0 1 0 0,11-21 0 0 0,-15 18-58 0 0,-6 14-34 0 0,0 0 0 0 0,0 0 1 0 0,1-1-1 0 0,-1 1 0 0 0,1 0 0 0 0,0 0 1 0 0,0 1-1 0 0,0-1 0 0 0,0 0 0 0 0,0 1 0 0 0,1-1 1 0 0,4-3-1 0 0,31-26 43 0 0,-14 11 3 0 0,27-19 0 0 0,-46 33-50 0 0,0 2 0 0 0,15 6 0 0 0,-19 0 0 0 0,-1-1 0 0 0,1 1 0 0 0,-1-1 0 0 0,1 1 0 0 0,-1-1 0 0 0,0 1 0 0 0,1-1 0 0 0,-1 1 0 0 0,1-1 0 0 0,-1 1 0 0 0,0 0 0 0 0,0-1 0 0 0,1 1 0 0 0,-1 0 0 0 0,0-1 0 0 0,0 1 0 0 0,0-1 0 0 0,0 1 0 0 0,1 0 0 0 0,-1 0 0 0 0,0-1 0 0 0,0 1 0 0 0,0 0 0 0 0,-1-1 0 0 0,1 1 0 0 0,0 0 0 0 0,0-1 0 0 0,-1 2 0 0 0,1 10-14 0 0,0 12-14 0 0,1-11 37 0 0,0 0-1 0 0,-1 0 1 0 0,-1 1 0 0 0,0-1-1 0 0,-1 0 1 0 0,0 0 0 0 0,-1 0-1 0 0,-1 0 1 0 0,0 0-1 0 0,-11 22 1 0 0,-19 41-102 0 0,23-61-45 0 0,10-13 99 0 0,0-1 0 0 0,-1 1 0 0 0,1 0 1 0 0,0 0-1 0 0,0 0 0 0 0,0 0 0 0 0,0 0 0 0 0,0 0 0 0 0,0 0 1 0 0,0 0-1 0 0,1 0 0 0 0,-1 0 0 0 0,1 0 0 0 0,-1 5 0 0 0,1-6-15 0 0,0 0 0 0 0,0 0-1 0 0,0 0 1 0 0,-1 0-1 0 0,1 0 1 0 0,0 0-1 0 0,0 0 1 0 0,-1 0 0 0 0,1 0-1 0 0,-1 0 1 0 0,1 0-1 0 0,-1 0 1 0 0,1 0 0 0 0,-1-1-1 0 0,0 1 1 0 0,0 0-1 0 0,1 0 1 0 0,-1-1 0 0 0,0 1-1 0 0,0 0 1 0 0,0-1-1 0 0,1 1 1 0 0,-1 0 0 0 0,0-1-1 0 0,0 1 1 0 0,0-1-1 0 0,0 0 1 0 0,0 1 0 0 0,0-1-1 0 0,0 0 1 0 0,0 0-1 0 0,0 1 1 0 0,-2-1-1 0 0,-3 1-336 0 0,-23 7-2050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4:38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19 560 0 0,'29'-13'2241'0'0,"-29"8"1521"0"0,30 5-2481 0 0,-6 11-561 0 0,35 8-720 0 0,0 5-1521 0 0,0-11-1600 0 0,1 1 79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4:38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309 370 1121 0 0,'0'-21'4682'0'0,"-1"-28"-2986"0"0,-1 21-1288 0 0,2-1 1 0 0,7-47-1 0 0,8 7 32 0 0,-11 50-333 0 0,-4 15-89 0 0,0 1-1 0 0,0-1 0 0 0,1 0 1 0 0,-1 0-1 0 0,1 1 0 0 0,0-1 1 0 0,0 0-1 0 0,1 1 0 0 0,-1-1 1 0 0,1 1-1 0 0,0 0 0 0 0,-1-1 0 0 0,2 1 1 0 0,-1 0-1 0 0,0 0 0 0 0,1 0 1 0 0,-1 0-1 0 0,1 1 0 0 0,5-5 1 0 0,17 0 35 0 0,-20 7-46 0 0,-1 0 1 0 0,1 0-1 0 0,0 1 0 0 0,0 0 1 0 0,0-1-1 0 0,0 2 0 0 0,0-1 1 0 0,-1 1-1 0 0,9 3 0 0 0,24 8 13 0 0,-19-8-28 0 0,65 21-147 0 0,-77-24 140 0 0,0 1 1 0 0,0 0 0 0 0,0 0 0 0 0,0 1 0 0 0,-1-1-1 0 0,0 1 1 0 0,0 0 0 0 0,0 1 0 0 0,0-1 0 0 0,7 10-1 0 0,-11-13 12 0 0,-1 0-1 0 0,1-1 1 0 0,-1 1 0 0 0,1 0-1 0 0,-1 0 1 0 0,0 0-1 0 0,0 0 1 0 0,1 0-1 0 0,-1 0 1 0 0,0 0 0 0 0,0 0-1 0 0,0 0 1 0 0,0 0-1 0 0,0 0 1 0 0,0 0-1 0 0,0 0 1 0 0,0 0 0 0 0,-1 0-1 0 0,1 0 1 0 0,0 0-1 0 0,-1-1 1 0 0,1 1-1 0 0,0 0 1 0 0,-1 0 0 0 0,1 0-1 0 0,-1 0 1 0 0,1 0-1 0 0,-1-1 1 0 0,0 1 0 0 0,-1 1-1 0 0,-23 18-36 0 0,25-20 40 0 0,-15 8 23 0 0,0-1 1 0 0,-1-1-1 0 0,0 0 1 0 0,0-1 0 0 0,0-1-1 0 0,0 0 1 0 0,-1-2-1 0 0,1 0 1 0 0,-1 0 0 0 0,0-2-1 0 0,0 0 1 0 0,-16-2-1 0 0,33 2-21 0 0,0 0-1 0 0,0 0 0 0 0,0 0 0 0 0,1 0 1 0 0,-1-1-1 0 0,0 1 0 0 0,0 0 0 0 0,0 0 1 0 0,0 0-1 0 0,1 0 0 0 0,-1 0 0 0 0,0 0 0 0 0,0-1 1 0 0,0 1-1 0 0,0 0 0 0 0,0 0 0 0 0,0 0 1 0 0,1 0-1 0 0,-1-1 0 0 0,0 1 0 0 0,0 0 1 0 0,0 0-1 0 0,0 0 0 0 0,0 0 0 0 0,0-1 1 0 0,0 1-1 0 0,0 0 0 0 0,0 0 0 0 0,0 0 0 0 0,0-1 1 0 0,0 1-1 0 0,0 0 0 0 0,0 0 0 0 0,0 0 1 0 0,0-1-1 0 0,0 1 0 0 0,0 0 0 0 0,0 0 1 0 0,0 0-1 0 0,0-1 0 0 0,0 1 0 0 0,-1 0 1 0 0,1 0-1 0 0,0 0 0 0 0,0 0 0 0 0,0-1 1 0 0,0 1-1 0 0,0 0 0 0 0,0 0 0 0 0,-1 0 0 0 0,1 0 1 0 0,0 0-1 0 0,0 0 0 0 0,0-1 0 0 0,0 1 1 0 0,-1 0-1 0 0,1 0 0 0 0,0 0 0 0 0,0 0 1 0 0,0 0-1 0 0,-1 0 0 0 0,1 0 0 0 0,1-1 1 0 0,8 0-2 0 0,1-1 0 0 0,0 1 0 0 0,0 1 0 0 0,0-1 0 0 0,0 2 0 0 0,19 2 0 0 0,1 2-43 0 0,42 14 0 0 0,-59-15 22 0 0,1 1-1 0 0,-2 0 1 0 0,1 1 0 0 0,0 0 0 0 0,18 13 0 0 0,-28-16 18 0 0,0-1-1 0 0,0 0 1 0 0,-1 1-1 0 0,1 0 1 0 0,-1 0-1 0 0,1 0 1 0 0,-1 0-1 0 0,0 0 1 0 0,0 0 0 0 0,1 4-1 0 0,-2-6 2 0 0,0 1 0 0 0,-1 0 0 0 0,0-1 0 0 0,1 1 0 0 0,-1 0 0 0 0,0-1 1 0 0,0 1-1 0 0,0 0 0 0 0,0 0 0 0 0,0-1 0 0 0,0 1 0 0 0,0 0 0 0 0,-1 0 0 0 0,1-1 0 0 0,-2 4 0 0 0,0-1 5 0 0,0-1 0 0 0,0 1 0 0 0,-1-1-1 0 0,1 0 1 0 0,-1 1 0 0 0,0-1 0 0 0,0-1 0 0 0,-1 1-1 0 0,1 0 1 0 0,0-1 0 0 0,-1 0 0 0 0,1 1 0 0 0,-1-1 0 0 0,-8 2-1 0 0,-8 4 33 0 0,0-2-1 0 0,0 0 0 0 0,-1-1 1 0 0,0-1-1 0 0,-27 1 0 0 0,25-2 0 0 0,-28 4-24 0 0,0-3-1 0 0,-1-2 1 0 0,1-2 0 0 0,-1-2-1 0 0,1-3 1 0 0,-84-18-1 0 0,127 21-92 0 0,5 2 33 0 0,0-1 0 0 0,0 0 0 0 0,0 1 1 0 0,0-1-1 0 0,0-1 0 0 0,0 1 0 0 0,0 0 0 0 0,-4-3 1 0 0,6 3-41 0 0,1 0 1 0 0,-1 0-1 0 0,1 0 1 0 0,0 0-1 0 0,0 0 1 0 0,0 0-1 0 0,0 0 1 0 0,-1 0-1 0 0,1 0 1 0 0,0 1-1 0 0,1-1 1 0 0,-1 0-1 0 0,0 0 1 0 0,0 0-1 0 0,0 0 1 0 0,0 0-1 0 0,1 0 1 0 0,-1 0-1 0 0,0 0 1 0 0,1 0-1 0 0,-1 1 1 0 0,1-1-1 0 0,-1 0 1 0 0,1 0-1 0 0,0 1 1 0 0,0-2-1 0 0,0-1-374 0 0,0 1 0 0 0,0-1-1 0 0,0 1 1 0 0,-1-1 0 0 0,1 1 0 0 0,-1-1 0 0 0,0 1-1 0 0,1-1 1 0 0,-2-4 0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4:39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 12 4002 0 0,'-38'0'2123'0'0,"15"1"-1136"0"0,0 0-1 0 0,0-2 1 0 0,-38-7-1 0 0,77 3-652 0 0,-12 6-254 0 0,1 3 13 0 0,173 16 681 0 0,39 18-361 0 0,88 3-439 0 0,-245-37-411 0 0,-43-3-841 0 0,0 0-1 0 0,0 1 0 0 0,0 0 1 0 0,28 9-1 0 0,-40-5-2750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4:39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0 5122 0 0,'-30'6'6083'0'0,"90"-6"-5923"0"0,58 11-80 0 0,30 8 240 0 0,60 13 161 0 0,-36-19-641 0 0,-24-20-1361 0 0,29-4-2401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5:56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14 3682 0 0,'29'0'2161'0'0,"-29"-6"-1041"0"0,0-1 401 0 0,-29 7-1681 0 0,29 7-641 0 0,-30-7-4961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5:58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0 640 0 0,'-83'51'5603'0'0,"24"-13"-4162"0"0,29-8-1922 0 0,30-11 81 0 0,0-12 400 0 0,30-7 0 0 0,-30-7-5362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4:50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292 118 3282 0 0,'0'-27'4266'0'0,"0"-35"-2757"0"0,0 61-1476 0 0,1 0 0 0 0,0 1-1 0 0,0-1 1 0 0,-1 0 0 0 0,1 0-1 0 0,0 0 1 0 0,0 1 0 0 0,0-1-1 0 0,0 0 1 0 0,0 1 0 0 0,0-1-1 0 0,0 1 1 0 0,1-1-1 0 0,-1 1 1 0 0,0 0 0 0 0,0-1-1 0 0,0 1 1 0 0,0 0 0 0 0,0 0-1 0 0,2 0 1 0 0,-1-1 69 0 0,10-3-7 0 0,0 1 1 0 0,0 0-1 0 0,1 1 1 0 0,-1 0 0 0 0,0 1-1 0 0,1 0 1 0 0,-1 1-1 0 0,26 2 1 0 0,93 20 564 0 0,-120-19-668 0 0,0 0 0 0 0,0 1 0 0 0,0 0-1 0 0,-1 1 1 0 0,15 9 0 0 0,-10-6 4 0 0,-13-7 6 0 0,0 0 1 0 0,0 0-1 0 0,1 0 1 0 0,-1 0-1 0 0,0 1 0 0 0,0-1 1 0 0,-1 1-1 0 0,1-1 1 0 0,0 1-1 0 0,3 3 1 0 0,-4-1-1 0 0,0-1 1 0 0,0 1 0 0 0,-1 0 0 0 0,1-1 0 0 0,-1 1 0 0 0,1 0 0 0 0,-1-1 0 0 0,-1 7 0 0 0,1-3-12 0 0,-1 1-1 0 0,0-1 1 0 0,0 0 0 0 0,0 0-1 0 0,-1 1 1 0 0,-1-1-1 0 0,1 0 1 0 0,-1-1 0 0 0,0 1-1 0 0,-5 8 1 0 0,0-2-16 0 0,-1-1 0 0 0,0 0 1 0 0,-1-1-1 0 0,-18 17 0 0 0,24-24 18 0 0,0 1-1 0 0,0 0 0 0 0,0 0 0 0 0,0 1 0 0 0,1-1 0 0 0,-5 10 0 0 0,5-8 19 0 0,-1-1 0 0 0,1 1 0 0 0,-1-1 0 0 0,-10 11 0 0 0,4-7 32 0 0,5-4-15 0 0,0 0 0 0 0,0-1 0 0 0,-1 0 0 0 0,0 0 0 0 0,0 0 0 0 0,0-1 0 0 0,-9 5 0 0 0,-12 2-31 0 0,14-6 13 0 0,0 1 0 0 0,-18 11 0 0 0,22-12 9 0 0,0 1 0 0 0,-1-1-1 0 0,0-1 1 0 0,1 0 0 0 0,-2 0 0 0 0,1-1 0 0 0,0 0-1 0 0,-16 1 1 0 0,7 0 52 0 0,-10 2 61 0 0,0-3 1 0 0,-57 1-1 0 0,70-4-84 0 0,0 0 0 0 0,0-2 0 0 0,0 0 0 0 0,0-1 0 0 0,0-1 1 0 0,-25-9-1 0 0,41 13-48 0 0,-1 0 0 0 0,1-1 0 0 0,-1 1 0 0 0,1 0 0 0 0,0-1 0 0 0,-1 1 0 0 0,1-1 0 0 0,0 1 0 0 0,-1-1 0 0 0,1 1 0 0 0,0-1 1 0 0,0 1-1 0 0,0-1 0 0 0,-1 1 0 0 0,1-1 0 0 0,0 1 0 0 0,0-1 0 0 0,0 1 0 0 0,0-1 0 0 0,0 0 0 0 0,0 1 0 0 0,0-1 0 0 0,0 1 0 0 0,0-1 0 0 0,0 1 1 0 0,0-1-1 0 0,0 1 0 0 0,1-1 0 0 0,-1 1 0 0 0,0-1 0 0 0,0 0 0 0 0,0 1 0 0 0,1 0 0 0 0,-1-1 0 0 0,0 1 0 0 0,1-1 0 0 0,-1 1 0 0 0,0-1 0 0 0,1 1 1 0 0,-1 0-1 0 0,1-1 0 0 0,-1 1 0 0 0,1-1 0 0 0,-1 1 0 0 0,0 0 0 0 0,2-1 0 0 0,15-14-17 0 0,-8 2-18 0 0,-8 11 38 0 0,0 0 0 0 0,0 1 0 0 0,1-1 0 0 0,-1 0 0 0 0,1 1 0 0 0,-1-1 0 0 0,1 1 0 0 0,-1-1 0 0 0,1 1-1 0 0,0 0 1 0 0,2-2 0 0 0,6-3 2 0 0,0 1-1 0 0,1 0 1 0 0,-1 1-1 0 0,1 0 1 0 0,0 1-1 0 0,0 0 1 0 0,0 1-1 0 0,0 0 0 0 0,0 0 1 0 0,0 1-1 0 0,16 1 1 0 0,-6 2 1 0 0,0 0 1 0 0,-1 2 0 0 0,1 0-1 0 0,-1 1 1 0 0,33 13 0 0 0,39 24 23 0 0,-49-21 28 0 0,54 18 0 0 0,-90-38-172 0 0,0 0 0 0 0,0 0 0 0 0,-1-1-1 0 0,1 0 1 0 0,0 0 0 0 0,0-1-1 0 0,0 0 1 0 0,0 0 0 0 0,0-1-1 0 0,-1 0 1 0 0,1 0 0 0 0,12-6-1 0 0,-7 3-133 0 0,47-22-2006 0 0,-24 9 640 0 0,48-23-2054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4:51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531 117 2881 0 0,'-6'-4'5010'0'0,"-12"6"-5051"0"0,12-1 568 0 0,-20 3 54 0 0,1 1 1 0 0,-28 8-1 0 0,-1 1-84 0 0,35-9-332 0 0,-204 53 1698 0 0,215-55-1751 0 0,1 0 1 0 0,-1 0-1 0 0,0 0 1 0 0,1 1 0 0 0,-11 8-1 0 0,0-1 107 0 0,17-10-195 0 0,-1-1 1 0 0,0 1 0 0 0,1 0 0 0 0,-1 0 0 0 0,1 0 0 0 0,-1 0 0 0 0,1 0 0 0 0,0 0 0 0 0,-1 0 0 0 0,1 0 0 0 0,0 1 0 0 0,0-1 0 0 0,0 0 0 0 0,0 1 0 0 0,0-1 0 0 0,0 1 0 0 0,0-1 0 0 0,1 1 0 0 0,-1 0 0 0 0,0-1 0 0 0,1 1 0 0 0,0 0 0 0 0,-1-1 0 0 0,1 1 0 0 0,0 0 0 0 0,0 1-1 0 0,0 0 4 0 0,1 0 0 0 0,1 0 0 0 0,-1 0 0 0 0,0 0-1 0 0,1 0 1 0 0,-1-1 0 0 0,1 1 0 0 0,0 0-1 0 0,0-1 1 0 0,0 1 0 0 0,0-1 0 0 0,0 0 0 0 0,1 0-1 0 0,-1 0 1 0 0,1 0 0 0 0,-1 0 0 0 0,4 1-1 0 0,30 17 252 0 0,76 31 0 0 0,-92-42-223 0 0,16 6-51 0 0,1-2 0 0 0,1-2 0 0 0,-1-1 0 0 0,2-2 0 0 0,-1-2 0 0 0,1-1 0 0 0,51-1 0 0 0,-55-2 7 0 0,-1-2 0 0 0,1-1 0 0 0,-1-2 0 0 0,0-2 0 0 0,0-1 0 0 0,0-1 0 0 0,-1-2 0 0 0,0-1 0 0 0,37-18 0 0 0,-59 23-30 0 0,0-1 0 0 0,0 0 0 0 0,0-1 1 0 0,-1 0-1 0 0,0 0 0 0 0,-1-2 0 0 0,14-12 0 0 0,-21 17-17 0 0,1 1-1 0 0,0-1 1 0 0,-1 0 0 0 0,1 1-1 0 0,-1-1 1 0 0,0 0-1 0 0,0-1 1 0 0,-1 1 0 0 0,1 0-1 0 0,-1 0 1 0 0,0-1 0 0 0,0 1-1 0 0,-1-1 1 0 0,1 1 0 0 0,-1 0-1 0 0,0-1 1 0 0,0 1-1 0 0,0-1 1 0 0,-1 1 0 0 0,1-1-1 0 0,-1 1 1 0 0,0-1 0 0 0,-1 1-1 0 0,-2-7 1 0 0,0 3-43 0 0,0 0 0 0 0,-1 1 0 0 0,0-1 1 0 0,0 1-1 0 0,-1 0 0 0 0,0 0 0 0 0,0 1 0 0 0,0-1 1 0 0,-1 1-1 0 0,-10-6 0 0 0,-4-3-215 0 0,-1 2 1 0 0,-36-17-1 0 0,12 10-848 0 0,-56-16 1 0 0,-66-9-2822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4:55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12 2001 0 0,'-114'-12'6056'0'0,"109"12"-5589"0"0,5 19 120 0 0,0-18-582 0 0,0 0 0 0 0,1 1 0 0 0,-1-1 1 0 0,0 0-1 0 0,0 0 0 0 0,1 1 0 0 0,-1-1 0 0 0,1 0 1 0 0,-1 1-1 0 0,1-1 0 0 0,-1 0 0 0 0,1 0 0 0 0,0 0 0 0 0,-1 0 1 0 0,1 0-1 0 0,0 0 0 0 0,1 1 0 0 0,102 98 89 0 0,-10 1 39 0 0,-87-92-230 0 0,0 0 1 0 0,0 1-1 0 0,-1-1 0 0 0,0 1 0 0 0,0 0 1 0 0,-1 1-1 0 0,5 15 0 0 0,-9-22-213 0 0,0 0-1 0 0,0 0 0 0 0,0 0 1 0 0,0 0-1 0 0,-1 0 1 0 0,0 8-1 0 0,0 14-4331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4:55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0 206 2481 0 0,'30'-30'2561'0'0,"-1"-2"-560"0"0,1-6-560 0 0,29 8-561 0 0,-29 3-480 0 0,29 3-319 0 0,-5 12-642 0 0,5 5-799 0 0,-30 1-881 0 0,31 12-321 0 0,-60 1 161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4:56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381 276 400 0 0,'0'-53'6068'0'0,"0"-26"-3145"0"0,0 77-2894 0 0,0 0 0 0 0,1-1 0 0 0,-1 1 1 0 0,0 0-1 0 0,1 0 0 0 0,0 0 0 0 0,-1-1 0 0 0,1 1 0 0 0,0 0 1 0 0,0 0-1 0 0,0 0 0 0 0,0 0 0 0 0,0 0 0 0 0,1 1 0 0 0,-1-1 0 0 0,3-2 1 0 0,5-8 61 0 0,21-32 162 0 0,-27 23-144 0 0,-3 20-102 0 0,0 0 0 0 0,-1 0 1 0 0,1 0-1 0 0,0 0 0 0 0,0-1 0 0 0,0 1 0 0 0,0 0 1 0 0,1 0-1 0 0,-1 0 0 0 0,0 0 0 0 0,0 0 0 0 0,1 0 0 0 0,-1 0 1 0 0,0 0-1 0 0,1 0 0 0 0,-1 0 0 0 0,1 0 0 0 0,0 0 1 0 0,-1 0-1 0 0,1 0 0 0 0,0-1 0 0 0,14-3 46 0 0,-30 4-53 0 0,15 1-4 0 0,0 0 0 0 0,0 0-1 0 0,0 0 1 0 0,-1 0 0 0 0,1 0-1 0 0,0 1 1 0 0,0-1 0 0 0,-1 0-1 0 0,1 0 1 0 0,0 0-1 0 0,0 0 1 0 0,0 0 0 0 0,-1 0-1 0 0,1 0 1 0 0,0 0 0 0 0,0 1-1 0 0,0-1 1 0 0,-1 0-1 0 0,1 0 1 0 0,0 0 0 0 0,0 0-1 0 0,0 1 1 0 0,0-1 0 0 0,0 0-1 0 0,-1 0 1 0 0,1 0-1 0 0,0 1 1 0 0,0-1 0 0 0,0 0-1 0 0,0 0 1 0 0,0 0 0 0 0,0 1-1 0 0,0-1 1 0 0,0 0-1 0 0,0 0 1 0 0,0 1 0 0 0,0-1-1 0 0,-4 7-42 0 0,-3-4 39 0 0,6-3 4 0 0,-1 1-1 0 0,1 0 1 0 0,-1 0-1 0 0,1 0 1 0 0,-1 0-1 0 0,1 0 1 0 0,0 0-1 0 0,-1 0 1 0 0,1 0-1 0 0,0 0 1 0 0,0 1-1 0 0,0-1 1 0 0,0 0-1 0 0,0 1 1 0 0,0-1-1 0 0,0 1 1 0 0,0-1-1 0 0,0 3 1 0 0,-13 16-22 0 0,-2-1 1 0 0,-24 23-1 0 0,26-27 36 0 0,-11 8-7 0 0,0-1 0 0 0,-2-2 0 0 0,-47 29 0 0 0,53-36 52 0 0,-122 67 11 0 0,143-80-60 0 0,-1 0 0 0 0,1 1 0 0 0,-1-1 0 0 0,1 0 0 0 0,0 0 0 0 0,-1 1 0 0 0,1-1-1 0 0,-1 0 1 0 0,1 1 0 0 0,0-1 0 0 0,0 0 0 0 0,-1 1 0 0 0,1-1 0 0 0,0 1 0 0 0,0-1 0 0 0,-1 0-1 0 0,1 1 1 0 0,0-1 0 0 0,0 1 0 0 0,0-1 0 0 0,0 1 0 0 0,-1-1 0 0 0,1 1 0 0 0,0-1 0 0 0,0 0-1 0 0,0 1 1 0 0,0-1 0 0 0,0 1 0 0 0,0-1 0 0 0,0 1 0 0 0,0-1 0 0 0,1 1 0 0 0,-1-1-1 0 0,0 1 1 0 0,0-1 0 0 0,0 0 0 0 0,0 1 0 0 0,1-1 0 0 0,-1 1 0 0 0,0-1 0 0 0,0 0 0 0 0,1 1-1 0 0,-1-1 1 0 0,0 1 0 0 0,1-1 0 0 0,-1 0 0 0 0,0 0 0 0 0,1 1 0 0 0,-1-1 0 0 0,1 0 0 0 0,-1 0-1 0 0,0 1 1 0 0,2-1 0 0 0,21 12 108 0 0,-22-12-105 0 0,30 17 228 0 0,-25-13-215 0 0,1 0-1 0 0,0 0 0 0 0,0-1 1 0 0,1 0-1 0 0,-1-1 0 0 0,13 4 0 0 0,-13-5-18 0 0,40 11 13 0 0,1-3-1 0 0,1-2 1 0 0,-1-1-1 0 0,93-3 0 0 0,-131-4-26 0 0,-1 0 0 0 0,1 0-1 0 0,-1-1 1 0 0,13-4 0 0 0,-19 5 8 0 0,0-1 1 0 0,0 1-1 0 0,0-1 0 0 0,0 0 1 0 0,0 0-1 0 0,0 0 0 0 0,-1 0 1 0 0,1-1-1 0 0,-1 1 1 0 0,1-1-1 0 0,-1 1 0 0 0,0-1 1 0 0,2-3-1 0 0,16-17 3 0 0,-16 19 0 0 0,0 0 0 0 0,0-1 0 0 0,0 1 0 0 0,0-1 0 0 0,-1 0 0 0 0,3-6 0 0 0,4-26 0 0 0,0 19-2 0 0,-8 15 3 0 0,0 0 0 0 0,0 0 1 0 0,-1 0-1 0 0,1 0 0 0 0,-1 0 1 0 0,0 0-1 0 0,0-1 0 0 0,0 1 1 0 0,0 0-1 0 0,-1-1 0 0 0,1-5 0 0 0,-1 7 3 0 0,0 0-1 0 0,0 0 1 0 0,0 0-1 0 0,0 0 1 0 0,1 0-1 0 0,-1 0 1 0 0,1 0-1 0 0,-1 1 1 0 0,1-1-1 0 0,0 0 1 0 0,0 0-1 0 0,0 0 1 0 0,0 1-1 0 0,0-1 1 0 0,0 0-1 0 0,0 1 0 0 0,0-1 1 0 0,1 1-1 0 0,-1 0 1 0 0,3-3-1 0 0,3-2 4 0 0,-7 5-4 0 0,1 0 0 0 0,0 0 0 0 0,-1 0 0 0 0,1 0 0 0 0,-1 0 0 0 0,1 0 0 0 0,-1 0 0 0 0,1 0-1 0 0,-1 0 1 0 0,0 0 0 0 0,1 0 0 0 0,-1 0 0 0 0,0-1 0 0 0,0 1 0 0 0,0 0 0 0 0,0 0 0 0 0,0 0-1 0 0,0-1 1 0 0,0 1 0 0 0,-1-1 0 0 0,1-5 3 0 0,-1 8-6 0 0,1 0-1 0 0,0 0 1 0 0,-1 0 0 0 0,1 0-1 0 0,-1 1 1 0 0,1-1 0 0 0,-1 0-1 0 0,1 0 1 0 0,-1 0 0 0 0,0 0-1 0 0,0-1 1 0 0,1 1 0 0 0,-1 0-1 0 0,0 0 1 0 0,-2 1 0 0 0,-15 20 112 0 0,-17 51 195 0 0,5-18-72 0 0,-24 45 143 0 0,46-83-316 0 0,-2 0-1 0 0,-18 24 0 0 0,-5 8-5 0 0,23-11-43 0 0,6-19-12 0 0,-7 10-68 0 0,9-25 17 0 0,0 1-1 0 0,0-1 1 0 0,0 1 0 0 0,0 0-1 0 0,1 0 1 0 0,0 0-1 0 0,0 0 1 0 0,0 0 0 0 0,0 0-1 0 0,1 0 1 0 0,0 1-1 0 0,0-1 1 0 0,0 0 0 0 0,1 0-1 0 0,0 0 1 0 0,0 0-1 0 0,2 6 1 0 0,-1-8-78 0 0,0 0 0 0 0,0 1-1 0 0,1-1 1 0 0,-1 0 0 0 0,1 0 0 0 0,0-1-1 0 0,0 1 1 0 0,0-1 0 0 0,0 1 0 0 0,0-1 0 0 0,0 0-1 0 0,1 0 1 0 0,-1 0 0 0 0,7 2 0 0 0,0 0-376 0 0,-1-1 0 0 0,1-1 0 0 0,0 0 1 0 0,15 2-1 0 0,35-2-3925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4:57.2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89 361 5282 0 0,'-20'1'1154'0'0,"13"0"-739"0"0,0-1-1 0 0,0 1 0 0 0,0-2 1 0 0,-11 0-1 0 0,17 1-382 0 0,0 0 1 0 0,0-1 0 0 0,0 1-1 0 0,0 0 1 0 0,0-1 0 0 0,0 1-1 0 0,0 0 1 0 0,0-1 0 0 0,0 0-1 0 0,0 1 1 0 0,0-1 0 0 0,0 1-1 0 0,0-1 1 0 0,0 0-1 0 0,1 0 1 0 0,-1 1 0 0 0,0-1-1 0 0,0 0 1 0 0,1 0 0 0 0,-1 0-1 0 0,1 0 1 0 0,-1 0 0 0 0,1 0-1 0 0,-1 0 1 0 0,1 0 0 0 0,-1 0-1 0 0,1 0 1 0 0,0 0-1 0 0,0 0 1 0 0,-1 0 0 0 0,1-1-1 0 0,0 1 1 0 0,0-1 0 0 0,0 1-30 0 0,1-1 0 0 0,-1 1 0 0 0,0 0 1 0 0,1-1-1 0 0,-1 1 0 0 0,1 0 0 0 0,-1 0 0 0 0,1 0 1 0 0,0-1-1 0 0,-1 1 0 0 0,1 0 0 0 0,0 0 0 0 0,0 0 1 0 0,0 0-1 0 0,0 0 0 0 0,0 0 0 0 0,0 0 1 0 0,0 1-1 0 0,0-1 0 0 0,0 0 0 0 0,2-1 0 0 0,9-7 20 0 0,29-30 25 0 0,6-8 114 0 0,2 2 0 0 0,94-66 0 0 0,-130 104-159 0 0,-2 0 0 0 0,1-1 1 0 0,17-16-1 0 0,-24 12 37 0 0,-6 14-46 0 0,1 0 0 0 0,0 1-1 0 0,-1-1 1 0 0,1 0 0 0 0,-1 1 0 0 0,0-1-1 0 0,0 0 1 0 0,0 0 0 0 0,0 0 0 0 0,0 0-1 0 0,0 0 1 0 0,-1 0 0 0 0,1 0-1 0 0,0 0 1 0 0,-3 2 0 0 0,-9 14-41 0 0,-41 83-179 0 0,53-99 176 0 0,0 0 0 0 0,0 0 0 0 0,0 1 0 0 0,1-1 1 0 0,-1 0-1 0 0,1 1 0 0 0,-1-1 0 0 0,1 1 1 0 0,0-1-1 0 0,0 4 0 0 0,1 1-1163 0 0,-6-7-3109 0 0,-20-7 1601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6:30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998 0 2881 0 0,'-20'6'1376'0'0,"0"-2"-1"0"0,-24 4 0 0 0,-5 0-1059 0 0,33-4-107 0 0,1 2 0 0 0,0 0 0 0 0,1 1-1 0 0,0 1 1 0 0,-18 12 0 0 0,9-7-88 0 0,-2 2-17 0 0,1 0 0 0 0,-30 26 0 0 0,41-31-69 0 0,0-1 0 0 0,-1 0 0 0 0,-19 10 1 0 0,24-15-7 0 0,0 1 1 0 0,0 0-1 0 0,1 0 1 0 0,-1 1-1 0 0,1 0 0 0 0,1 1 1 0 0,-1 0-1 0 0,1 0 1 0 0,-10 13-1 0 0,10-12 1 0 0,-1 0 0 0 0,0 0 0 0 0,0 0 0 0 0,-10 6 1 0 0,11-9-20 0 0,0 0 0 0 0,1 0 0 0 0,0 1 0 0 0,0-1 1 0 0,1 1-1 0 0,0 1 0 0 0,-5 6 0 0 0,-1 11 2 0 0,10-20-6 0 0,-1 0 0 0 0,1 0-1 0 0,-1 0 1 0 0,0-1 0 0 0,-1 1 0 0 0,1 0-1 0 0,-5 5 1 0 0,-3-1 7 0 0,9-7-14 0 0,0 0 0 0 0,-1 0 0 0 0,1-1 0 0 0,0 1 0 0 0,0 0 0 0 0,0 0 0 0 0,0 0 0 0 0,0 0 0 0 0,0 1 0 0 0,0-1 0 0 0,1 0 0 0 0,-1 0 0 0 0,0 0 0 0 0,1 1 0 0 0,-1-1 0 0 0,1 0 0 0 0,-1 1 0 0 0,1-1 0 0 0,-1 1 0 0 0,1 1-1 0 0,15-11 29 0 0,-8 6-13 0 0,-1-1 0 0 0,1 0-1 0 0,-1 0 1 0 0,0-1 0 0 0,0 0-1 0 0,0 0 1 0 0,-1 0 0 0 0,7-6 0 0 0,-2-7 55 0 0,-9 14-63 0 0,0 1 0 0 0,1-1 0 0 0,-1 1-1 0 0,1 0 1 0 0,-1-1 0 0 0,1 1 0 0 0,0 0 0 0 0,0 0 0 0 0,0 0 0 0 0,3-1 0 0 0,10-8 7 0 0,19-17 52 0 0,-18 12-49 0 0,-9 17-19 0 0,-8 14 1 0 0,-7 7-3 0 0,0 1 0 0 0,-1-2 0 0 0,-2 1 0 0 0,0-1 0 0 0,-1-1 0 0 0,-1 0 0 0 0,-1-1 0 0 0,0 0 0 0 0,-2-1 0 0 0,-20 19 0 0 0,-14 9-3 0 0,-3-1-1 0 0,-79 51 0 0 0,95-68 50 0 0,-10 6 143 0 0,31-26-54 0 0,27-13-116 0 0,-10 4-19 0 0,-1 1-1 0 0,0 0 1 0 0,1 0-1 0 0,-1-1 1 0 0,1 1-1 0 0,-1 0 0 0 0,0-1 1 0 0,1 1-1 0 0,-1 0 1 0 0,0-1-1 0 0,0 1 1 0 0,1 0-1 0 0,-1-1 0 0 0,0 1 1 0 0,0-1-1 0 0,1 1 1 0 0,-1-1-1 0 0,0 1 1 0 0,0 0-1 0 0,0-1 1 0 0,0 1-1 0 0,0-1 0 0 0,0 1 1 0 0,0-1-1 0 0,0 0 1 0 0,0 0-8 0 0,0 1 1 0 0,1-1 0 0 0,-1 0 0 0 0,0 0 0 0 0,0 0 0 0 0,0 0-1 0 0,1 0 1 0 0,-1 1 0 0 0,0-1 0 0 0,1 0 0 0 0,-1 0-1 0 0,1 1 1 0 0,-1-1 0 0 0,1 0 0 0 0,-1 0 0 0 0,1 1 0 0 0,1-2-1 0 0,95-59-3363 0 0,-43 19-1080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6:33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1 1040 0 0,'-76'27'6337'0'0,"71"-26"-5801"0"0,7-4 538 0 0,-21 6-537 0 0,72 8-56 0 0,226 26 93 0 0,153 15-108 0 0,-402-50-458 0 0,282 28 89 0 0,-226-19-69 0 0,134 37-1 0 0,-209-46-44 0 0,-2 1 0 0 0,1 1 0 0 0,0-1 0 0 0,-1 2-1 0 0,1-1 1 0 0,15 12 0 0 0,-24-15-208 0 0,3 3 395 0 0,-9-1-3276 0 0,-17 1-2657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6:34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372 364 3442 0 0,'0'-1'294'0'0,"0"0"1"0"0,0 0 0 0 0,0 0 0 0 0,0 1 0 0 0,0-1 0 0 0,0 0 0 0 0,0 0-1 0 0,-1 0 1 0 0,1 0 0 0 0,0 0 0 0 0,-1 1 0 0 0,1-1 0 0 0,0 0 0 0 0,-1 0 0 0 0,1 1-1 0 0,-1-1 1 0 0,-1-1 0 0 0,1 1-198 0 0,-1 0 0 0 0,1 0 0 0 0,-1 0 0 0 0,1 1 0 0 0,-1-1 0 0 0,0 0 0 0 0,1 1 0 0 0,-1-1 0 0 0,0 1-1 0 0,-3-1 1 0 0,4 2-97 0 0,1-1 1 0 0,-1 0-1 0 0,0 0 0 0 0,1 0 0 0 0,-1 0 0 0 0,0 0 0 0 0,1 0 0 0 0,-1-1 0 0 0,1 1 0 0 0,-1 0 0 0 0,0 0 0 0 0,1 0 0 0 0,-1-1 0 0 0,1 1 1 0 0,-1 0-1 0 0,0 0 0 0 0,1-1 0 0 0,-1 1 0 0 0,1-1 0 0 0,-1 1 0 0 0,1 0 0 0 0,-1-1 0 0 0,1 1 0 0 0,0-1 0 0 0,-1 1 0 0 0,1-1 0 0 0,-1 1 1 0 0,1-1-1 0 0,0 1 0 0 0,0-1 0 0 0,-1-1 0 0 0,28-28 427 0 0,97-71 106 0 0,-54 42-368 0 0,41-41 84 0 0,-57 61-169 0 0,-54 41-118 0 0,-5 8-4 0 0,-51 51-57 0 0,-140 156 51 0 0,129-137 48 0 0,-2-15-7 0 0,-35 35-53 0 0,-9 51 47 0 0,61-77 13 0 0,48-67-19 0 0,-4 2 22 0 0,1 1 1 0 0,1 0-1 0 0,0 0 1 0 0,1 0-1 0 0,-7 16 1 0 0,11-24-31 0 0,1 1 0 0 0,-1-1 1 0 0,0 1-1 0 0,1-1 0 0 0,-1 1 1 0 0,1 0-1 0 0,0 0 0 0 0,0-1 0 0 0,0 1 1 0 0,1 0-1 0 0,-1-1 0 0 0,0 1 0 0 0,1-1 1 0 0,0 1-1 0 0,0 0 0 0 0,0-1 0 0 0,0 1 1 0 0,0-1-1 0 0,0 0 0 0 0,0 1 0 0 0,1-1 1 0 0,-1 0-1 0 0,1 0 0 0 0,0 0 0 0 0,0 0 1 0 0,0 0-1 0 0,0 0 0 0 0,0 0 0 0 0,4 2 1 0 0,-2-1-197 0 0,0-1 0 0 0,0 0 0 0 0,1 0 1 0 0,-1 0-1 0 0,1-1 0 0 0,-1 1 0 0 0,1-1 1 0 0,-1 0-1 0 0,6 0 0 0 0,43-2-4432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6:34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1721 41 3362 0 0,'-209'22'4202'0'0,"-297"48"-2922"0"0,326-28-711 0 0,2 8 0 0 0,-200 85 0 0 0,350-123-509 0 0,1 1-1 0 0,0 0 0 0 0,1 2 0 0 0,-32 24 0 0 0,50-32-52 0 0,0 0 1 0 0,0 0-1 0 0,0 0 0 0 0,1 1 1 0 0,0 0-1 0 0,1 1 1 0 0,-1 0-1 0 0,2-1 0 0 0,-1 2 1 0 0,1-1-1 0 0,1 1 0 0 0,0 0 1 0 0,0 0-1 0 0,1 0 1 0 0,-3 14-1 0 0,3-8 2 0 0,1 1 1 0 0,0 0-1 0 0,2 0 0 0 0,0 1 1 0 0,0-1-1 0 0,2 0 0 0 0,0 0 1 0 0,1-1-1 0 0,6 21 0 0 0,-1-20-1 0 0,0-1-1 0 0,1 0 0 0 0,0-1 0 0 0,1 0 1 0 0,18 20-1 0 0,1-4 4 0 0,48 42 1 0 0,-2-14-12 0 0,2-4 0 0 0,3-4 0 0 0,2-3 0 0 0,122 52 0 0 0,-129-68 0 0 0,1-3 0 0 0,1-4 0 0 0,87 17 0 0 0,-111-33 0 0 0,0-2 0 0 0,1-2 0 0 0,0-3 0 0 0,0-1 0 0 0,82-12 0 0 0,-92 5 7 0 0,0-2-1 0 0,-1-1 1 0 0,0-3 0 0 0,0-2-1 0 0,-2-1 1 0 0,1-2 0 0 0,-2-2-1 0 0,-1-2 1 0 0,0-2 0 0 0,-2-1-1 0 0,0-1 1 0 0,-2-3 0 0 0,40-39-1 0 0,-56 47 12 0 0,-1 0 0 0 0,-1-2 0 0 0,-1 0 0 0 0,-2-1 0 0 0,0 0 0 0 0,-1-1 0 0 0,12-31 0 0 0,-13 21-2 0 0,-2 0 1 0 0,-1-1 0 0 0,-2 0 0 0 0,6-66-1 0 0,-11 76-5 0 0,-2 0 0 0 0,0 0 0 0 0,-1 0 0 0 0,-2 0 0 0 0,-6-25 0 0 0,5 32-9 0 0,-1 1-1 0 0,-1 0 1 0 0,-1 0 0 0 0,-1 0 0 0 0,0 1 0 0 0,-1 0-1 0 0,-21-28 1 0 0,12 22-4 0 0,-1 2-1 0 0,0 0 0 0 0,-2 2 1 0 0,0 0-1 0 0,-1 1 1 0 0,-33-20-1 0 0,3 8-28 0 0,-103-41 0 0 0,71 39-79 0 0,0 4-1 0 0,-2 4 1 0 0,0 3-1 0 0,-2 5 1 0 0,0 3-1 0 0,-124-1 1 0 0,180 13-321 0 0,-1 2 1 0 0,1 1 0 0 0,-44 10 0 0 0,-79 36-3719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6:36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74 2641 0 0,'0'-5'5443'0'0,"21"0"-5123"0"0,6-2-240 0 0,-1 2 0 0 0,28-7 0 0 0,26 2 160 0 0,133-7 320 0 0,48 5-79 0 0,-101 24-401 0 0,-53 10-80 0 0,-27 0-80 0 0,-27-5 160 0 0,-26-5-721 0 0,-1 0-3601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6:37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824 335 1361 0 0,'-2'0'266'0'0,"-1"-1"-1"0"0,1 1 1 0 0,-1 0 0 0 0,1-1 0 0 0,0 0 0 0 0,-1 0 0 0 0,1 1 0 0 0,0-2 0 0 0,-1 1 0 0 0,1 0 0 0 0,0 0 0 0 0,0-1 0 0 0,0 1 0 0 0,0-1 0 0 0,0 1 0 0 0,1-1-1 0 0,-1 0 1 0 0,0 0 0 0 0,1 0 0 0 0,-1 0 0 0 0,-1-2 0 0 0,2-2-188 0 0,-1-1-1 0 0,1 1 0 0 0,0 0 1 0 0,0 0-1 0 0,0-1 1 0 0,1 1-1 0 0,1-8 0 0 0,-1 11-50 0 0,0 0 14 0 0,-1-1-1 0 0,1 1 1 0 0,-1 0-1 0 0,0-1 1 0 0,1 1-1 0 0,-1 0 1 0 0,-1-1 0 0 0,1 1-1 0 0,0 0 1 0 0,-4-6-1 0 0,3 7-16 0 0,1 0 0 0 0,-1 0 0 0 0,1-1-1 0 0,0 1 1 0 0,0-1 0 0 0,0 1-1 0 0,0-1 1 0 0,0 0 0 0 0,1 1-1 0 0,-1-1 1 0 0,1 0 0 0 0,0 1-1 0 0,0-1 1 0 0,0 0 0 0 0,0 0 0 0 0,0 1-1 0 0,1-1 1 0 0,-1 0 0 0 0,2-2-1 0 0,-1 0 3 0 0,1 0-1 0 0,0 1 0 0 0,1-1 1 0 0,-1 0-1 0 0,1 1 1 0 0,0 0-1 0 0,0 0 0 0 0,0 0 1 0 0,0 0-1 0 0,1 0 0 0 0,0 0 1 0 0,0 1-1 0 0,0 0 1 0 0,0 0-1 0 0,6-4 0 0 0,-2 2 28 0 0,-1 0-1 0 0,0-1 0 0 0,0 0 0 0 0,6-8 0 0 0,-9 10-28 0 0,-1 0-1 0 0,1 1 0 0 0,0-1 1 0 0,0 1-1 0 0,0 0 0 0 0,0 0 1 0 0,0 0-1 0 0,1 1 1 0 0,-1-1-1 0 0,1 1 0 0 0,0 0 1 0 0,-1 0-1 0 0,11-1 0 0 0,-6 1-16 0 0,-1 1 0 0 0,0 1 0 0 0,0 0 0 0 0,1 0 0 0 0,-1 0 0 0 0,0 1 0 0 0,0 1 0 0 0,9 1 0 0 0,0 3-17 0 0,0 0-1 0 0,0 0 1 0 0,0 2 0 0 0,0 0-1 0 0,-1 1 1 0 0,-1 0-1 0 0,15 13 1 0 0,-28-21 9 0 0,13 10-13 0 0,-1 1-1 0 0,26 27 1 0 0,-36-34 13 0 0,-1-1-1 0 0,1 1 1 0 0,-1 0-1 0 0,0 1 1 0 0,0-1-1 0 0,0 0 1 0 0,-1 1-1 0 0,1 0 1 0 0,-1-1-1 0 0,-1 1 0 0 0,1 0 1 0 0,-1 0-1 0 0,0 0 1 0 0,0 8-1 0 0,-1-11 0 0 0,-1 0 0 0 0,1 1-1 0 0,-1-1 1 0 0,1 0 0 0 0,-1 0-1 0 0,0 0 1 0 0,0 1-1 0 0,-1-1 1 0 0,1 0 0 0 0,0 0-1 0 0,-1-1 1 0 0,0 1 0 0 0,0 0-1 0 0,0-1 1 0 0,0 1-1 0 0,0-1 1 0 0,0 1 0 0 0,-1-1-1 0 0,1 0 1 0 0,-1 0 0 0 0,1 0-1 0 0,-7 3 1 0 0,-3 4-10 0 0,-15 10 16 0 0,-1 0 0 0 0,-1-2 1 0 0,0-1-1 0 0,-49 18 0 0 0,-134 32 188 0 0,140-49-125 0 0,0-3 0 0 0,0-3-1 0 0,-1-3 1 0 0,-109-2 0 0 0,23-18 162 0 0,134 8-195 0 0,0-1 0 0 0,1-1 0 0 0,-1 0 1 0 0,-33-16-1 0 0,58 22-36 0 0,0 0 1 0 0,0 0-1 0 0,-1 0 1 0 0,1 0-1 0 0,0 0 1 0 0,0 0-1 0 0,-1 0 0 0 0,1 0 1 0 0,0 0-1 0 0,0 0 1 0 0,0 0-1 0 0,-1 0 1 0 0,1 0-1 0 0,0 0 1 0 0,0 0-1 0 0,0 0 1 0 0,-1 0-1 0 0,1 0 1 0 0,0 0-1 0 0,0-1 0 0 0,0 1 1 0 0,0 0-1 0 0,-1 0 1 0 0,1 0-1 0 0,0 0 1 0 0,0-1-1 0 0,0 1 1 0 0,0 0-1 0 0,0 0 1 0 0,-1 0-1 0 0,1 0 0 0 0,0-1 1 0 0,0 1-1 0 0,0 0 1 0 0,0 0-1 0 0,0-1 1 0 0,0 1-1 0 0,0 0 1 0 0,0 0-1 0 0,0 0 1 0 0,0-1-1 0 0,0 1 0 0 0,0 0 1 0 0,0 0-1 0 0,0 0 1 0 0,0-1-1 0 0,14-1-13 0 0,29 5 28 0 0,-40-3-18 0 0,86 9 19 0 0,0 4 0 0 0,135 39 0 0 0,164 88 77 0 0,-193-67-585 0 0,-157-62-59 0 0,0-2-1 0 0,0-1 1 0 0,52 3-1 0 0,30-11-2096 0 0,-111 0 2432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6:37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1551 27 4002 0 0,'-59'-11'829'0'0,"0"3"0"0"0,-1 2-1 0 0,-106 4 1 0 0,62 10-212 0 0,-144 30 0 0 0,167-22-253 0 0,1 4 1 0 0,-119 45-1 0 0,143-43-288 0 0,1 3 0 0 0,1 3-1 0 0,2 1 1 0 0,1 3-1 0 0,-54 44 1 0 0,92-65-72 0 0,-1 1 1 0 0,2 1-1 0 0,0 0 0 0 0,0 0 1 0 0,-13 23-1 0 0,20-29-1 0 0,1 0-1 0 0,0 0 1 0 0,1 0 0 0 0,0 0 0 0 0,0 1-1 0 0,0 0 1 0 0,1-1 0 0 0,0 1-1 0 0,1 0 1 0 0,-1 0 0 0 0,2 0 0 0 0,-1 0-1 0 0,1 0 1 0 0,1 12 0 0 0,1-13 4 0 0,0 1 1 0 0,1-1 0 0 0,0 0 0 0 0,0 0-1 0 0,0 0 1 0 0,1 0 0 0 0,0 0-1 0 0,1-1 1 0 0,-1 0 0 0 0,10 10 0 0 0,-1-3 14 0 0,1 1 0 0 0,0-2 0 0 0,27 18 0 0 0,-7-11 47 0 0,2-1-1 0 0,0-2 1 0 0,0-1-1 0 0,2-3 1 0 0,-1 0 0 0 0,56 8-1 0 0,-44-12 43 0 0,0-3 0 0 0,0-1-1 0 0,0-2 1 0 0,0-3-1 0 0,0-2 1 0 0,0-2 0 0 0,0-2-1 0 0,0-2 1 0 0,89-30-1 0 0,-79 17 22 0 0,-2-2 0 0 0,-1-2 0 0 0,0-3 0 0 0,-2-2 0 0 0,-2-2 0 0 0,-1-3-1 0 0,55-50 1 0 0,-82 64-95 0 0,-1-2 0 0 0,-2 0-1 0 0,22-31 1 0 0,-37 48-71 0 0,-1 0 1 0 0,0 0-1 0 0,-1 0 0 0 0,0-1 1 0 0,0 1-1 0 0,-1-1 0 0 0,0 0 1 0 0,0 0-1 0 0,0-1 1 0 0,-1 1-1 0 0,-1-1 0 0 0,1 1 1 0 0,-2-1-1 0 0,1 1 0 0 0,-1-1 1 0 0,-1-12-1 0 0,0 15-22 0 0,-1 1 0 0 0,0-1-1 0 0,0 1 1 0 0,0-1 0 0 0,0 1 0 0 0,-1 0 0 0 0,0 0-1 0 0,0 0 1 0 0,-1 0 0 0 0,-6-7 0 0 0,3 5-64 0 0,-1-1 1 0 0,0 1-1 0 0,-1 1 0 0 0,0 0 1 0 0,0 0-1 0 0,-18-8 0 0 0,-11-1-527 0 0,0 1 0 0 0,-1 3 1 0 0,-59-11-1 0 0,-222-26-4903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6:38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44 720 0 0,'-15'-7'1066'0'0,"0"0"-1"0"0,-1 1 1 0 0,0 1-1 0 0,0 1 1 0 0,0 1-1 0 0,-1 0 1 0 0,-22-1-1 0 0,34-1-328 0 0,6 8-473 0 0,3-1-91 0 0,160 26 1094 0 0,430 20 788 0 0,-206-49-1968 0 0,-163-1-4763 0 0,-150 2-633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6:39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581 158 240 0 0,'1'-2'157'0'0,"-1"1"1"0"0,0 0-1 0 0,0-1 1 0 0,0 1-1 0 0,1-1 0 0 0,-1 1 1 0 0,1 0-1 0 0,-1 0 1 0 0,1-1-1 0 0,0 1 0 0 0,-1 0 1 0 0,1 0-1 0 0,0 0 1 0 0,0-1-1 0 0,0 1 0 0 0,0 0 1 0 0,1-1-1 0 0,4-8 972 0 0,-15-7 432 0 0,12 12-1307 0 0,0 0 1 0 0,0 0 0 0 0,0 0 0 0 0,1 1 0 0 0,0-1-1 0 0,0 1 1 0 0,0 0 0 0 0,0 0 0 0 0,9-6-1 0 0,-2 3-188 0 0,1 0 0 0 0,0 1-1 0 0,0 0 1 0 0,1 1-1 0 0,-1 0 1 0 0,1 1-1 0 0,0 1 1 0 0,1 0-1 0 0,14-2 1 0 0,-5 3-85 0 0,0 0 0 0 0,1 2 0 0 0,-1 0 0 0 0,37 6 0 0 0,-55-5 14 0 0,1 1 0 0 0,-1-1 1 0 0,0 1-1 0 0,0 0 0 0 0,1 0 0 0 0,-2 0 1 0 0,1 1-1 0 0,0 0 0 0 0,0 0 1 0 0,-1 0-1 0 0,7 6 0 0 0,-9-7 8 0 0,0 0 0 0 0,0 1 1 0 0,0-1-1 0 0,0 0 0 0 0,0 1 0 0 0,0-1 0 0 0,-1 1 1 0 0,1 0-1 0 0,-1 0 0 0 0,0-1 0 0 0,0 1 0 0 0,0 0 0 0 0,0 0 1 0 0,0 0-1 0 0,-1 0 0 0 0,1 0 0 0 0,-1 0 0 0 0,0 0 1 0 0,0 0-1 0 0,0 0 0 0 0,-1 5 0 0 0,-1-3 2 0 0,0-1-1 0 0,0 0 1 0 0,0 0 0 0 0,-1 0 0 0 0,1 0-1 0 0,-1 0 1 0 0,0 0 0 0 0,-1 0-1 0 0,1-1 1 0 0,0 0 0 0 0,-1 0 0 0 0,0 0-1 0 0,0 0 1 0 0,0 0 0 0 0,-8 3-1 0 0,-5 4 60 0 0,-1-2 0 0 0,-28 10 0 0 0,29-12 92 0 0,-1-1 0 0 0,0-1 0 0 0,0 0 0 0 0,-1-2 0 0 0,1 0 0 0 0,-1-1 0 0 0,1-1 0 0 0,-1-1 0 0 0,-30-5 1 0 0,49 6-155 0 0,-1 0 1 0 0,1 0-1 0 0,0 0 1 0 0,0 0-1 0 0,-1 0 1 0 0,1 0-1 0 0,0 0 1 0 0,0-1-1 0 0,-1 1 1 0 0,1 0-1 0 0,0 0 1 0 0,0 0-1 0 0,0-1 1 0 0,-1 1-1 0 0,1 0 1 0 0,0 0-1 0 0,0 0 1 0 0,0-1 0 0 0,0 1-1 0 0,-1 0 1 0 0,1 0-1 0 0,0-1 1 0 0,0 1-1 0 0,0 0 1 0 0,0 0-1 0 0,0-1 1 0 0,0 1-1 0 0,0 0 1 0 0,0-1-1 0 0,0 1 1 0 0,0 0-1 0 0,0 0 1 0 0,0-1-1 0 0,0 1 1 0 0,0 0-1 0 0,0-1 1 0 0,0 1 0 0 0,0-2 7 0 0,5-3 30 0 0,21 3-37 0 0,0 0 0 0 0,0 1 1 0 0,0 2-1 0 0,0 0 0 0 0,0 2 0 0 0,0 1 0 0 0,-1 1 0 0 0,1 1 0 0 0,-1 1 0 0 0,-1 2 0 0 0,1 0 0 0 0,23 14 0 0 0,-41-19 4 0 0,0 0 0 0 0,-1 0 0 0 0,1 1 0 0 0,-1 0 0 0 0,8 9 0 0 0,-13-12-6 0 0,1-1 0 0 0,-1 0 1 0 0,0 0-1 0 0,0 1 0 0 0,0-1 0 0 0,0 1 1 0 0,-1-1-1 0 0,1 1 0 0 0,0 0 0 0 0,0-1 1 0 0,-1 1-1 0 0,1 0 0 0 0,-1-1 0 0 0,0 1 0 0 0,0 0 1 0 0,1-1-1 0 0,-1 1 0 0 0,0 0 0 0 0,0 0 1 0 0,0-1-1 0 0,-1 1 0 0 0,1 0 0 0 0,0-1 1 0 0,-1 1-1 0 0,1 0 0 0 0,-1-1 0 0 0,0 1 1 0 0,1 0-1 0 0,-1-1 0 0 0,-1 3 0 0 0,-7 6 9 0 0,-1 0 0 0 0,0 0 0 0 0,-1-1 0 0 0,0-1 0 0 0,0 0 0 0 0,-1 0 0 0 0,-16 8 0 0 0,-27 11 10 0 0,-1-1-1 0 0,-2-4 0 0 0,-62 17 1 0 0,31-16-59 0 0,-132 16 0 0 0,189-35-243 0 0,-1-2 0 0 0,1-1-1 0 0,-1-2 1 0 0,1-1 0 0 0,-37-7-1 0 0,59 7-77 0 0,0 0 0 0 0,0-1 0 0 0,1 0 0 0 0,-1-1-1 0 0,0 1 1 0 0,-15-11 0 0 0,14 6-824 0 0,0 0-1 0 0,1-1 1 0 0,-16-17-1 0 0,26 26 1161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6:40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1055 44 1521 0 0,'-191'10'5264'0'0,"-96"28"-4847"0"0,188-23 238 0 0,54-8-402 0 0,1 2 1 0 0,1 1-1 0 0,0 3 1 0 0,-75 33-1 0 0,99-38-176 0 0,2 2-1 0 0,-1 0 0 0 0,1 1 1 0 0,-30 25-1 0 0,41-30-57 0 0,0 1-1 0 0,0-1 1 0 0,1 1-1 0 0,-1 0 0 0 0,1 0 1 0 0,1 1-1 0 0,-1-1 1 0 0,2 1-1 0 0,-1 0 1 0 0,1 0-1 0 0,0 0 1 0 0,0 1-1 0 0,-2 14 0 0 0,4-6 5 0 0,0 0 0 0 0,1 0 0 0 0,0 0 0 0 0,2 0 0 0 0,0-1 0 0 0,1 1 0 0 0,0 0 0 0 0,1-1 0 0 0,1 1 0 0 0,1-1 0 0 0,15 29 0 0 0,2-3 21 0 0,2-1 1 0 0,1-2-1 0 0,34 39 1 0 0,-31-42-24 0 0,2-1 1 0 0,1-1-1 0 0,2-1 0 0 0,1-2 1 0 0,1-2-1 0 0,2-1 0 0 0,1-2 1 0 0,1-2-1 0 0,80 36 0 0 0,-77-44 13 0 0,1-2 0 0 0,1-2-1 0 0,0-2 1 0 0,0-2 0 0 0,67 3-1 0 0,-36-8-55 0 0,0-4-1 0 0,117-16 0 0 0,-102 1 11 0 0,0-5 1 0 0,-2-3 0 0 0,0-4-1 0 0,-2-4 1 0 0,-1-4-1 0 0,118-68 1 0 0,-152 74 21 0 0,-1-2 0 0 0,90-75 0 0 0,-119 88-4 0 0,-2-2-1 0 0,0 0 1 0 0,-1-1-1 0 0,-2-1 1 0 0,0-1-1 0 0,-1 0 1 0 0,-1-1-1 0 0,12-31 1 0 0,-22 45-6 0 0,-1 1 0 0 0,0-2 0 0 0,-1 1 0 0 0,0 0-1 0 0,-1-1 1 0 0,0 1 0 0 0,-1-1 0 0 0,0 0 0 0 0,-1 1 0 0 0,0-1 0 0 0,-1 0 0 0 0,0 1 0 0 0,-4-14 0 0 0,2 13 1 0 0,-1 0 0 0 0,-1 1 0 0 0,0 0 1 0 0,-1 0-1 0 0,0 0 0 0 0,-1 0 0 0 0,0 1 0 0 0,0 0 1 0 0,-1 1-1 0 0,0 0 0 0 0,-19-16 0 0 0,5 7 7 0 0,-1 1 0 0 0,-1 1 0 0 0,-1 1-1 0 0,0 1 1 0 0,0 1 0 0 0,-2 1 0 0 0,-27-7 0 0 0,-192-42-124 0 0,246 61 116 0 0,-93-17-625 0 0,-1 5 0 0 0,-1 4 1 0 0,1 4-1 0 0,-1 4 0 0 0,-149 19 0 0 0,5 17-3670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6:52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823 52 80 0 0,'0'0'2081'0'0,"0"0"-2010"0"0,0 0-1 0 0,0 0 1 0 0,0 0 0 0 0,0-1-1 0 0,0 1 1 0 0,-1 0 0 0 0,1 0 0 0 0,0 0-1 0 0,0 0 1 0 0,0 0 0 0 0,0-1-1 0 0,0 1 1 0 0,0 0 0 0 0,0 0-1 0 0,0 0 1 0 0,0 0 0 0 0,0 0 0 0 0,0-1-1 0 0,0 1 1 0 0,0 0 0 0 0,0 0-1 0 0,0 0 1 0 0,0 0 0 0 0,0 0-1 0 0,0-1 1 0 0,0 1 0 0 0,0 0 0 0 0,0 0-1 0 0,0 0 1 0 0,0 0 0 0 0,1 0-1 0 0,-1 0 1 0 0,0-1 0 0 0,0 1-1 0 0,0 0 1 0 0,0 0 0 0 0,0 0 0 0 0,0 0-1 0 0,0 0 1 0 0,0 0 0 0 0,1 0-1 0 0,-1 0 1 0 0,0-1 0 0 0,0 1-1 0 0,0 0 1 0 0,0 0 0 0 0,0 0 0 0 0,1 0-1 0 0,-1 0 1 0 0,0 0 0 0 0,0 0-1 0 0,0 0 1 0 0,0 0 0 0 0,0 0-1 0 0,1 0 1 0 0,-1 0 0 0 0,0 0 0 0 0,0 0-1 0 0,0 0 1 0 0,0 0 0 0 0,0 0-1 0 0,1 0 1 0 0,-1 0 0 0 0,0 0-1 0 0,0 0 1 0 0,0 1 0 0 0,0-1 0 0 0,0 0-1 0 0,1 0 1 0 0,7 0-20 0 0,-11 0-39 0 0,3 0-3 0 0,-1 0 0 0 0,1 0 0 0 0,-1-1 0 0 0,1 1 0 0 0,-1 0 0 0 0,1 0 0 0 0,-1 0 0 0 0,1-1 0 0 0,-1 1 0 0 0,1 0 0 0 0,0-1 0 0 0,-1 1 0 0 0,1 0 0 0 0,-1-1 0 0 0,1 1 0 0 0,0-1 0 0 0,-1 1 0 0 0,1 0 0 0 0,0-1 0 0 0,0 1 0 0 0,-1-1 0 0 0,1 1 0 0 0,0-1 0 0 0,0 1 0 0 0,0-1 0 0 0,-1 1 0 0 0,1-1 0 0 0,0 1 0 0 0,0-2 0 0 0,0 1-1 0 0,0 1 0 0 0,0-1-1 0 0,-1 1 1 0 0,1 0-1 0 0,0-1 1 0 0,0 1 0 0 0,-1-1-1 0 0,1 1 1 0 0,0-1-1 0 0,-1 1 1 0 0,1 0 0 0 0,-1-1-1 0 0,1 1 1 0 0,0 0-1 0 0,-1-1 1 0 0,1 1 0 0 0,-1 0-1 0 0,1-1 1 0 0,-1 1-1 0 0,1 0 1 0 0,-1 0 0 0 0,1 0-1 0 0,-1 0 1 0 0,1-1-1 0 0,-1 1 1 0 0,1 0 0 0 0,-1 0-1 0 0,1 0 1 0 0,-1 0-1 0 0,1 0 1 0 0,-2 0 0 0 0,2 0-1 0 0,-1 0 0 0 0,1 1 0 0 0,-1-1 0 0 0,1 0 1 0 0,-1-1-1 0 0,1 1 0 0 0,-1 0 0 0 0,1 0 1 0 0,-1 0-1 0 0,1 0 0 0 0,-1 0 0 0 0,1 0 0 0 0,-1 0 1 0 0,1-1-1 0 0,0 1 0 0 0,-1 0 0 0 0,1 0 0 0 0,-1-1 1 0 0,1 1-1 0 0,0 0 0 0 0,-1-1 0 0 0,1 1 1 0 0,0 0-1 0 0,-1-1 0 0 0,1 1 0 0 0,0-1 0 0 0,-1 1 1 0 0,1 0-1 0 0,0-1 0 0 0,-1 0 0 0 0,-3-1 100 0 0,3 2-76 0 0,0 0-22 0 0,0 0-1 0 0,0 0 1 0 0,0 0 0 0 0,0 0 0 0 0,1 0-1 0 0,-1 0 1 0 0,0 0 0 0 0,0 0 0 0 0,0 0-1 0 0,1-1 1 0 0,-1 1 0 0 0,0 0 0 0 0,0-1-1 0 0,1 1 1 0 0,-1 0 0 0 0,0-1 0 0 0,0 1-1 0 0,1-1 1 0 0,-1 1 0 0 0,0-1 0 0 0,1 1-1 0 0,-1-1 1 0 0,1 0 0 0 0,-1 1 0 0 0,1-1-1 0 0,-1 0 1 0 0,1 1 0 0 0,0-1 0 0 0,-1-1-1 0 0,5-1 6 0 0,15 2-41 0 0,0 1 1 0 0,0 0-1 0 0,-1 2 1 0 0,30 5 0 0 0,7 0-2 0 0,29 7-52 0 0,-8 3 80 0 0,-72-16 0 0 0,-3 2 0 0 0,21 3 0 0 0,-18-1 13 0 0,-8-4 54 0 0,-72-14 160 0 0,40 7-156 0 0,-75-9 191 0 0,-351 9 605 0 0,434 9-840 0 0,0 0-1 0 0,0 2 1 0 0,0 1 0 0 0,1 1-1 0 0,-37 15 1 0 0,59-20-26 0 0,1 0 1 0 0,-1 0-1 0 0,1 1 0 0 0,0 0 1 0 0,0 0-1 0 0,0 0 0 0 0,0 0 1 0 0,1 1-1 0 0,-5 5 0 0 0,6-7 0 0 0,0 0-1 0 0,1 1 0 0 0,0-1 0 0 0,0 0 1 0 0,-1 1-1 0 0,2-1 0 0 0,-1 1 0 0 0,0-1 1 0 0,0 1-1 0 0,1 0 0 0 0,-1-1 0 0 0,1 1 1 0 0,0 5-1 0 0,1-4 0 0 0,-1 1-1 0 0,2-1 1 0 0,-1 0 0 0 0,0 0 0 0 0,1 0 0 0 0,0 0 0 0 0,0 0-1 0 0,0 0 1 0 0,0 0 0 0 0,0-1 0 0 0,1 1 0 0 0,0-1 0 0 0,0 0-1 0 0,0 1 1 0 0,0-1 0 0 0,0-1 0 0 0,1 1 0 0 0,-1 0 0 0 0,8 3-1 0 0,10 5 12 0 0,0-1-1 0 0,1-1 0 0 0,0-1 1 0 0,0-1-1 0 0,1 0 0 0 0,35 4 1 0 0,-3 0-3 0 0,32 6-10 0 0,-29-7-37 0 0,103 32-1 0 0,-153-40 28 0 0,0 2 1 0 0,0-1-1 0 0,-1 1 0 0 0,1 0 0 0 0,12 9 0 0 0,-18-12 8 0 0,0 1 1 0 0,-1-1 0 0 0,1 1 0 0 0,-1 0 0 0 0,1 0 0 0 0,-1-1 0 0 0,0 1-1 0 0,0 0 1 0 0,1 0 0 0 0,-1 0 0 0 0,-1 0 0 0 0,1 0 0 0 0,0 1 0 0 0,0-1-1 0 0,-1 0 1 0 0,1 0 0 0 0,-1 0 0 0 0,0 1 0 0 0,0-1 0 0 0,0 0-1 0 0,0 1 1 0 0,0-1 0 0 0,0 0 0 0 0,0 0 0 0 0,-1 1 0 0 0,1-1 0 0 0,-2 3-1 0 0,-1 4-12 0 0,-1 0-1 0 0,-1 0 0 0 0,1 0 0 0 0,-1-1 0 0 0,-1 1 0 0 0,1-1 1 0 0,-1 0-1 0 0,-1-1 0 0 0,0 0 0 0 0,-10 9 0 0 0,-9 5-36 0 0,-49 30 1 0 0,63-43 49 0 0,-33 19 15 0 0,-2-1 0 0 0,0-3 0 0 0,-1-2 0 0 0,-1-1 0 0 0,-1-3 0 0 0,-1-3 0 0 0,0-1 0 0 0,-1-3 0 0 0,-85 7 0 0 0,126-17-10 0 0,0 0-1 0 0,0 0 1 0 0,0-1 0 0 0,0-1-1 0 0,0 1 1 0 0,0-2 0 0 0,-14-4-1 0 0,24 6-1 0 0,0 1 0 0 0,0-1 0 0 0,1 0 0 0 0,-1 1 0 0 0,0-1 0 0 0,1 0 0 0 0,-1 1 0 0 0,1-1 0 0 0,-1 0 0 0 0,0 0 0 0 0,1 1 0 0 0,0-1 0 0 0,-1 0 0 0 0,1 0 0 0 0,-1 0 0 0 0,1 0 0 0 0,0 0 0 0 0,0 0 0 0 0,0 1 0 0 0,-1-1 0 0 0,1 0 0 0 0,0 0 0 0 0,0 0 0 0 0,0 0 0 0 0,1-1 0 0 0,4-22 0 0 0,0 17 7 0 0,-1 0-1 0 0,1 1 1 0 0,1 0-1 0 0,-1-1 1 0 0,1 2-1 0 0,0-1 1 0 0,0 1-1 0 0,1 0 1 0 0,-1 0-1 0 0,12-6 1 0 0,-12 7 1 0 0,262-151 164 0 0,9 24-111 0 0,-200 95-40 0 0,-14 6 5 0 0,65-43 1 0 0,-119 68-35 0 0,0-1 0 0 0,-1-1 0 0 0,1 0 0 0 0,-1 0 0 0 0,-1 0-1 0 0,13-16 1 0 0,-18 21 5 0 0,0-1 1 0 0,0 0-1 0 0,-1-1 0 0 0,1 1 1 0 0,0 0-1 0 0,-1 0 0 0 0,0-1 0 0 0,0 1 1 0 0,0-1-1 0 0,0 1 0 0 0,-1-1 0 0 0,1 1 1 0 0,-1-1-1 0 0,0 0 0 0 0,0 1 0 0 0,0-1 1 0 0,-1 1-1 0 0,1-1 0 0 0,-1 1 0 0 0,0-1 1 0 0,0 1-1 0 0,-2-7 0 0 0,1 8-36 0 0,1-1 0 0 0,0 0 0 0 0,-1 1 0 0 0,0-1 1 0 0,1 1-1 0 0,-1 0 0 0 0,0 0 0 0 0,0 0 0 0 0,0 0 0 0 0,-1 0 0 0 0,1 0 0 0 0,0 0 0 0 0,-1 0 0 0 0,1 1 1 0 0,-1 0-1 0 0,0-1 0 0 0,1 1 0 0 0,-1 0 0 0 0,0 0 0 0 0,0 0 0 0 0,1 1 0 0 0,-1-1 0 0 0,-4 0 0 0 0,-19 3-641 0 0,0 0 0 0 0,1 2-1 0 0,-1 0 1 0 0,-44 16 0 0 0,-15 12-3495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6:53.4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481 0 80 0 0,'-176'68'5720'0'0,"140"-51"-5648"0"0,1 1 0 0 0,-59 42 0 0 0,78-47-32 0 0,1 0 0 0 0,0 1 0 0 0,1 1 0 0 0,1 0 0 0 0,0 1 0 0 0,2 0 0 0 0,-17 28 0 0 0,26-40-29 0 0,0 1 0 0 0,0-1-1 0 0,0 1 1 0 0,1-1 0 0 0,-1 1 0 0 0,1 0-1 0 0,0 0 1 0 0,0-1 0 0 0,1 1-1 0 0,0 0 1 0 0,0 0 0 0 0,0 0 0 0 0,0 0-1 0 0,1-1 1 0 0,-1 1 0 0 0,1 0-1 0 0,0 0 1 0 0,1-1 0 0 0,2 7 0 0 0,0-5-2 0 0,-1 0 0 0 0,1 0 0 0 0,1-1 0 0 0,-1 1 0 0 0,1-1 0 0 0,0-1 0 0 0,0 1 0 0 0,0-1 0 0 0,1 1 0 0 0,-1-1 0 0 0,1-1 0 0 0,7 4 0 0 0,14 5 0 0 0,0-1-1 0 0,1-1 0 0 0,1-2 0 0 0,49 9 1 0 0,-78-17-9 0 0,50 9-17 0 0,1-2-1 0 0,0-2 1 0 0,0-2 0 0 0,1-3 0 0 0,-1-1 0 0 0,60-11 0 0 0,-106 12 41 0 0,1-1 1 0 0,0-1-1 0 0,0 1 1 0 0,0-1-1 0 0,0 0 0 0 0,-1 0 1 0 0,1 0-1 0 0,-1-1 1 0 0,0 0-1 0 0,0 0 1 0 0,8-7-1 0 0,-11 8-8 0 0,0 0-1 0 0,0-1 1 0 0,-1 1-1 0 0,1-1 1 0 0,-1 0 0 0 0,0 1-1 0 0,0-1 1 0 0,0 0-1 0 0,0 0 1 0 0,0 0-1 0 0,-1 0 1 0 0,1 0-1 0 0,-1 0 1 0 0,0 0 0 0 0,0 0-1 0 0,0 0 1 0 0,0 0-1 0 0,0 0 1 0 0,-1 0-1 0 0,0 0 1 0 0,1 0 0 0 0,-1 1-1 0 0,-2-6 1 0 0,-4-9 12 0 0,-1 1 0 0 0,-1-1 0 0 0,0 1 0 0 0,-1 1 1 0 0,-19-23-1 0 0,25 33-24 0 0,-7-10-19 0 0,0 0-1 0 0,-2 2 1 0 0,0-1 0 0 0,0 2-1 0 0,-1 0 1 0 0,-1 0-1 0 0,0 1 1 0 0,-1 1 0 0 0,0 1-1 0 0,0 0 1 0 0,-1 1-1 0 0,-29-10 1 0 0,38 15-49 0 0,-16-5-444 0 0,0 0 1 0 0,-1 1-1 0 0,-46-5 1 0 0,18 10-3348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6:54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34 400 0 0,'0'-1'135'0'0,"0"0"0"0"0,1 0 0 0 0,-1 1 0 0 0,0-1-1 0 0,0 0 1 0 0,0 0 0 0 0,0 0 0 0 0,0 0 0 0 0,-1 0 0 0 0,1 0-1 0 0,0 0 1 0 0,0 1 0 0 0,0-1 0 0 0,-1 0 0 0 0,1 0 0 0 0,-1 0-1 0 0,1 0 1 0 0,0 1 0 0 0,-1-1 0 0 0,1 0 0 0 0,-1 0 0 0 0,0 1-1 0 0,1-1 1 0 0,-1 1 0 0 0,1-1 0 0 0,-1 0 0 0 0,0 1 0 0 0,0-1-1 0 0,1 1 1 0 0,-1-1 0 0 0,0 1 0 0 0,0 0 0 0 0,0-1 0 0 0,1 1-1 0 0,-1 0 1 0 0,0 0 0 0 0,0-1 0 0 0,0 1 0 0 0,0 0 0 0 0,-1 0-1 0 0,0 0-113 0 0,-7-7 967 0 0,-9 6-748 0 0,14 1-54 0 0,4 17-186 0 0,1 43-2 0 0,1-22 3 0 0,-2-1 0 0 0,-8 60-1 0 0,-10-18 80 0 0,10 11-13 0 0,0-42-55 0 0,2-12-11 0 0,-3 62-1 0 0,8-60-1 0 0,0-20 2 0 0,1 0 0 0 0,3 29 0 0 0,-3-42-2 0 0,1-1 0 0 0,0 1 0 0 0,0-1 0 0 0,1 1 0 0 0,-1-1 0 0 0,1 0 0 0 0,0 1 0 0 0,0-1 0 0 0,1 0 0 0 0,-1 0 0 0 0,1 0 0 0 0,0-1 0 0 0,0 1 0 0 0,6 5 0 0 0,-3-4-4 0 0,0 0 0 0 0,1-1 0 0 0,-1 0-1 0 0,1 0 1 0 0,0-1 0 0 0,0 0 0 0 0,0 0 0 0 0,1-1 0 0 0,-1 1 0 0 0,1-2-1 0 0,7 2 1 0 0,-4-2 8 0 0,1 0-1 0 0,-1-1 0 0 0,1 0 1 0 0,-1-1-1 0 0,0-1 1 0 0,1 0-1 0 0,-1 0 1 0 0,16-6-1 0 0,28-13 88 0 0,0-2-1 0 0,-2-2 1 0 0,-1-3-1 0 0,-1-2 1 0 0,89-70-1 0 0,218-220 160 0 0,-257 223-235 0 0,-101 97-12 0 0,22-20 97 0 0,-1-1 1 0 0,-1-1 0 0 0,23-32 0 0 0,-20 26 246 0 0,-23 28-342 0 0,0 0 0 0 0,0 0 0 0 0,0 0 0 0 0,0 0-1 0 0,1-1 1 0 0,-1 1 0 0 0,0 0 0 0 0,0 0 0 0 0,0 0-1 0 0,0 0 1 0 0,0-1 0 0 0,1 1 0 0 0,-1 0 0 0 0,0 0 0 0 0,0 0-1 0 0,0-1 1 0 0,0 1 0 0 0,0 0 0 0 0,0 0 0 0 0,0 0-1 0 0,0-1 1 0 0,0 1 0 0 0,0 0 0 0 0,0 0 0 0 0,0-1-1 0 0,0 1 1 0 0,0 0 0 0 0,0 0 0 0 0,0 0 0 0 0,0-1-1 0 0,0 1 1 0 0,0 0 0 0 0,0 0 0 0 0,0 0 0 0 0,-1-1-1 0 0,1 1 1 0 0,0 0 0 0 0,0 0 0 0 0,0 0 0 0 0,0-1-1 0 0,0 1 1 0 0,-1 0 0 0 0,1 0 0 0 0,0 0 0 0 0,0 0-1 0 0,0 0 1 0 0,0-1 0 0 0,-1 1 0 0 0,1 0 0 0 0,0 0-1 0 0,0 0 1 0 0,0 0 0 0 0,-1 0 0 0 0,1 0 0 0 0,0 0-1 0 0,0 0 1 0 0,-1 0 0 0 0,1 0 0 0 0,0 0 0 0 0,0 0-1 0 0,0 0 1 0 0,-1 0 0 0 0,-13 0-122 0 0,14 0 90 0 0,-31 13-3040 0 0,4 2-1534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6:46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1 3362 0 0,'-96'14'5656'0'0,"10"-2"-4763"0"0,85-11-864 0 0,1 0 0 0 0,-1-1-1 0 0,0 1 1 0 0,1 0 0 0 0,-1-1 0 0 0,1 1 0 0 0,0 0-1 0 0,-1 0 1 0 0,1-1 0 0 0,0 1 0 0 0,-1 0-1 0 0,1 0 1 0 0,0 0 0 0 0,0-1 0 0 0,-1 1-1 0 0,1 0 1 0 0,0 0 0 0 0,0 0 0 0 0,0 1-1 0 0,-2 10 51 0 0,-4-2-23 0 0,5-8-51 0 0,-1 0 1 0 0,1 0-1 0 0,-1 1 0 0 0,1-1 0 0 0,0 1 0 0 0,0-1 1 0 0,0 1-1 0 0,0 0 0 0 0,0-1 0 0 0,0 1 0 0 0,1 0 0 0 0,-1 0 1 0 0,1-1-1 0 0,0 1 0 0 0,0 0 0 0 0,0 0 0 0 0,0-1 1 0 0,1 1-1 0 0,0 5 0 0 0,9 9-1 0 0,0-1 0 0 0,1 0 0 0 0,1 0 0 0 0,21 21 1 0 0,20 27-13 0 0,-41-49 14 0 0,-1 0 0 0 0,-1 1-1 0 0,0 0 1 0 0,-1 1 0 0 0,-1 0 0 0 0,8 21-1 0 0,-8 16-45 0 0,10-2 27 0 0,-9-2 13 0 0,0-24 2 0 0,-6-19-4 0 0,-1-1 0 0 0,0 1 0 0 0,0 0-1 0 0,-1 0 1 0 0,1-1 0 0 0,-1 12 0 0 0,-1 55-145 0 0,2-73 138 0 0,-1 0 0 0 0,1 0 0 0 0,-1 0 0 0 0,0 0 0 0 0,1-1 0 0 0,-1 1 1 0 0,1 0-1 0 0,-1-1 0 0 0,0 1 0 0 0,1-1 0 0 0,-1 1 0 0 0,0-1 0 0 0,0 0 0 0 0,3-1 0 0 0,9-19 63 0 0,310-382 295 0 0,-207 265-285 0 0,-103 123-54 0 0,1 1 0 0 0,0 1 0 0 0,1 1 0 0 0,0 0 1 0 0,33-20-1 0 0,-38 26-17 0 0,-9 5-2 0 0,0 1 0 0 0,0-1 0 0 0,0 0 0 0 0,0 0 0 0 0,0 1 1 0 0,0-1-1 0 0,0 1 0 0 0,0-1 0 0 0,1 1 0 0 0,-1-1 0 0 0,0 1 1 0 0,0 0-1 0 0,1 0 0 0 0,-1 0 0 0 0,0-1 0 0 0,2 1 0 0 0,3 13-285 0 0,2 8-449 0 0,-5-17 599 0 0,-2-2 4 0 0,0 0 1 0 0,1 0-1 0 0,-1 0 0 0 0,0 0 1 0 0,0 0-1 0 0,0 1 0 0 0,-1-1 0 0 0,1 0 1 0 0,0 0-1 0 0,-1 1 0 0 0,0-1 0 0 0,1 3 1 0 0,-2 4-722 0 0,-1-1 1 0 0,0 1-1 0 0,0-1 1 0 0,-1 1 0 0 0,-5 10-1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6:47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27 327 2401 0 0,'-27'-5'4402'0'0,"28"5"-4387"0"0,0 0 0 0 0,0 0 1 0 0,0 1-1 0 0,0-1 0 0 0,0 0 0 0 0,0 0 0 0 0,0 0 1 0 0,-1-1-1 0 0,1 1 0 0 0,0 0 0 0 0,0 0 0 0 0,0 0 1 0 0,0-1-1 0 0,0 1 0 0 0,0 0 0 0 0,0-1 0 0 0,-1 1 1 0 0,1-1-1 0 0,0 1 0 0 0,0-1 0 0 0,-1 0 0 0 0,1 1 1 0 0,0-1-1 0 0,0 0 0 0 0,-1 1 0 0 0,1-1 0 0 0,-1 0 1 0 0,1 0-1 0 0,-1 1 0 0 0,1-1 0 0 0,-1 0 0 0 0,1 0 0 0 0,-1 0 1 0 0,0 0-1 0 0,1-1 0 0 0,-1 1-4 0 0,0 0 1 0 0,0 0-1 0 0,0 0 0 0 0,0 0 1 0 0,1 0-1 0 0,-1 0 0 0 0,0 0 0 0 0,1 0 1 0 0,-1 0-1 0 0,1 0 0 0 0,-1 0 1 0 0,1 0-1 0 0,-1 1 0 0 0,1-1 1 0 0,0 0-1 0 0,-1 0 0 0 0,1 0 1 0 0,0 1-1 0 0,0-1 0 0 0,0 0 0 0 0,0 1 1 0 0,1-1-1 0 0,7-8 76 0 0,4-19 140 0 0,58-38 240 0 0,-36 31-280 0 0,6-8-41 0 0,-34 33-98 0 0,-6 7-37 0 0,0 1 0 0 0,1 0 1 0 0,0 0-1 0 0,-1-1 1 0 0,1 1-1 0 0,0 0 1 0 0,0 1-1 0 0,0-1 1 0 0,0 0-1 0 0,5-2 0 0 0,26-25 137 0 0,-17 14-162 0 0,-13 3-35 0 0,-3 12 49 0 0,0-1-1 0 0,0 1 0 0 0,0 0 1 0 0,0-1-1 0 0,0 1 0 0 0,0-1 1 0 0,0 1-1 0 0,0-1 0 0 0,1 1 1 0 0,-1-1-1 0 0,0 1 0 0 0,0 0 1 0 0,0-1-1 0 0,0 1 0 0 0,0-1 1 0 0,1 1-1 0 0,-1 0 1 0 0,0-1-1 0 0,0 1 0 0 0,1 0 1 0 0,-1-1-1 0 0,0 1 0 0 0,1 0 1 0 0,-1-1-1 0 0,0 1 0 0 0,1 0 1 0 0,0-1-1 0 0,17-1 1 0 0,2 3-167 0 0,-20-1 166 0 0,0 0-1 0 0,0 0 0 0 0,1 0 1 0 0,-1 0-1 0 0,0 0 1 0 0,0 0-1 0 0,1 0 1 0 0,-1 0-1 0 0,0 0 0 0 0,0 0 1 0 0,1 0-1 0 0,-1 0 1 0 0,0 0-1 0 0,0 0 1 0 0,1 1-1 0 0,-1-1 0 0 0,0 0 1 0 0,0 0-1 0 0,1 0 1 0 0,-1 0-1 0 0,0 0 1 0 0,0 0-1 0 0,0 1 0 0 0,1-1 1 0 0,-1 0-1 0 0,0 0 1 0 0,0 0-1 0 0,0 1 1 0 0,0-1-1 0 0,0 0 0 0 0,1 0 1 0 0,-1 1-1 0 0,0-1 1 0 0,0 0-1 0 0,0 0 1 0 0,0 1-1 0 0,0-1 0 0 0,0 0 1 0 0,0 0-1 0 0,0 1 1 0 0,0-1-1 0 0,0 0 1 0 0,0 0-1 0 0,0 1 0 0 0,0-1 1 0 0,0 0-1 0 0,0 0 1 0 0,0 1-1 0 0,0-1 1 0 0,0 0-1 0 0,0 0 0 0 0,0 1 1 0 0,0-1-1 0 0,-1 0 1 0 0,-5 8 7 0 0,0-1 0 0 0,1 1 1 0 0,0 0-1 0 0,0 1 1 0 0,-6 13-1 0 0,-4 10 102 0 0,-8 10 3 0 0,-30 60 112 0 0,20-33-139 0 0,21-47-77 0 0,1 0 1 0 0,-8 27 0 0 0,18-47-6 0 0,0 0 1 0 0,1 1 0 0 0,0-1 0 0 0,-1 0 0 0 0,1 0 0 0 0,0 1 0 0 0,0-1 0 0 0,0 0 0 0 0,0 1-1 0 0,0-1 1 0 0,1 0 0 0 0,-1 0 0 0 0,1 1 0 0 0,0-1 0 0 0,-1 0 0 0 0,1 0 0 0 0,0 0-1 0 0,0 0 1 0 0,0 0 0 0 0,1 0 0 0 0,1 3 0 0 0,-1-3-4 0 0,-1 0 0 0 0,1 0 1 0 0,-1 1-1 0 0,0-1 0 0 0,0 0 0 0 0,0 1 1 0 0,0-1-1 0 0,0 1 0 0 0,-1-1 0 0 0,1 1 0 0 0,-1-1 1 0 0,1 5-1 0 0,-1-7-9 0 0,0 1-1 0 0,0 0 1 0 0,1-1 0 0 0,-1 1 0 0 0,0-1-1 0 0,0 1 1 0 0,1 0 0 0 0,-1-1 0 0 0,0 1 0 0 0,1-1-1 0 0,-1 1 1 0 0,0-1 0 0 0,1 1 0 0 0,-1-1-1 0 0,1 1 1 0 0,-1-1 0 0 0,1 0 0 0 0,-1 1-1 0 0,1-1 1 0 0,-1 0 0 0 0,1 1 0 0 0,-1-1-1 0 0,1 0 1 0 0,0 0 0 0 0,-1 1 0 0 0,1-1-1 0 0,-1 0 1 0 0,1 0 0 0 0,0 0 0 0 0,-1 0-1 0 0,1 0 1 0 0,0 0 0 0 0,-1 0 0 0 0,1 0-1 0 0,-1 0 1 0 0,1 0 0 0 0,0 0 0 0 0,-1 0-1 0 0,1 0 1 0 0,0-1 0 0 0,-1 1 0 0 0,2 0-1 0 0,29-12-775 0 0,-28 10 701 0 0,-1 0 0 0 0,0 1 0 0 0,0-1 0 0 0,0 0 1 0 0,-1 0-1 0 0,1 0 0 0 0,0 0 0 0 0,-1 0 0 0 0,1-1 0 0 0,-1 1 0 0 0,0 0 1 0 0,1-1-1 0 0,-1 1 0 0 0,0-1 0 0 0,-1 1 0 0 0,1-1 0 0 0,0 0 1 0 0,-1 1-1 0 0,0-1 0 0 0,1 0 0 0 0,-1 1 0 0 0,0-1 0 0 0,0 0 0 0 0,-1-4 1 0 0,0 0-220 0 0,-1 0 0 0 0,0 0 0 0 0,0 0 0 0 0,0 0 0 0 0,-1 1 1 0 0,1-1-1 0 0,-2 1 0 0 0,-5-9 0 0 0,-17-21-2804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6:47.9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23 4482 0 0,'-26'-17'1921'0'0,"26"12"-881"0"0,26 5-799 0 0,1 0-161 0 0,26 5 0 0 0,1-5-401 0 0,79 5-1920 0 0,54-10-2641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6:48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579 361 800 0 0,'-6'-2'402'0'0,"0"1"-1"0"0,0-1 0 0 0,0-1 1 0 0,0 1-1 0 0,0-1 0 0 0,1 0 0 0 0,-1 0 1 0 0,1 0-1 0 0,0-1 0 0 0,-1 0 1 0 0,-6-8-1 0 0,7 4-137 0 0,-1 1 0 0 0,0-1 0 0 0,0 1-1 0 0,-11-10 1 0 0,3 4-22 0 0,11 10-186 0 0,1 0 0 0 0,-1 0 0 0 0,0-1 0 0 0,1 1 0 0 0,0-1 0 0 0,-1 1 0 0 0,2-1 0 0 0,-1 0 0 0 0,0 0 0 0 0,1 0 1 0 0,-2-7-1 0 0,-5-12 164 0 0,8 22-216 0 0,-2-1 9 0 0,1 0 1 0 0,0-1-1 0 0,0 1 0 0 0,0 0 0 0 0,0-1 1 0 0,0 0-1 0 0,1 1 0 0 0,-1-1 0 0 0,1 1 0 0 0,-1-1 1 0 0,1 0-1 0 0,0 1 0 0 0,0-1 0 0 0,0 0 0 0 0,1 1 1 0 0,-1-1-1 0 0,0 1 0 0 0,1-1 0 0 0,0 0 0 0 0,0 1 1 0 0,0 0-1 0 0,0-1 0 0 0,0 1 0 0 0,0-1 0 0 0,0 1 1 0 0,1 0-1 0 0,-1 0 0 0 0,1 0 0 0 0,3-3 1 0 0,-3 2-12 0 0,1 0 0 0 0,-1 1 1 0 0,1-1-1 0 0,0 1 1 0 0,0 0-1 0 0,0 0 1 0 0,0 0-1 0 0,0 0 1 0 0,0 1-1 0 0,0-1 1 0 0,1 1-1 0 0,-1 0 1 0 0,6-1-1 0 0,51-8 18 0 0,-43 7-48 0 0,0 2 24 0 0,1 0-1 0 0,-1 1 1 0 0,0 0-1 0 0,1 1 1 0 0,24 6 0 0 0,-29 0-50 0 0,-11-6 54 0 0,-1 0 1 0 0,1 0-1 0 0,-1 0 0 0 0,0 1 0 0 0,0-1 0 0 0,0 0 0 0 0,1 1 1 0 0,-1-1-1 0 0,-1 1 0 0 0,1-1 0 0 0,0 1 0 0 0,0-1 0 0 0,0 1 1 0 0,-1 0-1 0 0,1-1 0 0 0,-1 1 0 0 0,0 0 0 0 0,1 0 1 0 0,-1 2-1 0 0,0-2 7 0 0,-1 1 1 0 0,1-1-1 0 0,-1 0 1 0 0,0 0-1 0 0,0 0 1 0 0,0 0-1 0 0,0 0 1 0 0,0 0 0 0 0,0 0-1 0 0,-1 0 1 0 0,1-1-1 0 0,-1 1 1 0 0,1 0-1 0 0,-1-1 1 0 0,1 1-1 0 0,-1-1 1 0 0,0 1-1 0 0,-3 1 1 0 0,-9 5 62 0 0,1 0 1 0 0,-1-1-1 0 0,-1 0 0 0 0,1-2 1 0 0,-1 1-1 0 0,0-2 0 0 0,0 0 1 0 0,0-1-1 0 0,-1 0 0 0 0,-16 0 1 0 0,27-3 35 0 0,10 0-39 0 0,11 0-65 0 0,-1 0 0 0 0,1 2 1 0 0,0 0-1 0 0,-1 0 0 0 0,19 6 0 0 0,18 4-2 0 0,211 48-62 0 0,-247-56 44 0 0,-6-2 8 0 0,-2 0-1 0 0,0-1 0 0 0,-1 1-1 0 0,0 0 1 0 0,1 0-1 0 0,-1 1 1 0 0,0 0 0 0 0,0 0-1 0 0,-1 1 1 0 0,1 0-1 0 0,-1 0 1 0 0,9 7 0 0 0,-15-11 10 0 0,0 0 1 0 0,0 0 0 0 0,0 0 0 0 0,0 0-1 0 0,0 1 1 0 0,0-1 0 0 0,0 0 0 0 0,1 0 0 0 0,-1 0-1 0 0,0 1 1 0 0,0-1 0 0 0,0 0 0 0 0,0 0-1 0 0,0 0 1 0 0,0 0 0 0 0,0 1 0 0 0,0-1 0 0 0,0 0-1 0 0,0 0 1 0 0,0 0 0 0 0,0 1 0 0 0,0-1-1 0 0,0 0 1 0 0,0 0 0 0 0,0 0 0 0 0,0 1 0 0 0,0-1-1 0 0,0 0 1 0 0,-1 0 0 0 0,1 0 0 0 0,0 1-1 0 0,0-1 1 0 0,0 0 0 0 0,0 0 0 0 0,0 0 0 0 0,0 0-1 0 0,-1 0 1 0 0,1 1 0 0 0,0-1 0 0 0,0 0-1 0 0,0 0 1 0 0,0 0 0 0 0,-1 0 0 0 0,1 0 0 0 0,0 0-1 0 0,0 0 1 0 0,0 0 0 0 0,0 0 0 0 0,-1 1-1 0 0,1-1 1 0 0,0 0 0 0 0,0 0 0 0 0,0 0 0 0 0,-1 0-1 0 0,1 0 1 0 0,0 0 0 0 0,0 0 0 0 0,0 0-1 0 0,-1 0 1 0 0,1-1 0 0 0,0 1 0 0 0,0 0 0 0 0,-16 1 11 0 0,15-1-8 0 0,-265 11 223 0 0,171-10-148 0 0,0-4-1 0 0,1-4 0 0 0,-1-5 1 0 0,-126-31-1 0 0,203 39-84 0 0,1-2-1 0 0,-1 0 1 0 0,1-1-1 0 0,-29-17 1 0 0,43 23-19 0 0,0-1-1 0 0,0 0 1 0 0,0 0 0 0 0,0 0-1 0 0,0 0 1 0 0,1-1-1 0 0,-1 1 1 0 0,1-1 0 0 0,-1 0-1 0 0,1 1 1 0 0,0-1 0 0 0,0 0-1 0 0,0 0 1 0 0,1 0 0 0 0,-1-1-1 0 0,1 1 1 0 0,0 0-1 0 0,0-1 1 0 0,0 1 0 0 0,0 0-1 0 0,0-1 1 0 0,1 1 0 0 0,0-1-1 0 0,-1 1 1 0 0,1-1 0 0 0,1 1-1 0 0,-1-1 1 0 0,0 1 0 0 0,1-1-1 0 0,0 1 1 0 0,0-1-1 0 0,2-5 1 0 0,2-1-194 0 0,0 0 0 0 0,1 1 0 0 0,0 0 0 0 0,0 0 0 0 0,15-15 0 0 0,54-49-1861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6:48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1 1601 0 0,'-53'5'2241'0'0,"26"-5"800"0"0,0 5-1680 0 0,54-5-961 0 0,-27 7-160 0 0,53-7-80 0 0,1 5-80 0 0,26 0-160 0 0,0-5-80 0 0,0 0-320 0 0,-32 0-240 0 0,5 0-801 0 0,-26 0-1200 0 0,-1 5-81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6:49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6 1121 0 0,'-134'12'4802'0'0,"54"-7"-2721"0"0,54-10-1201 0 0,26 10-560 0 0,26-5-80 0 0,108-5-80 0 0,-1-2 0 0 0,102 2-320 0 0,5 0-560 0 0,-27 5-1761 0 0,-32 0-3762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6:56.2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53 3282 0 0,'3'-31'4045'0'0,"-2"29"-4068"0"0,0 1-1 0 0,0 0 1 0 0,0 0 0 0 0,0 0-1 0 0,0 0 1 0 0,0 0 0 0 0,0 0-1 0 0,0 0 1 0 0,0 1-1 0 0,0-1 1 0 0,1 0 0 0 0,-1 0-1 0 0,0 1 1 0 0,3-2 0 0 0,-4 2 30 0 0,1 1 1 0 0,-1-1-1 0 0,0 0 1 0 0,0 0-1 0 0,0 0 1 0 0,0 0-1 0 0,1 0 1 0 0,-1 0 0 0 0,0 0-1 0 0,0 0 1 0 0,0 0-1 0 0,0 0 1 0 0,1 0-1 0 0,-1 0 1 0 0,0 0-1 0 0,0 0 1 0 0,0-1 0 0 0,0 1-1 0 0,1 0 1 0 0,-1 0-1 0 0,0 0 1 0 0,0 0-1 0 0,0 0 1 0 0,0 0-1 0 0,1 0 1 0 0,-1 0-1 0 0,0 0 1 0 0,0-1 0 0 0,0 1-1 0 0,0 0 1 0 0,0 0-1 0 0,0 0 1 0 0,0 0-1 0 0,0 0 1 0 0,1-1-1 0 0,-1 1 1 0 0,0 0 0 0 0,0 0-1 0 0,0 0 1 0 0,0 0-1 0 0,0-1 1 0 0,0 1-1 0 0,0 0 1 0 0,0 0-1 0 0,0 0 1 0 0,0 0 0 0 0,0-1-1 0 0,0 1 1 0 0,0 0-1 0 0,0 0 1 0 0,0 0-1 0 0,0-1 1 0 0,0 1-1 0 0,0 0 1 0 0,-1 0 0 0 0,1 0-1 0 0,0 0 1 0 0,0 0-1 0 0,0-1 1 0 0,0 1-1 0 0,0 0 1 0 0,0 0-1 0 0,0 0 1 0 0,0 0 0 0 0,-1 0-1 0 0,1-1 1 0 0,1 1 262 0 0,3 1-259 0 0,1-1 38 0 0,-4 0-43 0 0,-1 0 1 0 0,1 0-1 0 0,-1 0 0 0 0,1 0 0 0 0,0 0 0 0 0,-1 0 0 0 0,1 0 0 0 0,-1 0 1 0 0,1 0-1 0 0,0 0 0 0 0,-1 0 0 0 0,1 0 0 0 0,-1 1 0 0 0,1-1 0 0 0,-1 0 1 0 0,1 0-1 0 0,-1 1 0 0 0,1-1 0 0 0,-1 0 0 0 0,1 1 0 0 0,-1-1 0 0 0,1 0 1 0 0,-1 1-1 0 0,1-1 0 0 0,-1 1 0 0 0,1-1 0 0 0,-1 0 0 0 0,0 1 1 0 0,1-1-1 0 0,-1 1 0 0 0,0 0 0 0 0,0-1 0 0 0,1 1 0 0 0,-1-1 0 0 0,0 1 1 0 0,0-1-1 0 0,0 1 0 0 0,0 0 0 0 0,0-1 0 0 0,0 1 0 0 0,1-1 0 0 0,-1 1 1 0 0,-1 0-1 0 0,1 2 8 0 0,1 0 1 0 0,-1-1-1 0 0,0 1 1 0 0,1 0-1 0 0,-1-1 1 0 0,1 1 0 0 0,0-1-1 0 0,0 1 1 0 0,0-1-1 0 0,1 4 1 0 0,17 28 72 0 0,-12-25-62 0 0,-1 2 0 0 0,-1-1 0 0 0,1 1 0 0 0,-2 0 0 0 0,0 0 0 0 0,0 0 0 0 0,-1 1 0 0 0,0-1 0 0 0,-1 1 0 0 0,0 0 0 0 0,0 13 0 0 0,-2 2-14 0 0,1-8-6 0 0,-1 0 0 0 0,-5 38 0 0 0,-13 6 35 0 0,12-28-54 0 0,4-24 9 0 0,0 1 0 0 0,0-1 0 0 0,-1 0-1 0 0,-9 21 1 0 0,0-8 34 0 0,6-13-34 0 0,0 1 1 0 0,1 0 0 0 0,0 0 0 0 0,1 0 0 0 0,0 0 0 0 0,1 1-1 0 0,1-1 1 0 0,-1 1 0 0 0,1 18 0 0 0,3 30-75 0 0,0-20-2 0 0,-8 79 1 0 0,0-74 40 0 0,1-15 26 0 0,2 1 1 0 0,-1 38 0 0 0,5 645 93 0 0,0-711-92 0 0,0-1 1 0 0,0 1-1 0 0,0 0 1 0 0,1-1-1 0 0,-1 1 1 0 0,1 0-1 0 0,0-1 1 0 0,0 1 0 0 0,0-1-1 0 0,0 1 1 0 0,1-1-1 0 0,0 1 1 0 0,-1-1-1 0 0,1 0 1 0 0,5 6-1 0 0,-5-8-50 0 0,0 1 1 0 0,0 0-1 0 0,1-1 0 0 0,-1 1 0 0 0,1-1 1 0 0,-1 0-1 0 0,1 0 0 0 0,0 0 0 0 0,-1 0 1 0 0,1 0-1 0 0,0-1 0 0 0,-1 1 0 0 0,1-1 0 0 0,0 0 1 0 0,0 1-1 0 0,0-1 0 0 0,0-1 0 0 0,-1 1 1 0 0,1 0-1 0 0,4-2 0 0 0,2 0-410 0 0,-1 0 0 0 0,0-1 0 0 0,0 0-1 0 0,8-4 1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6:59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414 13 1201 0 0,'-104'-10'3812'0'0,"11"8"-3277"0"0,28 2-174 0 0,11 0 533 0 0,72 0-814 0 0,-13 0 0 0 0,26 5 96 0 0,-5 2-98 0 0,121 12 255 0 0,709 112 121 0 0,-429-84-374 0 0,-386-44-72 0 0,472 13-3 0 0,-328-30 52 0 0,155-6 46 0 0,-240 23 51 0 0,114 20-1 0 0,-136-8 17 0 0,-1 4 0 0 0,83 31 1 0 0,-75-22 25 0 0,-59-19-161 0 0,3 1 11 0 0,0-2 0 0 0,55 9 0 0 0,136 5 148 0 0,399-9-1 0 0,-219-30-99 0 0,93 11-28 0 0,-469 8-86 0 0,47 11-1 0 0,2 0 9 0 0,99 18 67 0 0,-99-16 51 0 0,131 11 0 0 0,-196-25-108 0 0,458 11-36 0 0,-20-50 74 0 0,-199 10-6 0 0,-175 22-19 0 0,219-24-22 0 0,110-28-9 0 0,161-19 67 0 0,-149 29 100 0 0,-137 27-85 0 0,-219 21-131 0 0,1 3-1 0 0,106 18 0 0 0,-157-19 61 0 0,0-1-1 0 0,0 1 1 0 0,0 1 0 0 0,0-1-1 0 0,-1 1 1 0 0,1 0 0 0 0,-1 1-1 0 0,0-1 1 0 0,9 8 0 0 0,-10 0 9 0 0,-5-8 0 0 0,0-3 0 0 0,0 0 0 0 0,1 1 0 0 0,-1-1 0 0 0,0 0 0 0 0,0 1 0 0 0,0-1 0 0 0,0 0 0 0 0,-1 1 0 0 0,1-1 0 0 0,0 0 0 0 0,0 1 0 0 0,0-1 0 0 0,0 0 0 0 0,0 1 0 0 0,0-1 0 0 0,0 0 0 0 0,-1 1 0 0 0,1-1 0 0 0,0 0 0 0 0,0 0 0 0 0,0 1 0 0 0,-1-1 0 0 0,1 0 0 0 0,0 0 0 0 0,0 1 0 0 0,-1-1 0 0 0,1 0 0 0 0,0 0 0 0 0,-1 0 0 0 0,1 1 0 0 0,0-1 0 0 0,-1 0 0 0 0,1 0 0 0 0,0 0 0 0 0,-1 0 0 0 0,1 0 0 0 0,0 0 0 0 0,-1 0 0 0 0,1 0 0 0 0,0 0 0 0 0,-1 0 0 0 0,1 0 0 0 0,0 0 0 0 0,-1 0 0 0 0,-17 6 2 0 0,-1-1-2 0 0,1 1-1 0 0,0 0 1 0 0,1 2 0 0 0,-1 0-1 0 0,-21 14 1 0 0,3 2-13 0 0,32-22 17 0 0,1 0-1 0 0,-1-1 0 0 0,1 1 1 0 0,0 1-1 0 0,0-1 0 0 0,0 0 0 0 0,0 1 1 0 0,0 0-1 0 0,1-1 0 0 0,-1 1 0 0 0,1 0 1 0 0,0 1-1 0 0,-1-1 0 0 0,2 0 1 0 0,-1 0-1 0 0,0 1 0 0 0,1-1 0 0 0,-1 1 1 0 0,-1 6-1 0 0,-37 85-110 0 0,32-62 138 0 0,5-17 17 0 0,-2 0-1 0 0,-10 26 1 0 0,8-22-56 0 0,0-1 1 0 0,2 1-1 0 0,-5 24 1 0 0,6-20 35 0 0,-16 45 0 0 0,-32 39 21 0 0,34-74-100 0 0,-19 49 0 0 0,-15 41-40 0 0,31-79 64 0 0,2 1-1 0 0,-18 67 1 0 0,2 79 1401 0 0,32-183-1380 0 0,0 0 1 0 0,-1-1-1 0 0,1 1 1 0 0,-2-1-1 0 0,1 0 1 0 0,-1 0-1 0 0,-1 0 1 0 0,-7 8-1 0 0,-12 19-24 0 0,23-32 28 0 0,0 0 1 0 0,0-1 0 0 0,-1 1 0 0 0,1-1-1 0 0,0 0 1 0 0,-1 1 0 0 0,0-1 0 0 0,1 0 0 0 0,-1-1-1 0 0,0 1 1 0 0,0 0 0 0 0,0-1 0 0 0,0 0 0 0 0,0 1-1 0 0,-1-1 1 0 0,1-1 0 0 0,0 1 0 0 0,0 0-1 0 0,-6 0 1 0 0,-6 0-14 0 0,0-1 0 0 0,0-1 0 0 0,-17-2-1 0 0,6 1 8 0 0,-649-10 54 0 0,453 13-25 0 0,-310-11 38 0 0,8 0-91 0 0,147 31 165 0 0,-702 130-13 0 0,822-112 53 0 0,78-28-219 0 0,140-10 39 0 0,-462-1-60 0 0,383-3 116 0 0,-92-5 116 0 0,-230-26-85 0 0,18 11 27 0 0,290 18-44 0 0,-86-6 7 0 0,141 5-70 0 0,0 5 0 0 0,-97 9 0 0 0,-27 1 0 0 0,195-9 0 0 0,-440-6 267 0 0,241-5-201 0 0,-296 11 121 0 0,301 14-248 0 0,103-5 109 0 0,-107 19 112 0 0,136-14-227 0 0,1 4 1 0 0,1 2-1 0 0,-111 50 0 0 0,168-66-171 0 0,-1-1 0 0 0,0 0 1 0 0,-14 2-1 0 0,22-4 111 0 0,0-1 1 0 0,0 1-1 0 0,0-1 1 0 0,0 0-1 0 0,0 0 1 0 0,1 0-1 0 0,-1 0 1 0 0,0 0-1 0 0,0 0 1 0 0,0 0-1 0 0,0 0 1 0 0,0-1-1 0 0,0 1 1 0 0,1-1-1 0 0,-1 0 1 0 0,0 1-1 0 0,0-1 1 0 0,0 0-1 0 0,-2-2 1 0 0,4 1-66 0 0,0 1 1 0 0,0-1 0 0 0,0 1 0 0 0,0 0 0 0 0,0-1-1 0 0,1 1 1 0 0,-1-1 0 0 0,1 1 0 0 0,-1-1 0 0 0,1 1-1 0 0,-1 0 1 0 0,1-1 0 0 0,0 1 0 0 0,-1 0 0 0 0,1 0-1 0 0,0-1 1 0 0,0 1 0 0 0,0 0 0 0 0,0 0 0 0 0,2-1-1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5:02.6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4 3762 0 0,'-6'-1'626'0'0,"-10"-1"676"0"0,15 2-1264 0 0,1 0 0 0 0,0 0 0 0 0,-1 0 0 0 0,1 0 0 0 0,0 0 0 0 0,-1 0 0 0 0,1 0 0 0 0,-1 1 0 0 0,1-1 0 0 0,0 0 0 0 0,0 0 0 0 0,-1 0 0 0 0,1 1 0 0 0,0-1 0 0 0,-1 0 0 0 0,1 1 0 0 0,0-1-1 0 0,0 0 1 0 0,-1 0 0 0 0,1 1 0 0 0,0-1 0 0 0,0 0 0 0 0,0 1 0 0 0,-1-1 0 0 0,1 1 0 0 0,0-1 0 0 0,0 0 0 0 0,0 1 0 0 0,0-1 0 0 0,0 0 0 0 0,0 1 0 0 0,0-1 0 0 0,0 1 0 0 0,0-1 0 0 0,0 1 0 0 0,0 0-28 0 0,-1 0-1 0 0,0 0 1 0 0,1 0 0 0 0,-1 0 0 0 0,0 0 0 0 0,1 0 0 0 0,-1 0 0 0 0,0 0 0 0 0,0-1 0 0 0,0 1 0 0 0,0 0 0 0 0,0 0 0 0 0,0-1 0 0 0,0 1 0 0 0,0-1 0 0 0,0 1 0 0 0,0-1 0 0 0,0 1-1 0 0,-2-1 1 0 0,-3 3 32 0 0,-28 35 411 0 0,29-34-412 0 0,0 1 0 0 0,0-1 0 0 0,1 1 0 0 0,-1 1-1 0 0,1-1 1 0 0,1 1 0 0 0,-1-1 0 0 0,1 1 0 0 0,0 0 0 0 0,0 0-1 0 0,-2 7 1 0 0,2 0-13 0 0,0-1-1 0 0,1 1 0 0 0,1-1 0 0 0,0 1 1 0 0,1 14-1 0 0,-2 0-28 0 0,1-20 8 0 0,1-1-1 0 0,-1 1 1 0 0,1 0 0 0 0,1 0 0 0 0,-1 0 0 0 0,1-1-1 0 0,0 1 1 0 0,1 0 0 0 0,1 6 0 0 0,5 2 4 0 0,-5-11 6 0 0,-1 0 0 0 0,0 1-1 0 0,0 0 1 0 0,0-1 0 0 0,-1 1 0 0 0,1 0 0 0 0,-1 0 0 0 0,0 0-1 0 0,-1 0 1 0 0,1 0 0 0 0,-1 5 0 0 0,0 17 151 0 0,-1-6 21 0 0,1-1-1 0 0,6 38 1 0 0,14 26 77 0 0,-10-1-12 0 0,9 2 53 0 0,-14-58-212 0 0,13 59 296 0 0,-15-77-355 0 0,1 0 0 0 0,-1 0 0 0 0,1-1 0 0 0,1 1 0 0 0,-1-1 0 0 0,1 0-1 0 0,9 9 1 0 0,-12-14-38 0 0,0-1 0 0 0,1 1 0 0 0,0-1 0 0 0,0 0 0 0 0,-1 0-1 0 0,1 0 1 0 0,0 0 0 0 0,0-1 0 0 0,1 1 0 0 0,-1-1 0 0 0,0 1-1 0 0,0-1 1 0 0,1 0 0 0 0,-1-1 0 0 0,1 1 0 0 0,-1 0 0 0 0,1-1-1 0 0,-1 0 1 0 0,1 0 0 0 0,-1 0 0 0 0,5-1 0 0 0,-1 0-5 0 0,1 0 1 0 0,-1-1-1 0 0,1-1 0 0 0,-1 1 1 0 0,1-1-1 0 0,-1 0 1 0 0,0 0-1 0 0,9-7 1 0 0,11-10 51 0 0,-1-1-1 0 0,0-2 1 0 0,24-28 0 0 0,-31 32-38 0 0,82-81-360 0 0,143-107-1 0 0,-215 183-513 0 0,-29 24 812 0 0,1 0-1 0 0,-1 0 1 0 0,0 0-1 0 0,0 0 0 0 0,1 0 1 0 0,-1 0-1 0 0,0 0 1 0 0,0 0-1 0 0,1 0 1 0 0,-1 0-1 0 0,0 0 0 0 0,0 0 1 0 0,0 0-1 0 0,1 0 1 0 0,-1 0-1 0 0,0 0 1 0 0,0 0-1 0 0,1 0 0 0 0,-1 0 1 0 0,0 0-1 0 0,0 1 1 0 0,0-1-1 0 0,1 0 1 0 0,-1 0-1 0 0,0 0 0 0 0,0 0 1 0 0,0 1-1 0 0,0-1 1 0 0,1 0-1 0 0,-1 0 0 0 0,0 0 1 0 0,0 0-1 0 0,0 1 1 0 0,0-1-1 0 0,0 0 1 0 0,0 0-1 0 0,0 1 0 0 0,1-1 1 0 0,-1 0-1 0 0,0 0 1 0 0,0 0-1 0 0,0 1 1 0 0,0-1-1 0 0,0 0 0 0 0,0 1 1 0 0,2 3-710 0 0,18 13-2317 0 0,-15-5 41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5:03.2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78 467 4802 0 0,'-54'12'2681'0'0,"30"-6"-1950"0"0,30-7-602 0 0,31-11-108 0 0,15-15 520 0 0,-33 17-463 0 0,1 0-1 0 0,18-14 1 0 0,56-52 135 0 0,-14 15-103 0 0,-16 15-72 0 0,108-104 1 0 0,-118 101 27 0 0,-48 43-70 0 0,-6 5 2 0 0,1 0-1 0 0,0 0 0 0 0,0 0 0 0 0,-1 0 1 0 0,1 0-1 0 0,0 1 0 0 0,0-1 0 0 0,0 0 1 0 0,0 0-1 0 0,0 1 0 0 0,0-1 1 0 0,0 1-1 0 0,0-1 0 0 0,1 1 0 0 0,-1-1 1 0 0,0 1-1 0 0,2-1 0 0 0,1 1 43 0 0,-4 28 176 0 0,2 0 0 0 0,2-1 0 0 0,6 29 0 0 0,-2-12 1 0 0,-6-32-178 0 0,-2 0 1 0 0,1-1 0 0 0,-2 1-1 0 0,1 0 1 0 0,-2 0 0 0 0,1 0 0 0 0,-2-1-1 0 0,-3 14 1 0 0,2-10-16 0 0,0 0 0 0 0,2 0 0 0 0,-2 30 0 0 0,4-28-134 0 0,-1 1-1 0 0,0-1 1 0 0,-1 0-1 0 0,-1 0 0 0 0,0 0 1 0 0,-7 19-1 0 0,6-26-254 0 0,-4 5-2020 0 0,-8-21-168 0 0,10 3 2241 0 0,-23-15-4344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5:03.6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51 880 0 0,'-30'-13'2402'0'0,"1"2"-562"0"0,29 3-559 0 0,0 2-241 0 0,0 1-319 0 0,0-3-161 0 0,29 8-320 0 0,31 0-160 0 0,28 0-720 0 0,31 8-1121 0 0,-30-8-1360 0 0,-6 5 159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5:03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297 387 3602 0 0,'-3'-24'3697'0'0,"2"22"-3660"0"0,0 0-1 0 0,-1 1 1 0 0,1-1-1 0 0,0 1 0 0 0,-1 0 1 0 0,1-1-1 0 0,0 1 0 0 0,-1 0 1 0 0,0 0-1 0 0,1 0 1 0 0,-1 0-1 0 0,0 0 0 0 0,1 0 1 0 0,-3 0-1 0 0,2 0 16 0 0,1 0-48 0 0,-1 1 3 0 0,0-1 1 0 0,1 1-1 0 0,-1-1 0 0 0,0 0 1 0 0,1 0-1 0 0,-1 0 0 0 0,1 0 1 0 0,-1 0-1 0 0,1 0 1 0 0,0-1-1 0 0,-1 1 0 0 0,1 0 1 0 0,0-1-1 0 0,0 1 1 0 0,0-1-1 0 0,0 1 0 0 0,0-1 1 0 0,0 1-1 0 0,0-1 0 0 0,1 0 1 0 0,-1 1-1 0 0,1-1 1 0 0,-1 0-1 0 0,1 0 0 0 0,0 0 1 0 0,-1 1-1 0 0,1-1 1 0 0,0 0-1 0 0,0 0 0 0 0,0 0 1 0 0,1-3-1 0 0,-1-21 151 0 0,-1-1 34 0 0,1 1 0 0 0,6-34 0 0 0,6 23 6 0 0,2-9 21 0 0,-14 43-209 0 0,1 0 1 0 0,-1 0-1 0 0,0 1 1 0 0,0-1-1 0 0,0 0 0 0 0,0 0 1 0 0,0 0-1 0 0,-1 1 1 0 0,1-1-1 0 0,-1 0 1 0 0,0 0-1 0 0,0 1 0 0 0,0-1 1 0 0,-1-3-1 0 0,-8-2 24 0 0,9 7-26 0 0,0 1 0 0 0,0-1 0 0 0,-1 0 0 0 0,1 0 0 0 0,0 1-1 0 0,0-1 1 0 0,0 0 0 0 0,1 0 0 0 0,-1 0 0 0 0,0 0 0 0 0,0-1 0 0 0,0 1 0 0 0,1 0 0 0 0,-1 0 0 0 0,0-2-1 0 0,6 2 47 0 0,8 2-46 0 0,0 1 0 0 0,-1 1 0 0 0,1 0 1 0 0,0 1-1 0 0,-1 0 0 0 0,0 1 0 0 0,0 1 0 0 0,-1 0 1 0 0,1 0-1 0 0,-1 1 0 0 0,0 0 0 0 0,17 16 0 0 0,-23-19 0 0 0,0 0 0 0 0,0 1 0 0 0,-1 0-1 0 0,0 0 1 0 0,1 0 0 0 0,-1 0 0 0 0,-1 1-1 0 0,1-1 1 0 0,-1 1 0 0 0,0 0-1 0 0,-1 0 1 0 0,1 0 0 0 0,-1 1 0 0 0,0-1-1 0 0,-1 0 1 0 0,1 1 0 0 0,-1-1-1 0 0,0 14 1 0 0,0-3 2 0 0,0-14-5 0 0,-1 0 0 0 0,1 0-1 0 0,-1 0 1 0 0,0 1-1 0 0,0-1 1 0 0,0 0 0 0 0,0 0-1 0 0,-1 0 1 0 0,1 0 0 0 0,-1 0-1 0 0,0 0 1 0 0,0 0-1 0 0,0 0 1 0 0,0 0 0 0 0,0 0-1 0 0,-1 0 1 0 0,-2 4 0 0 0,-8 2 64 0 0,-1 0 1 0 0,-1-1 0 0 0,1 0-1 0 0,-1-1 1 0 0,0-1 0 0 0,-1 0-1 0 0,1 0 1 0 0,-20 3 0 0 0,8-7 73 0 0,-19 2 181 0 0,40-3-251 0 0,7-1-12 0 0,22 1 5 0 0,-19-1-61 0 0,139 4 76 0 0,-123-1-66 0 0,1 0-1 0 0,-1 1 1 0 0,0 1 0 0 0,37 13 0 0 0,-51-15-7 0 0,-1-1 1 0 0,0 1 0 0 0,-1-1 0 0 0,1 1 0 0 0,0 0 0 0 0,8 7 0 0 0,-13-9-8 0 0,0 0-1 0 0,0-1 1 0 0,-1 1 0 0 0,1 0 0 0 0,0 0 0 0 0,0 0 0 0 0,0 0-1 0 0,-1 1 1 0 0,1-1 0 0 0,0 0 0 0 0,-1 0 0 0 0,1 0 0 0 0,-1 1 0 0 0,1-1-1 0 0,-1 0 1 0 0,0 0 0 0 0,0 1 0 0 0,1-1 0 0 0,-1 0 0 0 0,0 1-1 0 0,0-1 1 0 0,0 0 0 0 0,-1 0 0 0 0,1 1 0 0 0,0-1 0 0 0,0 0 0 0 0,-1 1-1 0 0,1-1 1 0 0,0 0 0 0 0,-1 0 0 0 0,1 0 0 0 0,-1 1 0 0 0,0-1-1 0 0,1 0 1 0 0,-1 0 0 0 0,-1 1 0 0 0,0 1 2 0 0,0-1-1 0 0,-1 1 1 0 0,1-1-1 0 0,-1 1 1 0 0,0-1 0 0 0,0 0-1 0 0,1 0 1 0 0,-1 0-1 0 0,0-1 1 0 0,-1 1 0 0 0,1-1-1 0 0,-5 2 1 0 0,-43 8 68 0 0,34-8-43 0 0,-17 4-94 0 0,0-2-1 0 0,-1-2 0 0 0,1-1 1 0 0,-1-2-1 0 0,0-1 0 0 0,1-1 0 0 0,-1-3 1 0 0,1 0-1 0 0,0-2 0 0 0,-41-15 1 0 0,26 3-768 0 0,46 18 722 0 0,0-1 0 0 0,0 0 0 0 0,0 0 0 0 0,1 1 0 0 0,-1-2 0 0 0,1 1 0 0 0,0 0 0 0 0,-1 0 0 0 0,1-1 0 0 0,0 1 0 0 0,0-1 0 0 0,1 0 1 0 0,-3-4-1 0 0,3 4-197 0 0,0 0 1 0 0,0 0-1 0 0,0-1 1 0 0,1 1-1 0 0,-1 0 1 0 0,1-1-1 0 0,0-6 1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5:04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20 3282 0 0,'-20'-1'856'0'0,"-163"-18"5464"0"0,314 30-4475 0 0,-89-9-1849 0 0,5 0-529 0 0,61-6-1 0 0,-50 1-640 0 0,80 2-4669 0 0,-80 1 2749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5:04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 0 4722 0 0,'-89'13'4082'0'0,"30"-7"-2961"0"0,59-12-1041 0 0,0 1 0 0 0,29 10 80 0 0,1-5 80 0 0,29 6-80 0 0,-29 2 80 0 0,59 3-80 0 0,-30-4-160 0 0,60-1-720 0 0,-31 0-1601 0 0,-5 1-3042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5:12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119 399 2321 0 0,'-16'3'1857'0'0,"-1"-1"0"0"0,-25-1 1 0 0,38-1-1707 0 0,-8-2 679 0 0,9-1-660 0 0,-17 2 297 0 0,15 1-40 0 0,30 0 2187 0 0,-20 0-2347 0 0,9 0-163 0 0,0-1 0 0 0,0-1 0 0 0,0 0 0 0 0,-1-1 0 0 0,1 0 0 0 0,-1-1 0 0 0,0 0-1 0 0,18-10 1 0 0,-3-1 118 0 0,-1-1 0 0 0,44-34 0 0 0,5 1 92 0 0,-54 36-222 0 0,0-1 0 0 0,-1 0 0 0 0,-1-2 0 0 0,21-20 0 0 0,-33 29-68 0 0,0-1 0 0 0,0 2 0 0 0,0-1 0 0 0,1 1 0 0 0,19-10 1 0 0,22-14 16 0 0,-39 22-58 0 0,0 0 0 0 0,1 1 0 0 0,0 1 0 0 0,0 0 0 0 0,0 0 1 0 0,1 2-1 0 0,0-1 0 0 0,0 1 0 0 0,0 1 0 0 0,18-2 0 0 0,-30 5 12 0 0,-1 0 1 0 0,1 0 0 0 0,0 0 0 0 0,-1 0 0 0 0,1 0-1 0 0,0 0 1 0 0,-1 0 0 0 0,1 0 0 0 0,0 0 0 0 0,0 0-1 0 0,-1 0 1 0 0,1 1 0 0 0,0-1 0 0 0,-1 0 0 0 0,1 0-1 0 0,0 1 1 0 0,-1-1 0 0 0,1 1 0 0 0,-1-1 0 0 0,1 0-1 0 0,-1 1 1 0 0,1-1 0 0 0,-1 1 0 0 0,1-1-1 0 0,-1 1 1 0 0,1-1 0 0 0,-1 1 0 0 0,1 0 0 0 0,-1-1-1 0 0,0 1 1 0 0,1 0 0 0 0,-1-1 0 0 0,0 1 0 0 0,0 0-1 0 0,0-1 1 0 0,1 1 0 0 0,-1 0 0 0 0,0-1 0 0 0,0 1-1 0 0,0 0 1 0 0,0-1 0 0 0,0 1 0 0 0,0 0 0 0 0,0 0-1 0 0,0-1 1 0 0,-1 1 0 0 0,1 0 0 0 0,0-1 0 0 0,-1 2-1 0 0,-2 7-16 0 0,-1 0 0 0 0,0 0 0 0 0,-8 13 1 0 0,7-12 20 0 0,-42 75 247 0 0,-84 115 0 0 0,57-103-181 0 0,30-7 14 0 0,12-41 3 0 0,24-37-54 0 0,0-1 0 0 0,1 2-1 0 0,0-1 1 0 0,-10 27 0 0 0,7 5 38 0 0,8-40-80 0 0,1-2 11 0 0,0 0 0 0 0,0-1 0 0 0,0 1 0 0 0,1 0 0 0 0,-1 0 0 0 0,0 0 0 0 0,1 0 0 0 0,-1 0 0 0 0,1 0 0 0 0,0 0 0 0 0,0 0 0 0 0,0 0 0 0 0,0 0 0 0 0,0 0 0 0 0,1 3 0 0 0,-1-5-14 0 0,0 1-1 0 0,1-1 1 0 0,0 1-1 0 0,-1-1 1 0 0,1 1-1 0 0,-1-1 1 0 0,1 1-1 0 0,-1-1 1 0 0,1 1-1 0 0,0-1 1 0 0,-1 0-1 0 0,1 1 1 0 0,0-1-1 0 0,0 0 1 0 0,-1 0-1 0 0,1 0 0 0 0,0 1 1 0 0,0-1-1 0 0,1 0 1 0 0,31-2-836 0 0,-1-6-901 0 0,-1-1 0 0 0,-1-2 0 0 0,1-1 0 0 0,43-25 1 0 0,-10 3-2890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5:12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441 265 80 0 0,'-154'41'7875'0'0,"9"9"-4424"0"0,124-43-3225 0 0,7-2-11 0 0,0 0-1 0 0,0 1 1 0 0,1 0-1 0 0,-24 16 1 0 0,35-20-186 0 0,0-1 0 0 0,0 1 1 0 0,0-1-1 0 0,0 1 0 0 0,0 0 1 0 0,0 0-1 0 0,0 0 0 0 0,1 0 1 0 0,-1 0-1 0 0,1 1 0 0 0,0-1 1 0 0,-1 0-1 0 0,1 1 0 0 0,0-1 1 0 0,0 1-1 0 0,1-1 1 0 0,-1 1-1 0 0,0-1 0 0 0,1 1 1 0 0,0-1-1 0 0,-1 1 0 0 0,1 0 1 0 0,0-1-1 0 0,1 1 0 0 0,-1-1 1 0 0,0 1-1 0 0,1 0 0 0 0,-1-1 1 0 0,1 1-1 0 0,0-1 0 0 0,0 1 1 0 0,2 4-1 0 0,-1-4-2 0 0,0 1 0 0 0,1-1 0 0 0,0 1 0 0 0,-1-1 0 0 0,1 0 0 0 0,1 0 0 0 0,-1 0 0 0 0,0-1 1 0 0,1 1-1 0 0,-1-1 0 0 0,1 0 0 0 0,7 4 0 0 0,-1-2-15 0 0,1 1 0 0 0,0-1 1 0 0,0-1-1 0 0,12 2 0 0 0,8-1-7 0 0,-1-1 0 0 0,1-2 0 0 0,0-1-1 0 0,-1-2 1 0 0,1 0 0 0 0,-1-2-1 0 0,60-17 1 0 0,-53 11-9 0 0,-1-3 0 0 0,0 0 0 0 0,0-3 0 0 0,-1-1 0 0 0,63-42 0 0 0,-83 48 18 0 0,0-1 0 0 0,0 0 0 0 0,-2-1 0 0 0,1 0 0 0 0,-2-1 0 0 0,0-1 0 0 0,15-23 0 0 0,-24 33-16 0 0,0 0 1 0 0,0 0-1 0 0,0-1 0 0 0,-1 0 1 0 0,0 1-1 0 0,0-1 0 0 0,-1 0 1 0 0,1 0-1 0 0,-1 0 0 0 0,0 0 1 0 0,-1 0-1 0 0,0 0 0 0 0,0 0 0 0 0,0 0 1 0 0,0 0-1 0 0,-1 0 0 0 0,0 0 1 0 0,-1 0-1 0 0,1 0 0 0 0,-1 0 1 0 0,0 0-1 0 0,0 1 0 0 0,-1-1 1 0 0,0 1-1 0 0,0-1 0 0 0,-5-6 0 0 0,1 4-1 0 0,0 0 0 0 0,0 1 0 0 0,-1 0 0 0 0,0 1 0 0 0,0-1-1 0 0,-1 2 1 0 0,1-1 0 0 0,-1 1 0 0 0,0 0 0 0 0,-15-5-1 0 0,1 2-54 0 0,1 1 1 0 0,-2 1-1 0 0,-34-5 0 0 0,32 8-381 0 0,1 1 1 0 0,-46 2 0 0 0,63 1 89 0 0,0-1 1 0 0,0 1 0 0 0,0 1-1 0 0,0-1 1 0 0,0 1-1 0 0,0 1 1 0 0,0-1-1 0 0,1 1 1 0 0,-1 1 0 0 0,1 0-1 0 0,-13 8 1 0 0,19-11 152 0 0,1-1-1 0 0,-1 1 1 0 0,0 0 0 0 0,0 0-1 0 0,0 0 1 0 0,1 0 0 0 0,-1 0-1 0 0,1 0 1 0 0,-1 0 0 0 0,1 0-1 0 0,-1 0 1 0 0,1 1 0 0 0,-1-1 0 0 0,1 0-1 0 0,0 0 1 0 0,0 0 0 0 0,-1 1-1 0 0,1-1 1 0 0,0 0 0 0 0,0 0-1 0 0,1 2 1 0 0,-1-3 193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5:13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1 480 0 0,'-29'13'3602'0'0,"-1"25"160"0"0,30 24-1361 0 0,30 0-1441 0 0,-1 1-400 0 0,-29-13-239 0 0,30-14-81 0 0,29 2-160 0 0,-35-12 0 0 0,35-9-240 0 0,-29-3-401 0 0,0-9-319 0 0,-30 3 80 0 0,29-8-241 0 0,-58 0-640 0 0,-1 0-2641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5:13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119 425 720 0 0,'-59'0'4322'0'0,"29"5"-2161"0"0,1-5-960 0 0,29-13-401 0 0,29 2 81 0 0,1-8-481 0 0,59-6-80 0 0,88-44-80 0 0,55-7 0 0 0,-84 14-160 0 0,0 13 0 0 0,-59 5-480 0 0,0 7-961 0 0,-1 12-2320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5:14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6963 0 0,'0'6'3122'0'0,"30"-6"-2482"0"0,-1 0-560 0 0,30 6-320 0 0,30 7-240 0 0,142 17-161 0 0,36 8 321 0 0,-119-25-80 0 0,-29 0-961 0 0,-30 4-2400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5:14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380 0 3442 0 0,'-60'44'3681'0'0,"1"-1"-2400"0"0,0 14-1041 0 0,29 13-160 0 0,1 3 160 0 0,5 8 80 0 0,-6-11 0 0 0,-29 5-160 0 0,59-7-79 0 0,-30-11 79 0 0,60-8-80 0 0,-30-17-320 0 0,0-13-161 0 0,0 5-399 0 0,30-10-1921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5:14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25 1121 0 0,'-89'8'6322'0'0,"0"-3"-3840"0"0,118-5-2482 0 0,1-5 80 0 0,0-3 80 0 0,29-3 160 0 0,178-3 240 0 0,59 14-80 0 0,-94 14-400 0 0,-24 5 80 0 0,-1-1-160 0 0,-29-1-320 0 0,-35 10-560 0 0,6-8-1121 0 0,-60 0-3442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08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1083 168 960 0 0,'-28'-1'1519'0'0,"1"-2"-1"0"0,-56-11 1 0 0,40 5-1259 0 0,-166-46 620 0 0,200 53-826 0 0,-9-3-28 0 0,-1 1 0 0 0,1 1 0 0 0,-26-1 0 0 0,-8-2 56 0 0,-86-22 225 0 0,123 25-303 0 0,-178-24 219 0 0,186 26-221 0 0,0 0 0 0 0,0 0 0 0 0,-1 1-1 0 0,1 0 1 0 0,0 0 0 0 0,-14 2 0 0 0,5 1-2 0 0,-38 9-87 0 0,36 1-167 0 0,15-9 142 0 0,2-4 70 0 0,1 1 0 0 0,-1 0 0 0 0,1 0 0 0 0,-1 0 0 0 0,1 0 0 0 0,0-1 0 0 0,-1 1 0 0 0,1 0 0 0 0,0 0 0 0 0,-1 0 0 0 0,1 0 0 0 0,0 0 0 0 0,0 0 0 0 0,0 0 0 0 0,0 0 0 0 0,0 1 0 0 0,0-1-80 0 0,0 0-1 0 0,0 0 1 0 0,0 0 0 0 0,0 0 0 0 0,0 0-1 0 0,0 0 1 0 0,0 1 0 0 0,-1-1 0 0 0,1 0-1 0 0,0 0 1 0 0,-1 0 0 0 0,1 0 0 0 0,-1 0-1 0 0,0 1 1 0 0,-21 15-3920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13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35 1841 0 0,'-80'-17'4642'0'0,"26"12"-3682"0"0,28 5-1360 0 0,26-7-1521 0 0,26 7-320 0 0,-26-5-80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5:17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228 1 400 0 0,'1'1'3227'0'0,"-7"3"-2505"0"0,-14 1 785 0 0,10 2 507 0 0,-9-1-1427 0 0,18-6-572 0 0,1 0 0 0 0,0 0 0 0 0,-1 0 0 0 0,1 0 0 0 0,0 1 0 0 0,-1-1 1 0 0,1 0-1 0 0,0 0 0 0 0,0 0 0 0 0,-1 1 0 0 0,1-1 0 0 0,0 0 0 0 0,0 0 0 0 0,-1 1 0 0 0,1-1 0 0 0,0 0 0 0 0,0 0 0 0 0,0 1 0 0 0,-1-1 0 0 0,1 0 0 0 0,0 1 0 0 0,0-1 0 0 0,0 0 0 0 0,0 1 0 0 0,0-1 0 0 0,0 0 1 0 0,0 1-1 0 0,0-1 0 0 0,0 0 0 0 0,0 1 0 0 0,0-1 0 0 0,0 1 0 0 0,0-1 0 0 0,0 0 0 0 0,0 1 0 0 0,0-1 0 0 0,0 0 0 0 0,0 1 0 0 0,0-1 0 0 0,1 5 50 0 0,-1-1-53 0 0,-1-1 0 0 0,1 1 1 0 0,-1 0-1 0 0,0 0 0 0 0,0-1 0 0 0,0 1 0 0 0,0-1 0 0 0,-1 1 0 0 0,1-1 0 0 0,-4 5 0 0 0,3-4 10 0 0,0 0 0 0 0,0 0 0 0 0,0 0 0 0 0,0 0 0 0 0,1 1-1 0 0,0-1 1 0 0,-1 0 0 0 0,2 1 0 0 0,-1-1 0 0 0,0 8 0 0 0,2-1-1 0 0,-1 1 0 0 0,0-1 0 0 0,-1 0 0 0 0,0 1 0 0 0,-1-1 0 0 0,0 0 1 0 0,-1 0-1 0 0,0 0 0 0 0,-1 0 0 0 0,0-1 0 0 0,-6 12 0 0 0,2-7-17 0 0,2 0 0 0 0,0 1 1 0 0,-7 30-1 0 0,8-27-5 0 0,0 0 0 0 0,-12 24-1 0 0,12-29 53 0 0,-1-1 0 0 0,2 1 0 0 0,0 0 0 0 0,1 0 0 0 0,0 0 0 0 0,-1 17 0 0 0,3 89 549 0 0,2-64-436 0 0,-1-13-49 0 0,1-13 2 0 0,-1-1 1 0 0,-6 46-1 0 0,-1-47-46 0 0,-1 14 31 0 0,8-36-84 0 0,1 0 0 0 0,0 0 0 0 0,0 1 0 0 0,1-1 0 0 0,2 7 0 0 0,2 4 21 0 0,4 34 68 0 0,9-14 26 0 0,-12-21-85 0 0,-7-14-44 0 0,1 1-1 0 0,0-1 1 0 0,0 0-1 0 0,0 1 1 0 0,0-1-1 0 0,1 0 0 0 0,-1 0 1 0 0,0 0-1 0 0,1 0 1 0 0,0 0-1 0 0,-1 0 1 0 0,1-1-1 0 0,0 1 1 0 0,0 0-1 0 0,0-1 0 0 0,4 3 1 0 0,1 0-2 0 0,-1 0-1 0 0,1 0 1 0 0,1-1 0 0 0,-1 0-1 0 0,0 0 1 0 0,1-1 0 0 0,-1 0 0 0 0,1 0-1 0 0,0-1 1 0 0,0 0 0 0 0,-1-1-1 0 0,1 1 1 0 0,0-1 0 0 0,0-1-1 0 0,0 1 1 0 0,0-1 0 0 0,-1-1 0 0 0,1 0-1 0 0,0 0 1 0 0,-1 0 0 0 0,1-1-1 0 0,-1 0 1 0 0,0 0 0 0 0,7-5 0 0 0,13-9 29 0 0,-1-1 1 0 0,-1-2-1 0 0,-1 0 1 0 0,35-38 0 0 0,-30 29 60 0 0,149-164 83 0 0,19-19-203 0 0,-175 191-34 0 0,-2 0 0 0 0,32-45-1 0 0,-27 32 143 0 0,-15 4 134 0 0,0 15-95 0 0,-8 13-130 0 0,-1 1-1 0 0,0-1 0 0 0,1 0 1 0 0,-1 1-1 0 0,0-1 0 0 0,0 0 1 0 0,0 0-1 0 0,0 0 1 0 0,-1 0-1 0 0,1 0 0 0 0,0 0 1 0 0,-1 0-1 0 0,1 0 0 0 0,-1-1 1 0 0,0-3-1 0 0,-4 5-668 0 0,-16 1-534 0 0,20 0 1120 0 0,0 0-1 0 0,0 0 1 0 0,0 1-1 0 0,0-1 1 0 0,0 0 0 0 0,0 0-1 0 0,0 0 1 0 0,1 0 0 0 0,-1 0-1 0 0,0 0 1 0 0,0 0 0 0 0,0 1-1 0 0,0-1 1 0 0,0 0 0 0 0,0 0-1 0 0,0 0 1 0 0,0 0 0 0 0,0 0-1 0 0,0 0 1 0 0,0 1-1 0 0,0-1 1 0 0,0 0 0 0 0,0 0-1 0 0,0 0 1 0 0,0 0 0 0 0,0 0-1 0 0,0 0 1 0 0,0 1 0 0 0,0-1-1 0 0,0 0 1 0 0,0 0 0 0 0,0 0-1 0 0,0 0 1 0 0,-1 0 0 0 0,1 0-1 0 0,0 0 1 0 0,0 1-1 0 0,0-1 1 0 0,0 0 0 0 0,0 0-1 0 0,20 2-2559 0 0,-16 3-67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5:18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1 412 2001 0 0,'5'-1'781'0'0,"-4"1"-618"0"0,0 0-1 0 0,0 0 0 0 0,0 0 1 0 0,0 0-1 0 0,0-1 0 0 0,0 1 1 0 0,0 0-1 0 0,0 0 0 0 0,0-1 1 0 0,0 1-1 0 0,0 0 0 0 0,0-1 0 0 0,0 1 1 0 0,0-1-1 0 0,0 1 0 0 0,-1-1 1 0 0,1 1-1 0 0,0-1 0 0 0,0 0 1 0 0,-1 0-1 0 0,1 1 0 0 0,0-1 1 0 0,-1 0-1 0 0,1 0 0 0 0,-1 0 1 0 0,1 1-1 0 0,-1-1 0 0 0,1 0 1 0 0,-1 0-1 0 0,1 0 0 0 0,-1 0 1 0 0,0 0-1 0 0,0 0 0 0 0,0 0 1 0 0,1 0-1 0 0,-1 0 0 0 0,0 0 1 0 0,0 0-1 0 0,0 0 0 0 0,0 0 1 0 0,-1 0-1 0 0,1 0 0 0 0,-1-2 1 0 0,2 2-152 0 0,-1 0 1 0 0,0 0-1 0 0,0-1 1 0 0,1 1-1 0 0,-1 0 1 0 0,0 0-1 0 0,1 0 1 0 0,-1 0 0 0 0,1 0-1 0 0,0-1 1 0 0,-1 1-1 0 0,1 0 1 0 0,0 0-1 0 0,0 1 1 0 0,-1-1 0 0 0,1 0-1 0 0,0 0 1 0 0,0 0-1 0 0,0 0 1 0 0,2 0-1 0 0,7-10 80 0 0,4-17 139 0 0,7-10 7 0 0,-4 16-102 0 0,20-26 231 0 0,57-56 0 0 0,-69 76-296 0 0,-21 22-65 0 0,0 0-1 0 0,1 1 1 0 0,0 0 0 0 0,10-8-1 0 0,-7 7-5 0 0,-1 1 0 0 0,1 0 0 0 0,0 1-1 0 0,0 0 1 0 0,1 0 0 0 0,0 0 0 0 0,-1 1 0 0 0,1 1-1 0 0,0 0 1 0 0,17-3 0 0 0,-23 6 2 0 0,-1-1 0 0 0,1 0 0 0 0,0 1 0 0 0,-1-1 0 0 0,1 1 0 0 0,0 0 0 0 0,-1 0 0 0 0,1 0 0 0 0,-1 0 0 0 0,1 0-1 0 0,-1 1 1 0 0,1-1 0 0 0,-1 1 0 0 0,0 0 0 0 0,0 0 0 0 0,0-1 0 0 0,0 1 0 0 0,0 0 0 0 0,0 1 0 0 0,-1-1 0 0 0,1 0 0 0 0,-1 0 0 0 0,1 1 0 0 0,-1-1 0 0 0,0 1 0 0 0,0-1 0 0 0,1 4 0 0 0,1 10 31 0 0,-1 0 0 0 0,-1 0 1 0 0,0 0-1 0 0,-1 0 1 0 0,-1 0-1 0 0,-5 28 0 0 0,-14 0 48 0 0,10-6-13 0 0,3-20-57 0 0,4-10 0 0 0,0-1 1 0 0,0 1-1 0 0,1 0 1 0 0,0 0-1 0 0,1 0 1 0 0,-1 0-1 0 0,1 12 1 0 0,0-10 11 0 0,0-1 0 0 0,0 0 1 0 0,-1 0-1 0 0,0 0 1 0 0,0 0-1 0 0,-4 9 1 0 0,3-10 8 0 0,0 1 0 0 0,0-1-1 0 0,1 1 1 0 0,1 0 0 0 0,-1 0 0 0 0,1 9 0 0 0,1 112-1258 0 0,-5-129-134 0 0,-15-3-1107 0 0,20 2 2317 0 0,0 0 0 0 0,-1 0 0 0 0,1 0 0 0 0,0-1 0 0 0,0 1 0 0 0,-1 0 0 0 0,1 0 0 0 0,0 0 0 0 0,-1-1 0 0 0,1 1 0 0 0,0 0 0 0 0,0-1 0 0 0,0 1 0 0 0,-1 0 0 0 0,1 0 0 0 0,0-1 0 0 0,0 1 0 0 0,0 0 0 0 0,0-1 0 0 0,0 1 0 0 0,-1 0 0 0 0,1-1 0 0 0,0 1 0 0 0,0-1 0 0 0,0 1-1 0 0,0 0 1 0 0,0-1 0 0 0,0 1 0 0 0,0 0 0 0 0,0-1 0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5:18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7 1601 0 0,'-29'-6'6323'0'0,"-30"6"-3442"0"0,59 6-2241 0 0,29-1-880 0 0,30 8 80 0 0,24 12-80 0 0,66 13-801 0 0,-1-19-4241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5:19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587 432 1921 0 0,'0'0'4362'0'0,"0"-4"-2281"0"0,0-12-1588 0 0,0 6-424 0 0,1 0 0 0 0,0 1 0 0 0,0-1 0 0 0,1 1 0 0 0,0 0 0 0 0,1-1 0 0 0,0 1 0 0 0,0 0 0 0 0,1 0 0 0 0,0 1 0 0 0,6-9-1 0 0,32-55 52 0 0,60-77 1 0 0,-97 143-114 0 0,0 0 0 0 0,1 0 1 0 0,0 0-1 0 0,1 1 0 0 0,-1 0 1 0 0,1 0-1 0 0,0 1 0 0 0,0-1 1 0 0,0 2-1 0 0,1-1 0 0 0,13-4 1 0 0,0-1-16 0 0,-14 9 0 0 0,-1 1 1 0 0,0 0-1 0 0,1 0 1 0 0,-1 0 0 0 0,0 1-1 0 0,1 0 1 0 0,-1 0-1 0 0,7 4 1 0 0,-7-2 17 0 0,-1 0 0 0 0,-1 0 0 0 0,1 0-1 0 0,0 1 1 0 0,-1-1 0 0 0,0 1 0 0 0,0 0 0 0 0,0 0 0 0 0,-1 1 0 0 0,0-1 0 0 0,0 1 0 0 0,0 0-1 0 0,3 9 1 0 0,2 7 34 0 0,9 45 1 0 0,-16-62-41 0 0,0-1 1 0 0,0 1 0 0 0,-1 0 0 0 0,0 0 0 0 0,0-1-1 0 0,0 1 1 0 0,-1 0 0 0 0,1 0 0 0 0,-1 0-1 0 0,0-1 1 0 0,-1 1 0 0 0,1-1 0 0 0,-1 1 0 0 0,0-1-1 0 0,0 1 1 0 0,0-1 0 0 0,0 0 0 0 0,-1 0-1 0 0,0 0 1 0 0,0 0 0 0 0,0 0 0 0 0,0-1 0 0 0,-5 4-1 0 0,0 0 9 0 0,-1-1-1 0 0,1 0 1 0 0,-1-1 0 0 0,0 0-1 0 0,-1 0 1 0 0,1-1-1 0 0,-1 0 1 0 0,0-1-1 0 0,-15 3 1 0 0,-5 0 104 0 0,34-10-104 0 0,-3 3 3 0 0,24 0-2 0 0,0 0 21 0 0,-18 0-30 0 0,1 0 0 0 0,-1 1 1 0 0,0 0-1 0 0,1 0 0 0 0,-1 1 1 0 0,1 0-1 0 0,-1 0 0 0 0,0 0 1 0 0,0 1-1 0 0,9 3 0 0 0,-16-4-2 0 0,1-1 1 0 0,-1 1-1 0 0,1-1 0 0 0,-1 1 0 0 0,0-1 0 0 0,1 1 1 0 0,-1-1-1 0 0,0 1 0 0 0,1 0 0 0 0,-1-1 0 0 0,0 1 1 0 0,0 0-1 0 0,1-1 0 0 0,-1 1 0 0 0,0 0 0 0 0,0-1 1 0 0,0 1-1 0 0,0 0 0 0 0,0-1 0 0 0,0 1 0 0 0,0 0 1 0 0,0-1-1 0 0,0 1 0 0 0,0 1 0 0 0,-1 2 12 0 0,0 1-1 0 0,1-1 1 0 0,-2 1 0 0 0,1-1-1 0 0,0 1 1 0 0,-1-1-1 0 0,0 0 1 0 0,0 0 0 0 0,0 0-1 0 0,0 0 1 0 0,-1 0-1 0 0,1 0 1 0 0,-1-1 0 0 0,0 1-1 0 0,0-1 1 0 0,-1 0-1 0 0,1 0 1 0 0,-5 3 0 0 0,-12 9 54 0 0,0-1 1 0 0,-29 15-1 0 0,29-18-21 0 0,-81 44 163 0 0,-134 53 1 0 0,179-86-481 0 0,-2-2 0 0 0,0-3 1 0 0,-1-3-1 0 0,-64 8 0 0 0,114-21-79 0 0,0 0-1 0 0,-1-1 0 0 0,1 0 0 0 0,0 0 1 0 0,-1-1-1 0 0,-8-2 0 0 0,-66-24-4600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5:31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15 4082 0 0,'0'-1'110'0'0,"0"0"0"0"0,-1 0 1 0 0,1 0-1 0 0,-1 1 0 0 0,1-1 0 0 0,-1 0 0 0 0,1 0 1 0 0,-1 1-1 0 0,0-1 0 0 0,1 0 0 0 0,-1 1 1 0 0,0-1-1 0 0,1 0 0 0 0,-1 1 0 0 0,0-1 0 0 0,0 1 1 0 0,0 0-1 0 0,1-1 0 0 0,-1 1 0 0 0,0 0 1 0 0,0-1-1 0 0,0 1 0 0 0,0 0 0 0 0,0 0 0 0 0,0 0 1 0 0,0-1-1 0 0,0 1 0 0 0,1 0 0 0 0,-1 0 1 0 0,-2 1-1 0 0,-45-1 79 0 0,26 1 1207 0 0,-27 6-729 0 0,49-7-662 0 0,-1 0 0 0 0,1 0 1 0 0,0 0-1 0 0,-1 1 0 0 0,1-1 0 0 0,0 0 0 0 0,-1 0 0 0 0,1 1 1 0 0,0-1-1 0 0,-1 0 0 0 0,1 0 0 0 0,0 1 0 0 0,0-1 1 0 0,-1 0-1 0 0,1 1 0 0 0,0-1 0 0 0,0 0 0 0 0,0 1 0 0 0,-1-1 1 0 0,1 0-1 0 0,0 1 0 0 0,0-1 0 0 0,0 0 0 0 0,0 1 0 0 0,0-1 1 0 0,0 1-1 0 0,0-1 0 0 0,0 0 0 0 0,0 2 0 0 0,-4 6 107 0 0,-5-4-50 0 0,8-4-36 0 0,1 0 1 0 0,-1 0 0 0 0,0 1 0 0 0,0-1 0 0 0,1 0 0 0 0,-1 1-1 0 0,0-1 1 0 0,0 0 0 0 0,1 1 0 0 0,-1-1 0 0 0,0 1 0 0 0,1-1-1 0 0,-1 1 1 0 0,1-1 0 0 0,-1 1 0 0 0,1 0 0 0 0,-1-1 0 0 0,1 1-1 0 0,-1 0 1 0 0,1-1 0 0 0,-1 1 0 0 0,1 0 0 0 0,0 0 0 0 0,-1-1-1 0 0,1 1 1 0 0,0 0 0 0 0,0 0 0 0 0,0 0 0 0 0,0-1 0 0 0,-1 1 0 0 0,1 1-1 0 0,0 1 468 0 0,0-5-286 0 0,0 2-199 0 0,0 0-1 0 0,0 0 1 0 0,0 0-1 0 0,0 0 1 0 0,0-1-1 0 0,0 1 0 0 0,0 0 1 0 0,0 0-1 0 0,0 0 1 0 0,0 0-1 0 0,0-1 0 0 0,0 1 1 0 0,0 0-1 0 0,0 0 1 0 0,0 0-1 0 0,0 0 0 0 0,0 0 1 0 0,0-1-1 0 0,0 1 1 0 0,0 0-1 0 0,0 0 1 0 0,0 0-1 0 0,0 0 0 0 0,0 0 1 0 0,0-1-1 0 0,0 1 1 0 0,0 0-1 0 0,0 0 0 0 0,0 0 1 0 0,1 0-1 0 0,-1 0 1 0 0,0 0-1 0 0,0-1 0 0 0,0 1 1 0 0,0 0-1 0 0,0 0 1 0 0,0 0-1 0 0,1 0 1 0 0,-1 0-1 0 0,0 0 0 0 0,0 0 1 0 0,0 0-1 0 0,0 0 1 0 0,0 0-1 0 0,1 0 0 0 0,-1 0 1 0 0,0 0-1 0 0,0 0 1 0 0,0 0-1 0 0,0 0 1 0 0,0 0-1 0 0,1 0 0 0 0,-1 0 1 0 0,0 0-1 0 0,0 0 1 0 0,0 0-1 0 0,0 0 0 0 0,1 0 1 0 0,-1 0-1 0 0,0 0 1 0 0,0 0-1 0 0,0 0 0 0 0,0 0 1 0 0,16 6 112 0 0,28 6 291 0 0,105 18 108 0 0,-90-16-426 0 0,107 10-1 0 0,-162-23-115 0 0,84 1-506 0 0,-80-2 106 0 0,0 0 0 0 0,1-1 0 0 0,-1 0 0 0 0,0 0 0 0 0,0-1 0 0 0,0 0 0 0 0,-1 0 0 0 0,10-5 0 0 0,-17 7 367 0 0,0 0 1 0 0,0 0 0 0 0,1 0-1 0 0,-1 0 1 0 0,0 0-1 0 0,0-1 1 0 0,1 1 0 0 0,-1 0-1 0 0,0 0 1 0 0,0 0-1 0 0,0-1 1 0 0,0 1 0 0 0,1 0-1 0 0,-1 0 1 0 0,0-1-1 0 0,0 1 1 0 0,0 0 0 0 0,0 0-1 0 0,0-1 1 0 0,0 1-1 0 0,0 0 1 0 0,0 0 0 0 0,0-1-1 0 0,0 1 1 0 0,1 0-1 0 0,-1-1 1 0 0,-1 1 0 0 0,1 0-1 0 0,0 0 1 0 0,0-1-1 0 0,0 1 1 0 0,0 0-1 0 0,0 0 1 0 0,0-1 0 0 0,0 1-1 0 0,0 0 1 0 0,0 0-1 0 0,0-1 1 0 0,-1 1 0 0 0,1 0-1 0 0,0 0 1 0 0,0-1-1 0 0,0 1 1 0 0,-1 0 0 0 0,1 0-1 0 0,0 0 1 0 0,0-1-1 0 0,0 1 1 0 0,-1 0 0 0 0,1 0-1 0 0,-30-21-2986 0 0,-24-13-134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5:32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19 4882 0 0,'-30'0'2802'0'0,"-29"-7"-1922"0"0,59 1-640 0 0,-29 1 720 0 0,58 5-719 0 0,1 0-81 0 0,29 5 80 0 0,89 8 80 0 0,-6-1-80 0 0,36 7-400 0 0,-59 0-240 0 0,-90-14-721 0 0,31 3-4161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08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40 1361 0 0,'-80'-29'160'0'0,"32"19"-1281"0"0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11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321 125 1441 0 0,'0'-1'63'0'0,"-1"1"1"0"0,1-1-1 0 0,0 1 1 0 0,0-1-1 0 0,-1 1 1 0 0,1 0-1 0 0,0-1 1 0 0,0 1-1 0 0,-1-1 1 0 0,1 1 0 0 0,0 0-1 0 0,-1-1 1 0 0,1 1-1 0 0,-1 0 1 0 0,1 0-1 0 0,0-1 1 0 0,-1 1-1 0 0,1 0 1 0 0,-1 0-1 0 0,1 0 1 0 0,-1-1-1 0 0,1 1 1 0 0,-1 0 0 0 0,1 0-1 0 0,-1 0 1 0 0,1 0-1 0 0,-1 0 1 0 0,1 0-1 0 0,0 0 1 0 0,-1 0-1 0 0,1 0 1 0 0,-1 0-1 0 0,1 0 1 0 0,-1 0-1 0 0,1 0 1 0 0,-1 1 0 0 0,0-1-18 0 0,1 0 0 0 0,0 0 0 0 0,-1 0-1 0 0,1 0 1 0 0,-1 0 0 0 0,1 0 0 0 0,0 1 0 0 0,-1-1 0 0 0,1 0 0 0 0,-1 0 0 0 0,1-1 0 0 0,0 1 0 0 0,-1 0 0 0 0,1 0 0 0 0,0 0 0 0 0,-1 0 0 0 0,1 0 0 0 0,-1 0 0 0 0,1 0 0 0 0,0-1 0 0 0,-1 1 0 0 0,1 0 0 0 0,0 0 0 0 0,-1 0 0 0 0,1-1 0 0 0,0 1 0 0 0,0 0 0 0 0,-1-1 0 0 0,1 1 0 0 0,0 0 0 0 0,0-1 0 0 0,-1 0 1081 0 0,1 2-789 0 0,0-1-336 0 0,0 0 1 0 0,0 0-1 0 0,0 0 1 0 0,0 0 0 0 0,0 0-1 0 0,0 0 1 0 0,0 1-1 0 0,0-1 1 0 0,0 0 0 0 0,0 0-1 0 0,0 0 1 0 0,0 0-1 0 0,0 0 1 0 0,0 1 0 0 0,0-1-1 0 0,0 0 1 0 0,0 0-1 0 0,0 0 1 0 0,0 0-1 0 0,0 0 1 0 0,0 0 0 0 0,0 1-1 0 0,0-1 1 0 0,0 0-1 0 0,0 0 1 0 0,0 0 0 0 0,0 0-1 0 0,0 0 1 0 0,0 0-1 0 0,1 0 1 0 0,-1 1 0 0 0,0-1-1 0 0,0 0 1 0 0,0 0-1 0 0,0 0 1 0 0,0 0 0 0 0,0 0-1 0 0,0 0 1 0 0,1 0-1 0 0,-1 0 1 0 0,0 0 0 0 0,0 0-1 0 0,0 0 1 0 0,0 0-1 0 0,0 0 1 0 0,0 0-1 0 0,1 0 1 0 0,-1 0 0 0 0,0 0-1 0 0,0 0 1 0 0,0 0-1 0 0,0 0 1 0 0,0 0 0 0 0,1 0-1 0 0,-1 0 1 0 0,0 0-1 0 0,0 0 1 0 0,0 0 0 0 0,0 0-1 0 0,97 7-2 0 0,-67-9 0 0 0,0 0 0 0 0,-1-2 0 0 0,0-1 0 0 0,0-2 0 0 0,38-13 0 0 0,-44 15-85 0 0,1-1 496 0 0,-29 4-351 0 0,0 1-1 0 0,0-1 0 0 0,0 1 0 0 0,0 0 1 0 0,0 1-1 0 0,0-1 0 0 0,-7 1 1 0 0,-34-4 36 0 0,0 1 0 0 0,0 3 1 0 0,0 1-1 0 0,0 3 0 0 0,0 2 1 0 0,1 1-1 0 0,0 3 0 0 0,-64 22 1 0 0,98-28-85 0 0,1 1 0 0 0,0 0 0 0 0,0 1 0 0 0,0 0 0 0 0,0 1 0 0 0,1 0 0 0 0,-8 8 0 0 0,12-11-7 0 0,1 0-1 0 0,0 0 1 0 0,1 0-1 0 0,-1 1 1 0 0,1-1-1 0 0,0 1 1 0 0,0 0-1 0 0,0 0 1 0 0,0 0-1 0 0,1 0 1 0 0,0 0-1 0 0,0 1 1 0 0,1-1-1 0 0,-1 0 1 0 0,1 1-1 0 0,0 6 1 0 0,1-9-4 0 0,0-1 0 0 0,1 1 0 0 0,-1-1 0 0 0,1 1-1 0 0,0-1 1 0 0,0 1 0 0 0,0-1 0 0 0,0 1 0 0 0,0-1 0 0 0,1 0 0 0 0,-1 0 0 0 0,1 0-1 0 0,-1 1 1 0 0,1-1 0 0 0,0-1 0 0 0,0 1 0 0 0,0 0 0 0 0,0 0 0 0 0,0-1 0 0 0,4 3 0 0 0,6 3 11 0 0,1 0 1 0 0,22 9-1 0 0,-20-10-1 0 0,33 11 12 0 0,0-3-1 0 0,0-1 1 0 0,1-3 0 0 0,57 5 0 0 0,66 15 36 0 0,-152-24-76 0 0,0 1 1 0 0,0 1-1 0 0,26 14 0 0 0,-44-22 17 0 0,0 1 0 0 0,-1-1-1 0 0,1 1 1 0 0,0 0-1 0 0,-1 0 1 0 0,1 0-1 0 0,0 0 1 0 0,-1 0 0 0 0,0 0-1 0 0,1 1 1 0 0,-1-1-1 0 0,0 0 1 0 0,1 1-1 0 0,-1-1 1 0 0,0 1 0 0 0,0 0-1 0 0,0-1 1 0 0,0 1-1 0 0,-1-1 1 0 0,1 1-1 0 0,0 0 1 0 0,-1 0-1 0 0,1 0 1 0 0,-1-1 0 0 0,1 1-1 0 0,-1 0 1 0 0,0 0-1 0 0,0 0 1 0 0,0 0-1 0 0,0 0 1 0 0,0-1 0 0 0,0 1-1 0 0,-1 0 1 0 0,1 0-1 0 0,-1 0 1 0 0,0 2-1 0 0,-1-1 6 0 0,0 1-1 0 0,-1 0 0 0 0,0 0 1 0 0,1-1-1 0 0,-1 0 0 0 0,-1 1 1 0 0,1-1-1 0 0,0 0 0 0 0,-1 0 1 0 0,1-1-1 0 0,-1 1 0 0 0,0-1 1 0 0,0 0-1 0 0,0 0 0 0 0,-7 3 1 0 0,-23 5-12 0 0,-1 0 0 0 0,1-2 0 0 0,-49 5 0 0 0,-117 2 35 0 0,169-15-6 0 0,0 0 0 0 0,-36-6 0 0 0,46 1-45 0 0,20 5 22 0 0,1-1 0 0 0,0 1 0 0 0,-1 0 0 0 0,1 0 0 0 0,0 0 0 0 0,0 0 0 0 0,-1 0 0 0 0,1-1 0 0 0,0 1 0 0 0,0 0 0 0 0,-1 0 0 0 0,1 0 0 0 0,0-1 0 0 0,0 1 0 0 0,0 0 0 0 0,-1 0 0 0 0,1-1 0 0 0,0 1 0 0 0,0 0 0 0 0,0 0 0 0 0,0-1 0 0 0,-1 1 0 0 0,1 0 0 0 0,0-1 0 0 0,0 1 0 0 0,0 0 0 0 0,0-1 0 0 0,0 1 0 0 0,0 0 0 0 0,0-1 0 0 0,1-1-5 0 0,1 0 0 0 0,-1 0 0 0 0,1 0 0 0 0,0 1 0 0 0,0-1-1 0 0,-1 0 1 0 0,1 1 0 0 0,0 0 0 0 0,0-1 0 0 0,1 1 0 0 0,-1 0 0 0 0,3-2 0 0 0,190-115-123 0 0,1-2 31 0 0,-3 18 6 0 0,84-48-69 0 0,-266 142 167 0 0,0 0 1 0 0,0 0 0 0 0,-1-1-1 0 0,13-13 1 0 0,-5 4 27 0 0,-17 17-34 0 0,0 1 0 0 0,0-1 1 0 0,0 1-1 0 0,0-1 1 0 0,-1 0-1 0 0,1 1 1 0 0,0-1-1 0 0,0 0 1 0 0,-1 0-1 0 0,1 1 1 0 0,-1-1-1 0 0,1 0 1 0 0,-1 0-1 0 0,1 0 1 0 0,-1 0-1 0 0,1 0 1 0 0,-1 0-1 0 0,0 0 0 0 0,1 0 1 0 0,-1 0-1 0 0,0 0 1 0 0,0 0-1 0 0,0 0 1 0 0,0 0-1 0 0,0 0 1 0 0,0 0-1 0 0,0 0 1 0 0,0 0-1 0 0,0 0 1 0 0,0 0-1 0 0,-1 0 1 0 0,1-1-1 0 0,-2 0-22 0 0,-1 1 0 0 0,1-1 0 0 0,0 1 0 0 0,-1-1 0 0 0,1 1 0 0 0,-1 0 0 0 0,1 0-1 0 0,-1 0 1 0 0,1 0 0 0 0,-1 0 0 0 0,0 1 0 0 0,0-1 0 0 0,-2 0 0 0 0,-2 0-172 0 0,0 1 0 0 0,-1-1 0 0 0,1 1 0 0 0,0 1 0 0 0,-12 1 0 0 0,-6 1-283 0 0,-50 7-1283 0 0,53-4-308 0 0,-36 17 0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11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423 1 1040 0 0,'-46'0'996'0'0,"-1"1"-1"0"0,1 3 0 0 0,0 2 0 0 0,-57 15 0 0 0,94-19-954 0 0,0 1 0 0 0,0 0 0 0 0,1 1 0 0 0,-1 0 0 0 0,1 1 1 0 0,0-1-1 0 0,0 2 0 0 0,0-1 0 0 0,1 1 0 0 0,0 0 0 0 0,-8 9 0 0 0,11-11-22 0 0,1 0-1 0 0,0 0 1 0 0,1 0-1 0 0,-1 0 1 0 0,1 1 0 0 0,0-1-1 0 0,0 1 1 0 0,0 0-1 0 0,0-1 1 0 0,1 1-1 0 0,0 0 1 0 0,0 0 0 0 0,0 0-1 0 0,1 0 1 0 0,-1 0-1 0 0,1 0 1 0 0,0 0 0 0 0,1 0-1 0 0,-1 0 1 0 0,1 0-1 0 0,0 0 1 0 0,2 6 0 0 0,-1-7-12 0 0,-1 0 1 0 0,1-1-1 0 0,0 1 1 0 0,0-1-1 0 0,0 1 1 0 0,0-1-1 0 0,1 0 1 0 0,0 0 0 0 0,-1 0-1 0 0,1 0 1 0 0,0 0-1 0 0,5 4 1 0 0,44 22-2 0 0,-37-22-4 0 0,13 7 10 0 0,1-1-1 0 0,0-1 0 0 0,1-2 0 0 0,1-1 1 0 0,0-1-1 0 0,0-1 0 0 0,0-2 1 0 0,0-2-1 0 0,1 0 0 0 0,0-2 0 0 0,-1-2 1 0 0,52-6-1 0 0,-73 5-17 0 0,0-1-1 0 0,-1 0 1 0 0,1 0 0 0 0,-1 0 0 0 0,1-1-1 0 0,-1-1 1 0 0,0 0 0 0 0,0 0 0 0 0,9-8-1 0 0,-15 11 7 0 0,0 0 0 0 0,-1-1 0 0 0,1 1 0 0 0,-1-1 0 0 0,0 0 0 0 0,1 0-1 0 0,-1 1 1 0 0,0-1 0 0 0,-1-1 0 0 0,1 1 0 0 0,-1 0 0 0 0,1 0 0 0 0,-1-1 0 0 0,0 1-1 0 0,0-1 1 0 0,0 1 0 0 0,-1-1 0 0 0,1 1 0 0 0,-1-1 0 0 0,0 1 0 0 0,0-1 0 0 0,0 0-1 0 0,0 1 1 0 0,-1-1 0 0 0,1 1 0 0 0,-1-1 0 0 0,0 1 0 0 0,0-1 0 0 0,-1 1 0 0 0,1 0-1 0 0,-4-7 1 0 0,-6-7 1 0 0,0 1 1 0 0,-2 0-1 0 0,0 0 0 0 0,0 1 0 0 0,-1 1 1 0 0,-1 0-1 0 0,-1 1 0 0 0,0 1 0 0 0,0 0 0 0 0,-19-9 1 0 0,24 15-19 0 0,0 1 0 0 0,0 0 0 0 0,0 1 1 0 0,0 0-1 0 0,-1 0 0 0 0,-15-2 1 0 0,5 4-221 0 0,1 1 0 0 0,-33 3 1 0 0,5 4-1245 0 0,18 9-2227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12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214 18 800 0 0,'-160'-11'5590'0'0,"107"5"-3283"0"0,57 12-1907 0 0,6-4-347 0 0,-1 0 0 0 0,0-1-1 0 0,18 1 1 0 0,29 2 83 0 0,134 6-133 0 0,-123-9-965 0 0,0 3 1 0 0,124 23 0 0 0,-133-6-1840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12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8 4002 0 0,'-53'-7'3361'0'0,"79"7"-3201"0"0,1 0 81 0 0,-6 7-1 0 0,86-2 0 0 0,106 7 80 0 0,1-2-400 0 0,-60 12-801 0 0,6 2-1920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14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28 215 1601 0 0,'-4'-13'3577'0'0,"-9"9"-3123"0"0,7 3-217 0 0,6 1-230 0 0,0 0 0 0 0,0 0 0 0 0,-1 0-1 0 0,1 0 1 0 0,0 0 0 0 0,0 0 0 0 0,-1-1 0 0 0,1 1-1 0 0,0 0 1 0 0,0 0 0 0 0,0 0 0 0 0,-1 0-1 0 0,1 0 1 0 0,0-1 0 0 0,0 1 0 0 0,0 0-1 0 0,0 0 1 0 0,0 0 0 0 0,-1 0 0 0 0,1-1 0 0 0,0 1-1 0 0,0 0 1 0 0,0 0 0 0 0,0 0 0 0 0,0-1-1 0 0,0 1 1 0 0,0 0 0 0 0,0 0 0 0 0,0-1 0 0 0,0 1-1 0 0,-1 0 1 0 0,1 0 0 0 0,0-1 0 0 0,0 1-1 0 0,1 0 1 0 0,-1 0 0 0 0,0-1 0 0 0,0 1-1 0 0,0 0 1 0 0,0 0 0 0 0,0 0 0 0 0,0-1 0 0 0,0 1-1 0 0,0 0 1 0 0,0 0 0 0 0,0 0 0 0 0,1-1-1 0 0,-1 1 1 0 0,0 0 0 0 0,0 0 0 0 0,0 0 0 0 0,0-1-1 0 0,0 1 1 0 0,1 0 0 0 0,-1 0 0 0 0,0 0-1 0 0,0 0 1 0 0,0 0 0 0 0,1 0 0 0 0,-1 0-1 0 0,0-1 1 0 0,0 1 0 0 0,1 0 0 0 0,-1 0 0 0 0,231-89 646 0 0,-124 48-573 0 0,-49 15-80 0 0,-9 2 0 0 0,-49 24 0 0 0,1-1 0 0 0,0 1 0 0 0,-1-1 0 0 0,1 1 0 0 0,0-1 1 0 0,0 1-1 0 0,-1 0 0 0 0,1-1 0 0 0,0 1 0 0 0,0 0 0 0 0,-1-1 0 0 0,1 1 0 0 0,0 0 0 0 0,0 0 0 0 0,0 0 0 0 0,0 0 0 0 0,-1 0 0 0 0,1 0 0 0 0,0 0 0 0 0,0 0 0 0 0,0 0 0 0 0,0 0 0 0 0,-1 1 0 0 0,1-1 1 0 0,0 0-1 0 0,0 1 0 0 0,0-1 0 0 0,-1 0 0 0 0,1 1 0 0 0,0-1 0 0 0,-1 1 0 0 0,1-1 0 0 0,0 1 0 0 0,0 0 0 0 0,0 3 9 0 0,0-1 0 0 0,0 0 0 0 0,0 0 0 0 0,-1 1-1 0 0,0-1 1 0 0,0 0 0 0 0,0 1 0 0 0,0 3 0 0 0,0 2 29 0 0,-2 12-8 0 0,0-1 0 0 0,-2 1-1 0 0,0-1 1 0 0,-1 0 0 0 0,-1 0-1 0 0,-1-1 1 0 0,-1 0 0 0 0,-1 0-1 0 0,-13 22 1 0 0,-6 4 36 0 0,-1 0-1 0 0,-59 66 1 0 0,75-97-78 0 0,-17 22-132 0 0,29-35 125 0 0,0 1 1 0 0,0-1-1 0 0,0 1 0 0 0,0 0 1 0 0,0 0-1 0 0,1-1 1 0 0,-1 1-1 0 0,1 0 0 0 0,-1 0 1 0 0,1 0-1 0 0,0 0 1 0 0,0 0-1 0 0,0 0 0 0 0,0 0 1 0 0,0 0-1 0 0,0-1 0 0 0,0 1 1 0 0,1 0-1 0 0,-1 0 1 0 0,2 3-1 0 0,-1-3-67 0 0,0 1 1 0 0,0-1-1 0 0,1 0 1 0 0,-1 0-1 0 0,1 0 0 0 0,0 0 1 0 0,-1 0-1 0 0,1 0 1 0 0,0 0-1 0 0,0 0 0 0 0,3 1 1 0 0,21 6-1676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15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269 122 480 0 0,'-15'1'913'0'0,"-1"0"1"0"0,0 2-1 0 0,0 0 0 0 0,-16 6 0 0 0,13-4-572 0 0,0 2 0 0 0,-30 15 0 0 0,38-16-249 0 0,0 0-1 0 0,1 1 0 0 0,-1 0 0 0 0,2 1 0 0 0,-14 13 0 0 0,21-20-82 0 0,1 1-1 0 0,0 0 1 0 0,0-1-1 0 0,0 1 0 0 0,0 0 1 0 0,0 0-1 0 0,0-1 0 0 0,1 1 1 0 0,-1 0-1 0 0,1 0 1 0 0,-1 0-1 0 0,1 0 0 0 0,0 0 1 0 0,-1 0-1 0 0,1 0 1 0 0,0 0-1 0 0,0 0 0 0 0,1 0 1 0 0,-1 0-1 0 0,0 0 0 0 0,1 0 1 0 0,-1 0-1 0 0,2 2 1 0 0,-1 0-3 0 0,1-1 1 0 0,-1 0-1 0 0,1 0 1 0 0,0 1-1 0 0,0-1 1 0 0,1-1 0 0 0,-1 1-1 0 0,1 0 1 0 0,-1-1-1 0 0,1 1 1 0 0,4 2-1 0 0,12 7-2 0 0,0-2 0 0 0,0 0 0 0 0,1-1 0 0 0,1-1 0 0 0,-1-1 0 0 0,1-1 0 0 0,0 0 0 0 0,1-2 0 0 0,-1-1 0 0 0,1 0 0 0 0,0-2 0 0 0,0 0-1 0 0,-1-1 1 0 0,1-2 0 0 0,0 0 0 0 0,31-8 0 0 0,-46 8-4 0 0,0-1 0 0 0,0 0 0 0 0,0-1 0 0 0,0 1 0 0 0,0-1 0 0 0,0-1 0 0 0,-1 1 0 0 0,0-1 0 0 0,0 0 0 0 0,-1-1 0 0 0,1 1 0 0 0,-1-1 0 0 0,0 0 0 0 0,0-1 0 0 0,-1 1 0 0 0,4-9 0 0 0,-3 5-4 0 0,0 0-1 0 0,-1 0 1 0 0,0 0-1 0 0,-1-1 1 0 0,3-10 0 0 0,-5 15 1 0 0,0 0 1 0 0,0 0 0 0 0,-1 0 0 0 0,1-1-1 0 0,-1 1 1 0 0,-1 0 0 0 0,1 0 0 0 0,-1 0-1 0 0,0 0 1 0 0,0 0 0 0 0,-3-8 0 0 0,-1 7 8 0 0,1 0 0 0 0,-1 0 0 0 0,0 0 0 0 0,-1 0 0 0 0,0 1 0 0 0,0 0 0 0 0,0 0 0 0 0,-1 0 0 0 0,1 1 0 0 0,-2 0 0 0 0,1 1 0 0 0,0-1 0 0 0,-1 1 0 0 0,-15-6 0 0 0,-1 1 21 0 0,-1 1 1 0 0,0 0-1 0 0,-45-6 1 0 0,58 12-34 0 0,0 0 0 0 0,0 1 0 0 0,0 1 0 0 0,-1-1 0 0 0,1 2 0 0 0,0 0 0 0 0,0 0 0 0 0,-20 6 1 0 0,32-7-18 0 0,0 0 0 0 0,-1 0 0 0 0,1 1 0 0 0,0-1 0 0 0,-1 0 0 0 0,1 0 0 0 0,0 1 1 0 0,0-1-1 0 0,-1 0 0 0 0,1 0 0 0 0,0 1 0 0 0,0-1 0 0 0,-1 0 0 0 0,1 1 1 0 0,0-1-1 0 0,0 1 0 0 0,0-1 0 0 0,0 0 0 0 0,0 1 0 0 0,0-1 0 0 0,-1 0 0 0 0,1 1 1 0 0,0-1-1 0 0,0 1 0 0 0,0-1 0 0 0,0 0 0 0 0,0 1 0 0 0,0-1 0 0 0,1 0 1 0 0,-1 1-1 0 0,0-1 0 0 0,0 1 0 0 0,0-1 0 0 0,0 0 0 0 0,0 1 0 0 0,0-1 0 0 0,1 0 1 0 0,-1 1-1 0 0,0-1 0 0 0,0 0 0 0 0,1 1 0 0 0,-1-1 0 0 0,0 0 0 0 0,0 0 1 0 0,1 1-1 0 0,-1-1 0 0 0,0 0 0 0 0,1 1 0 0 0,21 6-1551 0 0,5 4-947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15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13 1281 0 0,'-1'-1'167'0'0,"1"0"1"0"0,-1 0-1 0 0,0 0 1 0 0,0 1-1 0 0,0-1 1 0 0,0 1-1 0 0,0-1 1 0 0,0 0 0 0 0,0 1-1 0 0,0-1 1 0 0,0 1-1 0 0,0 0 1 0 0,0-1-1 0 0,0 1 1 0 0,-1 0-1 0 0,1 0 1 0 0,0 0 0 0 0,-1 0-1 0 0,-22-3 1332 0 0,23 3-1464 0 0,1 0 1 0 0,0 0-1 0 0,-1 0 1 0 0,1 0-1 0 0,0 1 1 0 0,0-1-1 0 0,-1 0 1 0 0,1 0-1 0 0,0 0 1 0 0,0 1-1 0 0,0-1 1 0 0,-1 0-1 0 0,1 0 1 0 0,0 1-1 0 0,0-1 1 0 0,0 0-1 0 0,0 1 1 0 0,-1-1-1 0 0,1 0 1 0 0,0 0-1 0 0,0 1 1 0 0,0-1-1 0 0,0 0 1 0 0,0 1-1 0 0,0-1 0 0 0,0 0 1 0 0,0 1-1 0 0,0-1 1 0 0,0 0-1 0 0,0 1 1 0 0,0-1-1 0 0,0 0 1 0 0,0 1-1 0 0,0-1 1 0 0,0 0-1 0 0,0 0 1 0 0,1 1-1 0 0,-1-1 1 0 0,0 0-1 0 0,0 1 1 0 0,0-1-1 0 0,0 0 1 0 0,1 0-1 0 0,-1 1 1 0 0,0-1-1 0 0,0 0 1 0 0,1 1-1 0 0,13 24-137 0 0,-8-13 235 0 0,7 16-61 0 0,-9-17-48 0 0,1-1-1 0 0,0 0 1 0 0,0 0-1 0 0,1-1 1 0 0,13 18-1 0 0,57 37-9 0 0,-69-58-52 0 0,0 0 0 0 0,0 0 0 0 0,1 0 0 0 0,0-1 0 0 0,0 0 1 0 0,0-1-1 0 0,1 0 0 0 0,-1 0 0 0 0,13 3 0 0 0,-6-2-525 0 0,-1 1 0 0 0,26 15 0 0 0,-14-4-1211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16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0 130 1841 0 0,'0'-7'1841'0'0,"0"2"-401"0"0,27-7-479 0 0,-1 2-321 0 0,28-7-240 0 0,20 0-320 0 0,6 0-160 0 0,0 0-240 0 0,0 5-800 0 0,0 2-1362 0 0,-53 5-319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17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13 2481 0 0,'-27'0'2881'0'0,"1"-5"-2320"0"0,52 5-961 0 0,1 0 400 0 0,0 0 160 0 0,-1-7 0 0 0,28 7 0 0 0,79 12 80 0 0,80 10 0 0 0,-58 7-160 0 0,-22-7 0 0 0,-26 0-240 0 0,0-5-240 0 0,-27-5-321 0 0,-27-12-1199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18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347 1 240 0 0,'-53'51'3042'0'0,"26"-7"-2162"0"0,0 14-960 0 0,1-2 160 0 0,26 17 80 0 0,-27 0-80 0 0,0 5 0 0 0,1-5-80 0 0,-1 0 80 0 0,0-5-80 0 0,1-7-80 0 0,-1-5-480 0 0,0-10-2322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18.4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 1281 0 0,'0'-5'1840'0'0,"0"10"-399"0"0,27-5-480 0 0,53 0-481 0 0,154 5-240 0 0,33-10-320 0 0,-80-5-320 0 0,-59-2-801 0 0,-22-5-3121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20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1698 162 2241 0 0,'-121'-17'2722'0'0,"56"11"-2563"0"0,-64-16 335 0 0,90 17-444 0 0,1 2 1 0 0,-1 2 0 0 0,0 1-1 0 0,0 2 1 0 0,-55 9-1 0 0,41 0 11 0 0,0 3 0 0 0,1 2 0 0 0,-52 23 0 0 0,96-36-52 0 0,0 1 0 0 0,0 0 0 0 0,0 1 0 0 0,1 0 0 0 0,0 0 0 0 0,-9 8 0 0 0,-16 11 88 0 0,-150 104 10 0 0,131-89-71 0 0,24-20 8 0 0,2 1 1 0 0,1 1-1 0 0,-35 38 0 0 0,-31 32-22 0 0,67-70-10 0 0,0 1 0 0 0,2 0 0 0 0,0 2 0 0 0,2 0 0 0 0,-19 32-1 0 0,-69 151-37 0 0,101-192 7 0 0,1 0 0 0 0,1 0 0 0 0,0 1 0 0 0,1 0 0 0 0,0-1 0 0 0,1 1 0 0 0,1 0 0 0 0,1 0 0 0 0,1 19 0 0 0,0-9-5 0 0,-1-16 26 0 0,2-1 0 0 0,-1 1 0 0 0,1-1 1 0 0,1 0-1 0 0,0 1 0 0 0,0-1 0 0 0,1 0 0 0 0,0-1 0 0 0,6 12 0 0 0,54 74 44 0 0,-54-80-59 0 0,-5-8 11 0 0,1 0 1 0 0,-1 0 0 0 0,1-1 0 0 0,0 0-1 0 0,0 0 1 0 0,1-1 0 0 0,0 1-1 0 0,-1-2 1 0 0,1 1 0 0 0,1-1 0 0 0,-1 0-1 0 0,15 4 1 0 0,-1-2 2 0 0,-1 0 0 0 0,1-2-1 0 0,41 1 1 0 0,352-24-71 0 0,3-37 20 0 0,-339 43 110 0 0,118-38 0 0 0,-187 50-67 0 0,30-10-49 0 0,69-30-1 0 0,-99 37 68 0 0,16-6 3 0 0,-1-1 0 0 0,-1-2 0 0 0,33-23 0 0 0,-17 12-14 0 0,-26 17 0 0 0,-1 0 0 0 0,17-14 0 0 0,-6 0 0 0 0,35-46 0 0 0,-23 25 0 0 0,-14 18-1 0 0,-11 16 0 0 0,-2 0-1 0 0,1-1 1 0 0,-2 0 0 0 0,1-1 0 0 0,-1 0 0 0 0,-1 0-1 0 0,0 0 1 0 0,0-1 0 0 0,3-13 0 0 0,-6 7-27 0 0,0-1 0 0 0,-2 0 0 0 0,0 0 0 0 0,-3-26 0 0 0,1-1 8 0 0,1-112 33 0 0,-1 151-13 0 0,1 0 0 0 0,-1 1 0 0 0,0-1 0 0 0,-1 0 0 0 0,1 0 0 0 0,-1 1 0 0 0,-5-10 0 0 0,0-4 0 0 0,0-1-1 0 0,5 15-8 0 0,0-1-1 0 0,0 1 1 0 0,0 0-1 0 0,-1 0 1 0 0,0 0 0 0 0,-8-10-1 0 0,-19-27 6 0 0,1 2 66 0 0,-45-49 0 0 0,53 65 138 0 0,16 18-232 0 0,-1 0 0 0 0,1 1 0 0 0,-2-1 0 0 0,-10-8 0 0 0,-125-76-74 0 0,124 80 134 0 0,0 0 1 0 0,-25-10 0 0 0,-12-8 191 0 0,52 28-303 0 0,0 0-1 0 0,0 0 1 0 0,0 1-1 0 0,0-1 1 0 0,0 1-1 0 0,0 0 1 0 0,0 0-1 0 0,0 0 0 0 0,0 0 1 0 0,0 0-1 0 0,0 1 1 0 0,0-1-1 0 0,0 1 1 0 0,0 0-1 0 0,0 0 1 0 0,0 0-1 0 0,0 0 1 0 0,-5 3-1 0 0,-14 6-2384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22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2540 1 400 0 0,'0'2'1313'0'0,"0"0"-1127"0"0,0-1 1 0 0,1 0-1 0 0,-1 1 1 0 0,0-1-1 0 0,0 0 1 0 0,0 1-1 0 0,0-1 1 0 0,0 0-1 0 0,0 1 1 0 0,0-1-1 0 0,-1 0 1 0 0,1 0-1 0 0,0 1 1 0 0,-1-1-1 0 0,1 0 1 0 0,-1 0-1 0 0,1 1 1 0 0,-1-1-1 0 0,-1 2 0 0 0,-24 4-28 0 0,-50 22 0 0 0,32-11-60 0 0,7-6 143 0 0,-44 9 1 0 0,-14 4-18 0 0,49-13 68 0 0,-1-1-1 0 0,-83 7 1 0 0,25-4-60 0 0,55-7-199 0 0,18-3 26 0 0,0 1-1 0 0,1 1 1 0 0,-51 18-1 0 0,71-20-34 0 0,-5 4 25 0 0,0-1 1 0 0,0-1-1 0 0,0-1 0 0 0,-1-1 1 0 0,-28 5-1 0 0,37-8 51 0 0,-11 1 65 0 0,0-1 0 0 0,0-1 0 0 0,-28-2 0 0 0,32 1-115 0 0,0 0 0 0 0,0 1-1 0 0,-1 0 1 0 0,1 2-1 0 0,0 0 1 0 0,-27 7-1 0 0,-37 1 191 0 0,55-5-143 0 0,1-2 0 0 0,-1 0-1 0 0,-44-2 1 0 0,60-1-83 0 0,-27-2 118 0 0,0-1-1 0 0,-41-9 1 0 0,5 0-47 0 0,17-3-19 0 0,-132-13 28 0 0,-27 4 386 0 0,142 12-333 0 0,46 6-67 0 0,-1 2 0 0 0,-38-2 0 0 0,37 2 0 0 0,9 3-80 0 0,14 1-67 0 0,4-1 134 0 0,0 0-67 0 0,0 0 1 0 0,0 1-1 0 0,0-1 1 0 0,0 0-1 0 0,0 0 0 0 0,0 1 1 0 0,0-1-1 0 0,0 0 1 0 0,0 1-1 0 0,-1-1 1 0 0,1 0-1 0 0,0 0 0 0 0,0 1 1 0 0,-1-1-1 0 0,1 0 1 0 0,0 1-1 0 0,-1-1 1 0 0,1 1-1 0 0,-1-1 0 0 0,1 0 1 0 0,-1 1-1 0 0,1-1 1 0 0,-1 1-1 0 0,1-1 0 0 0,-1 1 1 0 0,1 0-1 0 0,-1-1 1 0 0,0 1-1 0 0,1-1 1 0 0,-1 1-1 0 0,0 0 0 0 0,1 0 1 0 0,-1-1-1 0 0,0 1 1 0 0,1 0-1 0 0,-1 0 1 0 0,-1 0-1 0 0,-5-3 11 0 0,-19-13 55 0 0,26 16-65 0 0,-1 0-1 0 0,1 1 1 0 0,0-1-1 0 0,0 0 1 0 0,0 0-1 0 0,0 0 1 0 0,0 0-1 0 0,-1 0 0 0 0,1 0 1 0 0,0 0-1 0 0,0 0 1 0 0,0 0-1 0 0,0 0 1 0 0,-1 0-1 0 0,1 0 1 0 0,0 0-1 0 0,0-1 1 0 0,0 1-1 0 0,0 0 0 0 0,0 0 1 0 0,-1 0-1 0 0,1 0 1 0 0,0 0-1 0 0,0 0 1 0 0,0 0-1 0 0,0 0 1 0 0,0 0-1 0 0,0 0 0 0 0,-1-1 1 0 0,1 1-1 0 0,0 0 1 0 0,0 0-1 0 0,0 0 1 0 0,0 0-1 0 0,0 0 1 0 0,0-1-1 0 0,0 1 1 0 0,0 0-1 0 0,0 0 0 0 0,0 0 1 0 0,0 0-1 0 0,0 0 1 0 0,0-1-1 0 0,0 1 1 0 0,0 0-1 0 0,0 0 1 0 0,0 0-1 0 0,0 0 1 0 0,0-1-1 0 0,0 1 0 0 0,0 0 1 0 0,0 0-1 0 0,0 0 1 0 0,0 0-1 0 0,0 0 1 0 0,0-1-1 0 0,0 1 1 0 0,0 0-1 0 0,0-5 35 0 0,-22-7-17 0 0,22 12-17 0 0,0 0 0 0 0,-1 0 0 0 0,1 0-1 0 0,0-1 1 0 0,0 1 0 0 0,-1 0 0 0 0,1 0-1 0 0,0 0 1 0 0,0-1 0 0 0,-1 1 0 0 0,1 0-1 0 0,0 0 1 0 0,0-1 0 0 0,0 1 0 0 0,0 0-1 0 0,0 0 1 0 0,-1-1 0 0 0,1 1 0 0 0,0 0-1 0 0,0-1 1 0 0,0 1 0 0 0,0 0 0 0 0,0 0-1 0 0,0-1 1 0 0,0 1 0 0 0,0 0 0 0 0,0-1-1 0 0,0 1 1 0 0,0 0 0 0 0,0-1 0 0 0,0 1-1 0 0,0 0 1 0 0,0-1 0 0 0,0 1 0 0 0,1 0-1 0 0,-1-1 1 0 0,-1-8 34 0 0,-1 8-34 0 0,1 1-1 0 0,0-1 0 0 0,-1 1 0 0 0,1-1 1 0 0,-1 1-1 0 0,1-1 0 0 0,-1 1 0 0 0,1 0 1 0 0,-1 0-1 0 0,1-1 0 0 0,-1 1 1 0 0,1 1-1 0 0,-3-1 0 0 0,0-1-53 0 0,4-2 39 0 0,0 6 1 0 0,0-2 26 0 0,4-1 54 0 0,9 0-55 0 0,-16 0-8 0 0,2 0-5 0 0,0 0 0 0 0,1 0 0 0 0,-1 0 1 0 0,0 0-1 0 0,0 0 0 0 0,1 0 0 0 0,-1 0 0 0 0,0 0 1 0 0,1 0-1 0 0,-1-1 0 0 0,0 1 0 0 0,1 0 1 0 0,-1 0-1 0 0,1-1 0 0 0,-1 1 0 0 0,0 0 0 0 0,1-1 1 0 0,-1 1-1 0 0,0-1 0 0 0,5 0-52 0 0,14 2 53 0 0,-13 2 66 0 0,-5-2 14 0 0,0-2 0 0 0,0-2-26 0 0,0 2-108 0 0,126-14 47 0 0,-66 7 15 0 0,-34 2-9 0 0,-25 3 3 0 0,17 1-17 0 0,-32 2-78 0 0,15 0 52 0 0,-1 0 1 0 0,0-1-1 0 0,0 1 0 0 0,0 0 1 0 0,0 0-1 0 0,0 0 1 0 0,0 0-1 0 0,0 0 0 0 0,0 0 1 0 0,1 0-1 0 0,-1-1 0 0 0,0 1 1 0 0,0 0-1 0 0,0 0 1 0 0,0 0-1 0 0,0 0 0 0 0,0 0 1 0 0,0-1-1 0 0,0 1 1 0 0,0 0-1 0 0,0 0 0 0 0,0 0 1 0 0,0 0-1 0 0,0 0 1 0 0,0-1-1 0 0,0 1 0 0 0,0 0 1 0 0,0 0-1 0 0,0 0 0 0 0,0 0 1 0 0,0 0-1 0 0,0-1 1 0 0,0 1-1 0 0,0 0 0 0 0,0 0 1 0 0,-1 0-1 0 0,1 0 1 0 0,0 0-1 0 0,0-1 0 0 0,0 1 1 0 0,0 0-1 0 0,0 0 1 0 0,0 0-1 0 0,-1 0 0 0 0,19-4-1439 0 0,-18 4 1420 0 0,0 1 1 0 0,1-1 0 0 0,-1 0 0 0 0,0 0-1 0 0,0 0 1 0 0,0 0 0 0 0,0 0 0 0 0,0 0-1 0 0,0 0 1 0 0,1 0 0 0 0,-1 0 0 0 0,0 0-1 0 0,0 0 1 0 0,0 0 0 0 0,0 0 0 0 0,0 0-1 0 0,0 0 1 0 0,1 0 0 0 0,-1 0 0 0 0,0 0-1 0 0,0 0 1 0 0,0 0 0 0 0,0 0 0 0 0,0 0-1 0 0,0 0 1 0 0,1 0 0 0 0,-1 0 0 0 0,0 0-1 0 0,0-1 1 0 0,0 1 0 0 0,0 0 0 0 0,0 0-1 0 0,0 0 1 0 0,0 0 0 0 0,1 0 0 0 0,-1 0-1 0 0,0 0 1 0 0,0 0 0 0 0,0-1 0 0 0,0 1-1 0 0,0 0 1 0 0,0 0 0 0 0,0 0 0 0 0,0 0-1 0 0,0 0 1 0 0,0 0 0 0 0,0-1 0 0 0,0 1-1 0 0,0 0 1 0 0,0 0 0 0 0,0 0 0 0 0,0 0-1 0 0,0 0 1 0 0,0 0 0 0 0,0-1 0 0 0,0 1-1 0 0,0 0 1 0 0,0 0 0 0 0,0 0 0 0 0,0 0-1 0 0,0 0 1 0 0,0-1 0 0 0,0 1 0 0 0,0 0-1 0 0,-1 0 1 0 0,2-1-859 0 0,-1 6-1804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23.5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 1521 0 0,'0'0'3841'0'0,"0"0"-3825"0"0,0 0 0 0 0,-1 1 0 0 0,1-1 0 0 0,0 0 0 0 0,0 1 0 0 0,0-1 1 0 0,0 0-1 0 0,0 1 0 0 0,0-1 0 0 0,0 0 0 0 0,0 1 0 0 0,0-1 0 0 0,0 0 0 0 0,0 1 0 0 0,0-1 0 0 0,0 0 0 0 0,0 1 0 0 0,0-1 0 0 0,0 0 0 0 0,0 1 0 0 0,1-1 0 0 0,-1 0 0 0 0,0 1 0 0 0,0-1 0 0 0,0 0 0 0 0,0 1 0 0 0,1-1 0 0 0,-1 0 0 0 0,0 0 0 0 0,0 1 0 0 0,1-1 0 0 0,-1 0 0 0 0,0 0 0 0 0,0 0 0 0 0,1 1 0 0 0,-1-1 0 0 0,0 0 0 0 0,1 0 0 0 0,-1 0 0 0 0,6 3 3 0 0,7 5 46 0 0,-9 15 11 0 0,-4 237 164 0 0,0-250-225 0 0,-1 0-1 0 0,0 0 1 0 0,0 0 0 0 0,-1 0-1 0 0,0 0 1 0 0,0 0 0 0 0,-2 0-1 0 0,1 0 1 0 0,-8 14 0 0 0,7-16-32 0 0,0 0 0 0 0,0-1 0 0 0,1 2 0 0 0,1-1 0 0 0,-1 0 0 0 0,1 1 0 0 0,0-1 0 0 0,1 1 0 0 0,0-1 0 0 0,0 11 0 0 0,1-19 5 0 0,0 1 0 0 0,0-1 0 0 0,0 0-1 0 0,0 1 1 0 0,0-1 0 0 0,0 0 0 0 0,0 1 0 0 0,0-1 0 0 0,0 1 0 0 0,0-1 0 0 0,0 0-1 0 0,0 1 1 0 0,0-1 0 0 0,0 0 0 0 0,0 1 0 0 0,0-1 0 0 0,1 0 0 0 0,-1 1 0 0 0,0-1-1 0 0,0 0 1 0 0,0 1 0 0 0,1-1 0 0 0,-1 0 0 0 0,0 1 0 0 0,0-1 0 0 0,1 0-1 0 0,-1 0 1 0 0,0 1 0 0 0,0-1 0 0 0,1 0 0 0 0,-1 0 0 0 0,0 1 0 0 0,1-1 0 0 0,-1 0-1 0 0,0 0 1 0 0,1 0 0 0 0,-1 0 0 0 0,1 0 0 0 0,-1 0 0 0 0,0 0 0 0 0,1 0 0 0 0,-1 0-1 0 0,1 0 1 0 0,44-3-1575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26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128 128 960 0 0,'-4'-4'316'0'0,"0"1"-1"0"0,0 1 0 0 0,0-1 0 0 0,0 0 0 0 0,-1 1 1 0 0,1 0-1 0 0,-1 0 0 0 0,0 0 0 0 0,0 1 0 0 0,0 0 1 0 0,1 0-1 0 0,-1 0 0 0 0,-9 0 0 0 0,-19-4 261 0 0,32 4-564 0 0,0 1 8 0 0,1 0 0 0 0,-1 0 0 0 0,1-1-1 0 0,-1 1 1 0 0,1 0 0 0 0,-1 0 0 0 0,0 0 0 0 0,1 0 0 0 0,-1-1 0 0 0,1 1 0 0 0,-1 0 0 0 0,0 0 0 0 0,1 0-1 0 0,-1 0 1 0 0,0 1 0 0 0,1-1 0 0 0,-1 0 0 0 0,1 0 0 0 0,-1 0 0 0 0,0 0 0 0 0,1 1 0 0 0,-1-1 0 0 0,1 0-1 0 0,-1 0 1 0 0,1 1 0 0 0,-1-1 0 0 0,1 1 0 0 0,-1-1 0 0 0,1 0 0 0 0,-1 1 0 0 0,1-1 0 0 0,-1 1-1 0 0,1-1 1 0 0,0 1 0 0 0,-1-1 0 0 0,1 1 0 0 0,0-1 0 0 0,-1 1 0 0 0,1 0 0 0 0,0-1 0 0 0,0 1 0 0 0,-1 0-1 0 0,1 1 368 0 0,14 0-327 0 0,0 2-1 0 0,-1 0 1 0 0,24 10 0 0 0,13 5 8 0 0,88 16 25 0 0,-110-29-65 0 0,1 0-1 0 0,0-2 1 0 0,52 1-1 0 0,68 7 37 0 0,-148-12-59 0 0,0 0 0 0 0,0 0 1 0 0,0 1-1 0 0,0-1 0 0 0,0 0 0 0 0,0 0 0 0 0,0 0 1 0 0,0 0-1 0 0,0 0 0 0 0,0 0 0 0 0,0 0 1 0 0,0 0-1 0 0,0 0 0 0 0,0-1 0 0 0,0 1 0 0 0,0 0 1 0 0,0-1-1 0 0,-1 1 0 0 0,1-1 0 0 0,0 1 0 0 0,0-1 1 0 0,1 0-1 0 0,-2 0 3 0 0,0 0 0 0 0,0 0 0 0 0,0 0 0 0 0,0 1 0 0 0,0-1 0 0 0,0 0 0 0 0,0 0 0 0 0,0 0 0 0 0,-1 0 0 0 0,1 1 1 0 0,0-1-1 0 0,-1 0 0 0 0,1 0 0 0 0,0 1 0 0 0,-1-1 0 0 0,1 0 0 0 0,-1 1 0 0 0,1-1 0 0 0,-1 0 0 0 0,0 1 0 0 0,0-1 0 0 0,-8-9 58 0 0,-1 1 0 0 0,0 1-1 0 0,-13-9 1 0 0,2 3 1 0 0,-131-85 400 0 0,103 70-654 0 0,73 25-1761 0 0,45-2 1 0 0,-33 10-361 0 0,13 1-93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26.6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449 1 3842 0 0,'-182'83'2481'0'0,"22"2"-2481"0"0,107-24-400 0 0,0-15-561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27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374 120 240 0 0,'0'-1'57'0'0,"0"0"0"0"0,0 1 0 0 0,0-1 0 0 0,1 1 0 0 0,-1-1 1 0 0,0 1-1 0 0,0-1 0 0 0,0 1 0 0 0,1-1 0 0 0,-1 1 0 0 0,0-1 0 0 0,1 1 0 0 0,-1-1 0 0 0,1 1 0 0 0,-1-1 0 0 0,0 1 0 0 0,1-1 0 0 0,-1 1 1 0 0,1 0-1 0 0,-1-1 0 0 0,1 1 0 0 0,-1 0 0 0 0,1 0 0 0 0,0-1 0 0 0,-1 1 0 0 0,1 0 0 0 0,-1 0 0 0 0,1 0 0 0 0,-1 0 0 0 0,1 0 0 0 0,1-1 0 0 0,-2 1-20 0 0,1 0 0 0 0,-1 0 0 0 0,1 0-1 0 0,-1 0 1 0 0,1 0 0 0 0,0 0-1 0 0,-1 0 1 0 0,1 0 0 0 0,-1 0 0 0 0,1-1-1 0 0,-1 1 1 0 0,1 0 0 0 0,-1-1 0 0 0,0 1-1 0 0,1 0 1 0 0,-1 0 0 0 0,1-1-1 0 0,-1 1 1 0 0,0-1 0 0 0,1 1 0 0 0,-1 0-1 0 0,0-1 1 0 0,1 1 0 0 0,-1-1-1 0 0,0 1 1 0 0,1-1 0 0 0,-1 1 0 0 0,0-1-1 0 0,0 1 1 0 0,0-1 0 0 0,1 0-1 0 0,3-1 458 0 0,-3 2-436 0 0,-1 0-33 0 0,1 0-1 0 0,0 0 0 0 0,0 0 1 0 0,0 0-1 0 0,0 0 0 0 0,0 0 1 0 0,0 0-1 0 0,0-1 0 0 0,0 1 1 0 0,0 0-1 0 0,0 0 0 0 0,0-1 1 0 0,-1 1-1 0 0,1-1 1 0 0,0 1-1 0 0,0-1 0 0 0,0 1 1 0 0,-1-1-1 0 0,1 1 0 0 0,0-1 1 0 0,-1 0-1 0 0,1 1 0 0 0,0-1 1 0 0,0-1-1 0 0,-2 1-19 0 0,0 0 0 0 0,0 0 0 0 0,-1 0 0 0 0,1 0 0 0 0,0 0-1 0 0,-1 1 1 0 0,1-1 0 0 0,0 1 0 0 0,-1-1 0 0 0,1 1 0 0 0,-1-1 0 0 0,1 1 0 0 0,-1 0 0 0 0,1 0 0 0 0,-3 0 0 0 0,-3-1 9 0 0,-6-1 27 0 0,-1 1 0 0 0,0 1 0 0 0,-15 2-1 0 0,15-1 24 0 0,-240 20 1030 0 0,252-21-1080 0 0,-35 8 91 0 0,36-7-98 0 0,0-1 1 0 0,0 0 0 0 0,0 1-1 0 0,0-1 1 0 0,0 0 0 0 0,1 1-1 0 0,-1-1 1 0 0,0 1 0 0 0,0-1-1 0 0,0 1 1 0 0,0 0 0 0 0,1-1-1 0 0,-1 1 1 0 0,0 0 0 0 0,1 0-1 0 0,-1-1 1 0 0,0 1 0 0 0,1 0-1 0 0,-1 0 1 0 0,1 0 0 0 0,-1 0-1 0 0,1 0 1 0 0,0 0 0 0 0,-1 0-1 0 0,1 0 1 0 0,0 0 0 0 0,0 1-1 0 0,0-1-6 0 0,1 0 0 0 0,-1 0 0 0 0,1 0 0 0 0,0 0-1 0 0,-1 0 1 0 0,1 0 0 0 0,0-1 0 0 0,0 1-1 0 0,0 0 1 0 0,0 0 0 0 0,0-1 0 0 0,0 1-1 0 0,0 0 1 0 0,0-1 0 0 0,0 1 0 0 0,0-1-1 0 0,0 1 1 0 0,0-1 0 0 0,2 1 0 0 0,4 2-3 0 0,134 79 60 0 0,-68-41-23 0 0,-62-34-19 0 0,1 1-1 0 0,-1 0 0 0 0,17 16 0 0 0,-25-21-10 0 0,0 0-1 0 0,0 0 1 0 0,0 0-1 0 0,0 1 1 0 0,0-1 0 0 0,-1 1-1 0 0,0-1 1 0 0,1 1-1 0 0,-2 0 1 0 0,1 0-1 0 0,0 0 1 0 0,-1 0-1 0 0,1 0 1 0 0,-1 1-1 0 0,0 5 1 0 0,-9 16 7 0 0,3-13-11 0 0,3-7-1 0 0,0 0 0 0 0,-1 0 0 0 0,0 0 0 0 0,0 0 0 0 0,0-1 0 0 0,0 1 0 0 0,-1-1 0 0 0,0 1 0 0 0,0-1 0 0 0,-1-1 0 0 0,-6 7 0 0 0,5-5 0 0 0,-9 8-13 0 0,1-1 0 0 0,-2 0 1 0 0,0-1-1 0 0,0-1 0 0 0,-33 17 0 0 0,10-7 10 0 0,29-14 7 0 0,-37 18-37 0 0,44-24 25 0 0,1 1 0 0 0,-1-1 0 0 0,1 0-1 0 0,-1-1 1 0 0,1 1 0 0 0,-1 0 0 0 0,1-1 0 0 0,-1 1-1 0 0,0-1 1 0 0,1 0 0 0 0,-1 0 0 0 0,0 0-1 0 0,1 0 1 0 0,-1 0 0 0 0,-3-1 0 0 0,6 1 6 0 0,0-1 1 0 0,-1 1 0 0 0,1 0-1 0 0,0 0 1 0 0,0 0-1 0 0,-1-1 1 0 0,1 1 0 0 0,0 0-1 0 0,0 0 1 0 0,0 0 0 0 0,0-1-1 0 0,-1 1 1 0 0,1 0-1 0 0,0 0 1 0 0,0-1 0 0 0,0 1-1 0 0,0 0 1 0 0,0-1-1 0 0,0 1 1 0 0,0 0 0 0 0,0 0-1 0 0,0-1 1 0 0,0 1-1 0 0,0 0 1 0 0,0 0 0 0 0,0-1-1 0 0,0 1 1 0 0,0 0 0 0 0,0-1-1 0 0,0 1 1 0 0,0 0-1 0 0,0 0 1 0 0,0-1 0 0 0,0 1-1 0 0,0 0 1 0 0,0 0-1 0 0,1-1 1 0 0,-1 1 0 0 0,0 0-1 0 0,0 0 1 0 0,0-1-1 0 0,0 1 1 0 0,1 0 0 0 0,-1 0-1 0 0,0 0 1 0 0,0-1 0 0 0,1 1-1 0 0,51-58-1 0 0,2 2-1 0 0,3 2 1 0 0,69-49 0 0 0,-11 19 22 0 0,-61 46 5 0 0,61-55-1 0 0,-87 68-48 0 0,-9 8 5 0 0,36-40-1 0 0,-54 56 21 0 0,0 0 0 0 0,0 0 0 0 0,0 0 0 0 0,-1-1 0 0 0,1 1 1 0 0,0 0-1 0 0,0-1 0 0 0,-1 1 0 0 0,1 0 0 0 0,-1-1 0 0 0,1 1 0 0 0,-1-1 0 0 0,0 1 1 0 0,1-1-1 0 0,-1 1 0 0 0,0-1 0 0 0,0 1 0 0 0,0-1 0 0 0,0 1 0 0 0,-1-3 0 0 0,1 3-4 0 0,-1 0 0 0 0,0 0 0 0 0,1 0 0 0 0,-1 0 0 0 0,0 0 0 0 0,0 1 0 0 0,0-1 0 0 0,1 0 0 0 0,-1 0 0 0 0,0 1 0 0 0,0-1 0 0 0,0 0 0 0 0,0 1-1 0 0,0-1 1 0 0,-1 1 0 0 0,1-1 0 0 0,0 1 0 0 0,0 0 0 0 0,-2-1 0 0 0,-5 0-52 0 0,-1 0 0 0 0,1 0 1 0 0,0 1-1 0 0,-1 0 0 0 0,-9 2 0 0 0,-35 9-424 0 0,4 5-387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28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364 1 3282 0 0,'-23'2'430'0'0,"-21"2"123"0"0,1 1-1 0 0,0 3 1 0 0,-58 17 0 0 0,94-22-549 0 0,0 0 1 0 0,1 0-1 0 0,-1 0 1 0 0,1 1-1 0 0,-1 0 1 0 0,1 0-1 0 0,1 1 1 0 0,-1 0-1 0 0,0 0 1 0 0,1 0-1 0 0,0 1 1 0 0,0-1-1 0 0,1 1 1 0 0,0 0-1 0 0,0 1 1 0 0,-5 10-1 0 0,7-12 4 0 0,0-1-1 0 0,0 1 1 0 0,1 0-1 0 0,0 0 0 0 0,0 1 1 0 0,0-1-1 0 0,1 0 0 0 0,-1 0 1 0 0,1 0-1 0 0,1 0 0 0 0,-1 0 1 0 0,1 1-1 0 0,-1-1 1 0 0,2 0-1 0 0,-1 0 0 0 0,0 0 1 0 0,1-1-1 0 0,0 1 0 0 0,0 0 1 0 0,0 0-1 0 0,1-1 0 0 0,0 0 1 0 0,4 6-1 0 0,4 2 23 0 0,0 0 0 0 0,1-1-1 0 0,0-1 1 0 0,1 0 0 0 0,0 0 0 0 0,1-1 0 0 0,0-1-1 0 0,0 0 1 0 0,1-1 0 0 0,0-1 0 0 0,0 0 0 0 0,1-1-1 0 0,-1-1 1 0 0,1 0 0 0 0,18 1 0 0 0,7 1 18 0 0,1-3 1 0 0,1-2 0 0 0,-1-1 0 0 0,73-11-1 0 0,-114 11-48 0 0,23-3 20 0 0,0 0-1 0 0,-1-2 0 0 0,46-15 1 0 0,-64 18-30 0 0,1-1 0 0 0,0 0 0 0 0,-1 0 0 0 0,1 0 0 0 0,-1 0 0 0 0,0-1 0 0 0,0 0 0 0 0,-1 0-1 0 0,1 0 1 0 0,-1 0 0 0 0,0-1 0 0 0,0 0 0 0 0,0 0 0 0 0,-1 0 0 0 0,1 0 0 0 0,-1-1 0 0 0,0 1 0 0 0,-1-1 0 0 0,0 0 0 0 0,3-10 0 0 0,-4 14-15 0 0,0 0 0 0 0,-1-1-1 0 0,0 0 1 0 0,1 1 0 0 0,-1-1 0 0 0,0 1-1 0 0,0-1 1 0 0,-1 1 0 0 0,1-1 0 0 0,0 1 0 0 0,-1-1-1 0 0,0 1 1 0 0,1-1 0 0 0,-1 1 0 0 0,0 0-1 0 0,0-1 1 0 0,0 1 0 0 0,-2-3 0 0 0,0 2-35 0 0,0-1 1 0 0,-1 1-1 0 0,1 0 1 0 0,-1 0-1 0 0,1 0 1 0 0,-1 0-1 0 0,0 1 1 0 0,0 0-1 0 0,0 0 1 0 0,-7-3-1 0 0,-6-1-270 0 0,0 0 0 0 0,-1 1 0 0 0,-31-4 0 0 0,-80-1-2378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28.4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68 1441 0 0,'0'-3'218'0'0,"-1"0"0"0"0,1 1 0 0 0,0-1 0 0 0,0 1 1 0 0,1-1-1 0 0,-1 0 0 0 0,0 1 0 0 0,1-1 1 0 0,-1 1-1 0 0,1-1 0 0 0,0 1 0 0 0,0-1 0 0 0,0 1 1 0 0,3-4-1 0 0,-2 4-140 0 0,1 0 1 0 0,0 0 0 0 0,0 1-1 0 0,0-1 1 0 0,0 1-1 0 0,0 0 1 0 0,0 0 0 0 0,1 0-1 0 0,-1 1 1 0 0,5-2-1 0 0,-2 1 0 0 0,14-3 25 0 0,1 2 0 0 0,-1 0 0 0 0,1 1 0 0 0,-1 0-1 0 0,1 2 1 0 0,34 6 0 0 0,557 61 1031 0 0,-263-58-846 0 0,-14-30-322 0 0,-153-1-2114 0 0,-142 15-1467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28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1 220 560 0 0,'4'-1'291'0'0,"1"0"-1"0"0,-1-1 1 0 0,0 1 0 0 0,1-1-1 0 0,-1 0 1 0 0,0 0 0 0 0,0 0-1 0 0,0 0 1 0 0,0-1-1 0 0,5-4 1 0 0,24-16 541 0 0,224-139 102 0 0,-235 154-948 0 0,-22 7 13 0 0,0 1 0 0 0,0 0 0 0 0,0 0 0 0 0,1 0 0 0 0,-1 0 0 0 0,0 0 0 0 0,0 0 0 0 0,0 0 0 0 0,0 0 0 0 0,0 0 0 0 0,0 0 0 0 0,1 0 0 0 0,-1 0 0 0 0,0 0 0 0 0,0 0 0 0 0,0 0 0 0 0,0 0 0 0 0,0 0 0 0 0,0 0 0 0 0,1 0 0 0 0,-1 0 0 0 0,0 0 0 0 0,0 0 0 0 0,0 0 0 0 0,0 0 0 0 0,0 0 0 0 0,0 0 0 0 0,0 0 0 0 0,1 0 0 0 0,-1 0 0 0 0,0 0 0 0 0,0 0 0 0 0,0 0 0 0 0,0 0 0 0 0,0 1 0 0 0,0-1 0 0 0,0 0 0 0 0,0 0 0 0 0,1 0 0 0 0,-1 0 0 0 0,0 0 0 0 0,0 0 0 0 0,0 0 0 0 0,0 0 0 0 0,0 1 0 0 0,0-1 0 0 0,0 0 0 0 0,0 0 0 0 0,0 0 0 0 0,0 0 0 0 0,0 0 0 0 0,0 0 0 0 0,0 1 0 0 0,0-1 0 0 0,0 0 0 0 0,0 0 0 0 0,0 0 0 0 0,0 0 0 0 0,0 0 0 0 0,0 0 0 0 0,0 1 0 0 0,0-1 0 0 0,0 0 0 0 0,0 0-1 0 0,0 0 1 0 0,-1 13-4 0 0,-1-1 0 0 0,0 1 0 0 0,0-1 0 0 0,-2 1 0 0 0,1-1-1 0 0,-1 0 1 0 0,-1 0 0 0 0,0-1 0 0 0,-11 19 0 0 0,-5 3 24 0 0,-48 58 0 0 0,-37 23 155 0 0,104-113-170 0 0,-35 39 144 0 0,35-36-160 0 0,0-1-1 0 0,1 0 0 0 0,-1 1 0 0 0,0-1 1 0 0,1 1-1 0 0,0-1 0 0 0,0 1 0 0 0,0 0 0 0 0,0 0 1 0 0,1 0-1 0 0,-1-1 0 0 0,1 5 0 0 0,0 0-131 0 0,-1-6 60 0 0,1-1 0 0 0,0 1 1 0 0,0 0-1 0 0,-1 0 0 0 0,1-1 0 0 0,0 1 0 0 0,1 0 0 0 0,-1 0 0 0 0,0-1 0 0 0,0 1 0 0 0,1 0 0 0 0,-1 0 1 0 0,1-1-1 0 0,-1 1 0 0 0,1 0 0 0 0,0-1 0 0 0,1 2 0 0 0,20-6-3131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29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136 344 3522 0 0,'-33'18'1060'0'0,"18"-11"-741"0"0,-1 2 0 0 0,2 0-1 0 0,-1 0 1 0 0,-16 15 0 0 0,29-22-326 0 0,1 0-1 0 0,0 0 0 0 0,0 0 1 0 0,0-1-1 0 0,0 1 1 0 0,0 0-1 0 0,1 0 0 0 0,-1 0 1 0 0,1 1-1 0 0,-1 2 1 0 0,0-4 15 0 0,1-1 1 0 0,0 1 0 0 0,0 0 0 0 0,0-1-1 0 0,0 1 1 0 0,0 0 0 0 0,0-1 0 0 0,0 1-1 0 0,0 0 1 0 0,0 0 0 0 0,0-1-1 0 0,0 1 1 0 0,0 0 0 0 0,1-1 0 0 0,-1 1-1 0 0,0 0 1 0 0,0-1 0 0 0,1 1 0 0 0,-1 0-1 0 0,0-1 1 0 0,1 1 0 0 0,-1-1 0 0 0,1 1-1 0 0,-1-1 1 0 0,1 1 0 0 0,-1-1-1 0 0,1 1 1 0 0,-1-1 0 0 0,1 1 0 0 0,0-1-1 0 0,-1 0 1 0 0,1 1 0 0 0,1 0 0 0 0,24 0 105 0 0,1 0 1 0 0,-1-2 0 0 0,1 0-1 0 0,40-9 1 0 0,-47 6-24 0 0,1 0 0 0 0,-1-2 0 0 0,31-13 0 0 0,-8 3 39 0 0,-9 3-39 0 0,22-6 83 0 0,-2-3 0 0 0,86-47 0 0 0,-134 66-154 0 0,0-1-1 0 0,0 1 1 0 0,-1-1-1 0 0,1-1 1 0 0,-1 1-1 0 0,0-1 1 0 0,0 0-1 0 0,-1 0 0 0 0,1-1 1 0 0,-1 1-1 0 0,-1-1 1 0 0,1 0-1 0 0,-1 0 1 0 0,0 0-1 0 0,0 0 1 0 0,3-12-1 0 0,-5 13-3 0 0,-1-1-1 0 0,0 1 1 0 0,-1-1-1 0 0,1 1 1 0 0,-1-1-1 0 0,0 1 0 0 0,-1 0 1 0 0,1-1-1 0 0,-1 1 1 0 0,0 0-1 0 0,0 0 1 0 0,-1 0-1 0 0,1 0 1 0 0,-1 1-1 0 0,0-1 1 0 0,-1 1-1 0 0,1-1 1 0 0,-1 1-1 0 0,-6-6 1 0 0,2 2-6 0 0,-1 1 1 0 0,0 0-1 0 0,0 0 1 0 0,0 1-1 0 0,-1 1 0 0 0,0-1 1 0 0,0 1-1 0 0,0 1 1 0 0,-1 0-1 0 0,-11-3 1 0 0,6 3-104 0 0,0 0 0 0 0,0 2 1 0 0,0 0-1 0 0,0 0 0 0 0,0 2 1 0 0,-28 2-1 0 0,39-2-51 0 0,1 0 0 0 0,-1 1 0 0 0,1 0 0 0 0,-1 0 0 0 0,1 0 1 0 0,-1 0-1 0 0,1 1 0 0 0,0-1 0 0 0,0 1 0 0 0,0 0 0 0 0,0 1 0 0 0,0-1 0 0 0,0 1 0 0 0,1-1 0 0 0,-1 1 0 0 0,1 0 0 0 0,-1 1 0 0 0,-2 3 0 0 0,-21 32-3057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29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86 1201 0 0,'0'-2'79'0'0,"0"1"1"0"0,0-1-1 0 0,0 1 1 0 0,-1-1-1 0 0,1 1 1 0 0,0 0-1 0 0,-1-1 1 0 0,1 1 0 0 0,-1-1-1 0 0,1 1 1 0 0,-1 0-1 0 0,0 0 1 0 0,0-1-1 0 0,0 1 1 0 0,1 0-1 0 0,-1 0 1 0 0,0 0 0 0 0,0 0-1 0 0,-1 0 1 0 0,0-1-1 0 0,1 1-20 0 0,0 1-1 0 0,0-1 1 0 0,0 0-1 0 0,0 0 1 0 0,0 0-1 0 0,1 0 1 0 0,-1 0-1 0 0,0 0 1 0 0,1 0 0 0 0,-1 0-1 0 0,0 0 1 0 0,1-1-1 0 0,-1 1 1 0 0,1 0-1 0 0,0 0 1 0 0,-1 0-1 0 0,1-1 1 0 0,0 1-1 0 0,-1-2 1 0 0,2 2-45 0 0,-1 0 0 0 0,0 1 1 0 0,0-1-1 0 0,-1 1 0 0 0,1-1 0 0 0,0 1 0 0 0,0-1 1 0 0,0 0-1 0 0,0 1 0 0 0,0-1 0 0 0,-1 1 1 0 0,1-1-1 0 0,0 1 0 0 0,0-1 0 0 0,-1 1 0 0 0,1-1 1 0 0,-1 1-1 0 0,1-1 0 0 0,0 1 0 0 0,-1-1 1 0 0,1 1-1 0 0,-1 0 0 0 0,1-1 0 0 0,-1 1 1 0 0,1 0-1 0 0,-1-1 0 0 0,1 1 0 0 0,-1 0 0 0 0,1 0 1 0 0,-1-1-1 0 0,1 1 0 0 0,-1 0 0 0 0,0 0 1 0 0,0 0-1 0 0,0 0 5 0 0,1 0-1 0 0,-1-1 1 0 0,0 1 0 0 0,1 0 0 0 0,-1 0-1 0 0,0 0 1 0 0,1-1 0 0 0,-1 1 0 0 0,0 0 0 0 0,1-1-1 0 0,-1 1 1 0 0,1-1 0 0 0,-1 1 0 0 0,1-1-1 0 0,-1 1 1 0 0,1-1 0 0 0,-1 1 0 0 0,1-1 0 0 0,-1 1-1 0 0,1-1 1 0 0,0 1 0 0 0,-1-1 0 0 0,1 0-1 0 0,0 1 1 0 0,0-1 0 0 0,-1 0 0 0 0,1 1 0 0 0,0-1-1 0 0,0 0 1 0 0,0 1 0 0 0,0-1 0 0 0,0 0-1 0 0,0 1 1 0 0,0-1 0 0 0,0-1 1974 0 0,26 9-804 0 0,14 8-844 0 0,127 19 231 0 0,-81-18-392 0 0,7 3-731 0 0,2-5 1 0 0,139 5-1 0 0,-154-20-1094 0 0,0-3-880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30.3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25 5122 0 0,'-107'10'2481'0'0,"54"-3"-2481"0"0,79-7-80 0 0,54 0 321 0 0,27 0-1 0 0,26-7-80 0 0,81-3-160 0 0,-6 3-561 0 0,-48 2-879 0 0,-27-7-2962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31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306 58 3442 0 0,'-111'-18'1640'0'0,"-13"-14"-106"0"0,70 25-700 0 0,38 8-455 0 0,28 3-71 0 0,-7-3-135 0 0,-1 0-92 0 0,84 13 105 0 0,237 36 268 0 0,-29-26-401 0 0,-235-23-266 0 0,-12-1-952 0 0,0 1 0 0 0,81 15 0 0 0,-103-9-1090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31.4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1 1201 0 0,'-53'29'2641'0'0,"-1"20"-880"0"0,28 7-1441 0 0,26-5-480 0 0,-27 5 160 0 0,27 0 240 0 0,0-5 320 0 0,27 0-480 0 0,-27 5-160 0 0,26-10 80 0 0,1-2-240 0 0,26-10-160 0 0,-26-17-321 0 0,0-6-1760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31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1 1921 0 0,'-101'17'3602'0'0,"74"5"-1602"0"0,0-12-1359 0 0,54 7-641 0 0,26 7 0 0 0,49 3 80 0 0,4 2 80 0 0,28-19-240 0 0,-1-10-240 0 0,27-5-561 0 0,-59 0-1280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34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1851 43 400 0 0,'-4'0'1708'0'0,"-45"-8"1767"0"0,-4-2-2682 0 0,4 0-763 0 0,38 6-31 0 0,0 2 0 0 0,0-1 1 0 0,-18 0-1 0 0,-12 0-4 0 0,-77 5 0 0 0,105-1 0 0 0,-1 1 0 0 0,1 1 0 0 0,0 0-1 0 0,0 0 1 0 0,0 2 0 0 0,0-1 0 0 0,0 2 0 0 0,1 0 0 0 0,0 0-1 0 0,-11 9 1 0 0,-26 23 62 0 0,-45 46-1 0 0,78-68-35 0 0,-9 9-17 0 0,-22 31 0 0 0,-10 10-66 0 0,23-32 129 0 0,-70 54 0 0 0,76-69-119 0 0,-32 27 35 0 0,55-42 17 0 0,1 0 0 0 0,0 0 0 0 0,0 1 1 0 0,0 0-1 0 0,0 0 0 0 0,1 0 0 0 0,-1 0 0 0 0,1 0 1 0 0,-3 9-1 0 0,-3 16 0 0 0,7-23-7 0 0,1 0 1 0 0,-2 0 0 0 0,1 0 0 0 0,-1 0 0 0 0,0 0 0 0 0,0-1 0 0 0,-1 1 0 0 0,0-1-1 0 0,0 0 1 0 0,-1 0 0 0 0,0 0 0 0 0,-8 8 0 0 0,-24 19-61 0 0,20-1 54 0 0,1-16 13 0 0,12-13 0 0 0,1 0 0 0 0,-1 1 0 0 0,1 0 0 0 0,0-1 0 0 0,0 1 0 0 0,0 0 0 0 0,0 0 0 0 0,-4 9 0 0 0,3-6 0 0 0,0 0 0 0 0,-1-1 0 0 0,0 1 0 0 0,0-1 0 0 0,-6 5 0 0 0,5-6 0 0 0,1 1 0 0 0,0 0 0 0 0,0 0 0 0 0,0 0 0 0 0,-6 12 0 0 0,3 4 0 0 0,5-15 0 0 0,1 0 0 0 0,-1-1 0 0 0,0 0 0 0 0,-1 0 0 0 0,-4 7 0 0 0,3-5 7 0 0,0 1 1 0 0,1-1-1 0 0,0 1 1 0 0,0 0-1 0 0,1 1 1 0 0,-2 10-1 0 0,1-8 0 0 0,1-1 0 0 0,-1 1 0 0 0,-8 14 0 0 0,-3 2-19 0 0,-2-1 1 0 0,-1 0 0 0 0,0-1-1 0 0,-2-1 1 0 0,-1-1-1 0 0,-30 27 1 0 0,29-27 10 0 0,20-20 3 0 0,-1-1 0 0 0,0 1 0 0 0,0-1-1 0 0,0 1 1 0 0,0-1 0 0 0,-1 0-1 0 0,-6 4 1 0 0,-8 2 35 0 0,13-7-34 0 0,0 0 1 0 0,1 1 0 0 0,-1-1 0 0 0,1 1 0 0 0,0 0-1 0 0,0 1 1 0 0,-5 4 0 0 0,-67 52-4 0 0,64-48 0 0 0,-1 1 0 0 0,-13 18 0 0 0,23-27 0 0 0,0 0 0 0 0,1 1 0 0 0,-1-1 0 0 0,1 0 0 0 0,0 1 0 0 0,0 0 0 0 0,1-1 0 0 0,-1 1 0 0 0,1 0 0 0 0,0 0 0 0 0,0 0 0 0 0,1 7 0 0 0,0-10 0 0 0,-1 1 0 0 0,1-1 0 0 0,0 0 1 0 0,-1 0-1 0 0,1 1 0 0 0,-1-1 0 0 0,1 0 0 0 0,-1 0 0 0 0,0 0 0 0 0,0 0 1 0 0,0 0-1 0 0,0 0 0 0 0,-1 0 0 0 0,1 0 0 0 0,-2 1 0 0 0,2-1 3 0 0,-1 0 1 0 0,1-1-1 0 0,0 1 0 0 0,0 0 0 0 0,0 0 0 0 0,0-1 1 0 0,0 1-1 0 0,0 0 0 0 0,0 0 0 0 0,1 0 0 0 0,-1 0 1 0 0,1 0-1 0 0,-1 0 0 0 0,1 0 0 0 0,0 3 0 0 0,0 63-56 0 0,0-66 53 0 0,0 0 1 0 0,0 1-1 0 0,0-1 1 0 0,1 0-1 0 0,-1 1 1 0 0,1-1-1 0 0,0 0 1 0 0,0 1-1 0 0,-1-1 1 0 0,1 0-1 0 0,0 0 0 0 0,1 0 1 0 0,-1 0-1 0 0,0 0 1 0 0,3 3-1 0 0,12 21 286 0 0,-13-21-270 0 0,1 1 0 0 0,-1-1 0 0 0,1 0-1 0 0,0 0 1 0 0,1 0 0 0 0,-1-1 0 0 0,1 0-1 0 0,7 6 1 0 0,47 29-68 0 0,-42-28 82 0 0,39 26 35 0 0,-28-18-31 0 0,53 28 1 0 0,-32-21-9 0 0,-27-14-9 0 0,1-1 0 0 0,-1-1-1 0 0,26 8 1 0 0,-4-8-2 0 0,0-1 0 0 0,0-3-1 0 0,1-1 1 0 0,0-2 0 0 0,0-3-1 0 0,0-1 1 0 0,0-2 0 0 0,-1-2-1 0 0,52-13 1 0 0,-44 3 50 0 0,-1-1 1 0 0,-1-3-1 0 0,55-29 1 0 0,-96 44-61 0 0,128-74 128 0 0,-13 7-93 0 0,-115 66-27 0 0,30-14 14 0 0,46-31 0 0 0,-18 11-15 0 0,-54 34 12 0 0,0-2 0 0 0,-1 1 0 0 0,0-2 0 0 0,-1 0-1 0 0,0 0 1 0 0,0-1 0 0 0,0 0 0 0 0,15-18 0 0 0,-18 16 4 0 0,1 1 1 0 0,1 1 0 0 0,14-13 0 0 0,0 0 16 0 0,56-61 35 0 0,-74 76-74 0 0,0 0 1 0 0,-1 0-1 0 0,0-1 1 0 0,0 0-1 0 0,-1 0 1 0 0,0-1-1 0 0,0 1 1 0 0,-1-1-1 0 0,-1 0 1 0 0,3-10-1 0 0,3-9 3 0 0,1 5 0 0 0,-7 17-2 0 0,1 1 0 0 0,-1-1 1 0 0,-1 0-1 0 0,1 0 0 0 0,-1 0 0 0 0,0 0 0 0 0,0-10 0 0 0,0 10-5 0 0,-1 0 0 0 0,1 0 0 0 0,0 0 0 0 0,0 0 0 0 0,1 0 0 0 0,0 1-1 0 0,5-12 1 0 0,1-3 10 0 0,27-114 135 0 0,-32 126-151 0 0,0 1-1 0 0,0 0 1 0 0,1 0 0 0 0,7-12-1 0 0,-8 15 2 0 0,0 0 0 0 0,0-1-1 0 0,-1 0 1 0 0,1 1-1 0 0,-1-1 1 0 0,0 0-1 0 0,0 0 1 0 0,-1 0-1 0 0,0 0 1 0 0,0-1-1 0 0,0 1 1 0 0,0-8-1 0 0,-1 8 11 0 0,1 1-1 0 0,-1-1 1 0 0,1 1 0 0 0,0-1-1 0 0,0 1 1 0 0,1 0-1 0 0,-1-1 1 0 0,1 1 0 0 0,3-6-1 0 0,3-8-5 0 0,1-14-14 0 0,1 17-17 0 0,-9 14 27 0 0,0-1 1 0 0,1 1 0 0 0,-1-1-1 0 0,0 0 1 0 0,0 1 0 0 0,0-1 0 0 0,0 0-1 0 0,-1 0 1 0 0,1 0 0 0 0,0 0-1 0 0,-1 0 1 0 0,1 0 0 0 0,-1 0-1 0 0,0 0 1 0 0,0-3 0 0 0,0-136 15 0 0,0 134-15 0 0,-1 1 0 0 0,0 0 0 0 0,0-1 0 0 0,0 1 0 0 0,-1 0 0 0 0,-5-12 0 0 0,4 12 2 0 0,1 1 0 0 0,0-1 0 0 0,0 0 0 0 0,1-1 1 0 0,0 1-1 0 0,-1-12 0 0 0,2 15 0 0 0,-1-1 0 0 0,1 0 0 0 0,-1 0 0 0 0,1 0 0 0 0,-1 1 0 0 0,0-1 0 0 0,-1 0 0 0 0,1 1 0 0 0,0-1 0 0 0,-5-6 0 0 0,-2-7 0 0 0,-1-16 0 0 0,-9 4 0 0 0,9-2 0 0 0,-9 6 0 0 0,9-3-13 0 0,2 14-13 0 0,5 10 23 0 0,0 0-1 0 0,0 0 1 0 0,0 0-1 0 0,1-1 1 0 0,-1 1-1 0 0,1-1 1 0 0,0 1 0 0 0,0-1-1 0 0,1 1 1 0 0,-1-1-1 0 0,1-6 1 0 0,0 9 3 0 0,0 1 0 0 0,0 0 0 0 0,0-1 0 0 0,-1 1 0 0 0,1 0 0 0 0,0-1 0 0 0,-1 1 0 0 0,1 0 0 0 0,-1-1 0 0 0,0 1 0 0 0,1 0 0 0 0,-1 0 0 0 0,0-1 0 0 0,0 1 0 0 0,0 0 0 0 0,0 0 0 0 0,0 0 0 0 0,0 0 0 0 0,0 0 0 0 0,0 0 0 0 0,-2-1 0 0 0,-3-3 0 0 0,-43-35 0 0 0,44 35 0 0 0,-1 0 0 0 0,0 1 0 0 0,0 0 0 0 0,0 0 0 0 0,-1 0 0 0 0,1 1 1 0 0,-13-5-1 0 0,-54-14-83 0 0,21 7-142 0 0,20 0-70 0 0,26 11 132 0 0,0 1 0 0 0,0 0 0 0 0,0 1-1 0 0,0-1 1 0 0,0 1 0 0 0,-1 1 0 0 0,-7-2-1 0 0,-34 1-1943 0 0,-6 2-2122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37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396 171 1361 0 0,'-10'-2'694'0'0,"-21"-5"420"0"0,0 1-1 0 0,0 1 1 0 0,-52 0 0 0 0,-60-8-390 0 0,86 7-208 0 0,47 1 250 0 0,11 8-571 0 0,-1-2-89 0 0,0-1-91 0 0,0 1-1 0 0,0-1 0 0 0,0 0 1 0 0,0 1-1 0 0,0-1 0 0 0,0 1 1 0 0,0-1-1 0 0,0 1 0 0 0,0-1 1 0 0,0 0-1 0 0,0 1 0 0 0,1-1 1 0 0,-1 1-1 0 0,0-1 0 0 0,0 0 1 0 0,0 1-1 0 0,0-1 0 0 0,1 0 1 0 0,-1 1-1 0 0,0-1 0 0 0,0 1 1 0 0,1-1-1 0 0,-1 0 0 0 0,0 0 1 0 0,1 1-1 0 0,0-1 0 0 0,17 2 66 0 0,32 5 168 0 0,-38-4-226 0 0,0 0-1 0 0,0-2 0 0 0,13 2 1 0 0,134-13 215 0 0,-132 7-202 0 0,44-13 0 0 0,-33 7-1 0 0,2 1 1 0 0,-1 3-1 0 0,1 1 1 0 0,75 2 0 0 0,-112 2-35 0 0,70 2 57 0 0,0 2-1 0 0,0 4 1 0 0,72 17 0 0 0,-137-22-60 0 0,37 0 19 0 0,-31-6 109 0 0,-32-2 64 0 0,-55-9 122 0 0,62 12-296 0 0,-126-28 205 0 0,-139-50 1 0 0,245 73-506 0 0,30 7 238 0 0,0 0 0 0 0,1-1 0 0 0,-1 1 0 0 0,0 0 0 0 0,0 0 0 0 0,1 0 0 0 0,-1 0 0 0 0,0-1 0 0 0,0 1 0 0 0,0 0 0 0 0,1 0 0 0 0,-1 0 0 0 0,0 1 0 0 0,0-1 0 0 0,1 0 0 0 0,-1 0 0 0 0,0 0 0 0 0,0 1 0 0 0,0-1 0 0 0,1 0 0 0 0,-1 1 0 0 0,0-1 0 0 0,1 0 0 0 0,-1 1 0 0 0,0-1 0 0 0,1 1 0 0 0,-1-1 0 0 0,1 1 0 0 0,-2 0 0 0 0,7 1-606 0 0,75 2-840 0 0,26 1-629 0 0,-8-9-346 0 0,-13-1-40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38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528 1 2801 0 0,'-160'46'3842'0'0,"0"3"-2401"0"0,54-3-1441 0 0,58 15-160 0 0,-6 2 160 0 0,54-14 0 0 0,0-8-80 0 0,75-19-561 0 0,32-17-639 0 0,-27-22-2802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39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506 4 1921 0 0,'-77'-3'3742'0'0,"-38"8"-2933"0"0,-7 0-304 0 0,-69 0 1069 0 0,327 3-1333 0 0,-11 1-216 0 0,266 1 162 0 0,-13-8-1067 0 0,-320 4 209 0 0,-58-6 637 0 0,1 0 0 0 0,0 0-1 0 0,-1 0 1 0 0,1 1-1 0 0,0-1 1 0 0,0 0 0 0 0,-1 0-1 0 0,1 1 1 0 0,0-1 0 0 0,-1 0-1 0 0,1 1 1 0 0,0-1 0 0 0,-1 1-1 0 0,1-1 1 0 0,-1 1-1 0 0,1-1 1 0 0,-1 1 0 0 0,1-1-1 0 0,-1 1 1 0 0,1 0 0 0 0,-1 0-22 0 0,0 0 1 0 0,0 0 0 0 0,-1-1-1 0 0,1 1 1 0 0,-1 0-1 0 0,1-1 1 0 0,0 1 0 0 0,-1 0-1 0 0,0-1 1 0 0,1 1-1 0 0,-1 0 1 0 0,1-1 0 0 0,-1 1-1 0 0,0-1 1 0 0,1 1 0 0 0,-1-1-1 0 0,0 1 1 0 0,1-1-1 0 0,-1 0 1 0 0,0 1 0 0 0,0-1-1 0 0,1 0 1 0 0,-2 1-1 0 0,-25 15-2785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40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10 800 0 0,'-129'-7'4923'0'0,"109"6"-4589"0"0,17 0-292 0 0,1 1 0 0 0,-1-1 0 0 0,0 1 1 0 0,1 0-1 0 0,-1 0 0 0 0,0 0 0 0 0,1 1 0 0 0,-1-1 0 0 0,0 0 0 0 0,1 1 0 0 0,-1 0 0 0 0,0-1 1 0 0,1 1-1 0 0,-1 0 0 0 0,1 1 0 0 0,0-1 0 0 0,-1 0 0 0 0,1 1 0 0 0,0-1 0 0 0,0 1 0 0 0,0-1 1 0 0,0 1-1 0 0,0 0 0 0 0,-4 4 0 0 0,3-1-12 0 0,0 0 1 0 0,0 0-1 0 0,1 0 1 0 0,-1 1-1 0 0,1-1 1 0 0,0 0 0 0 0,0 1-1 0 0,1-1 1 0 0,0 1-1 0 0,-1 8 1 0 0,-1 65 255 0 0,4-48-188 0 0,1-1-43 0 0,1-1 0 0 0,2 1 0 0 0,1-1 0 0 0,1-1-1 0 0,2 1 1 0 0,1-1 0 0 0,0 0 0 0 0,18 29 0 0 0,-6-6 12 0 0,-19-41-61 0 0,-2-6-29 0 0,0 1 1 0 0,1-1-1 0 0,-1 1 0 0 0,1-1 0 0 0,0 1 0 0 0,5 6 1 0 0,-6-10-18 0 0,0 1 0 0 0,0-1 0 0 0,1 0 1 0 0,-1 0-1 0 0,1 0 0 0 0,-1 0 0 0 0,1 0 1 0 0,-1 0-1 0 0,1 0 0 0 0,-1-1 0 0 0,1 1 1 0 0,0-1-1 0 0,-1 1 0 0 0,1-1 0 0 0,0 1 1 0 0,0-1-1 0 0,-1 0 0 0 0,1 0 0 0 0,0 0 1 0 0,0 0-1 0 0,0 0 0 0 0,2-1 0 0 0,-3 1-53 0 0,1 0 0 0 0,0 0-1 0 0,-1-1 1 0 0,1 1-1 0 0,-1-1 1 0 0,1 1 0 0 0,-1-1-1 0 0,1 1 1 0 0,-1-1 0 0 0,1 0-1 0 0,-1 0 1 0 0,0 0-1 0 0,2-1 1 0 0,-2 1-77 0 0,-1 0 0 0 0,1 0-1 0 0,-1 1 1 0 0,1-1 0 0 0,-1 0-1 0 0,0 0 1 0 0,1 0 0 0 0,-1 0 0 0 0,0 0-1 0 0,0 0 1 0 0,0 1 0 0 0,1-1 0 0 0,-1 0-1 0 0,0 0 1 0 0,0 0 0 0 0,-1-1-1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40.5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18 4162 0 0,'-80'6'2721'0'0,"27"-6"-2241"0"0,53-6 481 0 0,27 6-881 0 0,26 0 80 0 0,187-5 160 0 0,74 5-80 0 0,-74-6-240 0 0,-53 0-400 0 0,-32 6-480 0 0,31 0-1041 0 0,-26 0-3282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40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47 80 0 0,'-27'-12'2241'0'0,"-26"2"-400"0"0,26 3-480 0 0,27 2-321 0 0,-27 0-240 0 0,27-2-319 0 0,-26 7 239 0 0,52 7-560 0 0,1-2-80 0 0,26 7-80 0 0,81 15 80 0 0,-1 2-320 0 0,27-7-320 0 0,-59-10-321 0 0,-21-7-239 0 0,-26-10-1201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41.3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25 480 0 0,'-80'-7'5363'0'0,"26"7"-3442"0"0,28-5-1761 0 0,52 0-240 0 0,1 5 160 0 0,26-7 0 0 0,1 7 0 0 0,79 0-160 0 0,75 7-561 0 0,5-2-1760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42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662 64 3682 0 0,'-17'-1'364'0'0,"-7"-2"-45"0"0,0 2 1 0 0,0 1-1 0 0,1 1 1 0 0,-1 1 0 0 0,0 1-1 0 0,-25 7 1 0 0,18 0-467 0 0,-85 36 111 0 0,109-43 85 0 0,4-2-27 0 0,-1 1 0 0 0,1-1-1 0 0,0 1 1 0 0,0 0-1 0 0,1-1 1 0 0,-1 1-1 0 0,0 0 1 0 0,-2 3-1 0 0,4-4-15 0 0,1 0-1 0 0,-1-1 1 0 0,1 1-1 0 0,0 0 1 0 0,-1 0-1 0 0,1 0 0 0 0,0-1 1 0 0,-1 1-1 0 0,1 0 1 0 0,0 0-1 0 0,0 0 1 0 0,0 0-1 0 0,0 0 0 0 0,0 0 1 0 0,0-1-1 0 0,0 1 1 0 0,0 0-1 0 0,0 0 1 0 0,1 0-1 0 0,-1 0 0 0 0,0 0 1 0 0,0-1-1 0 0,1 1 1 0 0,-1 0-1 0 0,0 0 1 0 0,1 0-1 0 0,-1-1 0 0 0,1 1 1 0 0,-1 0-1 0 0,1-1 1 0 0,0 1-1 0 0,-1 0 1 0 0,1-1-1 0 0,0 1 0 0 0,-1-1 1 0 0,1 1-1 0 0,1 0 1 0 0,11 9 20 0 0,0 0 1 0 0,1 0 0 0 0,1-2-1 0 0,-1 0 1 0 0,19 7 0 0 0,241 81 66 0 0,-242-83-66 0 0,-1 2-1 0 0,40 25 1 0 0,-67-37-23 0 0,0 0-1 0 0,0 0 0 0 0,0 0 1 0 0,0 1-1 0 0,0 0 0 0 0,-1-1 1 0 0,1 1-1 0 0,-1 0 1 0 0,0 1-1 0 0,-1-1 0 0 0,1 0 1 0 0,3 9-1 0 0,-5-11 1 0 0,-1 1 0 0 0,1-1 0 0 0,-1 0 0 0 0,0 1 0 0 0,1-1 0 0 0,-1 1 0 0 0,0-1 0 0 0,-1 1 0 0 0,1-1 0 0 0,0 0 0 0 0,-1 1 0 0 0,1-1-1 0 0,-1 1 1 0 0,0-1 0 0 0,1 0 0 0 0,-1 0 0 0 0,0 1 0 0 0,-1-1 0 0 0,1 0 0 0 0,0 0 0 0 0,-1 0 0 0 0,1 0 0 0 0,-1 0 0 0 0,1-1 0 0 0,-3 3 0 0 0,-7 6-2 0 0,-1-1 0 0 0,0 0 0 0 0,-1 0 1 0 0,1-1-1 0 0,-2-1 0 0 0,-20 9 0 0 0,-87 25-16 0 0,114-39 13 0 0,-70 20-21 0 0,-2-4-1 0 0,-106 12 1 0 0,138-26 36 0 0,-88-6-1 0 0,125 1 13 0 0,-22-3 30 0 0,31 4-49 0 0,0-1 1 0 0,0 1-1 0 0,0 0 0 0 0,0-1 1 0 0,1 1-1 0 0,-1-1 0 0 0,0 1 0 0 0,0-1 1 0 0,0 0-1 0 0,1 1 0 0 0,-1-1 1 0 0,0 0-1 0 0,1 1 0 0 0,-1-1 0 0 0,1 0 1 0 0,-1 0-1 0 0,1 0 0 0 0,-1 0 0 0 0,1 1 1 0 0,0-1-1 0 0,-1 0 0 0 0,1 0 1 0 0,0 0-1 0 0,-1 0 0 0 0,1 0 0 0 0,0 0 1 0 0,0 0-1 0 0,0-1 0 0 0,0 2-7 0 0,0-2 7 0 0,0 1 0 0 0,0-1-1 0 0,0 1 1 0 0,0 0 0 0 0,1-1-1 0 0,-1 1 1 0 0,0-1 0 0 0,1 1-1 0 0,-1 0 1 0 0,1-1 0 0 0,-1 1-1 0 0,1 0 1 0 0,-1 0 0 0 0,1 0-1 0 0,0-1 1 0 0,0 1 0 0 0,0 0-1 0 0,0 0 1 0 0,0 0 0 0 0,0 0-1 0 0,1-1 1 0 0,69-41 86 0 0,67-38 25 0 0,116-72-22 0 0,-175 105-169 0 0,-52 34 30 0 0,0-2 0 0 0,-1-1 0 0 0,-1-1 0 0 0,0-2 0 0 0,-2 0 0 0 0,33-35 0 0 0,-53 51 30 0 0,0 0-1 0 0,0 0 0 0 0,0-1 0 0 0,0 1 0 0 0,-1-1 1 0 0,1 1-1 0 0,-1-1 0 0 0,-1 0 0 0 0,1 0 0 0 0,2-9 1 0 0,-4 11-5 0 0,0 1 1 0 0,-1-1 0 0 0,1 1 0 0 0,0-1-1 0 0,-1 1 1 0 0,1 0 0 0 0,-1-1 0 0 0,0 1-1 0 0,1 0 1 0 0,-1 0 0 0 0,0-1 0 0 0,-1 1-1 0 0,1 0 1 0 0,0 0 0 0 0,-1 0 0 0 0,1 0-1 0 0,-1 0 1 0 0,1 1 0 0 0,-1-1 0 0 0,0 0-1 0 0,0 1 1 0 0,0-1 0 0 0,0 1 0 0 0,0 0-1 0 0,-4-2 1 0 0,-9-5-241 0 0,0 1 0 0 0,-26-7 0 0 0,-39-9-1569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43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133 507 3442 0 0,'-9'2'634'0'0,"1"0"1"0"0,0-1 0 0 0,-1 0 0 0 0,-14 0-1 0 0,18-2-598 0 0,-1 1-1 0 0,1-1 0 0 0,0 0 1 0 0,0 0-1 0 0,1-1 0 0 0,-1 1 1 0 0,0-1-1 0 0,0 0 0 0 0,1 0 1 0 0,-1-1-1 0 0,1 0 0 0 0,0 1 1 0 0,-6-6-1 0 0,10 8-34 0 0,-1 0-1 0 0,1-1 1 0 0,0 1-1 0 0,-1 0 1 0 0,1 0 0 0 0,0-1-1 0 0,0 1 1 0 0,0 0 0 0 0,-1 0-1 0 0,1-1 1 0 0,0 1-1 0 0,0 0 1 0 0,0-1 0 0 0,0 1-1 0 0,0 0 1 0 0,0-1-1 0 0,0 1 1 0 0,-1 0 0 0 0,1-1-1 0 0,0 1 1 0 0,0 0 0 0 0,0-1-1 0 0,0 1 1 0 0,0 0-1 0 0,1-1 1 0 0,-1 1 0 0 0,0 0-1 0 0,0-1 1 0 0,0 1 0 0 0,0 0-1 0 0,0-1 1 0 0,0 1-1 0 0,0 0 1 0 0,1 0 0 0 0,-1-1-1 0 0,0 1 1 0 0,0 0 0 0 0,0-1-1 0 0,1 1 1 0 0,-1 0-1 0 0,0 0 1 0 0,1-1 0 0 0,14-25 74 0 0,-11 19-52 0 0,-1 0 1 0 0,1 1-1 0 0,0-1 1 0 0,1 1 0 0 0,-1 0-1 0 0,10-9 1 0 0,111-116 283 0 0,-86 95-224 0 0,-16 14-57 0 0,1 1-1 0 0,27-18 1 0 0,-29 23-26 0 0,1 2 0 0 0,0 0 0 0 0,38-15 0 0 0,-12 12-58 0 0,-14 4-233 0 0,67-14-1 0 0,-84 23 221 0 0,40-4-111 0 0,-52 11 68 0 0,-4 0 94 0 0,2-1 16 0 0,10 8-6 0 0,-13-7 13 0 0,0-1 0 0 0,0 1 0 0 0,0 0 0 0 0,-1 0 0 0 0,0-1 0 0 0,1 1 1 0 0,-1 0-1 0 0,0 5 0 0 0,-2 17 74 0 0,0 0 1 0 0,-1 0-1 0 0,-2 0 1 0 0,-9 29-1 0 0,-2-2 196 0 0,-27 56 1 0 0,31-84-186 0 0,-1-1 0 0 0,-1-1 0 0 0,-1 0 0 0 0,-23 25 0 0 0,14-18 45 0 0,-33 54 1 0 0,51-72-122 0 0,1 1 0 0 0,0-1 0 0 0,1 1 0 0 0,0 0 0 0 0,1 0 0 0 0,-2 17 0 0 0,4-23-45 0 0,1 0 0 0 0,-1 0 0 0 0,1 0-1 0 0,1-1 1 0 0,-1 1 0 0 0,3 10 0 0 0,-2-14-7 0 0,-1 0 1 0 0,1 0 0 0 0,0 0 0 0 0,0 0 0 0 0,-1 0-1 0 0,2 0 1 0 0,-1 0 0 0 0,0 0 0 0 0,0 0 0 0 0,1-1-1 0 0,-1 1 1 0 0,0 0 0 0 0,1-1 0 0 0,0 1-1 0 0,-1-1 1 0 0,1 0 0 0 0,3 2 0 0 0,-4-2-9 0 0,0-1 0 0 0,0 1 0 0 0,0-1 1 0 0,0 0-1 0 0,0 1 0 0 0,0-1 0 0 0,0 0 0 0 0,0 0 1 0 0,0 0-1 0 0,-1 0 0 0 0,1 0 0 0 0,0 0 0 0 0,0 0 1 0 0,0 0-1 0 0,0 0 0 0 0,0 0 0 0 0,0 0 0 0 0,0-1 1 0 0,0 1-1 0 0,0 0 0 0 0,0-1 0 0 0,0 1 0 0 0,1-1 1 0 0,23-23-2181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7:43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91 2961 0 0,'-54'-28'5203'0'0,"1"5"-4083"0"0,80 18-1760 0 0,53 0 160 0 0,26-7 320 0 0,22 7-160 0 0,59-2-1361 0 0,-27 2-3602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8:45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1356 1 1601 0 0,'0'1'46'0'0,"0"-1"0"0"0,0 1 0 0 0,-1 0 0 0 0,1 0 1 0 0,0 0-1 0 0,-1-1 0 0 0,1 1 0 0 0,0 0 0 0 0,-1 0 0 0 0,1-1 1 0 0,-1 1-1 0 0,1 0 0 0 0,-1-1 0 0 0,0 1 0 0 0,1-1 0 0 0,-1 1 0 0 0,0-1 1 0 0,1 1-1 0 0,-1-1 0 0 0,0 1 0 0 0,1-1 0 0 0,-1 1 0 0 0,0-1 1 0 0,0 0-1 0 0,0 0 0 0 0,1 1 0 0 0,-1-1 0 0 0,0 0 0 0 0,0 0 1 0 0,0 0-1 0 0,0 0 0 0 0,0 0 0 0 0,1 0 0 0 0,-1 0 0 0 0,0 0 1 0 0,0 0-1 0 0,-1-1 0 0 0,-5 2 227 0 0,-10 4 417 0 0,-16-2 21 0 0,15-3-573 0 0,0 0 1 0 0,-23 5-1 0 0,33-4-116 0 0,0 2-1 0 0,0-1 1 0 0,0 1-1 0 0,1 0 1 0 0,-1 1-1 0 0,1-1 0 0 0,-7 6 1 0 0,-50 21 45 0 0,50-17-58 0 0,12-11-5 0 0,0 0 1 0 0,0 0 0 0 0,0-1 0 0 0,0 1 0 0 0,0-1-1 0 0,0 1 1 0 0,-1-1 0 0 0,1 0 0 0 0,0 0 0 0 0,-1 0-1 0 0,-3 1 1 0 0,-26 13 35 0 0,27-12-15 0 0,1 0 0 0 0,-1 0 0 0 0,0-1 0 0 0,0 0 0 0 0,0 0 0 0 0,-1 0 0 0 0,-10 2 0 0 0,-22 3 69 0 0,0 0-1 0 0,20-2-57 0 0,11-2-18 0 0,1 4 3 0 0,6-7-19 0 0,0 0-1 0 0,0 1 1 0 0,0-1 0 0 0,0 0-1 0 0,0 1 1 0 0,0-1 0 0 0,0 0-1 0 0,0 1 1 0 0,-1-1 0 0 0,1 0-1 0 0,0 1 1 0 0,0-1 0 0 0,0 0-1 0 0,0 1 1 0 0,0-1 0 0 0,0 0-1 0 0,-1 0 1 0 0,1 1 0 0 0,0-1-1 0 0,0 0 1 0 0,-1 1 0 0 0,1-1-1 0 0,0 0 1 0 0,0 0 0 0 0,-1 0 0 0 0,1 1-1 0 0,0-1 1 0 0,0 0 0 0 0,-1 0-1 0 0,1 0 1 0 0,0 0 0 0 0,-1 0-1 0 0,1 1 1 0 0,-1-1 0 0 0,-24 9 24 0 0,24-9-24 0 0,1 0-1 0 0,0 0 1 0 0,0 0 0 0 0,-1 0-1 0 0,1 0 1 0 0,0 0 0 0 0,-1 0-1 0 0,1 1 1 0 0,0-1-1 0 0,0 0 1 0 0,-1 0 0 0 0,1 0-1 0 0,0 1 1 0 0,0-1-1 0 0,-1 0 1 0 0,1 0 0 0 0,0 1-1 0 0,0-1 1 0 0,0 0-1 0 0,-1 0 1 0 0,1 1 0 0 0,0-1-1 0 0,0 0 1 0 0,0 1-1 0 0,0-1 1 0 0,0 0 0 0 0,0 1-1 0 0,0-1 1 0 0,0 0 0 0 0,-1 1-1 0 0,1-1 1 0 0,0 1-2 0 0,0-1 1 0 0,0 0-1 0 0,0 1 1 0 0,0-1-1 0 0,0 0 0 0 0,0 0 1 0 0,0 1-1 0 0,0-1 1 0 0,0 0-1 0 0,0 1 1 0 0,0-1-1 0 0,0 0 1 0 0,-1 0-1 0 0,1 1 0 0 0,0-1 1 0 0,0 0-1 0 0,0 0 1 0 0,0 1-1 0 0,-1-1 1 0 0,1 0-1 0 0,0 0 1 0 0,0 0-1 0 0,-1 0 0 0 0,1 1 1 0 0,0-1-1 0 0,0 0 1 0 0,-1 0-1 0 0,1 0 1 0 0,0 0-1 0 0,-1 0 1 0 0,1 0-1 0 0,0 0 0 0 0,-1 1 1 0 0,-18 5 28 0 0,0 2 0 0 0,0 0 0 0 0,1 1 0 0 0,0 1-1 0 0,-29 21 1 0 0,9 1 51 0 0,38-31-78 0 0,-1-1 1 0 0,1 1-1 0 0,-1 0 0 0 0,1-1 0 0 0,0 1 0 0 0,-1 0 0 0 0,1 0 0 0 0,0-1 0 0 0,-1 1 0 0 0,1 0 0 0 0,0-1 1 0 0,0 1-1 0 0,0 0 0 0 0,-1 0 0 0 0,1 0 0 0 0,0-1 0 0 0,0 1 0 0 0,1 1 0 0 0,-1-1-1 0 0,0 0 0 0 0,0-1 0 0 0,0 1 0 0 0,0 0 0 0 0,0-1 0 0 0,0 1 0 0 0,0 0 0 0 0,0-1 0 0 0,-1 1 0 0 0,1 0 0 0 0,0-1 0 0 0,0 1 0 0 0,0-1 0 0 0,-1 1 0 0 0,1 0 0 0 0,0-1 0 0 0,-1 1-1 0 0,1-1 1 0 0,-1 1 0 0 0,1-1 0 0 0,0 1 0 0 0,-1-1 0 0 0,1 1 0 0 0,-1-1 0 0 0,1 1 0 0 0,-1-1 0 0 0,0 1 0 0 0,-25 6 12 0 0,17-4 2 0 0,-1-1 6 0 0,0 0-1 0 0,0 1 1 0 0,0 0-1 0 0,1 0 1 0 0,-1 1-1 0 0,1 1 1 0 0,0-1-1 0 0,0 1 1 0 0,1 1-1 0 0,-16 12 1 0 0,16-10 6 0 0,1-1-20 0 0,-1-1 1 0 0,1 0-1 0 0,-1 0 1 0 0,0 0-1 0 0,0-1 1 0 0,-14 7 0 0 0,11-7 8 0 0,0 1 1 0 0,0 1 0 0 0,-19 16-1 0 0,29-23-16 0 0,0 1 0 0 0,1-1 0 0 0,-1 1 0 0 0,1-1 0 0 0,-1 1 0 0 0,1 0 0 0 0,-1-1 0 0 0,1 1 0 0 0,0 0 0 0 0,-1 0 0 0 0,1-1 0 0 0,0 1 0 0 0,0 0 0 0 0,-1 0 0 0 0,1-1 0 0 0,0 1 0 0 0,0 0 0 0 0,0 0 0 0 0,0 0 0 0 0,0-1 0 0 0,0 2 0 0 0,0-1 0 0 0,0-1 0 0 0,0 1 0 0 0,0-1 0 0 0,0 0 0 0 0,0 1 0 0 0,0-1 0 0 0,0 1 0 0 0,0-1 0 0 0,0 1 0 0 0,0-1 0 0 0,0 1 0 0 0,0-1 0 0 0,0 1 0 0 0,-1-1 0 0 0,1 1 0 0 0,0-1 0 0 0,0 0 0 0 0,-1 1 0 0 0,1-1 0 0 0,0 1 0 0 0,0-1 0 0 0,-1 0 0 0 0,1 1 0 0 0,0-1 0 0 0,-1 0 0 0 0,1 1 0 0 0,-1-1 0 0 0,1 0 0 0 0,-1 1 0 0 0,-25 3 0 0 0,26-4 0 0 0,0 0 0 0 0,0 0 0 0 0,-1 0 0 0 0,1 0 0 0 0,0 0 0 0 0,-1 0 0 0 0,1 0 0 0 0,0 0 0 0 0,0 0 0 0 0,-1 0 0 0 0,1 1 0 0 0,0-1 0 0 0,-1 0 0 0 0,1 0 0 0 0,0 0 0 0 0,0 0 0 0 0,-1 1 0 0 0,1-1 0 0 0,0 0 0 0 0,0 0 0 0 0,0 1 0 0 0,-1-1 0 0 0,1 0 0 0 0,0 0 0 0 0,0 1 0 0 0,0-1 0 0 0,0 0 0 0 0,0 0 0 0 0,0 1 0 0 0,-1-1 0 0 0,1 0 0 0 0,0 1 0 0 0,0-1 0 0 0,0 0 0 0 0,0 1 0 0 0,0-1 0 0 0,0 0 0 0 0,0 0 0 0 0,0 1 0 0 0,0-1 0 0 0,0 0 0 0 0,1 1 0 0 0,-1-1 0 0 0,0 1 0 0 0,0-1 0 0 0,0 1 0 0 0,0-1 0 0 0,0 1 0 0 0,0-1 0 0 0,0 1 0 0 0,1-1 0 0 0,-2 1 0 0 0,1-1 0 0 0,0 1 0 0 0,0-1 0 0 0,0 1 0 0 0,0-1 0 0 0,0 1 0 0 0,0-1 0 0 0,0 1 0 0 0,-1-1 0 0 0,1 1 0 0 0,0-1 0 0 0,0 1 0 0 0,-1-1 0 0 0,1 0 0 0 0,0 1 0 0 0,-1-1 0 0 0,1 1 0 0 0,0-1 0 0 0,-1 0 0 0 0,1 1 0 0 0,0-1 0 0 0,-1 0 0 0 0,0 1 0 0 0,-4 2 1 0 0,3-2-1 0 0,0 0 0 0 0,0 0 0 0 0,0 0-1 0 0,1 0 1 0 0,-1 0 0 0 0,0 1 0 0 0,1-1 0 0 0,-1 1-1 0 0,1-1 1 0 0,-2 3 0 0 0,2-2 1 0 0,-1 1 1 0 0,1 0-1 0 0,0 0 0 0 0,1 0 1 0 0,-1 0-1 0 0,1 0 0 0 0,-1 0 1 0 0,1 0-1 0 0,0 0 0 0 0,0 5 1 0 0,0-5 2 0 0,-1 0 0 0 0,0-1 1 0 0,1 1-1 0 0,-1 0 0 0 0,0 0 1 0 0,0 0-1 0 0,-1-1 0 0 0,1 1 1 0 0,-1-1-1 0 0,1 1 0 0 0,-1-1 1 0 0,0 1-1 0 0,0-1 0 0 0,0 0 1 0 0,0 0-1 0 0,0 0 0 0 0,0 0 1 0 0,0 0-1 0 0,-5 2 0 0 0,5-2-1 0 0,-1-1 0 0 0,1 1 0 0 0,-1 0 0 0 0,1 0 0 0 0,0 0 0 0 0,0 0 0 0 0,0 0 0 0 0,0 1 0 0 0,0-1 0 0 0,0 1 0 0 0,1-1 0 0 0,-1 1 0 0 0,1 0 0 0 0,0-1 0 0 0,-1 1 0 0 0,1 0 0 0 0,1 0 0 0 0,-1 0 0 0 0,-1 5 0 0 0,2-6-2 0 0,0 1-1 0 0,0-1 0 0 0,0 0 0 0 0,-1 1 0 0 0,1-1 0 0 0,-1 0 1 0 0,0 1-1 0 0,0-1 0 0 0,0 0 0 0 0,0 0 0 0 0,0 0 1 0 0,0 0-1 0 0,0 0 0 0 0,-1 0 0 0 0,1 0 0 0 0,-1 0 1 0 0,1 0-1 0 0,-1-1 0 0 0,-3 4 0 0 0,-4 3 10 0 0,8-7-9 0 0,0 0 1 0 0,1-1-1 0 0,-1 1 1 0 0,1-1-1 0 0,-1 1 1 0 0,1 0-1 0 0,-1 0 1 0 0,1-1-1 0 0,-1 1 1 0 0,1 0-1 0 0,0 0 1 0 0,0 0-1 0 0,-1-1 1 0 0,1 1-1 0 0,0 0 1 0 0,0 0-1 0 0,0 0 1 0 0,0 0-1 0 0,0 0 1 0 0,0 0-1 0 0,0-1 1 0 0,0 1-1 0 0,0 1 1 0 0,0 9-38 0 0,0-7 38 0 0,0-1 1 0 0,-1 0 0 0 0,1 1 0 0 0,-1-1 0 0 0,0 0-1 0 0,0 0 1 0 0,-1 0 0 0 0,1 0 0 0 0,-1 0-1 0 0,1 0 1 0 0,-1 0 0 0 0,0 0 0 0 0,0-1 0 0 0,0 1-1 0 0,0-1 1 0 0,0 1 0 0 0,-6 3 0 0 0,7-4 0 0 0,-1 1-2 0 0,1-1 0 0 0,-1 1-1 0 0,1 0 1 0 0,0 0 0 0 0,0 0-1 0 0,0 1 1 0 0,1-1 0 0 0,-1 0 0 0 0,1 0-1 0 0,0 0 1 0 0,0 1 0 0 0,0-1 0 0 0,0 0-1 0 0,0 0 1 0 0,1 0 0 0 0,0 4 0 0 0,0 10-1 0 0,-1 53 67 0 0,0-68-67 0 0,0 0-1 0 0,0 0 1 0 0,0-1-1 0 0,0 1 1 0 0,0 0-1 0 0,-1 0 1 0 0,1-1 0 0 0,-1 1-1 0 0,1 0 1 0 0,-1-1-1 0 0,0 1 1 0 0,1 0-1 0 0,-1-1 1 0 0,0 1 0 0 0,0-1-1 0 0,0 1 1 0 0,0-1-1 0 0,-1 0 1 0 0,1 1-1 0 0,0-1 1 0 0,-1 0 0 0 0,1 0-1 0 0,-2 1 1 0 0,2-1-2 0 0,-1 0 1 0 0,1 0 0 0 0,-1 0 0 0 0,1 0-1 0 0,0 1 1 0 0,0-1 0 0 0,0 0 0 0 0,0 0 0 0 0,0 1-1 0 0,0-1 1 0 0,0 1 0 0 0,0-1 0 0 0,0 1-1 0 0,1-1 1 0 0,-1 1 0 0 0,1 0 0 0 0,-1-1-1 0 0,1 1 1 0 0,0 0 0 0 0,-1-1 0 0 0,1 1 0 0 0,0 0-1 0 0,0 1 1 0 0,0-1 4 0 0,0 0-1 0 0,0 0 0 0 0,0 1 1 0 0,-1-1-1 0 0,1 0 1 0 0,-1 0-1 0 0,1 0 1 0 0,-1 0-1 0 0,0 0 1 0 0,0-1-1 0 0,0 1 1 0 0,0 0-1 0 0,0 0 1 0 0,0 0-1 0 0,0-1 0 0 0,-1 1 1 0 0,1-1-1 0 0,-1 1 1 0 0,-2 1-1 0 0,3-1 2 0 0,-1-1-1 0 0,1 1 1 0 0,-1-1-1 0 0,1 1 1 0 0,-1 0 0 0 0,1-1-1 0 0,0 1 1 0 0,0 0-1 0 0,0 0 1 0 0,0 0-1 0 0,0 0 1 0 0,0 0-1 0 0,0 0 1 0 0,1 0-1 0 0,-1 0 1 0 0,1 0-1 0 0,-1 0 1 0 0,1 1 0 0 0,0 2-1 0 0,0 173 184 0 0,0-176-184 0 0,0 0 0 0 0,0 0 0 0 0,0 0 0 0 0,1 0 0 0 0,-1 0 0 0 0,1 0 0 0 0,-1 0 0 0 0,1 0 0 0 0,-1-1 0 0 0,1 1 0 0 0,0 0 0 0 0,0 0 0 0 0,0-1 1 0 0,0 1-1 0 0,0-1 0 0 0,0 1 0 0 0,1-1 0 0 0,-1 1 0 0 0,0-1 0 0 0,1 1 0 0 0,1 0 0 0 0,-2-1-3 0 0,1 0 0 0 0,0 1 0 0 0,-1-1 0 0 0,0 1 0 0 0,1-1 0 0 0,-1 1 0 0 0,0-1 0 0 0,0 1 0 0 0,0 0 0 0 0,0 0 0 0 0,0-1 0 0 0,0 1 0 0 0,0 0 0 0 0,-1 0 0 0 0,1 0 0 0 0,-1 0 0 0 0,1 0 0 0 0,-1 0 0 0 0,0 0 0 0 0,0 0 0 0 0,0 2 0 0 0,0 321 160 0 0,0-322-160 0 0,1 0 0 0 0,-1 0 0 0 0,1 0 0 0 0,0 0 0 0 0,-1 0 0 0 0,1 0 0 0 0,0-1 0 0 0,1 1 0 0 0,-1 0 0 0 0,0-1 0 0 0,1 1 0 0 0,0-1 0 0 0,-1 1 0 0 0,1-1 0 0 0,4 4 0 0 0,4 7 0 0 0,-10-12 0 0 0,1-1 0 0 0,-1 1 0 0 0,1 0 0 0 0,-1 0 0 0 0,1 0 0 0 0,-1 0 0 0 0,0 0 0 0 0,0 0 0 0 0,1 0 0 0 0,-1 0 0 0 0,0 0 0 0 0,0 0 0 0 0,0 0 0 0 0,0 0 0 0 0,0 0 0 0 0,0 0 0 0 0,0 0 0 0 0,-1 0 0 0 0,1 0 0 0 0,0 0 0 0 0,0-1 0 0 0,-1 1 0 0 0,1 0 0 0 0,-1 0 0 0 0,1 0 1 0 0,-1 0-1 0 0,1 0 0 0 0,-1 0 0 0 0,1-1 0 0 0,-1 1 0 0 0,0 0 0 0 0,1-1 0 0 0,-1 1 0 0 0,0 0 0 0 0,0-1 0 0 0,1 1 0 0 0,-1-1 0 0 0,-2 2 0 0 0,-6 9 12 0 0,18 5 23 0 0,1-2-3 0 0,-9-11-26 0 0,0-1 0 0 0,0 1 0 0 0,0 0 0 0 0,0 0 0 0 0,-1 0 0 0 0,0 0 1 0 0,1 0-1 0 0,-1 0 0 0 0,0 5 0 0 0,-1-5-3 0 0,1 0 0 0 0,0 0 0 0 0,1 0 0 0 0,-1 0 0 0 0,0 0-1 0 0,1 0 1 0 0,0 0 0 0 0,0 0 0 0 0,0 0 0 0 0,2 4 0 0 0,9 9 23 0 0,-10-13-23 0 0,0-1 1 0 0,-1 0-1 0 0,1 0 0 0 0,0 1 0 0 0,-1-1 0 0 0,1 1 0 0 0,-1-1 1 0 0,0 1-1 0 0,0 0 0 0 0,0-1 0 0 0,0 1 0 0 0,0 0 0 0 0,-1 0 1 0 0,1 0-1 0 0,-1-1 0 0 0,0 5 0 0 0,0-5 3 0 0,0 0-1 0 0,1 1 1 0 0,-1-1 0 0 0,0 0-1 0 0,1 0 1 0 0,-1 1 0 0 0,1-1-1 0 0,0 0 1 0 0,0 0-1 0 0,0 1 1 0 0,0-1 0 0 0,0 0-1 0 0,0 0 1 0 0,0 0 0 0 0,1-1-1 0 0,-1 1 1 0 0,1 0 0 0 0,0 0-1 0 0,2 2 1 0 0,7 7 28 0 0,-1 3 15 0 0,-8-12-42 0 0,-1 0 0 0 0,1 1 0 0 0,0-1 0 0 0,0 0 0 0 0,0 0 0 0 0,0 0 0 0 0,0 0 0 0 0,0 0 0 0 0,1-1 0 0 0,-1 1 0 0 0,1-1 0 0 0,-1 1 0 0 0,4 0 0 0 0,12 6 13 0 0,1-1 1 0 0,0 0 0 0 0,0-2 0 0 0,36 6 0 0 0,6 1 195 0 0,35 3-371 0 0,170 3 0 0 0,-177-14 225 0 0,-30-3-87 0 0,110-10 1 0 0,-132 4 25 0 0,0-1 1 0 0,-1-2-1 0 0,0-2 0 0 0,39-16 0 0 0,-50 16 0 0 0,-1-2 0 0 0,0-2 0 0 0,-1 0-1 0 0,0-1 1 0 0,-2-1 0 0 0,1-1 0 0 0,-2 0 0 0 0,20-24 0 0 0,-5-11-9 0 0,-19 24 0 0 0,5 0 0 0 0,0 0 0 0 0,2 2 0 0 0,52-47 0 0 0,-64 61 0 0 0,1 0 0 0 0,-2-1 0 0 0,0 0 0 0 0,0-1 0 0 0,-1 0 0 0 0,-1 0 0 0 0,10-25 0 0 0,21-34 0 0 0,45-74 4 0 0,-73 124 8 0 0,-1-1 1 0 0,0-1 0 0 0,-2 0-1 0 0,8-44 1 0 0,-3-52 0 0 0,-4 79-23 0 0,14-43 0 0 0,-11 44-20 0 0,8-45 0 0 0,-8-34-50 0 0,2 56 27 0 0,-7 35 42 0 0,-2 0-1 0 0,0 0 1 0 0,0-32-1 0 0,-5 53-4 0 0,0-1 0 0 0,-1 1-1 0 0,0-1 1 0 0,0 1 0 0 0,-1 0-1 0 0,0-1 1 0 0,-1 1 0 0 0,1 0-1 0 0,-1 0 1 0 0,-1 1 0 0 0,0-1-1 0 0,0 1 1 0 0,0 0-1 0 0,-1-1 1 0 0,-7-7 0 0 0,-52-48-344 0 0,49 47 243 0 0,-69-66-561 0 0,70 71 543 0 0,0 0 1 0 0,-1 2-1 0 0,0 0 1 0 0,-31-13-1 0 0,7 8-331 0 0,-62-13-1 0 0,25 8-721 0 0,-6-11-2187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4:05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19 1361 0 0,'-30'-5'1040'0'0,"30"-1"-240"0"0,0-2-159 0 0,-29 16-1922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4:05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31 80 0 0,'0'-31'8150'0'0,"5"32"-7909"0"0,15 3-68 0 0,-20-3-158 0 0,1 0 0 0 0,0-1 1 0 0,-1 1-1 0 0,1 0 0 0 0,-1-1 0 0 0,1 1 1 0 0,-1 0-1 0 0,0 0 0 0 0,1 0 0 0 0,-1 0 1 0 0,0-1-1 0 0,1 1 0 0 0,-1 0 0 0 0,0 0 0 0 0,0 0 1 0 0,0 0-1 0 0,0 0 0 0 0,0 0 0 0 0,0 0 1 0 0,0 1-1 0 0,-1 22 45 0 0,1-22-40 0 0,-2 24 61 0 0,2-20-60 0 0,-1 0 1 0 0,1 0-1 0 0,0-1 0 0 0,0 1 0 0 0,0 0 1 0 0,1 0-1 0 0,0 0 0 0 0,0-1 0 0 0,4 11 1 0 0,0-5-7 0 0,-4-10-12 0 0,0 0 0 0 0,-1 0-1 0 0,1 0 1 0 0,-1 0 0 0 0,1 0-1 0 0,-1 0 1 0 0,1 0 0 0 0,-1 0-1 0 0,0 0 1 0 0,1 0 0 0 0,-1 0-1 0 0,0 1 1 0 0,0-1 0 0 0,0 0 0 0 0,0 0-1 0 0,0 0 1 0 0,0 0 0 0 0,0 0-1 0 0,0 0 1 0 0,-1 1 0 0 0,1-1-1 0 0,0 0 1 0 0,-1 0 0 0 0,1 0-1 0 0,-1 0 1 0 0,1 0 0 0 0,-1 0-1 0 0,1 0 1 0 0,-1 0 0 0 0,0 0-1 0 0,1 0 1 0 0,-1-1 0 0 0,-1 2-1 0 0,0 2 12 0 0,0 3 14 0 0,0-1 1 0 0,0 1-1 0 0,1 0 0 0 0,1 0 1 0 0,-1-1-1 0 0,1 1 1 0 0,0 0-1 0 0,2 13 1 0 0,-1 4 35 0 0,-1-19-49 0 0,0 0-1 0 0,1 0 1 0 0,0 0 0 0 0,0 0-1 0 0,0 0 1 0 0,1-1 0 0 0,-1 1-1 0 0,1 0 1 0 0,4 7 0 0 0,3 7-2 0 0,1 20 54 0 0,10 4-1 0 0,-11-11-51 0 0,-6-22-15 0 0,0 0-1 0 0,0 1 1 0 0,1-1 0 0 0,9 16 0 0 0,11 27 23 0 0,-20-43-11 0 0,0-1 0 0 0,0 1 0 0 0,1-1 0 0 0,0 0-1 0 0,0 0 1 0 0,9 9 0 0 0,-11-14-8 0 0,1-1 0 0 0,0 0-1 0 0,0 0 1 0 0,0 0 0 0 0,0-1 0 0 0,0 1-1 0 0,0-1 1 0 0,1 0 0 0 0,-1 0-1 0 0,1 0 1 0 0,0-1 0 0 0,-1 0-1 0 0,1 0 1 0 0,0 0 0 0 0,0 0 0 0 0,0-1-1 0 0,9 0 1 0 0,2-1 18 0 0,0 0-1 0 0,0-1 1 0 0,0-1 0 0 0,-1-1-1 0 0,1 0 1 0 0,-1-1 0 0 0,22-9-1 0 0,-1-4 2 0 0,-1-1-1 0 0,42-30 0 0 0,288-221 205 0 0,-333 242-227 0 0,-1-2 0 0 0,-1-1 0 0 0,35-49 0 0 0,-62 77 7 0 0,0 0 1 0 0,0 0-1 0 0,0-1 1 0 0,-1 1-1 0 0,0-1 1 0 0,0 1-1 0 0,0-1 1 0 0,0 0-1 0 0,0 0 1 0 0,-1 0-1 0 0,0 0 1 0 0,0 0-1 0 0,0-1 1 0 0,0 1-1 0 0,0-6 1 0 0,-1 10-11 0 0,0 0 1 0 0,0-1-1 0 0,0 1 0 0 0,0 0 1 0 0,0 0-1 0 0,0 0 0 0 0,0 0 1 0 0,0 0-1 0 0,0 0 0 0 0,0-1 1 0 0,0 1-1 0 0,0 0 0 0 0,0 0 1 0 0,0 0-1 0 0,0 0 0 0 0,0 0 1 0 0,0 0-1 0 0,0 0 0 0 0,0-1 1 0 0,0 1-1 0 0,0 0 0 0 0,-1 0 1 0 0,1 0-1 0 0,0 0 0 0 0,0 0 1 0 0,0 0-1 0 0,0 0 0 0 0,0 0 1 0 0,0 0-1 0 0,0 0 0 0 0,0 0 1 0 0,0-1-1 0 0,-1 1 0 0 0,1 0 1 0 0,0 0-1 0 0,0 0 0 0 0,0 0 1 0 0,0 0-1 0 0,0 0 0 0 0,0 0 1 0 0,-1 0-1 0 0,1 0 0 0 0,0 0 1 0 0,0 0-1 0 0,0 0 0 0 0,0 0 1 0 0,0 0-1 0 0,0 0 0 0 0,0 0 1 0 0,-1 0-1 0 0,1 0 0 0 0,0 1 1 0 0,0-1-1 0 0,0 0 0 0 0,0 0 1 0 0,0 0-1 0 0,0 0 0 0 0,0 0 1 0 0,0 0-1 0 0,-1 0 0 0 0,1 0 1 0 0,0 0-1 0 0,0 0 0 0 0,0 1 1 0 0,-20 2-492 0 0,20-2 401 0 0,-1-1 0 0 0,1 0 1 0 0,0 0-1 0 0,-1 1 0 0 0,1-1 0 0 0,-1 1 1 0 0,1-1-1 0 0,0 0 0 0 0,-1 1 0 0 0,1-1 1 0 0,0 1-1 0 0,-1-1 0 0 0,1 1 0 0 0,0-1 1 0 0,0 1-1 0 0,0-1 0 0 0,-1 1 0 0 0,1-1 1 0 0,0 1-1 0 0,0-1 0 0 0,0 1 0 0 0,0-1 0 0 0,0 1 1 0 0,0-1-1 0 0,0 1 0 0 0,0-1 0 0 0,0 1 1 0 0,0 0-1 0 0,-4 16-2740 0 0,-20 21-1662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4:06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25 402 960 0 0,'-5'2'2215'0'0,"-15"3"-868"0"0,21-5-1321 0 0,-1 0 0 0 0,0-1-1 0 0,0 1 1 0 0,0 0 0 0 0,0 0 0 0 0,0 0-1 0 0,0 0 1 0 0,0 0 0 0 0,0 0 0 0 0,0 0 0 0 0,0 0-1 0 0,1-1 1 0 0,-1 1 0 0 0,0 0 0 0 0,0 0-1 0 0,0 0 1 0 0,0 0 0 0 0,0 0 0 0 0,0 0-1 0 0,0-1 1 0 0,0 1 0 0 0,0 0 0 0 0,0 0 0 0 0,0 0-1 0 0,0 0 1 0 0,0 0 0 0 0,0-1 0 0 0,0 1-1 0 0,0 0 1 0 0,0 0 0 0 0,0 0 0 0 0,-1 0-1 0 0,1 0 1 0 0,0 0 0 0 0,0 0 0 0 0,0-1 0 0 0,0 1-1 0 0,0 0 1 0 0,0 0 0 0 0,0 0 0 0 0,0 0-1 0 0,0 0 1 0 0,-1 0 0 0 0,16-4 270 0 0,-9 3-163 0 0,-1 0 0 0 0,0 0 0 0 0,0-1 0 0 0,0 1 0 0 0,0-1 0 0 0,9-5 0 0 0,20-10 347 0 0,-27 15-399 0 0,-1-1 0 0 0,1 0 1 0 0,-1 0-1 0 0,0 0 0 0 0,0-1 1 0 0,0 0-1 0 0,0 0 0 0 0,0 0 0 0 0,-1-1 1 0 0,8-9-1 0 0,1-13 304 0 0,-12 21-322 0 0,0 1-1 0 0,1 0 1 0 0,0 0-1 0 0,0 0 1 0 0,5-7-1 0 0,7-5 86 0 0,-8 10-78 0 0,0-1-1 0 0,-1 1 0 0 0,0-1 0 0 0,7-14 0 0 0,-4-1 56 0 0,-7 18-97 0 0,1-1 0 0 0,-1 1 0 0 0,1-1 0 0 0,0 1-1 0 0,0 0 1 0 0,7-8 0 0 0,33-33 68 0 0,7-8-18 0 0,-35 41-78 0 0,-11 10 0 0 0,-2 3 0 0 0,1 5 0 0 0,0-3 0 0 0,-1 1 1 0 0,0 0-1 0 0,0-1 1 0 0,0 1-1 0 0,0 0 1 0 0,0 0-1 0 0,-1 0 1 0 0,1 0 0 0 0,-1 1-1 0 0,0-1 1 0 0,0 0-1 0 0,0 0 1 0 0,0 1-1 0 0,-1-1 1 0 0,0 1-1 0 0,1-1 1 0 0,-1 1 0 0 0,0-1-1 0 0,0 0 1 0 0,-1 1-1 0 0,1-1 1 0 0,-1 1-1 0 0,-1 3 1 0 0,-18 58 52 0 0,15-36-43 0 0,4-22-21 0 0,0-1-1 0 0,-1 1 1 0 0,1-1-1 0 0,-1 0 1 0 0,-1 1-1 0 0,1-1 1 0 0,-1 0-1 0 0,-6 10 1 0 0,7-13-6 0 0,-2 2-63 0 0,1-1 1 0 0,1 0-1 0 0,-1 1 0 0 0,1-1 0 0 0,-1 1 1 0 0,1 0-1 0 0,0 0 0 0 0,1 0 0 0 0,-1 0 0 0 0,1 0 1 0 0,0 0-1 0 0,0 8 0 0 0,1-11 1 0 0,0 0 0 0 0,0-1-1 0 0,0 1 1 0 0,0 0 0 0 0,0-1 0 0 0,0 1 0 0 0,-1-1-1 0 0,1 1 1 0 0,-1 0 0 0 0,1-1 0 0 0,-1 1 0 0 0,0-1-1 0 0,1 1 1 0 0,-1-1 0 0 0,0 0 0 0 0,0 1 0 0 0,0-1-1 0 0,0 0 1 0 0,0 1 0 0 0,0-1 0 0 0,0 0 0 0 0,-1 0-1 0 0,1 0 1 0 0,0 0 0 0 0,-1 0 0 0 0,1 0 0 0 0,-1-1-1 0 0,1 1 1 0 0,-1 0 0 0 0,1-1 0 0 0,-4 2 0 0 0,-24 1-2149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4:06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 80 0 0,'29'-14'2641'0'0,"1"3"-480"0"0,-1 4-400 0 0,1 7-480 0 0,0 0-401 0 0,23 0-320 0 0,6 13-400 0 0,1 0-800 0 0,28-2-1601 0 0,-28-3-1120 0 0,-1 3 319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4:07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484 184 2481 0 0,'7'-9'685'0'0,"-1"-1"-1"0"0,0-1 0 0 0,-1 1 1 0 0,6-16-1 0 0,-6 14-50 0 0,1-1-1 0 0,12-19 1 0 0,-15 27-576 0 0,1 1 1 0 0,-1 0 0 0 0,1 0 0 0 0,0 0 0 0 0,0 1 0 0 0,0-1 0 0 0,0 1-1 0 0,1 0 1 0 0,-1 0 0 0 0,1 1 0 0 0,0-1 0 0 0,0 1 0 0 0,0 0-1 0 0,0 1 1 0 0,0-1 0 0 0,10-1 0 0 0,-3 1-26 0 0,-5 0-28 0 0,1 0 1 0 0,-1 1-1 0 0,1 0 0 0 0,-1 0 0 0 0,1 1 0 0 0,-1 0 1 0 0,1 1-1 0 0,9 1 0 0 0,-8 0-7 0 0,6 1-49 0 0,0 1 0 0 0,25 9 0 0 0,-38-12 39 0 0,0 0-1 0 0,0 0 1 0 0,1 0-1 0 0,-1 0 1 0 0,0 0-1 0 0,0 0 1 0 0,0 0-1 0 0,0 1 1 0 0,0-1-1 0 0,-1 1 1 0 0,1 0 0 0 0,0-1-1 0 0,-1 1 1 0 0,1 0-1 0 0,-1 0 1 0 0,1 0-1 0 0,-1 0 1 0 0,0 0-1 0 0,0 0 1 0 0,0 1-1 0 0,0-1 1 0 0,0 0-1 0 0,-1 1 1 0 0,1 3-1 0 0,-1-2 8 0 0,-2 0 1 0 0,1-1-1 0 0,0 1 0 0 0,-1-1 0 0 0,0 1 1 0 0,1-1-1 0 0,-1 1 0 0 0,-1-1 0 0 0,1 0 1 0 0,0 0-1 0 0,-1 0 0 0 0,0 0 0 0 0,1-1 1 0 0,-6 5-1 0 0,-2 1 43 0 0,1 0-1 0 0,-1-1 1 0 0,-15 8 0 0 0,16-12 33 0 0,1 0-1 0 0,-1-1 1 0 0,0 0 0 0 0,1 0-1 0 0,-1-1 1 0 0,0 0-1 0 0,0-1 1 0 0,0 0-1 0 0,0 0 1 0 0,-12-3-1 0 0,-19 1 168 0 0,16 1-158 0 0,48-4-67 0 0,17 8 7 0 0,0 2 0 0 0,-1 1 0 0 0,66 19 0 0 0,-107-25-19 0 0,1 0-1 0 0,-1 0 1 0 0,1 0-1 0 0,0 0 1 0 0,-1 0-1 0 0,1 1 0 0 0,-1-1 1 0 0,1 0-1 0 0,0 0 1 0 0,-1 1-1 0 0,1-1 0 0 0,0 0 1 0 0,-1 0-1 0 0,1 1 1 0 0,0-1-1 0 0,0 0 1 0 0,-1 1-1 0 0,1-1 0 0 0,0 0 1 0 0,0 1-1 0 0,-1-1 1 0 0,1 0-1 0 0,0 1 0 0 0,0-1 1 0 0,0 0-1 0 0,0 1 1 0 0,0-1-1 0 0,-1 1 1 0 0,1-1-1 0 0,0 0 0 0 0,0 1 1 0 0,0-1-1 0 0,0 1 1 0 0,0-1-1 0 0,0 1 0 0 0,0-1 1 0 0,1 0-1 0 0,-1 1 1 0 0,0-1-1 0 0,0 1 1 0 0,0-1-1 0 0,0 0 0 0 0,0 1 1 0 0,1-1-1 0 0,-1 0 1 0 0,0 1-1 0 0,0-1 0 0 0,1 0 1 0 0,-1 1-1 0 0,0-1 1 0 0,0 0-1 0 0,1 1 1 0 0,-1-1-1 0 0,0 0 0 0 0,1 0 1 0 0,-1 1-1 0 0,1-1 1 0 0,-1 0-1 0 0,0 0 0 0 0,1 0 1 0 0,-1 0-1 0 0,0 0 1 0 0,2 1-1 0 0,-55 11 153 0 0,1-2-1 0 0,-1-2 1 0 0,-76 1 0 0 0,100-7-97 0 0,-27 1 44 0 0,-110-9-1 0 0,135 2-88 0 0,-1-1 0 0 0,0-2 0 0 0,1-1 0 0 0,-56-22 0 0 0,77 25-40 0 0,1 1 0 0 0,-1-2 0 0 0,-16-11 0 0 0,25 16-2 0 0,-1 0 0 0 0,0-1 0 0 0,0 1 0 0 0,1-1 0 0 0,-1 1 0 0 0,1-1 0 0 0,0 1 0 0 0,-1-1 0 0 0,1 0 0 0 0,0 1 0 0 0,0-1 0 0 0,0 0 0 0 0,0 0 0 0 0,0 0 1 0 0,0 0-1 0 0,1 0 0 0 0,-1 0 0 0 0,0 0 0 0 0,1 0 0 0 0,0 0 0 0 0,0 0 0 0 0,-1 0 0 0 0,1-1 0 0 0,0 1 0 0 0,1-2 0 0 0,1-1-159 0 0,1 0 0 0 0,-1 0 0 0 0,1 0 0 0 0,0 1 0 0 0,1 0 0 0 0,4-6 0 0 0,6-8-801 0 0,-5 6-634 0 0,-1-1 0 0 0,9-22 0 0 0,-16 34 1511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4:14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76 2481 0 0,'0'0'2721'0'0,"5"-1"-2040"0"0,15-3-268 0 0,-16 3-66 0 0,-4 2-280 0 0,5 3-41 0 0,20-3 281 0 0,-84-1 2975 0 0,64 0-3202 0 0,15 0 0 0 0,-16 0 80 0 0,-3-2 447 0 0,-1 1-583 0 0,-1 1 0 0 0,1 0 0 0 0,0 0 0 0 0,0 0 0 0 0,0 0 0 0 0,0-1 0 0 0,0 1 0 0 0,0 0 0 0 0,0 0 0 0 0,0 0 0 0 0,-1-1 1 0 0,1 1-1 0 0,0 0 0 0 0,0 0 0 0 0,0 0 0 0 0,0-1 0 0 0,0 1 0 0 0,0 0 0 0 0,0 0 0 0 0,0 0 0 0 0,0-1 0 0 0,0 1 0 0 0,1 0 0 0 0,-1 0 0 0 0,0 0 0 0 0,0-1 0 0 0,0 1 0 0 0,0 0 0 0 0,0 0 0 0 0,0 0 0 0 0,0-1 0 0 0,0 1 0 0 0,0 0 0 0 0,1 0 0 0 0,-1 0 0 0 0,0 0 0 0 0,0-1 0 0 0,0 1 0 0 0,0 0 0 0 0,1 0 0 0 0,-1 0 0 0 0,0 0 0 0 0,0 0 0 0 0,0 0 0 0 0,1 0 0 0 0,-1 0 0 0 0,0 0 0 0 0,0 0 1 0 0,0-1-1 0 0,1 1 0 0 0,-1 0 0 0 0,0 0 0 0 0,0 0 0 0 0,0 0 0 0 0,1 0 0 0 0,-1 0 0 0 0,0 1 0 0 0,11-2-3 0 0,0 1 0 0 0,0 0 0 0 0,19 4 0 0 0,26 2 42 0 0,140 14 172 0 0,-42-2-737 0 0,-99-17-779 0 0,-55-1 1197 0 0,1-1 0 0 0,-1 1 0 0 0,1 0-1 0 0,-1 0 1 0 0,0 0 0 0 0,1-1 0 0 0,-1 1 0 0 0,0 0-1 0 0,1-1 1 0 0,-1 1 0 0 0,1 0 0 0 0,-1-1-1 0 0,0 1 1 0 0,0 0 0 0 0,1-1 0 0 0,-1 1 0 0 0,0-1-1 0 0,0 1 1 0 0,1 0 0 0 0,-1-1 0 0 0,0 1 0 0 0,0-1-1 0 0,0 1 1 0 0,0-1 0 0 0,0 1 0 0 0,0-1 0 0 0,3-5-724 0 0,-1 2 365 0 0,0 2 234 0 0,-1 1-1 0 0,0-1 1 0 0,0 0 0 0 0,0 0-1 0 0,0 0 1 0 0,0 1-1 0 0,0-1 1 0 0,0 0-1 0 0,0 0 1 0 0,-1 0-1 0 0,1-1 1 0 0,-1 1-1 0 0,0-3 1 0 0,-1-4-563 0 0,0 1 1 0 0,-2 0-1 0 0,1-1 1 0 0,-1 1 0 0 0,-6-13-1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4:14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8 1040 0 0,'-43'6'5858'0'0,"57"-6"-5446"0"0,-14 0-402 0 0,0 0-1 0 0,1 0 1 0 0,-1 0-1 0 0,0 0 1 0 0,0 0-1 0 0,0 0 1 0 0,0 1 0 0 0,0-1-1 0 0,0 0 1 0 0,0 0-1 0 0,1 0 1 0 0,-1 0-1 0 0,0 0 1 0 0,0 0 0 0 0,0 0-1 0 0,0 0 1 0 0,0 0-1 0 0,0 0 1 0 0,1 0-1 0 0,-1 0 1 0 0,0 0 0 0 0,0 0-1 0 0,0 0 1 0 0,0 0-1 0 0,0 0 1 0 0,0 0-1 0 0,1 0 1 0 0,-1 0 0 0 0,0 0-1 0 0,0-1 1 0 0,0 1-1 0 0,0 0 1 0 0,0 0-1 0 0,0 0 1 0 0,0 0 0 0 0,1 0-1 0 0,-1 0 1 0 0,0 0-1 0 0,0 0 1 0 0,0 0-1 0 0,0 0 1 0 0,0-1 0 0 0,0 1-1 0 0,0 0 1 0 0,0 0-1 0 0,0 0 1 0 0,0 0-1 0 0,0 0 1 0 0,0 0 0 0 0,0-1-1 0 0,0 1 1 0 0,0 0-1 0 0,0 0 1 0 0,0 0-1 0 0,0 0 1 0 0,0 0 0 0 0,0 0-1 0 0,0-1 1 0 0,0 1-1 0 0,0 0 1 0 0,4-3 433 0 0,16 2 37 0 0,-20 1-467 0 0,-1-1-1 0 0,1 1 0 0 0,-1-1 0 0 0,1 1 0 0 0,0-1 0 0 0,-1 1 0 0 0,1-1 1 0 0,-1 1-1 0 0,1 0 0 0 0,-1-1 0 0 0,1 1 0 0 0,-1 0 0 0 0,1 0 1 0 0,-1-1-1 0 0,0 1 0 0 0,1 0 0 0 0,-1 0 0 0 0,1 0 0 0 0,-1 0 0 0 0,0 0 1 0 0,1-1-1 0 0,-1 1 0 0 0,1 0 0 0 0,-1 0 0 0 0,0 1 0 0 0,1-1 1 0 0,-1 0-1 0 0,1 0 0 0 0,-1 0 0 0 0,0 0 0 0 0,1 0 0 0 0,-1 1 0 0 0,1-1 1 0 0,-1 0-1 0 0,1 1 0 0 0,-1-1 0 0 0,1 0 0 0 0,-1 1 0 0 0,1-1 1 0 0,-1 0-1 0 0,1 1 0 0 0,-1-1 0 0 0,1 1 0 0 0,-1 0 0 0 0,-4 0 148 0 0,-14-1 0 0 0,14 0 1 0 0,10 0-1 0 0,49 1 480 0 0,68 5 14 0 0,392 19 226 0 0,-453-18-1600 0 0,5-2-1535 0 0,-16-5-1266 0 0,-16 0-1362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4:23.8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2031 92 2481 0 0,'-58'1'1727'0'0,"30"0"-1268"0"0,0 0 0 0 0,0-2 0 0 0,0-2 1 0 0,0 0-1 0 0,-45-12 0 0 0,-35-22-285 0 0,89 30-55 0 0,-1 1 1 0 0,1 1 0 0 0,-41-5 0 0 0,-54 2 401 0 0,85 8-466 0 0,-1 2 0 0 0,1 0 0 0 0,0 2-1 0 0,1 1 1 0 0,-1 1 0 0 0,1 1 0 0 0,0 2 0 0 0,-39 18 0 0 0,49-19-38 0 0,1 2 0 0 0,-31 21 1 0 0,36-22-11 0 0,-1-1 0 0 0,0 0-1 0 0,0 0 1 0 0,-1-2 0 0 0,-14 6 0 0 0,19-8 25 0 0,0 0-1 0 0,1 0 1 0 0,-1 0 0 0 0,1 1 0 0 0,0 1-1 0 0,1-1 1 0 0,-14 14 0 0 0,11-10 21 0 0,4-5-37 0 0,0 0 1 0 0,0 0 0 0 0,0-1-1 0 0,0 0 1 0 0,0 0-1 0 0,-1 0 1 0 0,1-1-1 0 0,-1 0 1 0 0,0 0 0 0 0,-14 1-1 0 0,12-1-31 0 0,-1 0 0 0 0,0 0 0 0 0,1 1 0 0 0,-17 7 0 0 0,-45 24 7 0 0,40-20 10 0 0,0 1 0 0 0,1 2 0 0 0,-49 35 0 0 0,66-43-12 0 0,4-2 19 0 0,-1 1 0 0 0,1 0 0 0 0,0 0 0 0 0,1 1 0 0 0,0 0 0 0 0,-10 14 0 0 0,-26 53-10 0 0,-39 94 0 0 0,8-15-10 0 0,-64 174-130 0 0,130-306 135 0 0,1 4-45 0 0,1 1 1 0 0,1-1 0 0 0,2 1 0 0 0,1 1-1 0 0,1-1 1 0 0,2 49 0 0 0,0-45-12 0 0,-1 18-109 0 0,-1-30 83 0 0,2-1-1 0 0,0 1 1 0 0,1-1-1 0 0,6 34 1 0 0,3-23 7 0 0,-7-22 69 0 0,0 1 1 0 0,-1-1 0 0 0,0 0-1 0 0,0 1 1 0 0,-1-1 0 0 0,1 11 0 0 0,-2-14 7 0 0,1-1 1 0 0,-1 1-1 0 0,1-1 1 0 0,0 1-1 0 0,0-1 1 0 0,0 0-1 0 0,1 0 1 0 0,0 1-1 0 0,0-1 1 0 0,2 4-1 0 0,-2-4 2 0 0,0 0-1 0 0,0-1 0 0 0,0 1 1 0 0,-1 0-1 0 0,1 0 1 0 0,-1 0-1 0 0,0 0 1 0 0,-1 0-1 0 0,1 0 0 0 0,0 5 1 0 0,-1-6 8 0 0,0-1 1 0 0,0 0-1 0 0,1 0 1 0 0,-1 0-1 0 0,1 1 1 0 0,-1-1-1 0 0,1 0 1 0 0,0 0-1 0 0,0 0 0 0 0,0 0 1 0 0,0 0-1 0 0,0 0 1 0 0,1 0-1 0 0,-1-1 1 0 0,1 1-1 0 0,-1 0 1 0 0,1-1-1 0 0,-1 1 1 0 0,3 1-1 0 0,42 23 111 0 0,-24-15-56 0 0,-12-6-31 0 0,2 1 1 0 0,-1-2-1 0 0,0 1 0 0 0,20 4 1 0 0,16 4 137 0 0,41 10 150 0 0,132 16 0 0 0,-98-20-301 0 0,-43-6 40 0 0,-43-8-5 0 0,56 15 0 0 0,-62-12 31 0 0,1-2 0 0 0,0 0 1 0 0,54 1-1 0 0,95-9 216 0 0,-148 1-224 0 0,77-1 46 0 0,-45 2-48 0 0,-1-2 0 0 0,0-3 0 0 0,77-16 0 0 0,-107 7 16 0 0,-2 0-45 0 0,53-25 0 0 0,-2-3-1 0 0,-1-4 1 0 0,106-80-1 0 0,-108 75-6 0 0,-57 38-42 0 0,0 0 0 0 0,-1-2 1 0 0,0 0-1 0 0,22-23 0 0 0,69-68 85 0 0,-105 99-81 0 0,0 0 0 0 0,0-1-1 0 0,-1 0 1 0 0,-1 0-1 0 0,1 0 1 0 0,6-15 0 0 0,-6 11 20 0 0,1 0 0 0 0,0 0 0 0 0,17-19 0 0 0,8 1 28 0 0,-19 19-31 0 0,-1-1-1 0 0,15-18 0 0 0,-27 30-14 0 0,22-28 21 0 0,0 1 0 0 0,53-48 0 0 0,-70 70-28 0 0,0 0 0 0 0,1-1 0 0 0,-2 0 0 0 0,1 0 0 0 0,-1 0 0 0 0,0 0 0 0 0,0-1 0 0 0,-1 1-1 0 0,0-1 1 0 0,3-8 0 0 0,-14 0-3 0 0,7 13 13 0 0,0 1 0 0 0,0 0 0 0 0,0-1-1 0 0,0 1 1 0 0,0-1 0 0 0,0 0 0 0 0,0 1 0 0 0,0-1 0 0 0,1 0 0 0 0,-1 0 0 0 0,1 1 0 0 0,-1-1 0 0 0,1 0 0 0 0,0 0 0 0 0,-1-3 0 0 0,2-22 8 0 0,-1 13-9 0 0,1 1 0 0 0,-2-1 0 0 0,0 0 0 0 0,-4-16-1 0 0,-14-27 52 0 0,9-3-41 0 0,-10 2-13 0 0,12 20-3 0 0,7 27-3 0 0,-1 1 0 0 0,-1 0-1 0 0,0 0 1 0 0,0 0 0 0 0,-1 0-1 0 0,0 0 1 0 0,-8-13 0 0 0,-9-8 46 0 0,-32-34-1 0 0,14 17 2 0 0,-66-71-68 0 0,68 79 0 0 0,8 8 18 0 0,7 6-15 0 0,-1 2 1 0 0,-51-42-1 0 0,-52-17-59 0 0,74 51 6 0 0,25 16 65 0 0,0 1 0 0 0,-1 1 0 0 0,-1 2-1 0 0,0 1 1 0 0,-1 1 0 0 0,0 1 0 0 0,-38-5 0 0 0,15 7 6 0 0,-1 2 0 0 0,1 3 1 0 0,-72 6-1 0 0,101-3-78 0 0,0 2-1 0 0,1 1 1 0 0,0 1-1 0 0,0 0 1 0 0,-27 11-1 0 0,49-15 21 0 0,0 0 0 0 0,0-1 0 0 0,-1 1 0 0 0,1 0 0 0 0,1-1 0 0 0,-1 1 0 0 0,0 0 0 0 0,0 0 0 0 0,0 0 0 0 0,0 0 0 0 0,0 0 0 0 0,1 0 0 0 0,-1 0 0 0 0,1 0 0 0 0,-1 0 0 0 0,0 1 0 0 0,1-1 0 0 0,0 0 0 0 0,-1 0 0 0 0,1 0 0 0 0,0 1 0 0 0,0-1 0 0 0,-1 0 0 0 0,1 0 0 0 0,0 1 0 0 0,0-1 0 0 0,0 0 0 0 0,1 0-1 0 0,-1 1 1 0 0,0-1 0 0 0,0 0 0 0 0,1 0 0 0 0,-1 0 0 0 0,1 1 0 0 0,-1-1 0 0 0,1 0 0 0 0,-1 0 0 0 0,1 0 0 0 0,1 2 0 0 0,23 21-4685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4:16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0 956 3362 0 0,'54'-24'3608'0'0,"-45"21"-3476"0"0,-1-1 0 0 0,1 1 1 0 0,0-2-1 0 0,-1 1 0 0 0,13-10 1 0 0,14-9-17 0 0,-29 20-74 0 0,1 0 1 0 0,-2-1-1 0 0,1 1 0 0 0,0-1 1 0 0,-1 0-1 0 0,0-1 0 0 0,0 1 1 0 0,0-1-1 0 0,0 0 0 0 0,-1-1 1 0 0,0 1-1 0 0,7-11 1 0 0,4-38 435 0 0,-12 42-376 0 0,0 0 0 0 0,1 0-1 0 0,0 0 1 0 0,6-11 0 0 0,7-6 92 0 0,0 0 0 0 0,2 1 0 0 0,40-44 0 0 0,79-69 55 0 0,-93 99-162 0 0,-1-3 0 0 0,-3-1 1 0 0,48-68-1 0 0,-83 105-85 0 0,1 0 0 0 0,0 1 0 0 0,0 0 0 0 0,1 0 1 0 0,0 1-1 0 0,1 0 0 0 0,-1 0 0 0 0,17-9 1 0 0,4-4-10 0 0,-19 14 7 0 0,1 1 0 0 0,0 0 0 0 0,0 1 0 0 0,0 0 0 0 0,1 1 0 0 0,-1 0 0 0 0,1 1 0 0 0,0 0 0 0 0,0 1 0 0 0,0 0 0 0 0,18 1 0 0 0,21-3-13 0 0,-33 3-1 0 0,-1 0 1 0 0,1 1 0 0 0,-1 1-1 0 0,32 7 1 0 0,-45-8 11 0 0,0 1-1 0 0,0-1 1 0 0,0 0 0 0 0,-1 1-1 0 0,1 0 1 0 0,0 0 0 0 0,-1 0-1 0 0,1 0 1 0 0,-1 1 0 0 0,0-1 0 0 0,1 1-1 0 0,-1 0 1 0 0,0 0 0 0 0,-1 0-1 0 0,1 0 1 0 0,-1 0 0 0 0,1 1-1 0 0,-1-1 1 0 0,0 1 0 0 0,0 0-1 0 0,0-1 1 0 0,-1 1 0 0 0,0 0 0 0 0,1 0-1 0 0,0 8 1 0 0,-1-5-5 0 0,0 0 1 0 0,-1-1-1 0 0,1 1 0 0 0,-1 0 1 0 0,-1 0-1 0 0,1-1 0 0 0,-1 1 1 0 0,-1 0-1 0 0,1-1 0 0 0,-1 1 1 0 0,0-1-1 0 0,-1 1 0 0 0,1-1 1 0 0,-7 10-1 0 0,1-5-3 0 0,-1 0 1 0 0,-1-1-1 0 0,0-1 0 0 0,0 1 1 0 0,-1-1-1 0 0,0-1 0 0 0,-24 14 1 0 0,1 0 19 0 0,-119 96 57 0 0,113-90-56 0 0,-119 79-58 0 0,140-97 40 0 0,0 0 1 0 0,0-2 0 0 0,-1 0 0 0 0,0-1-1 0 0,-1-1 1 0 0,-37 7 0 0 0,55-13 11 0 0,0 0-1 0 0,0 1 1 0 0,0-1 0 0 0,0-1 0 0 0,0 1 0 0 0,0 0-1 0 0,0-1 1 0 0,0 1 0 0 0,0-1 0 0 0,-5-2-1 0 0,7 2-2 0 0,0 1-1 0 0,0-1 0 0 0,0 1 0 0 0,0-1 0 0 0,0 1 0 0 0,0-1 0 0 0,1 1 1 0 0,-1-1-1 0 0,0 0 0 0 0,0 1 0 0 0,1-1 0 0 0,-1 0 0 0 0,0 0 0 0 0,1 0 1 0 0,-1 0-1 0 0,1 1 0 0 0,-1-1 0 0 0,1 0 0 0 0,-1 0 0 0 0,1 0 0 0 0,0 0 1 0 0,0 0-1 0 0,-1-2 0 0 0,4-4-1 0 0,1 0 1 0 0,0-1 0 0 0,0 1-1 0 0,1 1 1 0 0,0-1-1 0 0,10-10 1 0 0,-6 5 8 0 0,1 1-12 0 0,0 1 0 0 0,1 0 0 0 0,0 0 0 0 0,1 1 0 0 0,-1 0 0 0 0,2 1 0 0 0,-1 1 0 0 0,17-8 0 0 0,-23 13-5 0 0,0-1-1 0 0,0 1 1 0 0,0 1-1 0 0,1-1 1 0 0,-1 1-1 0 0,0 0 1 0 0,14 0-1 0 0,-18 1 9 0 0,1 0 0 0 0,0 1 1 0 0,0-1-1 0 0,-1 1 0 0 0,1 0 0 0 0,0 0 0 0 0,-1 0 0 0 0,1 0 0 0 0,-1 0 0 0 0,1 0 0 0 0,-1 1 0 0 0,0-1 0 0 0,1 1 0 0 0,-1-1 0 0 0,0 1 0 0 0,0 0 0 0 0,0 0 0 0 0,0 0 1 0 0,0 0-1 0 0,-1 0 0 0 0,1 1 0 0 0,-1-1 0 0 0,2 4 0 0 0,3 5 4 0 0,-2 1 0 0 0,0-1 0 0 0,0 1 0 0 0,-1-1 0 0 0,0 1 0 0 0,-1 0 0 0 0,0 0 0 0 0,-1 0 0 0 0,-1 0 0 0 0,0 0 0 0 0,0 1 0 0 0,-1-1 0 0 0,-1 0 0 0 0,0 0 0 0 0,-1-1 0 0 0,0 1 0 0 0,-1 0 0 0 0,0-1 0 0 0,-10 21 0 0 0,-31 36 63 0 0,34-32-55 0 0,7-17-11 0 0,-3-1 6 0 0,6-17-6 0 0,1 0 0 0 0,-1 0 0 0 0,0 0 0 0 0,1 0 0 0 0,-1 0 0 0 0,1 0 0 0 0,-1 0 0 0 0,1 0 0 0 0,0 1 1 0 0,-1-1-1 0 0,1 0 0 0 0,0 0 0 0 0,0 1 0 0 0,0-1 0 0 0,0 0 0 0 0,0 0 0 0 0,0 1 0 0 0,0-1 0 0 0,0 0 0 0 0,0 0 0 0 0,0 0 1 0 0,1 1-1 0 0,-1-1 0 0 0,1 0 0 0 0,-1 0 0 0 0,1 0 0 0 0,-1 0 0 0 0,1 0 0 0 0,0 0 0 0 0,-1 0 0 0 0,1 0 0 0 0,0 0 0 0 0,0 0 1 0 0,0 0-1 0 0,0 0 0 0 0,0 0 0 0 0,0-1 0 0 0,0 1 0 0 0,0 0 0 0 0,0-1 0 0 0,0 1 0 0 0,1 0 0 0 0,9 5-338 0 0,0 0 0 0 0,0 0-1 0 0,0-1 1 0 0,0 0 0 0 0,1-1-1 0 0,14 3 1 0 0,23 1-3518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4:17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1 449 800 0 0,'0'-5'417'0'0,"1"-1"0"0"0,0 0 0 0 0,0 0-1 0 0,0 0 1 0 0,1 0 0 0 0,-1 1 0 0 0,1-1-1 0 0,1 1 1 0 0,-1-1 0 0 0,1 1 0 0 0,0 0-1 0 0,0 0 1 0 0,6-7 0 0 0,18-32 698 0 0,2-21-22 0 0,-24 51-980 0 0,0 0 1 0 0,1 0-1 0 0,1 0 1 0 0,0 1-1 0 0,1 0 1 0 0,0 1-1 0 0,1 0 1 0 0,0 0-1 0 0,17-16 1 0 0,1 5-67 0 0,1 2-1 0 0,2 0 1 0 0,32-16 0 0 0,-42 30-14 0 0,-13 9-9 0 0,-9 9-2 0 0,2-11-21 0 0,0 4-2 0 0,-1 1 1 0 0,1-1 0 0 0,-1 0-1 0 0,1 1 1 0 0,-1-1 0 0 0,-1 0-1 0 0,1 0 1 0 0,-3 6 0 0 0,-6 23 16 0 0,1 41 37 0 0,-2-33-40 0 0,8-31-11 0 0,0 0 1 0 0,1 0-1 0 0,0 0 0 0 0,0 0 1 0 0,0 13-1 0 0,2-16 2 0 0,-1 1 0 0 0,0-1 0 0 0,0 0-1 0 0,-1 0 1 0 0,0 0 0 0 0,0 0 0 0 0,-4 8 0 0 0,3-8-58 0 0,1-1 0 0 0,0 0 0 0 0,0 1 0 0 0,0-1 0 0 0,1 1 1 0 0,0 0-1 0 0,0 7 0 0 0,1-12-39 0 0,0 0 0 0 0,0 1 0 0 0,1-1 0 0 0,-1 0 0 0 0,1 0 1 0 0,0 0-1 0 0,-1 0 0 0 0,1 0 0 0 0,0 0 0 0 0,0 0 0 0 0,0 0 0 0 0,1 0 0 0 0,-1 0 1 0 0,3 2-1 0 0,0 4-1115 0 0,-17-6-646 0 0,12-2 1762 0 0,1 0 1 0 0,0 0-1 0 0,0 0 1 0 0,0 0 0 0 0,0 0-1 0 0,-1 0 1 0 0,1 0 0 0 0,0 0-1 0 0,0 0 1 0 0,0 0 0 0 0,-1 0-1 0 0,1 0 1 0 0,0 0 0 0 0,0 0-1 0 0,0 0 1 0 0,0 0 0 0 0,-1 0-1 0 0,1-1 1 0 0,0 1 0 0 0,0 0-1 0 0,0 0 1 0 0,0 0 0 0 0,0 0-1 0 0,0 0 1 0 0,-1 0 0 0 0,1-1-1 0 0,0 1 1 0 0,0 0-1 0 0,0 0 1 0 0,0 0 0 0 0,0 0-1 0 0,0 0 1 0 0,0-1 0 0 0,0 1-1 0 0,0 0 1 0 0,0 0 0 0 0,0 0-1 0 0,0-1 1 0 0,0 1 0 0 0,-1 0-1 0 0,1 0 1 0 0,0 0 0 0 0,1 0-1 0 0,-1-1 1 0 0,0 1 0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4:17.6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1281 0 0,'0'-5'2001'0'0,"30"10"-401"0"0,-30 3-319 0 0,30 9-481 0 0,53 28-1120 0 0,5 4-3922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4:18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44 430 2321 0 0,'0'-22'2907'0'0,"-1"13"-2516"0"0,1 1 0 0 0,0 0-1 0 0,0 0 1 0 0,1 0 0 0 0,0 0 0 0 0,3-12 0 0 0,16-27 262 0 0,-10-4-173 0 0,10 1-159 0 0,-14 22-219 0 0,-6 24-93 0 0,0-1 1 0 0,1 1-1 0 0,0 0 1 0 0,0-1-1 0 0,1 1 1 0 0,-1 0-1 0 0,1 0 1 0 0,0 0-1 0 0,0 0 0 0 0,0 0 1 0 0,0 0-1 0 0,1 1 1 0 0,-1-1-1 0 0,1 1 1 0 0,6-6-1 0 0,5-2 0 0 0,0 0 1 0 0,0 1-1 0 0,1 0 0 0 0,0 2 1 0 0,0 0-1 0 0,1 0 0 0 0,0 1 1 0 0,1 1-1 0 0,20-4 0 0 0,-28 8-56 0 0,1 1-1 0 0,-1 0 1 0 0,0 0-1 0 0,1 1 1 0 0,-1 1-1 0 0,1 0 1 0 0,-1 0-1 0 0,0 0 1 0 0,0 1-1 0 0,1 1 1 0 0,10 4-1 0 0,-17-6 27 0 0,0 0-1 0 0,0 0 1 0 0,0 1-1 0 0,0-1 1 0 0,0 1 0 0 0,0 0-1 0 0,0 0 1 0 0,-1 0-1 0 0,1 0 1 0 0,-1 0-1 0 0,0 1 1 0 0,1-1 0 0 0,-1 1-1 0 0,0-1 1 0 0,0 1-1 0 0,-1 0 1 0 0,1 0-1 0 0,-1 0 1 0 0,1 0-1 0 0,-1 0 1 0 0,0 0 0 0 0,0 0-1 0 0,0 0 1 0 0,-1 0-1 0 0,1 1 1 0 0,-1-1-1 0 0,1 0 1 0 0,-1 1-1 0 0,0-1 1 0 0,-1 0 0 0 0,1 1-1 0 0,0-1 1 0 0,-1 0-1 0 0,-1 5 1 0 0,0-3 24 0 0,0 0 1 0 0,-1 0-1 0 0,1 0 1 0 0,-1-1-1 0 0,0 1 1 0 0,0-1-1 0 0,0 1 1 0 0,-1-1-1 0 0,0 0 0 0 0,0 0 1 0 0,0-1-1 0 0,0 1 1 0 0,0-1-1 0 0,-1 0 1 0 0,1 0-1 0 0,-1 0 1 0 0,0-1-1 0 0,0 0 1 0 0,0 0-1 0 0,0 0 1 0 0,-1 0-1 0 0,-7 1 0 0 0,-13 2 259 0 0,-1-1 0 0 0,1 0-1 0 0,-34-2 1 0 0,40-1-148 0 0,10-1-26 0 0,-2 2 26 0 0,0-2 0 0 0,-1 1 0 0 0,1-2 0 0 0,-1 0 0 0 0,1 0 0 0 0,0-1 0 0 0,0 0 0 0 0,-1-1 0 0 0,-19-8 0 0 0,-22-7 486 0 0,78 18-587 0 0,112 14-653 0 0,0 6 0 0 0,136 39-1 0 0,-252-52 268 0 0,1 0-1 0 0,30 15 1 0 0,-48-21 324 0 0,0 0 0 0 0,0 1 0 0 0,-1-1 0 0 0,1 1 0 0 0,-1-1 0 0 0,1 1 0 0 0,-1 0-1 0 0,0 0 1 0 0,0 0 0 0 0,0 0 0 0 0,0 1 0 0 0,0-1 0 0 0,0 0 0 0 0,2 6 0 0 0,-4-7 48 0 0,1 0 1 0 0,-1 0-1 0 0,0 0 0 0 0,0 0 0 0 0,0 1 1 0 0,0-1-1 0 0,0 0 0 0 0,0 0 1 0 0,-1 0-1 0 0,1 0 0 0 0,0 0 0 0 0,-1 0 1 0 0,1 0-1 0 0,0 0 0 0 0,-1 0 0 0 0,1 0 1 0 0,-1 0-1 0 0,0 0 0 0 0,1 0 1 0 0,-1 0-1 0 0,0 0 0 0 0,1 0 0 0 0,-1 0 1 0 0,0-1-1 0 0,0 1 0 0 0,-1 0 0 0 0,-5 4 106 0 0,-1 0 0 0 0,1-1 0 0 0,-1 0-1 0 0,0-1 1 0 0,0 0 0 0 0,-1 0-1 0 0,1-1 1 0 0,-13 3 0 0 0,-232 28 1726 0 0,196-29-1761 0 0,-1-2 0 0 0,-87-10 0 0 0,131 7-135 0 0,1-1 1 0 0,0-1-1 0 0,0 0 1 0 0,-23-9 0 0 0,35 11 24 0 0,0 1 0 0 0,-1-1 0 0 0,1 1 0 0 0,0-1 0 0 0,0 0 1 0 0,0 0-1 0 0,0 0 0 0 0,0 1 0 0 0,-1-1 0 0 0,2 0 0 0 0,-1 0 1 0 0,0 0-1 0 0,0-1 0 0 0,0 1 0 0 0,0 0 0 0 0,1 0 0 0 0,-1 0 1 0 0,0-1-1 0 0,0-1 0 0 0,1 1-57 0 0,0 0 0 0 0,1 1 0 0 0,-1-1 0 0 0,0 1-1 0 0,1-1 1 0 0,0 0 0 0 0,-1 1 0 0 0,1-1 0 0 0,0 1 0 0 0,-1 0 0 0 0,1-1 0 0 0,0 1 0 0 0,0 0 0 0 0,0-1-1 0 0,0 1 1 0 0,1 0 0 0 0,-1 0 0 0 0,0 0 0 0 0,0 0 0 0 0,1 0 0 0 0,1-1 0 0 0,51-31-4959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4:18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12 3121 0 0,'-142'-5'3922'0'0,"112"5"-3442"0"0,30-6-1040 0 0,30 6 480 0 0,-30 6-240 0 0,30-6-240 0 0,-30 5-721 0 0,29 3-2481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4:19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25 80 0 0,'0'-1'374'0'0,"0"0"-1"0"0,1 0 1 0 0,-1 0-1 0 0,0-1 1 0 0,-1 1 0 0 0,1 0-1 0 0,0 0 1 0 0,0 0-1 0 0,0 0 1 0 0,-1 0-1 0 0,1 0 1 0 0,-1-1 0 0 0,1 1-1 0 0,-1 0 1 0 0,1 0-1 0 0,-1 0 1 0 0,1 0 0 0 0,-2 0-1 0 0,-14-2 1987 0 0,14 3-2240 0 0,60 5 850 0 0,22 6-726 0 0,378 46 62 0 0,-181-17-185 0 0,-17-17-1042 0 0,-248-22 378 0 0,-1-1-1 0 0,0 0 0 0 0,15-3 1 0 0,-22 2-46 0 0,0 0 0 0 0,0-1 0 0 0,0 1 0 0 0,0-1 1 0 0,0 0-1 0 0,6-5 0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4:19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587 0 1761 0 0,'-30'13'2949'0'0,"19"-9"-2249"0"0,1 0 0 0 0,-1 0 0 0 0,1 1 0 0 0,1 1 1 0 0,-18 12-1 0 0,26-17-681 0 0,0 0 0 0 0,0 0 1 0 0,0 0-1 0 0,0 1 0 0 0,1-1 0 0 0,-1 0 1 0 0,0 1-1 0 0,1-1 0 0 0,-1 0 0 0 0,1 1 1 0 0,0-1-1 0 0,-1 1 0 0 0,1-1 0 0 0,0 1 1 0 0,0-1-1 0 0,0 1 0 0 0,0-1 0 0 0,0 3 1 0 0,10 30 28 0 0,-1 0 31 0 0,-12-17-7 0 0,0 0-1 0 0,0 1 1 0 0,-2-2-1 0 0,0 1 1 0 0,-9 19-1 0 0,-3 13 87 0 0,-72 219 483 0 0,81-248-604 0 0,-1 0 0 0 0,-1-1 1 0 0,0 0-1 0 0,-2-1 1 0 0,-14 18-1 0 0,17-24-35 0 0,-34 53-55 0 0,-22 8-40 0 0,52-55 13 0 0,-15 32 1 0 0,6-12-229 0 0,21-37 287 0 0,1-1 1 0 0,0 0-1 0 0,0 0 0 0 0,-1 0 1 0 0,1 1-1 0 0,0-1 1 0 0,0 0-1 0 0,0 0 1 0 0,0 1-1 0 0,-1-1 1 0 0,1 0-1 0 0,0 0 0 0 0,0 1 1 0 0,0-1-1 0 0,0 0 1 0 0,0 1-1 0 0,0-1 1 0 0,0 0-1 0 0,0 0 1 0 0,0 1-1 0 0,0-1 0 0 0,0 0 1 0 0,0 1-1 0 0,0-1 1 0 0,0 0-1 0 0,0 1 1 0 0,0-1-1 0 0,0 0 1 0 0,0 0-1 0 0,0 1 0 0 0,1-1 1 0 0,-1 0-1 0 0,0 0 1 0 0,0 1-1 0 0,0-1 1 0 0,0 0-1 0 0,1 0 1 0 0,-1 1-1 0 0,0-1 0 0 0,0 0 1 0 0,0 0-1 0 0,1 0 1 0 0,-1 1-1 0 0,0-1 1 0 0,0 0-1 0 0,1 0 1 0 0,-1 0-1 0 0,0 0 0 0 0,1 0 1 0 0,-1 0-1 0 0,0 0 1 0 0,0 0-1 0 0,1 1 1 0 0,-1-1-1 0 0,18 0-672 0 0,-15 0 382 0 0,31-2-2196 0 0,15-9-2056 0 0</inkml:trace>
  <inkml:trace contextRef="#ctx0" brushRef="#br0" timeOffset="1">30 714 4002 0 0,'-29'5'4322'0'0,"29"-10"-3522"0"0,29 10-560 0 0,1 1 0 0 0,29 7 81 0 0,54 12-1 0 0,153 26-80 0 0,-88-27-240 0 0,-59-24-1041 0 0,-30-6-1360 0 0,-36-7-3121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4:20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1 382 640 0 0,'-1'-2'4770'0'0,"7"-2"-4404"0"0,15-5 45 0 0,-1-1 1 0 0,0-1-1 0 0,-1-1 0 0 0,0 0 0 0 0,25-23 1 0 0,80-76-317 0 0,38-29-3 0 0,-152 133-57 0 0,-8 6-21 0 0,0 0-1 0 0,-1 0 1 0 0,1 0-1 0 0,-1 0 1 0 0,1 0 0 0 0,-1 0-1 0 0,1-1 1 0 0,-1 1-1 0 0,0 0 1 0 0,1-1 0 0 0,-1 1-1 0 0,0-1 1 0 0,0 1-1 0 0,0-1 1 0 0,0 0-1 0 0,0 1 1 0 0,0-4 0 0 0,4 4 79 0 0,1 0-71 0 0,7 3 44 0 0,-12 0-49 0 0,0-1 0 0 0,-1 0 0 0 0,1 0 0 0 0,0 1 0 0 0,-1-1 0 0 0,1 1 0 0 0,-1-1 0 0 0,1 0 0 0 0,-1 1 0 0 0,0-1 0 0 0,0 1 0 0 0,0-1 0 0 0,0 0 0 0 0,0 1 0 0 0,0 2 0 0 0,-1 11 63 0 0,0-1 0 0 0,-1 0-1 0 0,0 0 1 0 0,-1 1 0 0 0,-1-2-1 0 0,-1 1 1 0 0,-8 18 0 0 0,-10 35 123 0 0,16-44-128 0 0,6-16-54 0 0,-1 0-1 0 0,0 0 1 0 0,-1 0-1 0 0,0 0 1 0 0,0 0 0 0 0,-1 0-1 0 0,-6 9 1 0 0,-44 50 125 0 0,53-65-164 0 0,1-1-1 0 0,-1 1 0 0 0,1-1 0 0 0,0 1 0 0 0,-1 0 1 0 0,1 0-1 0 0,-1-1 0 0 0,1 1 0 0 0,0 0 0 0 0,0 0 0 0 0,-1-1 1 0 0,1 1-1 0 0,0 0 0 0 0,0 0 0 0 0,0 0 0 0 0,0-1 1 0 0,0 1-1 0 0,0 0 0 0 0,0 0 0 0 0,0 1 0 0 0,-5-10-2907 0 0,-20-10-1743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4:20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 1601 0 0,'0'5'3041'0'0,"0"3"-720"0"0,0-3-640 0 0,30-5-480 0 0,-1 6-481 0 0,1-6-560 0 0,29-6-560 0 0,0 1-1121 0 0,30-8-960 0 0,-29-1-320 0 0,-1 9 159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4:21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415 236 640 0 0,'0'0'46'0'0,"0"1"-1"0"0,0-1 1 0 0,0 0-1 0 0,0 0 1 0 0,0 0 0 0 0,0 0-1 0 0,0 0 1 0 0,0 1-1 0 0,0-1 1 0 0,-1 0-1 0 0,1 0 1 0 0,0 0-1 0 0,0 0 1 0 0,0 0-1 0 0,0 1 1 0 0,0-1 0 0 0,0 0-1 0 0,0 0 1 0 0,0 0-1 0 0,0 0 1 0 0,0 1-1 0 0,0-1 1 0 0,0 0-1 0 0,0 0 1 0 0,0 0-1 0 0,0 0 1 0 0,1 1 0 0 0,-1-1-1 0 0,0 0 1 0 0,0 0-1 0 0,0 0 1 0 0,0 0-1 0 0,0 0 1 0 0,0 1-1 0 0,0-1 1 0 0,0 0-1 0 0,0 0 1 0 0,1 0 0 0 0,-1 0-1 0 0,0 0 1 0 0,0 0-1 0 0,0 0 1 0 0,0 0-1 0 0,0 1 1 0 0,1-1-1 0 0,-1 0 1 0 0,0 0-1 0 0,0 0 1 0 0,0 0 0 0 0,0 0-1 0 0,1 0 1 0 0,-1 0-1 0 0,0 0 1 0 0,0 0-1 0 0,0 0 1 0 0,0 0-1 0 0,0 0 1 0 0,1 0-1 0 0,-1 0 1 0 0,0 0 0 0 0,0 0-1 0 0,0 0 1 0 0,0 0-1 0 0,1 0 1 0 0,-1-1-1 0 0,0 1 1 0 0,0 0-1 0 0,0 0 1 0 0,0 0-1 0 0,2 0 10 0 0,-1 0 0 0 0,0 0 0 0 0,0 0 0 0 0,0 0 0 0 0,0 0 0 0 0,1 0 0 0 0,-1 0 0 0 0,0 0 0 0 0,0-1 0 0 0,0 1 0 0 0,0 0-1 0 0,0-1 1 0 0,1 1 0 0 0,1-2 0 0 0,-3 1 45 0 0,1-1 0 0 0,0 1 0 0 0,0-1-1 0 0,-1 1 1 0 0,1-1 0 0 0,-1 1 0 0 0,1-1 0 0 0,-1 0 0 0 0,0 1-1 0 0,0-1 1 0 0,1 1 0 0 0,-1-1 0 0 0,0 0 0 0 0,-1-2-1 0 0,1 3-63 0 0,0-1-1 0 0,0 1 0 0 0,0 0 0 0 0,1-1 0 0 0,-1 1 1 0 0,0 0-1 0 0,0 0 0 0 0,1-1 0 0 0,-1 1 0 0 0,1 0 0 0 0,-1 0 1 0 0,1 0-1 0 0,0 0 0 0 0,-1 0 0 0 0,1-1 0 0 0,0 1 0 0 0,0 0 1 0 0,0 1-1 0 0,0-1 0 0 0,0 0 0 0 0,0 0 0 0 0,1-1 0 0 0,-1 1 1 0 0,1 0 0 0 0,-1 1-1 0 0,0-1 1 0 0,0-1-1 0 0,0 1 1 0 0,0 0 0 0 0,0 0-1 0 0,0 0 1 0 0,0-1-1 0 0,-1 1 1 0 0,1 0-1 0 0,0-1 1 0 0,-1 1 0 0 0,1 0-1 0 0,-1-1 1 0 0,1 1-1 0 0,-1-1 1 0 0,0 1 0 0 0,1-1-1 0 0,-1 1 1 0 0,0-1-1 0 0,0-2 1 0 0,0-98 1938 0 0,0 101-1957 0 0,0 0 0 0 0,0 0-1 0 0,0-1 1 0 0,0 1 0 0 0,1 0-1 0 0,-1-1 1 0 0,1 1 0 0 0,-1 0-1 0 0,1 0 1 0 0,-1-1 0 0 0,1 1-1 0 0,0 0 1 0 0,-1 0 0 0 0,1 0-1 0 0,0 0 1 0 0,0 0 0 0 0,0 0 0 0 0,0 0-1 0 0,0 0 1 0 0,0 0 0 0 0,0 1-1 0 0,0-1 1 0 0,0 0 0 0 0,0 1-1 0 0,2-2 1 0 0,2-1 43 0 0,0 0-49 0 0,-1 1 0 0 0,1-1 0 0 0,-1 1 0 0 0,1 0 0 0 0,0 0 0 0 0,0 1 0 0 0,0 0 0 0 0,0 0 0 0 0,0 0 0 0 0,0 0 0 0 0,0 1 0 0 0,0 0 0 0 0,0 0 0 0 0,0 0 0 0 0,0 0 0 0 0,0 1 0 0 0,0 0 0 0 0,0 0 0 0 0,0 1 0 0 0,0-1 1 0 0,0 1-1 0 0,-1 0 0 0 0,1 0 0 0 0,-1 0 0 0 0,1 1 0 0 0,-1 0 0 0 0,0 0 0 0 0,5 4 0 0 0,20 37-11 0 0,-28-42-1 0 0,1 0 0 0 0,-1 0 0 0 0,-1 0 0 0 0,1 0 1 0 0,0 0-1 0 0,0 1 0 0 0,-1-1 0 0 0,1 0 0 0 0,-1 0 0 0 0,0 0 0 0 0,0 1 1 0 0,1-1-1 0 0,-2 0 0 0 0,1 0 0 0 0,0 0 0 0 0,0 1 0 0 0,-1-1 0 0 0,1 0 1 0 0,-1 0-1 0 0,1 0 0 0 0,-1 0 0 0 0,0 0 0 0 0,0 0 0 0 0,0 0 0 0 0,0 0 1 0 0,0 0-1 0 0,-1 0 0 0 0,1 0 0 0 0,-1-1 0 0 0,1 1 0 0 0,-1 0 0 0 0,-2 1 0 0 0,-1 1 6 0 0,-1 0-1 0 0,0-1 0 0 0,1 0 0 0 0,-1 0 0 0 0,-1 0 1 0 0,1-1-1 0 0,0 0 0 0 0,-1 0 0 0 0,-6 1 0 0 0,8-2 63 0 0,10-1 0 0 0,11 0-63 0 0,0 1 0 0 0,27 4 1 0 0,-38-4-4 0 0,0 0 0 0 0,0 0 0 0 0,0 1 0 0 0,0 0 0 0 0,-1 0 0 0 0,1 0 0 0 0,-1 0 0 0 0,1 1 0 0 0,-1 0 0 0 0,0 0 0 0 0,0 0 0 0 0,5 5 0 0 0,-9-8 2 0 0,0 1-1 0 0,1-1 0 0 0,-1 1 0 0 0,1 0 1 0 0,-1-1-1 0 0,0 1 0 0 0,0 0 0 0 0,1-1 1 0 0,-1 1-1 0 0,0 0 0 0 0,0-1 0 0 0,0 1 1 0 0,0 0-1 0 0,0-1 0 0 0,0 1 0 0 0,0 0 1 0 0,0 0-1 0 0,0-1 0 0 0,0 1 1 0 0,0 0-1 0 0,0-1 0 0 0,0 1 0 0 0,0 0 1 0 0,-1-1-1 0 0,1 1 0 0 0,0 0 0 0 0,-1-1 1 0 0,1 1-1 0 0,0-1 0 0 0,-1 1 0 0 0,1 0 1 0 0,-1-1-1 0 0,1 1 0 0 0,-1-1 1 0 0,1 1-1 0 0,-1-1 0 0 0,0 1 0 0 0,-25 17 59 0 0,5-8-20 0 0,0-2-1 0 0,0 0 1 0 0,-1-2-1 0 0,-37 8 1 0 0,40-10-17 0 0,-26 5 8 0 0,-1-2 0 0 0,0-1 0 0 0,0-3 0 0 0,-71-4 0 0 0,66 0-26 0 0,20 1-177 0 0,0-1 0 0 0,-54-9 0 0 0,74 2-453 0 0,7 5 194 0 0,-15-12-2171 0 0,18 14 2236 0 0,0-1 0 0 0,0 1 0 0 0,1 0 0 0 0,-1-1 0 0 0,1 1 0 0 0,-1-1 0 0 0,1 1 0 0 0,0-1 1 0 0,0 1-1 0 0,0-1 0 0 0,-1 1 0 0 0,1-1 0 0 0,1-2 0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8:35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641 131 1521 0 0,'0'1'120'0'0,"0"-1"1"0"0,1 1 0 0 0,-1 0-1 0 0,0-1 1 0 0,1 1 0 0 0,-1-1-1 0 0,0 1 1 0 0,1-1 0 0 0,-1 1-1 0 0,1-1 1 0 0,-1 1 0 0 0,1-1-1 0 0,-1 1 1 0 0,1-1 0 0 0,-1 0-1 0 0,1 1 1 0 0,-1-1 0 0 0,1 0-1 0 0,-1 0 1 0 0,1 1 0 0 0,0-1-1 0 0,-1 0 1 0 0,1 0 0 0 0,0 0-1 0 0,1 1 1 0 0,15 1 464 0 0,-16-2-332 0 0,5 2 1975 0 0,-2-3-2175 0 0,-1 1 1 0 0,1 0 0 0 0,0-1 0 0 0,-1 0 0 0 0,1 0 0 0 0,-1 0 0 0 0,1 0 0 0 0,-1 0 0 0 0,5-3 0 0 0,34-11 74 0 0,66 2 378 0 0,-107 10-331 0 0,-2 3-173 0 0,1 0 1 0 0,0 0-1 0 0,0 0 0 0 0,0 0 0 0 0,0-1 1 0 0,0 1-1 0 0,0 0 0 0 0,0 0 1 0 0,0-1-1 0 0,0 1 0 0 0,0 0 0 0 0,0 0 1 0 0,0 0-1 0 0,0-1 0 0 0,0 1 0 0 0,0 0 1 0 0,0 0-1 0 0,0 0 0 0 0,0-1 1 0 0,0 1-1 0 0,0 0 0 0 0,0 0 0 0 0,0-1 1 0 0,0 1-1 0 0,0 0 0 0 0,0 0 1 0 0,1 0-1 0 0,-1 0 0 0 0,0-1 0 0 0,0 1 1 0 0,0 0-1 0 0,0 0 0 0 0,0 0 1 0 0,1 0-1 0 0,-1 0 0 0 0,0-1 0 0 0,0 1 1 0 0,0 0-1 0 0,1 0 0 0 0,-1 0 0 0 0,0 0 1 0 0,0 0-1 0 0,0 0 0 0 0,1 0 1 0 0,-1 0-1 0 0,0 0 0 0 0,0 0 0 0 0,0 0 1 0 0,1 0-1 0 0,-1 0 0 0 0,0 0 1 0 0,0 0-1 0 0,1 0 0 0 0,-1 0 0 0 0,0 0 1 0 0,0 0-1 0 0,1 0 0 0 0,24 0 92 0 0,-18 0 39 0 0,-1 0-40 0 0,19 0-13 0 0,-18-1 0 0 0,-7-4 0 0 0,0 3 1 0 0,0-5-1 0 0,0-1 0 0 0,0 8-79 0 0,0-1 1 0 0,0 0 0 0 0,-1 0-1 0 0,1 1 1 0 0,0-1 0 0 0,0 0 0 0 0,0 0-1 0 0,-1 0 1 0 0,1 1 0 0 0,0-1 0 0 0,0 0-1 0 0,-1 1 1 0 0,1-1 0 0 0,-1 0-1 0 0,1 1 1 0 0,-1-1 0 0 0,1 0 0 0 0,-1 1-1 0 0,1-1 1 0 0,-1 1 0 0 0,0-1 0 0 0,1 1-1 0 0,-1-1 1 0 0,0 1 0 0 0,1 0-1 0 0,-1-1 1 0 0,0 1 0 0 0,1 0 0 0 0,-1-1-1 0 0,0 1 1 0 0,0 0 0 0 0,0 0-1 0 0,1 0 1 0 0,-1 0 0 0 0,0 0 0 0 0,0 0-1 0 0,1 0 1 0 0,-1 0 0 0 0,0 0 0 0 0,0 0-1 0 0,0 0 1 0 0,-1 1 0 0 0,-11-3 4 0 0,-65-18 7 0 0,-36-8 29 0 0,101 25-38 0 0,0 2-1 0 0,0-1 1 0 0,0 2-1 0 0,0-1 1 0 0,0 2-1 0 0,-16 2 1 0 0,27-3-9 0 0,-1 0 0 0 0,1 1 1 0 0,-1-1-1 0 0,1 1 1 0 0,-1-1-1 0 0,1 1 0 0 0,0 0 1 0 0,-1 0-1 0 0,1 0 1 0 0,0 0-1 0 0,-4 3 0 0 0,-13 7-6 0 0,18-10 13 0 0,-19 11 40 0 0,3 16-19 0 0,17-28-23 0 0,-5 8 0 0 0,-1 0 0 0 0,0 0 0 0 0,-1-1 0 0 0,1 1 0 0 0,-9 5 0 0 0,-28 33 0 0 0,41-43 0 0 0,-1 0 0 0 0,1 0 0 0 0,0 1 0 0 0,1-1 0 0 0,-1 1 0 0 0,0 0 0 0 0,1-1 0 0 0,0 1 0 0 0,0 0 0 0 0,0 0 0 0 0,0 0 0 0 0,0 6 0 0 0,1-7 0 0 0,0-1 0 0 0,1 1 0 0 0,-1-1 0 0 0,0 0 0 0 0,1 1 0 0 0,-1-1 0 0 0,1 0 0 0 0,0 0 0 0 0,0 1 0 0 0,0-1 0 0 0,0 0 0 0 0,0 0 0 0 0,0 0 0 0 0,1 0 0 0 0,-1 0 0 0 0,1 0 0 0 0,-1-1 0 0 0,1 1 0 0 0,0 0 0 0 0,2 1 0 0 0,5 6 0 0 0,29 33 0 0 0,-25-24 0 0 0,-11-15 0 0 0,0 0 0 0 0,0 0 0 0 0,1 0 0 0 0,-1 0 0 0 0,1-1 0 0 0,-1 1 0 0 0,1-1 0 0 0,0 0 0 0 0,0 1 0 0 0,4 1 0 0 0,47 38 67 0 0,-39-29-68 0 0,-14-11-4 0 0,0-1-1 0 0,0 1 1 0 0,0 0 0 0 0,0-1-1 0 0,0 1 1 0 0,-1 0-1 0 0,1 0 1 0 0,-1-1-1 0 0,1 1 1 0 0,-1 0 0 0 0,0 0-1 0 0,0 0 1 0 0,1 0-1 0 0,-1-1 1 0 0,-1 1-1 0 0,1 0 1 0 0,0 0 0 0 0,0 0-1 0 0,-1 0 1 0 0,1-1-1 0 0,-1 1 1 0 0,1 0-1 0 0,-1 0 1 0 0,0-1-1 0 0,0 1 1 0 0,-2 2 0 0 0,-66 56 18 0 0,59-53-14 0 0,-1-1 0 0 0,1 0 0 0 0,-1 0 1 0 0,0-1-1 0 0,0-1 0 0 0,0 0 0 0 0,-1 0 0 0 0,0-1 0 0 0,1-1 0 0 0,-1 0 1 0 0,-16 1-1 0 0,-7 2-2 0 0,-101 10 45 0 0,96-12-18 0 0,16-1-15 0 0,8 1-8 0 0,0-2 0 0 0,0 0 0 0 0,0-1 0 0 0,-17-2 0 0 0,2-6-1 0 0,30 8 0 0 0,0-1 0 0 0,0 1 0 0 0,1 0 0 0 0,-1-1 0 0 0,0 1 0 0 0,0-1 0 0 0,1 0 0 0 0,-1 1 0 0 0,0-1 0 0 0,1 0 0 0 0,-1 1 0 0 0,1-1 0 0 0,-1 0 0 0 0,1 0 0 0 0,-1 1 0 0 0,1-1 0 0 0,-1 0 0 0 0,1 0 0 0 0,0 0 0 0 0,0 0 0 0 0,-1 0 0 0 0,1 1 0 0 0,0-1 0 0 0,0 0 0 0 0,0-2 0 0 0,0 3 0 0 0,0 0 0 0 0,0-1 0 0 0,0 1 0 0 0,0-1 0 0 0,0 1 0 0 0,0-1 0 0 0,0 1 0 0 0,0 0 0 0 0,0-1 0 0 0,0 1 0 0 0,1-1 0 0 0,-1 1 0 0 0,0 0 0 0 0,0-1 0 0 0,0 1 0 0 0,1-1 0 0 0,-1 1 0 0 0,0 0 0 0 0,0-1 0 0 0,1 1 0 0 0,-1 0 0 0 0,0-1 0 0 0,1 1 0 0 0,-1 0 0 0 0,1 0 0 0 0,-1 0 0 0 0,0-1 0 0 0,1 1 0 0 0,25-17 0 0 0,-14 2 0 0 0,-10 13 0 0 0,1-1 0 0 0,-1 0 0 0 0,0 1 0 0 0,1 0 0 0 0,-1-1 0 0 0,1 1 0 0 0,0 0 0 0 0,-1 1 0 0 0,1-1 0 0 0,4-2 0 0 0,107-44 0 0 0,42-12 0 0 0,-96 38 0 0 0,199-67 0 0 0,-238 83 0 0 0,-5 2 0 0 0,-1 0 0 0 0,0-1 0 0 0,0 0 0 0 0,24-13 0 0 0,-38 17-1 0 0,-1 0 0 0 0,1 1 0 0 0,0-1 0 0 0,-1 0 1 0 0,1 1-1 0 0,0-1 0 0 0,-1 0 0 0 0,1 0 0 0 0,-1 0 1 0 0,1 1-1 0 0,-1-1 0 0 0,0 0 0 0 0,1 0 0 0 0,-1 0 1 0 0,0 0-1 0 0,0 0 0 0 0,0 0 0 0 0,1 0 0 0 0,-1 0 1 0 0,0 0-1 0 0,0 0 0 0 0,0 0 0 0 0,0 0 0 0 0,-1 0 1 0 0,1 1-1 0 0,0-1 0 0 0,-1-2 0 0 0,0-7 10 0 0,1 8-8 0 0,0 1 0 0 0,0-1 0 0 0,0 1 0 0 0,0-1 0 0 0,-1 1 0 0 0,1-1 0 0 0,-1 1 0 0 0,1-1 0 0 0,-1 1 0 0 0,1 0-1 0 0,-1-1 1 0 0,0 1 0 0 0,1 0 0 0 0,-1-1 0 0 0,0 1 0 0 0,0 0 0 0 0,-2-2 0 0 0,-30-19-4 0 0,-107-54 3 0 0,121 64 2 0 0,14 8-5 0 0,0 1 0 0 0,1 0 0 0 0,-2 0 1 0 0,1 0-1 0 0,0 0 0 0 0,0 1 0 0 0,-1 0 0 0 0,0 0 0 0 0,-10-2 0 0 0,-8 2-172 0 0,41 3-210 0 0,-17-1 353 0 0,1-1 0 0 0,-1 1 1 0 0,0 0-1 0 0,0 0 0 0 0,1 0 0 0 0,-1 0 1 0 0,0 0-1 0 0,0 0 0 0 0,1 0 1 0 0,-1 0-1 0 0,0 0 0 0 0,0 0 0 0 0,1 0 1 0 0,-1 0-1 0 0,0 0 0 0 0,0 0 1 0 0,1 1-1 0 0,-1-1 0 0 0,0 0 0 0 0,0 0 1 0 0,1 0-1 0 0,-1 0 0 0 0,0 0 1 0 0,0 0-1 0 0,0 1 0 0 0,0-1 0 0 0,1 0 1 0 0,-1 0-1 0 0,0 0 0 0 0,0 0 1 0 0,0 1-1 0 0,0-1 0 0 0,1 0 0 0 0,-1 0 1 0 0,0 1-1 0 0,0-1 0 0 0,5 3-528 0 0,71-9-3842 0 0,-6 6 1840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8:36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601 0 1841 0 0,'-6'2'2228'0'0,"-75"14"1234"0"0,56-12-3170 0 0,0 1 1 0 0,0 1-1 0 0,0 1 0 0 0,0 2 0 0 0,-29 14 0 0 0,31-13-251 0 0,-37 13 0 0 0,-3 3-43 0 0,59-24 3 0 0,1 1 1 0 0,-1-1-1 0 0,1 0 0 0 0,0 1 0 0 0,0-1 0 0 0,0 1 0 0 0,0 0 0 0 0,1 0 0 0 0,-1 0 0 0 0,1 0 1 0 0,-4 6-1 0 0,2 5 16 0 0,3-12-11 0 0,0 1 1 0 0,0-1-1 0 0,0 1 0 0 0,0-1 0 0 0,0 1 1 0 0,-1-1-1 0 0,1 0 0 0 0,-1 0 0 0 0,-2 3 1 0 0,-46 37 126 0 0,48-39-127 0 0,0-1 0 0 0,0 1 0 0 0,1 0 0 0 0,-1 0 0 0 0,1-1 0 0 0,0 1 0 0 0,0 0 0 0 0,0 0 0 0 0,0 1 0 0 0,0 2 0 0 0,-2 8 8 0 0,-1-6-6 0 0,1 1-1 0 0,-2-1 1 0 0,1 0-1 0 0,-8 10 1 0 0,6-8 4 0 0,-1 1 1 0 0,-9 20 0 0 0,15-28-12 0 0,0 0 0 0 0,0 0 0 0 0,1 0 0 0 0,-1 0 0 0 0,0 0 0 0 0,1 0 0 0 0,0 0 0 0 0,0 0 0 0 0,0 0 0 0 0,0 0 0 0 0,0 0 0 0 0,1 0 0 0 0,-1 0 0 0 0,1 0 0 0 0,0 0 0 0 0,1 3 0 0 0,0-1 0 0 0,0-1 0 0 0,0 0-1 0 0,0 0 1 0 0,1 0 0 0 0,0 0-1 0 0,-1 0 1 0 0,2-1 0 0 0,-1 1-1 0 0,0-1 1 0 0,1 0-1 0 0,-1 0 1 0 0,1 0 0 0 0,0 0-1 0 0,0-1 1 0 0,0 0 0 0 0,0 1-1 0 0,1-2 1 0 0,-1 1 0 0 0,0 0-1 0 0,6 0 1 0 0,32 6 12 0 0,0-2 0 0 0,1-3 1 0 0,0-1-1 0 0,71-6 1 0 0,-77 0-3 0 0,0-1 0 0 0,0-3 0 0 0,-1 0 0 0 0,0-3 0 0 0,42-17 0 0 0,-72 24-9 0 0,0 0 0 0 0,0-1-1 0 0,0 1 1 0 0,0-1 0 0 0,-1 0-1 0 0,0 0 1 0 0,6-8 0 0 0,-5 7-2 0 0,2-4 0 0 0,7-6 4 0 0,-1-1 0 0 0,12-19 1 0 0,-15 16 18 0 0,16-40-1 0 0,-20 44-14 0 0,-3 5-3 0 0,0 3-4 0 0,-1 0 0 0 0,1 0 0 0 0,-2 0 1 0 0,1 0-1 0 0,-1-1 0 0 0,1-14 1 0 0,-3 16-2 0 0,-1 1 0 0 0,0-1 0 0 0,-1 1 0 0 0,0-1 0 0 0,1 1 0 0 0,-5-8 0 0 0,0-3 0 0 0,5 12 1 0 0,0 1 1 0 0,-1-1 0 0 0,1 1 0 0 0,-1-1 0 0 0,0 1 0 0 0,-1 0 0 0 0,1-1 0 0 0,-1 1 0 0 0,1 1 0 0 0,-1-1-1 0 0,-4-4 1 0 0,3 6-3 0 0,-1-1 0 0 0,1 1 1 0 0,-1-1-1 0 0,0 1 0 0 0,0 1 0 0 0,0-1 0 0 0,0 1 0 0 0,0 0 0 0 0,-6-1 0 0 0,-3-1-259 0 0,0 2 0 0 0,-1-1 0 0 0,1 2-1 0 0,-1 0 1 0 0,1 0 0 0 0,-1 2 0 0 0,1-1 0 0 0,0 2 0 0 0,-1 0 0 0 0,1 1 0 0 0,0 0-1 0 0,1 1 1 0 0,-1 1 0 0 0,1 0 0 0 0,0 1 0 0 0,1 0 0 0 0,-17 13 0 0 0,-9 12-3875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8:36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40 1681 0 0,'0'0'109'0'0,"-1"-1"0"0"0,1 0 0 0 0,0 1 0 0 0,0-1-1 0 0,-1 1 1 0 0,1-1 0 0 0,0 1 0 0 0,-1-1 0 0 0,1 1 0 0 0,0-1 0 0 0,-1 1 0 0 0,1-1 0 0 0,-1 1 0 0 0,1 0 0 0 0,-1-1 0 0 0,1 1 0 0 0,-1 0 0 0 0,1-1 0 0 0,-1 1 0 0 0,1 0 0 0 0,-1 0 0 0 0,1-1-1 0 0,-1 1 1 0 0,0 0 0 0 0,1 0 0 0 0,-1 0 0 0 0,0 0 0 0 0,-21-3 475 0 0,19 3-216 0 0,-42-8 1589 0 0,29 4-1089 0 0,1 2 1 0 0,-24-2-1 0 0,56 0-667 0 0,-15 3-194 0 0,-1 0 1 0 0,1 1-1 0 0,0-1 1 0 0,0 1-1 0 0,0-1 0 0 0,0 1 1 0 0,0 0-1 0 0,0-1 1 0 0,0 1-1 0 0,0 0 1 0 0,0 0-1 0 0,0 1 1 0 0,0-1-1 0 0,0 0 0 0 0,3 2 1 0 0,173 11 232 0 0,271 52-2014 0 0,-442-63 1334 0 0,-1-1-1 0 0,1 0 1 0 0,-1-1 0 0 0,1 0 0 0 0,-1 0 0 0 0,1 0-1 0 0,-1 0 1 0 0,12-4 0 0 0,-17 4 362 0 0,-1 0-1 0 0,0 0 1 0 0,0 0-1 0 0,1 0 1 0 0,-1 0-1 0 0,0 0 1 0 0,1 0-1 0 0,-1 0 1 0 0,0-1-1 0 0,0 1 1 0 0,1 0-1 0 0,-1 0 1 0 0,0 0-1 0 0,0 0 1 0 0,1-1 0 0 0,-1 1-1 0 0,0 0 1 0 0,0 0-1 0 0,0-1 1 0 0,1 1-1 0 0,-1 0 1 0 0,0 0-1 0 0,0-1 1 0 0,0 1-1 0 0,0 0 1 0 0,0 0-1 0 0,0-1 1 0 0,0 1-1 0 0,1 0 1 0 0,-1-1 0 0 0,0 1-1 0 0,0 0 1 0 0,0-1-1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8:37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1 1281 0 0,'-38'15'5362'0'0,"0"1"-3521"0"0,38-8-1361 0 0,38-16 0 0 0,0 16-160 0 0,0 1 1 0 0,38-1-161 0 0,39-1 0 0 0,75 17-320 0 0,77-16-1921 0 0,-84-16-4242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8:41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39 763 5122 0 0,'-32'7'1414'0'0,"26"-3"-1229"0"0,6-4-165 0 0,0 0 0 0 0,0 1 1 0 0,0-1-1 0 0,0 0 0 0 0,0 0 0 0 0,0 0 0 0 0,0 0 0 0 0,0 1 0 0 0,0-1 1 0 0,0 0-1 0 0,0 0 0 0 0,0 0 0 0 0,0 0 0 0 0,0 0 0 0 0,0 1 0 0 0,0-1 1 0 0,0 0-1 0 0,0 0 0 0 0,0 0 0 0 0,0 0 0 0 0,0 0 0 0 0,0 0 0 0 0,1 1 1 0 0,-1-1-1 0 0,0 0 0 0 0,0 0 0 0 0,0 0 0 0 0,0 0 0 0 0,0 0 1 0 0,0 0-1 0 0,0 0 0 0 0,1 0 0 0 0,-1 0 0 0 0,0 1 0 0 0,0-1 0 0 0,0 0 1 0 0,0 0-1 0 0,0 0 0 0 0,1 0 0 0 0,-1 0 0 0 0,0 0 0 0 0,0 0 0 0 0,0 0 1 0 0,0 0-1 0 0,1 0 0 0 0,-1 0 0 0 0,0 0 0 0 0,0 0 0 0 0,0 0 0 0 0,0 0 1 0 0,0 0-1 0 0,1-1 0 0 0,-1 1 0 0 0,0 0 0 0 0,0 0 0 0 0,0 0 0 0 0,0 0 1 0 0,0 0-1 0 0,0 0 0 0 0,1 0 0 0 0,-1 0 0 0 0,0-1 0 0 0,63 1 247 0 0,-39 2-79 0 0,-17 0-171 0 0,0 0 0 0 0,0 0 0 0 0,0-1 0 0 0,1 0 0 0 0,-1 0 0 0 0,9-1 0 0 0,44 6 94 0 0,-1-3 0 0 0,81-7 0 0 0,-119 2-79 0 0,-2 1-11 0 0,0-1 1 0 0,0-2-1 0 0,0 1 1 0 0,-1-2-1 0 0,26-10 0 0 0,-5 3 14 0 0,-20 7-17 0 0,0-1 0 0 0,-1-1 0 0 0,1-1 0 0 0,-2 0 0 0 0,1-1 0 0 0,17-13 0 0 0,17-11 58 0 0,-44 29-62 0 0,0-1 0 0 0,0 0 0 0 0,-1 0 0 0 0,11-10 0 0 0,-15 12-6 0 0,-1-1 0 0 0,0 0 0 0 0,0 0-1 0 0,-1 0 1 0 0,1 0 0 0 0,-1-1 0 0 0,0 1 0 0 0,0 0-1 0 0,0 0 1 0 0,-1-1 0 0 0,1 1 0 0 0,-1-1-1 0 0,0 1 1 0 0,0 0 0 0 0,-1-1 0 0 0,-1-5 0 0 0,1-12 33 0 0,0-6 17 0 0,0 16-36 0 0,1 1 0 0 0,0-1 0 0 0,0 0 1 0 0,1 1-1 0 0,1-1 0 0 0,3-15 0 0 0,9 0-6 0 0,-11 24-16 0 0,-1-1-1 0 0,0 0 1 0 0,0 0 0 0 0,0 1 0 0 0,-1-1 0 0 0,1 0-1 0 0,-1-1 1 0 0,0 1 0 0 0,0 0 0 0 0,-1 0 0 0 0,1-6-1 0 0,-1 8 1 0 0,0 0 0 0 0,0 0 0 0 0,1 0 0 0 0,-1 0 0 0 0,0 0 0 0 0,1 0 0 0 0,0 0 0 0 0,-1 1 0 0 0,1-1 0 0 0,0 0 0 0 0,0 0 0 0 0,0 1 0 0 0,0-1 0 0 0,0 0 0 0 0,0 1 0 0 0,0-1 0 0 0,1 1 0 0 0,-1-1 0 0 0,0 1 0 0 0,1 0 0 0 0,2-2 0 0 0,7-8 0 0 0,2-14 0 0 0,12-4 14 0 0,-17 16 16 0 0,-5 9-25 0 0,0 0 1 0 0,0 0 0 0 0,0 0-1 0 0,0 0 1 0 0,0 1-1 0 0,1-1 1 0 0,0 1-1 0 0,6-5 1 0 0,9-6 20 0 0,-11 7-18 0 0,1 0 0 0 0,1 0 0 0 0,-1 2 0 0 0,19-10 1 0 0,80-32-9 0 0,-97 41-2 0 0,1 1 0 0 0,0 0 0 0 0,0 1 0 0 0,1 0 0 0 0,-1 1 0 0 0,18-2 0 0 0,19-5-51 0 0,2 3-5 0 0,0 2 0 0 0,101 3 0 0 0,-143 3 39 0 0,-1-1 1 0 0,1 2-1 0 0,0-1 0 0 0,11 4 0 0 0,-19-4 14 0 0,1-1-1 0 0,-1 1 1 0 0,1-1 0 0 0,-1 1 0 0 0,0 0 0 0 0,1-1-1 0 0,-1 1 1 0 0,0 0 0 0 0,1 0 0 0 0,-1 0 0 0 0,0 0-1 0 0,0 0 1 0 0,0 0 0 0 0,0 0 0 0 0,0 1 0 0 0,0-1-1 0 0,0 0 1 0 0,0 1 0 0 0,0-1 0 0 0,-1 0 0 0 0,1 1-1 0 0,-1-1 1 0 0,1 1 0 0 0,-1-1 0 0 0,1 1 0 0 0,-1-1 0 0 0,1 4-1 0 0,-1 5-4 0 0,-1 0-1 0 0,0 1 0 0 0,0-1 0 0 0,0 0 1 0 0,-2 0-1 0 0,1 0 0 0 0,-6 12 0 0 0,5-15 12 0 0,0-1-1 0 0,0 0 1 0 0,-1 0-1 0 0,0 0 1 0 0,0-1-1 0 0,-1 1 1 0 0,1-1-1 0 0,-1 0 0 0 0,0-1 1 0 0,-1 1-1 0 0,1-1 1 0 0,-10 6-1 0 0,-24 10 42 0 0,-75 26-1 0 0,83-34-44 0 0,-1 0 10 0 0,-2 3 24 0 0,-1-2 0 0 0,-1-2-1 0 0,0-1 1 0 0,-50 6-1 0 0,70-15-11 0 0,0-1 0 0 0,0 0-1 0 0,0-1 1 0 0,-22-5 0 0 0,38 6-15 0 0,-1 0 0 0 0,1 0 0 0 0,-1 0 0 0 0,1 0 0 0 0,-1 0 0 0 0,0 0 0 0 0,1 0 0 0 0,-1 0 0 0 0,1 0 0 0 0,-1 0 0 0 0,1-1 0 0 0,-1 1 0 0 0,1 0 0 0 0,-1 0 0 0 0,1 0 0 0 0,-1-1 0 0 0,1 1 0 0 0,0 0 0 0 0,-1-1 0 0 0,1 1 0 0 0,-1-1 1 0 0,1 1-1 0 0,0 0 0 0 0,-1-1 0 0 0,1 1 0 0 0,0-1 0 0 0,-1 1 0 0 0,1-1 0 0 0,0 1 0 0 0,-1-1 0 0 0,9-9 31 0 0,17-2 32 0 0,-24 12-65 0 0,-1-1 1 0 0,1 1 0 0 0,-1 0 0 0 0,1-1 0 0 0,-1 1 0 0 0,1 0 0 0 0,-1-1 0 0 0,1 1 0 0 0,-1-1 0 0 0,0 1 0 0 0,1 0 0 0 0,-1-1-1 0 0,0 1 1 0 0,1-1 0 0 0,-1 1 0 0 0,0-1 0 0 0,1 0 0 0 0,-1 1 0 0 0,0-1 0 0 0,0 1 0 0 0,0-1 0 0 0,0 1 0 0 0,0-1 0 0 0,0 0-1 0 0,0 1 1 0 0,0-2 0 0 0,5-10 12 0 0,19-4 34 0 0,0 0 0 0 0,36-15 0 0 0,-47 23-58 0 0,0 2 0 0 0,0 0 0 0 0,1 1 0 0 0,-1 0 0 0 0,1 1 0 0 0,1 0 0 0 0,-1 1 1 0 0,22-2-1 0 0,-35 5 8 0 0,0 0 0 0 0,1 0 0 0 0,-1 0 1 0 0,1 0-1 0 0,-1 0 0 0 0,0 0 0 0 0,1 1 1 0 0,-1-1-1 0 0,0 0 0 0 0,1 1 0 0 0,-1-1 1 0 0,0 1-1 0 0,0 0 0 0 0,1-1 0 0 0,-1 1 1 0 0,0 0-1 0 0,0-1 0 0 0,0 1 0 0 0,0 0 1 0 0,0 0-1 0 0,0 0 0 0 0,0 0 0 0 0,0 0 1 0 0,0 0-1 0 0,-1 0 0 0 0,1 1 0 0 0,0-1 1 0 0,-1 0-1 0 0,2 2 0 0 0,-1 4-4 0 0,0 0 1 0 0,0-1-1 0 0,0 1 0 0 0,-1 0 0 0 0,0 10 0 0 0,0-2 3 0 0,0 2 11 0 0,0 0 0 0 0,-1 0 0 0 0,-1-1 0 0 0,-1 1 0 0 0,-4 16 0 0 0,-2-10 18 0 0,-1 1 0 0 0,-18 30 0 0 0,13-28 26 0 0,1 2 0 0 0,-10 29 0 0 0,6-5 28 0 0,7-26-32 0 0,2 0-1 0 0,0 1 1 0 0,2 0 0 0 0,1 1 0 0 0,-4 54-1 0 0,10-77-49 0 0,-1 1 0 0 0,1 0 1 0 0,0 0 0 0 0,1 0-1 0 0,-1 1 1 0 0,1-1 0 0 0,0 0-1 0 0,1 0 1 0 0,0-1 0 0 0,2 8-1 0 0,-2-10-23 0 0,0-1-1 0 0,0 1 0 0 0,1 0 1 0 0,-1-1-1 0 0,1 0 0 0 0,-1 0 0 0 0,1 0 1 0 0,0 0-1 0 0,0 0 0 0 0,0 0 0 0 0,0-1 1 0 0,0 1-1 0 0,0-1 0 0 0,0 0 0 0 0,1 0 1 0 0,-1 0-1 0 0,0 0 0 0 0,1-1 1 0 0,-1 1-1 0 0,0-1 0 0 0,1 0 0 0 0,4 0 1 0 0,10 0-309 0 0,0 0 1 0 0,0-1 0 0 0,0 0 0 0 0,0-2-1 0 0,0 0 1 0 0,-1-1 0 0 0,0-1-1 0 0,1 0 1 0 0,-2-2 0 0 0,23-10 0 0 0,-4-5-2641 0 0,44-37 0 0 0,-79 58 2929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8:42.2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8 2241 0 0,'-8'-2'415'0'0,"-1"0"608"0"0,-1 1-1 0 0,1-1 1 0 0,0 1-1 0 0,-1 1 0 0 0,-12 1 1 0 0,29 6-757 0 0,11-1-176 0 0,46 19 127 0 0,-42-15-159 0 0,-1 1 0 0 0,32 23 0 0 0,3 17 76 0 0,-24-19-68 0 0,20 15-3 0 0,81 80-20 0 0,13 26-42 0 0,-141-146 0 0 0,2 2-64 0 0,0 1 0 0 0,1-1 0 0 0,0 0 0 0 0,1-1-1 0 0,0 0 1 0 0,0 0 0 0 0,0-1 0 0 0,1 0-1 0 0,0-1 1 0 0,19 9 0 0 0,35 9-1431 0 0,-64-24 1407 0 0,1 0 0 0 0,-1 0 0 0 0,1 0 0 0 0,0 1 0 0 0,-1-1 0 0 0,1 0 0 0 0,-1 0 0 0 0,1 0 1 0 0,-1 1-1 0 0,1-1 0 0 0,-1 0 0 0 0,1 1 0 0 0,-1-1 0 0 0,1 0 0 0 0,-1 1 0 0 0,1-1 0 0 0,-1 1 0 0 0,0-1 0 0 0,1 0 0 0 0,-1 1 0 0 0,0-1 1 0 0,1 1-1 0 0,-1-1 0 0 0,0 1 0 0 0,0 0 0 0 0,1-1 0 0 0,-1 1 0 0 0,0-1 0 0 0,0 1 0 0 0,0 0 0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8:42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81 4002 0 0,'0'10'5682'0'0,"39"-10"-5121"0"0,-1 0-561 0 0,0 0 80 0 0,38-10 0 0 0,38 10 80 0 0,39-7-160 0 0,113-18-480 0 0,-83 1-1521 0 0,-31 0-2962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8:46.9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342 610 3121 0 0,'-76'32'4029'0'0,"78"-33"-3991"0"0,0 1 1 0 0,0-1-1 0 0,-1 1 1 0 0,1 0-1 0 0,0-1 0 0 0,0 1 1 0 0,0 0-1 0 0,0 0 1 0 0,0 0-1 0 0,0 1 0 0 0,0-1 1 0 0,3 1-1 0 0,-1 0 63 0 0,2-1 313 0 0,1-1-321 0 0,0-2-36 0 0,1 1-1 0 0,-1-1 0 0 0,0 0 1 0 0,10-6-1 0 0,13-6 49 0 0,150-84 284 0 0,-94 49-244 0 0,148-89 95 0 0,-50 6-143 0 0,-132 92-94 0 0,1 3 0 0 0,90-48 0 0 0,-105 67-16 0 0,-47 20 22 0 0,-20 16-5 0 0,-92 82 90 0 0,98-81-68 0 0,-17 12-13 0 0,3 1 1 0 0,0 1-1 0 0,-42 50 1 0 0,44-43-22 0 0,-57 49 0 0 0,35-35 10 0 0,-37 43-2 0 0,-34 9 14 0 0,2 2 39 0 0,-90 42-45 0 0,64-47-69 0 0,136-91 47 0 0,0 1 1 0 0,-22 23 0 0 0,27-15-93 0 0,11-20 101 0 0,0 0 0 0 0,0 0-1 0 0,0 1 1 0 0,0-1 0 0 0,0 0 0 0 0,0 1 0 0 0,0-1 0 0 0,0 0 0 0 0,1 0 0 0 0,-1 1 0 0 0,0-1 0 0 0,0 0 0 0 0,0 1 0 0 0,0-1 0 0 0,0 0 0 0 0,1 0-1 0 0,-1 0 1 0 0,0 1 0 0 0,0-1 0 0 0,1 0 0 0 0,-1 0 0 0 0,0 0 0 0 0,0 1 0 0 0,1-1 0 0 0,-1 0 0 0 0,0 0 0 0 0,0 0 0 0 0,1 0 0 0 0,-1 0 0 0 0,0 0-1 0 0,1 0 1 0 0,-1 0 0 0 0,0 0 0 0 0,0 0 0 0 0,1 0 0 0 0,35-5-587 0 0,46-19-875 0 0,58-12-1281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8:47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1928 1 2321 0 0,'-20'0'2463'0'0,"-42"0"1163"0"0,23 2-3508 0 0,1 2 0 0 0,-50 11 0 0 0,-407 117 762 0 0,323-69-736 0 0,59-21-87 0 0,-115 48 46 0 0,178-66-26 0 0,1 2-1 0 0,-73 51 1 0 0,116-73-66 0 0,-16 12 73 0 0,-38 35 0 0 0,54-45-73 0 0,1 0-1 0 0,-1 0 0 0 0,1 1 1 0 0,0 0-1 0 0,1 0 1 0 0,0 0-1 0 0,0 1 0 0 0,0-1 1 0 0,1 1-1 0 0,-3 11 0 0 0,5-14-7 0 0,0 0 0 0 0,1 0 0 0 0,-1 0-1 0 0,1 0 1 0 0,0 0 0 0 0,0 0-1 0 0,1 0 1 0 0,0 0 0 0 0,0-1 0 0 0,0 1-1 0 0,0 0 1 0 0,1 0 0 0 0,-1 0 0 0 0,1-1-1 0 0,0 1 1 0 0,1-1 0 0 0,-1 0-1 0 0,1 0 1 0 0,0 0 0 0 0,0 0 0 0 0,0 0-1 0 0,1 0 1 0 0,-1-1 0 0 0,1 1-1 0 0,0-1 1 0 0,5 3 0 0 0,9 7 14 0 0,1-2 1 0 0,0 0-1 0 0,1-1 0 0 0,38 13 1 0 0,-12-7-10 0 0,1-3 0 0 0,1-2 0 0 0,0-2 0 0 0,0-2 0 0 0,88 2 0 0 0,-72-10 20 0 0,0-2 0 0 0,-1-4 0 0 0,120-26 0 0 0,-142 22-18 0 0,0-2 0 0 0,-1-2 0 0 0,-1-2 0 0 0,52-29 0 0 0,-69 33-15 0 0,0-1-1 0 0,-1-1 0 0 0,-1-1 1 0 0,0-1-1 0 0,-1 0 1 0 0,-1-2-1 0 0,-1 0 0 0 0,16-22 1 0 0,-29 35-4 0 0,0-1-1 0 0,0 1 1 0 0,-1 0 0 0 0,0-1 0 0 0,0 0 0 0 0,0 0 0 0 0,1-8 0 0 0,-3 11 4 0 0,-1 1 1 0 0,1 0-1 0 0,-1-1 0 0 0,0 1 1 0 0,0 0-1 0 0,-1-1 0 0 0,1 1 1 0 0,0 0-1 0 0,-1-1 1 0 0,0 1-1 0 0,0 0 0 0 0,0 0 1 0 0,-2-4-1 0 0,-1 1 0 0 0,-1 0 0 0 0,1 0 0 0 0,-1 1 0 0 0,-1-1 0 0 0,1 1 0 0 0,-1 0 0 0 0,0 1 0 0 0,0-1-1 0 0,-1 1 1 0 0,1 0 0 0 0,-1 1 0 0 0,0 0 0 0 0,1 0 0 0 0,-12-3 0 0 0,-17-6 2 0 0,-1 1 0 0 0,0 2-1 0 0,-46-5 1 0 0,-180-4-11 0 0,103 19-479 0 0,0 7-1 0 0,1 6 1 0 0,-285 65-1 0 0,204-8-2305 0 0,238-71 2784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8:49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1 900 880 0 0,'32'-6'1721'0'0,"-32"6"-1658"0"0,1 0 0 0 0,-1-1-1 0 0,1 1 1 0 0,-1 0 0 0 0,1 0-1 0 0,-1 0 1 0 0,0-1 0 0 0,1 1-1 0 0,-1 0 1 0 0,1 0 0 0 0,-1-1-1 0 0,0 1 1 0 0,1 0 0 0 0,-1-1-1 0 0,0 1 1 0 0,1-1 0 0 0,-1 1-1 0 0,0 0 1 0 0,1-1 0 0 0,-1 1-1 0 0,0-1 1 0 0,0 1 0 0 0,0-1 0 0 0,1 1-1 0 0,-1-1 1 0 0,0 1 0 0 0,0-1-1 0 0,3-6 197 0 0,12 0 17 0 0,0 0 0 0 0,1 1 0 0 0,17-4 0 0 0,3-2-72 0 0,-1-4-104 0 0,-1-1 0 0 0,-1-2 0 0 0,42-32 0 0 0,40-21 127 0 0,-108 68-210 0 0,0 1 0 0 0,-1-2 1 0 0,1 1-1 0 0,-1-1 0 0 0,1 1 1 0 0,-2-2-1 0 0,1 1 0 0 0,0-1 1 0 0,7-10-1 0 0,-7 4 14 0 0,-5 8-21 0 0,1 1 0 0 0,0-1 0 0 0,0 1 0 0 0,1-1 0 0 0,-1 1 0 0 0,1 0 0 0 0,-1 0 0 0 0,1 0-1 0 0,0 0 1 0 0,0 0 0 0 0,0 0 0 0 0,5-2 0 0 0,119-86 257 0 0,4 5 0 0 0,144-69 0 0 0,-248 141-249 0 0,136-71 110 0 0,-135 69-125 0 0,0 0-1 0 0,1 2 1 0 0,0 1-1 0 0,1 1 0 0 0,1 2 1 0 0,0 1-1 0 0,0 1 1 0 0,0 2-1 0 0,1 1 1 0 0,42-1-1 0 0,-36 8-15 0 0,-36-2 12 0 0,-1 0 0 0 0,1 0 0 0 0,0 0 0 0 0,-1 1 0 0 0,1-1 0 0 0,0 0 1 0 0,-1 1-1 0 0,1 0 0 0 0,0-1 0 0 0,-1 1 0 0 0,1 0 0 0 0,-1 0 0 0 0,1 0 1 0 0,-1 0-1 0 0,0 0 0 0 0,1 0 0 0 0,-1 0 0 0 0,0 0 0 0 0,0 1 0 0 0,0-1 1 0 0,0 0-1 0 0,0 1 0 0 0,0-1 0 0 0,0 1 0 0 0,0-1 0 0 0,0 3 0 0 0,0 1 1 0 0,0-1 0 0 0,-1 1-1 0 0,0 0 1 0 0,0 0 0 0 0,0 0 0 0 0,0 0-1 0 0,-1 0 1 0 0,0 0 0 0 0,0-1-1 0 0,-3 10 1 0 0,-1 1 2 0 0,0 0-1 0 0,-1 0 1 0 0,0-1 0 0 0,-1 0 0 0 0,0 0 0 0 0,-2 0-1 0 0,1-1 1 0 0,-2-1 0 0 0,1 1 0 0 0,-2-2-1 0 0,0 1 1 0 0,0-1 0 0 0,-1-1 0 0 0,-24 17 0 0 0,-219 120 109 0 0,181-106-62 0 0,-15 4 94 0 0,-3-4 0 0 0,-1-4 1 0 0,-166 42-1 0 0,241-74-62 0 0,1-1 0 0 0,-2-1 0 0 0,-25 2 0 0 0,39-5-65 0 0,1 0 0 0 0,-1 0 0 0 0,1 0 0 0 0,-1 0 0 0 0,1-1 0 0 0,-1 0 0 0 0,1 0 0 0 0,-1 0 0 0 0,1 0 0 0 0,0-1 0 0 0,-1 0-1 0 0,1 1 1 0 0,0-2 0 0 0,0 1 0 0 0,0 0 0 0 0,0-1 0 0 0,1 0 0 0 0,-6-5 0 0 0,8 7-13 0 0,1 1 1 0 0,-1-1-1 0 0,1 0 0 0 0,-1 0 0 0 0,1-1 1 0 0,-1 1-1 0 0,1 0 0 0 0,0 0 0 0 0,0 0 0 0 0,-1 0 1 0 0,1 0-1 0 0,0 0 0 0 0,0 0 0 0 0,0 0 1 0 0,0-1-1 0 0,0 1 0 0 0,0 0 0 0 0,1 0 1 0 0,-1 0-1 0 0,0 0 0 0 0,1 0 0 0 0,-1 0 0 0 0,0 0 1 0 0,1 0-1 0 0,-1 0 0 0 0,1 0 0 0 0,0 0 1 0 0,-1 0-1 0 0,2-1 0 0 0,23-25 38 0 0,-20 23-32 0 0,17-15 4 0 0,2 2 0 0 0,0 0 1 0 0,1 2-1 0 0,1 1 0 0 0,53-22 0 0 0,-19 9 1 0 0,-37 16-27 0 0,0 2 0 0 0,1 0-1 0 0,-1 2 1 0 0,2 0 0 0 0,47-5-1 0 0,-70 11 10 0 0,0 1 0 0 0,0-1 0 0 0,-1 1 1 0 0,1-1-1 0 0,0 1 0 0 0,0 0 0 0 0,0 0 0 0 0,-1 0 0 0 0,1 0 0 0 0,0 0 0 0 0,0 0 0 0 0,0 1 0 0 0,-1-1 0 0 0,1 1 0 0 0,0-1 0 0 0,0 1 0 0 0,-1-1 1 0 0,1 1-1 0 0,0 0 0 0 0,1 1 0 0 0,-2 1-1 0 0,0 0 0 0 0,0 0 0 0 0,-1 0 0 0 0,1-1 0 0 0,-1 1 1 0 0,0 0-1 0 0,1 0 0 0 0,-1 0 0 0 0,-1 0 0 0 0,1 0 0 0 0,0 0 1 0 0,-1 0-1 0 0,1 0 0 0 0,-1 0 0 0 0,-1 3 0 0 0,-5 23 17 0 0,-2-1 1 0 0,0 0-1 0 0,-2 0 0 0 0,-1-1 0 0 0,-1 0 1 0 0,-1-1-1 0 0,-1-1 0 0 0,-2 0 0 0 0,0-1 0 0 0,-2-1 1 0 0,-29 29-1 0 0,1-17 186 0 0,38-30-147 0 0,0 1 0 0 0,1 0 0 0 0,-1 1 0 0 0,1 0 1 0 0,0 0-1 0 0,1 1 0 0 0,0 0 0 0 0,0 0 0 0 0,1 1 0 0 0,-9 13 0 0 0,15-21-50 0 0,-1 0 0 0 0,1 0-1 0 0,-1 0 1 0 0,1 0 0 0 0,-1 0-1 0 0,1 0 1 0 0,-1 0 0 0 0,1 0-1 0 0,0 0 1 0 0,0 0 0 0 0,-1 0-1 0 0,1 0 1 0 0,0 1 0 0 0,0-1-1 0 0,0 0 1 0 0,0 0 0 0 0,0 0-1 0 0,1 0 1 0 0,-1 0 0 0 0,0 0-1 0 0,0 0 1 0 0,1 0 0 0 0,-1 0-1 0 0,1 0 1 0 0,-1 0 0 0 0,1 0-1 0 0,-1 0 1 0 0,1 0 0 0 0,-1 0-1 0 0,2 1 1 0 0,0-1-12 0 0,1 0 1 0 0,-1 1-1 0 0,1-2 1 0 0,-1 1-1 0 0,1 0 0 0 0,0 0 1 0 0,-1-1-1 0 0,1 0 0 0 0,0 1 1 0 0,0-1-1 0 0,5 0 1 0 0,31-2-133 0 0,1-1 0 0 0,-1-1 1 0 0,53-14-1 0 0,110-44-1794 0 0,-11-14-2439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8:49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0 1201 0 0,'-107'10'5282'0'0,"100"-10"-3628"0"0,7 0-1635 0 0,0 1 0 0 0,0-1-1 0 0,-1 0 1 0 0,1 1 0 0 0,0-1 0 0 0,0 1 0 0 0,0-1-1 0 0,0 0 1 0 0,0 1 0 0 0,0-1 0 0 0,0 1 0 0 0,0-1-1 0 0,0 0 1 0 0,0 1 0 0 0,0-1 0 0 0,0 1 0 0 0,0-1-1 0 0,0 0 1 0 0,0 1 0 0 0,0-1 0 0 0,0 1 0 0 0,0-1-1 0 0,1 0 1 0 0,-1 1 0 0 0,0-1 0 0 0,0 0 0 0 0,0 1-1 0 0,1-1 1 0 0,-1 0 0 0 0,0 1 0 0 0,1-1 0 0 0,-1 0-1 0 0,0 1 1 0 0,0-1 0 0 0,1 0 0 0 0,-1 0 0 0 0,1 0-1 0 0,-1 1 1 0 0,0-1 0 0 0,1 0 0 0 0,-1 0 0 0 0,0 0-1 0 0,2 0 1 0 0,149 72 848 0 0,-107-55-939 0 0,2-2-1 0 0,0-2 1 0 0,0-1 0 0 0,1-3-1 0 0,1-2 1 0 0,81 1-1 0 0,-99-6-182 0 0,-22-1 22 0 0,1-1 0 0 0,-1 1-1 0 0,1-1 1 0 0,-1-1 0 0 0,1 1 0 0 0,-1-2 0 0 0,11-2-1 0 0,-19 4 155 0 0,1 0 0 0 0,-1 0 0 0 0,1-1 0 0 0,-1 1 0 0 0,1 0 0 0 0,-1-1 0 0 0,0 1 0 0 0,1-1 0 0 0,-1 1-1 0 0,0-1 1 0 0,1 1 0 0 0,-1 0 0 0 0,0-1 0 0 0,0 1 0 0 0,1-1 0 0 0,-1 1 0 0 0,0-1 0 0 0,0 1 0 0 0,0-1 0 0 0,0 0 0 0 0,0 1-1 0 0,1-1 1 0 0,-1 1 0 0 0,0-1 0 0 0,0 1 0 0 0,-1-1 0 0 0,1 0 0 0 0,0-14-2509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8:50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 4562 0 0,'-38'0'2801'0'0,"76"0"-1840"0"0,0 0-721 0 0,0 0-80 0 0,0 7 80 0 0,77 10 0 0 0,-1 39 401 0 0,38-18-321 0 0,-76-21-320 0 0,31-17-320 0 0,7 0-801 0 0,-37 0-2321 0 0,-39 8-1520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8:51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512 52 1441 0 0,'100'-23'5015'0'0,"-100"23"-4996"0"0,0 0 0 0 0,-1 0-1 0 0,1 0 1 0 0,0 0 0 0 0,0 0 0 0 0,0 0-1 0 0,0-1 1 0 0,0 1 0 0 0,0 0 0 0 0,-1 0-1 0 0,1 0 1 0 0,0 0 0 0 0,0 0 0 0 0,0-1-1 0 0,0 1 1 0 0,0 0 0 0 0,0 0-1 0 0,0 0 1 0 0,0 0 0 0 0,0-1 0 0 0,0 1-1 0 0,0 0 1 0 0,0 0 0 0 0,0 0 0 0 0,0-1-1 0 0,0 1 1 0 0,0 0 0 0 0,0 0 0 0 0,0 0-1 0 0,0 0 1 0 0,0-1 0 0 0,0 1-1 0 0,0 0 1 0 0,0 0 0 0 0,0 0 0 0 0,0 0-1 0 0,1-1 1 0 0,-1 1 0 0 0,0 0 0 0 0,0 0-1 0 0,0 0 1 0 0,0 0 0 0 0,0 0-1 0 0,0-1 1 0 0,1 1 0 0 0,-1 0 0 0 0,-25-1 154 0 0,18-1-80 0 0,2-5-26 0 0,-22 0-40 0 0,0 5 70 0 0,-1 0-1 0 0,1 2 1 0 0,-1 1 0 0 0,0 1-1 0 0,1 1 1 0 0,0 2 0 0 0,-40 11 0 0 0,65-15-93 0 0,0-1 0 0 0,0 1 1 0 0,0 0-1 0 0,0-1 0 0 0,0 1 1 0 0,0 0-1 0 0,1 0 0 0 0,-1 1 1 0 0,0-1-1 0 0,0 0 0 0 0,1 0 1 0 0,-1 1-1 0 0,1-1 1 0 0,-3 4-1 0 0,4-4-3 0 0,0 0 1 0 0,0 0-1 0 0,0 0 0 0 0,0 0 1 0 0,0 0-1 0 0,0 0 0 0 0,0 0 1 0 0,1 0-1 0 0,-1 0 0 0 0,0-1 1 0 0,1 1-1 0 0,-1 0 1 0 0,0 0-1 0 0,1 0 0 0 0,0 0 1 0 0,-1 0-1 0 0,1-1 0 0 0,-1 1 1 0 0,2 1-1 0 0,8 14 0 0 0,2 34-1 0 0,-7-39 5 0 0,1-1 1 0 0,-1 1 0 0 0,2-2-1 0 0,-1 1 1 0 0,1-1-1 0 0,9 9 1 0 0,-7-7 6 0 0,0 0 1 0 0,-1 0-1 0 0,0 1 0 0 0,7 14 1 0 0,-13-22-11 0 0,-1 0-1 0 0,1 0 1 0 0,-1 0 0 0 0,0 0 0 0 0,0 1 0 0 0,0-1-1 0 0,-1 0 1 0 0,0 0 0 0 0,1 1 0 0 0,-1-1 0 0 0,-1 0-1 0 0,1 1 1 0 0,-1-1 0 0 0,0 0 0 0 0,0 0 0 0 0,0 1 0 0 0,-3 6-1 0 0,-4 3 13 0 0,0-1-1 0 0,-1 0 0 0 0,0 0 1 0 0,-1-1-1 0 0,-22 21 0 0 0,6-11 110 0 0,0-2 0 0 0,-1 0-1 0 0,-41 21 1 0 0,-45 32 27 0 0,74-49-177 0 0,24-13 76 0 0,28-12-25 0 0,28-9 23 0 0,-27 6-36 0 0,0 0 3 0 0,0-1 0 0 0,-1 0-1 0 0,1-1 1 0 0,-1 0 0 0 0,19-12-1 0 0,-27 14-13 0 0,47-28 14 0 0,93-38 26 0 0,-27 7-167 0 0,138-96 0 0 0,-251 156 125 0 0,-1 0 0 0 0,0 0 0 0 0,0 0 0 0 0,-1-1 0 0 0,1 1 0 0 0,-1-1 0 0 0,1 0 0 0 0,-1 0 0 0 0,0 0 0 0 0,-1 0 0 0 0,1 0 0 0 0,3-10 0 0 0,-5 12 9 0 0,-1-1-1 0 0,0 0 0 0 0,0 0 1 0 0,-1 0-1 0 0,1 0 0 0 0,0 0 1 0 0,-1 0-1 0 0,0 0 0 0 0,0 0 0 0 0,0 1 1 0 0,0-1-1 0 0,0 0 0 0 0,-3-4 1 0 0,-2-6 24 0 0,4 8-26 0 0,1 0 1 0 0,0 0-1 0 0,0 0 0 0 0,0 0 1 0 0,1 0-1 0 0,0 0 1 0 0,0-7-1 0 0,0 8 0 0 0,0-1-1 0 0,0 0 1 0 0,0 1-1 0 0,-1-1 1 0 0,0 0 0 0 0,0 1-1 0 0,-3-9 1 0 0,2 9-8 0 0,0 1-1 0 0,0 0 1 0 0,-1 0 0 0 0,1 0 0 0 0,-1 0-1 0 0,0 0 1 0 0,1 0 0 0 0,-2 1 0 0 0,1 0 0 0 0,0-1-1 0 0,0 1 1 0 0,-1 1 0 0 0,-3-3 0 0 0,-54-18-171 0 0,26 10-194 0 0,22 10-259 0 0,-81 25-4709 0 0,94-23 5249 0 0,-1 0 1 0 0,1 0-1 0 0,0 0 0 0 0,0 0 1 0 0,-1 1-1 0 0,1-1 0 0 0,0 0 0 0 0,-1 0 1 0 0,1 0-1 0 0,0 0 0 0 0,0 0 1 0 0,-1 1-1 0 0,1-1 0 0 0,0 0 0 0 0,0 0 1 0 0,-1 0-1 0 0,1 1 0 0 0,0-1 1 0 0,0 0-1 0 0,0 0 0 0 0,0 1 1 0 0,-1-1-1 0 0,1 0 0 0 0,0 0 0 0 0,0 1 1 0 0,0-1-1 0 0,0 0 0 0 0,0 1 1 0 0,0-1-1 0 0,0 0 0 0 0,0 0 0 0 0,0 1 1 0 0,0-1-1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8:52.0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1050 10 80 0 0,'-114'1'3806'0'0,"-116"16"-1"0"0,175-9-3497 0 0,1 2 0 0 0,0 3 0 0 0,1 2 0 0 0,-65 28 0 0 0,47-13-235 0 0,-111 66 1 0 0,170-88-41 0 0,0 1 1 0 0,1 0-1 0 0,0 1 1 0 0,0 0-1 0 0,1 0 1 0 0,1 1-1 0 0,-10 15 1 0 0,16-22-14 0 0,0 0 1 0 0,1 0-1 0 0,-1 0 1 0 0,1 0-1 0 0,0 0 1 0 0,0 0-1 0 0,1 1 1 0 0,-1-1-1 0 0,1 1 1 0 0,0 0-1 0 0,1-1 1 0 0,-1 1-1 0 0,1 0 1 0 0,-1-1-1 0 0,1 1 1 0 0,1 0-1 0 0,-1-1 1 0 0,1 1-1 0 0,0 0 1 0 0,0-1-1 0 0,0 1 1 0 0,0-1-1 0 0,4 8 1 0 0,0-6 28 0 0,-1 0 0 0 0,1 0 0 0 0,0 0 0 0 0,1 0-1 0 0,0-1 1 0 0,-1 0 0 0 0,2 0 0 0 0,-1 0 0 0 0,0-1 0 0 0,13 6 0 0 0,5 2 75 0 0,50 16 1 0 0,-45-19-120 0 0,0-2 1 0 0,1-1-1 0 0,0-2 0 0 0,0 0 0 0 0,0-2 1 0 0,0-2-1 0 0,48-4 0 0 0,-10-5 21 0 0,0-4 0 0 0,80-24 0 0 0,-115 27-17 0 0,1-1 1 0 0,-2-1-1 0 0,0-1 0 0 0,0-2 0 0 0,34-23 0 0 0,-55 31-53 0 0,0-1 0 0 0,0-1 0 0 0,-1 1 0 0 0,0-2 0 0 0,-1 0 0 0 0,0 0 0 0 0,0 0 0 0 0,-1-1 0 0 0,0-1 0 0 0,-1 1 0 0 0,-1-1 0 0 0,0 0 0 0 0,0-1 0 0 0,-1 0 0 0 0,-1 1-1 0 0,4-15 1 0 0,-7 22 28 0 0,0 0-1 0 0,0 0 1 0 0,-1 0 0 0 0,0 0-1 0 0,1 0 1 0 0,-2 0-1 0 0,1 0 1 0 0,-1 0-1 0 0,1 1 1 0 0,-1-1-1 0 0,0 0 1 0 0,-1 0-1 0 0,1 1 1 0 0,-4-7 0 0 0,0 3-13 0 0,0 1 1 0 0,0-1 0 0 0,-1 1-1 0 0,0 0 1 0 0,-9-8 0 0 0,3 2-22 0 0,5 6-27 0 0,1 1 1 0 0,0-1 0 0 0,-1 1-1 0 0,0 1 1 0 0,-1-1 0 0 0,1 1 0 0 0,-1 1-1 0 0,-10-5 1 0 0,3 4-93 0 0,0 1-1 0 0,0 1 1 0 0,0 0-1 0 0,-17 0 0 0 0,-139-7-1310 0 0,12 8-428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8:52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0 640 0 0,'-51'18'2392'0'0,"40"-15"-1983"0"0,-1 1 1 0 0,2 0-1 0 0,-14 7 0 0 0,23-11-361 0 0,0 1 1 0 0,1 0 0 0 0,-1-1-1 0 0,1 1 1 0 0,-1 0-1 0 0,1-1 1 0 0,-1 1 0 0 0,1 0-1 0 0,-1 0 1 0 0,1-1 0 0 0,0 1-1 0 0,-1 0 1 0 0,1 0-1 0 0,0 0 1 0 0,0 0 0 0 0,-1-1-1 0 0,1 3 1 0 0,0-3-14 0 0,0 0 0 0 0,0 1 0 0 0,0-1 0 0 0,0 1 0 0 0,0-1 0 0 0,0 0 0 0 0,0 1 0 0 0,0-1 0 0 0,0 0 0 0 0,0 1 0 0 0,0-1 0 0 0,0 1 0 0 0,0-1 0 0 0,1 0 0 0 0,-1 1 0 0 0,0-1 0 0 0,0 0 0 0 0,0 1 0 0 0,0-1 0 0 0,1 0 0 0 0,-1 1 0 0 0,0-1 0 0 0,0 0 0 0 0,1 0 0 0 0,-1 1 1 0 0,0-1-1 0 0,0 0 0 0 0,1 0 0 0 0,-1 1 0 0 0,0-1 0 0 0,1 0 0 0 0,-1 0 0 0 0,0 0 0 0 0,1 0 0 0 0,-1 0 0 0 0,0 1 0 0 0,1-1 0 0 0,0 0 0 0 0,59 1 894 0 0,0 3 0 0 0,98 20 1 0 0,59 19-530 0 0,-14-8-65 0 0,334 66 544 0 0,-370-59-825 0 0,47 10-28 0 0,91 12-39 0 0,-276-59-263 0 0,0-1 0 0 0,0-1 0 0 0,1-1 1 0 0,0-2-1 0 0,44-5 0 0 0,-67 4 21 0 0,0 0 0 0 0,0 0 0 0 0,0 0 0 0 0,0-1 0 0 0,0 0 0 0 0,0-1 0 0 0,8-3 0 0 0,-13 5 106 0 0,-1 0 0 0 0,0 0 1 0 0,0 0-1 0 0,-1 0 1 0 0,1 0-1 0 0,0 0 0 0 0,0-1 1 0 0,0 1-1 0 0,-1 0 1 0 0,1 0-1 0 0,-1-1 0 0 0,1 1 1 0 0,-1 0-1 0 0,1-1 1 0 0,-1 1-1 0 0,0 0 0 0 0,0-1 1 0 0,0 1-1 0 0,0-1 1 0 0,0 1-1 0 0,0 0 0 0 0,0-3 1 0 0,0 4 124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8:53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228 165 2001 0 0,'16'-2'473'0'0,"-1"0"0"0"0,1-2-1 0 0,0 0 1 0 0,-1 0 0 0 0,0-1 0 0 0,0-1 0 0 0,0-1-1 0 0,14-9 1 0 0,85-44 1088 0 0,-82 40-1388 0 0,-22 8-109 0 0,-9 11-62 0 0,0-1-1 0 0,0 0 0 0 0,0 1 1 0 0,1-1-1 0 0,-1 1 1 0 0,0 0-1 0 0,1-1 0 0 0,-1 1 1 0 0,1 0-1 0 0,-1 0 1 0 0,1 0-1 0 0,-1 0 0 0 0,1 0 1 0 0,0 0-1 0 0,0 0 1 0 0,-1 1-1 0 0,1-1 0 0 0,0 0 1 0 0,0 1-1 0 0,2-1 1 0 0,-10 10 11 0 0,-45 32 67 0 0,-222 157 294 0 0,115-75 26 0 0,154-119-384 0 0,0-1-1 0 0,0 0 1 0 0,1 1 0 0 0,0 0 0 0 0,-1 0 0 0 0,1 0-1 0 0,1 0 1 0 0,-1 0 0 0 0,1 1 0 0 0,-1-1-1 0 0,-1 8 1 0 0,-8 15 35 0 0,-14 5-51 0 0,26-32-2 0 0,0 0 0 0 0,-1 0 1 0 0,1 1-1 0 0,0-1 0 0 0,-1 1 1 0 0,1-1-1 0 0,0 0 0 0 0,-1 1 0 0 0,1-1 1 0 0,0 1-1 0 0,0-1 0 0 0,0 1 0 0 0,-1-1 1 0 0,1 0-1 0 0,0 1 0 0 0,0-1 1 0 0,0 1-1 0 0,0-1 0 0 0,0 1 0 0 0,0-1 1 0 0,0 1-1 0 0,0-1 0 0 0,0 1 0 0 0,0-1 1 0 0,0 1-1 0 0,0-1 0 0 0,0 1 1 0 0,0-1-1 0 0,0 1 0 0 0,1-1 0 0 0,-1 1 1 0 0,0-1-1 0 0,0 1 0 0 0,1-1 0 0 0,-1 0 1 0 0,0 1-1 0 0,1-1 0 0 0,-1 1 1 0 0,0-1-1 0 0,1 0 0 0 0,-1 1 0 0 0,0-1 1 0 0,1 0-1 0 0,-1 0 0 0 0,1 1 0 0 0,-1-1 1 0 0,0 0-1 0 0,1 0 0 0 0,-1 0 1 0 0,1 1-1 0 0,-1-1 0 0 0,1 0 0 0 0,-1 0 1 0 0,2 0-1 0 0,23 3-90 0 0,-12-6-30 0 0,-1 1 0 0 0,1-1-1 0 0,-1-1 1 0 0,22-10 0 0 0,-4 2-107 0 0,0-1-226 0 0,-1-2 0 0 0,-1 0 0 0 0,36-26 0 0 0,-18 10-540 0 0,62-38-1953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8:53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565 0 1441 0 0,'-4'1'241'0'0,"1"0"0"0"0,-1 0 0 0 0,1 0 0 0 0,-1 0 1 0 0,1 0-1 0 0,0 1 0 0 0,0 0 0 0 0,0 0 0 0 0,0 0 1 0 0,0 0-1 0 0,0 0 0 0 0,-3 4 0 0 0,-37 25 1146 0 0,-198 111 1161 0 0,225-133-2448 0 0,-76 48 373 0 0,35-1-193 0 0,35-39-196 0 0,18-15-74 0 0,1 0 1 0 0,0 0-1 0 0,0 0 0 0 0,0 1 0 0 0,0-1 1 0 0,0 0-1 0 0,0 1 0 0 0,1 0 1 0 0,-1 0-1 0 0,1 0 0 0 0,0 0 0 0 0,0 0 1 0 0,0 0-1 0 0,0 1 0 0 0,1-1 0 0 0,-1 1 1 0 0,1-1-1 0 0,0 1 0 0 0,0-1 1 0 0,0 1-1 0 0,1 0 0 0 0,-1 3 0 0 0,1-5-5 0 0,0 0-1 0 0,0 0 0 0 0,0 0 0 0 0,0-1 0 0 0,1 1 0 0 0,-1 0 0 0 0,0 0 0 0 0,1 0 0 0 0,0-1 0 0 0,-1 1 1 0 0,1 0-1 0 0,0-1 0 0 0,0 1 0 0 0,0-1 0 0 0,0 1 0 0 0,0-1 0 0 0,0 1 0 0 0,0-1 0 0 0,1 0 1 0 0,-1 1-1 0 0,0-1 0 0 0,1 0 0 0 0,1 1 0 0 0,2 1 3 0 0,1-1 1 0 0,-1 0-1 0 0,1 0 0 0 0,0 0 0 0 0,9 1 1 0 0,-2 0 10 0 0,24 6 25 0 0,1-2 0 0 0,-1-1 0 0 0,76 1 0 0 0,-86-8-24 0 0,-1-1 0 0 0,0-1 1 0 0,0-1-1 0 0,0-1 0 0 0,-1-1 0 0 0,43-17 0 0 0,-65 23-18 0 0,-1-1 0 0 0,0 0 0 0 0,0 0-1 0 0,0 0 1 0 0,0 0 0 0 0,0 0-1 0 0,0 0 1 0 0,0 0 0 0 0,0-1 0 0 0,-1 1-1 0 0,1-1 1 0 0,0 1 0 0 0,-1-1 0 0 0,1 0-1 0 0,-1 0 1 0 0,0 1 0 0 0,0-1-1 0 0,0 0 1 0 0,1 0 0 0 0,-2 0 0 0 0,2-3-1 0 0,6-10 11 0 0,-2 5 1 0 0,-5 8-8 0 0,1-1-1 0 0,-1 1 1 0 0,1 0-1 0 0,-1-1 0 0 0,0 1 1 0 0,0-1-1 0 0,0 0 1 0 0,0 1-1 0 0,-1-1 1 0 0,1 0-1 0 0,0-4 0 0 0,-2-1-6 0 0,-1 0 0 0 0,0 0 0 0 0,0 1 0 0 0,-1-1 1 0 0,0 1-1 0 0,-1-1 0 0 0,1 1 0 0 0,-9-11 0 0 0,-4-9-114 0 0,-2 0-1 0 0,-33-39 1 0 0,42 56-110 0 0,-1 0-1 0 0,0 0 0 0 0,-1 1 1 0 0,0 1-1 0 0,0-1 0 0 0,-1 2 1 0 0,0 0-1 0 0,0 0 0 0 0,-14-5 1 0 0,-17 1-2228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8:54.1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10 2801 0 0,'1'-3'3417'0'0,"-8"-2"-2765"0"0,-19 3 642 0 0,26 3-1250 0 0,-1-1 1 0 0,1 0 0 0 0,-1 0-1 0 0,1 0 1 0 0,-1 1-1 0 0,1-1 1 0 0,0 0 0 0 0,-1 0-1 0 0,1 1 1 0 0,0-1 0 0 0,-1 0-1 0 0,1 1 1 0 0,0-1-1 0 0,-1 0 1 0 0,1 1 0 0 0,0-1-1 0 0,-1 1 1 0 0,1-1-1 0 0,0 0 1 0 0,0 1 0 0 0,0-1-1 0 0,-1 1 1 0 0,1-1 0 0 0,0 1-1 0 0,0-1 1 0 0,0 1-1 0 0,0-1 1 0 0,0 1 0 0 0,0-1-1 0 0,0 1 1 0 0,0-1-1 0 0,0 1 1 0 0,0-1 0 0 0,0 0-1 0 0,0 1 1 0 0,0-1 0 0 0,1 1-1 0 0,-1-1 1 0 0,0 1-1 0 0,7 19 346 0 0,3-12-250 0 0,0-1 0 0 0,0 0 0 0 0,1 0 0 0 0,0-1 0 0 0,0 0 1 0 0,1 0-1 0 0,13 3 0 0 0,-6-1 33 0 0,77 28 87 0 0,1-4 0 0 0,1-5 0 0 0,1-4 0 0 0,2-4 1 0 0,145 8-1 0 0,-181-24-1058 0 0,0-4 0 0 0,-1-2 1 0 0,1-4-1 0 0,125-28 0 0 0,-120 16-1123 0 0,-69 19 1843 0 0,0 0-1 0 0,-1 0 1 0 0,1 0 0 0 0,-1-1-1 0 0,1 1 1 0 0,0 0-1 0 0,-1 0 1 0 0,1-1 0 0 0,-1 1-1 0 0,1 0 1 0 0,-1-1-1 0 0,1 1 1 0 0,-1 0-1 0 0,1-1 1 0 0,-1 1 0 0 0,1-1-1 0 0,-1 1 1 0 0,0-1-1 0 0,1 1 1 0 0,-1-1 0 0 0,0 1-1 0 0,1-1 1 0 0,-1 1-1 0 0,0-1 1 0 0,0 0-1 0 0,0 1 1 0 0,1-1 0 0 0,-1 0-1 0 0,0 1 1 0 0,0-1-1 0 0,0 1 1 0 0,0-2-1 0 0,0-15-2775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8:54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1 3362 0 0,'-38'17'5922'0'0,"-31"0"-4561"0"0,107-10-2001 0 0,-7 10 319 0 0,83 22 562 0 0,0 2 239 0 0,39 8-80 0 0,-1-3-80 0 0,76-22-400 0 0,-45-24-720 0 0,8-24-1361 0 0,-1-15-3522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8:55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1057 87 800 0 0,'23'1'1770'0'0,"-1"0"0"0"0,34 6-1 0 0,-54-7-1628 0 0,0 1-1 0 0,0 0 0 0 0,1-1 0 0 0,-1 1 0 0 0,1-1 0 0 0,-1 0 0 0 0,0 0 0 0 0,1 0 0 0 0,-1 0 0 0 0,1 0 1 0 0,2-1-1 0 0,2 0 99 0 0,-1 1 1429 0 0,-12 0-1521 0 0,-4 0-91 0 0,-3 1 172 0 0,1-1 1 0 0,-1 0-1 0 0,0-2 1 0 0,1 1-1 0 0,-22-6 1 0 0,25 4-172 0 0,-1 0 1 0 0,0 1 0 0 0,1 0-1 0 0,-20-1 1 0 0,-6-1 81 0 0,-390-64 1755 0 0,394 66-1712 0 0,0 2 1 0 0,-53 6-1 0 0,75-4-170 0 0,0 0 1 0 0,0 0-1 0 0,0 0 0 0 0,0 1 1 0 0,-9 5-1 0 0,5-2-46 0 0,13-6 33 0 0,0 0 1 0 0,0 0 0 0 0,1 0-1 0 0,-1 0 1 0 0,0 0-1 0 0,0 0 1 0 0,0 0 0 0 0,0 0-1 0 0,1 0 1 0 0,-1 0-1 0 0,0 0 1 0 0,0 1 0 0 0,0-1-1 0 0,0 0 1 0 0,1 0-1 0 0,-1 0 1 0 0,0 0 0 0 0,0 0-1 0 0,0 1 1 0 0,0-1-1 0 0,0 0 1 0 0,0 0 0 0 0,0 0-1 0 0,1 0 1 0 0,-1 1-1 0 0,0-1 1 0 0,0 0 0 0 0,0 0-1 0 0,0 0 1 0 0,0 1-1 0 0,0-1 1 0 0,0 0 0 0 0,0 0-1 0 0,0 0 1 0 0,0 0-1 0 0,0 1 1 0 0,0-1 0 0 0,0 0-1 0 0,0 0 1 0 0,0 0-1 0 0,0 1 1 0 0,0-1 0 0 0,0 0-1 0 0,-1 0 1 0 0,1 0-1 0 0,0 1 1 0 0,0-1 0 0 0,0 0-1 0 0,0 0 1 0 0,0 0-1 0 0,0 0 1 0 0,-1 0 0 0 0,1 1-1 0 0,0-1 1 0 0,0 0 0 0 0,0 0-1 0 0,0 0 1 0 0,0 0-1 0 0,-1 0 1 0 0,1 0 0 0 0,0 0-1 0 0,0 0 1 0 0,0 0-1 0 0,-1 0 1 0 0,1 1 0 0 0,0-1-1 0 0,27 18-3 0 0,-1 2-1 0 0,29 28 1 0 0,-47-41 3 0 0,1 0 1 0 0,1 0-1 0 0,-1-1 0 0 0,1 0 1 0 0,0-1-1 0 0,1 0 0 0 0,-1-1 1 0 0,1 0-1 0 0,21 5 1 0 0,7-1 6 0 0,57 3 1 0 0,-53-7 12 0 0,217 35 62 0 0,-251-36-81 0 0,0 0 0 0 0,-1 0 0 0 0,16 9 0 0 0,-11-6 0 0 0,4 2 1 0 0,-4-3 3 0 0,-1 1 1 0 0,0 1-1 0 0,0 0 1 0 0,-1 0-1 0 0,18 15 1 0 0,-26-19-4 0 0,0 0 0 0 0,-1 0 1 0 0,1-1-1 0 0,-1 1 0 0 0,0 1 1 0 0,0-1-1 0 0,0 0 0 0 0,0 0 1 0 0,-1 1-1 0 0,1-1 0 0 0,-1 1 1 0 0,0 0-1 0 0,0-1 0 0 0,0 1 1 0 0,0 0-1 0 0,-1 0 0 0 0,1-1 1 0 0,-1 1-1 0 0,0 0 0 0 0,0 0 1 0 0,-1 0-1 0 0,1-1 0 0 0,-1 1 1 0 0,0 0-1 0 0,0 0 0 0 0,0-1 1 0 0,0 1-1 0 0,-2 3 0 0 0,-2 3 10 0 0,-1 0 0 0 0,0 0 0 0 0,0-1-1 0 0,-1 0 1 0 0,0 0 0 0 0,0-1 0 0 0,-1 0-1 0 0,0 0 1 0 0,0 0 0 0 0,-1-1 0 0 0,0 0 0 0 0,-11 5-1 0 0,-14 7 148 0 0,0-2 0 0 0,-45 16 0 0 0,9-5 196 0 0,-40 16 483 0 0,-135 34-1 0 0,161-57-375 0 0,-161 18-1 0 0,231-39-459 0 0,5 2-20 0 0,-1-1 1 0 0,0 0-1 0 0,0-1 1 0 0,0-1-1 0 0,1 1 1 0 0,-1-1-1 0 0,0-1 0 0 0,0 0 1 0 0,1 0-1 0 0,0-1 1 0 0,-1 0-1 0 0,-13-7 1 0 0,20 8-76 0 0,1 1 0 0 0,-1 0 0 0 0,0-1 0 0 0,1 0 0 0 0,-1 0 0 0 0,1 0 0 0 0,0 0 0 0 0,-1 0 0 0 0,1 0 1 0 0,0 0-1 0 0,-3-5 0 0 0,4 5 2 0 0,1 0 1 0 0,-1 0-1 0 0,1 0 1 0 0,-1 0 0 0 0,1 0-1 0 0,0 0 1 0 0,-1 0-1 0 0,1 0 1 0 0,0 0-1 0 0,1 0 1 0 0,-1 0-1 0 0,0 0 1 0 0,0 1 0 0 0,1-1-1 0 0,-1 0 1 0 0,1 0-1 0 0,0 0 1 0 0,0 0-1 0 0,-1 0 1 0 0,1 1 0 0 0,0-1-1 0 0,0 0 1 0 0,2-1-1 0 0,5-7-380 0 0,0 1-1 0 0,0 0 0 0 0,1 0 1 0 0,0 0-1 0 0,1 1 1 0 0,19-12-1 0 0,150-82-3929 0 0,74-16-1881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8:56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1 603 720 0 0,'32'42'4282'0'0,"-32"-41"-4231"0"0,1 0-1 0 0,-1-1 1 0 0,1 1 0 0 0,0 0-1 0 0,-1-1 1 0 0,1 1 0 0 0,0 0-1 0 0,0-1 1 0 0,0 1-1 0 0,-1-1 1 0 0,1 1 0 0 0,0-1-1 0 0,0 0 1 0 0,0 1-1 0 0,0-1 1 0 0,0 0 0 0 0,0 1-1 0 0,0-1 1 0 0,0 0-1 0 0,0 0 1 0 0,0 0 0 0 0,0 0-1 0 0,0 0 1 0 0,0 0-1 0 0,0 0 1 0 0,0 0 0 0 0,0-1-1 0 0,0 1 1 0 0,0 0-1 0 0,0 0 1 0 0,-1-1 0 0 0,1 1-1 0 0,0-1 1 0 0,0 1-1 0 0,0-1 1 0 0,0 1 0 0 0,-1-1-1 0 0,1 0 1 0 0,0 1-1 0 0,0-1 1 0 0,0 0 0 0 0,1-1 104 0 0,21-11 109 0 0,-20 12-225 0 0,-1-1 0 0 0,1 1 0 0 0,0-1 0 0 0,-1 0 0 0 0,1 0 0 0 0,-1 0 0 0 0,1-1 0 0 0,-1 1 0 0 0,2-4 0 0 0,20-15 229 0 0,-15 14-135 0 0,-1 0 0 0 0,0 0 0 0 0,13-17 0 0 0,-7 3 100 0 0,-1-1-1 0 0,-2-1 0 0 0,0 0 0 0 0,-1 0 0 0 0,10-42 0 0 0,-12 39-3 0 0,1-1-1 0 0,1 1 0 0 0,1 1 1 0 0,25-41-1 0 0,-24 47-115 0 0,1 1 1 0 0,1 0-1 0 0,1 1 0 0 0,0 1 1 0 0,1 0-1 0 0,27-20 1 0 0,-32 29-108 0 0,0 0 1 0 0,1 1 0 0 0,-1 0-1 0 0,1 1 1 0 0,0 0 0 0 0,1 1-1 0 0,-1 0 1 0 0,1 1 0 0 0,-1 0-1 0 0,1 1 1 0 0,0 1 0 0 0,18 0-1 0 0,0 1-22 0 0,-9-2-58 0 0,0 2-1 0 0,0 1 0 0 0,0 1 0 0 0,0 0 1 0 0,0 2-1 0 0,0 0 0 0 0,22 9 1 0 0,-42-13 69 0 0,0 1 1 0 0,0 0-1 0 0,1 0 1 0 0,-1 0-1 0 0,0 0 0 0 0,-1 1 1 0 0,1-1-1 0 0,0 1 1 0 0,0-1-1 0 0,0 1 1 0 0,-1-1-1 0 0,1 1 1 0 0,-1 0-1 0 0,1 0 1 0 0,-1 0-1 0 0,0 0 1 0 0,0 0-1 0 0,2 3 1 0 0,-2 1 6 0 0,0 1-1 0 0,0 0 1 0 0,0-1 0 0 0,-1 1 0 0 0,0 10 0 0 0,0-4 6 0 0,0 12 32 0 0,-1 0 0 0 0,-4 28 0 0 0,-9 6 22 0 0,9-39-18 0 0,1 1 1 0 0,0 0-1 0 0,-1 33 1 0 0,4-34-8 0 0,0 20 8 0 0,1-38-45 0 0,0 0 0 0 0,0 0 0 0 0,0-1-1 0 0,1 1 1 0 0,-1 0 0 0 0,1-1 0 0 0,-1 1 0 0 0,1 0 0 0 0,0-1 0 0 0,-1 1 0 0 0,1-1 0 0 0,0 1 0 0 0,0-1-1 0 0,0 1 1 0 0,0-1 0 0 0,0 0 0 0 0,2 3 0 0 0,4-1-37 0 0,0 0 1 0 0,1 0-1 0 0,-1 0 1 0 0,0-1-1 0 0,1 0 0 0 0,0-1 1 0 0,-1 0-1 0 0,1 0 0 0 0,0 0 1 0 0,14-1-1 0 0,0-1-366 0 0,1-1 0 0 0,-1 0 1 0 0,30-9-1 0 0,-46 10 275 0 0,6-2-272 0 0,0 0 1 0 0,0 0-1 0 0,-1-1 1 0 0,1-1-1 0 0,-1 0 1 0 0,0-1-1 0 0,0 0 1 0 0,-1 0-1 0 0,0-1 1 0 0,0-1-1 0 0,15-13 1 0 0,44-40-3937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8:57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1042 25 480 0 0,'33'-12'1989'0'0,"-29"10"-1297"0"0,0 0 0 0 0,1 0 0 0 0,-1 0 0 0 0,1 1-1 0 0,-1 0 1 0 0,1 0 0 0 0,8-1 0 0 0,-13 8-452 0 0,-1-2-214 0 0,1 0 1 0 0,-1 0 0 0 0,0 1-1 0 0,0-1 1 0 0,0 0 0 0 0,0 0 0 0 0,-1 0-1 0 0,1-1 1 0 0,-3 5 0 0 0,-106 176 438 0 0,43-77-277 0 0,24-34-31 0 0,-142 216 407 0 0,45-98-458 0 0,13 8-92 0 0,-38 12-14 0 0,44-59 0 0 0,54-49 5 0 0,46-69 3 0 0,3-8-5 0 0,11-17 4 0 0,0 2 0 0 0,1-1-1 0 0,0 1 1 0 0,-6 15-1 0 0,11-24-12 0 0,0 0 0 0 0,1 0 0 0 0,-1 0 0 0 0,1 0 0 0 0,0 0 0 0 0,-1 0 0 0 0,1 0-1 0 0,0 0 1 0 0,0 0 0 0 0,0 1 0 0 0,0-1 0 0 0,1 0 0 0 0,-1 0 0 0 0,1 0 0 0 0,-1 0 0 0 0,1 0 0 0 0,0 0-1 0 0,-1 0 1 0 0,1-1 0 0 0,0 1 0 0 0,0 0 0 0 0,0 0 0 0 0,1 0 0 0 0,-1-1 0 0 0,0 1 0 0 0,1-1 0 0 0,-1 1-1 0 0,1-1 1 0 0,2 3 0 0 0,-1-3-29 0 0,0 1 1 0 0,0-1-1 0 0,-1 0 0 0 0,1 0 0 0 0,0 0 0 0 0,0 0 0 0 0,0 0 1 0 0,0-1-1 0 0,0 1 0 0 0,0-1 0 0 0,0 0 0 0 0,0 0 0 0 0,0 0 1 0 0,0 0-1 0 0,0 0 0 0 0,0-1 0 0 0,5-1 0 0 0,15-2-334 0 0,0-1-1 0 0,-1-1 1 0 0,1-1-1 0 0,-1-2 1 0 0,-1 0-1 0 0,0-1 1 0 0,0-1-1 0 0,-1 0 1 0 0,31-25-1 0 0,63-58-3018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8:57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2149 192 4722 0 0,'1'-7'303'0'0,"-1"0"-1"0"0,-1-1 0 0 0,0 1 1 0 0,0 0-1 0 0,-3-12 0 0 0,0 8-148 0 0,3 7-136 0 0,-1 0-1 0 0,0 0 1 0 0,1 0-1 0 0,0 0 1 0 0,0 0-1 0 0,0-1 1 0 0,0 1-1 0 0,1 0 1 0 0,0-1-1 0 0,0 1 1 0 0,1-9-1 0 0,0 11-19 0 0,-1 1 0 0 0,1-1 0 0 0,0 0 0 0 0,0 0 0 0 0,0 1-1 0 0,0-1 1 0 0,0 1 0 0 0,1-1 0 0 0,-1 1 0 0 0,0-1-1 0 0,1 1 1 0 0,-1 0 0 0 0,3-2 0 0 0,2-1 35 0 0,0 1 1 0 0,0 0-1 0 0,0 1 0 0 0,0-1 1 0 0,10-1-1 0 0,14-4 199 0 0,1 3-1 0 0,60-5 1 0 0,77 8 162 0 0,-101 3-323 0 0,162 7 210 0 0,239 41-1 0 0,-370-34-240 0 0,528 72 93 0 0,-405-58-93 0 0,-119-10 45 0 0,89 12 152 0 0,-152-29-207 0 0,0-1-1 0 0,0-1 1 0 0,52-9-1 0 0,-51 4-25 0 0,-4-1 38 0 0,1 1 1 0 0,0 2-1 0 0,72 4 1 0 0,-98 0 55 0 0,0 0 0 0 0,-1-1 1 0 0,1-1-1 0 0,-1 0 1 0 0,1 0-1 0 0,17-6 0 0 0,-7 3-30 0 0,0 0 0 0 0,1 1-1 0 0,-1 1 1 0 0,25 0 0 0 0,-44 2-48 0 0,0 0 0 0 0,1 0 0 0 0,-1 0 0 0 0,1 0 0 0 0,-1 0-1 0 0,0 1 1 0 0,1-1 0 0 0,-1 1 0 0 0,0-1 0 0 0,0 1 0 0 0,1 0 0 0 0,-1 0 0 0 0,2 1 0 0 0,-2 0 4 0 0,-1-1-1 0 0,0 1 1 0 0,0 0 0 0 0,0-1 0 0 0,0 1 0 0 0,-1 0-1 0 0,1 0 1 0 0,0 0 0 0 0,-1-1 0 0 0,1 1-1 0 0,-1 0 1 0 0,0 0 0 0 0,1 0 0 0 0,-1 0 0 0 0,0 0-1 0 0,0 0 1 0 0,-1 3 0 0 0,1 8 88 0 0,-5 137 768 0 0,2-125-799 0 0,-2 1 1 0 0,0-2 0 0 0,-1 1 0 0 0,-14 35 0 0 0,-44 90 291 0 0,13 6 1 0 0,-45 50 13 0 0,46-110-201 0 0,-171 381 308 0 0,107-212-401 0 0,44-98 67 0 0,66-154-131 0 0,4-8-15 0 0,-1-1 0 0 0,0 0 0 0 0,-1 0 0 0 0,1 0 0 0 0,-1 0 0 0 0,0 0 1 0 0,0 0-1 0 0,0 0 0 0 0,0-1 0 0 0,-1 1 0 0 0,1 0 0 0 0,-1-1 0 0 0,0 0 0 0 0,-5 4 0 0 0,7-6-5 0 0,0 0-1 0 0,-1 0 1 0 0,1 0 0 0 0,-1 0-1 0 0,1 0 1 0 0,-1-1 0 0 0,0 1-1 0 0,1-1 1 0 0,-1 1-1 0 0,0-1 1 0 0,1 1 0 0 0,-1-1-1 0 0,0 0 1 0 0,1 0 0 0 0,-1 0-1 0 0,0 0 1 0 0,-2 0-1 0 0,-40-12-15 0 0,18 4 46 0 0,-265-106 227 0 0,94 31-252 0 0,-71-10-1 0 0,-461-80 334 0 0,12 69 961 0 0,669 99-1188 0 0,-1229-82 1720 0 0,904 81-2013 0 0,-71 16-4042 0 0,388-15-1268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9:08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1 880 0 0,'0'9'1601'0'0,"0"-1"-1121"0"0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9:12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2357 54 3442 0 0,'-149'-7'1918'0'0,"-151"-3"-1836"0"0,116 9 79 0 0,157 3-151 0 0,-38 1 13 0 0,0 3 0 0 0,-127 28 1 0 0,-5 27-11 0 0,-24 13 121 0 0,119-37-108 0 0,31-16 19 0 0,56-18-40 0 0,1 1-1 0 0,-1 0 0 0 0,1 2 1 0 0,0-1-1 0 0,1 2 0 0 0,-1 0 1 0 0,-19 14-1 0 0,19-12 7 0 0,-35 29 31 0 0,-2 25-28 0 0,-13 7-14 0 0,14-6 0 0 0,27-43 0 0 0,-12 15 13 0 0,33-32-8 0 0,0 0 0 0 0,0 0 0 0 0,0 0 1 0 0,1 1-1 0 0,-1-1 0 0 0,-1 8 0 0 0,-2 7 12 0 0,-20 32-3 0 0,23-45-10 0 0,0 0 0 0 0,1 0 0 0 0,0 0 0 0 0,0 1 0 0 0,0-1 0 0 0,1 0 0 0 0,0 0 0 0 0,0 1 0 0 0,2 10 0 0 0,-2-13-2 0 0,1-1 0 0 0,0 1 0 0 0,1 0 0 0 0,-1-1 0 0 0,1 1 0 0 0,-1-1 1 0 0,1 1-1 0 0,0-1 0 0 0,0 0 0 0 0,1 0 0 0 0,-1 0 0 0 0,1 0 0 0 0,-1 0 0 0 0,1 0 0 0 0,0-1 1 0 0,0 1-1 0 0,0-1 0 0 0,5 3 0 0 0,18 7-12 0 0,0-2-1 0 0,0 0 1 0 0,1-2 0 0 0,0 0 0 0 0,1-2 0 0 0,46 4 0 0 0,-10 0 1 0 0,160 37 57 0 0,-130-24-65 0 0,152 16-1 0 0,-152-35 15 0 0,-1-4-1 0 0,0-5 1 0 0,122-20 0 0 0,-142 19 24 0 0,1 4 1 0 0,79 7 0 0 0,-41 0-7 0 0,125-7 672 0 0,-61-2 120 0 0,-89-3-345 0 0,-54 3-497 0 0,151-27 35 0 0,-120 19-1 0 0,-45 8 6 0 0,0 1-1 0 0,24-1 1 0 0,40-4 62 0 0,-31 7-67 0 0,-41-1 0 0 0,2-1 0 0 0,24-3 24 0 0,0-2 0 0 0,63-23-1 0 0,31-7 79 0 0,-120 36-86 0 0,2-1-3 0 0,1-1 0 0 0,-1 0-1 0 0,18-7 1 0 0,1 4-13 0 0,27 4 0 0 0,-44 1 0 0 0,-7 0 0 0 0,10-1 0 0 0,-9 2 0 0 0,1-1 0 0 0,-1 0 0 0 0,1-1 0 0 0,11-4 0 0 0,-15 5 9 0 0,1 0 1 0 0,-1 1-1 0 0,1-1 1 0 0,0 1-1 0 0,11 0 1 0 0,37-6-54 0 0,-23-3 31 0 0,-31 7 17 0 0,4 1 5 0 0,3 2 7 0 0,-6 0-12 0 0,1 0 0 0 0,-1 0 1 0 0,0 0-1 0 0,1-1 0 0 0,-1 1 0 0 0,0-1 1 0 0,0 0-1 0 0,1 1 0 0 0,-1-1 0 0 0,0 0 1 0 0,3-2-1 0 0,27-5-4 0 0,-20 7-2 0 0,-9 1-5 0 0,1 0 0 0 0,-1-1 0 0 0,0 1-1 0 0,0-1 1 0 0,0 0 0 0 0,0 0 0 0 0,0 0-1 0 0,5-2 1 0 0,24-11-7 0 0,-32 14 14 0 0,0 0 0 0 0,1 0 0 0 0,-1 0 0 0 0,0 0 0 0 0,0 0 0 0 0,0 0 0 0 0,0 0 0 0 0,0 0 0 0 0,0 0 0 0 0,1 0 0 0 0,-1 0 0 0 0,0 0 0 0 0,0 0 0 0 0,0-1 0 0 0,0 1 0 0 0,0 0 0 0 0,0 0 0 0 0,0 0 0 0 0,0 0 0 0 0,1 0 0 0 0,-1 0 1 0 0,0 0-1 0 0,0-1 0 0 0,0 1 0 0 0,0 0 0 0 0,0 0 0 0 0,0 0 0 0 0,0 0 0 0 0,0 0 0 0 0,0-1 0 0 0,0 1 0 0 0,0 0 0 0 0,0 0 0 0 0,0 0 0 0 0,0 0 0 0 0,0 0 0 0 0,0-1 0 0 0,0 1 0 0 0,0 0 0 0 0,0 0 0 0 0,0 0 0 0 0,0 0 0 0 0,0 0 0 0 0,0 0 0 0 0,0-1 0 0 0,0 1 0 0 0,0 0 0 0 0,-1 0 0 0 0,1 0 0 0 0,0 0 0 0 0,0 0 0 0 0,0 0 1 0 0,0-1-1 0 0,-3-5-1 0 0,3-122 81 0 0,0 127-80 0 0,0 0 0 0 0,0 0 0 0 0,0-1 0 0 0,-1 1 0 0 0,1 0 0 0 0,0 0 1 0 0,-1 0-1 0 0,1 0 0 0 0,-1 0 0 0 0,1 0 0 0 0,-1 0 0 0 0,1 0 0 0 0,-1 0 0 0 0,0 0 0 0 0,0 0 0 0 0,1 0 0 0 0,-1 1 1 0 0,0-1-1 0 0,0 0 0 0 0,0 0 0 0 0,0 1 0 0 0,0-1 0 0 0,0 1 0 0 0,0-1 0 0 0,-1 0 0 0 0,0 1 3 0 0,1-1-1 0 0,0 0 1 0 0,0 1-1 0 0,-1-1 1 0 0,1 0-1 0 0,0 0 1 0 0,0 1-1 0 0,0-1 1 0 0,0 0-1 0 0,0 0 0 0 0,0 0 1 0 0,0 0-1 0 0,1-1 1 0 0,-1 1-1 0 0,0 0 1 0 0,1 0-1 0 0,-1 0 1 0 0,0-1-1 0 0,1 1 1 0 0,0 0-1 0 0,-1 0 1 0 0,1-1-1 0 0,0 1 1 0 0,-1-1-1 0 0,1-1 1 0 0,0 1-3 0 0,0 1 1 0 0,0 0-1 0 0,0 0 1 0 0,-1-1-1 0 0,1 1 1 0 0,0 0-1 0 0,-1 0 1 0 0,1 0 0 0 0,-1-1-1 0 0,1 1 1 0 0,-1 0-1 0 0,1 0 1 0 0,-1 0-1 0 0,0 0 1 0 0,0 0-1 0 0,0 0 1 0 0,1 0-1 0 0,-1 0 1 0 0,0 0 0 0 0,0 1-1 0 0,0-1 1 0 0,0 0-1 0 0,-1 1 1 0 0,1-1-1 0 0,0 0 1 0 0,0 1-1 0 0,0-1 1 0 0,-2 1-1 0 0,-7-6 11 0 0,-2-11 43 0 0,-3 0-50 0 0,1 0 1 0 0,-21-35-1 0 0,23 20-4 0 0,-1 18 1 0 0,11 13 3 0 0,1 0 0 0 0,-1 0 0 0 0,1 0-1 0 0,0 0 1 0 0,-1-1 0 0 0,1 1 0 0 0,0 0-1 0 0,0-1 1 0 0,0 1 0 0 0,0-1 0 0 0,0 1-1 0 0,1-1 1 0 0,-1 1 0 0 0,0-1 0 0 0,1 0-1 0 0,-1 1 1 0 0,1-1 0 0 0,-1 0 0 0 0,1 0-1 0 0,0-2 1 0 0,0 3-1 0 0,0 0 0 0 0,0 0 1 0 0,0 0-1 0 0,0 1 0 0 0,0-1 0 0 0,0 0 0 0 0,0 0 0 0 0,-1 0 1 0 0,1 0-1 0 0,0 1 0 0 0,0-1 0 0 0,-1 0 0 0 0,1 0 1 0 0,0 1-1 0 0,-1-1 0 0 0,1 0 0 0 0,-1 0 0 0 0,1 1 0 0 0,-1-1 1 0 0,1 1-1 0 0,-1-1 0 0 0,0 0 0 0 0,1 1 0 0 0,-1-1 1 0 0,0 1-1 0 0,1-1 0 0 0,-1 1 0 0 0,0 0 0 0 0,0-1 0 0 0,1 1 1 0 0,-1 0-1 0 0,0-1 0 0 0,0 1 0 0 0,0 0 0 0 0,0 0 1 0 0,1 0-1 0 0,-3 0 0 0 0,3 0 0 0 0,-1 0 0 0 0,0 0 0 0 0,0 0 0 0 0,0-1 1 0 0,1 1-1 0 0,-1 0 0 0 0,0 0 0 0 0,0 0 0 0 0,1-1 0 0 0,-1 1 0 0 0,0 0 1 0 0,1-1-1 0 0,-1 1 0 0 0,0-1 0 0 0,1 1 0 0 0,-1-1 0 0 0,0 1 0 0 0,1-1 0 0 0,-1 1 1 0 0,1-1-1 0 0,-1 0 0 0 0,1 1 0 0 0,-1-1 0 0 0,1 0 0 0 0,0 1 0 0 0,-1-1 1 0 0,1 0-1 0 0,0 1 0 0 0,-1-1 0 0 0,1 0 0 0 0,0 0 0 0 0,0 0 0 0 0,0 1 1 0 0,0-1-1 0 0,0 0 0 0 0,0 0 0 0 0,0-1 0 0 0,0 1 1 0 0,0 0 0 0 0,0 1 0 0 0,0-1 0 0 0,-1 0 0 0 0,1 0 1 0 0,0 0-1 0 0,0 0 0 0 0,-1 0 0 0 0,1 0 0 0 0,0 0 0 0 0,-1 1 0 0 0,1-1 0 0 0,-1 0 0 0 0,1 0 0 0 0,-1 0 0 0 0,1 1 0 0 0,-1-1 0 0 0,0 0 1 0 0,1 1-1 0 0,-1-1 0 0 0,0 1 0 0 0,0-1 0 0 0,1 1 0 0 0,-1-1 0 0 0,0 1 0 0 0,0-1 0 0 0,0 1 0 0 0,1 0 0 0 0,-1-1 0 0 0,0 1 0 0 0,0 0 1 0 0,-1-1-1 0 0,-5-1 21 0 0,7 2-21 0 0,0 0-1 0 0,-1 0 0 0 0,1 0 1 0 0,0-1-1 0 0,0 1 1 0 0,-1 0-1 0 0,1 0 0 0 0,0 0 1 0 0,-1-1-1 0 0,1 1 1 0 0,0 0-1 0 0,0 0 0 0 0,0-1 1 0 0,-1 1-1 0 0,1 0 1 0 0,0 0-1 0 0,0-1 0 0 0,0 1 1 0 0,0 0-1 0 0,-1-1 1 0 0,1 1-1 0 0,0 0 0 0 0,0-1 1 0 0,0 1-1 0 0,0 0 1 0 0,0-1-1 0 0,0 1 0 0 0,0 0 1 0 0,0 0-1 0 0,0-1 1 0 0,0 0-1 0 0,0 1 0 0 0,0 0 0 0 0,0 0 0 0 0,0-1 0 0 0,0 1 0 0 0,0 0 0 0 0,0 0 1 0 0,0-1-1 0 0,0 1 0 0 0,0 0 0 0 0,0 0 0 0 0,0-1 0 0 0,0 1 0 0 0,-1 0 0 0 0,1 0 0 0 0,0-1 1 0 0,0 1-1 0 0,0 0 0 0 0,0 0 0 0 0,-1 0 0 0 0,1-1 0 0 0,0 1 0 0 0,0 0 0 0 0,0 0 0 0 0,-1 0 1 0 0,1 0-1 0 0,0-1 0 0 0,0 1 0 0 0,0 0 0 0 0,-1 0 0 0 0,1 0 0 0 0,0 0 0 0 0,0 0 0 0 0,-1 0 1 0 0,1 0-1 0 0,0 0 0 0 0,0 0 0 0 0,-1 0 0 0 0,-1 0 26 0 0,0 0-16 0 0,0 0 0 0 0,1 0 0 0 0,-1 0 0 0 0,0 0 1 0 0,0 0-1 0 0,0-1 0 0 0,1 1 0 0 0,-1-1 1 0 0,0 1-1 0 0,0-1 0 0 0,1 1 0 0 0,-1-1 0 0 0,0 0 1 0 0,1 0-1 0 0,-3-1 0 0 0,-2 0 80 0 0,-102-11 161 0 0,-51-6-94 0 0,132 17-138 0 0,0-1 0 0 0,0-1 1 0 0,0-2-1 0 0,0-1 0 0 0,-28-11 0 0 0,52 17-20 0 0,0 0 0 0 0,0-1-1 0 0,0 1 1 0 0,0 0 0 0 0,0 1-1 0 0,0-1 1 0 0,0 0-1 0 0,0 1 1 0 0,-6-1 0 0 0,-63-6-5 0 0,-4-2 3 0 0,-39 1 0 0 0,77 2 13 0 0,-107-19 521 0 0,31 8-188 0 0,0 11 121 0 0,114 6-465 0 0,0 0 0 0 0,0 0 0 0 0,0 0 0 0 0,0 0 0 0 0,0 0 1 0 0,0 0-1 0 0,0 0 0 0 0,0 0 0 0 0,0 0 0 0 0,0 0 0 0 0,0 0 0 0 0,0 0 0 0 0,0 0 0 0 0,0 0 0 0 0,0 0 0 0 0,0 1 0 0 0,0-1 0 0 0,0 0 0 0 0,0 0 0 0 0,0 0 0 0 0,0 0 0 0 0,0 0 0 0 0,0 0 0 0 0,0 0 0 0 0,0 0 0 0 0,0 0 0 0 0,0 0 0 0 0,0 0 0 0 0,0 0 0 0 0,0 0 0 0 0,-1 0 0 0 0,1 0 0 0 0,0 0 0 0 0,0 0 1 0 0,0 0-1 0 0,0 0 0 0 0,0 0 0 0 0,0 0 0 0 0,0 0-2 0 0,0 0 0 0 0,0 0 0 0 0,0 0 0 0 0,0 0 0 0 0,1 0 0 0 0,-1 0 0 0 0,0 0 0 0 0,0 0 0 0 0,0 0 0 0 0,0 0 0 0 0,0 0 0 0 0,0 0 0 0 0,0 0 0 0 0,0 0 0 0 0,0 1 0 0 0,0-1 0 0 0,0 0 0 0 0,0 0 0 0 0,1 0 0 0 0,-1 0 0 0 0,0 0 0 0 0,0 0 0 0 0,0 0 0 0 0,0 0 0 0 0,0 0 0 0 0,0 0 0 0 0,0 0 0 0 0,0 0 0 0 0,0 0 0 0 0,0 0 0 0 0,0 1 0 0 0,0-1-1 0 0,0 0 1 0 0,0 0 0 0 0,0 0 0 0 0,0 0 0 0 0,0 0 0 0 0,0 0 0 0 0,0 0 0 0 0,0 0 0 0 0,0 0 0 0 0,0 0 0 0 0,0 0 0 0 0,0 1 0 0 0,0-1 0 0 0,0 0 0 0 0,0 0 0 0 0,0 0 0 0 0,0 0 0 0 0,0 0 0 0 0,0 0 0 0 0,0 0 0 0 0,0 0 0 0 0,0 0 0 0 0,0 0 0 0 0,0 0 0 0 0,0 0 0 0 0,0 1 0 0 0,0-1 0 0 0,0 0 0 0 0,-1 0 0 0 0,1 0 0 0 0,0 0 0 0 0,0 0 0 0 0,0 0 0 0 0,0 0 0 0 0,0 0 0 0 0,0 0 0 0 0,0 0 0 0 0,-32 2 81 0 0,29-2-73 0 0,0 0-1 0 0,0-1 1 0 0,0 2-1 0 0,0-1 0 0 0,0 0 1 0 0,0 1-1 0 0,0-1 1 0 0,0 1-1 0 0,0 0 0 0 0,-6 2 1 0 0,1 1 3 0 0,-1-1 1 0 0,0-1-1 0 0,0 1 1 0 0,0-1-1 0 0,0-1 1 0 0,0 0-1 0 0,-10 0 1 0 0,-134 6 375 0 0,83-5-147 0 0,58-7-147 0 0,-52 10 67 0 0,57-6-95 0 0,8-1-66 0 0,-8 3 97 0 0,-24 1-42 0 0,-1-2-28 0 0,26 0 41 0 0,-1 0 0 0 0,-31-7-54 0 0,6 5 0 0 0,-37-5 54 0 0,-6-1-80 0 0,5 0-67 0 0,63 10 13 0 0,7-2 67 0 0,0 0-2 0 0,0 0 0 0 0,0 0 0 0 0,0 1 0 0 0,0-1 0 0 0,0 0 1 0 0,0 0-1 0 0,0 1 0 0 0,0-1 0 0 0,0 0 0 0 0,0 1 0 0 0,0-1 0 0 0,0 0 0 0 0,-1 0 0 0 0,1 0 0 0 0,0 1 1 0 0,0-1-1 0 0,0 0 0 0 0,0 0 0 0 0,-1 0 0 0 0,1 1 0 0 0,0-1 0 0 0,0 0 0 0 0,-1 0 0 0 0,1 0 0 0 0,0 0 0 0 0,0 1 1 0 0,-1-1-1 0 0,1 0 0 0 0,0 0 0 0 0,0 0 0 0 0,-1 0 0 0 0,1 0 0 0 0,0 0 0 0 0,-1 0 0 0 0,-24 2-24 0 0,12-2-28 0 0,-16-2 41 0 0,27-1 10 0 0,2 3 3 0 0,0 0 0 0 0,0 0 0 0 0,0 0 0 0 0,0 0 0 0 0,0 0 0 0 0,0-1 0 0 0,0 1 0 0 0,0 0 0 0 0,0 0 0 0 0,0 0 0 0 0,0 0 0 0 0,0 0 0 0 0,0 0 0 0 0,0 0 0 0 0,0 0 0 0 0,0 0 0 0 0,0-1 0 0 0,0 1 0 0 0,0 0 0 0 0,0 0 0 0 0,0 0 0 0 0,0 0 0 0 0,0 0 0 0 0,0 0 0 0 0,0 0 0 0 0,0 0 0 0 0,0-1 0 0 0,0 1 0 0 0,0 0 0 0 0,0 0 0 0 0,0 0 0 0 0,0 0 0 0 0,0 0 0 0 0,0 0 0 0 0,0 0 0 0 0,-1 0 1 0 0,1 0-1 0 0,0 0 0 0 0,0 0 0 0 0,0 0 0 0 0,0-1 0 0 0,0 1 0 0 0,0 0 0 0 0,0 0 0 0 0,0 0 0 0 0,0 0 0 0 0,-1 0 0 0 0,1 0 0 0 0,0 0 0 0 0,0 0 0 0 0,0 0 0 0 0,0 0 0 0 0,0 0 0 0 0,0 0 0 0 0,0 0 0 0 0,0 0 0 0 0,-1 0 0 0 0,1 0 0 0 0,0 0 0 0 0,0 0 0 0 0,0 0 0 0 0,0 0 0 0 0,0 1 0 0 0,-36-3 2 0 0,-40-4-82 0 0,31 2 58 0 0,19 3-47 0 0,-49-11 0 0 0,37 2 2 0 0,32 5 107 0 0,-1 3-80 0 0,1-1 29 0 0,3 2 6 0 0,1 0-1 0 0,0 0 0 0 0,-1 0 0 0 0,1 1 0 0 0,0-1 1 0 0,-1 1-1 0 0,1-1 0 0 0,-1 1 0 0 0,1 0 1 0 0,-1 0-1 0 0,-2 0 0 0 0,-58-8-21 0 0,56 3 54 0 0,1 4 26 0 0,-5 0-80 0 0,1 0 0 0 0,-1 0 0 0 0,-18-6 0 0 0,18 3-1 0 0,-1 2 0 0 0,1-1 0 0 0,-1 2 0 0 0,0-1 1 0 0,1 2-1 0 0,-1-1 0 0 0,0 2 0 0 0,0-1 0 0 0,-13 4 1 0 0,-69-3-294 0 0,86 2 257 0 0,4 0 48 0 0,-22-2 3 0 0,20 1-40 0 0,6 3 52 0 0,0 0 0 0 0,-1 0 0 0 0,1-1 0 0 0,-1 1 1 0 0,0 0-1 0 0,-1 0 0 0 0,1-1 0 0 0,-1 1 0 0 0,0-1 0 0 0,0 1 0 0 0,0-1 1 0 0,-1 0-1 0 0,1 1 0 0 0,-1-1 0 0 0,0-1 0 0 0,-1 1 0 0 0,1 0 1 0 0,-6 4-1 0 0,4-4 1 0 0,1 1 1 0 0,0-1-1 0 0,1 1 1 0 0,-1-1-1 0 0,-5 11 0 0 0,8-13 0 0 0,0 1 0 0 0,0 0 0 0 0,0-1 0 0 0,1 1 0 0 0,-1 0 0 0 0,0 0 0 0 0,1-1 0 0 0,0 5 0 0 0,0 64 80 0 0,0-71-80 0 0,0 0 0 0 0,0 1 0 0 0,0-1 0 0 0,0 0 0 0 0,0 1 0 0 0,0-1 0 0 0,0 0 0 0 0,-1 1 0 0 0,1-1 0 0 0,0 0 0 0 0,0 1 0 0 0,0-1 0 0 0,0 0 0 0 0,0 0 0 0 0,-1 1 0 0 0,1-1 0 0 0,0 0 0 0 0,0 0 0 0 0,-1 1 0 0 0,1-1 0 0 0,0 0 0 0 0,0 0 0 0 0,-1 0 0 0 0,1 1 0 0 0,0-1 0 0 0,0 0 0 0 0,-1 0 0 0 0,1 0 0 0 0,0 0 0 0 0,-1 0 0 0 0,0 0 0 0 0,-16 9 16 0 0,0 0 0 0 0,0 1 0 0 0,0 1 0 0 0,-16 14 0 0 0,32-24-16 0 0,1 0 0 0 0,-1-1 0 0 0,0 1 0 0 0,1 0 0 0 0,-1 0 0 0 0,1 0 0 0 0,0-1 0 0 0,-1 1 0 0 0,1 0 0 0 0,0 0 0 0 0,-1 0 0 0 0,1 0 0 0 0,0 0 0 0 0,0 0 0 0 0,0 0 0 0 0,0 0 0 0 0,0 1 0 0 0,0-2 0 0 0,0 0 0 0 0,0 1 0 0 0,0-1 0 0 0,0 0 0 0 0,0 0 0 0 0,0 1 0 0 0,0-1 0 0 0,0 0 0 0 0,0 1 0 0 0,0-1 0 0 0,0 0 0 0 0,-1 0 0 0 0,1 1 0 0 0,0-1 0 0 0,0 0 0 0 0,0 0 0 0 0,0 1 0 0 0,0-1 0 0 0,0 0 0 0 0,-1 0 0 0 0,1 0 0 0 0,0 1 0 0 0,0-1 0 0 0,0 0 0 0 0,0 0 0 0 0,-1 0 0 0 0,1 1 0 0 0,0-1 0 0 0,0 0 0 0 0,-1 0 0 0 0,1 0 0 0 0,0 0 0 0 0,0 0 0 0 0,-1 0 0 0 0,1 0 0 0 0,0 0 0 0 0,0 1 0 0 0,-1-1 0 0 0,1 0 0 0 0,0 0 0 0 0,-1 0 0 0 0,-46 10 13 0 0,33-3 15 0 0,-1 3-2 0 0,-118 58-26 0 0,132-68-2 0 0,0 0 0 0 0,0 0 0 0 0,1 1 0 0 0,-1-1 0 0 0,0 1 0 0 0,1-1 0 0 0,-1 1 0 0 0,0-1 0 0 0,1 1 0 0 0,-1-1 0 0 0,1 1 0 0 0,-1-1 0 0 0,1 1 0 0 0,-1 0 1 0 0,1-1-1 0 0,-1 1 0 0 0,1 0 0 0 0,0-1 0 0 0,-1 1 0 0 0,1 0 0 0 0,0 0 0 0 0,0-1 0 0 0,-1 1 0 0 0,1 0 0 0 0,0 0 0 0 0,0 1 0 0 0,0-2 2 0 0,0 0-1 0 0,0 0 1 0 0,0 0 0 0 0,0 1-1 0 0,0-1 1 0 0,0 0 0 0 0,0 1-1 0 0,0-1 1 0 0,0 0 0 0 0,0 1-1 0 0,0-1 1 0 0,0 0 0 0 0,0 1-1 0 0,0-1 1 0 0,0 0 0 0 0,-1 0-1 0 0,1 1 1 0 0,0-1-1 0 0,0 0 1 0 0,0 1 0 0 0,0-1-1 0 0,-1 0 1 0 0,1 0 0 0 0,0 0-1 0 0,0 1 1 0 0,-1-1 0 0 0,1 0-1 0 0,0 0 1 0 0,0 0 0 0 0,-1 1-1 0 0,1-1 1 0 0,0 0 0 0 0,0 0-1 0 0,-1 0 1 0 0,1 0 0 0 0,0 0-1 0 0,-1 0 1 0 0,1 0-1 0 0,-64 17 28 0 0,64-17-26 0 0,0 0 0 0 0,-1 0 1 0 0,1 0-1 0 0,0 0 0 0 0,-1 0 0 0 0,1 0 0 0 0,0 0 0 0 0,0 0 0 0 0,-1 1 1 0 0,1-1-1 0 0,0 0 0 0 0,0 0 0 0 0,-1 0 0 0 0,1 0 0 0 0,0 1 0 0 0,0-1 1 0 0,-1 0-1 0 0,1 0 0 0 0,0 1 0 0 0,0-1 0 0 0,0 0 0 0 0,0 0 0 0 0,-1 1 1 0 0,1-1-1 0 0,0 0 0 0 0,0 1 0 0 0,0-1 0 0 0,0 0 0 0 0,0 0 0 0 0,0 1 1 0 0,0-1-1 0 0,0 0 0 0 0,0 1 0 0 0,0-1 0 0 0,0 1-1 0 0,0-1 0 0 0,0 0 0 0 0,0 0 0 0 0,0 1 0 0 0,0-1 0 0 0,0 0 0 0 0,0 1 0 0 0,0-1 0 0 0,0 0 0 0 0,0 0 0 0 0,-1 1 0 0 0,1-1 0 0 0,0 0 0 0 0,0 1 0 0 0,0-1 0 0 0,0 0 0 0 0,0 0 0 0 0,-1 1 0 0 0,1-1 0 0 0,0 0 0 0 0,0 0 0 0 0,0 0 0 0 0,-1 1 0 0 0,1-1 0 0 0,0 0 0 0 0,0 0 0 0 0,-1 0 0 0 0,1 0 0 0 0,0 0 0 0 0,0 1 0 0 0,-1-1 0 0 0,1 0 0 0 0,0 0 0 0 0,-1 0 0 0 0,1 0 0 0 0,-1 0 0 0 0,0 0-1 0 0,-1 1-4 0 0,0-1 1 0 0,0 1-1 0 0,0-1 1 0 0,0 1-1 0 0,0 0 1 0 0,0-1 0 0 0,0 1-1 0 0,0 0 1 0 0,0 1-1 0 0,1-1 1 0 0,-1 0 0 0 0,0 0-1 0 0,1 1 1 0 0,-1-1-1 0 0,1 1 1 0 0,-3 3 0 0 0,0-2 0 0 0,-22 12-4 0 0,-3 1 20 0 0,27-15-11 0 0,1 0-1 0 0,0 0 1 0 0,0 0-1 0 0,0-1 1 0 0,0 1-1 0 0,1 1 1 0 0,-1-1-1 0 0,0 0 0 0 0,0 0 1 0 0,1 0-1 0 0,-1 0 1 0 0,0 0-1 0 0,1 1 1 0 0,-1-1-1 0 0,1 0 1 0 0,-1 0-1 0 0,1 1 1 0 0,0-1-1 0 0,0 3 0 0 0,-1-3 0 0 0,1-1 0 0 0,0 1 0 0 0,0-1 0 0 0,0 1 0 0 0,-1-1 0 0 0,1 0 0 0 0,0 1 0 0 0,-1-1 0 0 0,1 1 0 0 0,0-1 0 0 0,-1 1 0 0 0,1-1 0 0 0,0 0 0 0 0,-1 1 0 0 0,1-1 0 0 0,-1 0 0 0 0,1 1 0 0 0,-1-1 0 0 0,1 0 0 0 0,-1 0 0 0 0,1 1 0 0 0,-1-1 0 0 0,1 0 0 0 0,-1 0 0 0 0,1 0 0 0 0,-1 0 0 0 0,1 0 0 0 0,-1 0 0 0 0,0 0 0 0 0,-16 2 0 0 0,15-2 0 0 0,1 0 0 0 0,1 0 0 0 0,0 0 0 0 0,-1 0 0 0 0,1 0 0 0 0,-1 0 0 0 0,1 1 0 0 0,0-1 0 0 0,-1 0 0 0 0,1 0 0 0 0,0 1 0 0 0,-1-1 0 0 0,1 0 0 0 0,0 1 0 0 0,0-1 0 0 0,-1 0 0 0 0,1 1 0 0 0,0-1 0 0 0,0 0 0 0 0,-1 1 0 0 0,1-1 0 0 0,0 0 0 0 0,0 1 0 0 0,0-1 0 0 0,0 1 0 0 0,0-1 0 0 0,0 1 0 0 0,-1-1 0 0 0,1 0 0 0 0,0 1 0 0 0,0-1 0 0 0,0 1 0 0 0,-5 12 0 0 0,-4-6 0 0 0,6-5 0 0 0,1 0 0 0 0,-1 0 0 0 0,1 0 0 0 0,-1 1 0 0 0,1-1 0 0 0,0 1 0 0 0,0 0 0 0 0,0-1 0 0 0,0 1 0 0 0,1 0 0 0 0,-1 0 0 0 0,-1 6 0 0 0,-3 1 0 0 0,-1 1 0 0 0,0-1 1 0 0,-1-1-1 0 0,0 1 0 0 0,-1-1 0 0 0,0-1 0 0 0,0 1 0 0 0,-1-2 0 0 0,-17 12 0 0 0,-18 15-14 0 0,43-32 12 0 0,0-1 0 0 0,0 0 0 0 0,-1 1 0 0 0,1 0-1 0 0,1-1 1 0 0,-1 1 0 0 0,0 0 0 0 0,0 0 0 0 0,1 0 0 0 0,-1 0 0 0 0,1 0 0 0 0,-1 1-1 0 0,1-1 1 0 0,0 0 0 0 0,0 1 0 0 0,0-1 0 0 0,0 1 0 0 0,0-1 0 0 0,1 1-1 0 0,-1-1 1 0 0,1 1 0 0 0,0-1 0 0 0,-1 1 0 0 0,2 2 0 0 0,-1-5 2 0 0,0 1-1 0 0,0-1 1 0 0,0 1 0 0 0,0-1-1 0 0,0 0 1 0 0,0 1-1 0 0,0-1 1 0 0,0 1-1 0 0,-1-1 1 0 0,1 0 0 0 0,0 1-1 0 0,0-1 1 0 0,0 0-1 0 0,0 1 1 0 0,0-1 0 0 0,-1 0-1 0 0,1 1 1 0 0,0-1-1 0 0,0 0 1 0 0,0 1-1 0 0,-1-1 1 0 0,1 0 0 0 0,0 1-1 0 0,-1-1 1 0 0,1 0-1 0 0,0 0 1 0 0,0 1 0 0 0,-1-1-1 0 0,1 0 1 0 0,0 0-1 0 0,-1 0 1 0 0,0 1-1 0 0,-10 5-5 0 0,13-3-11 0 0,22-3-23 0 0,-7-1 23 0 0,5 5 0 0 0,0-1 0 0 0,28 0 0 0 0,13 2-12 0 0,22 0 0 0 0,-11-3-8 0 0,59 2 45 0 0,-53-3 21 0 0,88 12 0 0 0,10 2-29 0 0,11 17-160 0 0,-177-30 160 0 0,-5-1 0 0 0,50-2 0 0 0,26 1-66 0 0,80-6 4 0 0,86 1 97 0 0,5 14-22 0 0,-204-7-13 0 0,13-2 0 0 0,58 0 0 0 0,-45 0 0 0 0,83 7 0 0 0,19 2 0 0 0,-91-1 51 0 0,16 0-1262 0 0,-141-8-510 0 0,-32 0-2041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4:01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2 571 1761 0 0,'2'-2'759'0'0,"0"0"-421"0"0,1 0-1 0 0,-1 0 0 0 0,0 0 1 0 0,0-1-1 0 0,0 1 0 0 0,0 0 1 0 0,0-1-1 0 0,-1 0 0 0 0,1 1 1 0 0,-1-1-1 0 0,0 0 0 0 0,0 0 1 0 0,0 0-1 0 0,0 1 0 0 0,0-1 1 0 0,0 0-1 0 0,-1 0 0 0 0,1-1 1 0 0,-1 1-1 0 0,0-4 0 0 0,-1 5-341 0 0,0 1 0 0 0,1 0 0 0 0,-1 0 0 0 0,0 0-1 0 0,0 0 1 0 0,0 0 0 0 0,0 0 0 0 0,0 0-1 0 0,0 0 1 0 0,0 0 0 0 0,0 0 0 0 0,0 1 0 0 0,0-1-1 0 0,0 0 1 0 0,-1 1 0 0 0,1-1 0 0 0,-3 0-1 0 0,0-1 1 0 0,3 1 6 0 0,1 1 0 0 0,-1-1-1 0 0,1 1 1 0 0,-1-1 0 0 0,1 0 0 0 0,-1 1-1 0 0,1-1 1 0 0,-1 0 0 0 0,1 1-1 0 0,0-1 1 0 0,-1 0 0 0 0,1 1-1 0 0,0-1 1 0 0,0 0 0 0 0,0 0-1 0 0,-1 1 1 0 0,1-1 0 0 0,0 0 0 0 0,0 0-1 0 0,0 0 1 0 0,0 1 0 0 0,0-1-1 0 0,0 0 1 0 0,1 0 0 0 0,-1 1-1 0 0,0-1 1 0 0,0 0 0 0 0,0 0-1 0 0,1 1 1 0 0,-1-1 0 0 0,0 0 0 0 0,1-1-1 0 0,17-18 84 0 0,-12 14-52 0 0,13-16 50 0 0,0-1 0 0 0,2 2 0 0 0,1 1 0 0 0,0 0 0 0 0,35-22 0 0 0,-39 29-48 0 0,12-13 33 0 0,-1-1-1 0 0,42-50 1 0 0,-19 19 63 0 0,3 4-38 0 0,-47 42-71 0 0,-7 10-20 0 0,1 0 1 0 0,-1 1-1 0 0,0-1 1 0 0,0 1-1 0 0,1-1 1 0 0,-1 1-1 0 0,1 0 1 0 0,-1 0-1 0 0,1 0 1 0 0,0 0-1 0 0,-1 0 1 0 0,1 0-1 0 0,0 0 1 0 0,0 0-1 0 0,0 1 1 0 0,0-1-1 0 0,2 0 1 0 0,16-2-3 0 0,-20 4 0 0 0,1-1 0 0 0,-1 0 0 0 0,1 1-1 0 0,-1-1 1 0 0,1 1 0 0 0,-1-1 0 0 0,1 1 0 0 0,-1 0 0 0 0,0-1 0 0 0,1 1 0 0 0,-1-1 0 0 0,0 1-1 0 0,0-1 1 0 0,1 1 0 0 0,-1 0 0 0 0,0-1 0 0 0,0 1 0 0 0,0 0 0 0 0,0-1 0 0 0,0 1 0 0 0,0 0-1 0 0,0-1 1 0 0,0 1 0 0 0,0 0 0 0 0,0 0 0 0 0,3 17 16 0 0,3 7 22 0 0,-1 1 0 0 0,-1-1 0 0 0,-1 1-1 0 0,-1 0 1 0 0,-3 33 0 0 0,1-50-38 0 0,-1 1 1 0 0,0-1-1 0 0,-1 1 1 0 0,0-1-1 0 0,-3 10 0 0 0,2-10-4 0 0,0 0-1 0 0,1 1 0 0 0,0-1 0 0 0,1 1 0 0 0,0 9 0 0 0,1-15-17 0 0,0 1 0 0 0,0-1 0 0 0,-1 0-1 0 0,1 0 1 0 0,-1 1 0 0 0,0-1 0 0 0,0 0-1 0 0,0 0 1 0 0,-1 0 0 0 0,1 0 0 0 0,-1 0 0 0 0,0 0-1 0 0,0-1 1 0 0,0 1 0 0 0,-1-1 0 0 0,0 1-1 0 0,-5 5 1 0 0,-8 9-237 0 0,18-9-160 0 0,2 4-317 0 0,-4-12 628 0 0,-1 0 0 0 0,0 0 0 0 0,0 0 0 0 0,0 0 0 0 0,0 0 0 0 0,0 0 0 0 0,0 0 0 0 0,0 0 0 0 0,0-1 0 0 0,0 1 0 0 0,-1 0 0 0 0,1-1 0 0 0,0 1 0 0 0,0-1 0 0 0,0 1 0 0 0,-1-1 0 0 0,1 0 0 0 0,0 0 0 0 0,-1 1 0 0 0,0-1 0 0 0,-53 11-4667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4:01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32 800 0 0,'29'-32'6643'0'0,"-58"32"-3761"0"0,-1 8-2562 0 0,30-2-400 0 0,30-1 0 0 0,59 22 0 0 0,82 46-320 0 0,37-3-2322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4:03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410 478 3282 0 0,'-9'2'273'0'0,"-6"0"168"0"0,15-2-434 0 0,-1-1 0 0 0,1 1-1 0 0,-1-1 1 0 0,1 0 0 0 0,-1 1-1 0 0,1-1 1 0 0,-1 1-1 0 0,1-1 1 0 0,-1 0 0 0 0,1 0-1 0 0,0 1 1 0 0,0-1-1 0 0,-1 0 1 0 0,1 1 0 0 0,0-1-1 0 0,0 0 1 0 0,0 0 0 0 0,0 0-1 0 0,-1 1 1 0 0,1-1-1 0 0,0 0 1 0 0,1 0 0 0 0,-1 1-1 0 0,0-2 1 0 0,0 1-3 0 0,0 1 0 0 0,-1-1-1 0 0,1 1 1 0 0,0-1 0 0 0,0 1 0 0 0,-1-1 0 0 0,1 1 0 0 0,0 0-1 0 0,-1-1 1 0 0,1 1 0 0 0,0 0 0 0 0,-1-1 0 0 0,1 1-1 0 0,-1 0 1 0 0,1-1 0 0 0,0 1 0 0 0,-1 0 0 0 0,1 0 0 0 0,-1 0-1 0 0,1-1 1 0 0,-1 1 0 0 0,1 0 0 0 0,-1 0 0 0 0,1 0 0 0 0,-1 0-1 0 0,1 0 1 0 0,-1 0 0 0 0,1 0 0 0 0,-1 0 0 0 0,1 0 0 0 0,-2 0-1 0 0,2 0-1 0 0,-1 0-1 0 0,1 0 1 0 0,-1 0-1 0 0,0 0 1 0 0,1 0-1 0 0,-1 0 1 0 0,1 0-1 0 0,-1 0 1 0 0,1 0-1 0 0,-1 0 1 0 0,0 0-1 0 0,1 0 1 0 0,-1-1-1 0 0,1 1 1 0 0,-1 0-1 0 0,1 0 1 0 0,-1-1-1 0 0,1 1 1 0 0,-1 0-1 0 0,1-1 1 0 0,-1 1-1 0 0,1-1 1 0 0,0 1-1 0 0,-1-1 1 0 0,1 1-1 0 0,-1 0 1 0 0,1-1-1 0 0,0 1 1 0 0,0-1-1 0 0,-1 0 1 0 0,1 1-1 0 0,0-1 1 0 0,-1 0-1 0 0,1 0 72 0 0,0-1-1 0 0,0 1 1 0 0,0 0-1 0 0,0-1 0 0 0,0 1 1 0 0,1 0-1 0 0,-1-1 1 0 0,0 1-1 0 0,0 0 1 0 0,1-1-1 0 0,-1 1 0 0 0,1 0 1 0 0,-1 0-1 0 0,2-2 1 0 0,11-1 1190 0 0,-6 3-1545 0 0,-6 0 331 0 0,0-1 0 0 0,0 1 0 0 0,-1 0 0 0 0,1-1 0 0 0,0 1 0 0 0,-1-1 0 0 0,1 0 0 0 0,-1 1 0 0 0,0-1-1 0 0,1 1 1 0 0,-1-1 0 0 0,0 0 0 0 0,0 1 0 0 0,0-1 0 0 0,0 1 0 0 0,0-1 0 0 0,-1 0 0 0 0,0-2 0 0 0,1-3 48 0 0,1-7-26 0 0,0 0 0 0 0,1 0 0 0 0,0-1 0 0 0,6-16 0 0 0,3-12 94 0 0,-5 4 2 0 0,-5 28-122 0 0,0 1 1 0 0,1-1 0 0 0,0 1-1 0 0,1 0 1 0 0,0-1 0 0 0,1 1 0 0 0,0 0-1 0 0,0 1 1 0 0,1-1 0 0 0,0 1-1 0 0,1 0 1 0 0,12-15 0 0 0,-12 17-21 0 0,1 0 0 0 0,0 1 1 0 0,0 0-1 0 0,0 0 1 0 0,1 0-1 0 0,0 1 0 0 0,10-6 1 0 0,-13 9-16 0 0,-1 0 0 0 0,1 1 1 0 0,-1-1-1 0 0,1 1 0 0 0,-1 0 0 0 0,1 0 1 0 0,0 0-1 0 0,0 0 0 0 0,-1 1 0 0 0,1 0 1 0 0,0 0-1 0 0,0 0 0 0 0,9 3 0 0 0,-9 1 37 0 0,0 6-13 0 0,4-2-14 0 0,0 1 1 0 0,-1 1-1 0 0,0-1 1 0 0,0 1-1 0 0,-1 1 1 0 0,-1-1-1 0 0,1 1 1 0 0,4 14-1 0 0,-8-20-15 0 0,-2 1 0 0 0,1-1 0 0 0,0 0 0 0 0,-1 1 0 0 0,0-1 0 0 0,-1 1 0 0 0,1-1 0 0 0,-1 1 0 0 0,0 9 0 0 0,-1-12-1 0 0,1 0 0 0 0,-1 0 0 0 0,0 0-1 0 0,0 0 1 0 0,0 0 0 0 0,-1 0 0 0 0,1 0 0 0 0,0-1-1 0 0,-1 1 1 0 0,0 0 0 0 0,0-1 0 0 0,0 1 0 0 0,0-1-1 0 0,0 0 1 0 0,0 0 0 0 0,0 0 0 0 0,-1 0 0 0 0,-4 3-1 0 0,-26 11 59 0 0,24-13-16 0 0,1 1 1 0 0,-1 0-1 0 0,1 0 0 0 0,-9 7 1 0 0,5-4 2 0 0,-1 0 0 0 0,0-1 0 0 0,0 0 0 0 0,0-1 0 0 0,-1 0 0 0 0,0-1 0 0 0,0-1 0 0 0,-25 3 0 0 0,12-1 163 0 0,46-8-212 0 0,-18 3-1 0 0,-1-1-1 0 0,0 1 0 0 0,1 0 0 0 0,-1 0 0 0 0,1 0 0 0 0,-1 0 0 0 0,0-1 1 0 0,1 1-1 0 0,-1 0 0 0 0,0 0 0 0 0,0 0 0 0 0,1-1 0 0 0,-1 1 1 0 0,0 0-1 0 0,1-1 0 0 0,-1 1 0 0 0,0 0 0 0 0,0-1 0 0 0,0 1 0 0 0,1 0 1 0 0,-1-1-1 0 0,0 1 0 0 0,0 0 0 0 0,0-1 0 0 0,0 1 0 0 0,0 0 1 0 0,1-1-1 0 0,1-4-13 0 0,11-1 15 0 0,0 1 0 0 0,1 0 0 0 0,-1 1 0 0 0,20-4 0 0 0,-10 3 0 0 0,-2-1-12 0 0,-1 1 0 0 0,2 1 0 0 0,-1 1 0 0 0,37-1 0 0 0,-49 4 5 0 0,-1 0-1 0 0,1 1 1 0 0,0 1 0 0 0,0-1 0 0 0,-1 2 0 0 0,1-1 0 0 0,-1 1 0 0 0,0 0-1 0 0,0 1 1 0 0,0 0 0 0 0,0 0 0 0 0,0 1 0 0 0,12 10 0 0 0,-12-8-5 0 0,0 0 1 0 0,-1 1-1 0 0,1-1 1 0 0,5 10-1 0 0,-12-15 12 0 0,1 0 0 0 0,-1 0 0 0 0,0-1-1 0 0,0 1 1 0 0,0 0 0 0 0,0 0-1 0 0,0 0 1 0 0,0 0 0 0 0,0 0-1 0 0,0 0 1 0 0,-1 1 0 0 0,1-1-1 0 0,-1 0 1 0 0,0 0 0 0 0,0 0-1 0 0,1 0 1 0 0,-2 1 0 0 0,1-1-1 0 0,0 0 1 0 0,0 0 0 0 0,-1 0-1 0 0,1 1 1 0 0,-1-1 0 0 0,1 0-1 0 0,-1 0 1 0 0,0 0 0 0 0,0 0-1 0 0,-1 2 1 0 0,-2-1 6 0 0,0 0 0 0 0,1 0 0 0 0,-1 0-1 0 0,0 0 1 0 0,-1-1 0 0 0,1 1 0 0 0,0-1 0 0 0,-1 0 0 0 0,1-1-1 0 0,-1 1 1 0 0,0-1 0 0 0,-7 1 0 0 0,-63 8 65 0 0,29-9-23 0 0,1-1 1 0 0,-76-10-1 0 0,-88-27-94 0 0,160 28 0 0 0,12 2-52 0 0,22 6-40 0 0,1-2 1 0 0,0 1-1 0 0,0-2 0 0 0,1 1 0 0 0,-1-2 0 0 0,1 0 0 0 0,0-1 1 0 0,0 0-1 0 0,1-1 0 0 0,-22-15 0 0 0,-25-31-2703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3:53.8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 62 560 0 0,'8'-1'1006'0'0,"9"-5"-87"0"0,-12-6 4760 0 0,0 12-5599 0 0,14-4 13 0 0,-14 3 54 0 0,-5-26 866 0 0,0 20-594 0 0,0 28-77 0 0,-1-20-338 0 0,1 0-1 0 0,-1 0 1 0 0,0 0-1 0 0,0-1 1 0 0,0 1-1 0 0,0 0 1 0 0,0 0-1 0 0,0 0 1 0 0,0-1-1 0 0,0 1 1 0 0,0-1-1 0 0,0 1 1 0 0,-1-1-1 0 0,1 1 1 0 0,0-1-1 0 0,0 0 1 0 0,0 1-1 0 0,-1-1 1 0 0,-1 0-1 0 0,2 1 7 0 0,-5 1 33 0 0,0 1 1 0 0,-1 0-1 0 0,1-1 0 0 0,0 0 1 0 0,0-1-1 0 0,-1 1 1 0 0,1-1-1 0 0,-1-1 0 0 0,0 1 1 0 0,1-1-1 0 0,-13-1 0 0 0,18 0-39 0 0,0 0 0 0 0,1 0-1 0 0,-1 0 1 0 0,0 0 0 0 0,1 0-1 0 0,0 0 1 0 0,-1 0 0 0 0,1-1-1 0 0,-1 1 1 0 0,1 0 0 0 0,0 0-1 0 0,0 0 1 0 0,0 0 0 0 0,0-1-1 0 0,0 1 1 0 0,0 0 0 0 0,0 0 0 0 0,0 0-1 0 0,0 0 1 0 0,0-1 0 0 0,1 1-1 0 0,-1 0 1 0 0,1 0 0 0 0,-1 0-1 0 0,1 0 1 0 0,-1 0 0 0 0,1 0-1 0 0,1-2 1 0 0,25-5-3 0 0,25-4-95 0 0,-47 12 27 0 0,0 1-13 0 0,0 1 55 0 0,0 0 0 0 0,0 1-1 0 0,0-1 1 0 0,0 1 0 0 0,0 0 0 0 0,-1 0 0 0 0,1 1-1 0 0,5 5 1 0 0,-10-9 24 0 0,1 0 0 0 0,-1 1 1 0 0,0-1-1 0 0,1 1 0 0 0,-1-1 0 0 0,0 1 0 0 0,0-1 0 0 0,1 0 0 0 0,-1 1 1 0 0,0 0-1 0 0,0-1 0 0 0,0 1 0 0 0,0-1 0 0 0,1 1 0 0 0,-1-1 0 0 0,0 1 1 0 0,0-1-1 0 0,0 1 0 0 0,0-1 0 0 0,0 1 0 0 0,0-1 0 0 0,-1 1 0 0 0,1-1 1 0 0,0 1-1 0 0,0-1 0 0 0,0 1 0 0 0,0-1 0 0 0,-1 1 0 0 0,1-1 1 0 0,0 1-1 0 0,0-1 0 0 0,-1 1 0 0 0,1 0 0 0 0,-15 13-33 0 0,9-9 17 0 0,-10 19 2 0 0,-2 2 17 0 0,13-21 22 0 0,-1 0 1 0 0,1-1 0 0 0,-1 1-1 0 0,0-1 1 0 0,0 0 0 0 0,0-1 0 0 0,0 1-1 0 0,-1-1 1 0 0,0-1 0 0 0,1 1-1 0 0,-1-1 1 0 0,0 0 0 0 0,0 0-1 0 0,0-1 1 0 0,0 0 0 0 0,0-1-1 0 0,-1 1 1 0 0,1-1 0 0 0,-14-2-1 0 0,13-5 203 0 0,6 7-225 0 0,1-1 0 0 0,0 1 0 0 0,0-1 0 0 0,0 1 0 0 0,0-1 0 0 0,0 0 0 0 0,0 1 1 0 0,0-1-1 0 0,0 0 0 0 0,0 0 0 0 0,0 0 0 0 0,1 0 0 0 0,-1 0 0 0 0,0 0 0 0 0,0 0 0 0 0,1 0 0 0 0,-1 0 0 0 0,1 0 0 0 0,-1 0 0 0 0,1 0 0 0 0,-1 0 0 0 0,1 0 0 0 0,0-1 0 0 0,-1 1 0 0 0,1 0 0 0 0,0 0 1 0 0,0 0-1 0 0,0-1 0 0 0,0 1 0 0 0,0 0 0 0 0,0 0 0 0 0,0-1 0 0 0,1 1 0 0 0,-1 0 0 0 0,0 0 0 0 0,1 0 0 0 0,-1 0 0 0 0,2-2 0 0 0,5-5-2 0 0,-6 7 0 0 0,0 0 0 0 0,0 1 0 0 0,0-1 0 0 0,0 0 0 0 0,0 0 0 0 0,0 0 0 0 0,-1 0 0 0 0,1 0 0 0 0,0 0 0 0 0,-1 0 0 0 0,1-1 0 0 0,-1 1 0 0 0,1 0 0 0 0,-1 0 0 0 0,1 0 0 0 0,-1-1 0 0 0,0 1 0 0 0,0 0 0 0 0,0 0 0 0 0,0-3 0 0 0,1 2 0 0 0,-1 0 0 0 0,0 0 0 0 0,1 0 0 0 0,-1 1 0 0 0,1-1 0 0 0,0 0 0 0 0,-1 0 0 0 0,1 1 0 0 0,0-1 0 0 0,0 0 0 0 0,0 1 0 0 0,0-1 0 0 0,1 1 0 0 0,-1-1 0 0 0,0 1 0 0 0,1 0 0 0 0,-1-1 0 0 0,1 1 0 0 0,-1 0 0 0 0,1 0 0 0 0,-1 0 0 0 0,1 0 0 0 0,0 0 0 0 0,-1 1 0 0 0,1-1 0 0 0,0 0 0 0 0,2 0 0 0 0,16-9 0 0 0,-14 4 1 0 0,-4 5-2 0 0,-1-1 0 0 0,1 1 0 0 0,-1 0 0 0 0,1 0 0 0 0,0 0 0 0 0,-1 0 0 0 0,1 0 0 0 0,0 0 0 0 0,0 0 0 0 0,0 1 0 0 0,0-1 0 0 0,0 1 0 0 0,3-1 0 0 0,-2 0-7 0 0,-1 0 0 0 0,1 0 1 0 0,0 1-1 0 0,-1-1 0 0 0,1 1 1 0 0,0 0-1 0 0,-1 0 0 0 0,1 0 0 0 0,5 1 1 0 0,-8-1 6 0 0,0 0 0 0 0,0 0 0 0 0,0 1 1 0 0,1-1-1 0 0,-1 0 0 0 0,0 0 0 0 0,0 0 0 0 0,0 1 0 0 0,0-1 1 0 0,0 0-1 0 0,0 0 0 0 0,0 0 0 0 0,0 1 0 0 0,0-1 1 0 0,0 0-1 0 0,0 0 0 0 0,0 0 0 0 0,0 1 0 0 0,0-1 1 0 0,0 0-1 0 0,0 0 0 0 0,0 0 0 0 0,0 1 0 0 0,0-1 0 0 0,0 0 1 0 0,0 0-1 0 0,0 0 0 0 0,0 1 0 0 0,0-1 0 0 0,0 0 1 0 0,-1 0-1 0 0,1 0 0 0 0,0 1 0 0 0,0-1 0 0 0,0 0 1 0 0,0 0-1 0 0,-1 0 0 0 0,0 3-38 0 0,1-1-52 0 0,0-1-1 0 0,0 1 1 0 0,0 0 0 0 0,0-1-1 0 0,0 1 1 0 0,0 0 0 0 0,0-1-1 0 0,-1 1 1 0 0,1-1 0 0 0,-1 1-1 0 0,1 0 1 0 0,-1-1-1 0 0,0 1 1 0 0,0-1 0 0 0,1 1-1 0 0,-1-1 1 0 0,0 0 0 0 0,0 1-1 0 0,0-1 1 0 0,-1 0 0 0 0,1 0-1 0 0,0 1 1 0 0,0-1 0 0 0,-1 0-1 0 0,1 0 1 0 0,-1-1 0 0 0,1 1-1 0 0,0 0 1 0 0,-1 0-1 0 0,0-1 1 0 0,-2 2 0 0 0,3-2 53 0 0,-28 18-3964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3:55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439 15 3922 0 0,'-3'-2'253'0'0,"1"0"1"0"0,-1 1-1 0 0,0-1 1 0 0,0 1-1 0 0,0-1 0 0 0,0 1 1 0 0,0 0-1 0 0,0 0 1 0 0,0 1-1 0 0,0-1 1 0 0,-1 1-1 0 0,1-1 1 0 0,0 1-1 0 0,0 0 1 0 0,-6 1-1 0 0,8-1-254 0 0,1 0 0 0 0,-1 1 0 0 0,1-1 1 0 0,0 0-1 0 0,-1 1 0 0 0,1-1 0 0 0,-1 0 0 0 0,1 1 0 0 0,0-1 0 0 0,0 1 1 0 0,-1-1-1 0 0,1 0 0 0 0,0 1 0 0 0,0-1 0 0 0,-1 1 0 0 0,1-1 1 0 0,0 1-1 0 0,0-1 0 0 0,0 1 0 0 0,0-1 0 0 0,0 1 0 0 0,0-1 0 0 0,0 1 1 0 0,0-1-1 0 0,0 1 0 0 0,0-1 0 0 0,0 1 0 0 0,0-1 0 0 0,0 1 0 0 0,0-1 1 0 0,0 1-1 0 0,1-1 0 0 0,-1 1 0 0 0,0-1 0 0 0,0 1 0 0 0,1-1 0 0 0,-1 0 1 0 0,0 1-1 0 0,0-1 0 0 0,1 1 0 0 0,-1-1 0 0 0,0 0 0 0 0,1 1 1 0 0,-1-1-1 0 0,1 0 0 0 0,0 1 0 0 0,25 14 147 0 0,-26-15-146 0 0,0 0 0 0 0,0 0 0 0 0,1 0 0 0 0,-1 0 0 0 0,0 1 0 0 0,0-1 0 0 0,0 0 0 0 0,0 0 0 0 0,0 0 0 0 0,0 0 0 0 0,0 1-1 0 0,0-1 1 0 0,0 0 0 0 0,0 0 0 0 0,1 0 0 0 0,-1 0 0 0 0,0 1 0 0 0,0-1 0 0 0,0 0 0 0 0,0 0 0 0 0,0 0 0 0 0,0 1 0 0 0,0-1 0 0 0,0 0 0 0 0,0 0 0 0 0,-1 0 0 0 0,1 0-1 0 0,0 1 1 0 0,0-1 0 0 0,0 0 0 0 0,0 0 0 0 0,0 0 0 0 0,0 0 0 0 0,0 1 0 0 0,0-1 0 0 0,0 0 0 0 0,0 0 0 0 0,-1 0 0 0 0,1 0 0 0 0,0 1 0 0 0,-2 2 16 0 0,2-2 51 0 0,-9 3 83 0 0,-1 0 1 0 0,1 0-1 0 0,-1-1 1 0 0,0-1-1 0 0,0 1 1 0 0,-20 1 0 0 0,-1-2 219 0 0,-40-3 1 0 0,40 1-259 0 0,3-4 63 0 0,28 4-175 0 0,0 0 1 0 0,-1 0-1 0 0,1 0 1 0 0,0 0-1 0 0,0 0 1 0 0,0 0-1 0 0,0 0 1 0 0,0 0-1 0 0,0 0 1 0 0,0 0-1 0 0,0 0 1 0 0,0 0-1 0 0,0 0 1 0 0,-1 0-1 0 0,1 0 1 0 0,0 0-1 0 0,0 0 1 0 0,0 0-1 0 0,0 0 0 0 0,0 0 1 0 0,0 0-1 0 0,0-1 1 0 0,0 1-1 0 0,0 0 1 0 0,0 0-1 0 0,0 0 1 0 0,0 0-1 0 0,0 0 1 0 0,0 0-1 0 0,0 0 1 0 0,0 0-1 0 0,0 0 1 0 0,0 0-1 0 0,0-1 1 0 0,0 1-1 0 0,0 0 1 0 0,0 0-1 0 0,0 0 1 0 0,0 0-1 0 0,0 0 1 0 0,0 0-1 0 0,0 0 1 0 0,0 0-1 0 0,0 0 1 0 0,0 0-1 0 0,0-1 0 0 0,0 1 1 0 0,0 0-1 0 0,0 0 1 0 0,0 0-1 0 0,0 0 1 0 0,0 0-1 0 0,0 0 1 0 0,0 0-1 0 0,1 0 1 0 0,-1 0-1 0 0,0 0 1 0 0,0 0-1 0 0,0 0 1 0 0,0 0-1 0 0,0 0 1 0 0,0 0-1 0 0,0 0 1 0 0,0-1-1 0 0,0 1 1 0 0,0 0-1 0 0,1 0 1 0 0,17-5 125 0 0,-3 1-120 0 0,138-24-12 0 0,-124 25 7 0 0,-22 1-12 0 0,1 1-1 0 0,-1 0 1 0 0,1 1 0 0 0,-1 0-1 0 0,15 2 1 0 0,-21-2 9 0 0,-1 1-1 0 0,1 0 1 0 0,-1-1 0 0 0,1 1 0 0 0,-1 0-1 0 0,0-1 1 0 0,1 1 0 0 0,-1 0-1 0 0,0 0 1 0 0,1-1 0 0 0,-1 1 0 0 0,0 0-1 0 0,0 0 1 0 0,0 0 0 0 0,1-1-1 0 0,-1 1 1 0 0,0 0 0 0 0,0 0 0 0 0,0 0-1 0 0,0-1 1 0 0,-1 1 0 0 0,1 0-1 0 0,0 0 1 0 0,0 0 0 0 0,0-1 0 0 0,-1 1-1 0 0,1 0 1 0 0,0 0 0 0 0,-1-1-1 0 0,1 1 1 0 0,-1 0 0 0 0,1 0 0 0 0,-1-1-1 0 0,0 2 1 0 0,-8 7 1 0 0,1 0 0 0 0,-2 0 0 0 0,1-1 0 0 0,-1 0 0 0 0,-1 0 1 0 0,-20 10-1 0 0,8-6 29 0 0,-2 0 1 0 0,-36 11 0 0 0,58-23-18 0 0,-1 1 0 0 0,0-1-1 0 0,0 0 1 0 0,0 1 0 0 0,0-2 0 0 0,0 1 0 0 0,0 0-1 0 0,1-1 1 0 0,-1 0 0 0 0,0 0 0 0 0,-4-1 0 0 0,4 1 6 0 0,4 0-14 0 0,-1 1-1 0 0,1 0 1 0 0,-1-1 0 0 0,1 1 0 0 0,-1 0 0 0 0,1-1-1 0 0,0 1 1 0 0,-1-1 0 0 0,1 1 0 0 0,0-1 0 0 0,-1 1 0 0 0,1-1-1 0 0,0 1 1 0 0,0-1 0 0 0,-1 1 0 0 0,1-1 0 0 0,0 1-1 0 0,0-1 1 0 0,0 1 0 0 0,0-1 0 0 0,0 1 0 0 0,-1-1-1 0 0,1 1 1 0 0,0-1 0 0 0,0 1 0 0 0,1-1 0 0 0,-1 0-1 0 0,0 1 1 0 0,0-1 0 0 0,0 0 0 0 0,6-15-10 0 0,2 9 6 0 0,0 1 0 0 0,0 0 0 0 0,1 1-1 0 0,-1 0 1 0 0,1 0 0 0 0,0 1 0 0 0,1 0 0 0 0,-1 1 0 0 0,1 0 0 0 0,0 0 0 0 0,10-1-1 0 0,0 9-51 0 0,-18-4 53 0 0,-1-1-1 0 0,0 0 1 0 0,0 0-1 0 0,0 0 0 0 0,0 1 1 0 0,0-1-1 0 0,0 1 1 0 0,0-1-1 0 0,0 1 1 0 0,0-1-1 0 0,0 1 1 0 0,0 0-1 0 0,0-1 1 0 0,0 1-1 0 0,0 0 1 0 0,0 0-1 0 0,0-1 1 0 0,-1 1-1 0 0,1 0 0 0 0,0 0 1 0 0,-1 0-1 0 0,1 0 1 0 0,0 0-1 0 0,-1 0 1 0 0,1 0-1 0 0,0 3 1 0 0,-2-2 0 0 0,0 1 0 0 0,0-1 0 0 0,0 1 0 0 0,0-1 1 0 0,0 0-1 0 0,0 0 0 0 0,-1 1 0 0 0,1-1 0 0 0,-1 0 1 0 0,-2 3-1 0 0,-5 6-1 0 0,-2 5-7 0 0,-5 6 49 0 0,-25 28 0 0 0,36-45-38 0 0,-1 1 0 0 0,0-1 0 0 0,0 0 1 0 0,-1 0-1 0 0,1 0 0 0 0,-1-1 1 0 0,0 0-1 0 0,0 0 0 0 0,-11 3 1 0 0,13-6-1 0 0,-1 1 1 0 0,0-1-1 0 0,0 0 1 0 0,1-1-1 0 0,-1 1 1 0 0,0-1-1 0 0,0-1 1 0 0,1 1-1 0 0,-1-1 1 0 0,0 0-1 0 0,0 0 1 0 0,1 0-1 0 0,-1-1 1 0 0,1 0-1 0 0,-1 0 1 0 0,1 0-1 0 0,0-1 1 0 0,-7-4-1 0 0,11 5 1 0 0,0 0-1 0 0,0 1 0 0 0,0-1 1 0 0,0 0-1 0 0,1 0 1 0 0,-1 0-1 0 0,1 0 0 0 0,-1 0 1 0 0,1 1-1 0 0,0-1 1 0 0,0 0-1 0 0,-1 0 0 0 0,2 0 1 0 0,-1 0-1 0 0,0 0 1 0 0,0 0-1 0 0,1-2 0 0 0,0-5 3 0 0,-1 7-6 0 0,0-1 0 0 0,0 1 0 0 0,1 0 0 0 0,-1 0 0 0 0,1-1 0 0 0,-1 1 0 0 0,1 0 0 0 0,0 0 0 0 0,0 0 0 0 0,0 0 0 0 0,0 0 0 0 0,1 0 0 0 0,-1 0 0 0 0,0 0 0 0 0,1 0 0 0 0,1-1 0 0 0,5-7-13 0 0,4-8-36 0 0,-11 15 47 0 0,0 1 1 0 0,0 0-1 0 0,1 0 1 0 0,-1 0-1 0 0,1 0 1 0 0,0 0-1 0 0,0 0 1 0 0,0 0-1 0 0,-1 0 1 0 0,2 1-1 0 0,2-3 1 0 0,16-12 1 0 0,-18 14 0 0 0,0-1 0 0 0,0 0 0 0 0,1 1 0 0 0,-1 0 0 0 0,1 0 0 0 0,-1 0 0 0 0,1 0 0 0 0,7-2 0 0 0,19 3 0 0 0,-29 1 0 0 0,1 1 0 0 0,0-1 1 0 0,-1 1-1 0 0,1-1 0 0 0,-1 1 1 0 0,1-1-1 0 0,-1 1 0 0 0,1 0 0 0 0,-1 0 1 0 0,1 0-1 0 0,-1 0 0 0 0,0 0 1 0 0,1 0-1 0 0,-1 0 0 0 0,0 0 0 0 0,0 1 1 0 0,0-1-1 0 0,0 0 0 0 0,0 1 1 0 0,0-1-1 0 0,0 0 0 0 0,-1 1 0 0 0,1 0 1 0 0,0-1-1 0 0,-1 1 0 0 0,1-1 1 0 0,-1 1-1 0 0,0 0 0 0 0,0-1 0 0 0,1 1 1 0 0,-1-1-1 0 0,0 1 0 0 0,0 0 1 0 0,0-1-1 0 0,-1 1 0 0 0,1 0 0 0 0,0-1 1 0 0,-1 1-1 0 0,1 0 0 0 0,-1-1 1 0 0,1 1-1 0 0,-1-1 0 0 0,0 1 0 0 0,1-1 1 0 0,-1 1-1 0 0,-2 1 0 0 0,0 1 13 0 0,-1 0 0 0 0,0 0 0 0 0,0 0 0 0 0,0 0 1 0 0,-1 0-1 0 0,0-1 0 0 0,1 0 0 0 0,-1 0 0 0 0,-8 4 0 0 0,-44 15 83 0 0,57-22-96 0 0,-5 2 5 0 0,0 0 0 0 0,0 0 0 0 0,0-1 0 0 0,0 0 1 0 0,-1 0-1 0 0,1 0 0 0 0,0-1 0 0 0,0 1 0 0 0,-8-2 0 0 0,10 0-238 0 0,1 1 0 0 0,-1-2 0 0 0,1 1 0 0 0,0 0 0 0 0,-1 0 0 0 0,1-1 0 0 0,0 1 0 0 0,0-1 0 0 0,0 0 0 0 0,0 1 0 0 0,0-1 0 0 0,1 0 0 0 0,-1 0 0 0 0,0 0 0 0 0,1-1 0 0 0,0 1 0 0 0,-1 0 0 0 0,1 0 0 0 0,0-1 0 0 0,-1-2 0 0 0,-23-35-5010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5:07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995 47 320 0 0,'-1'0'176'0'0,"1"1"0"0"0,-1 0 0 0 0,0-1 0 0 0,0 1 0 0 0,0-1-1 0 0,0 1 1 0 0,0-1 0 0 0,0 1 0 0 0,0-1 0 0 0,-1 0 0 0 0,1 1 0 0 0,0-1 0 0 0,0 0 0 0 0,0 0 0 0 0,0 0-1 0 0,0 0 1 0 0,0 0 0 0 0,0 0 0 0 0,-1 0 0 0 0,1 0 0 0 0,-1-1 0 0 0,2 1 36 0 0,-5 0 1976 0 0,-20 0-1201 0 0,20 0-560 0 0,5-1-406 0 0,-1 1 0 0 0,1-1 1 0 0,0 0-1 0 0,-1 0 0 0 0,1 1 1 0 0,-1-1-1 0 0,1 0 0 0 0,-1 1 1 0 0,0-1-1 0 0,1 0 0 0 0,-1 1 1 0 0,0-1-1 0 0,1 1 0 0 0,-1-1 0 0 0,0 1 1 0 0,0-1-1 0 0,1 1 0 0 0,-1 0 1 0 0,0-1-1 0 0,0 1 0 0 0,0 0 1 0 0,0-1-1 0 0,1 1 0 0 0,-3 0 1 0 0,-26-6 6 0 0,22 5 51 0 0,-36-8 232 0 0,25 5-189 0 0,0 0 0 0 0,-1 1 1 0 0,-31 0-1 0 0,19-1-36 0 0,20 3-43 0 0,1-1 0 0 0,-1 1 0 0 0,1 1 0 0 0,-1 0 0 0 0,1 0 0 0 0,-14 3 0 0 0,-40 3 131 0 0,35-1-106 0 0,-50 4 0 0 0,44-6-44 0 0,-49 3 39 0 0,71-6-39 0 0,0 1 0 0 0,1 1 1 0 0,-15 3-1 0 0,-12 0-24 0 0,32-4 0 0 0,1 0 0 0 0,-1 0 0 0 0,1 0 0 0 0,0 1 0 0 0,0-1 0 0 0,-10 5 0 0 0,-34 6 66 0 0,50-12-65 0 0,0 0-1 0 0,-1 0 1 0 0,1 1-1 0 0,0-1 1 0 0,-1 0-1 0 0,1 0 1 0 0,0 0-1 0 0,-1 1 1 0 0,1-1-1 0 0,0 0 0 0 0,-1 0 1 0 0,1 1-1 0 0,0-1 1 0 0,0 0-1 0 0,-1 1 1 0 0,1-1-1 0 0,0 0 1 0 0,0 1-1 0 0,0-1 1 0 0,0 0-1 0 0,0 1 1 0 0,-1-1-1 0 0,1 0 0 0 0,0 1 1 0 0,0-1-1 0 0,0 1 1 0 0,0-1-1 0 0,0 0 1 0 0,0 1-1 0 0,0 0 1 0 0,-4 7-2 0 0,-1-7 1 0 0,4-1 0 0 0,0 0 0 0 0,0 1 0 0 0,0-1 0 0 0,1 0 0 0 0,-1 0 0 0 0,0 0 0 0 0,0 1 0 0 0,0-1 0 0 0,0 0 0 0 0,0 1 0 0 0,0-1 0 0 0,1 1 0 0 0,-1-1 0 0 0,0 1 0 0 0,0 0 0 0 0,1-1 0 0 0,-1 1 0 0 0,0 0 0 0 0,1-1 0 0 0,-1 1 0 0 0,0 0 0 0 0,1 0 0 0 0,-1 1 0 0 0,0-1 0 0 0,1 1 0 0 0,-1-1 0 0 0,0 0 0 0 0,1 1 0 0 0,-1-1 0 0 0,0 0 0 0 0,0 0 0 0 0,0 0 0 0 0,0 0 0 0 0,0 1 0 0 0,0-1 0 0 0,0 0 0 0 0,-1-1 0 0 0,1 1 0 0 0,0 0 0 0 0,0 0 0 0 0,-3 1 0 0 0,-1 1 0 0 0,4-2-2 0 0,0 1-1 0 0,0-1 1 0 0,0 1 0 0 0,1 0 0 0 0,-1 0 0 0 0,1-1 0 0 0,-1 1 0 0 0,1 0 0 0 0,-1 0-1 0 0,1-1 1 0 0,0 1 0 0 0,0 0 0 0 0,0 0 0 0 0,0 0 0 0 0,0 0 0 0 0,0-1-1 0 0,0 1 1 0 0,2 3 0 0 0,-2-4 4 0 0,0 1 1 0 0,1-1-1 0 0,-1 1 0 0 0,0 0 0 0 0,0-1 1 0 0,0 1-1 0 0,0 0 0 0 0,0-1 0 0 0,0 1 1 0 0,0 0-1 0 0,-1-1 0 0 0,1 1 0 0 0,-1 0 1 0 0,1-1-1 0 0,-1 1 0 0 0,1-1 1 0 0,-3 4-1 0 0,1-3-6 0 0,-1 0 1 0 0,1 1-1 0 0,0-1 1 0 0,0 1-1 0 0,0-1 1 0 0,0 1-1 0 0,1 0 1 0 0,-1 0-1 0 0,1 0 1 0 0,-1 0-1 0 0,1 0 1 0 0,0 0 0 0 0,0 0-1 0 0,1 1 1 0 0,-1-1-1 0 0,1 0 1 0 0,-1 0-1 0 0,1 1 1 0 0,0-1-1 0 0,0 0 1 0 0,0 1-1 0 0,1 2 1 0 0,0 8 3 0 0,-1-8 0 0 0,0 0 0 0 0,0 0 0 0 0,0 1 0 0 0,-1-1 0 0 0,0 0 0 0 0,-1 7 0 0 0,-3-1-2 0 0,2-4-3 0 0,1-1-1 0 0,-1 1 1 0 0,1 0-1 0 0,0 0 1 0 0,1 0 0 0 0,0 0-1 0 0,0 0 1 0 0,1 0-1 0 0,0 0 1 0 0,1 0-1 0 0,2 15 1 0 0,0-14 8 0 0,0 0 0 0 0,0-1 0 0 0,1 0 0 0 0,1 1 0 0 0,-1-2 1 0 0,1 1-1 0 0,1 0 0 0 0,-1-1 0 0 0,1 0 0 0 0,10 9 0 0 0,9 6 32 0 0,46 30-1 0 0,-54-40-57 0 0,-2-3 22 0 0,1 0 0 0 0,0-1-1 0 0,0-1 1 0 0,1 0 0 0 0,0-1-1 0 0,0-1 1 0 0,22 4 0 0 0,9-1 33 0 0,67 2-1 0 0,0-5-31 0 0,0-6 0 0 0,0-5 0 0 0,210-39 0 0 0,-305 41 0 0 0,0-1 0 0 0,-1 0 0 0 0,1-2 0 0 0,-2-1 0 0 0,1 0 0 0 0,-1-1 0 0 0,0-1 0 0 0,-1 0 0 0 0,26-22 0 0 0,-41 30 5 0 0,-1-1 0 0 0,0 0-1 0 0,0 1 1 0 0,-1-1 0 0 0,1 0-1 0 0,0 0 1 0 0,-1 0 0 0 0,0 1-1 0 0,0-1 1 0 0,0 0 0 0 0,0 0-1 0 0,0 0 1 0 0,0 0 0 0 0,-1 1-1 0 0,1-1 1 0 0,-1 0 0 0 0,0 0-1 0 0,0 1 1 0 0,-2-4 0 0 0,-16-6 61 0 0,16 10-52 0 0,-1 1-1 0 0,1-1 0 0 0,0 0 1 0 0,0 0-1 0 0,0-1 0 0 0,0 1 1 0 0,-5-5-1 0 0,-31-44 373 0 0,-65-63 0 0 0,99 109-371 0 0,-7-7 4 0 0,0 1-1 0 0,-1 1 1 0 0,-1 0 0 0 0,1 1-1 0 0,-2 0 1 0 0,-15-7-1 0 0,8 5-9 0 0,-30-22-1 0 0,35 21-20 0 0,14 11 0 0 0,0 0 1 0 0,1 0 0 0 0,-1-1 0 0 0,1 1 0 0 0,0-1 0 0 0,-1 0-1 0 0,1 0 1 0 0,0 0 0 0 0,0 0 0 0 0,0 0 0 0 0,0 0 0 0 0,0-1 0 0 0,1 1-1 0 0,-1 0 1 0 0,1-1 0 0 0,0 1 0 0 0,-1-1 0 0 0,1 0 0 0 0,0 1-1 0 0,0-1 1 0 0,1 0 0 0 0,-1 0 0 0 0,0-5 0 0 0,1 6-509 0 0,0 3 423 0 0,0-1 0 0 0,-1 1 0 0 0,1-1 0 0 0,0 0 1 0 0,0 1-1 0 0,0-1 0 0 0,0 0 0 0 0,0 1 0 0 0,0-1 1 0 0,0 1-1 0 0,0-1 0 0 0,0 0 0 0 0,0 1 0 0 0,0-1 1 0 0,0 1-1 0 0,0-1 0 0 0,0 0 0 0 0,0 1 0 0 0,0-1 1 0 0,0 0-1 0 0,1 1 0 0 0,-1-1 0 0 0,0 1 0 0 0,0-1 1 0 0,0 0-1 0 0,1 1 0 0 0,-1-1 0 0 0,0 0 1 0 0,0 0-1 0 0,1 1 0 0 0,-1-1 0 0 0,0 0 0 0 0,1 0 1 0 0,-1 1-1 0 0,0-1 0 0 0,1 0 0 0 0,-1 0 0 0 0,1 1 1 0 0,19 5-2546 0 0,-20-6 2553 0 0,0 0 0 0 0,1 0 0 0 0,-1 0 0 0 0,0 0-1 0 0,0 0 1 0 0,1 0 0 0 0,-1 1 0 0 0,0-1-1 0 0,0 0 1 0 0,0 0 0 0 0,1 0 0 0 0,-1 1 0 0 0,0-1-1 0 0,0 0 1 0 0,0 0 0 0 0,1 0 0 0 0,-1 1 0 0 0,0-1-1 0 0,0 0 1 0 0,0 0 0 0 0,0 1 0 0 0,0-1 0 0 0,0 0-1 0 0,1 1 1 0 0,-1-1 0 0 0,0 0 0 0 0,0 0 0 0 0,0 1-1 0 0,0-1 1 0 0,0 0 0 0 0,0 1 0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5:09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974 136 240 0 0,'0'0'4429'0'0,"1"-1"-3146"0"0,-7-2-1086 0 0,-43-5 1004 0 0,18 3-735 0 0,2-3-278 0 0,18-1-34 0 0,9 8-131 0 0,0 0 1 0 0,0-1-1 0 0,0 1 1 0 0,-1 0 0 0 0,1 0-1 0 0,0 0 1 0 0,0 1-1 0 0,-1-1 1 0 0,1 1 0 0 0,-4-1-1 0 0,-10-5 77 0 0,-23-5 14 0 0,-44-4 59 0 0,79 13-145 0 0,3 0-6 0 0,-29-6 88 0 0,-113-22 144 0 0,54 18-14 0 0,86 10-234 0 0,0 2 1 0 0,0-1-1 0 0,0 0 1 0 0,-1 1-1 0 0,1-1 0 0 0,0 1 1 0 0,0 0-1 0 0,0 0 1 0 0,-5 1-1 0 0,-49 1 63 0 0,49-2-67 0 0,-1 0 1 0 0,1 1-1 0 0,-1 0 0 0 0,1 0 0 0 0,-9 3 0 0 0,-8-3-2 0 0,21-1 0 0 0,3-1 0 0 0,0 1 0 0 0,0 0 0 0 0,0 0 0 0 0,0 0 0 0 0,-1-1 0 0 0,1 1 0 0 0,0 0 0 0 0,0 0 0 0 0,0 1 0 0 0,0-1 0 0 0,0 0 0 0 0,0 0 0 0 0,0 0 0 0 0,0 1 0 0 0,0-1 0 0 0,0 1 0 0 0,0-1 0 0 0,0 1 0 0 0,0-1 0 0 0,0 1 0 0 0,0-1 0 0 0,-2 2 0 0 0,3-1 1 0 0,0-1 0 0 0,0 1 0 0 0,0-1 0 0 0,0 1 0 0 0,0-1 0 0 0,0 1 0 0 0,-1-1 0 0 0,1 0 0 0 0,0 1 0 0 0,0-1 0 0 0,-1 1 0 0 0,1-1 0 0 0,0 0 0 0 0,0 1 0 0 0,-1-1 0 0 0,1 0-1 0 0,0 1 1 0 0,-1-1 0 0 0,1 0 0 0 0,-1 1 0 0 0,1-1 0 0 0,0 0 0 0 0,-1 0 0 0 0,1 0 0 0 0,-1 1 0 0 0,1-1 0 0 0,-1 0 0 0 0,1 0 0 0 0,-1 0 0 0 0,1 0 0 0 0,0 0 0 0 0,-1 0 0 0 0,1 0 0 0 0,-1 0-1 0 0,1 0 1 0 0,-1 0 0 0 0,0 0 0 0 0,0 0 1 0 0,1 0-1 0 0,-1 0 0 0 0,0 0 0 0 0,1 0 0 0 0,-1 0 0 0 0,0 0 1 0 0,1 0-1 0 0,-1 0 0 0 0,1 1 0 0 0,-1-1 0 0 0,0 0 0 0 0,1 0 1 0 0,-1 1-1 0 0,1-1 0 0 0,-1 0 0 0 0,1 1 0 0 0,-1-1 0 0 0,1 0 0 0 0,-1 1 1 0 0,1-1-1 0 0,-1 1 0 0 0,1-1 0 0 0,0 1 0 0 0,-1-1 0 0 0,1 1 1 0 0,0-1-1 0 0,-1 1 0 0 0,1-1 0 0 0,0 1 0 0 0,0 0 0 0 0,-1-1 1 0 0,1 1-1 0 0,0 0 0 0 0,0-1 0 0 0,0 1 0 0 0,0-1 0 0 0,0 2 0 0 0,-1-1-3 0 0,1 0 0 0 0,-1 0-1 0 0,0 1 1 0 0,1-1 0 0 0,-1 0-1 0 0,0 0 1 0 0,0 0 0 0 0,0-1-1 0 0,0 1 1 0 0,0 0 0 0 0,0 0-1 0 0,0 0 1 0 0,0-1 0 0 0,0 1-1 0 0,0 0 1 0 0,-1-1 0 0 0,-1 1 0 0 0,-3 3-23 0 0,6-4 24 0 0,-1 1 0 0 0,1 0 0 0 0,-1-1 0 0 0,1 1 0 0 0,0 0 0 0 0,-1-1 1 0 0,1 1-1 0 0,0 0 0 0 0,-1-1 0 0 0,1 1 0 0 0,0 0 0 0 0,0 0 0 0 0,0-1 0 0 0,0 1 1 0 0,0 0-1 0 0,0 0 0 0 0,0-1 0 0 0,0 2 0 0 0,0-1 1 0 0,0 0 0 0 0,0 0 1 0 0,0 0-1 0 0,0 1 0 0 0,0-1 0 0 0,-1 0 0 0 0,1 0 1 0 0,0 0-1 0 0,0 0 0 0 0,-1 0 0 0 0,1 0 0 0 0,-1 0 1 0 0,1 0-1 0 0,-1 0 0 0 0,1 0 0 0 0,-2 1 0 0 0,-16 16 0 0 0,13-14 0 0 0,1 0 0 0 0,0 0 0 0 0,0 0 0 0 0,0 1 0 0 0,-6 9 0 0 0,0 16 0 0 0,1-14 2 0 0,7-13-3 0 0,0 0 0 0 0,0 0 0 0 0,1 0 0 0 0,-1 0 0 0 0,1 0 0 0 0,0 0 0 0 0,0 0 0 0 0,0 0-1 0 0,0 0 1 0 0,0 1 0 0 0,1-1 0 0 0,0 0 0 0 0,-1 5 0 0 0,-3 58-57 0 0,3-60 64 0 0,0 0 1 0 0,-1 0-1 0 0,0-1 1 0 0,-1 1-1 0 0,1-1 1 0 0,-1 1-1 0 0,0-1 1 0 0,-5 8-1 0 0,3-7-6 0 0,2 1 1 0 0,-1-1-1 0 0,1 1 0 0 0,0 0 0 0 0,0 0 1 0 0,0 1-1 0 0,1-1 0 0 0,0 0 0 0 0,1 1 1 0 0,0 0-1 0 0,0-1 0 0 0,1 1 1 0 0,0 0-1 0 0,1 13 0 0 0,-1-10-4 0 0,0-10 5 0 0,0 1 0 0 0,1 0-1 0 0,-1 0 1 0 0,1 0 0 0 0,-1 0-1 0 0,1 0 1 0 0,-1 0 0 0 0,1-1 0 0 0,0 1-1 0 0,0 0 1 0 0,0 0 0 0 0,0-1 0 0 0,0 1-1 0 0,1-1 1 0 0,-1 1 0 0 0,0-1 0 0 0,1 0-1 0 0,-1 1 1 0 0,1-1 0 0 0,-1 0-1 0 0,1 0 1 0 0,0 0 0 0 0,2 1 0 0 0,6 3 13 0 0,1-1 0 0 0,-1 0 0 0 0,14 3 1 0 0,8 3 3 0 0,-26-7-18 0 0,1 1 0 0 0,1-1 0 0 0,-1 0 0 0 0,0-1 0 0 0,1 0 0 0 0,-1 0 0 0 0,13 1 0 0 0,3 1 0 0 0,125 44 80 0 0,19 8-80 0 0,-140-48 0 0 0,46 8 0 0 0,10 4 0 0 0,-49-13 33 0 0,0-1 1 0 0,0-2-1 0 0,1-2 0 0 0,49-1 0 0 0,-68-1-25 0 0,299-13 219 0 0,-233 9-64 0 0,-75 3-144 0 0,0 0 1 0 0,0 0 0 0 0,0-1-1 0 0,0 0 1 0 0,0 0 0 0 0,0 0-1 0 0,10-7 1 0 0,-11 6 4 0 0,0 0 1 0 0,0 0 0 0 0,0 0-1 0 0,0 1 1 0 0,12-3-1 0 0,-12 3-10 0 0,0 0-1 0 0,1 0 0 0 0,-1-1 0 0 0,0 1 0 0 0,9-7 1 0 0,15-8 39 0 0,54-22 0 0 0,-72 33-27 0 0,0-1 0 0 0,0 0 0 0 0,0 0 0 0 0,11-11 1 0 0,29-17 82 0 0,-50 34-95 0 0,0 0 0 0 0,0 0 0 0 0,0 0 0 0 0,0 0 0 0 0,-1 0 0 0 0,1-1 0 0 0,0 1 0 0 0,-1-1 0 0 0,1 1 0 0 0,-1-1 0 0 0,0 1 1 0 0,1-1-1 0 0,-1 0 0 0 0,0 1 0 0 0,0-1 0 0 0,1-3 0 0 0,-1 0 43 0 0,0 0 0 0 0,0 0 1 0 0,-1 1-1 0 0,1-1 1 0 0,-2-10-1 0 0,1-2 54 0 0,-1 14-99 0 0,0 1 0 0 0,0-1-1 0 0,0 0 1 0 0,0 0 0 0 0,-1 0 0 0 0,1 0 0 0 0,-1 1-1 0 0,1-1 1 0 0,-1 1 0 0 0,0-1 0 0 0,0 1 0 0 0,0 0-1 0 0,-1 0 1 0 0,1 0 0 0 0,0 0 0 0 0,-1 0-1 0 0,1 0 1 0 0,-1 1 0 0 0,-4-3 0 0 0,-11-9 86 0 0,6 3-35 0 0,-7-5 38 0 0,0 0 0 0 0,0 1 0 0 0,-36-19-1 0 0,18 14-55 0 0,-2 1-1 0 0,0 3 1 0 0,-1 0-1 0 0,0 3 1 0 0,-81-15-1 0 0,38 12 29 0 0,-17-2-92 0 0,56 11-113 0 0,27 3 40 0 0,1 0 0 0 0,-30 1 0 0 0,38 3-221 0 0,1-1 1 0 0,0 2-1 0 0,0-1 0 0 0,0 1 0 0 0,0 0 1 0 0,0 0-1 0 0,0 0 0 0 0,0 1 0 0 0,-12 8 1 0 0,-35 27-4464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5:26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1383 137 1681 0 0,'-16'-2'1912'0'0,"0"-1"0"0"0,-26-7 0 0 0,32 7-2139 0 0,10 3 235 0 0,0 0 1 0 0,0 0-1 0 0,-1 0 0 0 0,1 1 1 0 0,0-1-1 0 0,0 0 0 0 0,0 0 1 0 0,0 0-1 0 0,0 0 0 0 0,-1 0 1 0 0,1 0-1 0 0,0 0 0 0 0,0 0 1 0 0,0 0-1 0 0,0 0 0 0 0,0 0 1 0 0,-1 0-1 0 0,1 0 0 0 0,0 0 1 0 0,0-1-1 0 0,0 1 0 0 0,0 0 1 0 0,0 0-1 0 0,-1 0 0 0 0,1 0 0 0 0,0 0 1 0 0,0 0-1 0 0,0 0 0 0 0,0 0 1 0 0,0 0-1 0 0,0 0 0 0 0,0-1 1 0 0,-1 1-1 0 0,1 0 0 0 0,0 0 1 0 0,0 0-1 0 0,0 0 0 0 0,0 0 1 0 0,0 0-1 0 0,0-1 0 0 0,0 1 1 0 0,0 0-1 0 0,0 0 0 0 0,0 0 1 0 0,0 0-1 0 0,0-1 0 0 0,0 1 1 0 0,0 0-1 0 0,0 0 0 0 0,0 0 1 0 0,0 0-1 0 0,0 0 0 0 0,0-1 1 0 0,0 1-1 0 0,0 0 0 0 0,-5-4 193 0 0,-74-7 279 0 0,44 0-320 0 0,29 10-146 0 0,5 2-10 0 0,0-1-1 0 0,0 0 1 0 0,0 0-1 0 0,-1 0 1 0 0,1 0-1 0 0,0 0 1 0 0,0 0-1 0 0,-1 0 1 0 0,1-1-1 0 0,0 1 0 0 0,0 0 1 0 0,0-1-1 0 0,0 1 1 0 0,-1-1-1 0 0,1 1 1 0 0,0-1-1 0 0,0 1 1 0 0,-1-2-1 0 0,-3 1 51 0 0,-20 0 15 0 0,1-2 1 0 0,-30-6 0 0 0,48 8-39 0 0,0-1-10 0 0,8-1 4 0 0,-2 3-24 0 0,0 0 0 0 0,0 0 0 0 0,0 0-1 0 0,0 0 1 0 0,0 0 0 0 0,0 0 0 0 0,1 0 0 0 0,-1 0-1 0 0,0 0 1 0 0,0 0 0 0 0,0 0 0 0 0,0 0-1 0 0,0 0 1 0 0,0 0 0 0 0,0 0 0 0 0,0 0-1 0 0,0 0 1 0 0,0 0 0 0 0,0-1 0 0 0,0 1-1 0 0,0 0 1 0 0,0 0 0 0 0,0 0 0 0 0,0 0 0 0 0,0 0-1 0 0,1 0 1 0 0,-1 0 0 0 0,0 0 0 0 0,0 0-1 0 0,0 0 1 0 0,0-1 0 0 0,0 1 0 0 0,0 0-1 0 0,0 0 1 0 0,0 0 0 0 0,0 0 0 0 0,-1 0-1 0 0,1 0 1 0 0,0 0 0 0 0,0 0 0 0 0,0 0 0 0 0,0 0-1 0 0,0-1 1 0 0,0 1 0 0 0,0 0 0 0 0,0 0-1 0 0,0 0 1 0 0,0 0 0 0 0,0 0 0 0 0,0 0-1 0 0,0 0 1 0 0,0 0 0 0 0,0 0 0 0 0,0 0 0 0 0,0 0-1 0 0,-1 0 1 0 0,1 0 0 0 0,0 0 0 0 0,0 0-1 0 0,0 0 1 0 0,0 0 0 0 0,0-1 0 0 0,0 1-1 0 0,0 0 1 0 0,0 0 0 0 0,-30-4 62 0 0,0 0-50 0 0,-53-4 81 0 0,54 3-41 0 0,20 3-50 0 0,1 1-1 0 0,0 0 1 0 0,0 0 0 0 0,0 1 0 0 0,-13 1-1 0 0,-36 2-5 0 0,49-3 3 0 0,0 1 0 0 0,0 0 0 0 0,0 0 0 0 0,0 1 0 0 0,0 0 0 0 0,1 0 0 0 0,-1 1 0 0 0,0 0 0 0 0,-7 4 0 0 0,7-3 0 0 0,-17 2 0 0 0,-68 17 0 0 0,74-19 10 0 0,1 0-1 0 0,-28 10 0 0 0,4 11 35 0 0,19-9-36 0 0,-37 18-8 0 0,54-30 16 0 0,-1-1 0 0 0,0 0 0 0 0,0-1 0 0 0,-15 5 0 0 0,20-7-16 0 0,1 0 0 0 0,-1 0 0 0 0,1 1 0 0 0,-1-1 0 0 0,1 1 0 0 0,-1-1 0 0 0,1 1 0 0 0,-1 0 0 0 0,1 0 0 0 0,-1-1 0 0 0,1 1 0 0 0,0 0 0 0 0,0 0 0 0 0,-3 3 0 0 0,-12 8 0 0 0,-10 1 0 0 0,21-11 0 0 0,0 0 0 0 0,0 0 0 0 0,0 1 0 0 0,0 0 0 0 0,0 0 0 0 0,0 0 0 0 0,-7 7 0 0 0,9-6-7 0 0,-1-1 0 0 0,0 1 0 0 0,0 0 0 0 0,0-1 0 0 0,0 0 0 0 0,-8 5 0 0 0,-12 9-24 0 0,-6 13 31 0 0,25-22 14 0 0,1 4 26 0 0,-4-6-46 0 0,6-5 4 0 0,1 0 0 0 0,0 0 0 0 0,-1 0 1 0 0,1 0-1 0 0,0 0 0 0 0,0 0 0 0 0,0 1 0 0 0,0-1 0 0 0,0 0 1 0 0,0 1-1 0 0,1-1 0 0 0,-1 0 0 0 0,0 1 0 0 0,1-1 0 0 0,-1 1 1 0 0,1-1-1 0 0,-1 1 0 0 0,1 0 0 0 0,0-1 0 0 0,-1 1 0 0 0,1-1 1 0 0,0 1-1 0 0,0 0 0 0 0,0-1 0 0 0,1 3 0 0 0,-1-3 1 0 0,0 0-1 0 0,-1 0 1 0 0,1 0-1 0 0,0-1 1 0 0,-1 1-1 0 0,1 0 1 0 0,0 0-1 0 0,-1-1 1 0 0,1 1-1 0 0,-1 0 1 0 0,1-1-1 0 0,-1 1 1 0 0,1 0 0 0 0,-1-1-1 0 0,1 1 1 0 0,-1-1-1 0 0,0 1 1 0 0,1-1-1 0 0,-1 1 1 0 0,0-1-1 0 0,0 1 1 0 0,1-1-1 0 0,-1 0 1 0 0,0 1-1 0 0,0-1 1 0 0,1 0-1 0 0,-1 0 1 0 0,0 0-1 0 0,0 0 1 0 0,0 1-1 0 0,0-1 1 0 0,-5 1-5 0 0,6 0 8 0 0,-1-1-1 0 0,0 1 1 0 0,1 0 0 0 0,-1-1 0 0 0,1 1 0 0 0,-1 0 0 0 0,1-1-1 0 0,-1 1 1 0 0,1 0 0 0 0,0 0 0 0 0,0-1 0 0 0,-1 1-1 0 0,1 0 1 0 0,0 0 0 0 0,0 0 0 0 0,0 0 0 0 0,-1-1-1 0 0,1 1 1 0 0,0 0 0 0 0,0 0 0 0 0,1 0 0 0 0,-1 0-1 0 0,0-1 1 0 0,0 1 0 0 0,0 0 0 0 0,1 1 0 0 0,-1 3 16 0 0,0 0-12 0 0,0-3-1 0 0,-1 1 0 0 0,1 0 0 0 0,0 0-1 0 0,0 0 1 0 0,0-1 0 0 0,0 1-1 0 0,0 0 1 0 0,1 0 0 0 0,-1-1-1 0 0,1 1 1 0 0,0 0 0 0 0,0-1-1 0 0,0 1 1 0 0,0 0 0 0 0,0-1-1 0 0,0 0 1 0 0,1 1 0 0 0,-1-1-1 0 0,1 0 1 0 0,0 1 0 0 0,0-1 0 0 0,0 0-1 0 0,0 0 1 0 0,0-1 0 0 0,0 1-1 0 0,4 2 1 0 0,69 47-4 0 0,28 17 105 0 0,-61-43-126 0 0,58 24 0 0 0,-16-13 51 0 0,-54-22 224 0 0,-1-1 1 0 0,2-2 0 0 0,61 15-1 0 0,-84-25-254 0 0,39 7 12 0 0,52 15 0 0 0,-48-13 198 0 0,1-1 0 0 0,72 2 1 0 0,-36-5-59 0 0,35 0-73 0 0,-119-6-72 0 0,43 3 65 0 0,0 1 0 0 0,87 21 0 0 0,49 18 87 0 0,-173-42-129 0 0,1-1 0 0 0,-1 0 0 0 0,1-1 1 0 0,-1 0-1 0 0,16-4 0 0 0,117-50 196 0 0,-132 50-208 0 0,-1-1-1 0 0,0 0 1 0 0,0 0 0 0 0,0-1 0 0 0,-1-1 0 0 0,0 1 0 0 0,0-2 0 0 0,-1 1 0 0 0,0-1 0 0 0,0 0-1 0 0,9-16 1 0 0,12-26-112 0 0,-27 46 45 0 0,-1 1-1 0 0,0 0 1 0 0,0 0 0 0 0,0-1-1 0 0,0 1 1 0 0,-1 0 0 0 0,0-1-1 0 0,0 1 1 0 0,0 0-1 0 0,0-1 1 0 0,-1 1 0 0 0,0 0-1 0 0,1-1 1 0 0,-2 1 0 0 0,-1-5-1 0 0,-7-2-69 0 0,9 11 110 0 0,0-1-1 0 0,0 0 1 0 0,0 0-1 0 0,0 0 1 0 0,0 0-1 0 0,0 0 0 0 0,0 0 1 0 0,0 0-1 0 0,0 0 1 0 0,1 0-1 0 0,-1-1 0 0 0,0 1 1 0 0,1 0-1 0 0,-1-1 1 0 0,1 1-1 0 0,0 0 0 0 0,-1 0 1 0 0,1-1-1 0 0,0 1 1 0 0,0-1-1 0 0,0-1 0 0 0,0-5-3 0 0,0 7 12 0 0,0-1 0 0 0,1 0 0 0 0,-1 0 0 0 0,0 0 0 0 0,-1 0 0 0 0,1 0 0 0 0,0 1 0 0 0,0-1 0 0 0,-1 0 0 0 0,1 0-1 0 0,-1 0 1 0 0,1 0 0 0 0,-1 1 0 0 0,-1-3 0 0 0,-18-18 14 0 0,10-8 39 0 0,2 13-43 0 0,5 12 3 0 0,1 1-1 0 0,0-1 1 0 0,0 1-1 0 0,0-1 0 0 0,1 0 1 0 0,-1 0-1 0 0,1 0 0 0 0,1 0 1 0 0,-1 0-1 0 0,0-8 1 0 0,1 1-7 0 0,-2-1 1 0 0,0 1 0 0 0,0 0 0 0 0,-6-19 0 0 0,4 19 31 0 0,1-1 1 0 0,0 1-1 0 0,1-1 1 0 0,-1-20-1 0 0,2 28-42 0 0,0-1 0 0 0,0 1 0 0 0,0-1 0 0 0,0 1 0 0 0,-1 0 0 0 0,0 0 0 0 0,0-1 0 0 0,0 1 0 0 0,-1 0 0 0 0,0 1 0 0 0,0-1 0 0 0,0 0 0 0 0,0 1 0 0 0,-1 0 0 0 0,1 0 0 0 0,-1 0 0 0 0,0 0 0 0 0,-1 0 0 0 0,-4-3 0 0 0,-10-6 16 0 0,-1 1-1 0 0,0 0 1 0 0,-23-9-1 0 0,29 14-3 0 0,0 1 2 0 0,0 0 1 0 0,-1 2-1 0 0,1-1 1 0 0,-1 2 0 0 0,-17-2-1 0 0,-41-12 60 0 0,18-1-17 0 0,-1 1 1 0 0,-1 4-1 0 0,-106-13 1 0 0,63 13-84 0 0,54 6 32 0 0,-73-3-1 0 0,91 10 33 0 0,-104 3-99 0 0,116-2-67 0 0,1 1-1 0 0,0 0 0 0 0,0 2 0 0 0,0-1 0 0 0,0 2 0 0 0,-16 6 0 0 0,25-8-25 0 0,1 0-1 0 0,0 1 0 0 0,-1-1 0 0 0,1 1 0 0 0,-5 5 0 0 0,8-7 90 0 0,1-1-1 0 0,-1 0 0 0 0,1 1 0 0 0,0 0 0 0 0,-1-1 0 0 0,1 1 0 0 0,0 0 1 0 0,0 0-1 0 0,0 0 0 0 0,0 0 0 0 0,0 0 0 0 0,1 0 0 0 0,-1 0 0 0 0,0 4 0 0 0,9 16-906 0 0,-1-6-75 0 0,-6-10 297 0 0,0 0 0 0 0,0 1 0 0 0,0-1 0 0 0,-1 0 0 0 0,0 9 0 0 0,0-13 569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5:29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386 82 560 0 0,'0'-38'4882'0'0,"-5"37"-4561"0"0,-79-5 1119 0 0,-87-23-105 0 0,140 23-1149 0 0,21 5-106 0 0,-10 1 0 0 0,20 1-76 0 0,-1-1-1 0 0,0 1 1 0 0,1 0 0 0 0,-1 0-1 0 0,1 0 1 0 0,-1 0-1 0 0,1 0 1 0 0,-1 0 0 0 0,1 0-1 0 0,0 0 1 0 0,0 0-1 0 0,-1 0 1 0 0,1 0 0 0 0,0 0-1 0 0,0 0 1 0 0,0 0-1 0 0,0 0 1 0 0,0 0 0 0 0,0 0-1 0 0,0 0 1 0 0,0 0-1 0 0,1 1 1 0 0,-1 0-7 0 0,0-1 3 0 0,0 0 0 0 0,0 0 0 0 0,0 0 0 0 0,0 0 0 0 0,0 0 0 0 0,-1 0 0 0 0,1 0 0 0 0,0 1 0 0 0,-1-1 0 0 0,1 0 0 0 0,-1 0 0 0 0,1 0 0 0 0,-1-1 0 0 0,0 1 0 0 0,1 0 0 0 0,-1 0 0 0 0,0 0 0 0 0,0 0 0 0 0,1 0 0 0 0,-1-1 0 0 0,0 1 0 0 0,0 0 0 0 0,-2 0 0 0 0,2 0 0 0 0,0 0 0 0 0,0-1 0 0 0,0 1 0 0 0,0 0 0 0 0,0 0 0 0 0,0 0 0 0 0,0 0 0 0 0,0 0 0 0 0,1 0 0 0 0,-1 0 0 0 0,0 0 0 0 0,0 0 0 0 0,1 0 0 0 0,-1 0 0 0 0,1 0 0 0 0,-1 1 0 0 0,1-1 0 0 0,0 0 0 0 0,-1 0 0 0 0,1 1 0 0 0,0-1 0 0 0,0 0 0 0 0,0 0 0 0 0,0 2 0 0 0,-1 1 4 0 0,1-1 0 0 0,-1 1 0 0 0,0 0 0 0 0,0-1 0 0 0,0 0 0 0 0,0 1 0 0 0,-1-1 0 0 0,1 0 0 0 0,-1 1 0 0 0,-3 4 0 0 0,3-6-3 0 0,1 0 1 0 0,-1 0-1 0 0,1 1 1 0 0,-1-1-1 0 0,1 1 1 0 0,0-1-1 0 0,0 1 1 0 0,0 0-1 0 0,0-1 1 0 0,1 1-1 0 0,-1 0 1 0 0,1 0-1 0 0,-1-1 1 0 0,1 1-1 0 0,0 0 1 0 0,0 0 0 0 0,0 0-1 0 0,1-1 1 0 0,-1 1-1 0 0,1 0 1 0 0,-1 0-1 0 0,1-1 1 0 0,2 6-1 0 0,6 8 0 0 0,-7-14 0 0 0,0 1 0 0 0,0 0 0 0 0,-1 0 0 0 0,1 0 0 0 0,-1 1 0 0 0,0-1 0 0 0,0 0 0 0 0,0 0 0 0 0,0 1-1 0 0,0-1 1 0 0,-1 1 0 0 0,1 5 0 0 0,-1-5 5 0 0,0 1 0 0 0,1-1 0 0 0,0 0 0 0 0,-1 1 0 0 0,2-1 0 0 0,-1 0-1 0 0,0 0 1 0 0,1 0 0 0 0,0 0 0 0 0,4 7 0 0 0,2 4-17 0 0,2 15-69 0 0,10-1 26 0 0,-11-7 174 0 0,-8-18-93 0 0,0-1 1 0 0,1 1 0 0 0,-1-1 0 0 0,1 1 0 0 0,-1-1 0 0 0,1 0 0 0 0,0 0 0 0 0,1 0-1 0 0,-1 0 1 0 0,0 0 0 0 0,1 0 0 0 0,-1 0 0 0 0,1-1 0 0 0,0 1 0 0 0,0-1 0 0 0,0 0 0 0 0,0 0-1 0 0,1 0 1 0 0,-1 0 0 0 0,0-1 0 0 0,1 1 0 0 0,3 0 0 0 0,131 41-95 0 0,-68-12 67 0 0,-55-27-11 0 0,1-1 0 0 0,0 0 0 0 0,0-1 0 0 0,0-1 0 0 0,18-1-1 0 0,15-7 12 0 0,-39 4 0 0 0,-3 3 0 0 0,1 0 0 0 0,-1-1 0 0 0,0-1 0 0 0,0 1 0 0 0,0-1 0 0 0,0 0 0 0 0,-1-1 0 0 0,1 1 0 0 0,-1-1 0 0 0,1-1 0 0 0,-1 1 0 0 0,0-1 0 0 0,0 0 0 0 0,0 0 0 0 0,-1-1 0 0 0,0 0 0 0 0,9-9 0 0 0,0 1 7 0 0,-11 11-11 0 0,0 0 1 0 0,0-1-1 0 0,0 0 1 0 0,0 1-1 0 0,-1-1 0 0 0,1 0 1 0 0,-1 0-1 0 0,1 0 1 0 0,-1-1-1 0 0,0 1 1 0 0,0-1-1 0 0,2-6 0 0 0,5-65-209 0 0,-4 48 127 0 0,-2 16 45 0 0,-1 0 1 0 0,-1 0 0 0 0,1-16 0 0 0,-2 24 38 0 0,0-1-1 0 0,0 1 0 0 0,0 0 1 0 0,-1 0-1 0 0,0 0 1 0 0,1 0-1 0 0,-1 0 0 0 0,0 0 1 0 0,-1 0-1 0 0,1 0 1 0 0,0 0-1 0 0,-1 1 0 0 0,0-1 1 0 0,1 0-1 0 0,-1 1 1 0 0,0 0-1 0 0,-4-4 0 0 0,-1 1 16 0 0,-1 0-1 0 0,0 0 1 0 0,-1 1-1 0 0,1 0 1 0 0,0 0-1 0 0,-12-2 1 0 0,-19-10 46 0 0,-115-58 88 0 0,147 71-295 0 0,-1 0 0 0 0,0 0-1 0 0,0 0 1 0 0,0 2 0 0 0,-1-1 0 0 0,1 1-1 0 0,0 0 1 0 0,-11 0 0 0 0,18 1 101 0 0,1 0 0 0 0,0 0-1 0 0,0 0 1 0 0,0 0 0 0 0,-1 0 0 0 0,1 0 0 0 0,0 0 0 0 0,0 0-1 0 0,0 0 1 0 0,-1 0 0 0 0,1 0 0 0 0,0 0 0 0 0,0 0 0 0 0,0 1-1 0 0,0-1 1 0 0,-1 0 0 0 0,1 0 0 0 0,0 0 0 0 0,0 0-1 0 0,0 0 1 0 0,0 0 0 0 0,0 1 0 0 0,-1-1 0 0 0,1 0 0 0 0,0 0-1 0 0,0 0 1 0 0,0 0 0 0 0,0 1 0 0 0,0-1 0 0 0,0 0 0 0 0,0 0-1 0 0,0 0 1 0 0,0 0 0 0 0,0 1 0 0 0,0-1 0 0 0,0 0-1 0 0,0 0 1 0 0,0 0 0 0 0,0 1 0 0 0,0-1 0 0 0,0 7-3075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0T19:09:23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191 185 2321 0 0,'-153'-49'1921'0'0,"115"25"-1761"0"0,38 9-240 0 0,0-9 320 0 0,0 0-80 0 0,0 7-160 0 0,38 0-80 0 0,-38 10 0 0 0,39-1-240 0 0,-1 16-2481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150842-0C85-FBA2-6BB5-DCEA2B2BE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2AB98D-7052-5CD4-4741-E96C201771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026486-6736-45B8-32EE-60D008507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A2B78-2FE8-470A-A14E-BD723104FD58}" type="datetimeFigureOut">
              <a:rPr lang="pt-BR" smtClean="0"/>
              <a:t>20/09/2023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66B4CC-ACAB-3993-C281-3FE07308C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25B215-7E0B-9105-062B-14B88841A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2A157-74C0-4447-9ABF-0FA70076B9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2657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B98D4C-392B-90AE-FB03-4E05026B7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610147-FEFA-8F31-48AA-1206E9B57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3421A0-8111-0C0C-F6D4-4E0F3C610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A2B78-2FE8-470A-A14E-BD723104FD58}" type="datetimeFigureOut">
              <a:rPr lang="pt-BR" smtClean="0"/>
              <a:t>20/09/2023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D01281-DEEF-60BA-9142-15D10C6E6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8A3F8F-99DF-6CB6-2659-3D5DD32C0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2A157-74C0-4447-9ABF-0FA70076B9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1848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21BA98-8151-870A-853D-2BF05698F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C7CC6EA-EC8D-B489-C2FB-23CB8E8252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C9AF3A-DF56-B8C5-AB03-A15C4D1C2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A2B78-2FE8-470A-A14E-BD723104FD58}" type="datetimeFigureOut">
              <a:rPr lang="pt-BR" smtClean="0"/>
              <a:t>20/09/2023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D9A3D2-9EB3-8CAE-5345-8D5571BB6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7378E7-B208-8E65-3194-724BD8623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2A157-74C0-4447-9ABF-0FA70076B9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622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299936-B489-CEA5-9559-E370A00E5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C2BA86-65AE-1825-0669-425B3BAEF1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22DAB86-0A1D-2D16-509F-04DE180E46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DF79452-52D6-F81A-91CC-407572F72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A2B78-2FE8-470A-A14E-BD723104FD58}" type="datetimeFigureOut">
              <a:rPr lang="pt-BR" smtClean="0"/>
              <a:t>20/09/2023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576F14-22B2-9FCB-CC30-872778791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7BD80E7-8FEF-AA4E-07F8-DAF0BA3B3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2A157-74C0-4447-9ABF-0FA70076B9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5820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735F03-8A7D-137E-9482-F5007F3F4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EB076D-1B21-A63E-9F55-E62499E48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C233D57-70E0-02AB-35B4-FF3ECC743C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D5B4DC6-BB17-CA37-7A10-79BA07C3E5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267ABC9-8C97-8AFB-5B4A-1E8D5B2108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1784798-E84C-827B-D1FE-DABFE1E69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A2B78-2FE8-470A-A14E-BD723104FD58}" type="datetimeFigureOut">
              <a:rPr lang="pt-BR" smtClean="0"/>
              <a:t>20/09/2023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7FF75A5-CFB8-599A-AA6D-C3BE23239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9430AB0-E712-3705-E3F2-BF23F5599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2A157-74C0-4447-9ABF-0FA70076B9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8573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D14BE9-50F2-92A4-6E65-753F23FEF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66847BE-D24D-E302-8EFC-2ACE44455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A2B78-2FE8-470A-A14E-BD723104FD58}" type="datetimeFigureOut">
              <a:rPr lang="pt-BR" smtClean="0"/>
              <a:t>20/09/2023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1EC4693-7174-0296-BC99-1BAB32EBE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BA2F9D7-77CE-764E-D3FE-05991D017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2A157-74C0-4447-9ABF-0FA70076B9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6328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129B78-2FAF-C63E-ACD1-B6C8E450B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A2B78-2FE8-470A-A14E-BD723104FD58}" type="datetimeFigureOut">
              <a:rPr lang="pt-BR" smtClean="0"/>
              <a:t>20/09/2023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64D06F8-EB83-3B39-ACAC-A728E1746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A821F03-A294-2926-314E-A669467DC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2A157-74C0-4447-9ABF-0FA70076B9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4478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3E480-1019-8BE1-D403-4F2601432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E5306F-835D-08B5-3103-E0E07200C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A453174-2ABA-BFBD-4663-09C13DF66A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9116096-192E-6C5B-0D99-E1F9616E0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A2B78-2FE8-470A-A14E-BD723104FD58}" type="datetimeFigureOut">
              <a:rPr lang="pt-BR" smtClean="0"/>
              <a:t>20/09/2023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2A173C8-D429-2E0F-E4D8-EBF85752F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C97D79F-53C4-2662-CC9A-277769D1C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2A157-74C0-4447-9ABF-0FA70076B9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09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AB6D42-5CD0-552C-4FC3-C42CF4218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29D2774-735F-EDD8-273A-2A023D9AD3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7F69FC0-B0C9-C464-F673-F6DC0E831E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994E536-6BEB-4CBD-290E-BF4DAA0F0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A2B78-2FE8-470A-A14E-BD723104FD58}" type="datetimeFigureOut">
              <a:rPr lang="pt-BR" smtClean="0"/>
              <a:t>20/09/2023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338261B-A63D-95C0-C554-0CE766460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052D903-751B-B8F9-4ECC-0BD96918B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2A157-74C0-4447-9ABF-0FA70076B9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8524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E13FE7-3701-6A7F-3606-1491A3B1C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14711B0-3F31-1173-BE61-B4C10A1CFC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D9EE36-F7FF-FAD1-8F90-C1180E0EF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A2B78-2FE8-470A-A14E-BD723104FD58}" type="datetimeFigureOut">
              <a:rPr lang="pt-BR" smtClean="0"/>
              <a:t>20/09/2023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C8C590-04C5-F00A-0FCF-4A6ED49AE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4D46D7-63C2-3F2E-3B0F-D9CA0E82D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2A157-74C0-4447-9ABF-0FA70076B9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941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259178B-D22E-880B-AB76-F46C725132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F52276F-34E4-28A9-49A3-D544684712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8362E5-DDD8-156E-9677-B1E9A48BF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A2B78-2FE8-470A-A14E-BD723104FD58}" type="datetimeFigureOut">
              <a:rPr lang="pt-BR" smtClean="0"/>
              <a:t>20/09/2023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7E89E7-2E1C-4086-8A53-CA35048A1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5E68E0-06D6-A4D7-FE09-A244FD01C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2A157-74C0-4447-9ABF-0FA70076B9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5430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0F5D55F-8CED-ED87-BE75-EBB8810D5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1501BA-96DD-E5E1-BFA8-2BAF4F176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8490B7-EE3C-A660-E718-1C021C1E6E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7A2B78-2FE8-470A-A14E-BD723104FD58}" type="datetimeFigureOut">
              <a:rPr lang="pt-BR" smtClean="0"/>
              <a:t>20/09/2023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5AC9A3-09F4-A613-DA68-26480AC800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401ED8-3FCE-FDF4-E8D4-4959A7BE4B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52A157-74C0-4447-9ABF-0FA70076B9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5169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23.png"/><Relationship Id="rId63" Type="http://schemas.openxmlformats.org/officeDocument/2006/relationships/customXml" Target="../ink/ink31.xml"/><Relationship Id="rId84" Type="http://schemas.openxmlformats.org/officeDocument/2006/relationships/image" Target="../media/image44.png"/><Relationship Id="rId138" Type="http://schemas.openxmlformats.org/officeDocument/2006/relationships/image" Target="../media/image71.png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18.png"/><Relationship Id="rId53" Type="http://schemas.openxmlformats.org/officeDocument/2006/relationships/customXml" Target="../ink/ink26.xml"/><Relationship Id="rId74" Type="http://schemas.openxmlformats.org/officeDocument/2006/relationships/image" Target="../media/image39.png"/><Relationship Id="rId128" Type="http://schemas.openxmlformats.org/officeDocument/2006/relationships/image" Target="../media/image66.png"/><Relationship Id="rId149" Type="http://schemas.openxmlformats.org/officeDocument/2006/relationships/customXml" Target="../ink/ink74.xml"/><Relationship Id="rId5" Type="http://schemas.openxmlformats.org/officeDocument/2006/relationships/customXml" Target="../ink/ink2.xml"/><Relationship Id="rId95" Type="http://schemas.openxmlformats.org/officeDocument/2006/relationships/customXml" Target="../ink/ink47.xml"/><Relationship Id="rId22" Type="http://schemas.openxmlformats.org/officeDocument/2006/relationships/image" Target="../media/image13.png"/><Relationship Id="rId27" Type="http://schemas.openxmlformats.org/officeDocument/2006/relationships/customXml" Target="../ink/ink13.xml"/><Relationship Id="rId43" Type="http://schemas.openxmlformats.org/officeDocument/2006/relationships/customXml" Target="../ink/ink21.xml"/><Relationship Id="rId48" Type="http://schemas.openxmlformats.org/officeDocument/2006/relationships/image" Target="../media/image26.png"/><Relationship Id="rId64" Type="http://schemas.openxmlformats.org/officeDocument/2006/relationships/image" Target="../media/image34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18" Type="http://schemas.openxmlformats.org/officeDocument/2006/relationships/image" Target="../media/image61.png"/><Relationship Id="rId134" Type="http://schemas.openxmlformats.org/officeDocument/2006/relationships/image" Target="../media/image69.png"/><Relationship Id="rId139" Type="http://schemas.openxmlformats.org/officeDocument/2006/relationships/customXml" Target="../ink/ink69.xml"/><Relationship Id="rId80" Type="http://schemas.openxmlformats.org/officeDocument/2006/relationships/image" Target="../media/image42.png"/><Relationship Id="rId85" Type="http://schemas.openxmlformats.org/officeDocument/2006/relationships/customXml" Target="../ink/ink42.xml"/><Relationship Id="rId150" Type="http://schemas.openxmlformats.org/officeDocument/2006/relationships/image" Target="../media/image77.png"/><Relationship Id="rId12" Type="http://schemas.openxmlformats.org/officeDocument/2006/relationships/image" Target="../media/image8.png"/><Relationship Id="rId17" Type="http://schemas.openxmlformats.org/officeDocument/2006/relationships/customXml" Target="../ink/ink8.xml"/><Relationship Id="rId33" Type="http://schemas.openxmlformats.org/officeDocument/2006/relationships/customXml" Target="../ink/ink16.xml"/><Relationship Id="rId38" Type="http://schemas.openxmlformats.org/officeDocument/2006/relationships/image" Target="../media/image21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08" Type="http://schemas.openxmlformats.org/officeDocument/2006/relationships/image" Target="../media/image56.png"/><Relationship Id="rId124" Type="http://schemas.openxmlformats.org/officeDocument/2006/relationships/image" Target="../media/image64.png"/><Relationship Id="rId129" Type="http://schemas.openxmlformats.org/officeDocument/2006/relationships/customXml" Target="../ink/ink64.xml"/><Relationship Id="rId54" Type="http://schemas.openxmlformats.org/officeDocument/2006/relationships/image" Target="../media/image29.png"/><Relationship Id="rId70" Type="http://schemas.openxmlformats.org/officeDocument/2006/relationships/image" Target="../media/image37.png"/><Relationship Id="rId75" Type="http://schemas.openxmlformats.org/officeDocument/2006/relationships/customXml" Target="../ink/ink37.xml"/><Relationship Id="rId91" Type="http://schemas.openxmlformats.org/officeDocument/2006/relationships/customXml" Target="../ink/ink45.xml"/><Relationship Id="rId96" Type="http://schemas.openxmlformats.org/officeDocument/2006/relationships/image" Target="../media/image50.png"/><Relationship Id="rId140" Type="http://schemas.openxmlformats.org/officeDocument/2006/relationships/image" Target="../media/image72.png"/><Relationship Id="rId145" Type="http://schemas.openxmlformats.org/officeDocument/2006/relationships/customXml" Target="../ink/ink7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23" Type="http://schemas.openxmlformats.org/officeDocument/2006/relationships/customXml" Target="../ink/ink11.xml"/><Relationship Id="rId28" Type="http://schemas.openxmlformats.org/officeDocument/2006/relationships/image" Target="../media/image16.png"/><Relationship Id="rId49" Type="http://schemas.openxmlformats.org/officeDocument/2006/relationships/customXml" Target="../ink/ink24.xml"/><Relationship Id="rId114" Type="http://schemas.openxmlformats.org/officeDocument/2006/relationships/image" Target="../media/image59.png"/><Relationship Id="rId119" Type="http://schemas.openxmlformats.org/officeDocument/2006/relationships/customXml" Target="../ink/ink59.xml"/><Relationship Id="rId44" Type="http://schemas.openxmlformats.org/officeDocument/2006/relationships/image" Target="../media/image24.png"/><Relationship Id="rId60" Type="http://schemas.openxmlformats.org/officeDocument/2006/relationships/image" Target="../media/image32.png"/><Relationship Id="rId65" Type="http://schemas.openxmlformats.org/officeDocument/2006/relationships/customXml" Target="../ink/ink32.xml"/><Relationship Id="rId81" Type="http://schemas.openxmlformats.org/officeDocument/2006/relationships/customXml" Target="../ink/ink40.xml"/><Relationship Id="rId86" Type="http://schemas.openxmlformats.org/officeDocument/2006/relationships/image" Target="../media/image45.png"/><Relationship Id="rId130" Type="http://schemas.openxmlformats.org/officeDocument/2006/relationships/image" Target="../media/image67.png"/><Relationship Id="rId135" Type="http://schemas.openxmlformats.org/officeDocument/2006/relationships/customXml" Target="../ink/ink67.xml"/><Relationship Id="rId13" Type="http://schemas.openxmlformats.org/officeDocument/2006/relationships/customXml" Target="../ink/ink6.xml"/><Relationship Id="rId18" Type="http://schemas.openxmlformats.org/officeDocument/2006/relationships/image" Target="../media/image11.png"/><Relationship Id="rId39" Type="http://schemas.openxmlformats.org/officeDocument/2006/relationships/customXml" Target="../ink/ink19.xml"/><Relationship Id="rId109" Type="http://schemas.openxmlformats.org/officeDocument/2006/relationships/customXml" Target="../ink/ink54.xml"/><Relationship Id="rId34" Type="http://schemas.openxmlformats.org/officeDocument/2006/relationships/image" Target="../media/image19.png"/><Relationship Id="rId50" Type="http://schemas.openxmlformats.org/officeDocument/2006/relationships/image" Target="../media/image27.png"/><Relationship Id="rId55" Type="http://schemas.openxmlformats.org/officeDocument/2006/relationships/customXml" Target="../ink/ink27.xml"/><Relationship Id="rId76" Type="http://schemas.openxmlformats.org/officeDocument/2006/relationships/image" Target="../media/image40.png"/><Relationship Id="rId97" Type="http://schemas.openxmlformats.org/officeDocument/2006/relationships/customXml" Target="../ink/ink48.xml"/><Relationship Id="rId104" Type="http://schemas.openxmlformats.org/officeDocument/2006/relationships/image" Target="../media/image54.png"/><Relationship Id="rId120" Type="http://schemas.openxmlformats.org/officeDocument/2006/relationships/image" Target="../media/image62.png"/><Relationship Id="rId125" Type="http://schemas.openxmlformats.org/officeDocument/2006/relationships/customXml" Target="../ink/ink62.xml"/><Relationship Id="rId141" Type="http://schemas.openxmlformats.org/officeDocument/2006/relationships/customXml" Target="../ink/ink70.xml"/><Relationship Id="rId146" Type="http://schemas.openxmlformats.org/officeDocument/2006/relationships/image" Target="../media/image75.png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48.png"/><Relationship Id="rId2" Type="http://schemas.openxmlformats.org/officeDocument/2006/relationships/image" Target="../media/image3.png"/><Relationship Id="rId29" Type="http://schemas.openxmlformats.org/officeDocument/2006/relationships/customXml" Target="../ink/ink14.xml"/><Relationship Id="rId24" Type="http://schemas.openxmlformats.org/officeDocument/2006/relationships/image" Target="../media/image14.png"/><Relationship Id="rId40" Type="http://schemas.openxmlformats.org/officeDocument/2006/relationships/image" Target="../media/image22.png"/><Relationship Id="rId45" Type="http://schemas.openxmlformats.org/officeDocument/2006/relationships/customXml" Target="../ink/ink22.xml"/><Relationship Id="rId66" Type="http://schemas.openxmlformats.org/officeDocument/2006/relationships/image" Target="../media/image35.png"/><Relationship Id="rId87" Type="http://schemas.openxmlformats.org/officeDocument/2006/relationships/customXml" Target="../ink/ink43.xml"/><Relationship Id="rId110" Type="http://schemas.openxmlformats.org/officeDocument/2006/relationships/image" Target="../media/image57.png"/><Relationship Id="rId115" Type="http://schemas.openxmlformats.org/officeDocument/2006/relationships/customXml" Target="../ink/ink57.xml"/><Relationship Id="rId131" Type="http://schemas.openxmlformats.org/officeDocument/2006/relationships/customXml" Target="../ink/ink65.xml"/><Relationship Id="rId136" Type="http://schemas.openxmlformats.org/officeDocument/2006/relationships/image" Target="../media/image70.png"/><Relationship Id="rId61" Type="http://schemas.openxmlformats.org/officeDocument/2006/relationships/customXml" Target="../ink/ink30.xml"/><Relationship Id="rId82" Type="http://schemas.openxmlformats.org/officeDocument/2006/relationships/image" Target="../media/image43.png"/><Relationship Id="rId19" Type="http://schemas.openxmlformats.org/officeDocument/2006/relationships/customXml" Target="../ink/ink9.xml"/><Relationship Id="rId14" Type="http://schemas.openxmlformats.org/officeDocument/2006/relationships/image" Target="../media/image9.png"/><Relationship Id="rId30" Type="http://schemas.openxmlformats.org/officeDocument/2006/relationships/image" Target="../media/image17.png"/><Relationship Id="rId35" Type="http://schemas.openxmlformats.org/officeDocument/2006/relationships/customXml" Target="../ink/ink17.xml"/><Relationship Id="rId56" Type="http://schemas.openxmlformats.org/officeDocument/2006/relationships/image" Target="../media/image30.png"/><Relationship Id="rId77" Type="http://schemas.openxmlformats.org/officeDocument/2006/relationships/customXml" Target="../ink/ink38.xml"/><Relationship Id="rId100" Type="http://schemas.openxmlformats.org/officeDocument/2006/relationships/image" Target="../media/image52.png"/><Relationship Id="rId105" Type="http://schemas.openxmlformats.org/officeDocument/2006/relationships/customXml" Target="../ink/ink52.xml"/><Relationship Id="rId126" Type="http://schemas.openxmlformats.org/officeDocument/2006/relationships/image" Target="../media/image65.png"/><Relationship Id="rId147" Type="http://schemas.openxmlformats.org/officeDocument/2006/relationships/customXml" Target="../ink/ink73.xml"/><Relationship Id="rId8" Type="http://schemas.openxmlformats.org/officeDocument/2006/relationships/image" Target="../media/image6.png"/><Relationship Id="rId51" Type="http://schemas.openxmlformats.org/officeDocument/2006/relationships/customXml" Target="../ink/ink25.xml"/><Relationship Id="rId72" Type="http://schemas.openxmlformats.org/officeDocument/2006/relationships/image" Target="../media/image38.png"/><Relationship Id="rId93" Type="http://schemas.openxmlformats.org/officeDocument/2006/relationships/customXml" Target="../ink/ink46.xml"/><Relationship Id="rId98" Type="http://schemas.openxmlformats.org/officeDocument/2006/relationships/image" Target="../media/image51.png"/><Relationship Id="rId121" Type="http://schemas.openxmlformats.org/officeDocument/2006/relationships/customXml" Target="../ink/ink60.xml"/><Relationship Id="rId142" Type="http://schemas.openxmlformats.org/officeDocument/2006/relationships/image" Target="../media/image73.png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25.png"/><Relationship Id="rId67" Type="http://schemas.openxmlformats.org/officeDocument/2006/relationships/customXml" Target="../ink/ink33.xml"/><Relationship Id="rId116" Type="http://schemas.openxmlformats.org/officeDocument/2006/relationships/image" Target="../media/image60.png"/><Relationship Id="rId137" Type="http://schemas.openxmlformats.org/officeDocument/2006/relationships/customXml" Target="../ink/ink68.xml"/><Relationship Id="rId20" Type="http://schemas.openxmlformats.org/officeDocument/2006/relationships/image" Target="../media/image12.png"/><Relationship Id="rId41" Type="http://schemas.openxmlformats.org/officeDocument/2006/relationships/customXml" Target="../ink/ink20.xml"/><Relationship Id="rId62" Type="http://schemas.openxmlformats.org/officeDocument/2006/relationships/image" Target="../media/image33.png"/><Relationship Id="rId83" Type="http://schemas.openxmlformats.org/officeDocument/2006/relationships/customXml" Target="../ink/ink41.xml"/><Relationship Id="rId88" Type="http://schemas.openxmlformats.org/officeDocument/2006/relationships/image" Target="../media/image46.png"/><Relationship Id="rId111" Type="http://schemas.openxmlformats.org/officeDocument/2006/relationships/customXml" Target="../ink/ink55.xml"/><Relationship Id="rId132" Type="http://schemas.openxmlformats.org/officeDocument/2006/relationships/image" Target="../media/image68.png"/><Relationship Id="rId15" Type="http://schemas.openxmlformats.org/officeDocument/2006/relationships/customXml" Target="../ink/ink7.xml"/><Relationship Id="rId36" Type="http://schemas.openxmlformats.org/officeDocument/2006/relationships/image" Target="../media/image20.png"/><Relationship Id="rId57" Type="http://schemas.openxmlformats.org/officeDocument/2006/relationships/customXml" Target="../ink/ink28.xml"/><Relationship Id="rId106" Type="http://schemas.openxmlformats.org/officeDocument/2006/relationships/image" Target="../media/image55.png"/><Relationship Id="rId127" Type="http://schemas.openxmlformats.org/officeDocument/2006/relationships/customXml" Target="../ink/ink63.xml"/><Relationship Id="rId10" Type="http://schemas.openxmlformats.org/officeDocument/2006/relationships/image" Target="../media/image7.png"/><Relationship Id="rId31" Type="http://schemas.openxmlformats.org/officeDocument/2006/relationships/customXml" Target="../ink/ink15.xml"/><Relationship Id="rId52" Type="http://schemas.openxmlformats.org/officeDocument/2006/relationships/image" Target="../media/image28.png"/><Relationship Id="rId73" Type="http://schemas.openxmlformats.org/officeDocument/2006/relationships/customXml" Target="../ink/ink36.xml"/><Relationship Id="rId78" Type="http://schemas.openxmlformats.org/officeDocument/2006/relationships/image" Target="../media/image41.png"/><Relationship Id="rId94" Type="http://schemas.openxmlformats.org/officeDocument/2006/relationships/image" Target="../media/image49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3.png"/><Relationship Id="rId143" Type="http://schemas.openxmlformats.org/officeDocument/2006/relationships/customXml" Target="../ink/ink71.xml"/><Relationship Id="rId148" Type="http://schemas.openxmlformats.org/officeDocument/2006/relationships/image" Target="../media/image76.png"/><Relationship Id="rId4" Type="http://schemas.openxmlformats.org/officeDocument/2006/relationships/image" Target="../media/image4.png"/><Relationship Id="rId9" Type="http://schemas.openxmlformats.org/officeDocument/2006/relationships/customXml" Target="../ink/ink4.xml"/><Relationship Id="rId26" Type="http://schemas.openxmlformats.org/officeDocument/2006/relationships/image" Target="../media/image15.png"/><Relationship Id="rId47" Type="http://schemas.openxmlformats.org/officeDocument/2006/relationships/customXml" Target="../ink/ink23.xml"/><Relationship Id="rId68" Type="http://schemas.openxmlformats.org/officeDocument/2006/relationships/image" Target="../media/image36.png"/><Relationship Id="rId89" Type="http://schemas.openxmlformats.org/officeDocument/2006/relationships/customXml" Target="../ink/ink44.xml"/><Relationship Id="rId112" Type="http://schemas.openxmlformats.org/officeDocument/2006/relationships/image" Target="../media/image58.png"/><Relationship Id="rId133" Type="http://schemas.openxmlformats.org/officeDocument/2006/relationships/customXml" Target="../ink/ink66.xml"/><Relationship Id="rId16" Type="http://schemas.openxmlformats.org/officeDocument/2006/relationships/image" Target="../media/image10.png"/><Relationship Id="rId37" Type="http://schemas.openxmlformats.org/officeDocument/2006/relationships/customXml" Target="../ink/ink18.xml"/><Relationship Id="rId58" Type="http://schemas.openxmlformats.org/officeDocument/2006/relationships/image" Target="../media/image31.png"/><Relationship Id="rId79" Type="http://schemas.openxmlformats.org/officeDocument/2006/relationships/customXml" Target="../ink/ink39.xml"/><Relationship Id="rId102" Type="http://schemas.openxmlformats.org/officeDocument/2006/relationships/image" Target="../media/image53.png"/><Relationship Id="rId123" Type="http://schemas.openxmlformats.org/officeDocument/2006/relationships/customXml" Target="../ink/ink61.xml"/><Relationship Id="rId144" Type="http://schemas.openxmlformats.org/officeDocument/2006/relationships/image" Target="../media/image74.png"/><Relationship Id="rId90" Type="http://schemas.openxmlformats.org/officeDocument/2006/relationships/image" Target="../media/image47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32.xml"/><Relationship Id="rId299" Type="http://schemas.openxmlformats.org/officeDocument/2006/relationships/customXml" Target="../ink/ink223.xml"/><Relationship Id="rId21" Type="http://schemas.openxmlformats.org/officeDocument/2006/relationships/customXml" Target="../ink/ink84.xml"/><Relationship Id="rId63" Type="http://schemas.openxmlformats.org/officeDocument/2006/relationships/customXml" Target="../ink/ink105.xml"/><Relationship Id="rId159" Type="http://schemas.openxmlformats.org/officeDocument/2006/relationships/customXml" Target="../ink/ink153.xml"/><Relationship Id="rId324" Type="http://schemas.openxmlformats.org/officeDocument/2006/relationships/image" Target="../media/image239.png"/><Relationship Id="rId170" Type="http://schemas.openxmlformats.org/officeDocument/2006/relationships/image" Target="../media/image162.png"/><Relationship Id="rId226" Type="http://schemas.openxmlformats.org/officeDocument/2006/relationships/image" Target="../media/image190.png"/><Relationship Id="rId268" Type="http://schemas.openxmlformats.org/officeDocument/2006/relationships/image" Target="../media/image211.png"/><Relationship Id="rId32" Type="http://schemas.openxmlformats.org/officeDocument/2006/relationships/image" Target="../media/image93.png"/><Relationship Id="rId74" Type="http://schemas.openxmlformats.org/officeDocument/2006/relationships/image" Target="../media/image114.png"/><Relationship Id="rId128" Type="http://schemas.openxmlformats.org/officeDocument/2006/relationships/image" Target="../media/image141.png"/><Relationship Id="rId335" Type="http://schemas.openxmlformats.org/officeDocument/2006/relationships/customXml" Target="../ink/ink241.xml"/><Relationship Id="rId5" Type="http://schemas.openxmlformats.org/officeDocument/2006/relationships/customXml" Target="../ink/ink76.xml"/><Relationship Id="rId181" Type="http://schemas.openxmlformats.org/officeDocument/2006/relationships/customXml" Target="../ink/ink164.xml"/><Relationship Id="rId237" Type="http://schemas.openxmlformats.org/officeDocument/2006/relationships/customXml" Target="../ink/ink192.xml"/><Relationship Id="rId279" Type="http://schemas.openxmlformats.org/officeDocument/2006/relationships/customXml" Target="../ink/ink213.xml"/><Relationship Id="rId43" Type="http://schemas.openxmlformats.org/officeDocument/2006/relationships/customXml" Target="../ink/ink95.xml"/><Relationship Id="rId139" Type="http://schemas.openxmlformats.org/officeDocument/2006/relationships/customXml" Target="../ink/ink143.xml"/><Relationship Id="rId290" Type="http://schemas.openxmlformats.org/officeDocument/2006/relationships/image" Target="../media/image222.png"/><Relationship Id="rId304" Type="http://schemas.openxmlformats.org/officeDocument/2006/relationships/image" Target="../media/image229.png"/><Relationship Id="rId85" Type="http://schemas.openxmlformats.org/officeDocument/2006/relationships/customXml" Target="../ink/ink116.xml"/><Relationship Id="rId150" Type="http://schemas.openxmlformats.org/officeDocument/2006/relationships/image" Target="../media/image152.png"/><Relationship Id="rId192" Type="http://schemas.openxmlformats.org/officeDocument/2006/relationships/image" Target="../media/image173.png"/><Relationship Id="rId206" Type="http://schemas.openxmlformats.org/officeDocument/2006/relationships/image" Target="../media/image180.png"/><Relationship Id="rId248" Type="http://schemas.openxmlformats.org/officeDocument/2006/relationships/image" Target="../media/image201.png"/><Relationship Id="rId12" Type="http://schemas.openxmlformats.org/officeDocument/2006/relationships/image" Target="../media/image83.png"/><Relationship Id="rId108" Type="http://schemas.openxmlformats.org/officeDocument/2006/relationships/image" Target="../media/image131.png"/><Relationship Id="rId315" Type="http://schemas.openxmlformats.org/officeDocument/2006/relationships/customXml" Target="../ink/ink231.xml"/><Relationship Id="rId54" Type="http://schemas.openxmlformats.org/officeDocument/2006/relationships/image" Target="../media/image104.png"/><Relationship Id="rId96" Type="http://schemas.openxmlformats.org/officeDocument/2006/relationships/image" Target="../media/image125.png"/><Relationship Id="rId161" Type="http://schemas.openxmlformats.org/officeDocument/2006/relationships/customXml" Target="../ink/ink154.xml"/><Relationship Id="rId217" Type="http://schemas.openxmlformats.org/officeDocument/2006/relationships/customXml" Target="../ink/ink182.xml"/><Relationship Id="rId259" Type="http://schemas.openxmlformats.org/officeDocument/2006/relationships/customXml" Target="../ink/ink203.xml"/><Relationship Id="rId23" Type="http://schemas.openxmlformats.org/officeDocument/2006/relationships/customXml" Target="../ink/ink85.xml"/><Relationship Id="rId119" Type="http://schemas.openxmlformats.org/officeDocument/2006/relationships/customXml" Target="../ink/ink133.xml"/><Relationship Id="rId270" Type="http://schemas.openxmlformats.org/officeDocument/2006/relationships/image" Target="../media/image212.png"/><Relationship Id="rId326" Type="http://schemas.openxmlformats.org/officeDocument/2006/relationships/image" Target="../media/image240.png"/><Relationship Id="rId65" Type="http://schemas.openxmlformats.org/officeDocument/2006/relationships/customXml" Target="../ink/ink106.xml"/><Relationship Id="rId130" Type="http://schemas.openxmlformats.org/officeDocument/2006/relationships/image" Target="../media/image142.png"/><Relationship Id="rId172" Type="http://schemas.openxmlformats.org/officeDocument/2006/relationships/image" Target="../media/image163.png"/><Relationship Id="rId228" Type="http://schemas.openxmlformats.org/officeDocument/2006/relationships/image" Target="../media/image191.png"/><Relationship Id="rId281" Type="http://schemas.openxmlformats.org/officeDocument/2006/relationships/customXml" Target="../ink/ink214.xml"/><Relationship Id="rId34" Type="http://schemas.openxmlformats.org/officeDocument/2006/relationships/image" Target="../media/image94.png"/><Relationship Id="rId76" Type="http://schemas.openxmlformats.org/officeDocument/2006/relationships/image" Target="../media/image115.png"/><Relationship Id="rId141" Type="http://schemas.openxmlformats.org/officeDocument/2006/relationships/customXml" Target="../ink/ink144.xml"/><Relationship Id="rId7" Type="http://schemas.openxmlformats.org/officeDocument/2006/relationships/customXml" Target="../ink/ink77.xml"/><Relationship Id="rId183" Type="http://schemas.openxmlformats.org/officeDocument/2006/relationships/customXml" Target="../ink/ink165.xml"/><Relationship Id="rId239" Type="http://schemas.openxmlformats.org/officeDocument/2006/relationships/customXml" Target="../ink/ink193.xml"/><Relationship Id="rId250" Type="http://schemas.openxmlformats.org/officeDocument/2006/relationships/image" Target="../media/image202.png"/><Relationship Id="rId292" Type="http://schemas.openxmlformats.org/officeDocument/2006/relationships/image" Target="../media/image223.png"/><Relationship Id="rId306" Type="http://schemas.openxmlformats.org/officeDocument/2006/relationships/image" Target="../media/image230.png"/><Relationship Id="rId24" Type="http://schemas.openxmlformats.org/officeDocument/2006/relationships/image" Target="../media/image89.png"/><Relationship Id="rId45" Type="http://schemas.openxmlformats.org/officeDocument/2006/relationships/customXml" Target="../ink/ink96.xml"/><Relationship Id="rId66" Type="http://schemas.openxmlformats.org/officeDocument/2006/relationships/image" Target="../media/image110.png"/><Relationship Id="rId87" Type="http://schemas.openxmlformats.org/officeDocument/2006/relationships/customXml" Target="../ink/ink117.xml"/><Relationship Id="rId110" Type="http://schemas.openxmlformats.org/officeDocument/2006/relationships/image" Target="../media/image132.png"/><Relationship Id="rId131" Type="http://schemas.openxmlformats.org/officeDocument/2006/relationships/customXml" Target="../ink/ink139.xml"/><Relationship Id="rId327" Type="http://schemas.openxmlformats.org/officeDocument/2006/relationships/customXml" Target="../ink/ink237.xml"/><Relationship Id="rId152" Type="http://schemas.openxmlformats.org/officeDocument/2006/relationships/image" Target="../media/image153.png"/><Relationship Id="rId173" Type="http://schemas.openxmlformats.org/officeDocument/2006/relationships/customXml" Target="../ink/ink160.xml"/><Relationship Id="rId194" Type="http://schemas.openxmlformats.org/officeDocument/2006/relationships/image" Target="../media/image174.png"/><Relationship Id="rId208" Type="http://schemas.openxmlformats.org/officeDocument/2006/relationships/image" Target="../media/image181.png"/><Relationship Id="rId229" Type="http://schemas.openxmlformats.org/officeDocument/2006/relationships/customXml" Target="../ink/ink188.xml"/><Relationship Id="rId240" Type="http://schemas.openxmlformats.org/officeDocument/2006/relationships/image" Target="../media/image197.png"/><Relationship Id="rId261" Type="http://schemas.openxmlformats.org/officeDocument/2006/relationships/customXml" Target="../ink/ink204.xml"/><Relationship Id="rId14" Type="http://schemas.openxmlformats.org/officeDocument/2006/relationships/image" Target="../media/image84.png"/><Relationship Id="rId35" Type="http://schemas.openxmlformats.org/officeDocument/2006/relationships/customXml" Target="../ink/ink91.xml"/><Relationship Id="rId56" Type="http://schemas.openxmlformats.org/officeDocument/2006/relationships/image" Target="../media/image105.png"/><Relationship Id="rId77" Type="http://schemas.openxmlformats.org/officeDocument/2006/relationships/customXml" Target="../ink/ink112.xml"/><Relationship Id="rId100" Type="http://schemas.openxmlformats.org/officeDocument/2006/relationships/image" Target="../media/image127.png"/><Relationship Id="rId282" Type="http://schemas.openxmlformats.org/officeDocument/2006/relationships/image" Target="../media/image218.png"/><Relationship Id="rId317" Type="http://schemas.openxmlformats.org/officeDocument/2006/relationships/customXml" Target="../ink/ink232.xml"/><Relationship Id="rId8" Type="http://schemas.openxmlformats.org/officeDocument/2006/relationships/image" Target="../media/image81.png"/><Relationship Id="rId98" Type="http://schemas.openxmlformats.org/officeDocument/2006/relationships/image" Target="../media/image126.png"/><Relationship Id="rId121" Type="http://schemas.openxmlformats.org/officeDocument/2006/relationships/customXml" Target="../ink/ink134.xml"/><Relationship Id="rId142" Type="http://schemas.openxmlformats.org/officeDocument/2006/relationships/image" Target="../media/image148.png"/><Relationship Id="rId163" Type="http://schemas.openxmlformats.org/officeDocument/2006/relationships/customXml" Target="../ink/ink155.xml"/><Relationship Id="rId184" Type="http://schemas.openxmlformats.org/officeDocument/2006/relationships/image" Target="../media/image169.png"/><Relationship Id="rId219" Type="http://schemas.openxmlformats.org/officeDocument/2006/relationships/customXml" Target="../ink/ink183.xml"/><Relationship Id="rId230" Type="http://schemas.openxmlformats.org/officeDocument/2006/relationships/image" Target="../media/image192.png"/><Relationship Id="rId251" Type="http://schemas.openxmlformats.org/officeDocument/2006/relationships/customXml" Target="../ink/ink199.xml"/><Relationship Id="rId25" Type="http://schemas.openxmlformats.org/officeDocument/2006/relationships/customXml" Target="../ink/ink86.xml"/><Relationship Id="rId46" Type="http://schemas.openxmlformats.org/officeDocument/2006/relationships/image" Target="../media/image100.png"/><Relationship Id="rId67" Type="http://schemas.openxmlformats.org/officeDocument/2006/relationships/customXml" Target="../ink/ink107.xml"/><Relationship Id="rId272" Type="http://schemas.openxmlformats.org/officeDocument/2006/relationships/image" Target="../media/image213.png"/><Relationship Id="rId293" Type="http://schemas.openxmlformats.org/officeDocument/2006/relationships/customXml" Target="../ink/ink220.xml"/><Relationship Id="rId307" Type="http://schemas.openxmlformats.org/officeDocument/2006/relationships/customXml" Target="../ink/ink227.xml"/><Relationship Id="rId328" Type="http://schemas.openxmlformats.org/officeDocument/2006/relationships/image" Target="../media/image241.png"/><Relationship Id="rId88" Type="http://schemas.openxmlformats.org/officeDocument/2006/relationships/image" Target="../media/image121.png"/><Relationship Id="rId111" Type="http://schemas.openxmlformats.org/officeDocument/2006/relationships/customXml" Target="../ink/ink129.xml"/><Relationship Id="rId132" Type="http://schemas.openxmlformats.org/officeDocument/2006/relationships/image" Target="../media/image143.png"/><Relationship Id="rId153" Type="http://schemas.openxmlformats.org/officeDocument/2006/relationships/customXml" Target="../ink/ink150.xml"/><Relationship Id="rId174" Type="http://schemas.openxmlformats.org/officeDocument/2006/relationships/image" Target="../media/image164.png"/><Relationship Id="rId195" Type="http://schemas.openxmlformats.org/officeDocument/2006/relationships/customXml" Target="../ink/ink171.xml"/><Relationship Id="rId209" Type="http://schemas.openxmlformats.org/officeDocument/2006/relationships/customXml" Target="../ink/ink178.xml"/><Relationship Id="rId220" Type="http://schemas.openxmlformats.org/officeDocument/2006/relationships/image" Target="../media/image187.png"/><Relationship Id="rId241" Type="http://schemas.openxmlformats.org/officeDocument/2006/relationships/customXml" Target="../ink/ink194.xml"/><Relationship Id="rId15" Type="http://schemas.openxmlformats.org/officeDocument/2006/relationships/customXml" Target="../ink/ink81.xml"/><Relationship Id="rId36" Type="http://schemas.openxmlformats.org/officeDocument/2006/relationships/image" Target="../media/image95.png"/><Relationship Id="rId57" Type="http://schemas.openxmlformats.org/officeDocument/2006/relationships/customXml" Target="../ink/ink102.xml"/><Relationship Id="rId262" Type="http://schemas.openxmlformats.org/officeDocument/2006/relationships/image" Target="../media/image208.png"/><Relationship Id="rId283" Type="http://schemas.openxmlformats.org/officeDocument/2006/relationships/customXml" Target="../ink/ink215.xml"/><Relationship Id="rId318" Type="http://schemas.openxmlformats.org/officeDocument/2006/relationships/image" Target="../media/image236.png"/><Relationship Id="rId78" Type="http://schemas.openxmlformats.org/officeDocument/2006/relationships/image" Target="../media/image116.png"/><Relationship Id="rId99" Type="http://schemas.openxmlformats.org/officeDocument/2006/relationships/customXml" Target="../ink/ink123.xml"/><Relationship Id="rId101" Type="http://schemas.openxmlformats.org/officeDocument/2006/relationships/customXml" Target="../ink/ink124.xml"/><Relationship Id="rId122" Type="http://schemas.openxmlformats.org/officeDocument/2006/relationships/image" Target="../media/image138.png"/><Relationship Id="rId143" Type="http://schemas.openxmlformats.org/officeDocument/2006/relationships/customXml" Target="../ink/ink145.xml"/><Relationship Id="rId164" Type="http://schemas.openxmlformats.org/officeDocument/2006/relationships/image" Target="../media/image159.png"/><Relationship Id="rId185" Type="http://schemas.openxmlformats.org/officeDocument/2006/relationships/customXml" Target="../ink/ink166.xml"/><Relationship Id="rId9" Type="http://schemas.openxmlformats.org/officeDocument/2006/relationships/customXml" Target="../ink/ink78.xml"/><Relationship Id="rId210" Type="http://schemas.openxmlformats.org/officeDocument/2006/relationships/image" Target="../media/image182.png"/><Relationship Id="rId26" Type="http://schemas.openxmlformats.org/officeDocument/2006/relationships/image" Target="../media/image90.png"/><Relationship Id="rId231" Type="http://schemas.openxmlformats.org/officeDocument/2006/relationships/customXml" Target="../ink/ink189.xml"/><Relationship Id="rId252" Type="http://schemas.openxmlformats.org/officeDocument/2006/relationships/image" Target="../media/image203.png"/><Relationship Id="rId273" Type="http://schemas.openxmlformats.org/officeDocument/2006/relationships/customXml" Target="../ink/ink210.xml"/><Relationship Id="rId294" Type="http://schemas.openxmlformats.org/officeDocument/2006/relationships/image" Target="../media/image224.png"/><Relationship Id="rId308" Type="http://schemas.openxmlformats.org/officeDocument/2006/relationships/image" Target="../media/image231.png"/><Relationship Id="rId329" Type="http://schemas.openxmlformats.org/officeDocument/2006/relationships/customXml" Target="../ink/ink238.xml"/><Relationship Id="rId47" Type="http://schemas.openxmlformats.org/officeDocument/2006/relationships/customXml" Target="../ink/ink97.xml"/><Relationship Id="rId68" Type="http://schemas.openxmlformats.org/officeDocument/2006/relationships/image" Target="../media/image111.png"/><Relationship Id="rId89" Type="http://schemas.openxmlformats.org/officeDocument/2006/relationships/customXml" Target="../ink/ink118.xml"/><Relationship Id="rId112" Type="http://schemas.openxmlformats.org/officeDocument/2006/relationships/image" Target="../media/image133.png"/><Relationship Id="rId133" Type="http://schemas.openxmlformats.org/officeDocument/2006/relationships/customXml" Target="../ink/ink140.xml"/><Relationship Id="rId154" Type="http://schemas.openxmlformats.org/officeDocument/2006/relationships/image" Target="../media/image154.png"/><Relationship Id="rId175" Type="http://schemas.openxmlformats.org/officeDocument/2006/relationships/customXml" Target="../ink/ink161.xml"/><Relationship Id="rId196" Type="http://schemas.openxmlformats.org/officeDocument/2006/relationships/image" Target="../media/image175.png"/><Relationship Id="rId200" Type="http://schemas.openxmlformats.org/officeDocument/2006/relationships/image" Target="../media/image177.png"/><Relationship Id="rId16" Type="http://schemas.openxmlformats.org/officeDocument/2006/relationships/image" Target="../media/image85.png"/><Relationship Id="rId221" Type="http://schemas.openxmlformats.org/officeDocument/2006/relationships/customXml" Target="../ink/ink184.xml"/><Relationship Id="rId242" Type="http://schemas.openxmlformats.org/officeDocument/2006/relationships/image" Target="../media/image198.png"/><Relationship Id="rId263" Type="http://schemas.openxmlformats.org/officeDocument/2006/relationships/customXml" Target="../ink/ink205.xml"/><Relationship Id="rId284" Type="http://schemas.openxmlformats.org/officeDocument/2006/relationships/image" Target="../media/image219.png"/><Relationship Id="rId319" Type="http://schemas.openxmlformats.org/officeDocument/2006/relationships/customXml" Target="../ink/ink233.xml"/><Relationship Id="rId37" Type="http://schemas.openxmlformats.org/officeDocument/2006/relationships/customXml" Target="../ink/ink92.xml"/><Relationship Id="rId58" Type="http://schemas.openxmlformats.org/officeDocument/2006/relationships/image" Target="../media/image106.png"/><Relationship Id="rId79" Type="http://schemas.openxmlformats.org/officeDocument/2006/relationships/customXml" Target="../ink/ink113.xml"/><Relationship Id="rId102" Type="http://schemas.openxmlformats.org/officeDocument/2006/relationships/image" Target="../media/image128.png"/><Relationship Id="rId123" Type="http://schemas.openxmlformats.org/officeDocument/2006/relationships/customXml" Target="../ink/ink135.xml"/><Relationship Id="rId144" Type="http://schemas.openxmlformats.org/officeDocument/2006/relationships/image" Target="../media/image149.png"/><Relationship Id="rId330" Type="http://schemas.openxmlformats.org/officeDocument/2006/relationships/image" Target="../media/image242.png"/><Relationship Id="rId90" Type="http://schemas.openxmlformats.org/officeDocument/2006/relationships/image" Target="../media/image122.png"/><Relationship Id="rId165" Type="http://schemas.openxmlformats.org/officeDocument/2006/relationships/customXml" Target="../ink/ink156.xml"/><Relationship Id="rId186" Type="http://schemas.openxmlformats.org/officeDocument/2006/relationships/image" Target="../media/image170.png"/><Relationship Id="rId211" Type="http://schemas.openxmlformats.org/officeDocument/2006/relationships/customXml" Target="../ink/ink179.xml"/><Relationship Id="rId232" Type="http://schemas.openxmlformats.org/officeDocument/2006/relationships/image" Target="../media/image193.png"/><Relationship Id="rId253" Type="http://schemas.openxmlformats.org/officeDocument/2006/relationships/customXml" Target="../ink/ink200.xml"/><Relationship Id="rId274" Type="http://schemas.openxmlformats.org/officeDocument/2006/relationships/image" Target="../media/image214.png"/><Relationship Id="rId295" Type="http://schemas.openxmlformats.org/officeDocument/2006/relationships/customXml" Target="../ink/ink221.xml"/><Relationship Id="rId309" Type="http://schemas.openxmlformats.org/officeDocument/2006/relationships/customXml" Target="../ink/ink228.xml"/><Relationship Id="rId27" Type="http://schemas.openxmlformats.org/officeDocument/2006/relationships/customXml" Target="../ink/ink87.xml"/><Relationship Id="rId48" Type="http://schemas.openxmlformats.org/officeDocument/2006/relationships/image" Target="../media/image101.png"/><Relationship Id="rId69" Type="http://schemas.openxmlformats.org/officeDocument/2006/relationships/customXml" Target="../ink/ink108.xml"/><Relationship Id="rId113" Type="http://schemas.openxmlformats.org/officeDocument/2006/relationships/customXml" Target="../ink/ink130.xml"/><Relationship Id="rId134" Type="http://schemas.openxmlformats.org/officeDocument/2006/relationships/image" Target="../media/image144.png"/><Relationship Id="rId320" Type="http://schemas.openxmlformats.org/officeDocument/2006/relationships/image" Target="../media/image237.png"/><Relationship Id="rId80" Type="http://schemas.openxmlformats.org/officeDocument/2006/relationships/image" Target="../media/image117.png"/><Relationship Id="rId155" Type="http://schemas.openxmlformats.org/officeDocument/2006/relationships/customXml" Target="../ink/ink151.xml"/><Relationship Id="rId176" Type="http://schemas.openxmlformats.org/officeDocument/2006/relationships/image" Target="../media/image165.png"/><Relationship Id="rId197" Type="http://schemas.openxmlformats.org/officeDocument/2006/relationships/customXml" Target="../ink/ink172.xml"/><Relationship Id="rId201" Type="http://schemas.openxmlformats.org/officeDocument/2006/relationships/customXml" Target="../ink/ink174.xml"/><Relationship Id="rId222" Type="http://schemas.openxmlformats.org/officeDocument/2006/relationships/image" Target="../media/image188.png"/><Relationship Id="rId243" Type="http://schemas.openxmlformats.org/officeDocument/2006/relationships/customXml" Target="../ink/ink195.xml"/><Relationship Id="rId264" Type="http://schemas.openxmlformats.org/officeDocument/2006/relationships/image" Target="../media/image209.png"/><Relationship Id="rId285" Type="http://schemas.openxmlformats.org/officeDocument/2006/relationships/customXml" Target="../ink/ink216.xml"/><Relationship Id="rId17" Type="http://schemas.openxmlformats.org/officeDocument/2006/relationships/customXml" Target="../ink/ink82.xml"/><Relationship Id="rId38" Type="http://schemas.openxmlformats.org/officeDocument/2006/relationships/image" Target="../media/image96.png"/><Relationship Id="rId59" Type="http://schemas.openxmlformats.org/officeDocument/2006/relationships/customXml" Target="../ink/ink103.xml"/><Relationship Id="rId103" Type="http://schemas.openxmlformats.org/officeDocument/2006/relationships/customXml" Target="../ink/ink125.xml"/><Relationship Id="rId124" Type="http://schemas.openxmlformats.org/officeDocument/2006/relationships/image" Target="../media/image139.png"/><Relationship Id="rId310" Type="http://schemas.openxmlformats.org/officeDocument/2006/relationships/image" Target="../media/image232.png"/><Relationship Id="rId70" Type="http://schemas.openxmlformats.org/officeDocument/2006/relationships/image" Target="../media/image112.png"/><Relationship Id="rId91" Type="http://schemas.openxmlformats.org/officeDocument/2006/relationships/customXml" Target="../ink/ink119.xml"/><Relationship Id="rId145" Type="http://schemas.openxmlformats.org/officeDocument/2006/relationships/customXml" Target="../ink/ink146.xml"/><Relationship Id="rId166" Type="http://schemas.openxmlformats.org/officeDocument/2006/relationships/image" Target="../media/image160.png"/><Relationship Id="rId187" Type="http://schemas.openxmlformats.org/officeDocument/2006/relationships/customXml" Target="../ink/ink167.xml"/><Relationship Id="rId331" Type="http://schemas.openxmlformats.org/officeDocument/2006/relationships/customXml" Target="../ink/ink239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83.png"/><Relationship Id="rId233" Type="http://schemas.openxmlformats.org/officeDocument/2006/relationships/customXml" Target="../ink/ink190.xml"/><Relationship Id="rId254" Type="http://schemas.openxmlformats.org/officeDocument/2006/relationships/image" Target="../media/image204.png"/><Relationship Id="rId28" Type="http://schemas.openxmlformats.org/officeDocument/2006/relationships/image" Target="../media/image91.png"/><Relationship Id="rId49" Type="http://schemas.openxmlformats.org/officeDocument/2006/relationships/customXml" Target="../ink/ink98.xml"/><Relationship Id="rId114" Type="http://schemas.openxmlformats.org/officeDocument/2006/relationships/image" Target="../media/image134.png"/><Relationship Id="rId275" Type="http://schemas.openxmlformats.org/officeDocument/2006/relationships/customXml" Target="../ink/ink211.xml"/><Relationship Id="rId296" Type="http://schemas.openxmlformats.org/officeDocument/2006/relationships/image" Target="../media/image225.png"/><Relationship Id="rId300" Type="http://schemas.openxmlformats.org/officeDocument/2006/relationships/image" Target="../media/image227.png"/><Relationship Id="rId60" Type="http://schemas.openxmlformats.org/officeDocument/2006/relationships/image" Target="../media/image107.png"/><Relationship Id="rId81" Type="http://schemas.openxmlformats.org/officeDocument/2006/relationships/customXml" Target="../ink/ink114.xml"/><Relationship Id="rId135" Type="http://schemas.openxmlformats.org/officeDocument/2006/relationships/customXml" Target="../ink/ink141.xml"/><Relationship Id="rId156" Type="http://schemas.openxmlformats.org/officeDocument/2006/relationships/image" Target="../media/image155.png"/><Relationship Id="rId177" Type="http://schemas.openxmlformats.org/officeDocument/2006/relationships/customXml" Target="../ink/ink162.xml"/><Relationship Id="rId198" Type="http://schemas.openxmlformats.org/officeDocument/2006/relationships/image" Target="../media/image176.png"/><Relationship Id="rId321" Type="http://schemas.openxmlformats.org/officeDocument/2006/relationships/customXml" Target="../ink/ink234.xml"/><Relationship Id="rId202" Type="http://schemas.openxmlformats.org/officeDocument/2006/relationships/image" Target="../media/image178.png"/><Relationship Id="rId223" Type="http://schemas.openxmlformats.org/officeDocument/2006/relationships/customXml" Target="../ink/ink185.xml"/><Relationship Id="rId244" Type="http://schemas.openxmlformats.org/officeDocument/2006/relationships/image" Target="../media/image199.png"/><Relationship Id="rId18" Type="http://schemas.openxmlformats.org/officeDocument/2006/relationships/image" Target="../media/image86.png"/><Relationship Id="rId39" Type="http://schemas.openxmlformats.org/officeDocument/2006/relationships/customXml" Target="../ink/ink93.xml"/><Relationship Id="rId265" Type="http://schemas.openxmlformats.org/officeDocument/2006/relationships/customXml" Target="../ink/ink206.xml"/><Relationship Id="rId286" Type="http://schemas.openxmlformats.org/officeDocument/2006/relationships/image" Target="../media/image220.png"/><Relationship Id="rId50" Type="http://schemas.openxmlformats.org/officeDocument/2006/relationships/image" Target="../media/image102.png"/><Relationship Id="rId104" Type="http://schemas.openxmlformats.org/officeDocument/2006/relationships/image" Target="../media/image129.png"/><Relationship Id="rId125" Type="http://schemas.openxmlformats.org/officeDocument/2006/relationships/customXml" Target="../ink/ink136.xml"/><Relationship Id="rId146" Type="http://schemas.openxmlformats.org/officeDocument/2006/relationships/image" Target="../media/image150.png"/><Relationship Id="rId167" Type="http://schemas.openxmlformats.org/officeDocument/2006/relationships/customXml" Target="../ink/ink157.xml"/><Relationship Id="rId188" Type="http://schemas.openxmlformats.org/officeDocument/2006/relationships/image" Target="../media/image171.png"/><Relationship Id="rId311" Type="http://schemas.openxmlformats.org/officeDocument/2006/relationships/customXml" Target="../ink/ink229.xml"/><Relationship Id="rId332" Type="http://schemas.openxmlformats.org/officeDocument/2006/relationships/image" Target="../media/image243.png"/><Relationship Id="rId71" Type="http://schemas.openxmlformats.org/officeDocument/2006/relationships/customXml" Target="../ink/ink109.xml"/><Relationship Id="rId92" Type="http://schemas.openxmlformats.org/officeDocument/2006/relationships/image" Target="../media/image123.png"/><Relationship Id="rId213" Type="http://schemas.openxmlformats.org/officeDocument/2006/relationships/customXml" Target="../ink/ink180.xml"/><Relationship Id="rId234" Type="http://schemas.openxmlformats.org/officeDocument/2006/relationships/image" Target="../media/image194.png"/><Relationship Id="rId2" Type="http://schemas.openxmlformats.org/officeDocument/2006/relationships/image" Target="../media/image78.png"/><Relationship Id="rId29" Type="http://schemas.openxmlformats.org/officeDocument/2006/relationships/customXml" Target="../ink/ink88.xml"/><Relationship Id="rId255" Type="http://schemas.openxmlformats.org/officeDocument/2006/relationships/customXml" Target="../ink/ink201.xml"/><Relationship Id="rId276" Type="http://schemas.openxmlformats.org/officeDocument/2006/relationships/image" Target="../media/image215.png"/><Relationship Id="rId297" Type="http://schemas.openxmlformats.org/officeDocument/2006/relationships/customXml" Target="../ink/ink222.xml"/><Relationship Id="rId40" Type="http://schemas.openxmlformats.org/officeDocument/2006/relationships/image" Target="../media/image97.png"/><Relationship Id="rId115" Type="http://schemas.openxmlformats.org/officeDocument/2006/relationships/customXml" Target="../ink/ink131.xml"/><Relationship Id="rId136" Type="http://schemas.openxmlformats.org/officeDocument/2006/relationships/image" Target="../media/image145.png"/><Relationship Id="rId157" Type="http://schemas.openxmlformats.org/officeDocument/2006/relationships/customXml" Target="../ink/ink152.xml"/><Relationship Id="rId178" Type="http://schemas.openxmlformats.org/officeDocument/2006/relationships/image" Target="../media/image166.png"/><Relationship Id="rId301" Type="http://schemas.openxmlformats.org/officeDocument/2006/relationships/customXml" Target="../ink/ink224.xml"/><Relationship Id="rId322" Type="http://schemas.openxmlformats.org/officeDocument/2006/relationships/image" Target="../media/image238.png"/><Relationship Id="rId61" Type="http://schemas.openxmlformats.org/officeDocument/2006/relationships/customXml" Target="../ink/ink104.xml"/><Relationship Id="rId82" Type="http://schemas.openxmlformats.org/officeDocument/2006/relationships/image" Target="../media/image118.png"/><Relationship Id="rId199" Type="http://schemas.openxmlformats.org/officeDocument/2006/relationships/customXml" Target="../ink/ink173.xml"/><Relationship Id="rId203" Type="http://schemas.openxmlformats.org/officeDocument/2006/relationships/customXml" Target="../ink/ink175.xml"/><Relationship Id="rId19" Type="http://schemas.openxmlformats.org/officeDocument/2006/relationships/customXml" Target="../ink/ink83.xml"/><Relationship Id="rId224" Type="http://schemas.openxmlformats.org/officeDocument/2006/relationships/image" Target="../media/image189.png"/><Relationship Id="rId245" Type="http://schemas.openxmlformats.org/officeDocument/2006/relationships/customXml" Target="../ink/ink196.xml"/><Relationship Id="rId266" Type="http://schemas.openxmlformats.org/officeDocument/2006/relationships/image" Target="../media/image210.png"/><Relationship Id="rId287" Type="http://schemas.openxmlformats.org/officeDocument/2006/relationships/customXml" Target="../ink/ink217.xml"/><Relationship Id="rId30" Type="http://schemas.openxmlformats.org/officeDocument/2006/relationships/image" Target="../media/image92.png"/><Relationship Id="rId105" Type="http://schemas.openxmlformats.org/officeDocument/2006/relationships/customXml" Target="../ink/ink126.xml"/><Relationship Id="rId126" Type="http://schemas.openxmlformats.org/officeDocument/2006/relationships/image" Target="../media/image140.png"/><Relationship Id="rId147" Type="http://schemas.openxmlformats.org/officeDocument/2006/relationships/customXml" Target="../ink/ink147.xml"/><Relationship Id="rId168" Type="http://schemas.openxmlformats.org/officeDocument/2006/relationships/image" Target="../media/image161.png"/><Relationship Id="rId312" Type="http://schemas.openxmlformats.org/officeDocument/2006/relationships/image" Target="../media/image233.png"/><Relationship Id="rId333" Type="http://schemas.openxmlformats.org/officeDocument/2006/relationships/customXml" Target="../ink/ink240.xml"/><Relationship Id="rId51" Type="http://schemas.openxmlformats.org/officeDocument/2006/relationships/customXml" Target="../ink/ink99.xml"/><Relationship Id="rId72" Type="http://schemas.openxmlformats.org/officeDocument/2006/relationships/image" Target="../media/image113.png"/><Relationship Id="rId93" Type="http://schemas.openxmlformats.org/officeDocument/2006/relationships/customXml" Target="../ink/ink120.xml"/><Relationship Id="rId189" Type="http://schemas.openxmlformats.org/officeDocument/2006/relationships/customXml" Target="../ink/ink168.xml"/><Relationship Id="rId3" Type="http://schemas.openxmlformats.org/officeDocument/2006/relationships/customXml" Target="../ink/ink75.xml"/><Relationship Id="rId214" Type="http://schemas.openxmlformats.org/officeDocument/2006/relationships/image" Target="../media/image184.png"/><Relationship Id="rId235" Type="http://schemas.openxmlformats.org/officeDocument/2006/relationships/customXml" Target="../ink/ink191.xml"/><Relationship Id="rId256" Type="http://schemas.openxmlformats.org/officeDocument/2006/relationships/image" Target="../media/image205.png"/><Relationship Id="rId277" Type="http://schemas.openxmlformats.org/officeDocument/2006/relationships/customXml" Target="../ink/ink212.xml"/><Relationship Id="rId298" Type="http://schemas.openxmlformats.org/officeDocument/2006/relationships/image" Target="../media/image226.png"/><Relationship Id="rId116" Type="http://schemas.openxmlformats.org/officeDocument/2006/relationships/image" Target="../media/image135.png"/><Relationship Id="rId137" Type="http://schemas.openxmlformats.org/officeDocument/2006/relationships/customXml" Target="../ink/ink142.xml"/><Relationship Id="rId158" Type="http://schemas.openxmlformats.org/officeDocument/2006/relationships/image" Target="../media/image156.png"/><Relationship Id="rId302" Type="http://schemas.openxmlformats.org/officeDocument/2006/relationships/image" Target="../media/image228.png"/><Relationship Id="rId323" Type="http://schemas.openxmlformats.org/officeDocument/2006/relationships/customXml" Target="../ink/ink235.xml"/><Relationship Id="rId20" Type="http://schemas.openxmlformats.org/officeDocument/2006/relationships/image" Target="../media/image87.png"/><Relationship Id="rId41" Type="http://schemas.openxmlformats.org/officeDocument/2006/relationships/customXml" Target="../ink/ink94.xml"/><Relationship Id="rId62" Type="http://schemas.openxmlformats.org/officeDocument/2006/relationships/image" Target="../media/image108.png"/><Relationship Id="rId83" Type="http://schemas.openxmlformats.org/officeDocument/2006/relationships/customXml" Target="../ink/ink115.xml"/><Relationship Id="rId179" Type="http://schemas.openxmlformats.org/officeDocument/2006/relationships/customXml" Target="../ink/ink163.xml"/><Relationship Id="rId190" Type="http://schemas.openxmlformats.org/officeDocument/2006/relationships/image" Target="../media/image172.png"/><Relationship Id="rId204" Type="http://schemas.openxmlformats.org/officeDocument/2006/relationships/image" Target="../media/image179.png"/><Relationship Id="rId225" Type="http://schemas.openxmlformats.org/officeDocument/2006/relationships/customXml" Target="../ink/ink186.xml"/><Relationship Id="rId246" Type="http://schemas.openxmlformats.org/officeDocument/2006/relationships/image" Target="../media/image200.png"/><Relationship Id="rId267" Type="http://schemas.openxmlformats.org/officeDocument/2006/relationships/customXml" Target="../ink/ink207.xml"/><Relationship Id="rId288" Type="http://schemas.openxmlformats.org/officeDocument/2006/relationships/image" Target="../media/image221.png"/><Relationship Id="rId106" Type="http://schemas.openxmlformats.org/officeDocument/2006/relationships/image" Target="../media/image130.png"/><Relationship Id="rId127" Type="http://schemas.openxmlformats.org/officeDocument/2006/relationships/customXml" Target="../ink/ink137.xml"/><Relationship Id="rId313" Type="http://schemas.openxmlformats.org/officeDocument/2006/relationships/customXml" Target="../ink/ink230.xml"/><Relationship Id="rId10" Type="http://schemas.openxmlformats.org/officeDocument/2006/relationships/image" Target="../media/image82.png"/><Relationship Id="rId31" Type="http://schemas.openxmlformats.org/officeDocument/2006/relationships/customXml" Target="../ink/ink89.xml"/><Relationship Id="rId52" Type="http://schemas.openxmlformats.org/officeDocument/2006/relationships/image" Target="../media/image103.png"/><Relationship Id="rId73" Type="http://schemas.openxmlformats.org/officeDocument/2006/relationships/customXml" Target="../ink/ink110.xml"/><Relationship Id="rId94" Type="http://schemas.openxmlformats.org/officeDocument/2006/relationships/image" Target="../media/image124.png"/><Relationship Id="rId148" Type="http://schemas.openxmlformats.org/officeDocument/2006/relationships/image" Target="../media/image151.png"/><Relationship Id="rId169" Type="http://schemas.openxmlformats.org/officeDocument/2006/relationships/customXml" Target="../ink/ink158.xml"/><Relationship Id="rId334" Type="http://schemas.openxmlformats.org/officeDocument/2006/relationships/image" Target="../media/image244.png"/><Relationship Id="rId4" Type="http://schemas.openxmlformats.org/officeDocument/2006/relationships/image" Target="../media/image79.png"/><Relationship Id="rId180" Type="http://schemas.openxmlformats.org/officeDocument/2006/relationships/image" Target="../media/image167.png"/><Relationship Id="rId215" Type="http://schemas.openxmlformats.org/officeDocument/2006/relationships/customXml" Target="../ink/ink181.xml"/><Relationship Id="rId236" Type="http://schemas.openxmlformats.org/officeDocument/2006/relationships/image" Target="../media/image195.png"/><Relationship Id="rId257" Type="http://schemas.openxmlformats.org/officeDocument/2006/relationships/customXml" Target="../ink/ink202.xml"/><Relationship Id="rId278" Type="http://schemas.openxmlformats.org/officeDocument/2006/relationships/image" Target="../media/image216.png"/><Relationship Id="rId303" Type="http://schemas.openxmlformats.org/officeDocument/2006/relationships/customXml" Target="../ink/ink225.xml"/><Relationship Id="rId42" Type="http://schemas.openxmlformats.org/officeDocument/2006/relationships/image" Target="../media/image98.png"/><Relationship Id="rId84" Type="http://schemas.openxmlformats.org/officeDocument/2006/relationships/image" Target="../media/image119.png"/><Relationship Id="rId138" Type="http://schemas.openxmlformats.org/officeDocument/2006/relationships/image" Target="../media/image146.png"/><Relationship Id="rId191" Type="http://schemas.openxmlformats.org/officeDocument/2006/relationships/customXml" Target="../ink/ink169.xml"/><Relationship Id="rId205" Type="http://schemas.openxmlformats.org/officeDocument/2006/relationships/customXml" Target="../ink/ink176.xml"/><Relationship Id="rId247" Type="http://schemas.openxmlformats.org/officeDocument/2006/relationships/customXml" Target="../ink/ink197.xml"/><Relationship Id="rId107" Type="http://schemas.openxmlformats.org/officeDocument/2006/relationships/customXml" Target="../ink/ink127.xml"/><Relationship Id="rId289" Type="http://schemas.openxmlformats.org/officeDocument/2006/relationships/customXml" Target="../ink/ink218.xml"/><Relationship Id="rId11" Type="http://schemas.openxmlformats.org/officeDocument/2006/relationships/customXml" Target="../ink/ink79.xml"/><Relationship Id="rId53" Type="http://schemas.openxmlformats.org/officeDocument/2006/relationships/customXml" Target="../ink/ink100.xml"/><Relationship Id="rId149" Type="http://schemas.openxmlformats.org/officeDocument/2006/relationships/customXml" Target="../ink/ink148.xml"/><Relationship Id="rId314" Type="http://schemas.openxmlformats.org/officeDocument/2006/relationships/image" Target="../media/image234.png"/><Relationship Id="rId95" Type="http://schemas.openxmlformats.org/officeDocument/2006/relationships/customXml" Target="../ink/ink121.xml"/><Relationship Id="rId160" Type="http://schemas.openxmlformats.org/officeDocument/2006/relationships/image" Target="../media/image157.png"/><Relationship Id="rId216" Type="http://schemas.openxmlformats.org/officeDocument/2006/relationships/image" Target="../media/image185.png"/><Relationship Id="rId258" Type="http://schemas.openxmlformats.org/officeDocument/2006/relationships/image" Target="../media/image206.png"/><Relationship Id="rId22" Type="http://schemas.openxmlformats.org/officeDocument/2006/relationships/image" Target="../media/image88.png"/><Relationship Id="rId64" Type="http://schemas.openxmlformats.org/officeDocument/2006/relationships/image" Target="../media/image109.png"/><Relationship Id="rId118" Type="http://schemas.openxmlformats.org/officeDocument/2006/relationships/image" Target="../media/image136.png"/><Relationship Id="rId325" Type="http://schemas.openxmlformats.org/officeDocument/2006/relationships/customXml" Target="../ink/ink236.xml"/><Relationship Id="rId171" Type="http://schemas.openxmlformats.org/officeDocument/2006/relationships/customXml" Target="../ink/ink159.xml"/><Relationship Id="rId227" Type="http://schemas.openxmlformats.org/officeDocument/2006/relationships/customXml" Target="../ink/ink187.xml"/><Relationship Id="rId269" Type="http://schemas.openxmlformats.org/officeDocument/2006/relationships/customXml" Target="../ink/ink208.xml"/><Relationship Id="rId33" Type="http://schemas.openxmlformats.org/officeDocument/2006/relationships/customXml" Target="../ink/ink90.xml"/><Relationship Id="rId129" Type="http://schemas.openxmlformats.org/officeDocument/2006/relationships/customXml" Target="../ink/ink138.xml"/><Relationship Id="rId280" Type="http://schemas.openxmlformats.org/officeDocument/2006/relationships/image" Target="../media/image217.png"/><Relationship Id="rId336" Type="http://schemas.openxmlformats.org/officeDocument/2006/relationships/image" Target="../media/image245.png"/><Relationship Id="rId75" Type="http://schemas.openxmlformats.org/officeDocument/2006/relationships/customXml" Target="../ink/ink111.xml"/><Relationship Id="rId140" Type="http://schemas.openxmlformats.org/officeDocument/2006/relationships/image" Target="../media/image147.png"/><Relationship Id="rId182" Type="http://schemas.openxmlformats.org/officeDocument/2006/relationships/image" Target="../media/image168.png"/><Relationship Id="rId6" Type="http://schemas.openxmlformats.org/officeDocument/2006/relationships/image" Target="../media/image80.png"/><Relationship Id="rId238" Type="http://schemas.openxmlformats.org/officeDocument/2006/relationships/image" Target="../media/image196.png"/><Relationship Id="rId291" Type="http://schemas.openxmlformats.org/officeDocument/2006/relationships/customXml" Target="../ink/ink219.xml"/><Relationship Id="rId305" Type="http://schemas.openxmlformats.org/officeDocument/2006/relationships/customXml" Target="../ink/ink226.xml"/><Relationship Id="rId44" Type="http://schemas.openxmlformats.org/officeDocument/2006/relationships/image" Target="../media/image99.png"/><Relationship Id="rId86" Type="http://schemas.openxmlformats.org/officeDocument/2006/relationships/image" Target="../media/image120.png"/><Relationship Id="rId151" Type="http://schemas.openxmlformats.org/officeDocument/2006/relationships/customXml" Target="../ink/ink149.xml"/><Relationship Id="rId193" Type="http://schemas.openxmlformats.org/officeDocument/2006/relationships/customXml" Target="../ink/ink170.xml"/><Relationship Id="rId207" Type="http://schemas.openxmlformats.org/officeDocument/2006/relationships/customXml" Target="../ink/ink177.xml"/><Relationship Id="rId249" Type="http://schemas.openxmlformats.org/officeDocument/2006/relationships/customXml" Target="../ink/ink198.xml"/><Relationship Id="rId13" Type="http://schemas.openxmlformats.org/officeDocument/2006/relationships/customXml" Target="../ink/ink80.xml"/><Relationship Id="rId109" Type="http://schemas.openxmlformats.org/officeDocument/2006/relationships/customXml" Target="../ink/ink128.xml"/><Relationship Id="rId260" Type="http://schemas.openxmlformats.org/officeDocument/2006/relationships/image" Target="../media/image207.png"/><Relationship Id="rId316" Type="http://schemas.openxmlformats.org/officeDocument/2006/relationships/image" Target="../media/image235.png"/><Relationship Id="rId55" Type="http://schemas.openxmlformats.org/officeDocument/2006/relationships/customXml" Target="../ink/ink101.xml"/><Relationship Id="rId97" Type="http://schemas.openxmlformats.org/officeDocument/2006/relationships/customXml" Target="../ink/ink122.xml"/><Relationship Id="rId120" Type="http://schemas.openxmlformats.org/officeDocument/2006/relationships/image" Target="../media/image137.png"/><Relationship Id="rId162" Type="http://schemas.openxmlformats.org/officeDocument/2006/relationships/image" Target="../media/image158.png"/><Relationship Id="rId218" Type="http://schemas.openxmlformats.org/officeDocument/2006/relationships/image" Target="../media/image186.png"/><Relationship Id="rId271" Type="http://schemas.openxmlformats.org/officeDocument/2006/relationships/customXml" Target="../ink/ink209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99.xml"/><Relationship Id="rId21" Type="http://schemas.openxmlformats.org/officeDocument/2006/relationships/customXml" Target="../ink/ink251.xml"/><Relationship Id="rId63" Type="http://schemas.openxmlformats.org/officeDocument/2006/relationships/customXml" Target="../ink/ink272.xml"/><Relationship Id="rId159" Type="http://schemas.openxmlformats.org/officeDocument/2006/relationships/customXml" Target="../ink/ink320.xml"/><Relationship Id="rId170" Type="http://schemas.openxmlformats.org/officeDocument/2006/relationships/image" Target="../media/image330.png"/><Relationship Id="rId226" Type="http://schemas.openxmlformats.org/officeDocument/2006/relationships/image" Target="../media/image357.png"/><Relationship Id="rId268" Type="http://schemas.openxmlformats.org/officeDocument/2006/relationships/image" Target="../media/image378.png"/><Relationship Id="rId32" Type="http://schemas.openxmlformats.org/officeDocument/2006/relationships/image" Target="../media/image261.png"/><Relationship Id="rId74" Type="http://schemas.openxmlformats.org/officeDocument/2006/relationships/image" Target="../media/image282.png"/><Relationship Id="rId128" Type="http://schemas.openxmlformats.org/officeDocument/2006/relationships/image" Target="../media/image309.png"/><Relationship Id="rId5" Type="http://schemas.openxmlformats.org/officeDocument/2006/relationships/customXml" Target="../ink/ink243.xml"/><Relationship Id="rId181" Type="http://schemas.openxmlformats.org/officeDocument/2006/relationships/customXml" Target="../ink/ink331.xml"/><Relationship Id="rId237" Type="http://schemas.openxmlformats.org/officeDocument/2006/relationships/customXml" Target="../ink/ink359.xml"/><Relationship Id="rId258" Type="http://schemas.openxmlformats.org/officeDocument/2006/relationships/image" Target="../media/image373.png"/><Relationship Id="rId22" Type="http://schemas.openxmlformats.org/officeDocument/2006/relationships/image" Target="../media/image256.png"/><Relationship Id="rId43" Type="http://schemas.openxmlformats.org/officeDocument/2006/relationships/customXml" Target="../ink/ink262.xml"/><Relationship Id="rId64" Type="http://schemas.openxmlformats.org/officeDocument/2006/relationships/image" Target="../media/image277.png"/><Relationship Id="rId118" Type="http://schemas.openxmlformats.org/officeDocument/2006/relationships/image" Target="../media/image304.png"/><Relationship Id="rId139" Type="http://schemas.openxmlformats.org/officeDocument/2006/relationships/customXml" Target="../ink/ink310.xml"/><Relationship Id="rId85" Type="http://schemas.openxmlformats.org/officeDocument/2006/relationships/customXml" Target="../ink/ink283.xml"/><Relationship Id="rId150" Type="http://schemas.openxmlformats.org/officeDocument/2006/relationships/image" Target="../media/image320.png"/><Relationship Id="rId171" Type="http://schemas.openxmlformats.org/officeDocument/2006/relationships/customXml" Target="../ink/ink326.xml"/><Relationship Id="rId192" Type="http://schemas.openxmlformats.org/officeDocument/2006/relationships/image" Target="../media/image341.png"/><Relationship Id="rId206" Type="http://schemas.openxmlformats.org/officeDocument/2006/relationships/image" Target="../media/image348.png"/><Relationship Id="rId227" Type="http://schemas.openxmlformats.org/officeDocument/2006/relationships/customXml" Target="../ink/ink354.xml"/><Relationship Id="rId248" Type="http://schemas.openxmlformats.org/officeDocument/2006/relationships/image" Target="../media/image368.png"/><Relationship Id="rId269" Type="http://schemas.openxmlformats.org/officeDocument/2006/relationships/customXml" Target="../ink/ink375.xml"/><Relationship Id="rId12" Type="http://schemas.openxmlformats.org/officeDocument/2006/relationships/image" Target="../media/image251.png"/><Relationship Id="rId33" Type="http://schemas.openxmlformats.org/officeDocument/2006/relationships/customXml" Target="../ink/ink257.xml"/><Relationship Id="rId108" Type="http://schemas.openxmlformats.org/officeDocument/2006/relationships/image" Target="../media/image299.png"/><Relationship Id="rId129" Type="http://schemas.openxmlformats.org/officeDocument/2006/relationships/customXml" Target="../ink/ink305.xml"/><Relationship Id="rId54" Type="http://schemas.openxmlformats.org/officeDocument/2006/relationships/image" Target="../media/image272.png"/><Relationship Id="rId75" Type="http://schemas.openxmlformats.org/officeDocument/2006/relationships/customXml" Target="../ink/ink278.xml"/><Relationship Id="rId96" Type="http://schemas.openxmlformats.org/officeDocument/2006/relationships/image" Target="../media/image293.png"/><Relationship Id="rId140" Type="http://schemas.openxmlformats.org/officeDocument/2006/relationships/image" Target="../media/image315.png"/><Relationship Id="rId161" Type="http://schemas.openxmlformats.org/officeDocument/2006/relationships/customXml" Target="../ink/ink321.xml"/><Relationship Id="rId182" Type="http://schemas.openxmlformats.org/officeDocument/2006/relationships/image" Target="../media/image336.png"/><Relationship Id="rId217" Type="http://schemas.openxmlformats.org/officeDocument/2006/relationships/customXml" Target="../ink/ink349.xml"/><Relationship Id="rId6" Type="http://schemas.openxmlformats.org/officeDocument/2006/relationships/image" Target="../media/image248.png"/><Relationship Id="rId238" Type="http://schemas.openxmlformats.org/officeDocument/2006/relationships/image" Target="../media/image363.png"/><Relationship Id="rId259" Type="http://schemas.openxmlformats.org/officeDocument/2006/relationships/customXml" Target="../ink/ink370.xml"/><Relationship Id="rId23" Type="http://schemas.openxmlformats.org/officeDocument/2006/relationships/customXml" Target="../ink/ink252.xml"/><Relationship Id="rId119" Type="http://schemas.openxmlformats.org/officeDocument/2006/relationships/customXml" Target="../ink/ink300.xml"/><Relationship Id="rId270" Type="http://schemas.openxmlformats.org/officeDocument/2006/relationships/image" Target="../media/image379.png"/><Relationship Id="rId44" Type="http://schemas.openxmlformats.org/officeDocument/2006/relationships/image" Target="../media/image267.png"/><Relationship Id="rId65" Type="http://schemas.openxmlformats.org/officeDocument/2006/relationships/customXml" Target="../ink/ink273.xml"/><Relationship Id="rId86" Type="http://schemas.openxmlformats.org/officeDocument/2006/relationships/image" Target="../media/image288.png"/><Relationship Id="rId130" Type="http://schemas.openxmlformats.org/officeDocument/2006/relationships/image" Target="../media/image310.png"/><Relationship Id="rId151" Type="http://schemas.openxmlformats.org/officeDocument/2006/relationships/customXml" Target="../ink/ink316.xml"/><Relationship Id="rId172" Type="http://schemas.openxmlformats.org/officeDocument/2006/relationships/image" Target="../media/image331.png"/><Relationship Id="rId193" Type="http://schemas.openxmlformats.org/officeDocument/2006/relationships/customXml" Target="../ink/ink337.xml"/><Relationship Id="rId207" Type="http://schemas.openxmlformats.org/officeDocument/2006/relationships/customXml" Target="../ink/ink344.xml"/><Relationship Id="rId228" Type="http://schemas.openxmlformats.org/officeDocument/2006/relationships/image" Target="../media/image358.png"/><Relationship Id="rId249" Type="http://schemas.openxmlformats.org/officeDocument/2006/relationships/customXml" Target="../ink/ink365.xml"/><Relationship Id="rId13" Type="http://schemas.openxmlformats.org/officeDocument/2006/relationships/customXml" Target="../ink/ink247.xml"/><Relationship Id="rId109" Type="http://schemas.openxmlformats.org/officeDocument/2006/relationships/customXml" Target="../ink/ink295.xml"/><Relationship Id="rId260" Type="http://schemas.openxmlformats.org/officeDocument/2006/relationships/image" Target="../media/image374.png"/><Relationship Id="rId34" Type="http://schemas.openxmlformats.org/officeDocument/2006/relationships/image" Target="../media/image262.png"/><Relationship Id="rId55" Type="http://schemas.openxmlformats.org/officeDocument/2006/relationships/customXml" Target="../ink/ink268.xml"/><Relationship Id="rId76" Type="http://schemas.openxmlformats.org/officeDocument/2006/relationships/image" Target="../media/image283.png"/><Relationship Id="rId97" Type="http://schemas.openxmlformats.org/officeDocument/2006/relationships/customXml" Target="../ink/ink289.xml"/><Relationship Id="rId120" Type="http://schemas.openxmlformats.org/officeDocument/2006/relationships/image" Target="../media/image305.png"/><Relationship Id="rId141" Type="http://schemas.openxmlformats.org/officeDocument/2006/relationships/customXml" Target="../ink/ink311.xml"/><Relationship Id="rId7" Type="http://schemas.openxmlformats.org/officeDocument/2006/relationships/customXml" Target="../ink/ink244.xml"/><Relationship Id="rId162" Type="http://schemas.openxmlformats.org/officeDocument/2006/relationships/image" Target="../media/image326.png"/><Relationship Id="rId183" Type="http://schemas.openxmlformats.org/officeDocument/2006/relationships/customXml" Target="../ink/ink332.xml"/><Relationship Id="rId218" Type="http://schemas.openxmlformats.org/officeDocument/2006/relationships/image" Target="../media/image353.png"/><Relationship Id="rId239" Type="http://schemas.openxmlformats.org/officeDocument/2006/relationships/customXml" Target="../ink/ink360.xml"/><Relationship Id="rId250" Type="http://schemas.openxmlformats.org/officeDocument/2006/relationships/image" Target="../media/image369.png"/><Relationship Id="rId271" Type="http://schemas.openxmlformats.org/officeDocument/2006/relationships/customXml" Target="../ink/ink376.xml"/><Relationship Id="rId24" Type="http://schemas.openxmlformats.org/officeDocument/2006/relationships/image" Target="../media/image257.png"/><Relationship Id="rId45" Type="http://schemas.openxmlformats.org/officeDocument/2006/relationships/customXml" Target="../ink/ink263.xml"/><Relationship Id="rId66" Type="http://schemas.openxmlformats.org/officeDocument/2006/relationships/image" Target="../media/image278.png"/><Relationship Id="rId87" Type="http://schemas.openxmlformats.org/officeDocument/2006/relationships/customXml" Target="../ink/ink284.xml"/><Relationship Id="rId110" Type="http://schemas.openxmlformats.org/officeDocument/2006/relationships/image" Target="../media/image300.png"/><Relationship Id="rId131" Type="http://schemas.openxmlformats.org/officeDocument/2006/relationships/customXml" Target="../ink/ink306.xml"/><Relationship Id="rId152" Type="http://schemas.openxmlformats.org/officeDocument/2006/relationships/image" Target="../media/image321.png"/><Relationship Id="rId173" Type="http://schemas.openxmlformats.org/officeDocument/2006/relationships/customXml" Target="../ink/ink327.xml"/><Relationship Id="rId194" Type="http://schemas.openxmlformats.org/officeDocument/2006/relationships/image" Target="../media/image342.png"/><Relationship Id="rId208" Type="http://schemas.openxmlformats.org/officeDocument/2006/relationships/image" Target="../media/image349.png"/><Relationship Id="rId229" Type="http://schemas.openxmlformats.org/officeDocument/2006/relationships/customXml" Target="../ink/ink355.xml"/><Relationship Id="rId240" Type="http://schemas.openxmlformats.org/officeDocument/2006/relationships/image" Target="../media/image364.png"/><Relationship Id="rId261" Type="http://schemas.openxmlformats.org/officeDocument/2006/relationships/customXml" Target="../ink/ink371.xml"/><Relationship Id="rId14" Type="http://schemas.openxmlformats.org/officeDocument/2006/relationships/image" Target="../media/image252.png"/><Relationship Id="rId35" Type="http://schemas.openxmlformats.org/officeDocument/2006/relationships/customXml" Target="../ink/ink258.xml"/><Relationship Id="rId56" Type="http://schemas.openxmlformats.org/officeDocument/2006/relationships/image" Target="../media/image273.png"/><Relationship Id="rId77" Type="http://schemas.openxmlformats.org/officeDocument/2006/relationships/customXml" Target="../ink/ink279.xml"/><Relationship Id="rId100" Type="http://schemas.openxmlformats.org/officeDocument/2006/relationships/image" Target="../media/image295.png"/><Relationship Id="rId8" Type="http://schemas.openxmlformats.org/officeDocument/2006/relationships/image" Target="../media/image249.png"/><Relationship Id="rId98" Type="http://schemas.openxmlformats.org/officeDocument/2006/relationships/image" Target="../media/image294.png"/><Relationship Id="rId121" Type="http://schemas.openxmlformats.org/officeDocument/2006/relationships/customXml" Target="../ink/ink301.xml"/><Relationship Id="rId142" Type="http://schemas.openxmlformats.org/officeDocument/2006/relationships/image" Target="../media/image316.png"/><Relationship Id="rId163" Type="http://schemas.openxmlformats.org/officeDocument/2006/relationships/customXml" Target="../ink/ink322.xml"/><Relationship Id="rId184" Type="http://schemas.openxmlformats.org/officeDocument/2006/relationships/image" Target="../media/image337.png"/><Relationship Id="rId219" Type="http://schemas.openxmlformats.org/officeDocument/2006/relationships/customXml" Target="../ink/ink350.xml"/><Relationship Id="rId230" Type="http://schemas.openxmlformats.org/officeDocument/2006/relationships/image" Target="../media/image359.png"/><Relationship Id="rId251" Type="http://schemas.openxmlformats.org/officeDocument/2006/relationships/customXml" Target="../ink/ink366.xml"/><Relationship Id="rId25" Type="http://schemas.openxmlformats.org/officeDocument/2006/relationships/customXml" Target="../ink/ink253.xml"/><Relationship Id="rId46" Type="http://schemas.openxmlformats.org/officeDocument/2006/relationships/image" Target="../media/image268.png"/><Relationship Id="rId67" Type="http://schemas.openxmlformats.org/officeDocument/2006/relationships/customXml" Target="../ink/ink274.xml"/><Relationship Id="rId272" Type="http://schemas.openxmlformats.org/officeDocument/2006/relationships/image" Target="../media/image380.png"/><Relationship Id="rId88" Type="http://schemas.openxmlformats.org/officeDocument/2006/relationships/image" Target="../media/image289.png"/><Relationship Id="rId111" Type="http://schemas.openxmlformats.org/officeDocument/2006/relationships/customXml" Target="../ink/ink296.xml"/><Relationship Id="rId132" Type="http://schemas.openxmlformats.org/officeDocument/2006/relationships/image" Target="../media/image311.png"/><Relationship Id="rId153" Type="http://schemas.openxmlformats.org/officeDocument/2006/relationships/customXml" Target="../ink/ink317.xml"/><Relationship Id="rId174" Type="http://schemas.openxmlformats.org/officeDocument/2006/relationships/image" Target="../media/image332.png"/><Relationship Id="rId195" Type="http://schemas.openxmlformats.org/officeDocument/2006/relationships/customXml" Target="../ink/ink338.xml"/><Relationship Id="rId209" Type="http://schemas.openxmlformats.org/officeDocument/2006/relationships/customXml" Target="../ink/ink345.xml"/><Relationship Id="rId220" Type="http://schemas.openxmlformats.org/officeDocument/2006/relationships/image" Target="../media/image354.png"/><Relationship Id="rId241" Type="http://schemas.openxmlformats.org/officeDocument/2006/relationships/customXml" Target="../ink/ink361.xml"/><Relationship Id="rId15" Type="http://schemas.openxmlformats.org/officeDocument/2006/relationships/customXml" Target="../ink/ink248.xml"/><Relationship Id="rId36" Type="http://schemas.openxmlformats.org/officeDocument/2006/relationships/image" Target="../media/image263.png"/><Relationship Id="rId57" Type="http://schemas.openxmlformats.org/officeDocument/2006/relationships/customXml" Target="../ink/ink269.xml"/><Relationship Id="rId262" Type="http://schemas.openxmlformats.org/officeDocument/2006/relationships/image" Target="../media/image375.png"/><Relationship Id="rId78" Type="http://schemas.openxmlformats.org/officeDocument/2006/relationships/image" Target="../media/image284.png"/><Relationship Id="rId99" Type="http://schemas.openxmlformats.org/officeDocument/2006/relationships/customXml" Target="../ink/ink290.xml"/><Relationship Id="rId101" Type="http://schemas.openxmlformats.org/officeDocument/2006/relationships/customXml" Target="../ink/ink291.xml"/><Relationship Id="rId122" Type="http://schemas.openxmlformats.org/officeDocument/2006/relationships/image" Target="../media/image306.png"/><Relationship Id="rId143" Type="http://schemas.openxmlformats.org/officeDocument/2006/relationships/customXml" Target="../ink/ink312.xml"/><Relationship Id="rId164" Type="http://schemas.openxmlformats.org/officeDocument/2006/relationships/image" Target="../media/image327.png"/><Relationship Id="rId185" Type="http://schemas.openxmlformats.org/officeDocument/2006/relationships/customXml" Target="../ink/ink333.xml"/><Relationship Id="rId9" Type="http://schemas.openxmlformats.org/officeDocument/2006/relationships/customXml" Target="../ink/ink245.xml"/><Relationship Id="rId210" Type="http://schemas.openxmlformats.org/officeDocument/2006/relationships/image" Target="../media/image350.png"/><Relationship Id="rId26" Type="http://schemas.openxmlformats.org/officeDocument/2006/relationships/image" Target="../media/image258.png"/><Relationship Id="rId231" Type="http://schemas.openxmlformats.org/officeDocument/2006/relationships/customXml" Target="../ink/ink356.xml"/><Relationship Id="rId252" Type="http://schemas.openxmlformats.org/officeDocument/2006/relationships/image" Target="../media/image370.png"/><Relationship Id="rId273" Type="http://schemas.openxmlformats.org/officeDocument/2006/relationships/customXml" Target="../ink/ink377.xml"/><Relationship Id="rId47" Type="http://schemas.openxmlformats.org/officeDocument/2006/relationships/customXml" Target="../ink/ink264.xml"/><Relationship Id="rId68" Type="http://schemas.openxmlformats.org/officeDocument/2006/relationships/image" Target="../media/image279.png"/><Relationship Id="rId89" Type="http://schemas.openxmlformats.org/officeDocument/2006/relationships/customXml" Target="../ink/ink285.xml"/><Relationship Id="rId112" Type="http://schemas.openxmlformats.org/officeDocument/2006/relationships/image" Target="../media/image301.png"/><Relationship Id="rId133" Type="http://schemas.openxmlformats.org/officeDocument/2006/relationships/customXml" Target="../ink/ink307.xml"/><Relationship Id="rId154" Type="http://schemas.openxmlformats.org/officeDocument/2006/relationships/image" Target="../media/image322.png"/><Relationship Id="rId175" Type="http://schemas.openxmlformats.org/officeDocument/2006/relationships/customXml" Target="../ink/ink328.xml"/><Relationship Id="rId196" Type="http://schemas.openxmlformats.org/officeDocument/2006/relationships/image" Target="../media/image343.png"/><Relationship Id="rId200" Type="http://schemas.openxmlformats.org/officeDocument/2006/relationships/image" Target="../media/image345.png"/><Relationship Id="rId16" Type="http://schemas.openxmlformats.org/officeDocument/2006/relationships/image" Target="../media/image253.png"/><Relationship Id="rId221" Type="http://schemas.openxmlformats.org/officeDocument/2006/relationships/customXml" Target="../ink/ink351.xml"/><Relationship Id="rId242" Type="http://schemas.openxmlformats.org/officeDocument/2006/relationships/image" Target="../media/image365.png"/><Relationship Id="rId263" Type="http://schemas.openxmlformats.org/officeDocument/2006/relationships/customXml" Target="../ink/ink372.xml"/><Relationship Id="rId37" Type="http://schemas.openxmlformats.org/officeDocument/2006/relationships/customXml" Target="../ink/ink259.xml"/><Relationship Id="rId58" Type="http://schemas.openxmlformats.org/officeDocument/2006/relationships/image" Target="../media/image274.png"/><Relationship Id="rId79" Type="http://schemas.openxmlformats.org/officeDocument/2006/relationships/customXml" Target="../ink/ink280.xml"/><Relationship Id="rId102" Type="http://schemas.openxmlformats.org/officeDocument/2006/relationships/image" Target="../media/image296.png"/><Relationship Id="rId123" Type="http://schemas.openxmlformats.org/officeDocument/2006/relationships/customXml" Target="../ink/ink302.xml"/><Relationship Id="rId144" Type="http://schemas.openxmlformats.org/officeDocument/2006/relationships/image" Target="../media/image317.png"/><Relationship Id="rId90" Type="http://schemas.openxmlformats.org/officeDocument/2006/relationships/image" Target="../media/image290.png"/><Relationship Id="rId165" Type="http://schemas.openxmlformats.org/officeDocument/2006/relationships/customXml" Target="../ink/ink323.xml"/><Relationship Id="rId186" Type="http://schemas.openxmlformats.org/officeDocument/2006/relationships/image" Target="../media/image338.png"/><Relationship Id="rId211" Type="http://schemas.openxmlformats.org/officeDocument/2006/relationships/customXml" Target="../ink/ink346.xml"/><Relationship Id="rId232" Type="http://schemas.openxmlformats.org/officeDocument/2006/relationships/image" Target="../media/image360.png"/><Relationship Id="rId253" Type="http://schemas.openxmlformats.org/officeDocument/2006/relationships/customXml" Target="../ink/ink367.xml"/><Relationship Id="rId274" Type="http://schemas.openxmlformats.org/officeDocument/2006/relationships/image" Target="../media/image381.png"/><Relationship Id="rId27" Type="http://schemas.openxmlformats.org/officeDocument/2006/relationships/customXml" Target="../ink/ink254.xml"/><Relationship Id="rId48" Type="http://schemas.openxmlformats.org/officeDocument/2006/relationships/image" Target="../media/image269.png"/><Relationship Id="rId69" Type="http://schemas.openxmlformats.org/officeDocument/2006/relationships/customXml" Target="../ink/ink275.xml"/><Relationship Id="rId113" Type="http://schemas.openxmlformats.org/officeDocument/2006/relationships/customXml" Target="../ink/ink297.xml"/><Relationship Id="rId134" Type="http://schemas.openxmlformats.org/officeDocument/2006/relationships/image" Target="../media/image312.png"/><Relationship Id="rId80" Type="http://schemas.openxmlformats.org/officeDocument/2006/relationships/image" Target="../media/image285.png"/><Relationship Id="rId155" Type="http://schemas.openxmlformats.org/officeDocument/2006/relationships/customXml" Target="../ink/ink318.xml"/><Relationship Id="rId176" Type="http://schemas.openxmlformats.org/officeDocument/2006/relationships/image" Target="../media/image333.png"/><Relationship Id="rId197" Type="http://schemas.openxmlformats.org/officeDocument/2006/relationships/customXml" Target="../ink/ink339.xml"/><Relationship Id="rId201" Type="http://schemas.openxmlformats.org/officeDocument/2006/relationships/customXml" Target="../ink/ink341.xml"/><Relationship Id="rId222" Type="http://schemas.openxmlformats.org/officeDocument/2006/relationships/image" Target="../media/image355.png"/><Relationship Id="rId243" Type="http://schemas.openxmlformats.org/officeDocument/2006/relationships/customXml" Target="../ink/ink362.xml"/><Relationship Id="rId264" Type="http://schemas.openxmlformats.org/officeDocument/2006/relationships/image" Target="../media/image376.png"/><Relationship Id="rId17" Type="http://schemas.openxmlformats.org/officeDocument/2006/relationships/customXml" Target="../ink/ink249.xml"/><Relationship Id="rId38" Type="http://schemas.openxmlformats.org/officeDocument/2006/relationships/image" Target="../media/image264.png"/><Relationship Id="rId59" Type="http://schemas.openxmlformats.org/officeDocument/2006/relationships/customXml" Target="../ink/ink270.xml"/><Relationship Id="rId103" Type="http://schemas.openxmlformats.org/officeDocument/2006/relationships/customXml" Target="../ink/ink292.xml"/><Relationship Id="rId124" Type="http://schemas.openxmlformats.org/officeDocument/2006/relationships/image" Target="../media/image307.png"/><Relationship Id="rId70" Type="http://schemas.openxmlformats.org/officeDocument/2006/relationships/image" Target="../media/image280.png"/><Relationship Id="rId91" Type="http://schemas.openxmlformats.org/officeDocument/2006/relationships/customXml" Target="../ink/ink286.xml"/><Relationship Id="rId145" Type="http://schemas.openxmlformats.org/officeDocument/2006/relationships/customXml" Target="../ink/ink313.xml"/><Relationship Id="rId166" Type="http://schemas.openxmlformats.org/officeDocument/2006/relationships/image" Target="../media/image328.png"/><Relationship Id="rId187" Type="http://schemas.openxmlformats.org/officeDocument/2006/relationships/customXml" Target="../ink/ink334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351.png"/><Relationship Id="rId233" Type="http://schemas.openxmlformats.org/officeDocument/2006/relationships/customXml" Target="../ink/ink357.xml"/><Relationship Id="rId254" Type="http://schemas.openxmlformats.org/officeDocument/2006/relationships/image" Target="../media/image371.png"/><Relationship Id="rId28" Type="http://schemas.openxmlformats.org/officeDocument/2006/relationships/image" Target="../media/image259.png"/><Relationship Id="rId49" Type="http://schemas.openxmlformats.org/officeDocument/2006/relationships/customXml" Target="../ink/ink265.xml"/><Relationship Id="rId114" Type="http://schemas.openxmlformats.org/officeDocument/2006/relationships/image" Target="../media/image302.png"/><Relationship Id="rId275" Type="http://schemas.openxmlformats.org/officeDocument/2006/relationships/customXml" Target="../ink/ink378.xml"/><Relationship Id="rId60" Type="http://schemas.openxmlformats.org/officeDocument/2006/relationships/image" Target="../media/image275.png"/><Relationship Id="rId81" Type="http://schemas.openxmlformats.org/officeDocument/2006/relationships/customXml" Target="../ink/ink281.xml"/><Relationship Id="rId135" Type="http://schemas.openxmlformats.org/officeDocument/2006/relationships/customXml" Target="../ink/ink308.xml"/><Relationship Id="rId156" Type="http://schemas.openxmlformats.org/officeDocument/2006/relationships/image" Target="../media/image323.png"/><Relationship Id="rId177" Type="http://schemas.openxmlformats.org/officeDocument/2006/relationships/customXml" Target="../ink/ink329.xml"/><Relationship Id="rId198" Type="http://schemas.openxmlformats.org/officeDocument/2006/relationships/image" Target="../media/image344.png"/><Relationship Id="rId202" Type="http://schemas.openxmlformats.org/officeDocument/2006/relationships/image" Target="../media/image346.png"/><Relationship Id="rId223" Type="http://schemas.openxmlformats.org/officeDocument/2006/relationships/customXml" Target="../ink/ink352.xml"/><Relationship Id="rId244" Type="http://schemas.openxmlformats.org/officeDocument/2006/relationships/image" Target="../media/image366.png"/><Relationship Id="rId18" Type="http://schemas.openxmlformats.org/officeDocument/2006/relationships/image" Target="../media/image254.png"/><Relationship Id="rId39" Type="http://schemas.openxmlformats.org/officeDocument/2006/relationships/customXml" Target="../ink/ink260.xml"/><Relationship Id="rId265" Type="http://schemas.openxmlformats.org/officeDocument/2006/relationships/customXml" Target="../ink/ink373.xml"/><Relationship Id="rId50" Type="http://schemas.openxmlformats.org/officeDocument/2006/relationships/image" Target="../media/image270.png"/><Relationship Id="rId104" Type="http://schemas.openxmlformats.org/officeDocument/2006/relationships/image" Target="../media/image297.png"/><Relationship Id="rId125" Type="http://schemas.openxmlformats.org/officeDocument/2006/relationships/customXml" Target="../ink/ink303.xml"/><Relationship Id="rId146" Type="http://schemas.openxmlformats.org/officeDocument/2006/relationships/image" Target="../media/image318.png"/><Relationship Id="rId167" Type="http://schemas.openxmlformats.org/officeDocument/2006/relationships/customXml" Target="../ink/ink324.xml"/><Relationship Id="rId188" Type="http://schemas.openxmlformats.org/officeDocument/2006/relationships/image" Target="../media/image339.png"/><Relationship Id="rId71" Type="http://schemas.openxmlformats.org/officeDocument/2006/relationships/customXml" Target="../ink/ink276.xml"/><Relationship Id="rId92" Type="http://schemas.openxmlformats.org/officeDocument/2006/relationships/image" Target="../media/image291.png"/><Relationship Id="rId213" Type="http://schemas.openxmlformats.org/officeDocument/2006/relationships/customXml" Target="../ink/ink347.xml"/><Relationship Id="rId234" Type="http://schemas.openxmlformats.org/officeDocument/2006/relationships/image" Target="../media/image361.png"/><Relationship Id="rId2" Type="http://schemas.openxmlformats.org/officeDocument/2006/relationships/image" Target="../media/image246.png"/><Relationship Id="rId29" Type="http://schemas.openxmlformats.org/officeDocument/2006/relationships/customXml" Target="../ink/ink255.xml"/><Relationship Id="rId255" Type="http://schemas.openxmlformats.org/officeDocument/2006/relationships/customXml" Target="../ink/ink368.xml"/><Relationship Id="rId276" Type="http://schemas.openxmlformats.org/officeDocument/2006/relationships/image" Target="../media/image382.png"/><Relationship Id="rId40" Type="http://schemas.openxmlformats.org/officeDocument/2006/relationships/image" Target="../media/image265.png"/><Relationship Id="rId115" Type="http://schemas.openxmlformats.org/officeDocument/2006/relationships/customXml" Target="../ink/ink298.xml"/><Relationship Id="rId136" Type="http://schemas.openxmlformats.org/officeDocument/2006/relationships/image" Target="../media/image313.png"/><Relationship Id="rId157" Type="http://schemas.openxmlformats.org/officeDocument/2006/relationships/customXml" Target="../ink/ink319.xml"/><Relationship Id="rId178" Type="http://schemas.openxmlformats.org/officeDocument/2006/relationships/image" Target="../media/image334.png"/><Relationship Id="rId61" Type="http://schemas.openxmlformats.org/officeDocument/2006/relationships/customXml" Target="../ink/ink271.xml"/><Relationship Id="rId82" Type="http://schemas.openxmlformats.org/officeDocument/2006/relationships/image" Target="../media/image286.png"/><Relationship Id="rId199" Type="http://schemas.openxmlformats.org/officeDocument/2006/relationships/customXml" Target="../ink/ink340.xml"/><Relationship Id="rId203" Type="http://schemas.openxmlformats.org/officeDocument/2006/relationships/customXml" Target="../ink/ink342.xml"/><Relationship Id="rId19" Type="http://schemas.openxmlformats.org/officeDocument/2006/relationships/customXml" Target="../ink/ink250.xml"/><Relationship Id="rId224" Type="http://schemas.openxmlformats.org/officeDocument/2006/relationships/image" Target="../media/image356.png"/><Relationship Id="rId245" Type="http://schemas.openxmlformats.org/officeDocument/2006/relationships/customXml" Target="../ink/ink363.xml"/><Relationship Id="rId266" Type="http://schemas.openxmlformats.org/officeDocument/2006/relationships/image" Target="../media/image377.png"/><Relationship Id="rId30" Type="http://schemas.openxmlformats.org/officeDocument/2006/relationships/image" Target="../media/image260.png"/><Relationship Id="rId105" Type="http://schemas.openxmlformats.org/officeDocument/2006/relationships/customXml" Target="../ink/ink293.xml"/><Relationship Id="rId126" Type="http://schemas.openxmlformats.org/officeDocument/2006/relationships/image" Target="../media/image308.png"/><Relationship Id="rId147" Type="http://schemas.openxmlformats.org/officeDocument/2006/relationships/customXml" Target="../ink/ink314.xml"/><Relationship Id="rId168" Type="http://schemas.openxmlformats.org/officeDocument/2006/relationships/image" Target="../media/image329.png"/><Relationship Id="rId51" Type="http://schemas.openxmlformats.org/officeDocument/2006/relationships/customXml" Target="../ink/ink266.xml"/><Relationship Id="rId72" Type="http://schemas.openxmlformats.org/officeDocument/2006/relationships/image" Target="../media/image281.png"/><Relationship Id="rId93" Type="http://schemas.openxmlformats.org/officeDocument/2006/relationships/customXml" Target="../ink/ink287.xml"/><Relationship Id="rId189" Type="http://schemas.openxmlformats.org/officeDocument/2006/relationships/customXml" Target="../ink/ink335.xml"/><Relationship Id="rId3" Type="http://schemas.openxmlformats.org/officeDocument/2006/relationships/customXml" Target="../ink/ink242.xml"/><Relationship Id="rId214" Type="http://schemas.openxmlformats.org/officeDocument/2006/relationships/image" Target="../media/image102.png"/><Relationship Id="rId235" Type="http://schemas.openxmlformats.org/officeDocument/2006/relationships/customXml" Target="../ink/ink358.xml"/><Relationship Id="rId256" Type="http://schemas.openxmlformats.org/officeDocument/2006/relationships/image" Target="../media/image372.png"/><Relationship Id="rId277" Type="http://schemas.openxmlformats.org/officeDocument/2006/relationships/customXml" Target="../ink/ink379.xml"/><Relationship Id="rId116" Type="http://schemas.openxmlformats.org/officeDocument/2006/relationships/image" Target="../media/image303.png"/><Relationship Id="rId137" Type="http://schemas.openxmlformats.org/officeDocument/2006/relationships/customXml" Target="../ink/ink309.xml"/><Relationship Id="rId158" Type="http://schemas.openxmlformats.org/officeDocument/2006/relationships/image" Target="../media/image324.png"/><Relationship Id="rId20" Type="http://schemas.openxmlformats.org/officeDocument/2006/relationships/image" Target="../media/image255.png"/><Relationship Id="rId41" Type="http://schemas.openxmlformats.org/officeDocument/2006/relationships/customXml" Target="../ink/ink261.xml"/><Relationship Id="rId62" Type="http://schemas.openxmlformats.org/officeDocument/2006/relationships/image" Target="../media/image276.png"/><Relationship Id="rId83" Type="http://schemas.openxmlformats.org/officeDocument/2006/relationships/customXml" Target="../ink/ink282.xml"/><Relationship Id="rId179" Type="http://schemas.openxmlformats.org/officeDocument/2006/relationships/customXml" Target="../ink/ink330.xml"/><Relationship Id="rId190" Type="http://schemas.openxmlformats.org/officeDocument/2006/relationships/image" Target="../media/image340.png"/><Relationship Id="rId204" Type="http://schemas.openxmlformats.org/officeDocument/2006/relationships/image" Target="../media/image347.png"/><Relationship Id="rId225" Type="http://schemas.openxmlformats.org/officeDocument/2006/relationships/customXml" Target="../ink/ink353.xml"/><Relationship Id="rId246" Type="http://schemas.openxmlformats.org/officeDocument/2006/relationships/image" Target="../media/image367.png"/><Relationship Id="rId267" Type="http://schemas.openxmlformats.org/officeDocument/2006/relationships/customXml" Target="../ink/ink374.xml"/><Relationship Id="rId106" Type="http://schemas.openxmlformats.org/officeDocument/2006/relationships/image" Target="../media/image298.png"/><Relationship Id="rId127" Type="http://schemas.openxmlformats.org/officeDocument/2006/relationships/customXml" Target="../ink/ink304.xml"/><Relationship Id="rId10" Type="http://schemas.openxmlformats.org/officeDocument/2006/relationships/image" Target="../media/image250.png"/><Relationship Id="rId31" Type="http://schemas.openxmlformats.org/officeDocument/2006/relationships/customXml" Target="../ink/ink256.xml"/><Relationship Id="rId52" Type="http://schemas.openxmlformats.org/officeDocument/2006/relationships/image" Target="../media/image271.png"/><Relationship Id="rId73" Type="http://schemas.openxmlformats.org/officeDocument/2006/relationships/customXml" Target="../ink/ink277.xml"/><Relationship Id="rId94" Type="http://schemas.openxmlformats.org/officeDocument/2006/relationships/image" Target="../media/image292.png"/><Relationship Id="rId148" Type="http://schemas.openxmlformats.org/officeDocument/2006/relationships/image" Target="../media/image319.png"/><Relationship Id="rId169" Type="http://schemas.openxmlformats.org/officeDocument/2006/relationships/customXml" Target="../ink/ink325.xml"/><Relationship Id="rId4" Type="http://schemas.openxmlformats.org/officeDocument/2006/relationships/image" Target="../media/image247.png"/><Relationship Id="rId180" Type="http://schemas.openxmlformats.org/officeDocument/2006/relationships/image" Target="../media/image335.png"/><Relationship Id="rId215" Type="http://schemas.openxmlformats.org/officeDocument/2006/relationships/customXml" Target="../ink/ink348.xml"/><Relationship Id="rId236" Type="http://schemas.openxmlformats.org/officeDocument/2006/relationships/image" Target="../media/image362.png"/><Relationship Id="rId257" Type="http://schemas.openxmlformats.org/officeDocument/2006/relationships/customXml" Target="../ink/ink369.xml"/><Relationship Id="rId278" Type="http://schemas.openxmlformats.org/officeDocument/2006/relationships/image" Target="../media/image383.png"/><Relationship Id="rId42" Type="http://schemas.openxmlformats.org/officeDocument/2006/relationships/image" Target="../media/image266.png"/><Relationship Id="rId84" Type="http://schemas.openxmlformats.org/officeDocument/2006/relationships/image" Target="../media/image287.png"/><Relationship Id="rId138" Type="http://schemas.openxmlformats.org/officeDocument/2006/relationships/image" Target="../media/image314.png"/><Relationship Id="rId191" Type="http://schemas.openxmlformats.org/officeDocument/2006/relationships/customXml" Target="../ink/ink336.xml"/><Relationship Id="rId205" Type="http://schemas.openxmlformats.org/officeDocument/2006/relationships/customXml" Target="../ink/ink343.xml"/><Relationship Id="rId247" Type="http://schemas.openxmlformats.org/officeDocument/2006/relationships/customXml" Target="../ink/ink364.xml"/><Relationship Id="rId107" Type="http://schemas.openxmlformats.org/officeDocument/2006/relationships/customXml" Target="../ink/ink294.xml"/><Relationship Id="rId11" Type="http://schemas.openxmlformats.org/officeDocument/2006/relationships/customXml" Target="../ink/ink246.xml"/><Relationship Id="rId53" Type="http://schemas.openxmlformats.org/officeDocument/2006/relationships/customXml" Target="../ink/ink267.xml"/><Relationship Id="rId149" Type="http://schemas.openxmlformats.org/officeDocument/2006/relationships/customXml" Target="../ink/ink315.xml"/><Relationship Id="rId95" Type="http://schemas.openxmlformats.org/officeDocument/2006/relationships/customXml" Target="../ink/ink288.xml"/><Relationship Id="rId160" Type="http://schemas.openxmlformats.org/officeDocument/2006/relationships/image" Target="../media/image325.png"/><Relationship Id="rId216" Type="http://schemas.openxmlformats.org/officeDocument/2006/relationships/image" Target="../media/image352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37.xml"/><Relationship Id="rId21" Type="http://schemas.openxmlformats.org/officeDocument/2006/relationships/customXml" Target="../ink/ink389.xml"/><Relationship Id="rId42" Type="http://schemas.openxmlformats.org/officeDocument/2006/relationships/image" Target="../media/image404.png"/><Relationship Id="rId63" Type="http://schemas.openxmlformats.org/officeDocument/2006/relationships/customXml" Target="../ink/ink410.xml"/><Relationship Id="rId84" Type="http://schemas.openxmlformats.org/officeDocument/2006/relationships/image" Target="../media/image425.png"/><Relationship Id="rId138" Type="http://schemas.openxmlformats.org/officeDocument/2006/relationships/image" Target="../media/image452.png"/><Relationship Id="rId107" Type="http://schemas.openxmlformats.org/officeDocument/2006/relationships/customXml" Target="../ink/ink432.xml"/><Relationship Id="rId11" Type="http://schemas.openxmlformats.org/officeDocument/2006/relationships/customXml" Target="../ink/ink384.xml"/><Relationship Id="rId32" Type="http://schemas.openxmlformats.org/officeDocument/2006/relationships/image" Target="../media/image399.png"/><Relationship Id="rId53" Type="http://schemas.openxmlformats.org/officeDocument/2006/relationships/customXml" Target="../ink/ink405.xml"/><Relationship Id="rId74" Type="http://schemas.openxmlformats.org/officeDocument/2006/relationships/image" Target="../media/image420.png"/><Relationship Id="rId128" Type="http://schemas.openxmlformats.org/officeDocument/2006/relationships/image" Target="../media/image447.png"/><Relationship Id="rId5" Type="http://schemas.openxmlformats.org/officeDocument/2006/relationships/customXml" Target="../ink/ink381.xml"/><Relationship Id="rId90" Type="http://schemas.openxmlformats.org/officeDocument/2006/relationships/image" Target="../media/image428.png"/><Relationship Id="rId95" Type="http://schemas.openxmlformats.org/officeDocument/2006/relationships/customXml" Target="../ink/ink426.xml"/><Relationship Id="rId22" Type="http://schemas.openxmlformats.org/officeDocument/2006/relationships/image" Target="../media/image394.png"/><Relationship Id="rId27" Type="http://schemas.openxmlformats.org/officeDocument/2006/relationships/customXml" Target="../ink/ink392.xml"/><Relationship Id="rId43" Type="http://schemas.openxmlformats.org/officeDocument/2006/relationships/customXml" Target="../ink/ink400.xml"/><Relationship Id="rId48" Type="http://schemas.openxmlformats.org/officeDocument/2006/relationships/image" Target="../media/image407.png"/><Relationship Id="rId64" Type="http://schemas.openxmlformats.org/officeDocument/2006/relationships/image" Target="../media/image415.png"/><Relationship Id="rId69" Type="http://schemas.openxmlformats.org/officeDocument/2006/relationships/customXml" Target="../ink/ink413.xml"/><Relationship Id="rId113" Type="http://schemas.openxmlformats.org/officeDocument/2006/relationships/customXml" Target="../ink/ink435.xml"/><Relationship Id="rId118" Type="http://schemas.openxmlformats.org/officeDocument/2006/relationships/image" Target="../media/image442.png"/><Relationship Id="rId134" Type="http://schemas.openxmlformats.org/officeDocument/2006/relationships/image" Target="../media/image450.png"/><Relationship Id="rId139" Type="http://schemas.openxmlformats.org/officeDocument/2006/relationships/customXml" Target="../ink/ink448.xml"/><Relationship Id="rId80" Type="http://schemas.openxmlformats.org/officeDocument/2006/relationships/image" Target="../media/image423.png"/><Relationship Id="rId85" Type="http://schemas.openxmlformats.org/officeDocument/2006/relationships/customXml" Target="../ink/ink421.xml"/><Relationship Id="rId12" Type="http://schemas.openxmlformats.org/officeDocument/2006/relationships/image" Target="../media/image389.png"/><Relationship Id="rId17" Type="http://schemas.openxmlformats.org/officeDocument/2006/relationships/customXml" Target="../ink/ink387.xml"/><Relationship Id="rId33" Type="http://schemas.openxmlformats.org/officeDocument/2006/relationships/customXml" Target="../ink/ink395.xml"/><Relationship Id="rId38" Type="http://schemas.openxmlformats.org/officeDocument/2006/relationships/image" Target="../media/image402.png"/><Relationship Id="rId59" Type="http://schemas.openxmlformats.org/officeDocument/2006/relationships/customXml" Target="../ink/ink408.xml"/><Relationship Id="rId103" Type="http://schemas.openxmlformats.org/officeDocument/2006/relationships/customXml" Target="../ink/ink430.xml"/><Relationship Id="rId108" Type="http://schemas.openxmlformats.org/officeDocument/2006/relationships/image" Target="../media/image437.png"/><Relationship Id="rId124" Type="http://schemas.openxmlformats.org/officeDocument/2006/relationships/image" Target="../media/image445.png"/><Relationship Id="rId129" Type="http://schemas.openxmlformats.org/officeDocument/2006/relationships/customXml" Target="../ink/ink443.xml"/><Relationship Id="rId54" Type="http://schemas.openxmlformats.org/officeDocument/2006/relationships/image" Target="../media/image410.png"/><Relationship Id="rId70" Type="http://schemas.openxmlformats.org/officeDocument/2006/relationships/image" Target="../media/image418.png"/><Relationship Id="rId75" Type="http://schemas.openxmlformats.org/officeDocument/2006/relationships/customXml" Target="../ink/ink416.xml"/><Relationship Id="rId91" Type="http://schemas.openxmlformats.org/officeDocument/2006/relationships/customXml" Target="../ink/ink424.xml"/><Relationship Id="rId96" Type="http://schemas.openxmlformats.org/officeDocument/2006/relationships/image" Target="../media/image431.png"/><Relationship Id="rId140" Type="http://schemas.openxmlformats.org/officeDocument/2006/relationships/image" Target="../media/image453.png"/><Relationship Id="rId145" Type="http://schemas.openxmlformats.org/officeDocument/2006/relationships/customXml" Target="../ink/ink4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6.png"/><Relationship Id="rId23" Type="http://schemas.openxmlformats.org/officeDocument/2006/relationships/customXml" Target="../ink/ink390.xml"/><Relationship Id="rId28" Type="http://schemas.openxmlformats.org/officeDocument/2006/relationships/image" Target="../media/image397.png"/><Relationship Id="rId49" Type="http://schemas.openxmlformats.org/officeDocument/2006/relationships/customXml" Target="../ink/ink403.xml"/><Relationship Id="rId114" Type="http://schemas.openxmlformats.org/officeDocument/2006/relationships/image" Target="../media/image440.png"/><Relationship Id="rId119" Type="http://schemas.openxmlformats.org/officeDocument/2006/relationships/customXml" Target="../ink/ink438.xml"/><Relationship Id="rId44" Type="http://schemas.openxmlformats.org/officeDocument/2006/relationships/image" Target="../media/image405.png"/><Relationship Id="rId60" Type="http://schemas.openxmlformats.org/officeDocument/2006/relationships/image" Target="../media/image413.png"/><Relationship Id="rId65" Type="http://schemas.openxmlformats.org/officeDocument/2006/relationships/customXml" Target="../ink/ink411.xml"/><Relationship Id="rId81" Type="http://schemas.openxmlformats.org/officeDocument/2006/relationships/customXml" Target="../ink/ink419.xml"/><Relationship Id="rId86" Type="http://schemas.openxmlformats.org/officeDocument/2006/relationships/image" Target="../media/image426.png"/><Relationship Id="rId130" Type="http://schemas.openxmlformats.org/officeDocument/2006/relationships/image" Target="../media/image448.png"/><Relationship Id="rId135" Type="http://schemas.openxmlformats.org/officeDocument/2006/relationships/customXml" Target="../ink/ink446.xml"/><Relationship Id="rId13" Type="http://schemas.openxmlformats.org/officeDocument/2006/relationships/customXml" Target="../ink/ink385.xml"/><Relationship Id="rId18" Type="http://schemas.openxmlformats.org/officeDocument/2006/relationships/image" Target="../media/image392.png"/><Relationship Id="rId39" Type="http://schemas.openxmlformats.org/officeDocument/2006/relationships/customXml" Target="../ink/ink398.xml"/><Relationship Id="rId109" Type="http://schemas.openxmlformats.org/officeDocument/2006/relationships/customXml" Target="../ink/ink433.xml"/><Relationship Id="rId34" Type="http://schemas.openxmlformats.org/officeDocument/2006/relationships/image" Target="../media/image400.png"/><Relationship Id="rId50" Type="http://schemas.openxmlformats.org/officeDocument/2006/relationships/image" Target="../media/image408.png"/><Relationship Id="rId55" Type="http://schemas.openxmlformats.org/officeDocument/2006/relationships/customXml" Target="../ink/ink406.xml"/><Relationship Id="rId76" Type="http://schemas.openxmlformats.org/officeDocument/2006/relationships/image" Target="../media/image421.png"/><Relationship Id="rId97" Type="http://schemas.openxmlformats.org/officeDocument/2006/relationships/customXml" Target="../ink/ink427.xml"/><Relationship Id="rId104" Type="http://schemas.openxmlformats.org/officeDocument/2006/relationships/image" Target="../media/image435.png"/><Relationship Id="rId120" Type="http://schemas.openxmlformats.org/officeDocument/2006/relationships/image" Target="../media/image443.png"/><Relationship Id="rId125" Type="http://schemas.openxmlformats.org/officeDocument/2006/relationships/customXml" Target="../ink/ink441.xml"/><Relationship Id="rId141" Type="http://schemas.openxmlformats.org/officeDocument/2006/relationships/customXml" Target="../ink/ink449.xml"/><Relationship Id="rId146" Type="http://schemas.openxmlformats.org/officeDocument/2006/relationships/image" Target="../media/image456.png"/><Relationship Id="rId7" Type="http://schemas.openxmlformats.org/officeDocument/2006/relationships/customXml" Target="../ink/ink382.xml"/><Relationship Id="rId71" Type="http://schemas.openxmlformats.org/officeDocument/2006/relationships/customXml" Target="../ink/ink414.xml"/><Relationship Id="rId92" Type="http://schemas.openxmlformats.org/officeDocument/2006/relationships/image" Target="../media/image429.png"/><Relationship Id="rId2" Type="http://schemas.openxmlformats.org/officeDocument/2006/relationships/image" Target="../media/image384.png"/><Relationship Id="rId29" Type="http://schemas.openxmlformats.org/officeDocument/2006/relationships/customXml" Target="../ink/ink393.xml"/><Relationship Id="rId24" Type="http://schemas.openxmlformats.org/officeDocument/2006/relationships/image" Target="../media/image395.png"/><Relationship Id="rId40" Type="http://schemas.openxmlformats.org/officeDocument/2006/relationships/image" Target="../media/image403.png"/><Relationship Id="rId45" Type="http://schemas.openxmlformats.org/officeDocument/2006/relationships/customXml" Target="../ink/ink401.xml"/><Relationship Id="rId66" Type="http://schemas.openxmlformats.org/officeDocument/2006/relationships/image" Target="../media/image416.png"/><Relationship Id="rId87" Type="http://schemas.openxmlformats.org/officeDocument/2006/relationships/customXml" Target="../ink/ink422.xml"/><Relationship Id="rId110" Type="http://schemas.openxmlformats.org/officeDocument/2006/relationships/image" Target="../media/image438.png"/><Relationship Id="rId115" Type="http://schemas.openxmlformats.org/officeDocument/2006/relationships/customXml" Target="../ink/ink436.xml"/><Relationship Id="rId131" Type="http://schemas.openxmlformats.org/officeDocument/2006/relationships/customXml" Target="../ink/ink444.xml"/><Relationship Id="rId136" Type="http://schemas.openxmlformats.org/officeDocument/2006/relationships/image" Target="../media/image451.png"/><Relationship Id="rId61" Type="http://schemas.openxmlformats.org/officeDocument/2006/relationships/customXml" Target="../ink/ink409.xml"/><Relationship Id="rId82" Type="http://schemas.openxmlformats.org/officeDocument/2006/relationships/image" Target="../media/image424.png"/><Relationship Id="rId19" Type="http://schemas.openxmlformats.org/officeDocument/2006/relationships/customXml" Target="../ink/ink388.xml"/><Relationship Id="rId14" Type="http://schemas.openxmlformats.org/officeDocument/2006/relationships/image" Target="../media/image390.png"/><Relationship Id="rId30" Type="http://schemas.openxmlformats.org/officeDocument/2006/relationships/image" Target="../media/image398.png"/><Relationship Id="rId35" Type="http://schemas.openxmlformats.org/officeDocument/2006/relationships/customXml" Target="../ink/ink396.xml"/><Relationship Id="rId56" Type="http://schemas.openxmlformats.org/officeDocument/2006/relationships/image" Target="../media/image411.png"/><Relationship Id="rId77" Type="http://schemas.openxmlformats.org/officeDocument/2006/relationships/customXml" Target="../ink/ink417.xml"/><Relationship Id="rId100" Type="http://schemas.openxmlformats.org/officeDocument/2006/relationships/image" Target="../media/image433.png"/><Relationship Id="rId105" Type="http://schemas.openxmlformats.org/officeDocument/2006/relationships/customXml" Target="../ink/ink431.xml"/><Relationship Id="rId126" Type="http://schemas.openxmlformats.org/officeDocument/2006/relationships/image" Target="../media/image446.png"/><Relationship Id="rId8" Type="http://schemas.openxmlformats.org/officeDocument/2006/relationships/image" Target="../media/image387.png"/><Relationship Id="rId51" Type="http://schemas.openxmlformats.org/officeDocument/2006/relationships/customXml" Target="../ink/ink404.xml"/><Relationship Id="rId72" Type="http://schemas.openxmlformats.org/officeDocument/2006/relationships/image" Target="../media/image419.png"/><Relationship Id="rId93" Type="http://schemas.openxmlformats.org/officeDocument/2006/relationships/customXml" Target="../ink/ink425.xml"/><Relationship Id="rId98" Type="http://schemas.openxmlformats.org/officeDocument/2006/relationships/image" Target="../media/image432.png"/><Relationship Id="rId121" Type="http://schemas.openxmlformats.org/officeDocument/2006/relationships/customXml" Target="../ink/ink439.xml"/><Relationship Id="rId142" Type="http://schemas.openxmlformats.org/officeDocument/2006/relationships/image" Target="../media/image454.png"/><Relationship Id="rId3" Type="http://schemas.openxmlformats.org/officeDocument/2006/relationships/customXml" Target="../ink/ink380.xml"/><Relationship Id="rId25" Type="http://schemas.openxmlformats.org/officeDocument/2006/relationships/customXml" Target="../ink/ink391.xml"/><Relationship Id="rId46" Type="http://schemas.openxmlformats.org/officeDocument/2006/relationships/image" Target="../media/image406.png"/><Relationship Id="rId67" Type="http://schemas.openxmlformats.org/officeDocument/2006/relationships/customXml" Target="../ink/ink412.xml"/><Relationship Id="rId116" Type="http://schemas.openxmlformats.org/officeDocument/2006/relationships/image" Target="../media/image441.png"/><Relationship Id="rId137" Type="http://schemas.openxmlformats.org/officeDocument/2006/relationships/customXml" Target="../ink/ink447.xml"/><Relationship Id="rId20" Type="http://schemas.openxmlformats.org/officeDocument/2006/relationships/image" Target="../media/image393.png"/><Relationship Id="rId41" Type="http://schemas.openxmlformats.org/officeDocument/2006/relationships/customXml" Target="../ink/ink399.xml"/><Relationship Id="rId62" Type="http://schemas.openxmlformats.org/officeDocument/2006/relationships/image" Target="../media/image414.png"/><Relationship Id="rId83" Type="http://schemas.openxmlformats.org/officeDocument/2006/relationships/customXml" Target="../ink/ink420.xml"/><Relationship Id="rId88" Type="http://schemas.openxmlformats.org/officeDocument/2006/relationships/image" Target="../media/image427.png"/><Relationship Id="rId111" Type="http://schemas.openxmlformats.org/officeDocument/2006/relationships/customXml" Target="../ink/ink434.xml"/><Relationship Id="rId132" Type="http://schemas.openxmlformats.org/officeDocument/2006/relationships/image" Target="../media/image449.png"/><Relationship Id="rId15" Type="http://schemas.openxmlformats.org/officeDocument/2006/relationships/customXml" Target="../ink/ink386.xml"/><Relationship Id="rId36" Type="http://schemas.openxmlformats.org/officeDocument/2006/relationships/image" Target="../media/image401.png"/><Relationship Id="rId57" Type="http://schemas.openxmlformats.org/officeDocument/2006/relationships/customXml" Target="../ink/ink407.xml"/><Relationship Id="rId106" Type="http://schemas.openxmlformats.org/officeDocument/2006/relationships/image" Target="../media/image436.png"/><Relationship Id="rId127" Type="http://schemas.openxmlformats.org/officeDocument/2006/relationships/customXml" Target="../ink/ink442.xml"/><Relationship Id="rId10" Type="http://schemas.openxmlformats.org/officeDocument/2006/relationships/image" Target="../media/image388.png"/><Relationship Id="rId31" Type="http://schemas.openxmlformats.org/officeDocument/2006/relationships/customXml" Target="../ink/ink394.xml"/><Relationship Id="rId52" Type="http://schemas.openxmlformats.org/officeDocument/2006/relationships/image" Target="../media/image409.png"/><Relationship Id="rId73" Type="http://schemas.openxmlformats.org/officeDocument/2006/relationships/customXml" Target="../ink/ink415.xml"/><Relationship Id="rId78" Type="http://schemas.openxmlformats.org/officeDocument/2006/relationships/image" Target="../media/image422.png"/><Relationship Id="rId94" Type="http://schemas.openxmlformats.org/officeDocument/2006/relationships/image" Target="../media/image430.png"/><Relationship Id="rId99" Type="http://schemas.openxmlformats.org/officeDocument/2006/relationships/customXml" Target="../ink/ink428.xml"/><Relationship Id="rId101" Type="http://schemas.openxmlformats.org/officeDocument/2006/relationships/customXml" Target="../ink/ink429.xml"/><Relationship Id="rId122" Type="http://schemas.openxmlformats.org/officeDocument/2006/relationships/image" Target="../media/image444.png"/><Relationship Id="rId143" Type="http://schemas.openxmlformats.org/officeDocument/2006/relationships/customXml" Target="../ink/ink450.xml"/><Relationship Id="rId4" Type="http://schemas.openxmlformats.org/officeDocument/2006/relationships/image" Target="../media/image385.png"/><Relationship Id="rId9" Type="http://schemas.openxmlformats.org/officeDocument/2006/relationships/customXml" Target="../ink/ink383.xml"/><Relationship Id="rId26" Type="http://schemas.openxmlformats.org/officeDocument/2006/relationships/image" Target="../media/image396.png"/><Relationship Id="rId47" Type="http://schemas.openxmlformats.org/officeDocument/2006/relationships/customXml" Target="../ink/ink402.xml"/><Relationship Id="rId68" Type="http://schemas.openxmlformats.org/officeDocument/2006/relationships/image" Target="../media/image417.png"/><Relationship Id="rId89" Type="http://schemas.openxmlformats.org/officeDocument/2006/relationships/customXml" Target="../ink/ink423.xml"/><Relationship Id="rId112" Type="http://schemas.openxmlformats.org/officeDocument/2006/relationships/image" Target="../media/image439.png"/><Relationship Id="rId133" Type="http://schemas.openxmlformats.org/officeDocument/2006/relationships/customXml" Target="../ink/ink445.xml"/><Relationship Id="rId16" Type="http://schemas.openxmlformats.org/officeDocument/2006/relationships/image" Target="../media/image391.png"/><Relationship Id="rId37" Type="http://schemas.openxmlformats.org/officeDocument/2006/relationships/customXml" Target="../ink/ink397.xml"/><Relationship Id="rId58" Type="http://schemas.openxmlformats.org/officeDocument/2006/relationships/image" Target="../media/image412.png"/><Relationship Id="rId79" Type="http://schemas.openxmlformats.org/officeDocument/2006/relationships/customXml" Target="../ink/ink418.xml"/><Relationship Id="rId102" Type="http://schemas.openxmlformats.org/officeDocument/2006/relationships/image" Target="../media/image434.png"/><Relationship Id="rId123" Type="http://schemas.openxmlformats.org/officeDocument/2006/relationships/customXml" Target="../ink/ink440.xml"/><Relationship Id="rId144" Type="http://schemas.openxmlformats.org/officeDocument/2006/relationships/image" Target="../media/image455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09.xml"/><Relationship Id="rId21" Type="http://schemas.openxmlformats.org/officeDocument/2006/relationships/customXml" Target="../ink/ink461.xml"/><Relationship Id="rId42" Type="http://schemas.openxmlformats.org/officeDocument/2006/relationships/image" Target="../media/image477.png"/><Relationship Id="rId63" Type="http://schemas.openxmlformats.org/officeDocument/2006/relationships/customXml" Target="../ink/ink482.xml"/><Relationship Id="rId84" Type="http://schemas.openxmlformats.org/officeDocument/2006/relationships/image" Target="../media/image498.png"/><Relationship Id="rId138" Type="http://schemas.openxmlformats.org/officeDocument/2006/relationships/image" Target="../media/image525.png"/><Relationship Id="rId159" Type="http://schemas.openxmlformats.org/officeDocument/2006/relationships/customXml" Target="../ink/ink530.xml"/><Relationship Id="rId107" Type="http://schemas.openxmlformats.org/officeDocument/2006/relationships/customXml" Target="../ink/ink504.xml"/><Relationship Id="rId11" Type="http://schemas.openxmlformats.org/officeDocument/2006/relationships/customXml" Target="../ink/ink456.xml"/><Relationship Id="rId32" Type="http://schemas.openxmlformats.org/officeDocument/2006/relationships/image" Target="../media/image472.png"/><Relationship Id="rId53" Type="http://schemas.openxmlformats.org/officeDocument/2006/relationships/customXml" Target="../ink/ink477.xml"/><Relationship Id="rId74" Type="http://schemas.openxmlformats.org/officeDocument/2006/relationships/image" Target="../media/image493.png"/><Relationship Id="rId128" Type="http://schemas.openxmlformats.org/officeDocument/2006/relationships/image" Target="../media/image520.png"/><Relationship Id="rId149" Type="http://schemas.openxmlformats.org/officeDocument/2006/relationships/customXml" Target="../ink/ink525.xml"/><Relationship Id="rId5" Type="http://schemas.openxmlformats.org/officeDocument/2006/relationships/customXml" Target="../ink/ink453.xml"/><Relationship Id="rId95" Type="http://schemas.openxmlformats.org/officeDocument/2006/relationships/customXml" Target="../ink/ink498.xml"/><Relationship Id="rId160" Type="http://schemas.openxmlformats.org/officeDocument/2006/relationships/image" Target="../media/image536.png"/><Relationship Id="rId22" Type="http://schemas.openxmlformats.org/officeDocument/2006/relationships/image" Target="../media/image467.png"/><Relationship Id="rId43" Type="http://schemas.openxmlformats.org/officeDocument/2006/relationships/customXml" Target="../ink/ink472.xml"/><Relationship Id="rId64" Type="http://schemas.openxmlformats.org/officeDocument/2006/relationships/image" Target="../media/image488.png"/><Relationship Id="rId118" Type="http://schemas.openxmlformats.org/officeDocument/2006/relationships/image" Target="../media/image515.png"/><Relationship Id="rId139" Type="http://schemas.openxmlformats.org/officeDocument/2006/relationships/customXml" Target="../ink/ink520.xml"/><Relationship Id="rId85" Type="http://schemas.openxmlformats.org/officeDocument/2006/relationships/customXml" Target="../ink/ink493.xml"/><Relationship Id="rId150" Type="http://schemas.openxmlformats.org/officeDocument/2006/relationships/image" Target="../media/image531.png"/><Relationship Id="rId12" Type="http://schemas.openxmlformats.org/officeDocument/2006/relationships/image" Target="../media/image462.png"/><Relationship Id="rId17" Type="http://schemas.openxmlformats.org/officeDocument/2006/relationships/customXml" Target="../ink/ink459.xml"/><Relationship Id="rId33" Type="http://schemas.openxmlformats.org/officeDocument/2006/relationships/customXml" Target="../ink/ink467.xml"/><Relationship Id="rId38" Type="http://schemas.openxmlformats.org/officeDocument/2006/relationships/image" Target="../media/image475.png"/><Relationship Id="rId59" Type="http://schemas.openxmlformats.org/officeDocument/2006/relationships/customXml" Target="../ink/ink480.xml"/><Relationship Id="rId103" Type="http://schemas.openxmlformats.org/officeDocument/2006/relationships/customXml" Target="../ink/ink502.xml"/><Relationship Id="rId108" Type="http://schemas.openxmlformats.org/officeDocument/2006/relationships/image" Target="../media/image510.png"/><Relationship Id="rId124" Type="http://schemas.openxmlformats.org/officeDocument/2006/relationships/image" Target="../media/image518.png"/><Relationship Id="rId129" Type="http://schemas.openxmlformats.org/officeDocument/2006/relationships/customXml" Target="../ink/ink515.xml"/><Relationship Id="rId54" Type="http://schemas.openxmlformats.org/officeDocument/2006/relationships/image" Target="../media/image483.png"/><Relationship Id="rId70" Type="http://schemas.openxmlformats.org/officeDocument/2006/relationships/image" Target="../media/image491.png"/><Relationship Id="rId75" Type="http://schemas.openxmlformats.org/officeDocument/2006/relationships/customXml" Target="../ink/ink488.xml"/><Relationship Id="rId91" Type="http://schemas.openxmlformats.org/officeDocument/2006/relationships/customXml" Target="../ink/ink496.xml"/><Relationship Id="rId96" Type="http://schemas.openxmlformats.org/officeDocument/2006/relationships/image" Target="../media/image504.png"/><Relationship Id="rId140" Type="http://schemas.openxmlformats.org/officeDocument/2006/relationships/image" Target="../media/image526.png"/><Relationship Id="rId145" Type="http://schemas.openxmlformats.org/officeDocument/2006/relationships/customXml" Target="../ink/ink523.xml"/><Relationship Id="rId161" Type="http://schemas.openxmlformats.org/officeDocument/2006/relationships/customXml" Target="../ink/ink531.xml"/><Relationship Id="rId166" Type="http://schemas.openxmlformats.org/officeDocument/2006/relationships/image" Target="../media/image5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9.png"/><Relationship Id="rId23" Type="http://schemas.openxmlformats.org/officeDocument/2006/relationships/customXml" Target="../ink/ink462.xml"/><Relationship Id="rId28" Type="http://schemas.openxmlformats.org/officeDocument/2006/relationships/image" Target="../media/image470.png"/><Relationship Id="rId49" Type="http://schemas.openxmlformats.org/officeDocument/2006/relationships/customXml" Target="../ink/ink475.xml"/><Relationship Id="rId114" Type="http://schemas.openxmlformats.org/officeDocument/2006/relationships/image" Target="../media/image513.png"/><Relationship Id="rId119" Type="http://schemas.openxmlformats.org/officeDocument/2006/relationships/customXml" Target="../ink/ink510.xml"/><Relationship Id="rId44" Type="http://schemas.openxmlformats.org/officeDocument/2006/relationships/image" Target="../media/image478.png"/><Relationship Id="rId60" Type="http://schemas.openxmlformats.org/officeDocument/2006/relationships/image" Target="../media/image486.png"/><Relationship Id="rId65" Type="http://schemas.openxmlformats.org/officeDocument/2006/relationships/customXml" Target="../ink/ink483.xml"/><Relationship Id="rId81" Type="http://schemas.openxmlformats.org/officeDocument/2006/relationships/customXml" Target="../ink/ink491.xml"/><Relationship Id="rId86" Type="http://schemas.openxmlformats.org/officeDocument/2006/relationships/image" Target="../media/image499.png"/><Relationship Id="rId130" Type="http://schemas.openxmlformats.org/officeDocument/2006/relationships/image" Target="../media/image521.png"/><Relationship Id="rId135" Type="http://schemas.openxmlformats.org/officeDocument/2006/relationships/customXml" Target="../ink/ink518.xml"/><Relationship Id="rId151" Type="http://schemas.openxmlformats.org/officeDocument/2006/relationships/customXml" Target="../ink/ink526.xml"/><Relationship Id="rId156" Type="http://schemas.openxmlformats.org/officeDocument/2006/relationships/image" Target="../media/image534.png"/><Relationship Id="rId13" Type="http://schemas.openxmlformats.org/officeDocument/2006/relationships/customXml" Target="../ink/ink457.xml"/><Relationship Id="rId18" Type="http://schemas.openxmlformats.org/officeDocument/2006/relationships/image" Target="../media/image465.png"/><Relationship Id="rId39" Type="http://schemas.openxmlformats.org/officeDocument/2006/relationships/customXml" Target="../ink/ink470.xml"/><Relationship Id="rId109" Type="http://schemas.openxmlformats.org/officeDocument/2006/relationships/customXml" Target="../ink/ink505.xml"/><Relationship Id="rId34" Type="http://schemas.openxmlformats.org/officeDocument/2006/relationships/image" Target="../media/image473.png"/><Relationship Id="rId50" Type="http://schemas.openxmlformats.org/officeDocument/2006/relationships/image" Target="../media/image481.png"/><Relationship Id="rId55" Type="http://schemas.openxmlformats.org/officeDocument/2006/relationships/customXml" Target="../ink/ink478.xml"/><Relationship Id="rId76" Type="http://schemas.openxmlformats.org/officeDocument/2006/relationships/image" Target="../media/image494.png"/><Relationship Id="rId97" Type="http://schemas.openxmlformats.org/officeDocument/2006/relationships/customXml" Target="../ink/ink499.xml"/><Relationship Id="rId104" Type="http://schemas.openxmlformats.org/officeDocument/2006/relationships/image" Target="../media/image508.png"/><Relationship Id="rId120" Type="http://schemas.openxmlformats.org/officeDocument/2006/relationships/image" Target="../media/image516.png"/><Relationship Id="rId125" Type="http://schemas.openxmlformats.org/officeDocument/2006/relationships/customXml" Target="../ink/ink513.xml"/><Relationship Id="rId141" Type="http://schemas.openxmlformats.org/officeDocument/2006/relationships/customXml" Target="../ink/ink521.xml"/><Relationship Id="rId146" Type="http://schemas.openxmlformats.org/officeDocument/2006/relationships/image" Target="../media/image529.png"/><Relationship Id="rId7" Type="http://schemas.openxmlformats.org/officeDocument/2006/relationships/customXml" Target="../ink/ink454.xml"/><Relationship Id="rId71" Type="http://schemas.openxmlformats.org/officeDocument/2006/relationships/customXml" Target="../ink/ink486.xml"/><Relationship Id="rId92" Type="http://schemas.openxmlformats.org/officeDocument/2006/relationships/image" Target="../media/image502.png"/><Relationship Id="rId162" Type="http://schemas.openxmlformats.org/officeDocument/2006/relationships/image" Target="../media/image537.png"/><Relationship Id="rId2" Type="http://schemas.openxmlformats.org/officeDocument/2006/relationships/image" Target="../media/image457.png"/><Relationship Id="rId29" Type="http://schemas.openxmlformats.org/officeDocument/2006/relationships/customXml" Target="../ink/ink465.xml"/><Relationship Id="rId24" Type="http://schemas.openxmlformats.org/officeDocument/2006/relationships/image" Target="../media/image468.png"/><Relationship Id="rId40" Type="http://schemas.openxmlformats.org/officeDocument/2006/relationships/image" Target="../media/image476.png"/><Relationship Id="rId45" Type="http://schemas.openxmlformats.org/officeDocument/2006/relationships/customXml" Target="../ink/ink473.xml"/><Relationship Id="rId66" Type="http://schemas.openxmlformats.org/officeDocument/2006/relationships/image" Target="../media/image489.png"/><Relationship Id="rId87" Type="http://schemas.openxmlformats.org/officeDocument/2006/relationships/customXml" Target="../ink/ink494.xml"/><Relationship Id="rId110" Type="http://schemas.openxmlformats.org/officeDocument/2006/relationships/image" Target="../media/image511.png"/><Relationship Id="rId115" Type="http://schemas.openxmlformats.org/officeDocument/2006/relationships/customXml" Target="../ink/ink508.xml"/><Relationship Id="rId131" Type="http://schemas.openxmlformats.org/officeDocument/2006/relationships/customXml" Target="../ink/ink516.xml"/><Relationship Id="rId136" Type="http://schemas.openxmlformats.org/officeDocument/2006/relationships/image" Target="../media/image524.png"/><Relationship Id="rId157" Type="http://schemas.openxmlformats.org/officeDocument/2006/relationships/customXml" Target="../ink/ink529.xml"/><Relationship Id="rId61" Type="http://schemas.openxmlformats.org/officeDocument/2006/relationships/customXml" Target="../ink/ink481.xml"/><Relationship Id="rId82" Type="http://schemas.openxmlformats.org/officeDocument/2006/relationships/image" Target="../media/image497.png"/><Relationship Id="rId152" Type="http://schemas.openxmlformats.org/officeDocument/2006/relationships/image" Target="../media/image532.png"/><Relationship Id="rId19" Type="http://schemas.openxmlformats.org/officeDocument/2006/relationships/customXml" Target="../ink/ink460.xml"/><Relationship Id="rId14" Type="http://schemas.openxmlformats.org/officeDocument/2006/relationships/image" Target="../media/image463.png"/><Relationship Id="rId30" Type="http://schemas.openxmlformats.org/officeDocument/2006/relationships/image" Target="../media/image471.png"/><Relationship Id="rId35" Type="http://schemas.openxmlformats.org/officeDocument/2006/relationships/customXml" Target="../ink/ink468.xml"/><Relationship Id="rId56" Type="http://schemas.openxmlformats.org/officeDocument/2006/relationships/image" Target="../media/image484.png"/><Relationship Id="rId77" Type="http://schemas.openxmlformats.org/officeDocument/2006/relationships/customXml" Target="../ink/ink489.xml"/><Relationship Id="rId100" Type="http://schemas.openxmlformats.org/officeDocument/2006/relationships/image" Target="../media/image506.png"/><Relationship Id="rId105" Type="http://schemas.openxmlformats.org/officeDocument/2006/relationships/customXml" Target="../ink/ink503.xml"/><Relationship Id="rId126" Type="http://schemas.openxmlformats.org/officeDocument/2006/relationships/image" Target="../media/image519.png"/><Relationship Id="rId147" Type="http://schemas.openxmlformats.org/officeDocument/2006/relationships/customXml" Target="../ink/ink524.xml"/><Relationship Id="rId8" Type="http://schemas.openxmlformats.org/officeDocument/2006/relationships/image" Target="../media/image460.png"/><Relationship Id="rId51" Type="http://schemas.openxmlformats.org/officeDocument/2006/relationships/customXml" Target="../ink/ink476.xml"/><Relationship Id="rId72" Type="http://schemas.openxmlformats.org/officeDocument/2006/relationships/image" Target="../media/image492.png"/><Relationship Id="rId93" Type="http://schemas.openxmlformats.org/officeDocument/2006/relationships/customXml" Target="../ink/ink497.xml"/><Relationship Id="rId98" Type="http://schemas.openxmlformats.org/officeDocument/2006/relationships/image" Target="../media/image505.png"/><Relationship Id="rId121" Type="http://schemas.openxmlformats.org/officeDocument/2006/relationships/customXml" Target="../ink/ink511.xml"/><Relationship Id="rId142" Type="http://schemas.openxmlformats.org/officeDocument/2006/relationships/image" Target="../media/image527.png"/><Relationship Id="rId163" Type="http://schemas.openxmlformats.org/officeDocument/2006/relationships/customXml" Target="../ink/ink532.xml"/><Relationship Id="rId3" Type="http://schemas.openxmlformats.org/officeDocument/2006/relationships/customXml" Target="../ink/ink452.xml"/><Relationship Id="rId25" Type="http://schemas.openxmlformats.org/officeDocument/2006/relationships/customXml" Target="../ink/ink463.xml"/><Relationship Id="rId46" Type="http://schemas.openxmlformats.org/officeDocument/2006/relationships/image" Target="../media/image479.png"/><Relationship Id="rId67" Type="http://schemas.openxmlformats.org/officeDocument/2006/relationships/customXml" Target="../ink/ink484.xml"/><Relationship Id="rId116" Type="http://schemas.openxmlformats.org/officeDocument/2006/relationships/image" Target="../media/image514.png"/><Relationship Id="rId137" Type="http://schemas.openxmlformats.org/officeDocument/2006/relationships/customXml" Target="../ink/ink519.xml"/><Relationship Id="rId158" Type="http://schemas.openxmlformats.org/officeDocument/2006/relationships/image" Target="../media/image535.png"/><Relationship Id="rId20" Type="http://schemas.openxmlformats.org/officeDocument/2006/relationships/image" Target="../media/image466.png"/><Relationship Id="rId41" Type="http://schemas.openxmlformats.org/officeDocument/2006/relationships/customXml" Target="../ink/ink471.xml"/><Relationship Id="rId62" Type="http://schemas.openxmlformats.org/officeDocument/2006/relationships/image" Target="../media/image487.png"/><Relationship Id="rId83" Type="http://schemas.openxmlformats.org/officeDocument/2006/relationships/customXml" Target="../ink/ink492.xml"/><Relationship Id="rId88" Type="http://schemas.openxmlformats.org/officeDocument/2006/relationships/image" Target="../media/image500.png"/><Relationship Id="rId111" Type="http://schemas.openxmlformats.org/officeDocument/2006/relationships/customXml" Target="../ink/ink506.xml"/><Relationship Id="rId132" Type="http://schemas.openxmlformats.org/officeDocument/2006/relationships/image" Target="../media/image522.png"/><Relationship Id="rId153" Type="http://schemas.openxmlformats.org/officeDocument/2006/relationships/customXml" Target="../ink/ink527.xml"/><Relationship Id="rId15" Type="http://schemas.openxmlformats.org/officeDocument/2006/relationships/customXml" Target="../ink/ink458.xml"/><Relationship Id="rId36" Type="http://schemas.openxmlformats.org/officeDocument/2006/relationships/image" Target="../media/image474.png"/><Relationship Id="rId57" Type="http://schemas.openxmlformats.org/officeDocument/2006/relationships/customXml" Target="../ink/ink479.xml"/><Relationship Id="rId106" Type="http://schemas.openxmlformats.org/officeDocument/2006/relationships/image" Target="../media/image509.png"/><Relationship Id="rId127" Type="http://schemas.openxmlformats.org/officeDocument/2006/relationships/customXml" Target="../ink/ink514.xml"/><Relationship Id="rId10" Type="http://schemas.openxmlformats.org/officeDocument/2006/relationships/image" Target="../media/image461.png"/><Relationship Id="rId31" Type="http://schemas.openxmlformats.org/officeDocument/2006/relationships/customXml" Target="../ink/ink466.xml"/><Relationship Id="rId52" Type="http://schemas.openxmlformats.org/officeDocument/2006/relationships/image" Target="../media/image482.png"/><Relationship Id="rId73" Type="http://schemas.openxmlformats.org/officeDocument/2006/relationships/customXml" Target="../ink/ink487.xml"/><Relationship Id="rId78" Type="http://schemas.openxmlformats.org/officeDocument/2006/relationships/image" Target="../media/image495.png"/><Relationship Id="rId94" Type="http://schemas.openxmlformats.org/officeDocument/2006/relationships/image" Target="../media/image503.png"/><Relationship Id="rId99" Type="http://schemas.openxmlformats.org/officeDocument/2006/relationships/customXml" Target="../ink/ink500.xml"/><Relationship Id="rId101" Type="http://schemas.openxmlformats.org/officeDocument/2006/relationships/customXml" Target="../ink/ink501.xml"/><Relationship Id="rId122" Type="http://schemas.openxmlformats.org/officeDocument/2006/relationships/image" Target="../media/image517.png"/><Relationship Id="rId143" Type="http://schemas.openxmlformats.org/officeDocument/2006/relationships/customXml" Target="../ink/ink522.xml"/><Relationship Id="rId148" Type="http://schemas.openxmlformats.org/officeDocument/2006/relationships/image" Target="../media/image530.png"/><Relationship Id="rId164" Type="http://schemas.openxmlformats.org/officeDocument/2006/relationships/image" Target="../media/image538.png"/><Relationship Id="rId4" Type="http://schemas.openxmlformats.org/officeDocument/2006/relationships/image" Target="../media/image458.png"/><Relationship Id="rId9" Type="http://schemas.openxmlformats.org/officeDocument/2006/relationships/customXml" Target="../ink/ink455.xml"/><Relationship Id="rId26" Type="http://schemas.openxmlformats.org/officeDocument/2006/relationships/image" Target="../media/image469.png"/><Relationship Id="rId47" Type="http://schemas.openxmlformats.org/officeDocument/2006/relationships/customXml" Target="../ink/ink474.xml"/><Relationship Id="rId68" Type="http://schemas.openxmlformats.org/officeDocument/2006/relationships/image" Target="../media/image490.png"/><Relationship Id="rId89" Type="http://schemas.openxmlformats.org/officeDocument/2006/relationships/customXml" Target="../ink/ink495.xml"/><Relationship Id="rId112" Type="http://schemas.openxmlformats.org/officeDocument/2006/relationships/image" Target="../media/image512.png"/><Relationship Id="rId133" Type="http://schemas.openxmlformats.org/officeDocument/2006/relationships/customXml" Target="../ink/ink517.xml"/><Relationship Id="rId154" Type="http://schemas.openxmlformats.org/officeDocument/2006/relationships/image" Target="../media/image533.png"/><Relationship Id="rId16" Type="http://schemas.openxmlformats.org/officeDocument/2006/relationships/image" Target="../media/image464.png"/><Relationship Id="rId37" Type="http://schemas.openxmlformats.org/officeDocument/2006/relationships/customXml" Target="../ink/ink469.xml"/><Relationship Id="rId58" Type="http://schemas.openxmlformats.org/officeDocument/2006/relationships/image" Target="../media/image485.png"/><Relationship Id="rId79" Type="http://schemas.openxmlformats.org/officeDocument/2006/relationships/customXml" Target="../ink/ink490.xml"/><Relationship Id="rId102" Type="http://schemas.openxmlformats.org/officeDocument/2006/relationships/image" Target="../media/image507.png"/><Relationship Id="rId123" Type="http://schemas.openxmlformats.org/officeDocument/2006/relationships/customXml" Target="../ink/ink512.xml"/><Relationship Id="rId144" Type="http://schemas.openxmlformats.org/officeDocument/2006/relationships/image" Target="../media/image528.png"/><Relationship Id="rId90" Type="http://schemas.openxmlformats.org/officeDocument/2006/relationships/image" Target="../media/image501.png"/><Relationship Id="rId165" Type="http://schemas.openxmlformats.org/officeDocument/2006/relationships/customXml" Target="../ink/ink533.xml"/><Relationship Id="rId27" Type="http://schemas.openxmlformats.org/officeDocument/2006/relationships/customXml" Target="../ink/ink464.xml"/><Relationship Id="rId48" Type="http://schemas.openxmlformats.org/officeDocument/2006/relationships/image" Target="../media/image480.png"/><Relationship Id="rId69" Type="http://schemas.openxmlformats.org/officeDocument/2006/relationships/customXml" Target="../ink/ink485.xml"/><Relationship Id="rId113" Type="http://schemas.openxmlformats.org/officeDocument/2006/relationships/customXml" Target="../ink/ink507.xml"/><Relationship Id="rId134" Type="http://schemas.openxmlformats.org/officeDocument/2006/relationships/image" Target="../media/image523.png"/><Relationship Id="rId80" Type="http://schemas.openxmlformats.org/officeDocument/2006/relationships/image" Target="../media/image496.png"/><Relationship Id="rId155" Type="http://schemas.openxmlformats.org/officeDocument/2006/relationships/customXml" Target="../ink/ink528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91.xml"/><Relationship Id="rId21" Type="http://schemas.openxmlformats.org/officeDocument/2006/relationships/customXml" Target="../ink/ink543.xml"/><Relationship Id="rId42" Type="http://schemas.openxmlformats.org/officeDocument/2006/relationships/image" Target="../media/image560.png"/><Relationship Id="rId63" Type="http://schemas.openxmlformats.org/officeDocument/2006/relationships/customXml" Target="../ink/ink564.xml"/><Relationship Id="rId84" Type="http://schemas.openxmlformats.org/officeDocument/2006/relationships/image" Target="../media/image581.png"/><Relationship Id="rId138" Type="http://schemas.openxmlformats.org/officeDocument/2006/relationships/image" Target="../media/image608.png"/><Relationship Id="rId159" Type="http://schemas.openxmlformats.org/officeDocument/2006/relationships/customXml" Target="../ink/ink612.xml"/><Relationship Id="rId170" Type="http://schemas.openxmlformats.org/officeDocument/2006/relationships/image" Target="../media/image624.png"/><Relationship Id="rId191" Type="http://schemas.openxmlformats.org/officeDocument/2006/relationships/customXml" Target="../ink/ink628.xml"/><Relationship Id="rId205" Type="http://schemas.openxmlformats.org/officeDocument/2006/relationships/customXml" Target="../ink/ink635.xml"/><Relationship Id="rId226" Type="http://schemas.openxmlformats.org/officeDocument/2006/relationships/image" Target="../media/image652.png"/><Relationship Id="rId107" Type="http://schemas.openxmlformats.org/officeDocument/2006/relationships/customXml" Target="../ink/ink586.xml"/><Relationship Id="rId11" Type="http://schemas.openxmlformats.org/officeDocument/2006/relationships/customXml" Target="../ink/ink538.xml"/><Relationship Id="rId32" Type="http://schemas.openxmlformats.org/officeDocument/2006/relationships/image" Target="../media/image555.png"/><Relationship Id="rId53" Type="http://schemas.openxmlformats.org/officeDocument/2006/relationships/customXml" Target="../ink/ink559.xml"/><Relationship Id="rId74" Type="http://schemas.openxmlformats.org/officeDocument/2006/relationships/image" Target="../media/image576.png"/><Relationship Id="rId128" Type="http://schemas.openxmlformats.org/officeDocument/2006/relationships/image" Target="../media/image603.png"/><Relationship Id="rId149" Type="http://schemas.openxmlformats.org/officeDocument/2006/relationships/customXml" Target="../ink/ink607.xml"/><Relationship Id="rId5" Type="http://schemas.openxmlformats.org/officeDocument/2006/relationships/customXml" Target="../ink/ink535.xml"/><Relationship Id="rId95" Type="http://schemas.openxmlformats.org/officeDocument/2006/relationships/customXml" Target="../ink/ink580.xml"/><Relationship Id="rId160" Type="http://schemas.openxmlformats.org/officeDocument/2006/relationships/image" Target="../media/image619.png"/><Relationship Id="rId181" Type="http://schemas.openxmlformats.org/officeDocument/2006/relationships/customXml" Target="../ink/ink623.xml"/><Relationship Id="rId216" Type="http://schemas.openxmlformats.org/officeDocument/2006/relationships/image" Target="../media/image647.png"/><Relationship Id="rId22" Type="http://schemas.openxmlformats.org/officeDocument/2006/relationships/image" Target="../media/image550.png"/><Relationship Id="rId43" Type="http://schemas.openxmlformats.org/officeDocument/2006/relationships/customXml" Target="../ink/ink554.xml"/><Relationship Id="rId64" Type="http://schemas.openxmlformats.org/officeDocument/2006/relationships/image" Target="../media/image571.png"/><Relationship Id="rId118" Type="http://schemas.openxmlformats.org/officeDocument/2006/relationships/image" Target="../media/image598.png"/><Relationship Id="rId139" Type="http://schemas.openxmlformats.org/officeDocument/2006/relationships/customXml" Target="../ink/ink602.xml"/><Relationship Id="rId85" Type="http://schemas.openxmlformats.org/officeDocument/2006/relationships/customXml" Target="../ink/ink575.xml"/><Relationship Id="rId150" Type="http://schemas.openxmlformats.org/officeDocument/2006/relationships/image" Target="../media/image614.png"/><Relationship Id="rId171" Type="http://schemas.openxmlformats.org/officeDocument/2006/relationships/customXml" Target="../ink/ink618.xml"/><Relationship Id="rId192" Type="http://schemas.openxmlformats.org/officeDocument/2006/relationships/image" Target="../media/image635.png"/><Relationship Id="rId206" Type="http://schemas.openxmlformats.org/officeDocument/2006/relationships/image" Target="../media/image642.png"/><Relationship Id="rId227" Type="http://schemas.openxmlformats.org/officeDocument/2006/relationships/customXml" Target="../ink/ink646.xml"/><Relationship Id="rId12" Type="http://schemas.openxmlformats.org/officeDocument/2006/relationships/image" Target="../media/image545.png"/><Relationship Id="rId33" Type="http://schemas.openxmlformats.org/officeDocument/2006/relationships/customXml" Target="../ink/ink549.xml"/><Relationship Id="rId108" Type="http://schemas.openxmlformats.org/officeDocument/2006/relationships/image" Target="../media/image593.png"/><Relationship Id="rId129" Type="http://schemas.openxmlformats.org/officeDocument/2006/relationships/customXml" Target="../ink/ink597.xml"/><Relationship Id="rId54" Type="http://schemas.openxmlformats.org/officeDocument/2006/relationships/image" Target="../media/image566.png"/><Relationship Id="rId75" Type="http://schemas.openxmlformats.org/officeDocument/2006/relationships/customXml" Target="../ink/ink570.xml"/><Relationship Id="rId96" Type="http://schemas.openxmlformats.org/officeDocument/2006/relationships/image" Target="../media/image587.png"/><Relationship Id="rId140" Type="http://schemas.openxmlformats.org/officeDocument/2006/relationships/image" Target="../media/image609.png"/><Relationship Id="rId161" Type="http://schemas.openxmlformats.org/officeDocument/2006/relationships/customXml" Target="../ink/ink613.xml"/><Relationship Id="rId182" Type="http://schemas.openxmlformats.org/officeDocument/2006/relationships/image" Target="../media/image630.png"/><Relationship Id="rId217" Type="http://schemas.openxmlformats.org/officeDocument/2006/relationships/customXml" Target="../ink/ink641.xml"/><Relationship Id="rId6" Type="http://schemas.openxmlformats.org/officeDocument/2006/relationships/image" Target="../media/image542.png"/><Relationship Id="rId23" Type="http://schemas.openxmlformats.org/officeDocument/2006/relationships/customXml" Target="../ink/ink544.xml"/><Relationship Id="rId119" Type="http://schemas.openxmlformats.org/officeDocument/2006/relationships/customXml" Target="../ink/ink592.xml"/><Relationship Id="rId44" Type="http://schemas.openxmlformats.org/officeDocument/2006/relationships/image" Target="../media/image561.png"/><Relationship Id="rId65" Type="http://schemas.openxmlformats.org/officeDocument/2006/relationships/customXml" Target="../ink/ink565.xml"/><Relationship Id="rId86" Type="http://schemas.openxmlformats.org/officeDocument/2006/relationships/image" Target="../media/image582.png"/><Relationship Id="rId130" Type="http://schemas.openxmlformats.org/officeDocument/2006/relationships/image" Target="../media/image604.png"/><Relationship Id="rId151" Type="http://schemas.openxmlformats.org/officeDocument/2006/relationships/customXml" Target="../ink/ink608.xml"/><Relationship Id="rId172" Type="http://schemas.openxmlformats.org/officeDocument/2006/relationships/image" Target="../media/image625.png"/><Relationship Id="rId193" Type="http://schemas.openxmlformats.org/officeDocument/2006/relationships/customXml" Target="../ink/ink629.xml"/><Relationship Id="rId207" Type="http://schemas.openxmlformats.org/officeDocument/2006/relationships/customXml" Target="../ink/ink636.xml"/><Relationship Id="rId228" Type="http://schemas.openxmlformats.org/officeDocument/2006/relationships/image" Target="../media/image653.png"/><Relationship Id="rId13" Type="http://schemas.openxmlformats.org/officeDocument/2006/relationships/customXml" Target="../ink/ink539.xml"/><Relationship Id="rId109" Type="http://schemas.openxmlformats.org/officeDocument/2006/relationships/customXml" Target="../ink/ink587.xml"/><Relationship Id="rId34" Type="http://schemas.openxmlformats.org/officeDocument/2006/relationships/image" Target="../media/image556.png"/><Relationship Id="rId55" Type="http://schemas.openxmlformats.org/officeDocument/2006/relationships/customXml" Target="../ink/ink560.xml"/><Relationship Id="rId76" Type="http://schemas.openxmlformats.org/officeDocument/2006/relationships/image" Target="../media/image577.png"/><Relationship Id="rId97" Type="http://schemas.openxmlformats.org/officeDocument/2006/relationships/customXml" Target="../ink/ink581.xml"/><Relationship Id="rId120" Type="http://schemas.openxmlformats.org/officeDocument/2006/relationships/image" Target="../media/image599.png"/><Relationship Id="rId141" Type="http://schemas.openxmlformats.org/officeDocument/2006/relationships/customXml" Target="../ink/ink603.xml"/><Relationship Id="rId7" Type="http://schemas.openxmlformats.org/officeDocument/2006/relationships/customXml" Target="../ink/ink536.xml"/><Relationship Id="rId162" Type="http://schemas.openxmlformats.org/officeDocument/2006/relationships/image" Target="../media/image620.png"/><Relationship Id="rId183" Type="http://schemas.openxmlformats.org/officeDocument/2006/relationships/customXml" Target="../ink/ink624.xml"/><Relationship Id="rId218" Type="http://schemas.openxmlformats.org/officeDocument/2006/relationships/image" Target="../media/image648.png"/><Relationship Id="rId24" Type="http://schemas.openxmlformats.org/officeDocument/2006/relationships/image" Target="../media/image551.png"/><Relationship Id="rId45" Type="http://schemas.openxmlformats.org/officeDocument/2006/relationships/customXml" Target="../ink/ink555.xml"/><Relationship Id="rId66" Type="http://schemas.openxmlformats.org/officeDocument/2006/relationships/image" Target="../media/image572.png"/><Relationship Id="rId87" Type="http://schemas.openxmlformats.org/officeDocument/2006/relationships/customXml" Target="../ink/ink576.xml"/><Relationship Id="rId110" Type="http://schemas.openxmlformats.org/officeDocument/2006/relationships/image" Target="../media/image594.png"/><Relationship Id="rId131" Type="http://schemas.openxmlformats.org/officeDocument/2006/relationships/customXml" Target="../ink/ink598.xml"/><Relationship Id="rId152" Type="http://schemas.openxmlformats.org/officeDocument/2006/relationships/image" Target="../media/image615.png"/><Relationship Id="rId173" Type="http://schemas.openxmlformats.org/officeDocument/2006/relationships/customXml" Target="../ink/ink619.xml"/><Relationship Id="rId194" Type="http://schemas.openxmlformats.org/officeDocument/2006/relationships/image" Target="../media/image636.png"/><Relationship Id="rId208" Type="http://schemas.openxmlformats.org/officeDocument/2006/relationships/image" Target="../media/image643.png"/><Relationship Id="rId229" Type="http://schemas.openxmlformats.org/officeDocument/2006/relationships/customXml" Target="../ink/ink647.xml"/><Relationship Id="rId14" Type="http://schemas.openxmlformats.org/officeDocument/2006/relationships/image" Target="../media/image546.png"/><Relationship Id="rId35" Type="http://schemas.openxmlformats.org/officeDocument/2006/relationships/customXml" Target="../ink/ink550.xml"/><Relationship Id="rId56" Type="http://schemas.openxmlformats.org/officeDocument/2006/relationships/image" Target="../media/image567.png"/><Relationship Id="rId77" Type="http://schemas.openxmlformats.org/officeDocument/2006/relationships/customXml" Target="../ink/ink571.xml"/><Relationship Id="rId100" Type="http://schemas.openxmlformats.org/officeDocument/2006/relationships/image" Target="../media/image589.png"/><Relationship Id="rId8" Type="http://schemas.openxmlformats.org/officeDocument/2006/relationships/image" Target="../media/image543.png"/><Relationship Id="rId98" Type="http://schemas.openxmlformats.org/officeDocument/2006/relationships/image" Target="../media/image588.png"/><Relationship Id="rId121" Type="http://schemas.openxmlformats.org/officeDocument/2006/relationships/customXml" Target="../ink/ink593.xml"/><Relationship Id="rId142" Type="http://schemas.openxmlformats.org/officeDocument/2006/relationships/image" Target="../media/image610.png"/><Relationship Id="rId163" Type="http://schemas.openxmlformats.org/officeDocument/2006/relationships/customXml" Target="../ink/ink614.xml"/><Relationship Id="rId184" Type="http://schemas.openxmlformats.org/officeDocument/2006/relationships/image" Target="../media/image631.png"/><Relationship Id="rId219" Type="http://schemas.openxmlformats.org/officeDocument/2006/relationships/customXml" Target="../ink/ink642.xml"/><Relationship Id="rId230" Type="http://schemas.openxmlformats.org/officeDocument/2006/relationships/image" Target="../media/image654.png"/><Relationship Id="rId25" Type="http://schemas.openxmlformats.org/officeDocument/2006/relationships/customXml" Target="../ink/ink545.xml"/><Relationship Id="rId46" Type="http://schemas.openxmlformats.org/officeDocument/2006/relationships/image" Target="../media/image562.png"/><Relationship Id="rId67" Type="http://schemas.openxmlformats.org/officeDocument/2006/relationships/customXml" Target="../ink/ink566.xml"/><Relationship Id="rId20" Type="http://schemas.openxmlformats.org/officeDocument/2006/relationships/image" Target="../media/image549.png"/><Relationship Id="rId41" Type="http://schemas.openxmlformats.org/officeDocument/2006/relationships/customXml" Target="../ink/ink553.xml"/><Relationship Id="rId62" Type="http://schemas.openxmlformats.org/officeDocument/2006/relationships/image" Target="../media/image570.png"/><Relationship Id="rId83" Type="http://schemas.openxmlformats.org/officeDocument/2006/relationships/customXml" Target="../ink/ink574.xml"/><Relationship Id="rId88" Type="http://schemas.openxmlformats.org/officeDocument/2006/relationships/image" Target="../media/image583.png"/><Relationship Id="rId111" Type="http://schemas.openxmlformats.org/officeDocument/2006/relationships/customXml" Target="../ink/ink588.xml"/><Relationship Id="rId132" Type="http://schemas.openxmlformats.org/officeDocument/2006/relationships/image" Target="../media/image605.png"/><Relationship Id="rId153" Type="http://schemas.openxmlformats.org/officeDocument/2006/relationships/customXml" Target="../ink/ink609.xml"/><Relationship Id="rId174" Type="http://schemas.openxmlformats.org/officeDocument/2006/relationships/image" Target="../media/image626.png"/><Relationship Id="rId179" Type="http://schemas.openxmlformats.org/officeDocument/2006/relationships/customXml" Target="../ink/ink622.xml"/><Relationship Id="rId195" Type="http://schemas.openxmlformats.org/officeDocument/2006/relationships/customXml" Target="../ink/ink630.xml"/><Relationship Id="rId209" Type="http://schemas.openxmlformats.org/officeDocument/2006/relationships/customXml" Target="../ink/ink637.xml"/><Relationship Id="rId190" Type="http://schemas.openxmlformats.org/officeDocument/2006/relationships/image" Target="../media/image634.png"/><Relationship Id="rId204" Type="http://schemas.openxmlformats.org/officeDocument/2006/relationships/image" Target="../media/image641.png"/><Relationship Id="rId220" Type="http://schemas.openxmlformats.org/officeDocument/2006/relationships/image" Target="../media/image649.png"/><Relationship Id="rId225" Type="http://schemas.openxmlformats.org/officeDocument/2006/relationships/customXml" Target="../ink/ink645.xml"/><Relationship Id="rId15" Type="http://schemas.openxmlformats.org/officeDocument/2006/relationships/customXml" Target="../ink/ink540.xml"/><Relationship Id="rId36" Type="http://schemas.openxmlformats.org/officeDocument/2006/relationships/image" Target="../media/image557.png"/><Relationship Id="rId57" Type="http://schemas.openxmlformats.org/officeDocument/2006/relationships/customXml" Target="../ink/ink561.xml"/><Relationship Id="rId106" Type="http://schemas.openxmlformats.org/officeDocument/2006/relationships/image" Target="../media/image592.png"/><Relationship Id="rId127" Type="http://schemas.openxmlformats.org/officeDocument/2006/relationships/customXml" Target="../ink/ink596.xml"/><Relationship Id="rId10" Type="http://schemas.openxmlformats.org/officeDocument/2006/relationships/image" Target="../media/image544.png"/><Relationship Id="rId31" Type="http://schemas.openxmlformats.org/officeDocument/2006/relationships/customXml" Target="../ink/ink548.xml"/><Relationship Id="rId52" Type="http://schemas.openxmlformats.org/officeDocument/2006/relationships/image" Target="../media/image565.png"/><Relationship Id="rId73" Type="http://schemas.openxmlformats.org/officeDocument/2006/relationships/customXml" Target="../ink/ink569.xml"/><Relationship Id="rId78" Type="http://schemas.openxmlformats.org/officeDocument/2006/relationships/image" Target="../media/image578.png"/><Relationship Id="rId94" Type="http://schemas.openxmlformats.org/officeDocument/2006/relationships/image" Target="../media/image586.png"/><Relationship Id="rId99" Type="http://schemas.openxmlformats.org/officeDocument/2006/relationships/customXml" Target="../ink/ink582.xml"/><Relationship Id="rId101" Type="http://schemas.openxmlformats.org/officeDocument/2006/relationships/customXml" Target="../ink/ink583.xml"/><Relationship Id="rId122" Type="http://schemas.openxmlformats.org/officeDocument/2006/relationships/image" Target="../media/image600.png"/><Relationship Id="rId143" Type="http://schemas.openxmlformats.org/officeDocument/2006/relationships/customXml" Target="../ink/ink604.xml"/><Relationship Id="rId148" Type="http://schemas.openxmlformats.org/officeDocument/2006/relationships/image" Target="../media/image613.png"/><Relationship Id="rId164" Type="http://schemas.openxmlformats.org/officeDocument/2006/relationships/image" Target="../media/image621.png"/><Relationship Id="rId169" Type="http://schemas.openxmlformats.org/officeDocument/2006/relationships/customXml" Target="../ink/ink617.xml"/><Relationship Id="rId185" Type="http://schemas.openxmlformats.org/officeDocument/2006/relationships/customXml" Target="../ink/ink625.xml"/><Relationship Id="rId4" Type="http://schemas.openxmlformats.org/officeDocument/2006/relationships/image" Target="../media/image541.png"/><Relationship Id="rId9" Type="http://schemas.openxmlformats.org/officeDocument/2006/relationships/customXml" Target="../ink/ink537.xml"/><Relationship Id="rId180" Type="http://schemas.openxmlformats.org/officeDocument/2006/relationships/image" Target="../media/image629.png"/><Relationship Id="rId210" Type="http://schemas.openxmlformats.org/officeDocument/2006/relationships/image" Target="../media/image644.png"/><Relationship Id="rId215" Type="http://schemas.openxmlformats.org/officeDocument/2006/relationships/customXml" Target="../ink/ink640.xml"/><Relationship Id="rId26" Type="http://schemas.openxmlformats.org/officeDocument/2006/relationships/image" Target="../media/image552.png"/><Relationship Id="rId231" Type="http://schemas.openxmlformats.org/officeDocument/2006/relationships/customXml" Target="../ink/ink648.xml"/><Relationship Id="rId47" Type="http://schemas.openxmlformats.org/officeDocument/2006/relationships/customXml" Target="../ink/ink556.xml"/><Relationship Id="rId68" Type="http://schemas.openxmlformats.org/officeDocument/2006/relationships/image" Target="../media/image573.png"/><Relationship Id="rId89" Type="http://schemas.openxmlformats.org/officeDocument/2006/relationships/customXml" Target="../ink/ink577.xml"/><Relationship Id="rId112" Type="http://schemas.openxmlformats.org/officeDocument/2006/relationships/image" Target="../media/image595.png"/><Relationship Id="rId133" Type="http://schemas.openxmlformats.org/officeDocument/2006/relationships/customXml" Target="../ink/ink599.xml"/><Relationship Id="rId154" Type="http://schemas.openxmlformats.org/officeDocument/2006/relationships/image" Target="../media/image616.png"/><Relationship Id="rId175" Type="http://schemas.openxmlformats.org/officeDocument/2006/relationships/customXml" Target="../ink/ink620.xml"/><Relationship Id="rId196" Type="http://schemas.openxmlformats.org/officeDocument/2006/relationships/image" Target="../media/image637.png"/><Relationship Id="rId200" Type="http://schemas.openxmlformats.org/officeDocument/2006/relationships/image" Target="../media/image639.png"/><Relationship Id="rId16" Type="http://schemas.openxmlformats.org/officeDocument/2006/relationships/image" Target="../media/image547.png"/><Relationship Id="rId221" Type="http://schemas.openxmlformats.org/officeDocument/2006/relationships/customXml" Target="../ink/ink643.xml"/><Relationship Id="rId37" Type="http://schemas.openxmlformats.org/officeDocument/2006/relationships/customXml" Target="../ink/ink551.xml"/><Relationship Id="rId58" Type="http://schemas.openxmlformats.org/officeDocument/2006/relationships/image" Target="../media/image568.png"/><Relationship Id="rId79" Type="http://schemas.openxmlformats.org/officeDocument/2006/relationships/customXml" Target="../ink/ink572.xml"/><Relationship Id="rId102" Type="http://schemas.openxmlformats.org/officeDocument/2006/relationships/image" Target="../media/image590.png"/><Relationship Id="rId123" Type="http://schemas.openxmlformats.org/officeDocument/2006/relationships/customXml" Target="../ink/ink594.xml"/><Relationship Id="rId144" Type="http://schemas.openxmlformats.org/officeDocument/2006/relationships/image" Target="../media/image611.png"/><Relationship Id="rId90" Type="http://schemas.openxmlformats.org/officeDocument/2006/relationships/image" Target="../media/image584.png"/><Relationship Id="rId165" Type="http://schemas.openxmlformats.org/officeDocument/2006/relationships/customXml" Target="../ink/ink615.xml"/><Relationship Id="rId186" Type="http://schemas.openxmlformats.org/officeDocument/2006/relationships/image" Target="../media/image632.png"/><Relationship Id="rId211" Type="http://schemas.openxmlformats.org/officeDocument/2006/relationships/customXml" Target="../ink/ink638.xml"/><Relationship Id="rId232" Type="http://schemas.openxmlformats.org/officeDocument/2006/relationships/image" Target="../media/image655.png"/><Relationship Id="rId27" Type="http://schemas.openxmlformats.org/officeDocument/2006/relationships/customXml" Target="../ink/ink546.xml"/><Relationship Id="rId48" Type="http://schemas.openxmlformats.org/officeDocument/2006/relationships/image" Target="../media/image563.png"/><Relationship Id="rId69" Type="http://schemas.openxmlformats.org/officeDocument/2006/relationships/customXml" Target="../ink/ink567.xml"/><Relationship Id="rId113" Type="http://schemas.openxmlformats.org/officeDocument/2006/relationships/customXml" Target="../ink/ink589.xml"/><Relationship Id="rId134" Type="http://schemas.openxmlformats.org/officeDocument/2006/relationships/image" Target="../media/image606.png"/><Relationship Id="rId80" Type="http://schemas.openxmlformats.org/officeDocument/2006/relationships/image" Target="../media/image579.png"/><Relationship Id="rId155" Type="http://schemas.openxmlformats.org/officeDocument/2006/relationships/customXml" Target="../ink/ink610.xml"/><Relationship Id="rId176" Type="http://schemas.openxmlformats.org/officeDocument/2006/relationships/image" Target="../media/image627.png"/><Relationship Id="rId197" Type="http://schemas.openxmlformats.org/officeDocument/2006/relationships/customXml" Target="../ink/ink631.xml"/><Relationship Id="rId201" Type="http://schemas.openxmlformats.org/officeDocument/2006/relationships/customXml" Target="../ink/ink633.xml"/><Relationship Id="rId222" Type="http://schemas.openxmlformats.org/officeDocument/2006/relationships/image" Target="../media/image650.png"/><Relationship Id="rId17" Type="http://schemas.openxmlformats.org/officeDocument/2006/relationships/customXml" Target="../ink/ink541.xml"/><Relationship Id="rId38" Type="http://schemas.openxmlformats.org/officeDocument/2006/relationships/image" Target="../media/image558.png"/><Relationship Id="rId59" Type="http://schemas.openxmlformats.org/officeDocument/2006/relationships/customXml" Target="../ink/ink562.xml"/><Relationship Id="rId103" Type="http://schemas.openxmlformats.org/officeDocument/2006/relationships/customXml" Target="../ink/ink584.xml"/><Relationship Id="rId124" Type="http://schemas.openxmlformats.org/officeDocument/2006/relationships/image" Target="../media/image601.png"/><Relationship Id="rId70" Type="http://schemas.openxmlformats.org/officeDocument/2006/relationships/image" Target="../media/image574.png"/><Relationship Id="rId91" Type="http://schemas.openxmlformats.org/officeDocument/2006/relationships/customXml" Target="../ink/ink578.xml"/><Relationship Id="rId145" Type="http://schemas.openxmlformats.org/officeDocument/2006/relationships/customXml" Target="../ink/ink605.xml"/><Relationship Id="rId166" Type="http://schemas.openxmlformats.org/officeDocument/2006/relationships/image" Target="../media/image622.png"/><Relationship Id="rId187" Type="http://schemas.openxmlformats.org/officeDocument/2006/relationships/customXml" Target="../ink/ink626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645.png"/><Relationship Id="rId233" Type="http://schemas.openxmlformats.org/officeDocument/2006/relationships/customXml" Target="../ink/ink649.xml"/><Relationship Id="rId28" Type="http://schemas.openxmlformats.org/officeDocument/2006/relationships/image" Target="../media/image553.png"/><Relationship Id="rId49" Type="http://schemas.openxmlformats.org/officeDocument/2006/relationships/customXml" Target="../ink/ink557.xml"/><Relationship Id="rId114" Type="http://schemas.openxmlformats.org/officeDocument/2006/relationships/image" Target="../media/image596.png"/><Relationship Id="rId60" Type="http://schemas.openxmlformats.org/officeDocument/2006/relationships/image" Target="../media/image569.png"/><Relationship Id="rId81" Type="http://schemas.openxmlformats.org/officeDocument/2006/relationships/customXml" Target="../ink/ink573.xml"/><Relationship Id="rId135" Type="http://schemas.openxmlformats.org/officeDocument/2006/relationships/customXml" Target="../ink/ink600.xml"/><Relationship Id="rId156" Type="http://schemas.openxmlformats.org/officeDocument/2006/relationships/image" Target="../media/image617.png"/><Relationship Id="rId177" Type="http://schemas.openxmlformats.org/officeDocument/2006/relationships/customXml" Target="../ink/ink621.xml"/><Relationship Id="rId198" Type="http://schemas.openxmlformats.org/officeDocument/2006/relationships/image" Target="../media/image638.png"/><Relationship Id="rId202" Type="http://schemas.openxmlformats.org/officeDocument/2006/relationships/image" Target="../media/image640.png"/><Relationship Id="rId223" Type="http://schemas.openxmlformats.org/officeDocument/2006/relationships/customXml" Target="../ink/ink644.xml"/><Relationship Id="rId18" Type="http://schemas.openxmlformats.org/officeDocument/2006/relationships/image" Target="../media/image548.png"/><Relationship Id="rId39" Type="http://schemas.openxmlformats.org/officeDocument/2006/relationships/customXml" Target="../ink/ink552.xml"/><Relationship Id="rId50" Type="http://schemas.openxmlformats.org/officeDocument/2006/relationships/image" Target="../media/image564.png"/><Relationship Id="rId104" Type="http://schemas.openxmlformats.org/officeDocument/2006/relationships/image" Target="../media/image591.png"/><Relationship Id="rId125" Type="http://schemas.openxmlformats.org/officeDocument/2006/relationships/customXml" Target="../ink/ink595.xml"/><Relationship Id="rId146" Type="http://schemas.openxmlformats.org/officeDocument/2006/relationships/image" Target="../media/image612.png"/><Relationship Id="rId167" Type="http://schemas.openxmlformats.org/officeDocument/2006/relationships/customXml" Target="../ink/ink616.xml"/><Relationship Id="rId188" Type="http://schemas.openxmlformats.org/officeDocument/2006/relationships/image" Target="../media/image633.png"/><Relationship Id="rId71" Type="http://schemas.openxmlformats.org/officeDocument/2006/relationships/customXml" Target="../ink/ink568.xml"/><Relationship Id="rId92" Type="http://schemas.openxmlformats.org/officeDocument/2006/relationships/image" Target="../media/image585.png"/><Relationship Id="rId213" Type="http://schemas.openxmlformats.org/officeDocument/2006/relationships/customXml" Target="../ink/ink639.xml"/><Relationship Id="rId234" Type="http://schemas.openxmlformats.org/officeDocument/2006/relationships/image" Target="../media/image656.png"/><Relationship Id="rId2" Type="http://schemas.openxmlformats.org/officeDocument/2006/relationships/image" Target="../media/image540.png"/><Relationship Id="rId29" Type="http://schemas.openxmlformats.org/officeDocument/2006/relationships/customXml" Target="../ink/ink547.xml"/><Relationship Id="rId40" Type="http://schemas.openxmlformats.org/officeDocument/2006/relationships/image" Target="../media/image559.png"/><Relationship Id="rId115" Type="http://schemas.openxmlformats.org/officeDocument/2006/relationships/customXml" Target="../ink/ink590.xml"/><Relationship Id="rId136" Type="http://schemas.openxmlformats.org/officeDocument/2006/relationships/image" Target="../media/image607.png"/><Relationship Id="rId157" Type="http://schemas.openxmlformats.org/officeDocument/2006/relationships/customXml" Target="../ink/ink611.xml"/><Relationship Id="rId178" Type="http://schemas.openxmlformats.org/officeDocument/2006/relationships/image" Target="../media/image628.png"/><Relationship Id="rId61" Type="http://schemas.openxmlformats.org/officeDocument/2006/relationships/customXml" Target="../ink/ink563.xml"/><Relationship Id="rId82" Type="http://schemas.openxmlformats.org/officeDocument/2006/relationships/image" Target="../media/image580.png"/><Relationship Id="rId199" Type="http://schemas.openxmlformats.org/officeDocument/2006/relationships/customXml" Target="../ink/ink632.xml"/><Relationship Id="rId203" Type="http://schemas.openxmlformats.org/officeDocument/2006/relationships/customXml" Target="../ink/ink634.xml"/><Relationship Id="rId19" Type="http://schemas.openxmlformats.org/officeDocument/2006/relationships/customXml" Target="../ink/ink542.xml"/><Relationship Id="rId224" Type="http://schemas.openxmlformats.org/officeDocument/2006/relationships/image" Target="../media/image651.png"/><Relationship Id="rId30" Type="http://schemas.openxmlformats.org/officeDocument/2006/relationships/image" Target="../media/image554.png"/><Relationship Id="rId105" Type="http://schemas.openxmlformats.org/officeDocument/2006/relationships/customXml" Target="../ink/ink585.xml"/><Relationship Id="rId126" Type="http://schemas.openxmlformats.org/officeDocument/2006/relationships/image" Target="../media/image602.png"/><Relationship Id="rId147" Type="http://schemas.openxmlformats.org/officeDocument/2006/relationships/customXml" Target="../ink/ink606.xml"/><Relationship Id="rId168" Type="http://schemas.openxmlformats.org/officeDocument/2006/relationships/image" Target="../media/image623.png"/><Relationship Id="rId51" Type="http://schemas.openxmlformats.org/officeDocument/2006/relationships/customXml" Target="../ink/ink558.xml"/><Relationship Id="rId72" Type="http://schemas.openxmlformats.org/officeDocument/2006/relationships/image" Target="../media/image575.png"/><Relationship Id="rId93" Type="http://schemas.openxmlformats.org/officeDocument/2006/relationships/customXml" Target="../ink/ink579.xml"/><Relationship Id="rId189" Type="http://schemas.openxmlformats.org/officeDocument/2006/relationships/customXml" Target="../ink/ink627.xml"/><Relationship Id="rId3" Type="http://schemas.openxmlformats.org/officeDocument/2006/relationships/customXml" Target="../ink/ink534.xml"/><Relationship Id="rId214" Type="http://schemas.openxmlformats.org/officeDocument/2006/relationships/image" Target="../media/image646.png"/><Relationship Id="rId116" Type="http://schemas.openxmlformats.org/officeDocument/2006/relationships/image" Target="../media/image597.png"/><Relationship Id="rId137" Type="http://schemas.openxmlformats.org/officeDocument/2006/relationships/customXml" Target="../ink/ink601.xml"/><Relationship Id="rId158" Type="http://schemas.openxmlformats.org/officeDocument/2006/relationships/image" Target="../media/image618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07.xml"/><Relationship Id="rId21" Type="http://schemas.openxmlformats.org/officeDocument/2006/relationships/customXml" Target="../ink/ink659.xml"/><Relationship Id="rId42" Type="http://schemas.openxmlformats.org/officeDocument/2006/relationships/image" Target="../media/image676.png"/><Relationship Id="rId63" Type="http://schemas.openxmlformats.org/officeDocument/2006/relationships/customXml" Target="../ink/ink680.xml"/><Relationship Id="rId84" Type="http://schemas.openxmlformats.org/officeDocument/2006/relationships/image" Target="../media/image697.png"/><Relationship Id="rId138" Type="http://schemas.openxmlformats.org/officeDocument/2006/relationships/image" Target="../media/image724.png"/><Relationship Id="rId107" Type="http://schemas.openxmlformats.org/officeDocument/2006/relationships/customXml" Target="../ink/ink702.xml"/><Relationship Id="rId11" Type="http://schemas.openxmlformats.org/officeDocument/2006/relationships/customXml" Target="../ink/ink654.xml"/><Relationship Id="rId32" Type="http://schemas.openxmlformats.org/officeDocument/2006/relationships/image" Target="../media/image671.png"/><Relationship Id="rId37" Type="http://schemas.openxmlformats.org/officeDocument/2006/relationships/customXml" Target="../ink/ink667.xml"/><Relationship Id="rId53" Type="http://schemas.openxmlformats.org/officeDocument/2006/relationships/customXml" Target="../ink/ink675.xml"/><Relationship Id="rId58" Type="http://schemas.openxmlformats.org/officeDocument/2006/relationships/image" Target="../media/image684.png"/><Relationship Id="rId74" Type="http://schemas.openxmlformats.org/officeDocument/2006/relationships/image" Target="../media/image692.png"/><Relationship Id="rId79" Type="http://schemas.openxmlformats.org/officeDocument/2006/relationships/customXml" Target="../ink/ink688.xml"/><Relationship Id="rId102" Type="http://schemas.openxmlformats.org/officeDocument/2006/relationships/image" Target="../media/image706.png"/><Relationship Id="rId123" Type="http://schemas.openxmlformats.org/officeDocument/2006/relationships/customXml" Target="../ink/ink710.xml"/><Relationship Id="rId128" Type="http://schemas.openxmlformats.org/officeDocument/2006/relationships/image" Target="../media/image719.png"/><Relationship Id="rId144" Type="http://schemas.openxmlformats.org/officeDocument/2006/relationships/image" Target="../media/image533.png"/><Relationship Id="rId5" Type="http://schemas.openxmlformats.org/officeDocument/2006/relationships/customXml" Target="../ink/ink651.xml"/><Relationship Id="rId90" Type="http://schemas.openxmlformats.org/officeDocument/2006/relationships/image" Target="../media/image700.png"/><Relationship Id="rId95" Type="http://schemas.openxmlformats.org/officeDocument/2006/relationships/customXml" Target="../ink/ink696.xml"/><Relationship Id="rId22" Type="http://schemas.openxmlformats.org/officeDocument/2006/relationships/image" Target="../media/image666.png"/><Relationship Id="rId27" Type="http://schemas.openxmlformats.org/officeDocument/2006/relationships/customXml" Target="../ink/ink662.xml"/><Relationship Id="rId43" Type="http://schemas.openxmlformats.org/officeDocument/2006/relationships/customXml" Target="../ink/ink670.xml"/><Relationship Id="rId48" Type="http://schemas.openxmlformats.org/officeDocument/2006/relationships/image" Target="../media/image679.png"/><Relationship Id="rId64" Type="http://schemas.openxmlformats.org/officeDocument/2006/relationships/image" Target="../media/image687.png"/><Relationship Id="rId69" Type="http://schemas.openxmlformats.org/officeDocument/2006/relationships/customXml" Target="../ink/ink683.xml"/><Relationship Id="rId113" Type="http://schemas.openxmlformats.org/officeDocument/2006/relationships/customXml" Target="../ink/ink705.xml"/><Relationship Id="rId118" Type="http://schemas.openxmlformats.org/officeDocument/2006/relationships/image" Target="../media/image714.png"/><Relationship Id="rId134" Type="http://schemas.openxmlformats.org/officeDocument/2006/relationships/image" Target="../media/image722.png"/><Relationship Id="rId139" Type="http://schemas.openxmlformats.org/officeDocument/2006/relationships/customXml" Target="../ink/ink718.xml"/><Relationship Id="rId80" Type="http://schemas.openxmlformats.org/officeDocument/2006/relationships/image" Target="../media/image695.png"/><Relationship Id="rId85" Type="http://schemas.openxmlformats.org/officeDocument/2006/relationships/customXml" Target="../ink/ink691.xml"/><Relationship Id="rId12" Type="http://schemas.openxmlformats.org/officeDocument/2006/relationships/image" Target="../media/image661.png"/><Relationship Id="rId17" Type="http://schemas.openxmlformats.org/officeDocument/2006/relationships/customXml" Target="../ink/ink657.xml"/><Relationship Id="rId33" Type="http://schemas.openxmlformats.org/officeDocument/2006/relationships/customXml" Target="../ink/ink665.xml"/><Relationship Id="rId38" Type="http://schemas.openxmlformats.org/officeDocument/2006/relationships/image" Target="../media/image674.png"/><Relationship Id="rId59" Type="http://schemas.openxmlformats.org/officeDocument/2006/relationships/customXml" Target="../ink/ink678.xml"/><Relationship Id="rId103" Type="http://schemas.openxmlformats.org/officeDocument/2006/relationships/customXml" Target="../ink/ink700.xml"/><Relationship Id="rId108" Type="http://schemas.openxmlformats.org/officeDocument/2006/relationships/image" Target="../media/image709.png"/><Relationship Id="rId124" Type="http://schemas.openxmlformats.org/officeDocument/2006/relationships/image" Target="../media/image717.png"/><Relationship Id="rId129" Type="http://schemas.openxmlformats.org/officeDocument/2006/relationships/customXml" Target="../ink/ink713.xml"/><Relationship Id="rId54" Type="http://schemas.openxmlformats.org/officeDocument/2006/relationships/image" Target="../media/image682.png"/><Relationship Id="rId70" Type="http://schemas.openxmlformats.org/officeDocument/2006/relationships/image" Target="../media/image690.png"/><Relationship Id="rId75" Type="http://schemas.openxmlformats.org/officeDocument/2006/relationships/customXml" Target="../ink/ink686.xml"/><Relationship Id="rId91" Type="http://schemas.openxmlformats.org/officeDocument/2006/relationships/customXml" Target="../ink/ink694.xml"/><Relationship Id="rId96" Type="http://schemas.openxmlformats.org/officeDocument/2006/relationships/image" Target="../media/image703.png"/><Relationship Id="rId140" Type="http://schemas.openxmlformats.org/officeDocument/2006/relationships/image" Target="../media/image7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8.png"/><Relationship Id="rId23" Type="http://schemas.openxmlformats.org/officeDocument/2006/relationships/customXml" Target="../ink/ink660.xml"/><Relationship Id="rId28" Type="http://schemas.openxmlformats.org/officeDocument/2006/relationships/image" Target="../media/image669.png"/><Relationship Id="rId49" Type="http://schemas.openxmlformats.org/officeDocument/2006/relationships/customXml" Target="../ink/ink673.xml"/><Relationship Id="rId114" Type="http://schemas.openxmlformats.org/officeDocument/2006/relationships/image" Target="../media/image712.png"/><Relationship Id="rId119" Type="http://schemas.openxmlformats.org/officeDocument/2006/relationships/customXml" Target="../ink/ink708.xml"/><Relationship Id="rId44" Type="http://schemas.openxmlformats.org/officeDocument/2006/relationships/image" Target="../media/image677.png"/><Relationship Id="rId60" Type="http://schemas.openxmlformats.org/officeDocument/2006/relationships/image" Target="../media/image685.png"/><Relationship Id="rId65" Type="http://schemas.openxmlformats.org/officeDocument/2006/relationships/customXml" Target="../ink/ink681.xml"/><Relationship Id="rId81" Type="http://schemas.openxmlformats.org/officeDocument/2006/relationships/customXml" Target="../ink/ink689.xml"/><Relationship Id="rId86" Type="http://schemas.openxmlformats.org/officeDocument/2006/relationships/image" Target="../media/image698.png"/><Relationship Id="rId130" Type="http://schemas.openxmlformats.org/officeDocument/2006/relationships/image" Target="../media/image720.png"/><Relationship Id="rId135" Type="http://schemas.openxmlformats.org/officeDocument/2006/relationships/customXml" Target="../ink/ink716.xml"/><Relationship Id="rId13" Type="http://schemas.openxmlformats.org/officeDocument/2006/relationships/customXml" Target="../ink/ink655.xml"/><Relationship Id="rId18" Type="http://schemas.openxmlformats.org/officeDocument/2006/relationships/image" Target="../media/image664.png"/><Relationship Id="rId39" Type="http://schemas.openxmlformats.org/officeDocument/2006/relationships/customXml" Target="../ink/ink668.xml"/><Relationship Id="rId109" Type="http://schemas.openxmlformats.org/officeDocument/2006/relationships/customXml" Target="../ink/ink703.xml"/><Relationship Id="rId34" Type="http://schemas.openxmlformats.org/officeDocument/2006/relationships/image" Target="../media/image672.png"/><Relationship Id="rId50" Type="http://schemas.openxmlformats.org/officeDocument/2006/relationships/image" Target="../media/image680.png"/><Relationship Id="rId55" Type="http://schemas.openxmlformats.org/officeDocument/2006/relationships/customXml" Target="../ink/ink676.xml"/><Relationship Id="rId76" Type="http://schemas.openxmlformats.org/officeDocument/2006/relationships/image" Target="../media/image693.png"/><Relationship Id="rId97" Type="http://schemas.openxmlformats.org/officeDocument/2006/relationships/customXml" Target="../ink/ink697.xml"/><Relationship Id="rId104" Type="http://schemas.openxmlformats.org/officeDocument/2006/relationships/image" Target="../media/image707.png"/><Relationship Id="rId120" Type="http://schemas.openxmlformats.org/officeDocument/2006/relationships/image" Target="../media/image715.png"/><Relationship Id="rId125" Type="http://schemas.openxmlformats.org/officeDocument/2006/relationships/customXml" Target="../ink/ink711.xml"/><Relationship Id="rId141" Type="http://schemas.openxmlformats.org/officeDocument/2006/relationships/customXml" Target="../ink/ink719.xml"/><Relationship Id="rId7" Type="http://schemas.openxmlformats.org/officeDocument/2006/relationships/customXml" Target="../ink/ink652.xml"/><Relationship Id="rId71" Type="http://schemas.openxmlformats.org/officeDocument/2006/relationships/customXml" Target="../ink/ink684.xml"/><Relationship Id="rId92" Type="http://schemas.openxmlformats.org/officeDocument/2006/relationships/image" Target="../media/image701.png"/><Relationship Id="rId2" Type="http://schemas.openxmlformats.org/officeDocument/2006/relationships/image" Target="../media/image540.png"/><Relationship Id="rId29" Type="http://schemas.openxmlformats.org/officeDocument/2006/relationships/customXml" Target="../ink/ink663.xml"/><Relationship Id="rId24" Type="http://schemas.openxmlformats.org/officeDocument/2006/relationships/image" Target="../media/image667.png"/><Relationship Id="rId40" Type="http://schemas.openxmlformats.org/officeDocument/2006/relationships/image" Target="../media/image675.png"/><Relationship Id="rId45" Type="http://schemas.openxmlformats.org/officeDocument/2006/relationships/customXml" Target="../ink/ink671.xml"/><Relationship Id="rId66" Type="http://schemas.openxmlformats.org/officeDocument/2006/relationships/image" Target="../media/image688.png"/><Relationship Id="rId87" Type="http://schemas.openxmlformats.org/officeDocument/2006/relationships/customXml" Target="../ink/ink692.xml"/><Relationship Id="rId110" Type="http://schemas.openxmlformats.org/officeDocument/2006/relationships/image" Target="../media/image710.png"/><Relationship Id="rId115" Type="http://schemas.openxmlformats.org/officeDocument/2006/relationships/customXml" Target="../ink/ink706.xml"/><Relationship Id="rId131" Type="http://schemas.openxmlformats.org/officeDocument/2006/relationships/customXml" Target="../ink/ink714.xml"/><Relationship Id="rId136" Type="http://schemas.openxmlformats.org/officeDocument/2006/relationships/image" Target="../media/image723.png"/><Relationship Id="rId61" Type="http://schemas.openxmlformats.org/officeDocument/2006/relationships/customXml" Target="../ink/ink679.xml"/><Relationship Id="rId82" Type="http://schemas.openxmlformats.org/officeDocument/2006/relationships/image" Target="../media/image696.png"/><Relationship Id="rId19" Type="http://schemas.openxmlformats.org/officeDocument/2006/relationships/customXml" Target="../ink/ink658.xml"/><Relationship Id="rId14" Type="http://schemas.openxmlformats.org/officeDocument/2006/relationships/image" Target="../media/image662.png"/><Relationship Id="rId30" Type="http://schemas.openxmlformats.org/officeDocument/2006/relationships/image" Target="../media/image670.png"/><Relationship Id="rId35" Type="http://schemas.openxmlformats.org/officeDocument/2006/relationships/customXml" Target="../ink/ink666.xml"/><Relationship Id="rId56" Type="http://schemas.openxmlformats.org/officeDocument/2006/relationships/image" Target="../media/image683.png"/><Relationship Id="rId77" Type="http://schemas.openxmlformats.org/officeDocument/2006/relationships/customXml" Target="../ink/ink687.xml"/><Relationship Id="rId100" Type="http://schemas.openxmlformats.org/officeDocument/2006/relationships/image" Target="../media/image705.png"/><Relationship Id="rId105" Type="http://schemas.openxmlformats.org/officeDocument/2006/relationships/customXml" Target="../ink/ink701.xml"/><Relationship Id="rId126" Type="http://schemas.openxmlformats.org/officeDocument/2006/relationships/image" Target="../media/image718.png"/><Relationship Id="rId8" Type="http://schemas.openxmlformats.org/officeDocument/2006/relationships/image" Target="../media/image659.png"/><Relationship Id="rId51" Type="http://schemas.openxmlformats.org/officeDocument/2006/relationships/customXml" Target="../ink/ink674.xml"/><Relationship Id="rId72" Type="http://schemas.openxmlformats.org/officeDocument/2006/relationships/image" Target="../media/image691.png"/><Relationship Id="rId93" Type="http://schemas.openxmlformats.org/officeDocument/2006/relationships/customXml" Target="../ink/ink695.xml"/><Relationship Id="rId98" Type="http://schemas.openxmlformats.org/officeDocument/2006/relationships/image" Target="../media/image704.png"/><Relationship Id="rId121" Type="http://schemas.openxmlformats.org/officeDocument/2006/relationships/customXml" Target="../ink/ink709.xml"/><Relationship Id="rId142" Type="http://schemas.openxmlformats.org/officeDocument/2006/relationships/image" Target="../media/image726.png"/><Relationship Id="rId3" Type="http://schemas.openxmlformats.org/officeDocument/2006/relationships/customXml" Target="../ink/ink650.xml"/><Relationship Id="rId25" Type="http://schemas.openxmlformats.org/officeDocument/2006/relationships/customXml" Target="../ink/ink661.xml"/><Relationship Id="rId46" Type="http://schemas.openxmlformats.org/officeDocument/2006/relationships/image" Target="../media/image678.png"/><Relationship Id="rId67" Type="http://schemas.openxmlformats.org/officeDocument/2006/relationships/customXml" Target="../ink/ink682.xml"/><Relationship Id="rId116" Type="http://schemas.openxmlformats.org/officeDocument/2006/relationships/image" Target="../media/image713.png"/><Relationship Id="rId137" Type="http://schemas.openxmlformats.org/officeDocument/2006/relationships/customXml" Target="../ink/ink717.xml"/><Relationship Id="rId20" Type="http://schemas.openxmlformats.org/officeDocument/2006/relationships/image" Target="../media/image665.png"/><Relationship Id="rId41" Type="http://schemas.openxmlformats.org/officeDocument/2006/relationships/customXml" Target="../ink/ink669.xml"/><Relationship Id="rId62" Type="http://schemas.openxmlformats.org/officeDocument/2006/relationships/image" Target="../media/image686.png"/><Relationship Id="rId83" Type="http://schemas.openxmlformats.org/officeDocument/2006/relationships/customXml" Target="../ink/ink690.xml"/><Relationship Id="rId88" Type="http://schemas.openxmlformats.org/officeDocument/2006/relationships/image" Target="../media/image699.png"/><Relationship Id="rId111" Type="http://schemas.openxmlformats.org/officeDocument/2006/relationships/customXml" Target="../ink/ink704.xml"/><Relationship Id="rId132" Type="http://schemas.openxmlformats.org/officeDocument/2006/relationships/image" Target="../media/image721.png"/><Relationship Id="rId15" Type="http://schemas.openxmlformats.org/officeDocument/2006/relationships/customXml" Target="../ink/ink656.xml"/><Relationship Id="rId36" Type="http://schemas.openxmlformats.org/officeDocument/2006/relationships/image" Target="../media/image673.png"/><Relationship Id="rId57" Type="http://schemas.openxmlformats.org/officeDocument/2006/relationships/customXml" Target="../ink/ink677.xml"/><Relationship Id="rId106" Type="http://schemas.openxmlformats.org/officeDocument/2006/relationships/image" Target="../media/image708.png"/><Relationship Id="rId127" Type="http://schemas.openxmlformats.org/officeDocument/2006/relationships/customXml" Target="../ink/ink712.xml"/><Relationship Id="rId10" Type="http://schemas.openxmlformats.org/officeDocument/2006/relationships/image" Target="../media/image660.png"/><Relationship Id="rId31" Type="http://schemas.openxmlformats.org/officeDocument/2006/relationships/customXml" Target="../ink/ink664.xml"/><Relationship Id="rId52" Type="http://schemas.openxmlformats.org/officeDocument/2006/relationships/image" Target="../media/image681.png"/><Relationship Id="rId73" Type="http://schemas.openxmlformats.org/officeDocument/2006/relationships/customXml" Target="../ink/ink685.xml"/><Relationship Id="rId78" Type="http://schemas.openxmlformats.org/officeDocument/2006/relationships/image" Target="../media/image694.png"/><Relationship Id="rId94" Type="http://schemas.openxmlformats.org/officeDocument/2006/relationships/image" Target="../media/image702.png"/><Relationship Id="rId99" Type="http://schemas.openxmlformats.org/officeDocument/2006/relationships/customXml" Target="../ink/ink698.xml"/><Relationship Id="rId101" Type="http://schemas.openxmlformats.org/officeDocument/2006/relationships/customXml" Target="../ink/ink699.xml"/><Relationship Id="rId122" Type="http://schemas.openxmlformats.org/officeDocument/2006/relationships/image" Target="../media/image716.png"/><Relationship Id="rId143" Type="http://schemas.openxmlformats.org/officeDocument/2006/relationships/customXml" Target="../ink/ink720.xml"/><Relationship Id="rId4" Type="http://schemas.openxmlformats.org/officeDocument/2006/relationships/image" Target="../media/image657.png"/><Relationship Id="rId9" Type="http://schemas.openxmlformats.org/officeDocument/2006/relationships/customXml" Target="../ink/ink653.xml"/><Relationship Id="rId26" Type="http://schemas.openxmlformats.org/officeDocument/2006/relationships/image" Target="../media/image668.png"/><Relationship Id="rId47" Type="http://schemas.openxmlformats.org/officeDocument/2006/relationships/customXml" Target="../ink/ink672.xml"/><Relationship Id="rId68" Type="http://schemas.openxmlformats.org/officeDocument/2006/relationships/image" Target="../media/image689.png"/><Relationship Id="rId89" Type="http://schemas.openxmlformats.org/officeDocument/2006/relationships/customXml" Target="../ink/ink693.xml"/><Relationship Id="rId112" Type="http://schemas.openxmlformats.org/officeDocument/2006/relationships/image" Target="../media/image711.png"/><Relationship Id="rId133" Type="http://schemas.openxmlformats.org/officeDocument/2006/relationships/customXml" Target="../ink/ink715.xml"/><Relationship Id="rId16" Type="http://schemas.openxmlformats.org/officeDocument/2006/relationships/image" Target="../media/image663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78.xml"/><Relationship Id="rId21" Type="http://schemas.openxmlformats.org/officeDocument/2006/relationships/customXml" Target="../ink/ink730.xml"/><Relationship Id="rId42" Type="http://schemas.openxmlformats.org/officeDocument/2006/relationships/image" Target="../media/image747.png"/><Relationship Id="rId63" Type="http://schemas.openxmlformats.org/officeDocument/2006/relationships/customXml" Target="../ink/ink751.xml"/><Relationship Id="rId84" Type="http://schemas.openxmlformats.org/officeDocument/2006/relationships/image" Target="../media/image767.png"/><Relationship Id="rId138" Type="http://schemas.openxmlformats.org/officeDocument/2006/relationships/image" Target="../media/image794.png"/><Relationship Id="rId159" Type="http://schemas.openxmlformats.org/officeDocument/2006/relationships/customXml" Target="../ink/ink799.xml"/><Relationship Id="rId170" Type="http://schemas.openxmlformats.org/officeDocument/2006/relationships/image" Target="../media/image810.png"/><Relationship Id="rId191" Type="http://schemas.openxmlformats.org/officeDocument/2006/relationships/customXml" Target="../ink/ink815.xml"/><Relationship Id="rId205" Type="http://schemas.openxmlformats.org/officeDocument/2006/relationships/customXml" Target="../ink/ink822.xml"/><Relationship Id="rId226" Type="http://schemas.openxmlformats.org/officeDocument/2006/relationships/image" Target="../media/image838.png"/><Relationship Id="rId107" Type="http://schemas.openxmlformats.org/officeDocument/2006/relationships/customXml" Target="../ink/ink773.xml"/><Relationship Id="rId11" Type="http://schemas.openxmlformats.org/officeDocument/2006/relationships/customXml" Target="../ink/ink725.xml"/><Relationship Id="rId32" Type="http://schemas.openxmlformats.org/officeDocument/2006/relationships/image" Target="../media/image742.png"/><Relationship Id="rId53" Type="http://schemas.openxmlformats.org/officeDocument/2006/relationships/customXml" Target="../ink/ink746.xml"/><Relationship Id="rId74" Type="http://schemas.openxmlformats.org/officeDocument/2006/relationships/image" Target="../media/image762.png"/><Relationship Id="rId128" Type="http://schemas.openxmlformats.org/officeDocument/2006/relationships/image" Target="../media/image789.png"/><Relationship Id="rId149" Type="http://schemas.openxmlformats.org/officeDocument/2006/relationships/customXml" Target="../ink/ink794.xml"/><Relationship Id="rId5" Type="http://schemas.openxmlformats.org/officeDocument/2006/relationships/customXml" Target="../ink/ink722.xml"/><Relationship Id="rId95" Type="http://schemas.openxmlformats.org/officeDocument/2006/relationships/customXml" Target="../ink/ink767.xml"/><Relationship Id="rId160" Type="http://schemas.openxmlformats.org/officeDocument/2006/relationships/image" Target="../media/image805.png"/><Relationship Id="rId181" Type="http://schemas.openxmlformats.org/officeDocument/2006/relationships/customXml" Target="../ink/ink810.xml"/><Relationship Id="rId216" Type="http://schemas.openxmlformats.org/officeDocument/2006/relationships/image" Target="../media/image833.png"/><Relationship Id="rId237" Type="http://schemas.openxmlformats.org/officeDocument/2006/relationships/customXml" Target="../ink/ink838.xml"/><Relationship Id="rId22" Type="http://schemas.openxmlformats.org/officeDocument/2006/relationships/image" Target="../media/image737.png"/><Relationship Id="rId43" Type="http://schemas.openxmlformats.org/officeDocument/2006/relationships/customXml" Target="../ink/ink741.xml"/><Relationship Id="rId64" Type="http://schemas.openxmlformats.org/officeDocument/2006/relationships/image" Target="../media/image757.png"/><Relationship Id="rId118" Type="http://schemas.openxmlformats.org/officeDocument/2006/relationships/image" Target="../media/image784.png"/><Relationship Id="rId139" Type="http://schemas.openxmlformats.org/officeDocument/2006/relationships/customXml" Target="../ink/ink789.xml"/><Relationship Id="rId85" Type="http://schemas.openxmlformats.org/officeDocument/2006/relationships/customXml" Target="../ink/ink762.xml"/><Relationship Id="rId150" Type="http://schemas.openxmlformats.org/officeDocument/2006/relationships/image" Target="../media/image800.png"/><Relationship Id="rId171" Type="http://schemas.openxmlformats.org/officeDocument/2006/relationships/customXml" Target="../ink/ink805.xml"/><Relationship Id="rId192" Type="http://schemas.openxmlformats.org/officeDocument/2006/relationships/image" Target="../media/image821.png"/><Relationship Id="rId206" Type="http://schemas.openxmlformats.org/officeDocument/2006/relationships/image" Target="../media/image828.png"/><Relationship Id="rId227" Type="http://schemas.openxmlformats.org/officeDocument/2006/relationships/customXml" Target="../ink/ink833.xml"/><Relationship Id="rId12" Type="http://schemas.openxmlformats.org/officeDocument/2006/relationships/image" Target="../media/image732.png"/><Relationship Id="rId33" Type="http://schemas.openxmlformats.org/officeDocument/2006/relationships/customXml" Target="../ink/ink736.xml"/><Relationship Id="rId108" Type="http://schemas.openxmlformats.org/officeDocument/2006/relationships/image" Target="../media/image779.png"/><Relationship Id="rId129" Type="http://schemas.openxmlformats.org/officeDocument/2006/relationships/customXml" Target="../ink/ink784.xml"/><Relationship Id="rId54" Type="http://schemas.openxmlformats.org/officeDocument/2006/relationships/image" Target="../media/image752.png"/><Relationship Id="rId75" Type="http://schemas.openxmlformats.org/officeDocument/2006/relationships/customXml" Target="../ink/ink757.xml"/><Relationship Id="rId96" Type="http://schemas.openxmlformats.org/officeDocument/2006/relationships/image" Target="../media/image773.png"/><Relationship Id="rId140" Type="http://schemas.openxmlformats.org/officeDocument/2006/relationships/image" Target="../media/image795.png"/><Relationship Id="rId161" Type="http://schemas.openxmlformats.org/officeDocument/2006/relationships/customXml" Target="../ink/ink800.xml"/><Relationship Id="rId182" Type="http://schemas.openxmlformats.org/officeDocument/2006/relationships/image" Target="../media/image816.png"/><Relationship Id="rId217" Type="http://schemas.openxmlformats.org/officeDocument/2006/relationships/customXml" Target="../ink/ink828.xml"/><Relationship Id="rId6" Type="http://schemas.openxmlformats.org/officeDocument/2006/relationships/image" Target="../media/image729.png"/><Relationship Id="rId238" Type="http://schemas.openxmlformats.org/officeDocument/2006/relationships/image" Target="../media/image844.png"/><Relationship Id="rId23" Type="http://schemas.openxmlformats.org/officeDocument/2006/relationships/customXml" Target="../ink/ink731.xml"/><Relationship Id="rId119" Type="http://schemas.openxmlformats.org/officeDocument/2006/relationships/customXml" Target="../ink/ink779.xml"/><Relationship Id="rId44" Type="http://schemas.openxmlformats.org/officeDocument/2006/relationships/image" Target="../media/image748.png"/><Relationship Id="rId65" Type="http://schemas.openxmlformats.org/officeDocument/2006/relationships/customXml" Target="../ink/ink752.xml"/><Relationship Id="rId86" Type="http://schemas.openxmlformats.org/officeDocument/2006/relationships/image" Target="../media/image768.png"/><Relationship Id="rId130" Type="http://schemas.openxmlformats.org/officeDocument/2006/relationships/image" Target="../media/image790.png"/><Relationship Id="rId151" Type="http://schemas.openxmlformats.org/officeDocument/2006/relationships/customXml" Target="../ink/ink795.xml"/><Relationship Id="rId172" Type="http://schemas.openxmlformats.org/officeDocument/2006/relationships/image" Target="../media/image811.png"/><Relationship Id="rId193" Type="http://schemas.openxmlformats.org/officeDocument/2006/relationships/customXml" Target="../ink/ink816.xml"/><Relationship Id="rId207" Type="http://schemas.openxmlformats.org/officeDocument/2006/relationships/customXml" Target="../ink/ink823.xml"/><Relationship Id="rId228" Type="http://schemas.openxmlformats.org/officeDocument/2006/relationships/image" Target="../media/image839.png"/><Relationship Id="rId13" Type="http://schemas.openxmlformats.org/officeDocument/2006/relationships/customXml" Target="../ink/ink726.xml"/><Relationship Id="rId109" Type="http://schemas.openxmlformats.org/officeDocument/2006/relationships/customXml" Target="../ink/ink774.xml"/><Relationship Id="rId34" Type="http://schemas.openxmlformats.org/officeDocument/2006/relationships/image" Target="../media/image743.png"/><Relationship Id="rId55" Type="http://schemas.openxmlformats.org/officeDocument/2006/relationships/customXml" Target="../ink/ink747.xml"/><Relationship Id="rId76" Type="http://schemas.openxmlformats.org/officeDocument/2006/relationships/image" Target="../media/image763.png"/><Relationship Id="rId97" Type="http://schemas.openxmlformats.org/officeDocument/2006/relationships/customXml" Target="../ink/ink768.xml"/><Relationship Id="rId120" Type="http://schemas.openxmlformats.org/officeDocument/2006/relationships/image" Target="../media/image785.png"/><Relationship Id="rId141" Type="http://schemas.openxmlformats.org/officeDocument/2006/relationships/customXml" Target="../ink/ink790.xml"/><Relationship Id="rId7" Type="http://schemas.openxmlformats.org/officeDocument/2006/relationships/customXml" Target="../ink/ink723.xml"/><Relationship Id="rId162" Type="http://schemas.openxmlformats.org/officeDocument/2006/relationships/image" Target="../media/image806.png"/><Relationship Id="rId183" Type="http://schemas.openxmlformats.org/officeDocument/2006/relationships/customXml" Target="../ink/ink811.xml"/><Relationship Id="rId218" Type="http://schemas.openxmlformats.org/officeDocument/2006/relationships/image" Target="../media/image834.png"/><Relationship Id="rId239" Type="http://schemas.openxmlformats.org/officeDocument/2006/relationships/customXml" Target="../ink/ink839.xml"/><Relationship Id="rId24" Type="http://schemas.openxmlformats.org/officeDocument/2006/relationships/image" Target="../media/image738.png"/><Relationship Id="rId45" Type="http://schemas.openxmlformats.org/officeDocument/2006/relationships/customXml" Target="../ink/ink742.xml"/><Relationship Id="rId66" Type="http://schemas.openxmlformats.org/officeDocument/2006/relationships/image" Target="../media/image758.png"/><Relationship Id="rId87" Type="http://schemas.openxmlformats.org/officeDocument/2006/relationships/customXml" Target="../ink/ink763.xml"/><Relationship Id="rId110" Type="http://schemas.openxmlformats.org/officeDocument/2006/relationships/image" Target="../media/image780.png"/><Relationship Id="rId131" Type="http://schemas.openxmlformats.org/officeDocument/2006/relationships/customXml" Target="../ink/ink785.xml"/><Relationship Id="rId152" Type="http://schemas.openxmlformats.org/officeDocument/2006/relationships/image" Target="../media/image801.png"/><Relationship Id="rId173" Type="http://schemas.openxmlformats.org/officeDocument/2006/relationships/customXml" Target="../ink/ink806.xml"/><Relationship Id="rId194" Type="http://schemas.openxmlformats.org/officeDocument/2006/relationships/image" Target="../media/image822.png"/><Relationship Id="rId208" Type="http://schemas.openxmlformats.org/officeDocument/2006/relationships/image" Target="../media/image829.png"/><Relationship Id="rId229" Type="http://schemas.openxmlformats.org/officeDocument/2006/relationships/customXml" Target="../ink/ink834.xml"/><Relationship Id="rId240" Type="http://schemas.openxmlformats.org/officeDocument/2006/relationships/image" Target="../media/image845.png"/><Relationship Id="rId14" Type="http://schemas.openxmlformats.org/officeDocument/2006/relationships/image" Target="../media/image733.png"/><Relationship Id="rId35" Type="http://schemas.openxmlformats.org/officeDocument/2006/relationships/customXml" Target="../ink/ink737.xml"/><Relationship Id="rId56" Type="http://schemas.openxmlformats.org/officeDocument/2006/relationships/image" Target="../media/image753.png"/><Relationship Id="rId77" Type="http://schemas.openxmlformats.org/officeDocument/2006/relationships/customXml" Target="../ink/ink758.xml"/><Relationship Id="rId100" Type="http://schemas.openxmlformats.org/officeDocument/2006/relationships/image" Target="../media/image775.png"/><Relationship Id="rId8" Type="http://schemas.openxmlformats.org/officeDocument/2006/relationships/image" Target="../media/image730.png"/><Relationship Id="rId98" Type="http://schemas.openxmlformats.org/officeDocument/2006/relationships/image" Target="../media/image774.png"/><Relationship Id="rId121" Type="http://schemas.openxmlformats.org/officeDocument/2006/relationships/customXml" Target="../ink/ink780.xml"/><Relationship Id="rId142" Type="http://schemas.openxmlformats.org/officeDocument/2006/relationships/image" Target="../media/image796.png"/><Relationship Id="rId163" Type="http://schemas.openxmlformats.org/officeDocument/2006/relationships/customXml" Target="../ink/ink801.xml"/><Relationship Id="rId184" Type="http://schemas.openxmlformats.org/officeDocument/2006/relationships/image" Target="../media/image817.png"/><Relationship Id="rId219" Type="http://schemas.openxmlformats.org/officeDocument/2006/relationships/customXml" Target="../ink/ink829.xml"/><Relationship Id="rId230" Type="http://schemas.openxmlformats.org/officeDocument/2006/relationships/image" Target="../media/image840.png"/><Relationship Id="rId25" Type="http://schemas.openxmlformats.org/officeDocument/2006/relationships/customXml" Target="../ink/ink732.xml"/><Relationship Id="rId46" Type="http://schemas.openxmlformats.org/officeDocument/2006/relationships/image" Target="../media/image749.png"/><Relationship Id="rId67" Type="http://schemas.openxmlformats.org/officeDocument/2006/relationships/customXml" Target="../ink/ink753.xml"/><Relationship Id="rId88" Type="http://schemas.openxmlformats.org/officeDocument/2006/relationships/image" Target="../media/image769.png"/><Relationship Id="rId111" Type="http://schemas.openxmlformats.org/officeDocument/2006/relationships/customXml" Target="../ink/ink775.xml"/><Relationship Id="rId132" Type="http://schemas.openxmlformats.org/officeDocument/2006/relationships/image" Target="../media/image791.png"/><Relationship Id="rId153" Type="http://schemas.openxmlformats.org/officeDocument/2006/relationships/customXml" Target="../ink/ink796.xml"/><Relationship Id="rId174" Type="http://schemas.openxmlformats.org/officeDocument/2006/relationships/image" Target="../media/image812.png"/><Relationship Id="rId195" Type="http://schemas.openxmlformats.org/officeDocument/2006/relationships/customXml" Target="../ink/ink817.xml"/><Relationship Id="rId209" Type="http://schemas.openxmlformats.org/officeDocument/2006/relationships/customXml" Target="../ink/ink824.xml"/><Relationship Id="rId220" Type="http://schemas.openxmlformats.org/officeDocument/2006/relationships/image" Target="../media/image835.png"/><Relationship Id="rId241" Type="http://schemas.openxmlformats.org/officeDocument/2006/relationships/customXml" Target="../ink/ink840.xml"/><Relationship Id="rId15" Type="http://schemas.openxmlformats.org/officeDocument/2006/relationships/customXml" Target="../ink/ink727.xml"/><Relationship Id="rId36" Type="http://schemas.openxmlformats.org/officeDocument/2006/relationships/image" Target="../media/image744.png"/><Relationship Id="rId57" Type="http://schemas.openxmlformats.org/officeDocument/2006/relationships/customXml" Target="../ink/ink748.xml"/><Relationship Id="rId106" Type="http://schemas.openxmlformats.org/officeDocument/2006/relationships/image" Target="../media/image778.png"/><Relationship Id="rId127" Type="http://schemas.openxmlformats.org/officeDocument/2006/relationships/customXml" Target="../ink/ink783.xml"/><Relationship Id="rId10" Type="http://schemas.openxmlformats.org/officeDocument/2006/relationships/image" Target="../media/image731.png"/><Relationship Id="rId31" Type="http://schemas.openxmlformats.org/officeDocument/2006/relationships/customXml" Target="../ink/ink735.xml"/><Relationship Id="rId52" Type="http://schemas.openxmlformats.org/officeDocument/2006/relationships/image" Target="../media/image751.png"/><Relationship Id="rId73" Type="http://schemas.openxmlformats.org/officeDocument/2006/relationships/customXml" Target="../ink/ink756.xml"/><Relationship Id="rId78" Type="http://schemas.openxmlformats.org/officeDocument/2006/relationships/image" Target="../media/image764.png"/><Relationship Id="rId94" Type="http://schemas.openxmlformats.org/officeDocument/2006/relationships/image" Target="../media/image772.png"/><Relationship Id="rId99" Type="http://schemas.openxmlformats.org/officeDocument/2006/relationships/customXml" Target="../ink/ink769.xml"/><Relationship Id="rId101" Type="http://schemas.openxmlformats.org/officeDocument/2006/relationships/customXml" Target="../ink/ink770.xml"/><Relationship Id="rId122" Type="http://schemas.openxmlformats.org/officeDocument/2006/relationships/image" Target="../media/image786.png"/><Relationship Id="rId143" Type="http://schemas.openxmlformats.org/officeDocument/2006/relationships/customXml" Target="../ink/ink791.xml"/><Relationship Id="rId148" Type="http://schemas.openxmlformats.org/officeDocument/2006/relationships/image" Target="../media/image799.png"/><Relationship Id="rId164" Type="http://schemas.openxmlformats.org/officeDocument/2006/relationships/image" Target="../media/image807.png"/><Relationship Id="rId169" Type="http://schemas.openxmlformats.org/officeDocument/2006/relationships/customXml" Target="../ink/ink804.xml"/><Relationship Id="rId185" Type="http://schemas.openxmlformats.org/officeDocument/2006/relationships/customXml" Target="../ink/ink812.xml"/><Relationship Id="rId4" Type="http://schemas.openxmlformats.org/officeDocument/2006/relationships/image" Target="../media/image728.png"/><Relationship Id="rId9" Type="http://schemas.openxmlformats.org/officeDocument/2006/relationships/customXml" Target="../ink/ink724.xml"/><Relationship Id="rId180" Type="http://schemas.openxmlformats.org/officeDocument/2006/relationships/image" Target="../media/image815.png"/><Relationship Id="rId210" Type="http://schemas.openxmlformats.org/officeDocument/2006/relationships/image" Target="../media/image830.png"/><Relationship Id="rId215" Type="http://schemas.openxmlformats.org/officeDocument/2006/relationships/customXml" Target="../ink/ink827.xml"/><Relationship Id="rId236" Type="http://schemas.openxmlformats.org/officeDocument/2006/relationships/image" Target="../media/image843.png"/><Relationship Id="rId26" Type="http://schemas.openxmlformats.org/officeDocument/2006/relationships/image" Target="../media/image739.png"/><Relationship Id="rId231" Type="http://schemas.openxmlformats.org/officeDocument/2006/relationships/customXml" Target="../ink/ink835.xml"/><Relationship Id="rId47" Type="http://schemas.openxmlformats.org/officeDocument/2006/relationships/customXml" Target="../ink/ink743.xml"/><Relationship Id="rId68" Type="http://schemas.openxmlformats.org/officeDocument/2006/relationships/image" Target="../media/image759.png"/><Relationship Id="rId89" Type="http://schemas.openxmlformats.org/officeDocument/2006/relationships/customXml" Target="../ink/ink764.xml"/><Relationship Id="rId112" Type="http://schemas.openxmlformats.org/officeDocument/2006/relationships/image" Target="../media/image781.png"/><Relationship Id="rId133" Type="http://schemas.openxmlformats.org/officeDocument/2006/relationships/customXml" Target="../ink/ink786.xml"/><Relationship Id="rId154" Type="http://schemas.openxmlformats.org/officeDocument/2006/relationships/image" Target="../media/image802.png"/><Relationship Id="rId175" Type="http://schemas.openxmlformats.org/officeDocument/2006/relationships/customXml" Target="../ink/ink807.xml"/><Relationship Id="rId196" Type="http://schemas.openxmlformats.org/officeDocument/2006/relationships/image" Target="../media/image823.png"/><Relationship Id="rId200" Type="http://schemas.openxmlformats.org/officeDocument/2006/relationships/image" Target="../media/image825.png"/><Relationship Id="rId16" Type="http://schemas.openxmlformats.org/officeDocument/2006/relationships/image" Target="../media/image734.png"/><Relationship Id="rId221" Type="http://schemas.openxmlformats.org/officeDocument/2006/relationships/customXml" Target="../ink/ink830.xml"/><Relationship Id="rId242" Type="http://schemas.openxmlformats.org/officeDocument/2006/relationships/image" Target="../media/image846.png"/><Relationship Id="rId37" Type="http://schemas.openxmlformats.org/officeDocument/2006/relationships/customXml" Target="../ink/ink738.xml"/><Relationship Id="rId58" Type="http://schemas.openxmlformats.org/officeDocument/2006/relationships/image" Target="../media/image754.png"/><Relationship Id="rId79" Type="http://schemas.openxmlformats.org/officeDocument/2006/relationships/customXml" Target="../ink/ink759.xml"/><Relationship Id="rId102" Type="http://schemas.openxmlformats.org/officeDocument/2006/relationships/image" Target="../media/image776.png"/><Relationship Id="rId123" Type="http://schemas.openxmlformats.org/officeDocument/2006/relationships/customXml" Target="../ink/ink781.xml"/><Relationship Id="rId144" Type="http://schemas.openxmlformats.org/officeDocument/2006/relationships/image" Target="../media/image797.png"/><Relationship Id="rId90" Type="http://schemas.openxmlformats.org/officeDocument/2006/relationships/image" Target="../media/image770.png"/><Relationship Id="rId165" Type="http://schemas.openxmlformats.org/officeDocument/2006/relationships/customXml" Target="../ink/ink802.xml"/><Relationship Id="rId186" Type="http://schemas.openxmlformats.org/officeDocument/2006/relationships/image" Target="../media/image818.png"/><Relationship Id="rId211" Type="http://schemas.openxmlformats.org/officeDocument/2006/relationships/customXml" Target="../ink/ink825.xml"/><Relationship Id="rId232" Type="http://schemas.openxmlformats.org/officeDocument/2006/relationships/image" Target="../media/image841.png"/><Relationship Id="rId27" Type="http://schemas.openxmlformats.org/officeDocument/2006/relationships/customXml" Target="../ink/ink733.xml"/><Relationship Id="rId48" Type="http://schemas.openxmlformats.org/officeDocument/2006/relationships/image" Target="../media/image260.png"/><Relationship Id="rId69" Type="http://schemas.openxmlformats.org/officeDocument/2006/relationships/customXml" Target="../ink/ink754.xml"/><Relationship Id="rId113" Type="http://schemas.openxmlformats.org/officeDocument/2006/relationships/customXml" Target="../ink/ink776.xml"/><Relationship Id="rId134" Type="http://schemas.openxmlformats.org/officeDocument/2006/relationships/image" Target="../media/image792.png"/><Relationship Id="rId80" Type="http://schemas.openxmlformats.org/officeDocument/2006/relationships/image" Target="../media/image765.png"/><Relationship Id="rId155" Type="http://schemas.openxmlformats.org/officeDocument/2006/relationships/customXml" Target="../ink/ink797.xml"/><Relationship Id="rId176" Type="http://schemas.openxmlformats.org/officeDocument/2006/relationships/image" Target="../media/image813.png"/><Relationship Id="rId197" Type="http://schemas.openxmlformats.org/officeDocument/2006/relationships/customXml" Target="../ink/ink818.xml"/><Relationship Id="rId201" Type="http://schemas.openxmlformats.org/officeDocument/2006/relationships/customXml" Target="../ink/ink820.xml"/><Relationship Id="rId222" Type="http://schemas.openxmlformats.org/officeDocument/2006/relationships/image" Target="../media/image836.png"/><Relationship Id="rId17" Type="http://schemas.openxmlformats.org/officeDocument/2006/relationships/customXml" Target="../ink/ink728.xml"/><Relationship Id="rId38" Type="http://schemas.openxmlformats.org/officeDocument/2006/relationships/image" Target="../media/image745.png"/><Relationship Id="rId59" Type="http://schemas.openxmlformats.org/officeDocument/2006/relationships/customXml" Target="../ink/ink749.xml"/><Relationship Id="rId103" Type="http://schemas.openxmlformats.org/officeDocument/2006/relationships/customXml" Target="../ink/ink771.xml"/><Relationship Id="rId124" Type="http://schemas.openxmlformats.org/officeDocument/2006/relationships/image" Target="../media/image787.png"/><Relationship Id="rId70" Type="http://schemas.openxmlformats.org/officeDocument/2006/relationships/image" Target="../media/image760.png"/><Relationship Id="rId91" Type="http://schemas.openxmlformats.org/officeDocument/2006/relationships/customXml" Target="../ink/ink765.xml"/><Relationship Id="rId145" Type="http://schemas.openxmlformats.org/officeDocument/2006/relationships/customXml" Target="../ink/ink792.xml"/><Relationship Id="rId166" Type="http://schemas.openxmlformats.org/officeDocument/2006/relationships/image" Target="../media/image808.png"/><Relationship Id="rId187" Type="http://schemas.openxmlformats.org/officeDocument/2006/relationships/customXml" Target="../ink/ink813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831.png"/><Relationship Id="rId233" Type="http://schemas.openxmlformats.org/officeDocument/2006/relationships/customXml" Target="../ink/ink836.xml"/><Relationship Id="rId28" Type="http://schemas.openxmlformats.org/officeDocument/2006/relationships/image" Target="../media/image740.png"/><Relationship Id="rId49" Type="http://schemas.openxmlformats.org/officeDocument/2006/relationships/customXml" Target="../ink/ink744.xml"/><Relationship Id="rId114" Type="http://schemas.openxmlformats.org/officeDocument/2006/relationships/image" Target="../media/image782.png"/><Relationship Id="rId60" Type="http://schemas.openxmlformats.org/officeDocument/2006/relationships/image" Target="../media/image755.png"/><Relationship Id="rId81" Type="http://schemas.openxmlformats.org/officeDocument/2006/relationships/customXml" Target="../ink/ink760.xml"/><Relationship Id="rId135" Type="http://schemas.openxmlformats.org/officeDocument/2006/relationships/customXml" Target="../ink/ink787.xml"/><Relationship Id="rId156" Type="http://schemas.openxmlformats.org/officeDocument/2006/relationships/image" Target="../media/image803.png"/><Relationship Id="rId177" Type="http://schemas.openxmlformats.org/officeDocument/2006/relationships/customXml" Target="../ink/ink808.xml"/><Relationship Id="rId198" Type="http://schemas.openxmlformats.org/officeDocument/2006/relationships/image" Target="../media/image824.png"/><Relationship Id="rId202" Type="http://schemas.openxmlformats.org/officeDocument/2006/relationships/image" Target="../media/image826.png"/><Relationship Id="rId223" Type="http://schemas.openxmlformats.org/officeDocument/2006/relationships/customXml" Target="../ink/ink831.xml"/><Relationship Id="rId18" Type="http://schemas.openxmlformats.org/officeDocument/2006/relationships/image" Target="../media/image735.png"/><Relationship Id="rId39" Type="http://schemas.openxmlformats.org/officeDocument/2006/relationships/customXml" Target="../ink/ink739.xml"/><Relationship Id="rId50" Type="http://schemas.openxmlformats.org/officeDocument/2006/relationships/image" Target="../media/image750.png"/><Relationship Id="rId104" Type="http://schemas.openxmlformats.org/officeDocument/2006/relationships/image" Target="../media/image777.png"/><Relationship Id="rId125" Type="http://schemas.openxmlformats.org/officeDocument/2006/relationships/customXml" Target="../ink/ink782.xml"/><Relationship Id="rId146" Type="http://schemas.openxmlformats.org/officeDocument/2006/relationships/image" Target="../media/image798.png"/><Relationship Id="rId167" Type="http://schemas.openxmlformats.org/officeDocument/2006/relationships/customXml" Target="../ink/ink803.xml"/><Relationship Id="rId188" Type="http://schemas.openxmlformats.org/officeDocument/2006/relationships/image" Target="../media/image819.png"/><Relationship Id="rId71" Type="http://schemas.openxmlformats.org/officeDocument/2006/relationships/customXml" Target="../ink/ink755.xml"/><Relationship Id="rId92" Type="http://schemas.openxmlformats.org/officeDocument/2006/relationships/image" Target="../media/image771.png"/><Relationship Id="rId213" Type="http://schemas.openxmlformats.org/officeDocument/2006/relationships/customXml" Target="../ink/ink826.xml"/><Relationship Id="rId234" Type="http://schemas.openxmlformats.org/officeDocument/2006/relationships/image" Target="../media/image842.png"/><Relationship Id="rId2" Type="http://schemas.openxmlformats.org/officeDocument/2006/relationships/image" Target="../media/image727.png"/><Relationship Id="rId29" Type="http://schemas.openxmlformats.org/officeDocument/2006/relationships/customXml" Target="../ink/ink734.xml"/><Relationship Id="rId40" Type="http://schemas.openxmlformats.org/officeDocument/2006/relationships/image" Target="../media/image746.png"/><Relationship Id="rId115" Type="http://schemas.openxmlformats.org/officeDocument/2006/relationships/customXml" Target="../ink/ink777.xml"/><Relationship Id="rId136" Type="http://schemas.openxmlformats.org/officeDocument/2006/relationships/image" Target="../media/image793.png"/><Relationship Id="rId157" Type="http://schemas.openxmlformats.org/officeDocument/2006/relationships/customXml" Target="../ink/ink798.xml"/><Relationship Id="rId178" Type="http://schemas.openxmlformats.org/officeDocument/2006/relationships/image" Target="../media/image814.png"/><Relationship Id="rId61" Type="http://schemas.openxmlformats.org/officeDocument/2006/relationships/customXml" Target="../ink/ink750.xml"/><Relationship Id="rId82" Type="http://schemas.openxmlformats.org/officeDocument/2006/relationships/image" Target="../media/image766.png"/><Relationship Id="rId199" Type="http://schemas.openxmlformats.org/officeDocument/2006/relationships/customXml" Target="../ink/ink819.xml"/><Relationship Id="rId203" Type="http://schemas.openxmlformats.org/officeDocument/2006/relationships/customXml" Target="../ink/ink821.xml"/><Relationship Id="rId19" Type="http://schemas.openxmlformats.org/officeDocument/2006/relationships/customXml" Target="../ink/ink729.xml"/><Relationship Id="rId224" Type="http://schemas.openxmlformats.org/officeDocument/2006/relationships/image" Target="../media/image837.png"/><Relationship Id="rId30" Type="http://schemas.openxmlformats.org/officeDocument/2006/relationships/image" Target="../media/image741.png"/><Relationship Id="rId105" Type="http://schemas.openxmlformats.org/officeDocument/2006/relationships/customXml" Target="../ink/ink772.xml"/><Relationship Id="rId126" Type="http://schemas.openxmlformats.org/officeDocument/2006/relationships/image" Target="../media/image788.png"/><Relationship Id="rId147" Type="http://schemas.openxmlformats.org/officeDocument/2006/relationships/customXml" Target="../ink/ink793.xml"/><Relationship Id="rId168" Type="http://schemas.openxmlformats.org/officeDocument/2006/relationships/image" Target="../media/image809.png"/><Relationship Id="rId51" Type="http://schemas.openxmlformats.org/officeDocument/2006/relationships/customXml" Target="../ink/ink745.xml"/><Relationship Id="rId72" Type="http://schemas.openxmlformats.org/officeDocument/2006/relationships/image" Target="../media/image761.png"/><Relationship Id="rId93" Type="http://schemas.openxmlformats.org/officeDocument/2006/relationships/customXml" Target="../ink/ink766.xml"/><Relationship Id="rId189" Type="http://schemas.openxmlformats.org/officeDocument/2006/relationships/customXml" Target="../ink/ink814.xml"/><Relationship Id="rId3" Type="http://schemas.openxmlformats.org/officeDocument/2006/relationships/customXml" Target="../ink/ink721.xml"/><Relationship Id="rId214" Type="http://schemas.openxmlformats.org/officeDocument/2006/relationships/image" Target="../media/image832.png"/><Relationship Id="rId235" Type="http://schemas.openxmlformats.org/officeDocument/2006/relationships/customXml" Target="../ink/ink837.xml"/><Relationship Id="rId116" Type="http://schemas.openxmlformats.org/officeDocument/2006/relationships/image" Target="../media/image783.png"/><Relationship Id="rId137" Type="http://schemas.openxmlformats.org/officeDocument/2006/relationships/customXml" Target="../ink/ink788.xml"/><Relationship Id="rId158" Type="http://schemas.openxmlformats.org/officeDocument/2006/relationships/image" Target="../media/image804.png"/><Relationship Id="rId20" Type="http://schemas.openxmlformats.org/officeDocument/2006/relationships/image" Target="../media/image736.png"/><Relationship Id="rId41" Type="http://schemas.openxmlformats.org/officeDocument/2006/relationships/customXml" Target="../ink/ink740.xml"/><Relationship Id="rId62" Type="http://schemas.openxmlformats.org/officeDocument/2006/relationships/image" Target="../media/image756.png"/><Relationship Id="rId83" Type="http://schemas.openxmlformats.org/officeDocument/2006/relationships/customXml" Target="../ink/ink761.xml"/><Relationship Id="rId179" Type="http://schemas.openxmlformats.org/officeDocument/2006/relationships/customXml" Target="../ink/ink809.xml"/><Relationship Id="rId190" Type="http://schemas.openxmlformats.org/officeDocument/2006/relationships/image" Target="../media/image820.png"/><Relationship Id="rId204" Type="http://schemas.openxmlformats.org/officeDocument/2006/relationships/image" Target="../media/image827.png"/><Relationship Id="rId225" Type="http://schemas.openxmlformats.org/officeDocument/2006/relationships/customXml" Target="../ink/ink832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898.xml"/><Relationship Id="rId299" Type="http://schemas.openxmlformats.org/officeDocument/2006/relationships/customXml" Target="../ink/ink989.xml"/><Relationship Id="rId21" Type="http://schemas.openxmlformats.org/officeDocument/2006/relationships/customXml" Target="../ink/ink850.xml"/><Relationship Id="rId63" Type="http://schemas.openxmlformats.org/officeDocument/2006/relationships/customXml" Target="../ink/ink871.xml"/><Relationship Id="rId159" Type="http://schemas.openxmlformats.org/officeDocument/2006/relationships/customXml" Target="../ink/ink919.xml"/><Relationship Id="rId324" Type="http://schemas.openxmlformats.org/officeDocument/2006/relationships/image" Target="../media/image1007.png"/><Relationship Id="rId170" Type="http://schemas.openxmlformats.org/officeDocument/2006/relationships/image" Target="../media/image930.png"/><Relationship Id="rId226" Type="http://schemas.openxmlformats.org/officeDocument/2006/relationships/image" Target="../media/image958.png"/><Relationship Id="rId268" Type="http://schemas.openxmlformats.org/officeDocument/2006/relationships/image" Target="../media/image979.png"/><Relationship Id="rId32" Type="http://schemas.openxmlformats.org/officeDocument/2006/relationships/image" Target="../media/image861.png"/><Relationship Id="rId74" Type="http://schemas.openxmlformats.org/officeDocument/2006/relationships/image" Target="../media/image882.png"/><Relationship Id="rId128" Type="http://schemas.openxmlformats.org/officeDocument/2006/relationships/image" Target="../media/image909.png"/><Relationship Id="rId335" Type="http://schemas.openxmlformats.org/officeDocument/2006/relationships/customXml" Target="../ink/ink1007.xml"/><Relationship Id="rId5" Type="http://schemas.openxmlformats.org/officeDocument/2006/relationships/customXml" Target="../ink/ink842.xml"/><Relationship Id="rId181" Type="http://schemas.openxmlformats.org/officeDocument/2006/relationships/customXml" Target="../ink/ink930.xml"/><Relationship Id="rId237" Type="http://schemas.openxmlformats.org/officeDocument/2006/relationships/customXml" Target="../ink/ink958.xml"/><Relationship Id="rId279" Type="http://schemas.openxmlformats.org/officeDocument/2006/relationships/customXml" Target="../ink/ink979.xml"/><Relationship Id="rId43" Type="http://schemas.openxmlformats.org/officeDocument/2006/relationships/customXml" Target="../ink/ink861.xml"/><Relationship Id="rId139" Type="http://schemas.openxmlformats.org/officeDocument/2006/relationships/customXml" Target="../ink/ink909.xml"/><Relationship Id="rId290" Type="http://schemas.openxmlformats.org/officeDocument/2006/relationships/image" Target="../media/image990.png"/><Relationship Id="rId304" Type="http://schemas.openxmlformats.org/officeDocument/2006/relationships/image" Target="../media/image997.png"/><Relationship Id="rId85" Type="http://schemas.openxmlformats.org/officeDocument/2006/relationships/customXml" Target="../ink/ink882.xml"/><Relationship Id="rId150" Type="http://schemas.openxmlformats.org/officeDocument/2006/relationships/image" Target="../media/image920.png"/><Relationship Id="rId192" Type="http://schemas.openxmlformats.org/officeDocument/2006/relationships/image" Target="../media/image941.png"/><Relationship Id="rId206" Type="http://schemas.openxmlformats.org/officeDocument/2006/relationships/image" Target="../media/image948.png"/><Relationship Id="rId248" Type="http://schemas.openxmlformats.org/officeDocument/2006/relationships/image" Target="../media/image969.png"/><Relationship Id="rId12" Type="http://schemas.openxmlformats.org/officeDocument/2006/relationships/image" Target="../media/image851.png"/><Relationship Id="rId108" Type="http://schemas.openxmlformats.org/officeDocument/2006/relationships/image" Target="../media/image899.png"/><Relationship Id="rId315" Type="http://schemas.openxmlformats.org/officeDocument/2006/relationships/customXml" Target="../ink/ink997.xml"/><Relationship Id="rId54" Type="http://schemas.openxmlformats.org/officeDocument/2006/relationships/image" Target="../media/image872.png"/><Relationship Id="rId96" Type="http://schemas.openxmlformats.org/officeDocument/2006/relationships/image" Target="../media/image893.png"/><Relationship Id="rId161" Type="http://schemas.openxmlformats.org/officeDocument/2006/relationships/customXml" Target="../ink/ink920.xml"/><Relationship Id="rId217" Type="http://schemas.openxmlformats.org/officeDocument/2006/relationships/customXml" Target="../ink/ink948.xml"/><Relationship Id="rId259" Type="http://schemas.openxmlformats.org/officeDocument/2006/relationships/customXml" Target="../ink/ink969.xml"/><Relationship Id="rId23" Type="http://schemas.openxmlformats.org/officeDocument/2006/relationships/customXml" Target="../ink/ink851.xml"/><Relationship Id="rId119" Type="http://schemas.openxmlformats.org/officeDocument/2006/relationships/customXml" Target="../ink/ink899.xml"/><Relationship Id="rId270" Type="http://schemas.openxmlformats.org/officeDocument/2006/relationships/image" Target="../media/image980.png"/><Relationship Id="rId326" Type="http://schemas.openxmlformats.org/officeDocument/2006/relationships/image" Target="../media/image1008.png"/><Relationship Id="rId65" Type="http://schemas.openxmlformats.org/officeDocument/2006/relationships/customXml" Target="../ink/ink872.xml"/><Relationship Id="rId130" Type="http://schemas.openxmlformats.org/officeDocument/2006/relationships/image" Target="../media/image910.png"/><Relationship Id="rId172" Type="http://schemas.openxmlformats.org/officeDocument/2006/relationships/image" Target="../media/image931.png"/><Relationship Id="rId228" Type="http://schemas.openxmlformats.org/officeDocument/2006/relationships/image" Target="../media/image959.png"/><Relationship Id="rId281" Type="http://schemas.openxmlformats.org/officeDocument/2006/relationships/customXml" Target="../ink/ink980.xml"/><Relationship Id="rId34" Type="http://schemas.openxmlformats.org/officeDocument/2006/relationships/image" Target="../media/image862.png"/><Relationship Id="rId76" Type="http://schemas.openxmlformats.org/officeDocument/2006/relationships/image" Target="../media/image883.png"/><Relationship Id="rId141" Type="http://schemas.openxmlformats.org/officeDocument/2006/relationships/customXml" Target="../ink/ink910.xml"/><Relationship Id="rId7" Type="http://schemas.openxmlformats.org/officeDocument/2006/relationships/customXml" Target="../ink/ink843.xml"/><Relationship Id="rId183" Type="http://schemas.openxmlformats.org/officeDocument/2006/relationships/customXml" Target="../ink/ink931.xml"/><Relationship Id="rId239" Type="http://schemas.openxmlformats.org/officeDocument/2006/relationships/customXml" Target="../ink/ink959.xml"/><Relationship Id="rId250" Type="http://schemas.openxmlformats.org/officeDocument/2006/relationships/image" Target="../media/image970.png"/><Relationship Id="rId292" Type="http://schemas.openxmlformats.org/officeDocument/2006/relationships/image" Target="../media/image991.png"/><Relationship Id="rId306" Type="http://schemas.openxmlformats.org/officeDocument/2006/relationships/image" Target="../media/image998.png"/><Relationship Id="rId24" Type="http://schemas.openxmlformats.org/officeDocument/2006/relationships/image" Target="../media/image857.png"/><Relationship Id="rId45" Type="http://schemas.openxmlformats.org/officeDocument/2006/relationships/customXml" Target="../ink/ink862.xml"/><Relationship Id="rId66" Type="http://schemas.openxmlformats.org/officeDocument/2006/relationships/image" Target="../media/image878.png"/><Relationship Id="rId87" Type="http://schemas.openxmlformats.org/officeDocument/2006/relationships/customXml" Target="../ink/ink883.xml"/><Relationship Id="rId110" Type="http://schemas.openxmlformats.org/officeDocument/2006/relationships/image" Target="../media/image900.png"/><Relationship Id="rId131" Type="http://schemas.openxmlformats.org/officeDocument/2006/relationships/customXml" Target="../ink/ink905.xml"/><Relationship Id="rId327" Type="http://schemas.openxmlformats.org/officeDocument/2006/relationships/customXml" Target="../ink/ink1003.xml"/><Relationship Id="rId152" Type="http://schemas.openxmlformats.org/officeDocument/2006/relationships/image" Target="../media/image921.png"/><Relationship Id="rId173" Type="http://schemas.openxmlformats.org/officeDocument/2006/relationships/customXml" Target="../ink/ink926.xml"/><Relationship Id="rId194" Type="http://schemas.openxmlformats.org/officeDocument/2006/relationships/image" Target="../media/image942.png"/><Relationship Id="rId208" Type="http://schemas.openxmlformats.org/officeDocument/2006/relationships/image" Target="../media/image949.png"/><Relationship Id="rId229" Type="http://schemas.openxmlformats.org/officeDocument/2006/relationships/customXml" Target="../ink/ink954.xml"/><Relationship Id="rId240" Type="http://schemas.openxmlformats.org/officeDocument/2006/relationships/image" Target="../media/image965.png"/><Relationship Id="rId261" Type="http://schemas.openxmlformats.org/officeDocument/2006/relationships/customXml" Target="../ink/ink970.xml"/><Relationship Id="rId14" Type="http://schemas.openxmlformats.org/officeDocument/2006/relationships/image" Target="../media/image852.png"/><Relationship Id="rId35" Type="http://schemas.openxmlformats.org/officeDocument/2006/relationships/customXml" Target="../ink/ink857.xml"/><Relationship Id="rId56" Type="http://schemas.openxmlformats.org/officeDocument/2006/relationships/image" Target="../media/image873.png"/><Relationship Id="rId77" Type="http://schemas.openxmlformats.org/officeDocument/2006/relationships/customXml" Target="../ink/ink878.xml"/><Relationship Id="rId100" Type="http://schemas.openxmlformats.org/officeDocument/2006/relationships/image" Target="../media/image895.png"/><Relationship Id="rId282" Type="http://schemas.openxmlformats.org/officeDocument/2006/relationships/image" Target="../media/image986.png"/><Relationship Id="rId317" Type="http://schemas.openxmlformats.org/officeDocument/2006/relationships/customXml" Target="../ink/ink998.xml"/><Relationship Id="rId8" Type="http://schemas.openxmlformats.org/officeDocument/2006/relationships/image" Target="../media/image849.png"/><Relationship Id="rId98" Type="http://schemas.openxmlformats.org/officeDocument/2006/relationships/image" Target="../media/image894.png"/><Relationship Id="rId121" Type="http://schemas.openxmlformats.org/officeDocument/2006/relationships/customXml" Target="../ink/ink900.xml"/><Relationship Id="rId142" Type="http://schemas.openxmlformats.org/officeDocument/2006/relationships/image" Target="../media/image916.png"/><Relationship Id="rId163" Type="http://schemas.openxmlformats.org/officeDocument/2006/relationships/customXml" Target="../ink/ink921.xml"/><Relationship Id="rId184" Type="http://schemas.openxmlformats.org/officeDocument/2006/relationships/image" Target="../media/image937.png"/><Relationship Id="rId219" Type="http://schemas.openxmlformats.org/officeDocument/2006/relationships/customXml" Target="../ink/ink949.xml"/><Relationship Id="rId230" Type="http://schemas.openxmlformats.org/officeDocument/2006/relationships/image" Target="../media/image960.png"/><Relationship Id="rId251" Type="http://schemas.openxmlformats.org/officeDocument/2006/relationships/customXml" Target="../ink/ink965.xml"/><Relationship Id="rId25" Type="http://schemas.openxmlformats.org/officeDocument/2006/relationships/customXml" Target="../ink/ink852.xml"/><Relationship Id="rId46" Type="http://schemas.openxmlformats.org/officeDocument/2006/relationships/image" Target="../media/image868.png"/><Relationship Id="rId67" Type="http://schemas.openxmlformats.org/officeDocument/2006/relationships/customXml" Target="../ink/ink873.xml"/><Relationship Id="rId272" Type="http://schemas.openxmlformats.org/officeDocument/2006/relationships/image" Target="../media/image981.png"/><Relationship Id="rId293" Type="http://schemas.openxmlformats.org/officeDocument/2006/relationships/customXml" Target="../ink/ink986.xml"/><Relationship Id="rId307" Type="http://schemas.openxmlformats.org/officeDocument/2006/relationships/customXml" Target="../ink/ink993.xml"/><Relationship Id="rId328" Type="http://schemas.openxmlformats.org/officeDocument/2006/relationships/image" Target="../media/image1009.png"/><Relationship Id="rId88" Type="http://schemas.openxmlformats.org/officeDocument/2006/relationships/image" Target="../media/image889.png"/><Relationship Id="rId111" Type="http://schemas.openxmlformats.org/officeDocument/2006/relationships/customXml" Target="../ink/ink895.xml"/><Relationship Id="rId132" Type="http://schemas.openxmlformats.org/officeDocument/2006/relationships/image" Target="../media/image911.png"/><Relationship Id="rId153" Type="http://schemas.openxmlformats.org/officeDocument/2006/relationships/customXml" Target="../ink/ink916.xml"/><Relationship Id="rId174" Type="http://schemas.openxmlformats.org/officeDocument/2006/relationships/image" Target="../media/image932.png"/><Relationship Id="rId195" Type="http://schemas.openxmlformats.org/officeDocument/2006/relationships/customXml" Target="../ink/ink937.xml"/><Relationship Id="rId209" Type="http://schemas.openxmlformats.org/officeDocument/2006/relationships/customXml" Target="../ink/ink944.xml"/><Relationship Id="rId220" Type="http://schemas.openxmlformats.org/officeDocument/2006/relationships/image" Target="../media/image955.png"/><Relationship Id="rId241" Type="http://schemas.openxmlformats.org/officeDocument/2006/relationships/customXml" Target="../ink/ink960.xml"/><Relationship Id="rId15" Type="http://schemas.openxmlformats.org/officeDocument/2006/relationships/customXml" Target="../ink/ink847.xml"/><Relationship Id="rId36" Type="http://schemas.openxmlformats.org/officeDocument/2006/relationships/image" Target="../media/image863.png"/><Relationship Id="rId57" Type="http://schemas.openxmlformats.org/officeDocument/2006/relationships/customXml" Target="../ink/ink868.xml"/><Relationship Id="rId262" Type="http://schemas.openxmlformats.org/officeDocument/2006/relationships/image" Target="../media/image976.png"/><Relationship Id="rId283" Type="http://schemas.openxmlformats.org/officeDocument/2006/relationships/customXml" Target="../ink/ink981.xml"/><Relationship Id="rId318" Type="http://schemas.openxmlformats.org/officeDocument/2006/relationships/image" Target="../media/image1004.png"/><Relationship Id="rId78" Type="http://schemas.openxmlformats.org/officeDocument/2006/relationships/image" Target="../media/image884.png"/><Relationship Id="rId99" Type="http://schemas.openxmlformats.org/officeDocument/2006/relationships/customXml" Target="../ink/ink889.xml"/><Relationship Id="rId101" Type="http://schemas.openxmlformats.org/officeDocument/2006/relationships/customXml" Target="../ink/ink890.xml"/><Relationship Id="rId122" Type="http://schemas.openxmlformats.org/officeDocument/2006/relationships/image" Target="../media/image906.png"/><Relationship Id="rId143" Type="http://schemas.openxmlformats.org/officeDocument/2006/relationships/customXml" Target="../ink/ink911.xml"/><Relationship Id="rId164" Type="http://schemas.openxmlformats.org/officeDocument/2006/relationships/image" Target="../media/image927.png"/><Relationship Id="rId185" Type="http://schemas.openxmlformats.org/officeDocument/2006/relationships/customXml" Target="../ink/ink932.xml"/><Relationship Id="rId9" Type="http://schemas.openxmlformats.org/officeDocument/2006/relationships/customXml" Target="../ink/ink844.xml"/><Relationship Id="rId210" Type="http://schemas.openxmlformats.org/officeDocument/2006/relationships/image" Target="../media/image950.png"/><Relationship Id="rId26" Type="http://schemas.openxmlformats.org/officeDocument/2006/relationships/image" Target="../media/image858.png"/><Relationship Id="rId231" Type="http://schemas.openxmlformats.org/officeDocument/2006/relationships/customXml" Target="../ink/ink955.xml"/><Relationship Id="rId252" Type="http://schemas.openxmlformats.org/officeDocument/2006/relationships/image" Target="../media/image971.png"/><Relationship Id="rId273" Type="http://schemas.openxmlformats.org/officeDocument/2006/relationships/customXml" Target="../ink/ink976.xml"/><Relationship Id="rId294" Type="http://schemas.openxmlformats.org/officeDocument/2006/relationships/image" Target="../media/image992.png"/><Relationship Id="rId308" Type="http://schemas.openxmlformats.org/officeDocument/2006/relationships/image" Target="../media/image999.png"/><Relationship Id="rId329" Type="http://schemas.openxmlformats.org/officeDocument/2006/relationships/customXml" Target="../ink/ink1004.xml"/><Relationship Id="rId47" Type="http://schemas.openxmlformats.org/officeDocument/2006/relationships/customXml" Target="../ink/ink863.xml"/><Relationship Id="rId68" Type="http://schemas.openxmlformats.org/officeDocument/2006/relationships/image" Target="../media/image879.png"/><Relationship Id="rId89" Type="http://schemas.openxmlformats.org/officeDocument/2006/relationships/customXml" Target="../ink/ink884.xml"/><Relationship Id="rId112" Type="http://schemas.openxmlformats.org/officeDocument/2006/relationships/image" Target="../media/image901.png"/><Relationship Id="rId133" Type="http://schemas.openxmlformats.org/officeDocument/2006/relationships/customXml" Target="../ink/ink906.xml"/><Relationship Id="rId154" Type="http://schemas.openxmlformats.org/officeDocument/2006/relationships/image" Target="../media/image922.png"/><Relationship Id="rId175" Type="http://schemas.openxmlformats.org/officeDocument/2006/relationships/customXml" Target="../ink/ink927.xml"/><Relationship Id="rId196" Type="http://schemas.openxmlformats.org/officeDocument/2006/relationships/image" Target="../media/image943.png"/><Relationship Id="rId200" Type="http://schemas.openxmlformats.org/officeDocument/2006/relationships/image" Target="../media/image945.png"/><Relationship Id="rId16" Type="http://schemas.openxmlformats.org/officeDocument/2006/relationships/image" Target="../media/image853.png"/><Relationship Id="rId221" Type="http://schemas.openxmlformats.org/officeDocument/2006/relationships/customXml" Target="../ink/ink950.xml"/><Relationship Id="rId242" Type="http://schemas.openxmlformats.org/officeDocument/2006/relationships/image" Target="../media/image966.png"/><Relationship Id="rId263" Type="http://schemas.openxmlformats.org/officeDocument/2006/relationships/customXml" Target="../ink/ink971.xml"/><Relationship Id="rId284" Type="http://schemas.openxmlformats.org/officeDocument/2006/relationships/image" Target="../media/image987.png"/><Relationship Id="rId319" Type="http://schemas.openxmlformats.org/officeDocument/2006/relationships/customXml" Target="../ink/ink999.xml"/><Relationship Id="rId37" Type="http://schemas.openxmlformats.org/officeDocument/2006/relationships/customXml" Target="../ink/ink858.xml"/><Relationship Id="rId58" Type="http://schemas.openxmlformats.org/officeDocument/2006/relationships/image" Target="../media/image874.png"/><Relationship Id="rId79" Type="http://schemas.openxmlformats.org/officeDocument/2006/relationships/customXml" Target="../ink/ink879.xml"/><Relationship Id="rId102" Type="http://schemas.openxmlformats.org/officeDocument/2006/relationships/image" Target="../media/image896.png"/><Relationship Id="rId123" Type="http://schemas.openxmlformats.org/officeDocument/2006/relationships/customXml" Target="../ink/ink901.xml"/><Relationship Id="rId144" Type="http://schemas.openxmlformats.org/officeDocument/2006/relationships/image" Target="../media/image917.png"/><Relationship Id="rId330" Type="http://schemas.openxmlformats.org/officeDocument/2006/relationships/image" Target="../media/image1010.png"/><Relationship Id="rId90" Type="http://schemas.openxmlformats.org/officeDocument/2006/relationships/image" Target="../media/image890.png"/><Relationship Id="rId165" Type="http://schemas.openxmlformats.org/officeDocument/2006/relationships/customXml" Target="../ink/ink922.xml"/><Relationship Id="rId186" Type="http://schemas.openxmlformats.org/officeDocument/2006/relationships/image" Target="../media/image938.png"/><Relationship Id="rId211" Type="http://schemas.openxmlformats.org/officeDocument/2006/relationships/customXml" Target="../ink/ink945.xml"/><Relationship Id="rId232" Type="http://schemas.openxmlformats.org/officeDocument/2006/relationships/image" Target="../media/image961.png"/><Relationship Id="rId253" Type="http://schemas.openxmlformats.org/officeDocument/2006/relationships/customXml" Target="../ink/ink966.xml"/><Relationship Id="rId274" Type="http://schemas.openxmlformats.org/officeDocument/2006/relationships/image" Target="../media/image982.png"/><Relationship Id="rId295" Type="http://schemas.openxmlformats.org/officeDocument/2006/relationships/customXml" Target="../ink/ink987.xml"/><Relationship Id="rId309" Type="http://schemas.openxmlformats.org/officeDocument/2006/relationships/customXml" Target="../ink/ink994.xml"/><Relationship Id="rId27" Type="http://schemas.openxmlformats.org/officeDocument/2006/relationships/customXml" Target="../ink/ink853.xml"/><Relationship Id="rId48" Type="http://schemas.openxmlformats.org/officeDocument/2006/relationships/image" Target="../media/image869.png"/><Relationship Id="rId69" Type="http://schemas.openxmlformats.org/officeDocument/2006/relationships/customXml" Target="../ink/ink874.xml"/><Relationship Id="rId113" Type="http://schemas.openxmlformats.org/officeDocument/2006/relationships/customXml" Target="../ink/ink896.xml"/><Relationship Id="rId134" Type="http://schemas.openxmlformats.org/officeDocument/2006/relationships/image" Target="../media/image912.png"/><Relationship Id="rId320" Type="http://schemas.openxmlformats.org/officeDocument/2006/relationships/image" Target="../media/image1005.png"/><Relationship Id="rId80" Type="http://schemas.openxmlformats.org/officeDocument/2006/relationships/image" Target="../media/image885.png"/><Relationship Id="rId155" Type="http://schemas.openxmlformats.org/officeDocument/2006/relationships/customXml" Target="../ink/ink917.xml"/><Relationship Id="rId176" Type="http://schemas.openxmlformats.org/officeDocument/2006/relationships/image" Target="../media/image933.png"/><Relationship Id="rId197" Type="http://schemas.openxmlformats.org/officeDocument/2006/relationships/customXml" Target="../ink/ink938.xml"/><Relationship Id="rId201" Type="http://schemas.openxmlformats.org/officeDocument/2006/relationships/customXml" Target="../ink/ink940.xml"/><Relationship Id="rId222" Type="http://schemas.openxmlformats.org/officeDocument/2006/relationships/image" Target="../media/image956.png"/><Relationship Id="rId243" Type="http://schemas.openxmlformats.org/officeDocument/2006/relationships/customXml" Target="../ink/ink961.xml"/><Relationship Id="rId264" Type="http://schemas.openxmlformats.org/officeDocument/2006/relationships/image" Target="../media/image977.png"/><Relationship Id="rId285" Type="http://schemas.openxmlformats.org/officeDocument/2006/relationships/customXml" Target="../ink/ink982.xml"/><Relationship Id="rId17" Type="http://schemas.openxmlformats.org/officeDocument/2006/relationships/customXml" Target="../ink/ink848.xml"/><Relationship Id="rId38" Type="http://schemas.openxmlformats.org/officeDocument/2006/relationships/image" Target="../media/image864.png"/><Relationship Id="rId59" Type="http://schemas.openxmlformats.org/officeDocument/2006/relationships/customXml" Target="../ink/ink869.xml"/><Relationship Id="rId103" Type="http://schemas.openxmlformats.org/officeDocument/2006/relationships/customXml" Target="../ink/ink891.xml"/><Relationship Id="rId124" Type="http://schemas.openxmlformats.org/officeDocument/2006/relationships/image" Target="../media/image907.png"/><Relationship Id="rId310" Type="http://schemas.openxmlformats.org/officeDocument/2006/relationships/image" Target="../media/image1000.png"/><Relationship Id="rId70" Type="http://schemas.openxmlformats.org/officeDocument/2006/relationships/image" Target="../media/image880.png"/><Relationship Id="rId91" Type="http://schemas.openxmlformats.org/officeDocument/2006/relationships/customXml" Target="../ink/ink885.xml"/><Relationship Id="rId145" Type="http://schemas.openxmlformats.org/officeDocument/2006/relationships/customXml" Target="../ink/ink912.xml"/><Relationship Id="rId166" Type="http://schemas.openxmlformats.org/officeDocument/2006/relationships/image" Target="../media/image928.png"/><Relationship Id="rId187" Type="http://schemas.openxmlformats.org/officeDocument/2006/relationships/customXml" Target="../ink/ink933.xml"/><Relationship Id="rId331" Type="http://schemas.openxmlformats.org/officeDocument/2006/relationships/customXml" Target="../ink/ink1005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951.png"/><Relationship Id="rId233" Type="http://schemas.openxmlformats.org/officeDocument/2006/relationships/customXml" Target="../ink/ink956.xml"/><Relationship Id="rId254" Type="http://schemas.openxmlformats.org/officeDocument/2006/relationships/image" Target="../media/image972.png"/><Relationship Id="rId28" Type="http://schemas.openxmlformats.org/officeDocument/2006/relationships/image" Target="../media/image859.png"/><Relationship Id="rId49" Type="http://schemas.openxmlformats.org/officeDocument/2006/relationships/customXml" Target="../ink/ink864.xml"/><Relationship Id="rId114" Type="http://schemas.openxmlformats.org/officeDocument/2006/relationships/image" Target="../media/image902.png"/><Relationship Id="rId275" Type="http://schemas.openxmlformats.org/officeDocument/2006/relationships/customXml" Target="../ink/ink977.xml"/><Relationship Id="rId296" Type="http://schemas.openxmlformats.org/officeDocument/2006/relationships/image" Target="../media/image993.png"/><Relationship Id="rId300" Type="http://schemas.openxmlformats.org/officeDocument/2006/relationships/image" Target="../media/image995.png"/><Relationship Id="rId60" Type="http://schemas.openxmlformats.org/officeDocument/2006/relationships/image" Target="../media/image875.png"/><Relationship Id="rId81" Type="http://schemas.openxmlformats.org/officeDocument/2006/relationships/customXml" Target="../ink/ink880.xml"/><Relationship Id="rId135" Type="http://schemas.openxmlformats.org/officeDocument/2006/relationships/customXml" Target="../ink/ink907.xml"/><Relationship Id="rId156" Type="http://schemas.openxmlformats.org/officeDocument/2006/relationships/image" Target="../media/image923.png"/><Relationship Id="rId177" Type="http://schemas.openxmlformats.org/officeDocument/2006/relationships/customXml" Target="../ink/ink928.xml"/><Relationship Id="rId198" Type="http://schemas.openxmlformats.org/officeDocument/2006/relationships/image" Target="../media/image944.png"/><Relationship Id="rId321" Type="http://schemas.openxmlformats.org/officeDocument/2006/relationships/customXml" Target="../ink/ink1000.xml"/><Relationship Id="rId202" Type="http://schemas.openxmlformats.org/officeDocument/2006/relationships/image" Target="../media/image946.png"/><Relationship Id="rId223" Type="http://schemas.openxmlformats.org/officeDocument/2006/relationships/customXml" Target="../ink/ink951.xml"/><Relationship Id="rId244" Type="http://schemas.openxmlformats.org/officeDocument/2006/relationships/image" Target="../media/image967.png"/><Relationship Id="rId18" Type="http://schemas.openxmlformats.org/officeDocument/2006/relationships/image" Target="../media/image854.png"/><Relationship Id="rId39" Type="http://schemas.openxmlformats.org/officeDocument/2006/relationships/customXml" Target="../ink/ink859.xml"/><Relationship Id="rId265" Type="http://schemas.openxmlformats.org/officeDocument/2006/relationships/customXml" Target="../ink/ink972.xml"/><Relationship Id="rId286" Type="http://schemas.openxmlformats.org/officeDocument/2006/relationships/image" Target="../media/image988.png"/><Relationship Id="rId50" Type="http://schemas.openxmlformats.org/officeDocument/2006/relationships/image" Target="../media/image870.png"/><Relationship Id="rId104" Type="http://schemas.openxmlformats.org/officeDocument/2006/relationships/image" Target="../media/image897.png"/><Relationship Id="rId125" Type="http://schemas.openxmlformats.org/officeDocument/2006/relationships/customXml" Target="../ink/ink902.xml"/><Relationship Id="rId146" Type="http://schemas.openxmlformats.org/officeDocument/2006/relationships/image" Target="../media/image918.png"/><Relationship Id="rId167" Type="http://schemas.openxmlformats.org/officeDocument/2006/relationships/customXml" Target="../ink/ink923.xml"/><Relationship Id="rId188" Type="http://schemas.openxmlformats.org/officeDocument/2006/relationships/image" Target="../media/image939.png"/><Relationship Id="rId311" Type="http://schemas.openxmlformats.org/officeDocument/2006/relationships/customXml" Target="../ink/ink995.xml"/><Relationship Id="rId332" Type="http://schemas.openxmlformats.org/officeDocument/2006/relationships/image" Target="../media/image1011.png"/><Relationship Id="rId71" Type="http://schemas.openxmlformats.org/officeDocument/2006/relationships/customXml" Target="../ink/ink875.xml"/><Relationship Id="rId92" Type="http://schemas.openxmlformats.org/officeDocument/2006/relationships/image" Target="../media/image891.png"/><Relationship Id="rId213" Type="http://schemas.openxmlformats.org/officeDocument/2006/relationships/customXml" Target="../ink/ink946.xml"/><Relationship Id="rId234" Type="http://schemas.openxmlformats.org/officeDocument/2006/relationships/image" Target="../media/image962.png"/><Relationship Id="rId2" Type="http://schemas.openxmlformats.org/officeDocument/2006/relationships/image" Target="../media/image727.png"/><Relationship Id="rId29" Type="http://schemas.openxmlformats.org/officeDocument/2006/relationships/customXml" Target="../ink/ink854.xml"/><Relationship Id="rId255" Type="http://schemas.openxmlformats.org/officeDocument/2006/relationships/customXml" Target="../ink/ink967.xml"/><Relationship Id="rId276" Type="http://schemas.openxmlformats.org/officeDocument/2006/relationships/image" Target="../media/image983.png"/><Relationship Id="rId297" Type="http://schemas.openxmlformats.org/officeDocument/2006/relationships/customXml" Target="../ink/ink988.xml"/><Relationship Id="rId40" Type="http://schemas.openxmlformats.org/officeDocument/2006/relationships/image" Target="../media/image865.png"/><Relationship Id="rId115" Type="http://schemas.openxmlformats.org/officeDocument/2006/relationships/customXml" Target="../ink/ink897.xml"/><Relationship Id="rId136" Type="http://schemas.openxmlformats.org/officeDocument/2006/relationships/image" Target="../media/image913.png"/><Relationship Id="rId157" Type="http://schemas.openxmlformats.org/officeDocument/2006/relationships/customXml" Target="../ink/ink918.xml"/><Relationship Id="rId178" Type="http://schemas.openxmlformats.org/officeDocument/2006/relationships/image" Target="../media/image934.png"/><Relationship Id="rId301" Type="http://schemas.openxmlformats.org/officeDocument/2006/relationships/customXml" Target="../ink/ink990.xml"/><Relationship Id="rId322" Type="http://schemas.openxmlformats.org/officeDocument/2006/relationships/image" Target="../media/image1006.png"/><Relationship Id="rId61" Type="http://schemas.openxmlformats.org/officeDocument/2006/relationships/customXml" Target="../ink/ink870.xml"/><Relationship Id="rId82" Type="http://schemas.openxmlformats.org/officeDocument/2006/relationships/image" Target="../media/image886.png"/><Relationship Id="rId199" Type="http://schemas.openxmlformats.org/officeDocument/2006/relationships/customXml" Target="../ink/ink939.xml"/><Relationship Id="rId203" Type="http://schemas.openxmlformats.org/officeDocument/2006/relationships/customXml" Target="../ink/ink941.xml"/><Relationship Id="rId19" Type="http://schemas.openxmlformats.org/officeDocument/2006/relationships/customXml" Target="../ink/ink849.xml"/><Relationship Id="rId224" Type="http://schemas.openxmlformats.org/officeDocument/2006/relationships/image" Target="../media/image957.png"/><Relationship Id="rId245" Type="http://schemas.openxmlformats.org/officeDocument/2006/relationships/customXml" Target="../ink/ink962.xml"/><Relationship Id="rId266" Type="http://schemas.openxmlformats.org/officeDocument/2006/relationships/image" Target="../media/image978.png"/><Relationship Id="rId287" Type="http://schemas.openxmlformats.org/officeDocument/2006/relationships/customXml" Target="../ink/ink983.xml"/><Relationship Id="rId30" Type="http://schemas.openxmlformats.org/officeDocument/2006/relationships/image" Target="../media/image860.png"/><Relationship Id="rId105" Type="http://schemas.openxmlformats.org/officeDocument/2006/relationships/customXml" Target="../ink/ink892.xml"/><Relationship Id="rId126" Type="http://schemas.openxmlformats.org/officeDocument/2006/relationships/image" Target="../media/image908.png"/><Relationship Id="rId147" Type="http://schemas.openxmlformats.org/officeDocument/2006/relationships/customXml" Target="../ink/ink913.xml"/><Relationship Id="rId168" Type="http://schemas.openxmlformats.org/officeDocument/2006/relationships/image" Target="../media/image929.png"/><Relationship Id="rId312" Type="http://schemas.openxmlformats.org/officeDocument/2006/relationships/image" Target="../media/image1001.png"/><Relationship Id="rId333" Type="http://schemas.openxmlformats.org/officeDocument/2006/relationships/customXml" Target="../ink/ink1006.xml"/><Relationship Id="rId51" Type="http://schemas.openxmlformats.org/officeDocument/2006/relationships/customXml" Target="../ink/ink865.xml"/><Relationship Id="rId72" Type="http://schemas.openxmlformats.org/officeDocument/2006/relationships/image" Target="../media/image881.png"/><Relationship Id="rId93" Type="http://schemas.openxmlformats.org/officeDocument/2006/relationships/customXml" Target="../ink/ink886.xml"/><Relationship Id="rId189" Type="http://schemas.openxmlformats.org/officeDocument/2006/relationships/customXml" Target="../ink/ink934.xml"/><Relationship Id="rId3" Type="http://schemas.openxmlformats.org/officeDocument/2006/relationships/customXml" Target="../ink/ink841.xml"/><Relationship Id="rId214" Type="http://schemas.openxmlformats.org/officeDocument/2006/relationships/image" Target="../media/image952.png"/><Relationship Id="rId235" Type="http://schemas.openxmlformats.org/officeDocument/2006/relationships/customXml" Target="../ink/ink957.xml"/><Relationship Id="rId256" Type="http://schemas.openxmlformats.org/officeDocument/2006/relationships/image" Target="../media/image973.png"/><Relationship Id="rId277" Type="http://schemas.openxmlformats.org/officeDocument/2006/relationships/customXml" Target="../ink/ink978.xml"/><Relationship Id="rId298" Type="http://schemas.openxmlformats.org/officeDocument/2006/relationships/image" Target="../media/image994.png"/><Relationship Id="rId116" Type="http://schemas.openxmlformats.org/officeDocument/2006/relationships/image" Target="../media/image903.png"/><Relationship Id="rId137" Type="http://schemas.openxmlformats.org/officeDocument/2006/relationships/customXml" Target="../ink/ink908.xml"/><Relationship Id="rId158" Type="http://schemas.openxmlformats.org/officeDocument/2006/relationships/image" Target="../media/image924.png"/><Relationship Id="rId302" Type="http://schemas.openxmlformats.org/officeDocument/2006/relationships/image" Target="../media/image996.png"/><Relationship Id="rId323" Type="http://schemas.openxmlformats.org/officeDocument/2006/relationships/customXml" Target="../ink/ink1001.xml"/><Relationship Id="rId20" Type="http://schemas.openxmlformats.org/officeDocument/2006/relationships/image" Target="../media/image855.png"/><Relationship Id="rId41" Type="http://schemas.openxmlformats.org/officeDocument/2006/relationships/customXml" Target="../ink/ink860.xml"/><Relationship Id="rId62" Type="http://schemas.openxmlformats.org/officeDocument/2006/relationships/image" Target="../media/image876.png"/><Relationship Id="rId83" Type="http://schemas.openxmlformats.org/officeDocument/2006/relationships/customXml" Target="../ink/ink881.xml"/><Relationship Id="rId179" Type="http://schemas.openxmlformats.org/officeDocument/2006/relationships/customXml" Target="../ink/ink929.xml"/><Relationship Id="rId190" Type="http://schemas.openxmlformats.org/officeDocument/2006/relationships/image" Target="../media/image940.png"/><Relationship Id="rId204" Type="http://schemas.openxmlformats.org/officeDocument/2006/relationships/image" Target="../media/image947.png"/><Relationship Id="rId225" Type="http://schemas.openxmlformats.org/officeDocument/2006/relationships/customXml" Target="../ink/ink952.xml"/><Relationship Id="rId246" Type="http://schemas.openxmlformats.org/officeDocument/2006/relationships/image" Target="../media/image968.png"/><Relationship Id="rId267" Type="http://schemas.openxmlformats.org/officeDocument/2006/relationships/customXml" Target="../ink/ink973.xml"/><Relationship Id="rId288" Type="http://schemas.openxmlformats.org/officeDocument/2006/relationships/image" Target="../media/image989.png"/><Relationship Id="rId106" Type="http://schemas.openxmlformats.org/officeDocument/2006/relationships/image" Target="../media/image898.png"/><Relationship Id="rId127" Type="http://schemas.openxmlformats.org/officeDocument/2006/relationships/customXml" Target="../ink/ink903.xml"/><Relationship Id="rId313" Type="http://schemas.openxmlformats.org/officeDocument/2006/relationships/customXml" Target="../ink/ink996.xml"/><Relationship Id="rId10" Type="http://schemas.openxmlformats.org/officeDocument/2006/relationships/image" Target="../media/image850.png"/><Relationship Id="rId31" Type="http://schemas.openxmlformats.org/officeDocument/2006/relationships/customXml" Target="../ink/ink855.xml"/><Relationship Id="rId52" Type="http://schemas.openxmlformats.org/officeDocument/2006/relationships/image" Target="../media/image871.png"/><Relationship Id="rId73" Type="http://schemas.openxmlformats.org/officeDocument/2006/relationships/customXml" Target="../ink/ink876.xml"/><Relationship Id="rId94" Type="http://schemas.openxmlformats.org/officeDocument/2006/relationships/image" Target="../media/image892.png"/><Relationship Id="rId148" Type="http://schemas.openxmlformats.org/officeDocument/2006/relationships/image" Target="../media/image919.png"/><Relationship Id="rId169" Type="http://schemas.openxmlformats.org/officeDocument/2006/relationships/customXml" Target="../ink/ink924.xml"/><Relationship Id="rId334" Type="http://schemas.openxmlformats.org/officeDocument/2006/relationships/image" Target="../media/image1012.png"/><Relationship Id="rId4" Type="http://schemas.openxmlformats.org/officeDocument/2006/relationships/image" Target="../media/image847.png"/><Relationship Id="rId180" Type="http://schemas.openxmlformats.org/officeDocument/2006/relationships/image" Target="../media/image935.png"/><Relationship Id="rId215" Type="http://schemas.openxmlformats.org/officeDocument/2006/relationships/customXml" Target="../ink/ink947.xml"/><Relationship Id="rId236" Type="http://schemas.openxmlformats.org/officeDocument/2006/relationships/image" Target="../media/image963.png"/><Relationship Id="rId257" Type="http://schemas.openxmlformats.org/officeDocument/2006/relationships/customXml" Target="../ink/ink968.xml"/><Relationship Id="rId278" Type="http://schemas.openxmlformats.org/officeDocument/2006/relationships/image" Target="../media/image984.png"/><Relationship Id="rId303" Type="http://schemas.openxmlformats.org/officeDocument/2006/relationships/customXml" Target="../ink/ink991.xml"/><Relationship Id="rId42" Type="http://schemas.openxmlformats.org/officeDocument/2006/relationships/image" Target="../media/image866.png"/><Relationship Id="rId84" Type="http://schemas.openxmlformats.org/officeDocument/2006/relationships/image" Target="../media/image887.png"/><Relationship Id="rId138" Type="http://schemas.openxmlformats.org/officeDocument/2006/relationships/image" Target="../media/image914.png"/><Relationship Id="rId191" Type="http://schemas.openxmlformats.org/officeDocument/2006/relationships/customXml" Target="../ink/ink935.xml"/><Relationship Id="rId205" Type="http://schemas.openxmlformats.org/officeDocument/2006/relationships/customXml" Target="../ink/ink942.xml"/><Relationship Id="rId247" Type="http://schemas.openxmlformats.org/officeDocument/2006/relationships/customXml" Target="../ink/ink963.xml"/><Relationship Id="rId107" Type="http://schemas.openxmlformats.org/officeDocument/2006/relationships/customXml" Target="../ink/ink893.xml"/><Relationship Id="rId289" Type="http://schemas.openxmlformats.org/officeDocument/2006/relationships/customXml" Target="../ink/ink984.xml"/><Relationship Id="rId11" Type="http://schemas.openxmlformats.org/officeDocument/2006/relationships/customXml" Target="../ink/ink845.xml"/><Relationship Id="rId53" Type="http://schemas.openxmlformats.org/officeDocument/2006/relationships/customXml" Target="../ink/ink866.xml"/><Relationship Id="rId149" Type="http://schemas.openxmlformats.org/officeDocument/2006/relationships/customXml" Target="../ink/ink914.xml"/><Relationship Id="rId314" Type="http://schemas.openxmlformats.org/officeDocument/2006/relationships/image" Target="../media/image1002.png"/><Relationship Id="rId95" Type="http://schemas.openxmlformats.org/officeDocument/2006/relationships/customXml" Target="../ink/ink887.xml"/><Relationship Id="rId160" Type="http://schemas.openxmlformats.org/officeDocument/2006/relationships/image" Target="../media/image925.png"/><Relationship Id="rId216" Type="http://schemas.openxmlformats.org/officeDocument/2006/relationships/image" Target="../media/image953.png"/><Relationship Id="rId258" Type="http://schemas.openxmlformats.org/officeDocument/2006/relationships/image" Target="../media/image974.png"/><Relationship Id="rId22" Type="http://schemas.openxmlformats.org/officeDocument/2006/relationships/image" Target="../media/image856.png"/><Relationship Id="rId64" Type="http://schemas.openxmlformats.org/officeDocument/2006/relationships/image" Target="../media/image877.png"/><Relationship Id="rId118" Type="http://schemas.openxmlformats.org/officeDocument/2006/relationships/image" Target="../media/image904.png"/><Relationship Id="rId325" Type="http://schemas.openxmlformats.org/officeDocument/2006/relationships/customXml" Target="../ink/ink1002.xml"/><Relationship Id="rId171" Type="http://schemas.openxmlformats.org/officeDocument/2006/relationships/customXml" Target="../ink/ink925.xml"/><Relationship Id="rId227" Type="http://schemas.openxmlformats.org/officeDocument/2006/relationships/customXml" Target="../ink/ink953.xml"/><Relationship Id="rId269" Type="http://schemas.openxmlformats.org/officeDocument/2006/relationships/customXml" Target="../ink/ink974.xml"/><Relationship Id="rId33" Type="http://schemas.openxmlformats.org/officeDocument/2006/relationships/customXml" Target="../ink/ink856.xml"/><Relationship Id="rId129" Type="http://schemas.openxmlformats.org/officeDocument/2006/relationships/customXml" Target="../ink/ink904.xml"/><Relationship Id="rId280" Type="http://schemas.openxmlformats.org/officeDocument/2006/relationships/image" Target="../media/image985.png"/><Relationship Id="rId336" Type="http://schemas.openxmlformats.org/officeDocument/2006/relationships/image" Target="../media/image1013.png"/><Relationship Id="rId75" Type="http://schemas.openxmlformats.org/officeDocument/2006/relationships/customXml" Target="../ink/ink877.xml"/><Relationship Id="rId140" Type="http://schemas.openxmlformats.org/officeDocument/2006/relationships/image" Target="../media/image915.png"/><Relationship Id="rId182" Type="http://schemas.openxmlformats.org/officeDocument/2006/relationships/image" Target="../media/image936.png"/><Relationship Id="rId6" Type="http://schemas.openxmlformats.org/officeDocument/2006/relationships/image" Target="../media/image848.png"/><Relationship Id="rId238" Type="http://schemas.openxmlformats.org/officeDocument/2006/relationships/image" Target="../media/image964.png"/><Relationship Id="rId291" Type="http://schemas.openxmlformats.org/officeDocument/2006/relationships/customXml" Target="../ink/ink985.xml"/><Relationship Id="rId305" Type="http://schemas.openxmlformats.org/officeDocument/2006/relationships/customXml" Target="../ink/ink992.xml"/><Relationship Id="rId44" Type="http://schemas.openxmlformats.org/officeDocument/2006/relationships/image" Target="../media/image867.png"/><Relationship Id="rId86" Type="http://schemas.openxmlformats.org/officeDocument/2006/relationships/image" Target="../media/image888.png"/><Relationship Id="rId151" Type="http://schemas.openxmlformats.org/officeDocument/2006/relationships/customXml" Target="../ink/ink915.xml"/><Relationship Id="rId193" Type="http://schemas.openxmlformats.org/officeDocument/2006/relationships/customXml" Target="../ink/ink936.xml"/><Relationship Id="rId207" Type="http://schemas.openxmlformats.org/officeDocument/2006/relationships/customXml" Target="../ink/ink943.xml"/><Relationship Id="rId249" Type="http://schemas.openxmlformats.org/officeDocument/2006/relationships/customXml" Target="../ink/ink964.xml"/><Relationship Id="rId13" Type="http://schemas.openxmlformats.org/officeDocument/2006/relationships/customXml" Target="../ink/ink846.xml"/><Relationship Id="rId109" Type="http://schemas.openxmlformats.org/officeDocument/2006/relationships/customXml" Target="../ink/ink894.xml"/><Relationship Id="rId260" Type="http://schemas.openxmlformats.org/officeDocument/2006/relationships/image" Target="../media/image975.png"/><Relationship Id="rId316" Type="http://schemas.openxmlformats.org/officeDocument/2006/relationships/image" Target="../media/image1003.png"/><Relationship Id="rId55" Type="http://schemas.openxmlformats.org/officeDocument/2006/relationships/customXml" Target="../ink/ink867.xml"/><Relationship Id="rId97" Type="http://schemas.openxmlformats.org/officeDocument/2006/relationships/customXml" Target="../ink/ink888.xml"/><Relationship Id="rId120" Type="http://schemas.openxmlformats.org/officeDocument/2006/relationships/image" Target="../media/image905.png"/><Relationship Id="rId162" Type="http://schemas.openxmlformats.org/officeDocument/2006/relationships/image" Target="../media/image926.png"/><Relationship Id="rId218" Type="http://schemas.openxmlformats.org/officeDocument/2006/relationships/image" Target="../media/image954.png"/><Relationship Id="rId271" Type="http://schemas.openxmlformats.org/officeDocument/2006/relationships/customXml" Target="../ink/ink97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468086-DDCA-FCDE-A45C-DFB053C8AB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/>
              <a:t>Exxercicios</a:t>
            </a:r>
            <a:r>
              <a:rPr lang="pt-BR" dirty="0"/>
              <a:t>  </a:t>
            </a:r>
            <a:r>
              <a:rPr lang="pt-BR" dirty="0" err="1"/>
              <a:t>lucaas</a:t>
            </a:r>
            <a:r>
              <a:rPr lang="pt-BR" dirty="0"/>
              <a:t> 20092023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08AACB1-2ECA-3623-5514-2E6FAEC887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4533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217B19-EDEB-357F-7CD7-1DD11DD04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1BB56B01-E8DA-4FFC-DA21-ED3A74E81D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1824" y="1894420"/>
            <a:ext cx="6972464" cy="2756238"/>
          </a:xfrm>
        </p:spPr>
      </p:pic>
      <p:pic>
        <p:nvPicPr>
          <p:cNvPr id="1026" name="Picture 2" descr="Sistemas ópticos. Conceituando os sistemas ópticos - Mundo Educação">
            <a:extLst>
              <a:ext uri="{FF2B5EF4-FFF2-40B4-BE49-F238E27FC236}">
                <a16:creationId xmlns:a16="http://schemas.microsoft.com/office/drawing/2014/main" id="{6627F851-38E3-EB18-4A38-C2E086C24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7168" y="1784033"/>
            <a:ext cx="4619625" cy="315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3299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234A50-9F38-C322-4CE5-02DB03E60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FD0282A-63B4-2B3B-66B3-D0338DD360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3907" y="619125"/>
            <a:ext cx="3877065" cy="5410200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Tinta 5">
                <a:extLst>
                  <a:ext uri="{FF2B5EF4-FFF2-40B4-BE49-F238E27FC236}">
                    <a16:creationId xmlns:a16="http://schemas.microsoft.com/office/drawing/2014/main" id="{685D959C-B255-3430-2320-655ABF74DE6B}"/>
                  </a:ext>
                </a:extLst>
              </p14:cNvPr>
              <p14:cNvContentPartPr/>
              <p14:nvPr/>
            </p14:nvContentPartPr>
            <p14:xfrm>
              <a:off x="7548120" y="2700840"/>
              <a:ext cx="1866240" cy="849600"/>
            </p14:xfrm>
          </p:contentPart>
        </mc:Choice>
        <mc:Fallback>
          <p:pic>
            <p:nvPicPr>
              <p:cNvPr id="6" name="Tinta 5">
                <a:extLst>
                  <a:ext uri="{FF2B5EF4-FFF2-40B4-BE49-F238E27FC236}">
                    <a16:creationId xmlns:a16="http://schemas.microsoft.com/office/drawing/2014/main" id="{685D959C-B255-3430-2320-655ABF74DE6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42000" y="2694720"/>
                <a:ext cx="1878480" cy="86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3" name="Tinta 32">
                <a:extLst>
                  <a:ext uri="{FF2B5EF4-FFF2-40B4-BE49-F238E27FC236}">
                    <a16:creationId xmlns:a16="http://schemas.microsoft.com/office/drawing/2014/main" id="{1CDEAC13-5DF7-A055-A7D2-433E1E1962CA}"/>
                  </a:ext>
                </a:extLst>
              </p14:cNvPr>
              <p14:cNvContentPartPr/>
              <p14:nvPr/>
            </p14:nvContentPartPr>
            <p14:xfrm>
              <a:off x="6102720" y="2235000"/>
              <a:ext cx="1505520" cy="599040"/>
            </p14:xfrm>
          </p:contentPart>
        </mc:Choice>
        <mc:Fallback>
          <p:pic>
            <p:nvPicPr>
              <p:cNvPr id="33" name="Tinta 32">
                <a:extLst>
                  <a:ext uri="{FF2B5EF4-FFF2-40B4-BE49-F238E27FC236}">
                    <a16:creationId xmlns:a16="http://schemas.microsoft.com/office/drawing/2014/main" id="{1CDEAC13-5DF7-A055-A7D2-433E1E1962C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96600" y="2228880"/>
                <a:ext cx="1517760" cy="61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7" name="Tinta 16">
                <a:extLst>
                  <a:ext uri="{FF2B5EF4-FFF2-40B4-BE49-F238E27FC236}">
                    <a16:creationId xmlns:a16="http://schemas.microsoft.com/office/drawing/2014/main" id="{6B7D7E45-BEE6-AB5D-DB7D-9337D62FCA92}"/>
                  </a:ext>
                </a:extLst>
              </p14:cNvPr>
              <p14:cNvContentPartPr/>
              <p14:nvPr/>
            </p14:nvContentPartPr>
            <p14:xfrm>
              <a:off x="7080120" y="1808040"/>
              <a:ext cx="537480" cy="322920"/>
            </p14:xfrm>
          </p:contentPart>
        </mc:Choice>
        <mc:Fallback>
          <p:pic>
            <p:nvPicPr>
              <p:cNvPr id="17" name="Tinta 16">
                <a:extLst>
                  <a:ext uri="{FF2B5EF4-FFF2-40B4-BE49-F238E27FC236}">
                    <a16:creationId xmlns:a16="http://schemas.microsoft.com/office/drawing/2014/main" id="{6B7D7E45-BEE6-AB5D-DB7D-9337D62FCA9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074000" y="1801920"/>
                <a:ext cx="549720" cy="3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8" name="Tinta 17">
                <a:extLst>
                  <a:ext uri="{FF2B5EF4-FFF2-40B4-BE49-F238E27FC236}">
                    <a16:creationId xmlns:a16="http://schemas.microsoft.com/office/drawing/2014/main" id="{938BAF14-1179-4B1F-DEAB-15272789DDE2}"/>
                  </a:ext>
                </a:extLst>
              </p14:cNvPr>
              <p14:cNvContentPartPr/>
              <p14:nvPr/>
            </p14:nvContentPartPr>
            <p14:xfrm>
              <a:off x="7150320" y="2095320"/>
              <a:ext cx="286560" cy="54720"/>
            </p14:xfrm>
          </p:contentPart>
        </mc:Choice>
        <mc:Fallback>
          <p:pic>
            <p:nvPicPr>
              <p:cNvPr id="18" name="Tinta 17">
                <a:extLst>
                  <a:ext uri="{FF2B5EF4-FFF2-40B4-BE49-F238E27FC236}">
                    <a16:creationId xmlns:a16="http://schemas.microsoft.com/office/drawing/2014/main" id="{938BAF14-1179-4B1F-DEAB-15272789DDE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144200" y="2089200"/>
                <a:ext cx="29880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0" name="Tinta 19">
                <a:extLst>
                  <a:ext uri="{FF2B5EF4-FFF2-40B4-BE49-F238E27FC236}">
                    <a16:creationId xmlns:a16="http://schemas.microsoft.com/office/drawing/2014/main" id="{CE9BBDB7-787B-9AC6-208B-0BD610ABC83B}"/>
                  </a:ext>
                </a:extLst>
              </p14:cNvPr>
              <p14:cNvContentPartPr/>
              <p14:nvPr/>
            </p14:nvContentPartPr>
            <p14:xfrm>
              <a:off x="7112160" y="2013600"/>
              <a:ext cx="382680" cy="130320"/>
            </p14:xfrm>
          </p:contentPart>
        </mc:Choice>
        <mc:Fallback>
          <p:pic>
            <p:nvPicPr>
              <p:cNvPr id="20" name="Tinta 19">
                <a:extLst>
                  <a:ext uri="{FF2B5EF4-FFF2-40B4-BE49-F238E27FC236}">
                    <a16:creationId xmlns:a16="http://schemas.microsoft.com/office/drawing/2014/main" id="{CE9BBDB7-787B-9AC6-208B-0BD610ABC83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106040" y="2007480"/>
                <a:ext cx="39492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2" name="Tinta 21">
                <a:extLst>
                  <a:ext uri="{FF2B5EF4-FFF2-40B4-BE49-F238E27FC236}">
                    <a16:creationId xmlns:a16="http://schemas.microsoft.com/office/drawing/2014/main" id="{D1607D63-D980-1FBE-1369-843AF29526A2}"/>
                  </a:ext>
                </a:extLst>
              </p14:cNvPr>
              <p14:cNvContentPartPr/>
              <p14:nvPr/>
            </p14:nvContentPartPr>
            <p14:xfrm>
              <a:off x="6426720" y="1902360"/>
              <a:ext cx="438120" cy="226080"/>
            </p14:xfrm>
          </p:contentPart>
        </mc:Choice>
        <mc:Fallback>
          <p:pic>
            <p:nvPicPr>
              <p:cNvPr id="22" name="Tinta 21">
                <a:extLst>
                  <a:ext uri="{FF2B5EF4-FFF2-40B4-BE49-F238E27FC236}">
                    <a16:creationId xmlns:a16="http://schemas.microsoft.com/office/drawing/2014/main" id="{D1607D63-D980-1FBE-1369-843AF29526A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420600" y="1896240"/>
                <a:ext cx="45036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3" name="Tinta 22">
                <a:extLst>
                  <a:ext uri="{FF2B5EF4-FFF2-40B4-BE49-F238E27FC236}">
                    <a16:creationId xmlns:a16="http://schemas.microsoft.com/office/drawing/2014/main" id="{889F70B2-5E64-1584-88ED-4F47EFBD1B10}"/>
                  </a:ext>
                </a:extLst>
              </p14:cNvPr>
              <p14:cNvContentPartPr/>
              <p14:nvPr/>
            </p14:nvContentPartPr>
            <p14:xfrm>
              <a:off x="6645600" y="2101440"/>
              <a:ext cx="238320" cy="164160"/>
            </p14:xfrm>
          </p:contentPart>
        </mc:Choice>
        <mc:Fallback>
          <p:pic>
            <p:nvPicPr>
              <p:cNvPr id="23" name="Tinta 22">
                <a:extLst>
                  <a:ext uri="{FF2B5EF4-FFF2-40B4-BE49-F238E27FC236}">
                    <a16:creationId xmlns:a16="http://schemas.microsoft.com/office/drawing/2014/main" id="{889F70B2-5E64-1584-88ED-4F47EFBD1B1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639480" y="2095320"/>
                <a:ext cx="250560" cy="176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Agrupar 44">
            <a:extLst>
              <a:ext uri="{FF2B5EF4-FFF2-40B4-BE49-F238E27FC236}">
                <a16:creationId xmlns:a16="http://schemas.microsoft.com/office/drawing/2014/main" id="{2877EC55-A180-9188-8C16-E1F5D23CD65B}"/>
              </a:ext>
            </a:extLst>
          </p:cNvPr>
          <p:cNvGrpSpPr/>
          <p:nvPr/>
        </p:nvGrpSpPr>
        <p:grpSpPr>
          <a:xfrm>
            <a:off x="6159600" y="2271000"/>
            <a:ext cx="1350000" cy="613800"/>
            <a:chOff x="6159600" y="2271000"/>
            <a:chExt cx="1350000" cy="61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6B8D040E-6175-3CA6-5826-BEFBD796BF74}"/>
                    </a:ext>
                  </a:extLst>
                </p14:cNvPr>
                <p14:cNvContentPartPr/>
                <p14:nvPr/>
              </p14:nvContentPartPr>
              <p14:xfrm>
                <a:off x="6159600" y="2292960"/>
                <a:ext cx="77760" cy="413640"/>
              </p14:xfrm>
            </p:contentPart>
          </mc:Choice>
          <mc:Fallback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6B8D040E-6175-3CA6-5826-BEFBD796BF7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153480" y="2286840"/>
                  <a:ext cx="9000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3F2C0C7D-4053-ABE0-F41F-2AB9921B7E60}"/>
                    </a:ext>
                  </a:extLst>
                </p14:cNvPr>
                <p14:cNvContentPartPr/>
                <p14:nvPr/>
              </p14:nvContentPartPr>
              <p14:xfrm>
                <a:off x="6217200" y="2271000"/>
                <a:ext cx="1200240" cy="4104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3F2C0C7D-4053-ABE0-F41F-2AB9921B7E6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211080" y="2264880"/>
                  <a:ext cx="12124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963FC6AB-21AA-C9DB-B186-E3592E97AB2B}"/>
                    </a:ext>
                  </a:extLst>
                </p14:cNvPr>
                <p14:cNvContentPartPr/>
                <p14:nvPr/>
              </p14:nvContentPartPr>
              <p14:xfrm>
                <a:off x="6207840" y="2695440"/>
                <a:ext cx="1301760" cy="4140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963FC6AB-21AA-C9DB-B186-E3592E97AB2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201720" y="2689320"/>
                  <a:ext cx="13140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4534668B-EF4F-C9C9-6484-13F99EB49545}"/>
                    </a:ext>
                  </a:extLst>
                </p14:cNvPr>
                <p14:cNvContentPartPr/>
                <p14:nvPr/>
              </p14:nvContentPartPr>
              <p14:xfrm>
                <a:off x="7294320" y="2348400"/>
                <a:ext cx="84960" cy="36828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4534668B-EF4F-C9C9-6484-13F99EB4954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288200" y="2342280"/>
                  <a:ext cx="9720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387764A3-3EE9-737F-5A02-729F31EBDC46}"/>
                    </a:ext>
                  </a:extLst>
                </p14:cNvPr>
                <p14:cNvContentPartPr/>
                <p14:nvPr/>
              </p14:nvContentPartPr>
              <p14:xfrm>
                <a:off x="6930360" y="2723160"/>
                <a:ext cx="228960" cy="16164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387764A3-3EE9-737F-5A02-729F31EBDC4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924240" y="2717040"/>
                  <a:ext cx="2412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F13B95DE-A84C-5D00-7CCB-1C98AAA27829}"/>
                    </a:ext>
                  </a:extLst>
                </p14:cNvPr>
                <p14:cNvContentPartPr/>
                <p14:nvPr/>
              </p14:nvContentPartPr>
              <p14:xfrm>
                <a:off x="6216480" y="2745120"/>
                <a:ext cx="250920" cy="13176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F13B95DE-A84C-5D00-7CCB-1C98AAA2782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210360" y="2739000"/>
                  <a:ext cx="2631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D5256327-FF34-F7B9-F218-82F19EFFA3CF}"/>
                    </a:ext>
                  </a:extLst>
                </p14:cNvPr>
                <p14:cNvContentPartPr/>
                <p14:nvPr/>
              </p14:nvContentPartPr>
              <p14:xfrm>
                <a:off x="6236640" y="2325360"/>
                <a:ext cx="1123560" cy="33876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D5256327-FF34-F7B9-F218-82F19EFFA3C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230520" y="2319240"/>
                  <a:ext cx="113580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675A06D1-BD73-FA77-0236-16504489925A}"/>
                    </a:ext>
                  </a:extLst>
                </p14:cNvPr>
                <p14:cNvContentPartPr/>
                <p14:nvPr/>
              </p14:nvContentPartPr>
              <p14:xfrm>
                <a:off x="6695280" y="2507520"/>
                <a:ext cx="142920" cy="3816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675A06D1-BD73-FA77-0236-16504489925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689160" y="2501400"/>
                  <a:ext cx="1551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E74492FD-850C-578E-7F50-5B5AA823F01C}"/>
                    </a:ext>
                  </a:extLst>
                </p14:cNvPr>
                <p14:cNvContentPartPr/>
                <p14:nvPr/>
              </p14:nvContentPartPr>
              <p14:xfrm>
                <a:off x="6361200" y="2359920"/>
                <a:ext cx="19440" cy="648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E74492FD-850C-578E-7F50-5B5AA823F01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355080" y="2353800"/>
                  <a:ext cx="3168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D4FE233C-161E-3A7A-58D3-CA9A53DCC530}"/>
                    </a:ext>
                  </a:extLst>
                </p14:cNvPr>
                <p14:cNvContentPartPr/>
                <p14:nvPr/>
              </p14:nvContentPartPr>
              <p14:xfrm>
                <a:off x="6255720" y="2333640"/>
                <a:ext cx="142560" cy="23760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D4FE233C-161E-3A7A-58D3-CA9A53DCC53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249600" y="2327520"/>
                  <a:ext cx="1548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40B67176-51AC-D11B-FA38-7B72F38DA249}"/>
                    </a:ext>
                  </a:extLst>
                </p14:cNvPr>
                <p14:cNvContentPartPr/>
                <p14:nvPr/>
              </p14:nvContentPartPr>
              <p14:xfrm>
                <a:off x="6388200" y="2577000"/>
                <a:ext cx="19440" cy="3456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40B67176-51AC-D11B-FA38-7B72F38DA24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382080" y="2570880"/>
                  <a:ext cx="316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6FBCABC9-3061-5470-CED1-DB87AF1902A3}"/>
                    </a:ext>
                  </a:extLst>
                </p14:cNvPr>
                <p14:cNvContentPartPr/>
                <p14:nvPr/>
              </p14:nvContentPartPr>
              <p14:xfrm>
                <a:off x="6455160" y="2724600"/>
                <a:ext cx="262800" cy="14652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6FBCABC9-3061-5470-CED1-DB87AF1902A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449040" y="2718480"/>
                  <a:ext cx="2750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D371912C-7396-8368-002C-6BB22CE1E04B}"/>
                    </a:ext>
                  </a:extLst>
                </p14:cNvPr>
                <p14:cNvContentPartPr/>
                <p14:nvPr/>
              </p14:nvContentPartPr>
              <p14:xfrm>
                <a:off x="6589080" y="2579880"/>
                <a:ext cx="110520" cy="20016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D371912C-7396-8368-002C-6BB22CE1E04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582960" y="2573760"/>
                  <a:ext cx="1227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B7CC4AD7-5D82-74D0-FF93-920D18D13A75}"/>
                    </a:ext>
                  </a:extLst>
                </p14:cNvPr>
                <p14:cNvContentPartPr/>
                <p14:nvPr/>
              </p14:nvContentPartPr>
              <p14:xfrm>
                <a:off x="6732720" y="2381520"/>
                <a:ext cx="132840" cy="7272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B7CC4AD7-5D82-74D0-FF93-920D18D13A7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726600" y="2375400"/>
                  <a:ext cx="1450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3C10D934-6D10-52E6-E20C-94A27B81A668}"/>
                    </a:ext>
                  </a:extLst>
                </p14:cNvPr>
                <p14:cNvContentPartPr/>
                <p14:nvPr/>
              </p14:nvContentPartPr>
              <p14:xfrm>
                <a:off x="6611040" y="2428320"/>
                <a:ext cx="148680" cy="1476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3C10D934-6D10-52E6-E20C-94A27B81A66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604920" y="2422200"/>
                  <a:ext cx="1609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5DF0358B-8076-06F4-1B6E-22DD7642C5C8}"/>
                    </a:ext>
                  </a:extLst>
                </p14:cNvPr>
                <p14:cNvContentPartPr/>
                <p14:nvPr/>
              </p14:nvContentPartPr>
              <p14:xfrm>
                <a:off x="6856560" y="2439480"/>
                <a:ext cx="219240" cy="5472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5DF0358B-8076-06F4-1B6E-22DD7642C5C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850440" y="2433360"/>
                  <a:ext cx="2314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763EA05D-6372-B283-DCFC-569F842FBB68}"/>
                    </a:ext>
                  </a:extLst>
                </p14:cNvPr>
                <p14:cNvContentPartPr/>
                <p14:nvPr/>
              </p14:nvContentPartPr>
              <p14:xfrm>
                <a:off x="6732000" y="2475480"/>
                <a:ext cx="57960" cy="8172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763EA05D-6372-B283-DCFC-569F842FBB6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725880" y="2469360"/>
                  <a:ext cx="702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A03CF3A0-2972-DD1E-7B48-670253965DF9}"/>
                    </a:ext>
                  </a:extLst>
                </p14:cNvPr>
                <p14:cNvContentPartPr/>
                <p14:nvPr/>
              </p14:nvContentPartPr>
              <p14:xfrm>
                <a:off x="6541920" y="2534160"/>
                <a:ext cx="209520" cy="77400"/>
              </p14:xfrm>
            </p:contentPart>
          </mc:Choice>
          <mc:Fallback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A03CF3A0-2972-DD1E-7B48-670253965DF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535800" y="2528040"/>
                  <a:ext cx="2217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16C36876-F839-34B4-5ABD-3E9F236B1808}"/>
                    </a:ext>
                  </a:extLst>
                </p14:cNvPr>
                <p14:cNvContentPartPr/>
                <p14:nvPr/>
              </p14:nvContentPartPr>
              <p14:xfrm>
                <a:off x="6770160" y="2532360"/>
                <a:ext cx="171360" cy="12384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16C36876-F839-34B4-5ABD-3E9F236B180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764040" y="2526240"/>
                  <a:ext cx="183600" cy="13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Agrupar 106">
            <a:extLst>
              <a:ext uri="{FF2B5EF4-FFF2-40B4-BE49-F238E27FC236}">
                <a16:creationId xmlns:a16="http://schemas.microsoft.com/office/drawing/2014/main" id="{7164E815-C1A7-7324-6F4C-9C2850405AA0}"/>
              </a:ext>
            </a:extLst>
          </p:cNvPr>
          <p:cNvGrpSpPr/>
          <p:nvPr/>
        </p:nvGrpSpPr>
        <p:grpSpPr>
          <a:xfrm>
            <a:off x="9208080" y="3736560"/>
            <a:ext cx="2313360" cy="900360"/>
            <a:chOff x="9208080" y="3736560"/>
            <a:chExt cx="2313360" cy="90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572EE6ED-F713-161A-B76D-0DFD370F82DC}"/>
                    </a:ext>
                  </a:extLst>
                </p14:cNvPr>
                <p14:cNvContentPartPr/>
                <p14:nvPr/>
              </p14:nvContentPartPr>
              <p14:xfrm>
                <a:off x="9208080" y="4019160"/>
                <a:ext cx="381240" cy="221760"/>
              </p14:xfrm>
            </p:contentPart>
          </mc:Choice>
          <mc:Fallback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572EE6ED-F713-161A-B76D-0DFD370F82D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201960" y="4013040"/>
                  <a:ext cx="3934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D00CD088-7758-C194-749C-7CEFC8C2FE5B}"/>
                    </a:ext>
                  </a:extLst>
                </p14:cNvPr>
                <p14:cNvContentPartPr/>
                <p14:nvPr/>
              </p14:nvContentPartPr>
              <p14:xfrm>
                <a:off x="9456120" y="3736560"/>
                <a:ext cx="750240" cy="30168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D00CD088-7758-C194-749C-7CEFC8C2FE5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450000" y="3730440"/>
                  <a:ext cx="76248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C439F8EF-1E44-BAD2-1298-215A94A25FD4}"/>
                    </a:ext>
                  </a:extLst>
                </p14:cNvPr>
                <p14:cNvContentPartPr/>
                <p14:nvPr/>
              </p14:nvContentPartPr>
              <p14:xfrm>
                <a:off x="9598320" y="3964800"/>
                <a:ext cx="142560" cy="3636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C439F8EF-1E44-BAD2-1298-215A94A25FD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592200" y="3958680"/>
                  <a:ext cx="1548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F1C8BF80-C786-98E2-7969-7084E73E3A73}"/>
                    </a:ext>
                  </a:extLst>
                </p14:cNvPr>
                <p14:cNvContentPartPr/>
                <p14:nvPr/>
              </p14:nvContentPartPr>
              <p14:xfrm>
                <a:off x="9540720" y="3959040"/>
                <a:ext cx="96480" cy="105480"/>
              </p14:xfrm>
            </p:contentPart>
          </mc:Choice>
          <mc:Fallback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F1C8BF80-C786-98E2-7969-7084E73E3A7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534600" y="3952920"/>
                  <a:ext cx="1087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CFEA9283-D191-78DE-C4C4-6A12EC49427E}"/>
                    </a:ext>
                  </a:extLst>
                </p14:cNvPr>
                <p14:cNvContentPartPr/>
                <p14:nvPr/>
              </p14:nvContentPartPr>
              <p14:xfrm>
                <a:off x="9446760" y="4329120"/>
                <a:ext cx="84960" cy="1872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CFEA9283-D191-78DE-C4C4-6A12EC49427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440640" y="4323000"/>
                  <a:ext cx="972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9F42AD43-17A4-FFCE-7557-E313C036D2C2}"/>
                    </a:ext>
                  </a:extLst>
                </p14:cNvPr>
                <p14:cNvContentPartPr/>
                <p14:nvPr/>
              </p14:nvContentPartPr>
              <p14:xfrm>
                <a:off x="9266040" y="4195560"/>
                <a:ext cx="751320" cy="38268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9F42AD43-17A4-FFCE-7557-E313C036D2C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259920" y="4189440"/>
                  <a:ext cx="76356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1457012B-F118-7EF7-E33B-C0B1DE222C78}"/>
                    </a:ext>
                  </a:extLst>
                </p14:cNvPr>
                <p14:cNvContentPartPr/>
                <p14:nvPr/>
              </p14:nvContentPartPr>
              <p14:xfrm>
                <a:off x="10093320" y="3765360"/>
                <a:ext cx="267840" cy="487440"/>
              </p14:xfrm>
            </p:contentPart>
          </mc:Choice>
          <mc:Fallback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1457012B-F118-7EF7-E33B-C0B1DE222C7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087200" y="3759240"/>
                  <a:ext cx="280080" cy="49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94954A54-565E-FB13-3180-2DA7E2D49927}"/>
                    </a:ext>
                  </a:extLst>
                </p14:cNvPr>
                <p14:cNvContentPartPr/>
                <p14:nvPr/>
              </p14:nvContentPartPr>
              <p14:xfrm>
                <a:off x="10392120" y="4177560"/>
                <a:ext cx="137880" cy="141480"/>
              </p14:xfrm>
            </p:contentPart>
          </mc:Choice>
          <mc:Fallback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94954A54-565E-FB13-3180-2DA7E2D4992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386000" y="4171440"/>
                  <a:ext cx="1501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37E2B2EF-4D89-8EC4-C5F0-D68F1265075F}"/>
                    </a:ext>
                  </a:extLst>
                </p14:cNvPr>
                <p14:cNvContentPartPr/>
                <p14:nvPr/>
              </p14:nvContentPartPr>
              <p14:xfrm>
                <a:off x="10408680" y="4145160"/>
                <a:ext cx="340560" cy="168480"/>
              </p14:xfrm>
            </p:contentPart>
          </mc:Choice>
          <mc:Fallback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37E2B2EF-4D89-8EC4-C5F0-D68F1265075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402560" y="4139040"/>
                  <a:ext cx="3528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D161430C-167F-D90A-6B53-05BFCAED6DDA}"/>
                    </a:ext>
                  </a:extLst>
                </p14:cNvPr>
                <p14:cNvContentPartPr/>
                <p14:nvPr/>
              </p14:nvContentPartPr>
              <p14:xfrm>
                <a:off x="10312560" y="3791280"/>
                <a:ext cx="923760" cy="333720"/>
              </p14:xfrm>
            </p:contentPart>
          </mc:Choice>
          <mc:Fallback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D161430C-167F-D90A-6B53-05BFCAED6DD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306440" y="3785160"/>
                  <a:ext cx="93600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C7A23B8F-1236-035E-0ED2-FF1CA3A2F524}"/>
                    </a:ext>
                  </a:extLst>
                </p14:cNvPr>
                <p14:cNvContentPartPr/>
                <p14:nvPr/>
              </p14:nvContentPartPr>
              <p14:xfrm>
                <a:off x="10911240" y="4127160"/>
                <a:ext cx="247680" cy="171000"/>
              </p14:xfrm>
            </p:contentPart>
          </mc:Choice>
          <mc:Fallback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C7A23B8F-1236-035E-0ED2-FF1CA3A2F52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905120" y="4121040"/>
                  <a:ext cx="2599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0ECD0D65-F14D-718E-51DF-0AEE073743CD}"/>
                    </a:ext>
                  </a:extLst>
                </p14:cNvPr>
                <p14:cNvContentPartPr/>
                <p14:nvPr/>
              </p14:nvContentPartPr>
              <p14:xfrm>
                <a:off x="10855800" y="4104480"/>
                <a:ext cx="114120" cy="104040"/>
              </p14:xfrm>
            </p:contentPart>
          </mc:Choice>
          <mc:Fallback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0ECD0D65-F14D-718E-51DF-0AEE073743C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849680" y="4098360"/>
                  <a:ext cx="1263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207F54F5-69A3-2B87-AA9D-556374AB53D7}"/>
                    </a:ext>
                  </a:extLst>
                </p14:cNvPr>
                <p14:cNvContentPartPr/>
                <p14:nvPr/>
              </p14:nvContentPartPr>
              <p14:xfrm>
                <a:off x="10846440" y="4089360"/>
                <a:ext cx="219240" cy="461160"/>
              </p14:xfrm>
            </p:contentPart>
          </mc:Choice>
          <mc:Fallback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207F54F5-69A3-2B87-AA9D-556374AB53D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840320" y="4083240"/>
                  <a:ext cx="23148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8A75C5B9-4714-EADC-0960-F0B171FE916F}"/>
                    </a:ext>
                  </a:extLst>
                </p14:cNvPr>
                <p14:cNvContentPartPr/>
                <p14:nvPr/>
              </p14:nvContentPartPr>
              <p14:xfrm>
                <a:off x="10155600" y="4291320"/>
                <a:ext cx="34560" cy="239040"/>
              </p14:xfrm>
            </p:contentPart>
          </mc:Choice>
          <mc:Fallback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8A75C5B9-4714-EADC-0960-F0B171FE916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149480" y="4285200"/>
                  <a:ext cx="46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A2941E73-055B-4915-9B3A-57AB6C0CD08C}"/>
                    </a:ext>
                  </a:extLst>
                </p14:cNvPr>
                <p14:cNvContentPartPr/>
                <p14:nvPr/>
              </p14:nvContentPartPr>
              <p14:xfrm>
                <a:off x="11055600" y="4270800"/>
                <a:ext cx="161640" cy="62640"/>
              </p14:xfrm>
            </p:contentPart>
          </mc:Choice>
          <mc:Fallback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A2941E73-055B-4915-9B3A-57AB6C0CD08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1049480" y="4264680"/>
                  <a:ext cx="1738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43B226B2-C521-0E8A-6445-B3549FCBB007}"/>
                    </a:ext>
                  </a:extLst>
                </p14:cNvPr>
                <p14:cNvContentPartPr/>
                <p14:nvPr/>
              </p14:nvContentPartPr>
              <p14:xfrm>
                <a:off x="10036080" y="4551240"/>
                <a:ext cx="1057680" cy="85680"/>
              </p14:xfrm>
            </p:contentPart>
          </mc:Choice>
          <mc:Fallback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43B226B2-C521-0E8A-6445-B3549FCBB00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029960" y="4545120"/>
                  <a:ext cx="10699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FF72BBB1-9578-B606-896F-1EC2E9D41287}"/>
                    </a:ext>
                  </a:extLst>
                </p14:cNvPr>
                <p14:cNvContentPartPr/>
                <p14:nvPr/>
              </p14:nvContentPartPr>
              <p14:xfrm>
                <a:off x="9921960" y="3882360"/>
                <a:ext cx="657720" cy="488160"/>
              </p14:xfrm>
            </p:contentPart>
          </mc:Choice>
          <mc:Fallback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FF72BBB1-9578-B606-896F-1EC2E9D41287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915840" y="3876240"/>
                  <a:ext cx="669960" cy="50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A8176450-7108-B4C9-5969-E172FD10B96D}"/>
                    </a:ext>
                  </a:extLst>
                </p14:cNvPr>
                <p14:cNvContentPartPr/>
                <p14:nvPr/>
              </p14:nvContentPartPr>
              <p14:xfrm>
                <a:off x="10759680" y="3990000"/>
                <a:ext cx="676440" cy="353520"/>
              </p14:xfrm>
            </p:contentPart>
          </mc:Choice>
          <mc:Fallback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A8176450-7108-B4C9-5969-E172FD10B96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753560" y="3983880"/>
                  <a:ext cx="68868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E517FA4D-5D2C-6BD4-AE69-1E4835B10FB5}"/>
                    </a:ext>
                  </a:extLst>
                </p14:cNvPr>
                <p14:cNvContentPartPr/>
                <p14:nvPr/>
              </p14:nvContentPartPr>
              <p14:xfrm>
                <a:off x="9968400" y="3933120"/>
                <a:ext cx="659520" cy="436680"/>
              </p14:xfrm>
            </p:contentPart>
          </mc:Choice>
          <mc:Fallback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E517FA4D-5D2C-6BD4-AE69-1E4835B10FB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962280" y="3927000"/>
                  <a:ext cx="67176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FBC46CF0-B1AF-0770-2529-2644C159F866}"/>
                    </a:ext>
                  </a:extLst>
                </p14:cNvPr>
                <p14:cNvContentPartPr/>
                <p14:nvPr/>
              </p14:nvContentPartPr>
              <p14:xfrm>
                <a:off x="10797840" y="3996480"/>
                <a:ext cx="723600" cy="391680"/>
              </p14:xfrm>
            </p:contentPart>
          </mc:Choice>
          <mc:Fallback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FBC46CF0-B1AF-0770-2529-2644C159F86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791720" y="3990360"/>
                  <a:ext cx="735840" cy="40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Agrupar 112">
            <a:extLst>
              <a:ext uri="{FF2B5EF4-FFF2-40B4-BE49-F238E27FC236}">
                <a16:creationId xmlns:a16="http://schemas.microsoft.com/office/drawing/2014/main" id="{FD861B44-5945-9DBB-9520-5426FD64C4A7}"/>
              </a:ext>
            </a:extLst>
          </p:cNvPr>
          <p:cNvGrpSpPr/>
          <p:nvPr/>
        </p:nvGrpSpPr>
        <p:grpSpPr>
          <a:xfrm>
            <a:off x="5846760" y="3250920"/>
            <a:ext cx="2420280" cy="1956960"/>
            <a:chOff x="5846760" y="3250920"/>
            <a:chExt cx="2420280" cy="195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C58E5B51-D634-D487-1A95-EA7B4B3D6F98}"/>
                    </a:ext>
                  </a:extLst>
                </p14:cNvPr>
                <p14:cNvContentPartPr/>
                <p14:nvPr/>
              </p14:nvContentPartPr>
              <p14:xfrm>
                <a:off x="6351120" y="4265760"/>
                <a:ext cx="95040" cy="660600"/>
              </p14:xfrm>
            </p:contentPart>
          </mc:Choice>
          <mc:Fallback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C58E5B51-D634-D487-1A95-EA7B4B3D6F9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345000" y="4259640"/>
                  <a:ext cx="107280" cy="67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9594AB1B-12E9-7D57-D323-C15A1526A263}"/>
                    </a:ext>
                  </a:extLst>
                </p14:cNvPr>
                <p14:cNvContentPartPr/>
                <p14:nvPr/>
              </p14:nvContentPartPr>
              <p14:xfrm>
                <a:off x="6474600" y="4274400"/>
                <a:ext cx="658080" cy="672840"/>
              </p14:xfrm>
            </p:contentPart>
          </mc:Choice>
          <mc:Fallback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9594AB1B-12E9-7D57-D323-C15A1526A263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468480" y="4268280"/>
                  <a:ext cx="670320" cy="68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001B91FA-43E5-F7F9-D1E4-538D59147366}"/>
                    </a:ext>
                  </a:extLst>
                </p14:cNvPr>
                <p14:cNvContentPartPr/>
                <p14:nvPr/>
              </p14:nvContentPartPr>
              <p14:xfrm>
                <a:off x="5846760" y="4867320"/>
                <a:ext cx="1962720" cy="12780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001B91FA-43E5-F7F9-D1E4-538D5914736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840640" y="4861200"/>
                  <a:ext cx="19749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B254B480-DA25-8908-4AA8-EC6873B0BC0C}"/>
                    </a:ext>
                  </a:extLst>
                </p14:cNvPr>
                <p14:cNvContentPartPr/>
                <p14:nvPr/>
              </p14:nvContentPartPr>
              <p14:xfrm>
                <a:off x="6351840" y="4940400"/>
                <a:ext cx="219240" cy="17208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B254B480-DA25-8908-4AA8-EC6873B0BC0C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345720" y="4934280"/>
                  <a:ext cx="2314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5538EA46-F874-BD72-2F46-3BE5EAFB8579}"/>
                    </a:ext>
                  </a:extLst>
                </p14:cNvPr>
                <p14:cNvContentPartPr/>
                <p14:nvPr/>
              </p14:nvContentPartPr>
              <p14:xfrm>
                <a:off x="6484320" y="5035080"/>
                <a:ext cx="151920" cy="109800"/>
              </p14:xfrm>
            </p:contentPart>
          </mc:Choice>
          <mc:Fallback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5538EA46-F874-BD72-2F46-3BE5EAFB8579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478200" y="5028960"/>
                  <a:ext cx="1641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AC6524DD-51BB-7D71-BC32-0222EB8C50E6}"/>
                    </a:ext>
                  </a:extLst>
                </p14:cNvPr>
                <p14:cNvContentPartPr/>
                <p14:nvPr/>
              </p14:nvContentPartPr>
              <p14:xfrm>
                <a:off x="6722280" y="5057760"/>
                <a:ext cx="324720" cy="15012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AC6524DD-51BB-7D71-BC32-0222EB8C50E6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716160" y="5051640"/>
                  <a:ext cx="3369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792CD62D-9D6A-0FE2-562B-416DCCA048EA}"/>
                    </a:ext>
                  </a:extLst>
                </p14:cNvPr>
                <p14:cNvContentPartPr/>
                <p14:nvPr/>
              </p14:nvContentPartPr>
              <p14:xfrm>
                <a:off x="6696720" y="4056240"/>
                <a:ext cx="35640" cy="250920"/>
              </p14:xfrm>
            </p:contentPart>
          </mc:Choice>
          <mc:Fallback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792CD62D-9D6A-0FE2-562B-416DCCA048E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690600" y="4050120"/>
                  <a:ext cx="4788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7170E4EA-98A7-7AE7-8226-38F4C209D85B}"/>
                    </a:ext>
                  </a:extLst>
                </p14:cNvPr>
                <p14:cNvContentPartPr/>
                <p14:nvPr/>
              </p14:nvContentPartPr>
              <p14:xfrm>
                <a:off x="6505200" y="4009800"/>
                <a:ext cx="189000" cy="94680"/>
              </p14:xfrm>
            </p:contentPart>
          </mc:Choice>
          <mc:Fallback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7170E4EA-98A7-7AE7-8226-38F4C209D85B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499080" y="4003680"/>
                  <a:ext cx="2012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42C94650-2279-A742-4B54-B54374AE53DD}"/>
                    </a:ext>
                  </a:extLst>
                </p14:cNvPr>
                <p14:cNvContentPartPr/>
                <p14:nvPr/>
              </p14:nvContentPartPr>
              <p14:xfrm>
                <a:off x="6837480" y="3942480"/>
                <a:ext cx="369360" cy="16668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42C94650-2279-A742-4B54-B54374AE53D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831360" y="3936360"/>
                  <a:ext cx="3816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B68498DB-66D0-E468-122D-EE7221E4226B}"/>
                    </a:ext>
                  </a:extLst>
                </p14:cNvPr>
                <p14:cNvContentPartPr/>
                <p14:nvPr/>
              </p14:nvContentPartPr>
              <p14:xfrm>
                <a:off x="6589800" y="3931680"/>
                <a:ext cx="75960" cy="12204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B68498DB-66D0-E468-122D-EE7221E4226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583680" y="3925560"/>
                  <a:ext cx="882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DC47638C-6BC2-D474-42AC-18CA36FE84CA}"/>
                    </a:ext>
                  </a:extLst>
                </p14:cNvPr>
                <p14:cNvContentPartPr/>
                <p14:nvPr/>
              </p14:nvContentPartPr>
              <p14:xfrm>
                <a:off x="6712560" y="3889920"/>
                <a:ext cx="257760" cy="200880"/>
              </p14:xfrm>
            </p:contentPart>
          </mc:Choice>
          <mc:Fallback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DC47638C-6BC2-D474-42AC-18CA36FE84C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706440" y="3883800"/>
                  <a:ext cx="2700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2859908D-3B15-65CF-2AA9-E2EA5413B7DE}"/>
                    </a:ext>
                  </a:extLst>
                </p14:cNvPr>
                <p14:cNvContentPartPr/>
                <p14:nvPr/>
              </p14:nvContentPartPr>
              <p14:xfrm>
                <a:off x="6406200" y="3743400"/>
                <a:ext cx="640800" cy="25632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2859908D-3B15-65CF-2AA9-E2EA5413B7D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400080" y="3737280"/>
                  <a:ext cx="6530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29F2BD22-E2AD-F7E3-B533-D141CBA50326}"/>
                    </a:ext>
                  </a:extLst>
                </p14:cNvPr>
                <p14:cNvContentPartPr/>
                <p14:nvPr/>
              </p14:nvContentPartPr>
              <p14:xfrm>
                <a:off x="6674400" y="3750600"/>
                <a:ext cx="29160" cy="36360"/>
              </p14:xfrm>
            </p:contentPart>
          </mc:Choice>
          <mc:Fallback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29F2BD22-E2AD-F7E3-B533-D141CBA50326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668280" y="3744480"/>
                  <a:ext cx="414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CE25B647-16C9-6018-A697-E2702119D9E5}"/>
                    </a:ext>
                  </a:extLst>
                </p14:cNvPr>
                <p14:cNvContentPartPr/>
                <p14:nvPr/>
              </p14:nvContentPartPr>
              <p14:xfrm>
                <a:off x="6341040" y="3733320"/>
                <a:ext cx="1116000" cy="51624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CE25B647-16C9-6018-A697-E2702119D9E5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334920" y="3727200"/>
                  <a:ext cx="1128240" cy="52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99738178-0126-750D-B076-4747CC92B274}"/>
                    </a:ext>
                  </a:extLst>
                </p14:cNvPr>
                <p14:cNvContentPartPr/>
                <p14:nvPr/>
              </p14:nvContentPartPr>
              <p14:xfrm>
                <a:off x="7288200" y="4738080"/>
                <a:ext cx="63000" cy="70920"/>
              </p14:xfrm>
            </p:contentPart>
          </mc:Choice>
          <mc:Fallback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99738178-0126-750D-B076-4747CC92B27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282080" y="4731960"/>
                  <a:ext cx="752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08282242-D644-7019-B5C4-EC9E9690A832}"/>
                    </a:ext>
                  </a:extLst>
                </p14:cNvPr>
                <p14:cNvContentPartPr/>
                <p14:nvPr/>
              </p14:nvContentPartPr>
              <p14:xfrm>
                <a:off x="7332840" y="4788480"/>
                <a:ext cx="7920" cy="7128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08282242-D644-7019-B5C4-EC9E9690A832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326720" y="4782360"/>
                  <a:ext cx="201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20707B9F-B6D8-4E8D-F7EB-CFF15791661E}"/>
                    </a:ext>
                  </a:extLst>
                </p14:cNvPr>
                <p14:cNvContentPartPr/>
                <p14:nvPr/>
              </p14:nvContentPartPr>
              <p14:xfrm>
                <a:off x="7236720" y="4823040"/>
                <a:ext cx="67680" cy="3276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20707B9F-B6D8-4E8D-F7EB-CFF15791661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230600" y="4816920"/>
                  <a:ext cx="799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2C0A997F-D7CA-0F02-9871-8FDC87B800A7}"/>
                    </a:ext>
                  </a:extLst>
                </p14:cNvPr>
                <p14:cNvContentPartPr/>
                <p14:nvPr/>
              </p14:nvContentPartPr>
              <p14:xfrm>
                <a:off x="7284960" y="4816920"/>
                <a:ext cx="123120" cy="4428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2C0A997F-D7CA-0F02-9871-8FDC87B800A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278840" y="4810800"/>
                  <a:ext cx="1353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9FF84B14-8DE0-ED6F-7A64-A112749567F4}"/>
                    </a:ext>
                  </a:extLst>
                </p14:cNvPr>
                <p14:cNvContentPartPr/>
                <p14:nvPr/>
              </p14:nvContentPartPr>
              <p14:xfrm>
                <a:off x="7294320" y="4834920"/>
                <a:ext cx="38880" cy="8784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9FF84B14-8DE0-ED6F-7A64-A112749567F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288200" y="4828800"/>
                  <a:ext cx="511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99DD112D-E6F1-D6C3-4289-028D8BB60B5B}"/>
                    </a:ext>
                  </a:extLst>
                </p14:cNvPr>
                <p14:cNvContentPartPr/>
                <p14:nvPr/>
              </p14:nvContentPartPr>
              <p14:xfrm>
                <a:off x="7207920" y="4863360"/>
                <a:ext cx="125280" cy="3888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99DD112D-E6F1-D6C3-4289-028D8BB60B5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201800" y="4857240"/>
                  <a:ext cx="1375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525ED846-1628-D1A2-43FF-095B9B239273}"/>
                    </a:ext>
                  </a:extLst>
                </p14:cNvPr>
                <p14:cNvContentPartPr/>
                <p14:nvPr/>
              </p14:nvContentPartPr>
              <p14:xfrm>
                <a:off x="7369200" y="4901880"/>
                <a:ext cx="48240" cy="2052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525ED846-1628-D1A2-43FF-095B9B23927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363080" y="4895760"/>
                  <a:ext cx="604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EF1A407D-14C5-1368-D998-E5E5F4C393A0}"/>
                    </a:ext>
                  </a:extLst>
                </p14:cNvPr>
                <p14:cNvContentPartPr/>
                <p14:nvPr/>
              </p14:nvContentPartPr>
              <p14:xfrm>
                <a:off x="7198560" y="4545840"/>
                <a:ext cx="296280" cy="45648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EF1A407D-14C5-1368-D998-E5E5F4C393A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192440" y="4539720"/>
                  <a:ext cx="30852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0862C126-70A0-B871-24E9-07500BEFEB3F}"/>
                    </a:ext>
                  </a:extLst>
                </p14:cNvPr>
                <p14:cNvContentPartPr/>
                <p14:nvPr/>
              </p14:nvContentPartPr>
              <p14:xfrm>
                <a:off x="7799040" y="4768320"/>
                <a:ext cx="75600" cy="17928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0862C126-70A0-B871-24E9-07500BEFEB3F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792920" y="4762200"/>
                  <a:ext cx="878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0F043439-B312-B665-204C-89A16FB416C0}"/>
                    </a:ext>
                  </a:extLst>
                </p14:cNvPr>
                <p14:cNvContentPartPr/>
                <p14:nvPr/>
              </p14:nvContentPartPr>
              <p14:xfrm>
                <a:off x="7703280" y="4717200"/>
                <a:ext cx="563760" cy="24372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0F043439-B312-B665-204C-89A16FB416C0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697160" y="4711080"/>
                  <a:ext cx="5760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73822893-80FB-A98B-7146-FDCDFCD09C6D}"/>
                    </a:ext>
                  </a:extLst>
                </p14:cNvPr>
                <p14:cNvContentPartPr/>
                <p14:nvPr/>
              </p14:nvContentPartPr>
              <p14:xfrm>
                <a:off x="7037280" y="3250920"/>
                <a:ext cx="701640" cy="564840"/>
              </p14:xfrm>
            </p:contentPart>
          </mc:Choice>
          <mc:Fallback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73822893-80FB-A98B-7146-FDCDFCD09C6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031160" y="3244800"/>
                  <a:ext cx="713880" cy="57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9229B186-379F-34CD-3D33-9B228A97A83D}"/>
                    </a:ext>
                  </a:extLst>
                </p14:cNvPr>
                <p14:cNvContentPartPr/>
                <p14:nvPr/>
              </p14:nvContentPartPr>
              <p14:xfrm>
                <a:off x="7227360" y="3732240"/>
                <a:ext cx="190440" cy="85320"/>
              </p14:xfrm>
            </p:contentPart>
          </mc:Choice>
          <mc:Fallback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9229B186-379F-34CD-3D33-9B228A97A83D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221240" y="3726120"/>
                  <a:ext cx="2026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9685991D-6E90-E500-3433-44C8D8B8725B}"/>
                    </a:ext>
                  </a:extLst>
                </p14:cNvPr>
                <p14:cNvContentPartPr/>
                <p14:nvPr/>
              </p14:nvContentPartPr>
              <p14:xfrm>
                <a:off x="6502320" y="3846720"/>
                <a:ext cx="849240" cy="432000"/>
              </p14:xfrm>
            </p:contentPart>
          </mc:Choice>
          <mc:Fallback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9685991D-6E90-E500-3433-44C8D8B8725B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496200" y="3840600"/>
                  <a:ext cx="86148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DAAA7CFB-F12B-03EE-652D-6CFE2C46C7A7}"/>
                    </a:ext>
                  </a:extLst>
                </p14:cNvPr>
                <p14:cNvContentPartPr/>
                <p14:nvPr/>
              </p14:nvContentPartPr>
              <p14:xfrm>
                <a:off x="7130880" y="4371600"/>
                <a:ext cx="564480" cy="658440"/>
              </p14:xfrm>
            </p:contentPart>
          </mc:Choice>
          <mc:Fallback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DAAA7CFB-F12B-03EE-652D-6CFE2C46C7A7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124760" y="4365480"/>
                  <a:ext cx="576720" cy="670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91377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124B7D-F9CB-D23C-FBDE-3B601CC8D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E3993109-B34B-0CB7-F169-787DE52F6A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1018" y="1966739"/>
            <a:ext cx="3572323" cy="2468149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8" name="Tinta 17">
                <a:extLst>
                  <a:ext uri="{FF2B5EF4-FFF2-40B4-BE49-F238E27FC236}">
                    <a16:creationId xmlns:a16="http://schemas.microsoft.com/office/drawing/2014/main" id="{A548E752-B9AC-B937-6A37-FD954CE8BBA5}"/>
                  </a:ext>
                </a:extLst>
              </p14:cNvPr>
              <p14:cNvContentPartPr/>
              <p14:nvPr/>
            </p14:nvContentPartPr>
            <p14:xfrm>
              <a:off x="3752280" y="2114040"/>
              <a:ext cx="588240" cy="24840"/>
            </p14:xfrm>
          </p:contentPart>
        </mc:Choice>
        <mc:Fallback>
          <p:pic>
            <p:nvPicPr>
              <p:cNvPr id="18" name="Tinta 17">
                <a:extLst>
                  <a:ext uri="{FF2B5EF4-FFF2-40B4-BE49-F238E27FC236}">
                    <a16:creationId xmlns:a16="http://schemas.microsoft.com/office/drawing/2014/main" id="{A548E752-B9AC-B937-6A37-FD954CE8BBA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46160" y="2107920"/>
                <a:ext cx="600480" cy="3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Agrupar 45">
            <a:extLst>
              <a:ext uri="{FF2B5EF4-FFF2-40B4-BE49-F238E27FC236}">
                <a16:creationId xmlns:a16="http://schemas.microsoft.com/office/drawing/2014/main" id="{03CCC9E6-219F-6D70-CD7F-857B5524FBF1}"/>
              </a:ext>
            </a:extLst>
          </p:cNvPr>
          <p:cNvGrpSpPr/>
          <p:nvPr/>
        </p:nvGrpSpPr>
        <p:grpSpPr>
          <a:xfrm>
            <a:off x="1475280" y="2507880"/>
            <a:ext cx="1276920" cy="63720"/>
            <a:chOff x="1475280" y="2507880"/>
            <a:chExt cx="1276920" cy="6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53A759F3-67A1-566C-F850-2A2CB3553A85}"/>
                    </a:ext>
                  </a:extLst>
                </p14:cNvPr>
                <p14:cNvContentPartPr/>
                <p14:nvPr/>
              </p14:nvContentPartPr>
              <p14:xfrm>
                <a:off x="1475280" y="2518680"/>
                <a:ext cx="125280" cy="5292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53A759F3-67A1-566C-F850-2A2CB3553A8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469160" y="2512560"/>
                  <a:ext cx="1375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9225F4B9-4A31-F585-9988-8B58B783392A}"/>
                    </a:ext>
                  </a:extLst>
                </p14:cNvPr>
                <p14:cNvContentPartPr/>
                <p14:nvPr/>
              </p14:nvContentPartPr>
              <p14:xfrm>
                <a:off x="1751400" y="2507880"/>
                <a:ext cx="1000800" cy="6264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9225F4B9-4A31-F585-9988-8B58B783392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745280" y="2501760"/>
                  <a:ext cx="1013040" cy="7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3" name="Tinta 72">
                <a:extLst>
                  <a:ext uri="{FF2B5EF4-FFF2-40B4-BE49-F238E27FC236}">
                    <a16:creationId xmlns:a16="http://schemas.microsoft.com/office/drawing/2014/main" id="{56CC7470-C4DE-C666-FCED-732A5C6B29F8}"/>
                  </a:ext>
                </a:extLst>
              </p14:cNvPr>
              <p14:cNvContentPartPr/>
              <p14:nvPr/>
            </p14:nvContentPartPr>
            <p14:xfrm>
              <a:off x="2617200" y="2676360"/>
              <a:ext cx="1646280" cy="60840"/>
            </p14:xfrm>
          </p:contentPart>
        </mc:Choice>
        <mc:Fallback>
          <p:pic>
            <p:nvPicPr>
              <p:cNvPr id="73" name="Tinta 72">
                <a:extLst>
                  <a:ext uri="{FF2B5EF4-FFF2-40B4-BE49-F238E27FC236}">
                    <a16:creationId xmlns:a16="http://schemas.microsoft.com/office/drawing/2014/main" id="{56CC7470-C4DE-C666-FCED-732A5C6B29F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611080" y="2670240"/>
                <a:ext cx="165852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74" name="Tinta 73">
                <a:extLst>
                  <a:ext uri="{FF2B5EF4-FFF2-40B4-BE49-F238E27FC236}">
                    <a16:creationId xmlns:a16="http://schemas.microsoft.com/office/drawing/2014/main" id="{35574ADE-E245-9D97-D4AC-598816E6A765}"/>
                  </a:ext>
                </a:extLst>
              </p14:cNvPr>
              <p14:cNvContentPartPr/>
              <p14:nvPr/>
            </p14:nvContentPartPr>
            <p14:xfrm>
              <a:off x="1333080" y="2836560"/>
              <a:ext cx="2066400" cy="107280"/>
            </p14:xfrm>
          </p:contentPart>
        </mc:Choice>
        <mc:Fallback>
          <p:pic>
            <p:nvPicPr>
              <p:cNvPr id="74" name="Tinta 73">
                <a:extLst>
                  <a:ext uri="{FF2B5EF4-FFF2-40B4-BE49-F238E27FC236}">
                    <a16:creationId xmlns:a16="http://schemas.microsoft.com/office/drawing/2014/main" id="{35574ADE-E245-9D97-D4AC-598816E6A76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26960" y="2830440"/>
                <a:ext cx="207864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55" name="Tinta 54">
                <a:extLst>
                  <a:ext uri="{FF2B5EF4-FFF2-40B4-BE49-F238E27FC236}">
                    <a16:creationId xmlns:a16="http://schemas.microsoft.com/office/drawing/2014/main" id="{B9BAC0EE-CCD2-7E37-3CEF-FD96F2258C92}"/>
                  </a:ext>
                </a:extLst>
              </p14:cNvPr>
              <p14:cNvContentPartPr/>
              <p14:nvPr/>
            </p14:nvContentPartPr>
            <p14:xfrm>
              <a:off x="6969960" y="3544320"/>
              <a:ext cx="123480" cy="194040"/>
            </p14:xfrm>
          </p:contentPart>
        </mc:Choice>
        <mc:Fallback>
          <p:pic>
            <p:nvPicPr>
              <p:cNvPr id="55" name="Tinta 54">
                <a:extLst>
                  <a:ext uri="{FF2B5EF4-FFF2-40B4-BE49-F238E27FC236}">
                    <a16:creationId xmlns:a16="http://schemas.microsoft.com/office/drawing/2014/main" id="{B9BAC0EE-CCD2-7E37-3CEF-FD96F2258C9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963840" y="3538200"/>
                <a:ext cx="13572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56" name="Tinta 55">
                <a:extLst>
                  <a:ext uri="{FF2B5EF4-FFF2-40B4-BE49-F238E27FC236}">
                    <a16:creationId xmlns:a16="http://schemas.microsoft.com/office/drawing/2014/main" id="{C3EBE77C-EAEC-CAEC-1087-58124B9DE4EE}"/>
                  </a:ext>
                </a:extLst>
              </p14:cNvPr>
              <p14:cNvContentPartPr/>
              <p14:nvPr/>
            </p14:nvContentPartPr>
            <p14:xfrm>
              <a:off x="7199640" y="3610920"/>
              <a:ext cx="222120" cy="146160"/>
            </p14:xfrm>
          </p:contentPart>
        </mc:Choice>
        <mc:Fallback>
          <p:pic>
            <p:nvPicPr>
              <p:cNvPr id="56" name="Tinta 55">
                <a:extLst>
                  <a:ext uri="{FF2B5EF4-FFF2-40B4-BE49-F238E27FC236}">
                    <a16:creationId xmlns:a16="http://schemas.microsoft.com/office/drawing/2014/main" id="{C3EBE77C-EAEC-CAEC-1087-58124B9DE4E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193520" y="3604800"/>
                <a:ext cx="23436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57" name="Tinta 56">
                <a:extLst>
                  <a:ext uri="{FF2B5EF4-FFF2-40B4-BE49-F238E27FC236}">
                    <a16:creationId xmlns:a16="http://schemas.microsoft.com/office/drawing/2014/main" id="{9F84DC5D-C95F-B944-35A0-5AE183614193}"/>
                  </a:ext>
                </a:extLst>
              </p14:cNvPr>
              <p14:cNvContentPartPr/>
              <p14:nvPr/>
            </p14:nvContentPartPr>
            <p14:xfrm>
              <a:off x="7426800" y="3619560"/>
              <a:ext cx="162000" cy="112320"/>
            </p14:xfrm>
          </p:contentPart>
        </mc:Choice>
        <mc:Fallback>
          <p:pic>
            <p:nvPicPr>
              <p:cNvPr id="57" name="Tinta 56">
                <a:extLst>
                  <a:ext uri="{FF2B5EF4-FFF2-40B4-BE49-F238E27FC236}">
                    <a16:creationId xmlns:a16="http://schemas.microsoft.com/office/drawing/2014/main" id="{9F84DC5D-C95F-B944-35A0-5AE18361419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420680" y="3613440"/>
                <a:ext cx="17424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58" name="Tinta 57">
                <a:extLst>
                  <a:ext uri="{FF2B5EF4-FFF2-40B4-BE49-F238E27FC236}">
                    <a16:creationId xmlns:a16="http://schemas.microsoft.com/office/drawing/2014/main" id="{84EDFB3B-08B6-ACF5-E6D9-475459A2BACB}"/>
                  </a:ext>
                </a:extLst>
              </p14:cNvPr>
              <p14:cNvContentPartPr/>
              <p14:nvPr/>
            </p14:nvContentPartPr>
            <p14:xfrm>
              <a:off x="7607880" y="3628560"/>
              <a:ext cx="238680" cy="104760"/>
            </p14:xfrm>
          </p:contentPart>
        </mc:Choice>
        <mc:Fallback>
          <p:pic>
            <p:nvPicPr>
              <p:cNvPr id="58" name="Tinta 57">
                <a:extLst>
                  <a:ext uri="{FF2B5EF4-FFF2-40B4-BE49-F238E27FC236}">
                    <a16:creationId xmlns:a16="http://schemas.microsoft.com/office/drawing/2014/main" id="{84EDFB3B-08B6-ACF5-E6D9-475459A2BAC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601760" y="3622440"/>
                <a:ext cx="25092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59" name="Tinta 58">
                <a:extLst>
                  <a:ext uri="{FF2B5EF4-FFF2-40B4-BE49-F238E27FC236}">
                    <a16:creationId xmlns:a16="http://schemas.microsoft.com/office/drawing/2014/main" id="{D3F62ADB-1715-B6D3-F9E7-9E8BBCAFAAB5}"/>
                  </a:ext>
                </a:extLst>
              </p14:cNvPr>
              <p14:cNvContentPartPr/>
              <p14:nvPr/>
            </p14:nvContentPartPr>
            <p14:xfrm>
              <a:off x="8208000" y="3512280"/>
              <a:ext cx="157680" cy="196560"/>
            </p14:xfrm>
          </p:contentPart>
        </mc:Choice>
        <mc:Fallback>
          <p:pic>
            <p:nvPicPr>
              <p:cNvPr id="59" name="Tinta 58">
                <a:extLst>
                  <a:ext uri="{FF2B5EF4-FFF2-40B4-BE49-F238E27FC236}">
                    <a16:creationId xmlns:a16="http://schemas.microsoft.com/office/drawing/2014/main" id="{D3F62ADB-1715-B6D3-F9E7-9E8BBCAFAAB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201880" y="3506160"/>
                <a:ext cx="16992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60" name="Tinta 59">
                <a:extLst>
                  <a:ext uri="{FF2B5EF4-FFF2-40B4-BE49-F238E27FC236}">
                    <a16:creationId xmlns:a16="http://schemas.microsoft.com/office/drawing/2014/main" id="{8888AE23-711E-EC7F-FFE5-925099724773}"/>
                  </a:ext>
                </a:extLst>
              </p14:cNvPr>
              <p14:cNvContentPartPr/>
              <p14:nvPr/>
            </p14:nvContentPartPr>
            <p14:xfrm>
              <a:off x="8256240" y="3507960"/>
              <a:ext cx="151200" cy="83880"/>
            </p14:xfrm>
          </p:contentPart>
        </mc:Choice>
        <mc:Fallback>
          <p:pic>
            <p:nvPicPr>
              <p:cNvPr id="60" name="Tinta 59">
                <a:extLst>
                  <a:ext uri="{FF2B5EF4-FFF2-40B4-BE49-F238E27FC236}">
                    <a16:creationId xmlns:a16="http://schemas.microsoft.com/office/drawing/2014/main" id="{8888AE23-711E-EC7F-FFE5-92509972477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250120" y="3501840"/>
                <a:ext cx="16344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61" name="Tinta 60">
                <a:extLst>
                  <a:ext uri="{FF2B5EF4-FFF2-40B4-BE49-F238E27FC236}">
                    <a16:creationId xmlns:a16="http://schemas.microsoft.com/office/drawing/2014/main" id="{91DA0246-1A50-167F-1591-653EF0DCED02}"/>
                  </a:ext>
                </a:extLst>
              </p14:cNvPr>
              <p14:cNvContentPartPr/>
              <p14:nvPr/>
            </p14:nvContentPartPr>
            <p14:xfrm>
              <a:off x="8485920" y="3537480"/>
              <a:ext cx="141480" cy="39240"/>
            </p14:xfrm>
          </p:contentPart>
        </mc:Choice>
        <mc:Fallback>
          <p:pic>
            <p:nvPicPr>
              <p:cNvPr id="61" name="Tinta 60">
                <a:extLst>
                  <a:ext uri="{FF2B5EF4-FFF2-40B4-BE49-F238E27FC236}">
                    <a16:creationId xmlns:a16="http://schemas.microsoft.com/office/drawing/2014/main" id="{91DA0246-1A50-167F-1591-653EF0DCED0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479800" y="3531360"/>
                <a:ext cx="15372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62" name="Tinta 61">
                <a:extLst>
                  <a:ext uri="{FF2B5EF4-FFF2-40B4-BE49-F238E27FC236}">
                    <a16:creationId xmlns:a16="http://schemas.microsoft.com/office/drawing/2014/main" id="{1FA8A2D3-96C3-C70D-F195-3BE5F42169C7}"/>
                  </a:ext>
                </a:extLst>
              </p14:cNvPr>
              <p14:cNvContentPartPr/>
              <p14:nvPr/>
            </p14:nvContentPartPr>
            <p14:xfrm>
              <a:off x="8598240" y="3505080"/>
              <a:ext cx="199800" cy="83520"/>
            </p14:xfrm>
          </p:contentPart>
        </mc:Choice>
        <mc:Fallback>
          <p:pic>
            <p:nvPicPr>
              <p:cNvPr id="62" name="Tinta 61">
                <a:extLst>
                  <a:ext uri="{FF2B5EF4-FFF2-40B4-BE49-F238E27FC236}">
                    <a16:creationId xmlns:a16="http://schemas.microsoft.com/office/drawing/2014/main" id="{1FA8A2D3-96C3-C70D-F195-3BE5F42169C7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592120" y="3498960"/>
                <a:ext cx="21204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63" name="Tinta 62">
                <a:extLst>
                  <a:ext uri="{FF2B5EF4-FFF2-40B4-BE49-F238E27FC236}">
                    <a16:creationId xmlns:a16="http://schemas.microsoft.com/office/drawing/2014/main" id="{AFC53C2E-D343-2AB9-D47F-DA2239AD17D0}"/>
                  </a:ext>
                </a:extLst>
              </p14:cNvPr>
              <p14:cNvContentPartPr/>
              <p14:nvPr/>
            </p14:nvContentPartPr>
            <p14:xfrm>
              <a:off x="8743680" y="3514440"/>
              <a:ext cx="169200" cy="81000"/>
            </p14:xfrm>
          </p:contentPart>
        </mc:Choice>
        <mc:Fallback>
          <p:pic>
            <p:nvPicPr>
              <p:cNvPr id="63" name="Tinta 62">
                <a:extLst>
                  <a:ext uri="{FF2B5EF4-FFF2-40B4-BE49-F238E27FC236}">
                    <a16:creationId xmlns:a16="http://schemas.microsoft.com/office/drawing/2014/main" id="{AFC53C2E-D343-2AB9-D47F-DA2239AD17D0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737560" y="3508320"/>
                <a:ext cx="18144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64" name="Tinta 63">
                <a:extLst>
                  <a:ext uri="{FF2B5EF4-FFF2-40B4-BE49-F238E27FC236}">
                    <a16:creationId xmlns:a16="http://schemas.microsoft.com/office/drawing/2014/main" id="{0D7E71CB-53F0-8EA6-0254-BFE3943C1072}"/>
                  </a:ext>
                </a:extLst>
              </p14:cNvPr>
              <p14:cNvContentPartPr/>
              <p14:nvPr/>
            </p14:nvContentPartPr>
            <p14:xfrm>
              <a:off x="8903160" y="3467640"/>
              <a:ext cx="166680" cy="102600"/>
            </p14:xfrm>
          </p:contentPart>
        </mc:Choice>
        <mc:Fallback>
          <p:pic>
            <p:nvPicPr>
              <p:cNvPr id="64" name="Tinta 63">
                <a:extLst>
                  <a:ext uri="{FF2B5EF4-FFF2-40B4-BE49-F238E27FC236}">
                    <a16:creationId xmlns:a16="http://schemas.microsoft.com/office/drawing/2014/main" id="{0D7E71CB-53F0-8EA6-0254-BFE3943C1072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897040" y="3461520"/>
                <a:ext cx="17892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65" name="Tinta 64">
                <a:extLst>
                  <a:ext uri="{FF2B5EF4-FFF2-40B4-BE49-F238E27FC236}">
                    <a16:creationId xmlns:a16="http://schemas.microsoft.com/office/drawing/2014/main" id="{2FB2A246-22B4-879C-521F-759E71BA4FB6}"/>
                  </a:ext>
                </a:extLst>
              </p14:cNvPr>
              <p14:cNvContentPartPr/>
              <p14:nvPr/>
            </p14:nvContentPartPr>
            <p14:xfrm>
              <a:off x="9036360" y="3457200"/>
              <a:ext cx="163440" cy="148680"/>
            </p14:xfrm>
          </p:contentPart>
        </mc:Choice>
        <mc:Fallback>
          <p:pic>
            <p:nvPicPr>
              <p:cNvPr id="65" name="Tinta 64">
                <a:extLst>
                  <a:ext uri="{FF2B5EF4-FFF2-40B4-BE49-F238E27FC236}">
                    <a16:creationId xmlns:a16="http://schemas.microsoft.com/office/drawing/2014/main" id="{2FB2A246-22B4-879C-521F-759E71BA4FB6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030240" y="3451080"/>
                <a:ext cx="17568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66" name="Tinta 65">
                <a:extLst>
                  <a:ext uri="{FF2B5EF4-FFF2-40B4-BE49-F238E27FC236}">
                    <a16:creationId xmlns:a16="http://schemas.microsoft.com/office/drawing/2014/main" id="{DD0E7BBE-4AFD-4B25-9EDB-E028BEA51D45}"/>
                  </a:ext>
                </a:extLst>
              </p14:cNvPr>
              <p14:cNvContentPartPr/>
              <p14:nvPr/>
            </p14:nvContentPartPr>
            <p14:xfrm>
              <a:off x="9241200" y="3356760"/>
              <a:ext cx="365760" cy="267120"/>
            </p14:xfrm>
          </p:contentPart>
        </mc:Choice>
        <mc:Fallback>
          <p:pic>
            <p:nvPicPr>
              <p:cNvPr id="66" name="Tinta 65">
                <a:extLst>
                  <a:ext uri="{FF2B5EF4-FFF2-40B4-BE49-F238E27FC236}">
                    <a16:creationId xmlns:a16="http://schemas.microsoft.com/office/drawing/2014/main" id="{DD0E7BBE-4AFD-4B25-9EDB-E028BEA51D45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235080" y="3350640"/>
                <a:ext cx="37800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67" name="Tinta 66">
                <a:extLst>
                  <a:ext uri="{FF2B5EF4-FFF2-40B4-BE49-F238E27FC236}">
                    <a16:creationId xmlns:a16="http://schemas.microsoft.com/office/drawing/2014/main" id="{2F41F516-89B9-DAE2-14A8-CC5CBFE74D5C}"/>
                  </a:ext>
                </a:extLst>
              </p14:cNvPr>
              <p14:cNvContentPartPr/>
              <p14:nvPr/>
            </p14:nvContentPartPr>
            <p14:xfrm>
              <a:off x="9609480" y="3493200"/>
              <a:ext cx="237960" cy="63360"/>
            </p14:xfrm>
          </p:contentPart>
        </mc:Choice>
        <mc:Fallback>
          <p:pic>
            <p:nvPicPr>
              <p:cNvPr id="67" name="Tinta 66">
                <a:extLst>
                  <a:ext uri="{FF2B5EF4-FFF2-40B4-BE49-F238E27FC236}">
                    <a16:creationId xmlns:a16="http://schemas.microsoft.com/office/drawing/2014/main" id="{2F41F516-89B9-DAE2-14A8-CC5CBFE74D5C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603360" y="3487080"/>
                <a:ext cx="2502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68" name="Tinta 67">
                <a:extLst>
                  <a:ext uri="{FF2B5EF4-FFF2-40B4-BE49-F238E27FC236}">
                    <a16:creationId xmlns:a16="http://schemas.microsoft.com/office/drawing/2014/main" id="{BAE737A7-86B7-3D56-5542-EC7118C0DFEA}"/>
                  </a:ext>
                </a:extLst>
              </p14:cNvPr>
              <p14:cNvContentPartPr/>
              <p14:nvPr/>
            </p14:nvContentPartPr>
            <p14:xfrm>
              <a:off x="9903600" y="3423360"/>
              <a:ext cx="75240" cy="125640"/>
            </p14:xfrm>
          </p:contentPart>
        </mc:Choice>
        <mc:Fallback>
          <p:pic>
            <p:nvPicPr>
              <p:cNvPr id="68" name="Tinta 67">
                <a:extLst>
                  <a:ext uri="{FF2B5EF4-FFF2-40B4-BE49-F238E27FC236}">
                    <a16:creationId xmlns:a16="http://schemas.microsoft.com/office/drawing/2014/main" id="{BAE737A7-86B7-3D56-5542-EC7118C0DFEA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897480" y="3417240"/>
                <a:ext cx="8748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69" name="Tinta 68">
                <a:extLst>
                  <a:ext uri="{FF2B5EF4-FFF2-40B4-BE49-F238E27FC236}">
                    <a16:creationId xmlns:a16="http://schemas.microsoft.com/office/drawing/2014/main" id="{EAAA9103-F3E4-C4BA-DCCF-4C74F2E27AFD}"/>
                  </a:ext>
                </a:extLst>
              </p14:cNvPr>
              <p14:cNvContentPartPr/>
              <p14:nvPr/>
            </p14:nvContentPartPr>
            <p14:xfrm>
              <a:off x="9988200" y="3315720"/>
              <a:ext cx="38880" cy="15120"/>
            </p14:xfrm>
          </p:contentPart>
        </mc:Choice>
        <mc:Fallback>
          <p:pic>
            <p:nvPicPr>
              <p:cNvPr id="69" name="Tinta 68">
                <a:extLst>
                  <a:ext uri="{FF2B5EF4-FFF2-40B4-BE49-F238E27FC236}">
                    <a16:creationId xmlns:a16="http://schemas.microsoft.com/office/drawing/2014/main" id="{EAAA9103-F3E4-C4BA-DCCF-4C74F2E27AFD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9982080" y="3309600"/>
                <a:ext cx="5112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70" name="Tinta 69">
                <a:extLst>
                  <a:ext uri="{FF2B5EF4-FFF2-40B4-BE49-F238E27FC236}">
                    <a16:creationId xmlns:a16="http://schemas.microsoft.com/office/drawing/2014/main" id="{B5F6BE6D-8D19-9314-35DB-AF9C6843F22A}"/>
                  </a:ext>
                </a:extLst>
              </p14:cNvPr>
              <p14:cNvContentPartPr/>
              <p14:nvPr/>
            </p14:nvContentPartPr>
            <p14:xfrm>
              <a:off x="9981360" y="3513720"/>
              <a:ext cx="103680" cy="95400"/>
            </p14:xfrm>
          </p:contentPart>
        </mc:Choice>
        <mc:Fallback>
          <p:pic>
            <p:nvPicPr>
              <p:cNvPr id="70" name="Tinta 69">
                <a:extLst>
                  <a:ext uri="{FF2B5EF4-FFF2-40B4-BE49-F238E27FC236}">
                    <a16:creationId xmlns:a16="http://schemas.microsoft.com/office/drawing/2014/main" id="{B5F6BE6D-8D19-9314-35DB-AF9C6843F22A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975240" y="3507600"/>
                <a:ext cx="11592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78" name="Tinta 77">
                <a:extLst>
                  <a:ext uri="{FF2B5EF4-FFF2-40B4-BE49-F238E27FC236}">
                    <a16:creationId xmlns:a16="http://schemas.microsoft.com/office/drawing/2014/main" id="{B3719EEB-42F3-8657-B65B-376FBD91835A}"/>
                  </a:ext>
                </a:extLst>
              </p14:cNvPr>
              <p14:cNvContentPartPr/>
              <p14:nvPr/>
            </p14:nvContentPartPr>
            <p14:xfrm>
              <a:off x="5322240" y="3281880"/>
              <a:ext cx="5028480" cy="673560"/>
            </p14:xfrm>
          </p:contentPart>
        </mc:Choice>
        <mc:Fallback>
          <p:pic>
            <p:nvPicPr>
              <p:cNvPr id="78" name="Tinta 77">
                <a:extLst>
                  <a:ext uri="{FF2B5EF4-FFF2-40B4-BE49-F238E27FC236}">
                    <a16:creationId xmlns:a16="http://schemas.microsoft.com/office/drawing/2014/main" id="{B3719EEB-42F3-8657-B65B-376FBD91835A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5316120" y="3275760"/>
                <a:ext cx="5040720" cy="68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80" name="Tinta 79">
                <a:extLst>
                  <a:ext uri="{FF2B5EF4-FFF2-40B4-BE49-F238E27FC236}">
                    <a16:creationId xmlns:a16="http://schemas.microsoft.com/office/drawing/2014/main" id="{57CC0ED8-D70E-52A1-9A2B-557F29F0E4E4}"/>
                  </a:ext>
                </a:extLst>
              </p14:cNvPr>
              <p14:cNvContentPartPr/>
              <p14:nvPr/>
            </p14:nvContentPartPr>
            <p14:xfrm>
              <a:off x="5427720" y="2089200"/>
              <a:ext cx="5276160" cy="442080"/>
            </p14:xfrm>
          </p:contentPart>
        </mc:Choice>
        <mc:Fallback>
          <p:pic>
            <p:nvPicPr>
              <p:cNvPr id="80" name="Tinta 79">
                <a:extLst>
                  <a:ext uri="{FF2B5EF4-FFF2-40B4-BE49-F238E27FC236}">
                    <a16:creationId xmlns:a16="http://schemas.microsoft.com/office/drawing/2014/main" id="{57CC0ED8-D70E-52A1-9A2B-557F29F0E4E4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5421600" y="2083080"/>
                <a:ext cx="5288400" cy="45432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Agrupar 88">
            <a:extLst>
              <a:ext uri="{FF2B5EF4-FFF2-40B4-BE49-F238E27FC236}">
                <a16:creationId xmlns:a16="http://schemas.microsoft.com/office/drawing/2014/main" id="{C7A87A00-6C71-99C9-BAE6-CCE7179FEAE5}"/>
              </a:ext>
            </a:extLst>
          </p:cNvPr>
          <p:cNvGrpSpPr/>
          <p:nvPr/>
        </p:nvGrpSpPr>
        <p:grpSpPr>
          <a:xfrm>
            <a:off x="5473800" y="2549640"/>
            <a:ext cx="1887120" cy="596520"/>
            <a:chOff x="5473800" y="2549640"/>
            <a:chExt cx="1887120" cy="59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622D65F3-4EF1-D1E9-860E-7D3FB6CDDDAD}"/>
                    </a:ext>
                  </a:extLst>
                </p14:cNvPr>
                <p14:cNvContentPartPr/>
                <p14:nvPr/>
              </p14:nvContentPartPr>
              <p14:xfrm>
                <a:off x="5570280" y="2989920"/>
                <a:ext cx="19440" cy="360"/>
              </p14:xfrm>
            </p:contentPart>
          </mc:Choice>
          <mc:Fallback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622D65F3-4EF1-D1E9-860E-7D3FB6CDDDA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564160" y="2983800"/>
                  <a:ext cx="316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B690A569-DABB-DA2B-13F7-519E35E223F4}"/>
                    </a:ext>
                  </a:extLst>
                </p14:cNvPr>
                <p14:cNvContentPartPr/>
                <p14:nvPr/>
              </p14:nvContentPartPr>
              <p14:xfrm>
                <a:off x="5570280" y="2899560"/>
                <a:ext cx="228960" cy="12744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B690A569-DABB-DA2B-13F7-519E35E223F4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564160" y="2893440"/>
                  <a:ext cx="2412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80A1E240-D110-0F0A-9963-B5CCDE7EEE87}"/>
                    </a:ext>
                  </a:extLst>
                </p14:cNvPr>
                <p14:cNvContentPartPr/>
                <p14:nvPr/>
              </p14:nvContentPartPr>
              <p14:xfrm>
                <a:off x="5912640" y="2963280"/>
                <a:ext cx="210240" cy="12132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80A1E240-D110-0F0A-9963-B5CCDE7EEE8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906520" y="2957160"/>
                  <a:ext cx="2224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5DA1CAFF-3C22-4B9E-405C-679A928FBCD6}"/>
                    </a:ext>
                  </a:extLst>
                </p14:cNvPr>
                <p14:cNvContentPartPr/>
                <p14:nvPr/>
              </p14:nvContentPartPr>
              <p14:xfrm>
                <a:off x="6323040" y="2886240"/>
                <a:ext cx="171360" cy="360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5DA1CAFF-3C22-4B9E-405C-679A928FBCD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316920" y="2880120"/>
                  <a:ext cx="18360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F9F1182A-DF02-583F-3C93-4643663B69CC}"/>
                    </a:ext>
                  </a:extLst>
                </p14:cNvPr>
                <p14:cNvContentPartPr/>
                <p14:nvPr/>
              </p14:nvContentPartPr>
              <p14:xfrm>
                <a:off x="6246000" y="2983800"/>
                <a:ext cx="151920" cy="972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F9F1182A-DF02-583F-3C93-4643663B69C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239880" y="2977680"/>
                  <a:ext cx="1641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19930A31-7B0C-D640-63EA-23266EC3F06B}"/>
                    </a:ext>
                  </a:extLst>
                </p14:cNvPr>
                <p14:cNvContentPartPr/>
                <p14:nvPr/>
              </p14:nvContentPartPr>
              <p14:xfrm>
                <a:off x="6901920" y="2806320"/>
                <a:ext cx="249120" cy="20880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19930A31-7B0C-D640-63EA-23266EC3F06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895800" y="2800200"/>
                  <a:ext cx="2613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7B2AF7CA-167B-2570-64EA-7FAA27EFD469}"/>
                    </a:ext>
                  </a:extLst>
                </p14:cNvPr>
                <p14:cNvContentPartPr/>
                <p14:nvPr/>
              </p14:nvContentPartPr>
              <p14:xfrm>
                <a:off x="5885280" y="2656200"/>
                <a:ext cx="46440" cy="468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7B2AF7CA-167B-2570-64EA-7FAA27EFD46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879160" y="2650080"/>
                  <a:ext cx="5868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0016CA16-3A4B-590A-60CB-5ACB3C013FB2}"/>
                    </a:ext>
                  </a:extLst>
                </p14:cNvPr>
                <p14:cNvContentPartPr/>
                <p14:nvPr/>
              </p14:nvContentPartPr>
              <p14:xfrm>
                <a:off x="5473800" y="2549640"/>
                <a:ext cx="1687680" cy="56160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0016CA16-3A4B-590A-60CB-5ACB3C013FB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467680" y="2543520"/>
                  <a:ext cx="1699920" cy="57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68A6D18B-E7E7-3C89-E831-56B50BB4F64E}"/>
                    </a:ext>
                  </a:extLst>
                </p14:cNvPr>
                <p14:cNvContentPartPr/>
                <p14:nvPr/>
              </p14:nvContentPartPr>
              <p14:xfrm>
                <a:off x="5589360" y="2575920"/>
                <a:ext cx="1771560" cy="57024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68A6D18B-E7E7-3C89-E831-56B50BB4F64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583240" y="2569800"/>
                  <a:ext cx="1783800" cy="58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Agrupar 90">
            <a:extLst>
              <a:ext uri="{FF2B5EF4-FFF2-40B4-BE49-F238E27FC236}">
                <a16:creationId xmlns:a16="http://schemas.microsoft.com/office/drawing/2014/main" id="{32E9069D-71A3-CF27-15FE-19BC1D523E78}"/>
              </a:ext>
            </a:extLst>
          </p:cNvPr>
          <p:cNvGrpSpPr/>
          <p:nvPr/>
        </p:nvGrpSpPr>
        <p:grpSpPr>
          <a:xfrm>
            <a:off x="5464800" y="3451800"/>
            <a:ext cx="979560" cy="520200"/>
            <a:chOff x="5464800" y="3451800"/>
            <a:chExt cx="979560" cy="52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31BB71C7-E47B-3A67-E575-DBEB7DCF46FC}"/>
                    </a:ext>
                  </a:extLst>
                </p14:cNvPr>
                <p14:cNvContentPartPr/>
                <p14:nvPr/>
              </p14:nvContentPartPr>
              <p14:xfrm>
                <a:off x="5476320" y="3595080"/>
                <a:ext cx="303840" cy="257760"/>
              </p14:xfrm>
            </p:contentPart>
          </mc:Choice>
          <mc:Fallback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31BB71C7-E47B-3A67-E575-DBEB7DCF46F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470200" y="3588960"/>
                  <a:ext cx="31608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89063393-0C41-0358-0F5C-4368B9F331C0}"/>
                    </a:ext>
                  </a:extLst>
                </p14:cNvPr>
                <p14:cNvContentPartPr/>
                <p14:nvPr/>
              </p14:nvContentPartPr>
              <p14:xfrm>
                <a:off x="5895000" y="3734760"/>
                <a:ext cx="46440" cy="15804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89063393-0C41-0358-0F5C-4368B9F331C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888880" y="3728640"/>
                  <a:ext cx="586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B090F047-E92D-BEAF-9DFF-7D43DA6C1989}"/>
                    </a:ext>
                  </a:extLst>
                </p14:cNvPr>
                <p14:cNvContentPartPr/>
                <p14:nvPr/>
              </p14:nvContentPartPr>
              <p14:xfrm>
                <a:off x="5856480" y="3752040"/>
                <a:ext cx="187200" cy="50040"/>
              </p14:xfrm>
            </p:contentPart>
          </mc:Choice>
          <mc:Fallback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B090F047-E92D-BEAF-9DFF-7D43DA6C198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850360" y="3745920"/>
                  <a:ext cx="1994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CE4D276B-FBA5-D434-EEB8-333584A67CC6}"/>
                    </a:ext>
                  </a:extLst>
                </p14:cNvPr>
                <p14:cNvContentPartPr/>
                <p14:nvPr/>
              </p14:nvContentPartPr>
              <p14:xfrm>
                <a:off x="6267960" y="3639360"/>
                <a:ext cx="176400" cy="648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CE4D276B-FBA5-D434-EEB8-333584A67CC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261840" y="3633240"/>
                  <a:ext cx="1886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C7EAFFD2-EDF4-E70C-4894-E508FA0CA1D7}"/>
                    </a:ext>
                  </a:extLst>
                </p14:cNvPr>
                <p14:cNvContentPartPr/>
                <p14:nvPr/>
              </p14:nvContentPartPr>
              <p14:xfrm>
                <a:off x="6199920" y="3738360"/>
                <a:ext cx="127800" cy="30960"/>
              </p14:xfrm>
            </p:contentPart>
          </mc:Choice>
          <mc:Fallback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C7EAFFD2-EDF4-E70C-4894-E508FA0CA1D7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193800" y="3732240"/>
                  <a:ext cx="1400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8DBD2EC1-CE12-7250-94C5-9B9C8671CD2D}"/>
                    </a:ext>
                  </a:extLst>
                </p14:cNvPr>
                <p14:cNvContentPartPr/>
                <p14:nvPr/>
              </p14:nvContentPartPr>
              <p14:xfrm>
                <a:off x="5712120" y="3686160"/>
                <a:ext cx="45360" cy="20988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8DBD2EC1-CE12-7250-94C5-9B9C8671CD2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706000" y="3680040"/>
                  <a:ext cx="576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95ADC563-2F7B-9C9B-9850-7BE1BC7BBECA}"/>
                    </a:ext>
                  </a:extLst>
                </p14:cNvPr>
                <p14:cNvContentPartPr/>
                <p14:nvPr/>
              </p14:nvContentPartPr>
              <p14:xfrm>
                <a:off x="5464800" y="3451800"/>
                <a:ext cx="802080" cy="520200"/>
              </p14:xfrm>
            </p:contentPart>
          </mc:Choice>
          <mc:Fallback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95ADC563-2F7B-9C9B-9850-7BE1BC7BBEC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458680" y="3445680"/>
                  <a:ext cx="814320" cy="53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145" name="Tinta 144">
                <a:extLst>
                  <a:ext uri="{FF2B5EF4-FFF2-40B4-BE49-F238E27FC236}">
                    <a16:creationId xmlns:a16="http://schemas.microsoft.com/office/drawing/2014/main" id="{B86440A2-2243-D516-32DE-28E8D745774A}"/>
                  </a:ext>
                </a:extLst>
              </p14:cNvPr>
              <p14:cNvContentPartPr/>
              <p14:nvPr/>
            </p14:nvContentPartPr>
            <p14:xfrm>
              <a:off x="8893800" y="4651320"/>
              <a:ext cx="3149640" cy="658080"/>
            </p14:xfrm>
          </p:contentPart>
        </mc:Choice>
        <mc:Fallback>
          <p:pic>
            <p:nvPicPr>
              <p:cNvPr id="145" name="Tinta 144">
                <a:extLst>
                  <a:ext uri="{FF2B5EF4-FFF2-40B4-BE49-F238E27FC236}">
                    <a16:creationId xmlns:a16="http://schemas.microsoft.com/office/drawing/2014/main" id="{B86440A2-2243-D516-32DE-28E8D745774A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8887680" y="4645200"/>
                <a:ext cx="3161880" cy="67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Agrupar 147">
            <a:extLst>
              <a:ext uri="{FF2B5EF4-FFF2-40B4-BE49-F238E27FC236}">
                <a16:creationId xmlns:a16="http://schemas.microsoft.com/office/drawing/2014/main" id="{717D91BA-3156-43D3-71E9-3847B6FD9EF2}"/>
              </a:ext>
            </a:extLst>
          </p:cNvPr>
          <p:cNvGrpSpPr/>
          <p:nvPr/>
        </p:nvGrpSpPr>
        <p:grpSpPr>
          <a:xfrm>
            <a:off x="5410440" y="1885080"/>
            <a:ext cx="4732200" cy="678600"/>
            <a:chOff x="5410440" y="1885080"/>
            <a:chExt cx="4732200" cy="67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4EB0C92B-1496-A48A-C644-304198B93FC7}"/>
                    </a:ext>
                  </a:extLst>
                </p14:cNvPr>
                <p14:cNvContentPartPr/>
                <p14:nvPr/>
              </p14:nvContentPartPr>
              <p14:xfrm>
                <a:off x="5607720" y="1925760"/>
                <a:ext cx="210240" cy="15840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4EB0C92B-1496-A48A-C644-304198B93FC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601600" y="1919640"/>
                  <a:ext cx="2224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665D817E-312D-8900-CDE3-3517507479BB}"/>
                    </a:ext>
                  </a:extLst>
                </p14:cNvPr>
                <p14:cNvContentPartPr/>
                <p14:nvPr/>
              </p14:nvContentPartPr>
              <p14:xfrm>
                <a:off x="5410440" y="1943760"/>
                <a:ext cx="427680" cy="101520"/>
              </p14:xfrm>
            </p:contentPart>
          </mc:Choice>
          <mc:Fallback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665D817E-312D-8900-CDE3-3517507479B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404320" y="1937640"/>
                  <a:ext cx="4399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8FA49EB4-88A7-6795-77DB-553C158D5248}"/>
                    </a:ext>
                  </a:extLst>
                </p14:cNvPr>
                <p14:cNvContentPartPr/>
                <p14:nvPr/>
              </p14:nvContentPartPr>
              <p14:xfrm>
                <a:off x="6513120" y="1927200"/>
                <a:ext cx="285840" cy="13212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8FA49EB4-88A7-6795-77DB-553C158D524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507000" y="1921080"/>
                  <a:ext cx="2980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D72520B0-9433-C2DD-9D46-4301DADD3778}"/>
                    </a:ext>
                  </a:extLst>
                </p14:cNvPr>
                <p14:cNvContentPartPr/>
                <p14:nvPr/>
              </p14:nvContentPartPr>
              <p14:xfrm>
                <a:off x="6517800" y="1885080"/>
                <a:ext cx="309960" cy="18000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D72520B0-9433-C2DD-9D46-4301DADD3778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511680" y="1878960"/>
                  <a:ext cx="3222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0504D61D-3F48-D4C4-432A-E99A3F45837B}"/>
                    </a:ext>
                  </a:extLst>
                </p14:cNvPr>
                <p14:cNvContentPartPr/>
                <p14:nvPr/>
              </p14:nvContentPartPr>
              <p14:xfrm>
                <a:off x="5531760" y="2284680"/>
                <a:ext cx="297000" cy="16308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0504D61D-3F48-D4C4-432A-E99A3F45837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525640" y="2278560"/>
                  <a:ext cx="3092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7E346AFE-B417-0A4D-06E5-6D2153D7134E}"/>
                    </a:ext>
                  </a:extLst>
                </p14:cNvPr>
                <p14:cNvContentPartPr/>
                <p14:nvPr/>
              </p14:nvContentPartPr>
              <p14:xfrm>
                <a:off x="5930280" y="2423280"/>
                <a:ext cx="39960" cy="12708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7E346AFE-B417-0A4D-06E5-6D2153D7134E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924160" y="2417160"/>
                  <a:ext cx="522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F0F564FD-9D5C-A76E-2403-3729D36112C4}"/>
                    </a:ext>
                  </a:extLst>
                </p14:cNvPr>
                <p14:cNvContentPartPr/>
                <p14:nvPr/>
              </p14:nvContentPartPr>
              <p14:xfrm>
                <a:off x="5998680" y="2388360"/>
                <a:ext cx="93240" cy="7956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F0F564FD-9D5C-A76E-2403-3729D36112C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992560" y="2382240"/>
                  <a:ext cx="1054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3E2D5B6E-36E9-80A9-19A5-FADA1689F101}"/>
                    </a:ext>
                  </a:extLst>
                </p14:cNvPr>
                <p14:cNvContentPartPr/>
                <p14:nvPr/>
              </p14:nvContentPartPr>
              <p14:xfrm>
                <a:off x="6326640" y="2326080"/>
                <a:ext cx="119880" cy="1692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3E2D5B6E-36E9-80A9-19A5-FADA1689F10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320520" y="2319960"/>
                  <a:ext cx="1321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CCFFF9A1-5718-F4FD-BB55-42F0D755C91B}"/>
                    </a:ext>
                  </a:extLst>
                </p14:cNvPr>
                <p14:cNvContentPartPr/>
                <p14:nvPr/>
              </p14:nvContentPartPr>
              <p14:xfrm>
                <a:off x="6246000" y="2358480"/>
                <a:ext cx="151920" cy="32760"/>
              </p14:xfrm>
            </p:contentPart>
          </mc:Choice>
          <mc:Fallback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CCFFF9A1-5718-F4FD-BB55-42F0D755C91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239880" y="2352360"/>
                  <a:ext cx="1641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0EA60B9F-72E4-5137-70AF-FB18985CEC52}"/>
                    </a:ext>
                  </a:extLst>
                </p14:cNvPr>
                <p14:cNvContentPartPr/>
                <p14:nvPr/>
              </p14:nvContentPartPr>
              <p14:xfrm>
                <a:off x="6905880" y="2254080"/>
                <a:ext cx="83520" cy="13968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0EA60B9F-72E4-5137-70AF-FB18985CEC5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899760" y="2247960"/>
                  <a:ext cx="957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AA1C08C4-946A-AE32-B776-36CD112139CA}"/>
                    </a:ext>
                  </a:extLst>
                </p14:cNvPr>
                <p14:cNvContentPartPr/>
                <p14:nvPr/>
              </p14:nvContentPartPr>
              <p14:xfrm>
                <a:off x="7036200" y="2241120"/>
                <a:ext cx="219600" cy="15984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AA1C08C4-946A-AE32-B776-36CD112139C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030080" y="2235000"/>
                  <a:ext cx="2318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A3C73F1F-C28B-D98B-AB15-B61E093CA264}"/>
                    </a:ext>
                  </a:extLst>
                </p14:cNvPr>
                <p14:cNvContentPartPr/>
                <p14:nvPr/>
              </p14:nvContentPartPr>
              <p14:xfrm>
                <a:off x="7237080" y="2260200"/>
                <a:ext cx="258120" cy="13932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A3C73F1F-C28B-D98B-AB15-B61E093CA26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230960" y="2254080"/>
                  <a:ext cx="2703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C1B48CB9-C2AF-F615-E369-9F975C8C1A85}"/>
                    </a:ext>
                  </a:extLst>
                </p14:cNvPr>
                <p14:cNvContentPartPr/>
                <p14:nvPr/>
              </p14:nvContentPartPr>
              <p14:xfrm>
                <a:off x="7570440" y="2241840"/>
                <a:ext cx="352080" cy="17028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C1B48CB9-C2AF-F615-E369-9F975C8C1A85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564320" y="2235720"/>
                  <a:ext cx="3643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D75024BE-35A1-4DA4-F601-DEF99BD853AE}"/>
                    </a:ext>
                  </a:extLst>
                </p14:cNvPr>
                <p14:cNvContentPartPr/>
                <p14:nvPr/>
              </p14:nvContentPartPr>
              <p14:xfrm>
                <a:off x="7970400" y="2251920"/>
                <a:ext cx="273240" cy="15768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D75024BE-35A1-4DA4-F601-DEF99BD853A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964280" y="2245800"/>
                  <a:ext cx="2854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B4855B04-D50E-8D84-C844-7BCEDA387566}"/>
                    </a:ext>
                  </a:extLst>
                </p14:cNvPr>
                <p14:cNvContentPartPr/>
                <p14:nvPr/>
              </p14:nvContentPartPr>
              <p14:xfrm>
                <a:off x="8255520" y="2244000"/>
                <a:ext cx="286200" cy="136080"/>
              </p14:xfrm>
            </p:contentPart>
          </mc:Choice>
          <mc:Fallback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B4855B04-D50E-8D84-C844-7BCEDA387566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249400" y="2237880"/>
                  <a:ext cx="2984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C932C93A-CBC4-523C-3461-299785EB76CB}"/>
                    </a:ext>
                  </a:extLst>
                </p14:cNvPr>
                <p14:cNvContentPartPr/>
                <p14:nvPr/>
              </p14:nvContentPartPr>
              <p14:xfrm>
                <a:off x="8787960" y="2312760"/>
                <a:ext cx="68040" cy="13284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C932C93A-CBC4-523C-3461-299785EB76C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781840" y="2306640"/>
                  <a:ext cx="802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F4BF8DBB-0806-3199-C22D-9697338CA764}"/>
                    </a:ext>
                  </a:extLst>
                </p14:cNvPr>
                <p14:cNvContentPartPr/>
                <p14:nvPr/>
              </p14:nvContentPartPr>
              <p14:xfrm>
                <a:off x="8713080" y="2268120"/>
                <a:ext cx="198720" cy="10836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F4BF8DBB-0806-3199-C22D-9697338CA764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706960" y="2262000"/>
                  <a:ext cx="2109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1120E514-E367-12C2-999A-F850E3FE9EEB}"/>
                    </a:ext>
                  </a:extLst>
                </p14:cNvPr>
                <p14:cNvContentPartPr/>
                <p14:nvPr/>
              </p14:nvContentPartPr>
              <p14:xfrm>
                <a:off x="9006840" y="2304840"/>
                <a:ext cx="182880" cy="8568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1120E514-E367-12C2-999A-F850E3FE9EEB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000720" y="2298720"/>
                  <a:ext cx="1951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30EEDD4C-DD1D-5950-CBB5-7338E507365B}"/>
                    </a:ext>
                  </a:extLst>
                </p14:cNvPr>
                <p14:cNvContentPartPr/>
                <p14:nvPr/>
              </p14:nvContentPartPr>
              <p14:xfrm>
                <a:off x="9243360" y="2279280"/>
                <a:ext cx="194040" cy="9396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30EEDD4C-DD1D-5950-CBB5-7338E507365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237240" y="2273160"/>
                  <a:ext cx="2062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3CCF4531-64D5-EDE7-D5C4-0BDF33DB736E}"/>
                    </a:ext>
                  </a:extLst>
                </p14:cNvPr>
                <p14:cNvContentPartPr/>
                <p14:nvPr/>
              </p14:nvContentPartPr>
              <p14:xfrm>
                <a:off x="9407520" y="2292960"/>
                <a:ext cx="162360" cy="8640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3CCF4531-64D5-EDE7-D5C4-0BDF33DB736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401400" y="2286840"/>
                  <a:ext cx="1746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032565AE-FF39-1CCA-AAAA-A62B695697D8}"/>
                    </a:ext>
                  </a:extLst>
                </p14:cNvPr>
                <p14:cNvContentPartPr/>
                <p14:nvPr/>
              </p14:nvContentPartPr>
              <p14:xfrm>
                <a:off x="9532800" y="2276040"/>
                <a:ext cx="243720" cy="97200"/>
              </p14:xfrm>
            </p:contentPart>
          </mc:Choice>
          <mc:Fallback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032565AE-FF39-1CCA-AAAA-A62B695697D8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526680" y="2269920"/>
                  <a:ext cx="2559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D043C85F-6DCB-CF13-5871-5BD549FC05BB}"/>
                    </a:ext>
                  </a:extLst>
                </p14:cNvPr>
                <p14:cNvContentPartPr/>
                <p14:nvPr/>
              </p14:nvContentPartPr>
              <p14:xfrm>
                <a:off x="9777240" y="2246160"/>
                <a:ext cx="192240" cy="13752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D043C85F-6DCB-CF13-5871-5BD549FC05B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771120" y="2240040"/>
                  <a:ext cx="2044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78EED6ED-896F-D6E7-D1AD-120E2E35A732}"/>
                    </a:ext>
                  </a:extLst>
                </p14:cNvPr>
                <p14:cNvContentPartPr/>
                <p14:nvPr/>
              </p14:nvContentPartPr>
              <p14:xfrm>
                <a:off x="9769320" y="2238960"/>
                <a:ext cx="373320" cy="15624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78EED6ED-896F-D6E7-D1AD-120E2E35A732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763200" y="2232840"/>
                  <a:ext cx="3855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2D4A185C-E87C-D6F9-78D4-5CCB2CAF97EF}"/>
                    </a:ext>
                  </a:extLst>
                </p14:cNvPr>
                <p14:cNvContentPartPr/>
                <p14:nvPr/>
              </p14:nvContentPartPr>
              <p14:xfrm>
                <a:off x="5483520" y="2122680"/>
                <a:ext cx="3953880" cy="441000"/>
              </p14:xfrm>
            </p:contentPart>
          </mc:Choice>
          <mc:Fallback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2D4A185C-E87C-D6F9-78D4-5CCB2CAF97EF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477400" y="2116560"/>
                  <a:ext cx="3966120" cy="45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82" name="Tinta 81">
                <a:extLst>
                  <a:ext uri="{FF2B5EF4-FFF2-40B4-BE49-F238E27FC236}">
                    <a16:creationId xmlns:a16="http://schemas.microsoft.com/office/drawing/2014/main" id="{FD60E2A7-2991-7D6E-E961-9B4B78AD4D37}"/>
                  </a:ext>
                </a:extLst>
              </p14:cNvPr>
              <p14:cNvContentPartPr/>
              <p14:nvPr/>
            </p14:nvContentPartPr>
            <p14:xfrm>
              <a:off x="5437080" y="4410480"/>
              <a:ext cx="201240" cy="212040"/>
            </p14:xfrm>
          </p:contentPart>
        </mc:Choice>
        <mc:Fallback>
          <p:pic>
            <p:nvPicPr>
              <p:cNvPr id="82" name="Tinta 81">
                <a:extLst>
                  <a:ext uri="{FF2B5EF4-FFF2-40B4-BE49-F238E27FC236}">
                    <a16:creationId xmlns:a16="http://schemas.microsoft.com/office/drawing/2014/main" id="{FD60E2A7-2991-7D6E-E961-9B4B78AD4D37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5430960" y="4404360"/>
                <a:ext cx="21348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83" name="Tinta 82">
                <a:extLst>
                  <a:ext uri="{FF2B5EF4-FFF2-40B4-BE49-F238E27FC236}">
                    <a16:creationId xmlns:a16="http://schemas.microsoft.com/office/drawing/2014/main" id="{05BEDAF5-2B1A-A25C-F848-3A2078325D78}"/>
                  </a:ext>
                </a:extLst>
              </p14:cNvPr>
              <p14:cNvContentPartPr/>
              <p14:nvPr/>
            </p14:nvContentPartPr>
            <p14:xfrm>
              <a:off x="5619960" y="4608840"/>
              <a:ext cx="217800" cy="20160"/>
            </p14:xfrm>
          </p:contentPart>
        </mc:Choice>
        <mc:Fallback>
          <p:pic>
            <p:nvPicPr>
              <p:cNvPr id="83" name="Tinta 82">
                <a:extLst>
                  <a:ext uri="{FF2B5EF4-FFF2-40B4-BE49-F238E27FC236}">
                    <a16:creationId xmlns:a16="http://schemas.microsoft.com/office/drawing/2014/main" id="{05BEDAF5-2B1A-A25C-F848-3A2078325D78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5613840" y="4602720"/>
                <a:ext cx="23004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84" name="Tinta 83">
                <a:extLst>
                  <a:ext uri="{FF2B5EF4-FFF2-40B4-BE49-F238E27FC236}">
                    <a16:creationId xmlns:a16="http://schemas.microsoft.com/office/drawing/2014/main" id="{3EDD0478-A1C3-1C5C-8228-15FCDC52848D}"/>
                  </a:ext>
                </a:extLst>
              </p14:cNvPr>
              <p14:cNvContentPartPr/>
              <p14:nvPr/>
            </p14:nvContentPartPr>
            <p14:xfrm>
              <a:off x="5637600" y="4614960"/>
              <a:ext cx="94320" cy="188640"/>
            </p14:xfrm>
          </p:contentPart>
        </mc:Choice>
        <mc:Fallback>
          <p:pic>
            <p:nvPicPr>
              <p:cNvPr id="84" name="Tinta 83">
                <a:extLst>
                  <a:ext uri="{FF2B5EF4-FFF2-40B4-BE49-F238E27FC236}">
                    <a16:creationId xmlns:a16="http://schemas.microsoft.com/office/drawing/2014/main" id="{3EDD0478-A1C3-1C5C-8228-15FCDC52848D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5631480" y="4608840"/>
                <a:ext cx="10656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85" name="Tinta 84">
                <a:extLst>
                  <a:ext uri="{FF2B5EF4-FFF2-40B4-BE49-F238E27FC236}">
                    <a16:creationId xmlns:a16="http://schemas.microsoft.com/office/drawing/2014/main" id="{4E2D79AF-AAA7-B9BD-9308-C07CFC1E11AF}"/>
                  </a:ext>
                </a:extLst>
              </p14:cNvPr>
              <p14:cNvContentPartPr/>
              <p14:nvPr/>
            </p14:nvContentPartPr>
            <p14:xfrm>
              <a:off x="5981040" y="4476720"/>
              <a:ext cx="217800" cy="27000"/>
            </p14:xfrm>
          </p:contentPart>
        </mc:Choice>
        <mc:Fallback>
          <p:pic>
            <p:nvPicPr>
              <p:cNvPr id="85" name="Tinta 84">
                <a:extLst>
                  <a:ext uri="{FF2B5EF4-FFF2-40B4-BE49-F238E27FC236}">
                    <a16:creationId xmlns:a16="http://schemas.microsoft.com/office/drawing/2014/main" id="{4E2D79AF-AAA7-B9BD-9308-C07CFC1E11AF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5974920" y="4470600"/>
                <a:ext cx="23004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86" name="Tinta 85">
                <a:extLst>
                  <a:ext uri="{FF2B5EF4-FFF2-40B4-BE49-F238E27FC236}">
                    <a16:creationId xmlns:a16="http://schemas.microsoft.com/office/drawing/2014/main" id="{EC6A1525-4E97-9B23-61CE-C7DC103FB2B2}"/>
                  </a:ext>
                </a:extLst>
              </p14:cNvPr>
              <p14:cNvContentPartPr/>
              <p14:nvPr/>
            </p14:nvContentPartPr>
            <p14:xfrm>
              <a:off x="5912280" y="4562400"/>
              <a:ext cx="230760" cy="8280"/>
            </p14:xfrm>
          </p:contentPart>
        </mc:Choice>
        <mc:Fallback>
          <p:pic>
            <p:nvPicPr>
              <p:cNvPr id="86" name="Tinta 85">
                <a:extLst>
                  <a:ext uri="{FF2B5EF4-FFF2-40B4-BE49-F238E27FC236}">
                    <a16:creationId xmlns:a16="http://schemas.microsoft.com/office/drawing/2014/main" id="{EC6A1525-4E97-9B23-61CE-C7DC103FB2B2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5906160" y="4556280"/>
                <a:ext cx="24300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97" name="Tinta 96">
                <a:extLst>
                  <a:ext uri="{FF2B5EF4-FFF2-40B4-BE49-F238E27FC236}">
                    <a16:creationId xmlns:a16="http://schemas.microsoft.com/office/drawing/2014/main" id="{39A12459-7848-7521-7DD6-59E687FF21BC}"/>
                  </a:ext>
                </a:extLst>
              </p14:cNvPr>
              <p14:cNvContentPartPr/>
              <p14:nvPr/>
            </p14:nvContentPartPr>
            <p14:xfrm>
              <a:off x="6477840" y="4531800"/>
              <a:ext cx="321480" cy="166680"/>
            </p14:xfrm>
          </p:contentPart>
        </mc:Choice>
        <mc:Fallback>
          <p:pic>
            <p:nvPicPr>
              <p:cNvPr id="97" name="Tinta 96">
                <a:extLst>
                  <a:ext uri="{FF2B5EF4-FFF2-40B4-BE49-F238E27FC236}">
                    <a16:creationId xmlns:a16="http://schemas.microsoft.com/office/drawing/2014/main" id="{39A12459-7848-7521-7DD6-59E687FF21BC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6471720" y="4525680"/>
                <a:ext cx="33372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98" name="Tinta 97">
                <a:extLst>
                  <a:ext uri="{FF2B5EF4-FFF2-40B4-BE49-F238E27FC236}">
                    <a16:creationId xmlns:a16="http://schemas.microsoft.com/office/drawing/2014/main" id="{7A244220-EAB2-A8F9-7B5C-2DD9C3D72561}"/>
                  </a:ext>
                </a:extLst>
              </p14:cNvPr>
              <p14:cNvContentPartPr/>
              <p14:nvPr/>
            </p14:nvContentPartPr>
            <p14:xfrm>
              <a:off x="6827040" y="4640520"/>
              <a:ext cx="177840" cy="86400"/>
            </p14:xfrm>
          </p:contentPart>
        </mc:Choice>
        <mc:Fallback>
          <p:pic>
            <p:nvPicPr>
              <p:cNvPr id="98" name="Tinta 97">
                <a:extLst>
                  <a:ext uri="{FF2B5EF4-FFF2-40B4-BE49-F238E27FC236}">
                    <a16:creationId xmlns:a16="http://schemas.microsoft.com/office/drawing/2014/main" id="{7A244220-EAB2-A8F9-7B5C-2DD9C3D72561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6820920" y="4634400"/>
                <a:ext cx="19008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99" name="Tinta 98">
                <a:extLst>
                  <a:ext uri="{FF2B5EF4-FFF2-40B4-BE49-F238E27FC236}">
                    <a16:creationId xmlns:a16="http://schemas.microsoft.com/office/drawing/2014/main" id="{C4AF3F0B-F132-C33A-8D13-77597D5F0A1A}"/>
                  </a:ext>
                </a:extLst>
              </p14:cNvPr>
              <p14:cNvContentPartPr/>
              <p14:nvPr/>
            </p14:nvContentPartPr>
            <p14:xfrm>
              <a:off x="7169760" y="4539720"/>
              <a:ext cx="228960" cy="95760"/>
            </p14:xfrm>
          </p:contentPart>
        </mc:Choice>
        <mc:Fallback>
          <p:pic>
            <p:nvPicPr>
              <p:cNvPr id="99" name="Tinta 98">
                <a:extLst>
                  <a:ext uri="{FF2B5EF4-FFF2-40B4-BE49-F238E27FC236}">
                    <a16:creationId xmlns:a16="http://schemas.microsoft.com/office/drawing/2014/main" id="{C4AF3F0B-F132-C33A-8D13-77597D5F0A1A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7163640" y="4533600"/>
                <a:ext cx="24120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100" name="Tinta 99">
                <a:extLst>
                  <a:ext uri="{FF2B5EF4-FFF2-40B4-BE49-F238E27FC236}">
                    <a16:creationId xmlns:a16="http://schemas.microsoft.com/office/drawing/2014/main" id="{7E1AB6FE-9088-CDEF-A8D8-CCD0AC24017C}"/>
                  </a:ext>
                </a:extLst>
              </p14:cNvPr>
              <p14:cNvContentPartPr/>
              <p14:nvPr/>
            </p14:nvContentPartPr>
            <p14:xfrm>
              <a:off x="7121520" y="4562400"/>
              <a:ext cx="192240" cy="101160"/>
            </p14:xfrm>
          </p:contentPart>
        </mc:Choice>
        <mc:Fallback>
          <p:pic>
            <p:nvPicPr>
              <p:cNvPr id="100" name="Tinta 99">
                <a:extLst>
                  <a:ext uri="{FF2B5EF4-FFF2-40B4-BE49-F238E27FC236}">
                    <a16:creationId xmlns:a16="http://schemas.microsoft.com/office/drawing/2014/main" id="{7E1AB6FE-9088-CDEF-A8D8-CCD0AC24017C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7115400" y="4556280"/>
                <a:ext cx="20448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101" name="Tinta 100">
                <a:extLst>
                  <a:ext uri="{FF2B5EF4-FFF2-40B4-BE49-F238E27FC236}">
                    <a16:creationId xmlns:a16="http://schemas.microsoft.com/office/drawing/2014/main" id="{8830244E-E9BC-96B7-ADC4-61FD07E6BAF3}"/>
                  </a:ext>
                </a:extLst>
              </p14:cNvPr>
              <p14:cNvContentPartPr/>
              <p14:nvPr/>
            </p14:nvContentPartPr>
            <p14:xfrm>
              <a:off x="7227360" y="4481040"/>
              <a:ext cx="57960" cy="162360"/>
            </p14:xfrm>
          </p:contentPart>
        </mc:Choice>
        <mc:Fallback>
          <p:pic>
            <p:nvPicPr>
              <p:cNvPr id="101" name="Tinta 100">
                <a:extLst>
                  <a:ext uri="{FF2B5EF4-FFF2-40B4-BE49-F238E27FC236}">
                    <a16:creationId xmlns:a16="http://schemas.microsoft.com/office/drawing/2014/main" id="{8830244E-E9BC-96B7-ADC4-61FD07E6BAF3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7221240" y="4474920"/>
                <a:ext cx="7020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102" name="Tinta 101">
                <a:extLst>
                  <a:ext uri="{FF2B5EF4-FFF2-40B4-BE49-F238E27FC236}">
                    <a16:creationId xmlns:a16="http://schemas.microsoft.com/office/drawing/2014/main" id="{C5FE6B40-4CCA-7097-4790-BB642D4E0D9C}"/>
                  </a:ext>
                </a:extLst>
              </p14:cNvPr>
              <p14:cNvContentPartPr/>
              <p14:nvPr/>
            </p14:nvContentPartPr>
            <p14:xfrm>
              <a:off x="7121520" y="4598400"/>
              <a:ext cx="295920" cy="18720"/>
            </p14:xfrm>
          </p:contentPart>
        </mc:Choice>
        <mc:Fallback>
          <p:pic>
            <p:nvPicPr>
              <p:cNvPr id="102" name="Tinta 101">
                <a:extLst>
                  <a:ext uri="{FF2B5EF4-FFF2-40B4-BE49-F238E27FC236}">
                    <a16:creationId xmlns:a16="http://schemas.microsoft.com/office/drawing/2014/main" id="{C5FE6B40-4CCA-7097-4790-BB642D4E0D9C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7115400" y="4592280"/>
                <a:ext cx="30816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104" name="Tinta 103">
                <a:extLst>
                  <a:ext uri="{FF2B5EF4-FFF2-40B4-BE49-F238E27FC236}">
                    <a16:creationId xmlns:a16="http://schemas.microsoft.com/office/drawing/2014/main" id="{CF2B1254-B466-CDBF-570D-5E994702F068}"/>
                  </a:ext>
                </a:extLst>
              </p14:cNvPr>
              <p14:cNvContentPartPr/>
              <p14:nvPr/>
            </p14:nvContentPartPr>
            <p14:xfrm>
              <a:off x="7817040" y="4562760"/>
              <a:ext cx="230400" cy="214560"/>
            </p14:xfrm>
          </p:contentPart>
        </mc:Choice>
        <mc:Fallback>
          <p:pic>
            <p:nvPicPr>
              <p:cNvPr id="104" name="Tinta 103">
                <a:extLst>
                  <a:ext uri="{FF2B5EF4-FFF2-40B4-BE49-F238E27FC236}">
                    <a16:creationId xmlns:a16="http://schemas.microsoft.com/office/drawing/2014/main" id="{CF2B1254-B466-CDBF-570D-5E994702F068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7810920" y="4556640"/>
                <a:ext cx="24264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105" name="Tinta 104">
                <a:extLst>
                  <a:ext uri="{FF2B5EF4-FFF2-40B4-BE49-F238E27FC236}">
                    <a16:creationId xmlns:a16="http://schemas.microsoft.com/office/drawing/2014/main" id="{19102C10-4EED-D077-FCB1-6D743C0C27DC}"/>
                  </a:ext>
                </a:extLst>
              </p14:cNvPr>
              <p14:cNvContentPartPr/>
              <p14:nvPr/>
            </p14:nvContentPartPr>
            <p14:xfrm>
              <a:off x="8197560" y="4647720"/>
              <a:ext cx="76680" cy="177120"/>
            </p14:xfrm>
          </p:contentPart>
        </mc:Choice>
        <mc:Fallback>
          <p:pic>
            <p:nvPicPr>
              <p:cNvPr id="105" name="Tinta 104">
                <a:extLst>
                  <a:ext uri="{FF2B5EF4-FFF2-40B4-BE49-F238E27FC236}">
                    <a16:creationId xmlns:a16="http://schemas.microsoft.com/office/drawing/2014/main" id="{19102C10-4EED-D077-FCB1-6D743C0C27DC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8191440" y="4641600"/>
                <a:ext cx="8892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106" name="Tinta 105">
                <a:extLst>
                  <a:ext uri="{FF2B5EF4-FFF2-40B4-BE49-F238E27FC236}">
                    <a16:creationId xmlns:a16="http://schemas.microsoft.com/office/drawing/2014/main" id="{D67F2991-8953-EC20-EDF1-8F373FCE22BF}"/>
                  </a:ext>
                </a:extLst>
              </p14:cNvPr>
              <p14:cNvContentPartPr/>
              <p14:nvPr/>
            </p14:nvContentPartPr>
            <p14:xfrm>
              <a:off x="8145720" y="4679760"/>
              <a:ext cx="166680" cy="34920"/>
            </p14:xfrm>
          </p:contentPart>
        </mc:Choice>
        <mc:Fallback>
          <p:pic>
            <p:nvPicPr>
              <p:cNvPr id="106" name="Tinta 105">
                <a:extLst>
                  <a:ext uri="{FF2B5EF4-FFF2-40B4-BE49-F238E27FC236}">
                    <a16:creationId xmlns:a16="http://schemas.microsoft.com/office/drawing/2014/main" id="{D67F2991-8953-EC20-EDF1-8F373FCE22BF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8139600" y="4673640"/>
                <a:ext cx="17892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107" name="Tinta 106">
                <a:extLst>
                  <a:ext uri="{FF2B5EF4-FFF2-40B4-BE49-F238E27FC236}">
                    <a16:creationId xmlns:a16="http://schemas.microsoft.com/office/drawing/2014/main" id="{0ADF9E6E-6792-3B7E-55CE-823AD15EF175}"/>
                  </a:ext>
                </a:extLst>
              </p14:cNvPr>
              <p14:cNvContentPartPr/>
              <p14:nvPr/>
            </p14:nvContentPartPr>
            <p14:xfrm>
              <a:off x="8408160" y="4559520"/>
              <a:ext cx="123120" cy="15480"/>
            </p14:xfrm>
          </p:contentPart>
        </mc:Choice>
        <mc:Fallback>
          <p:pic>
            <p:nvPicPr>
              <p:cNvPr id="107" name="Tinta 106">
                <a:extLst>
                  <a:ext uri="{FF2B5EF4-FFF2-40B4-BE49-F238E27FC236}">
                    <a16:creationId xmlns:a16="http://schemas.microsoft.com/office/drawing/2014/main" id="{0ADF9E6E-6792-3B7E-55CE-823AD15EF175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8402040" y="4553400"/>
                <a:ext cx="13536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108" name="Tinta 107">
                <a:extLst>
                  <a:ext uri="{FF2B5EF4-FFF2-40B4-BE49-F238E27FC236}">
                    <a16:creationId xmlns:a16="http://schemas.microsoft.com/office/drawing/2014/main" id="{83C4843A-17BC-218A-597B-76153B4E7DB5}"/>
                  </a:ext>
                </a:extLst>
              </p14:cNvPr>
              <p14:cNvContentPartPr/>
              <p14:nvPr/>
            </p14:nvContentPartPr>
            <p14:xfrm>
              <a:off x="8401680" y="4600920"/>
              <a:ext cx="235080" cy="40680"/>
            </p14:xfrm>
          </p:contentPart>
        </mc:Choice>
        <mc:Fallback>
          <p:pic>
            <p:nvPicPr>
              <p:cNvPr id="108" name="Tinta 107">
                <a:extLst>
                  <a:ext uri="{FF2B5EF4-FFF2-40B4-BE49-F238E27FC236}">
                    <a16:creationId xmlns:a16="http://schemas.microsoft.com/office/drawing/2014/main" id="{83C4843A-17BC-218A-597B-76153B4E7DB5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8395560" y="4594800"/>
                <a:ext cx="24732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119" name="Tinta 118">
                <a:extLst>
                  <a:ext uri="{FF2B5EF4-FFF2-40B4-BE49-F238E27FC236}">
                    <a16:creationId xmlns:a16="http://schemas.microsoft.com/office/drawing/2014/main" id="{A023C2D8-6CE1-7247-ACAD-074A5B74B10B}"/>
                  </a:ext>
                </a:extLst>
              </p14:cNvPr>
              <p14:cNvContentPartPr/>
              <p14:nvPr/>
            </p14:nvContentPartPr>
            <p14:xfrm>
              <a:off x="8417520" y="4900440"/>
              <a:ext cx="161640" cy="16200"/>
            </p14:xfrm>
          </p:contentPart>
        </mc:Choice>
        <mc:Fallback>
          <p:pic>
            <p:nvPicPr>
              <p:cNvPr id="119" name="Tinta 118">
                <a:extLst>
                  <a:ext uri="{FF2B5EF4-FFF2-40B4-BE49-F238E27FC236}">
                    <a16:creationId xmlns:a16="http://schemas.microsoft.com/office/drawing/2014/main" id="{A023C2D8-6CE1-7247-ACAD-074A5B74B10B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8411400" y="4894320"/>
                <a:ext cx="17388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120" name="Tinta 119">
                <a:extLst>
                  <a:ext uri="{FF2B5EF4-FFF2-40B4-BE49-F238E27FC236}">
                    <a16:creationId xmlns:a16="http://schemas.microsoft.com/office/drawing/2014/main" id="{7E2FE514-026F-A352-8062-258856EFA371}"/>
                  </a:ext>
                </a:extLst>
              </p14:cNvPr>
              <p14:cNvContentPartPr/>
              <p14:nvPr/>
            </p14:nvContentPartPr>
            <p14:xfrm>
              <a:off x="8446320" y="4960920"/>
              <a:ext cx="142560" cy="40680"/>
            </p14:xfrm>
          </p:contentPart>
        </mc:Choice>
        <mc:Fallback>
          <p:pic>
            <p:nvPicPr>
              <p:cNvPr id="120" name="Tinta 119">
                <a:extLst>
                  <a:ext uri="{FF2B5EF4-FFF2-40B4-BE49-F238E27FC236}">
                    <a16:creationId xmlns:a16="http://schemas.microsoft.com/office/drawing/2014/main" id="{7E2FE514-026F-A352-8062-258856EFA371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8440200" y="4954800"/>
                <a:ext cx="15480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109" name="Tinta 108">
                <a:extLst>
                  <a:ext uri="{FF2B5EF4-FFF2-40B4-BE49-F238E27FC236}">
                    <a16:creationId xmlns:a16="http://schemas.microsoft.com/office/drawing/2014/main" id="{2BCDF3F2-5DCC-4C43-71E6-36B985DF71F0}"/>
                  </a:ext>
                </a:extLst>
              </p14:cNvPr>
              <p14:cNvContentPartPr/>
              <p14:nvPr/>
            </p14:nvContentPartPr>
            <p14:xfrm>
              <a:off x="8998200" y="4460880"/>
              <a:ext cx="274320" cy="177840"/>
            </p14:xfrm>
          </p:contentPart>
        </mc:Choice>
        <mc:Fallback>
          <p:pic>
            <p:nvPicPr>
              <p:cNvPr id="109" name="Tinta 108">
                <a:extLst>
                  <a:ext uri="{FF2B5EF4-FFF2-40B4-BE49-F238E27FC236}">
                    <a16:creationId xmlns:a16="http://schemas.microsoft.com/office/drawing/2014/main" id="{2BCDF3F2-5DCC-4C43-71E6-36B985DF71F0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8992080" y="4454760"/>
                <a:ext cx="28656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110" name="Tinta 109">
                <a:extLst>
                  <a:ext uri="{FF2B5EF4-FFF2-40B4-BE49-F238E27FC236}">
                    <a16:creationId xmlns:a16="http://schemas.microsoft.com/office/drawing/2014/main" id="{6D7CAABF-58C9-20AE-0362-01B7D4893F17}"/>
                  </a:ext>
                </a:extLst>
              </p14:cNvPr>
              <p14:cNvContentPartPr/>
              <p14:nvPr/>
            </p14:nvContentPartPr>
            <p14:xfrm>
              <a:off x="9437040" y="4552320"/>
              <a:ext cx="228960" cy="99360"/>
            </p14:xfrm>
          </p:contentPart>
        </mc:Choice>
        <mc:Fallback>
          <p:pic>
            <p:nvPicPr>
              <p:cNvPr id="110" name="Tinta 109">
                <a:extLst>
                  <a:ext uri="{FF2B5EF4-FFF2-40B4-BE49-F238E27FC236}">
                    <a16:creationId xmlns:a16="http://schemas.microsoft.com/office/drawing/2014/main" id="{6D7CAABF-58C9-20AE-0362-01B7D4893F17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9430920" y="4546200"/>
                <a:ext cx="24120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111" name="Tinta 110">
                <a:extLst>
                  <a:ext uri="{FF2B5EF4-FFF2-40B4-BE49-F238E27FC236}">
                    <a16:creationId xmlns:a16="http://schemas.microsoft.com/office/drawing/2014/main" id="{7867ACC6-AF03-83DC-AB16-B66CCA578830}"/>
                  </a:ext>
                </a:extLst>
              </p14:cNvPr>
              <p14:cNvContentPartPr/>
              <p14:nvPr/>
            </p14:nvContentPartPr>
            <p14:xfrm>
              <a:off x="9437040" y="4559880"/>
              <a:ext cx="248040" cy="122040"/>
            </p14:xfrm>
          </p:contentPart>
        </mc:Choice>
        <mc:Fallback>
          <p:pic>
            <p:nvPicPr>
              <p:cNvPr id="111" name="Tinta 110">
                <a:extLst>
                  <a:ext uri="{FF2B5EF4-FFF2-40B4-BE49-F238E27FC236}">
                    <a16:creationId xmlns:a16="http://schemas.microsoft.com/office/drawing/2014/main" id="{7867ACC6-AF03-83DC-AB16-B66CCA578830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9430920" y="4553760"/>
                <a:ext cx="26028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112" name="Tinta 111">
                <a:extLst>
                  <a:ext uri="{FF2B5EF4-FFF2-40B4-BE49-F238E27FC236}">
                    <a16:creationId xmlns:a16="http://schemas.microsoft.com/office/drawing/2014/main" id="{69DBDBB5-6CCA-E1AB-41FE-1884D9C1FC43}"/>
                  </a:ext>
                </a:extLst>
              </p14:cNvPr>
              <p14:cNvContentPartPr/>
              <p14:nvPr/>
            </p14:nvContentPartPr>
            <p14:xfrm>
              <a:off x="10161360" y="4486080"/>
              <a:ext cx="74880" cy="137160"/>
            </p14:xfrm>
          </p:contentPart>
        </mc:Choice>
        <mc:Fallback>
          <p:pic>
            <p:nvPicPr>
              <p:cNvPr id="112" name="Tinta 111">
                <a:extLst>
                  <a:ext uri="{FF2B5EF4-FFF2-40B4-BE49-F238E27FC236}">
                    <a16:creationId xmlns:a16="http://schemas.microsoft.com/office/drawing/2014/main" id="{69DBDBB5-6CCA-E1AB-41FE-1884D9C1FC43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10155240" y="4479960"/>
                <a:ext cx="8712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113" name="Tinta 112">
                <a:extLst>
                  <a:ext uri="{FF2B5EF4-FFF2-40B4-BE49-F238E27FC236}">
                    <a16:creationId xmlns:a16="http://schemas.microsoft.com/office/drawing/2014/main" id="{481FD588-EEA5-582C-7B43-C43C0CF886E3}"/>
                  </a:ext>
                </a:extLst>
              </p14:cNvPr>
              <p14:cNvContentPartPr/>
              <p14:nvPr/>
            </p14:nvContentPartPr>
            <p14:xfrm>
              <a:off x="10180800" y="4467360"/>
              <a:ext cx="151560" cy="132840"/>
            </p14:xfrm>
          </p:contentPart>
        </mc:Choice>
        <mc:Fallback>
          <p:pic>
            <p:nvPicPr>
              <p:cNvPr id="113" name="Tinta 112">
                <a:extLst>
                  <a:ext uri="{FF2B5EF4-FFF2-40B4-BE49-F238E27FC236}">
                    <a16:creationId xmlns:a16="http://schemas.microsoft.com/office/drawing/2014/main" id="{481FD588-EEA5-582C-7B43-C43C0CF886E3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10174680" y="4461240"/>
                <a:ext cx="16380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114" name="Tinta 113">
                <a:extLst>
                  <a:ext uri="{FF2B5EF4-FFF2-40B4-BE49-F238E27FC236}">
                    <a16:creationId xmlns:a16="http://schemas.microsoft.com/office/drawing/2014/main" id="{37991C08-4BDF-36DA-24B6-B5FFBD386F62}"/>
                  </a:ext>
                </a:extLst>
              </p14:cNvPr>
              <p14:cNvContentPartPr/>
              <p14:nvPr/>
            </p14:nvContentPartPr>
            <p14:xfrm>
              <a:off x="10349640" y="4458000"/>
              <a:ext cx="162720" cy="144360"/>
            </p14:xfrm>
          </p:contentPart>
        </mc:Choice>
        <mc:Fallback>
          <p:pic>
            <p:nvPicPr>
              <p:cNvPr id="114" name="Tinta 113">
                <a:extLst>
                  <a:ext uri="{FF2B5EF4-FFF2-40B4-BE49-F238E27FC236}">
                    <a16:creationId xmlns:a16="http://schemas.microsoft.com/office/drawing/2014/main" id="{37991C08-4BDF-36DA-24B6-B5FFBD386F62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10343520" y="4451880"/>
                <a:ext cx="17496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115" name="Tinta 114">
                <a:extLst>
                  <a:ext uri="{FF2B5EF4-FFF2-40B4-BE49-F238E27FC236}">
                    <a16:creationId xmlns:a16="http://schemas.microsoft.com/office/drawing/2014/main" id="{187D917D-CBE6-DDA9-BE14-C6182B3D7FF9}"/>
                  </a:ext>
                </a:extLst>
              </p14:cNvPr>
              <p14:cNvContentPartPr/>
              <p14:nvPr/>
            </p14:nvContentPartPr>
            <p14:xfrm>
              <a:off x="10494360" y="4428120"/>
              <a:ext cx="207360" cy="177480"/>
            </p14:xfrm>
          </p:contentPart>
        </mc:Choice>
        <mc:Fallback>
          <p:pic>
            <p:nvPicPr>
              <p:cNvPr id="115" name="Tinta 114">
                <a:extLst>
                  <a:ext uri="{FF2B5EF4-FFF2-40B4-BE49-F238E27FC236}">
                    <a16:creationId xmlns:a16="http://schemas.microsoft.com/office/drawing/2014/main" id="{187D917D-CBE6-DDA9-BE14-C6182B3D7FF9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10488240" y="4422000"/>
                <a:ext cx="21960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149" name="Tinta 148">
                <a:extLst>
                  <a:ext uri="{FF2B5EF4-FFF2-40B4-BE49-F238E27FC236}">
                    <a16:creationId xmlns:a16="http://schemas.microsoft.com/office/drawing/2014/main" id="{985553F4-C26B-CCC5-DFAF-07DBF08E5631}"/>
                  </a:ext>
                </a:extLst>
              </p14:cNvPr>
              <p14:cNvContentPartPr/>
              <p14:nvPr/>
            </p14:nvContentPartPr>
            <p14:xfrm>
              <a:off x="2245680" y="5032200"/>
              <a:ext cx="124560" cy="282960"/>
            </p14:xfrm>
          </p:contentPart>
        </mc:Choice>
        <mc:Fallback>
          <p:pic>
            <p:nvPicPr>
              <p:cNvPr id="149" name="Tinta 148">
                <a:extLst>
                  <a:ext uri="{FF2B5EF4-FFF2-40B4-BE49-F238E27FC236}">
                    <a16:creationId xmlns:a16="http://schemas.microsoft.com/office/drawing/2014/main" id="{985553F4-C26B-CCC5-DFAF-07DBF08E5631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2239560" y="5026080"/>
                <a:ext cx="13680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3">
            <p14:nvContentPartPr>
              <p14:cNvPr id="150" name="Tinta 149">
                <a:extLst>
                  <a:ext uri="{FF2B5EF4-FFF2-40B4-BE49-F238E27FC236}">
                    <a16:creationId xmlns:a16="http://schemas.microsoft.com/office/drawing/2014/main" id="{3EDB54C9-1AA6-23A0-FBF9-0F411752652B}"/>
                  </a:ext>
                </a:extLst>
              </p14:cNvPr>
              <p14:cNvContentPartPr/>
              <p14:nvPr/>
            </p14:nvContentPartPr>
            <p14:xfrm>
              <a:off x="2122200" y="5138760"/>
              <a:ext cx="324720" cy="24840"/>
            </p14:xfrm>
          </p:contentPart>
        </mc:Choice>
        <mc:Fallback>
          <p:pic>
            <p:nvPicPr>
              <p:cNvPr id="150" name="Tinta 149">
                <a:extLst>
                  <a:ext uri="{FF2B5EF4-FFF2-40B4-BE49-F238E27FC236}">
                    <a16:creationId xmlns:a16="http://schemas.microsoft.com/office/drawing/2014/main" id="{3EDB54C9-1AA6-23A0-FBF9-0F411752652B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2116080" y="5132640"/>
                <a:ext cx="33696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5">
            <p14:nvContentPartPr>
              <p14:cNvPr id="151" name="Tinta 150">
                <a:extLst>
                  <a:ext uri="{FF2B5EF4-FFF2-40B4-BE49-F238E27FC236}">
                    <a16:creationId xmlns:a16="http://schemas.microsoft.com/office/drawing/2014/main" id="{4282D851-D314-EE4F-E572-E9F027461E26}"/>
                  </a:ext>
                </a:extLst>
              </p14:cNvPr>
              <p14:cNvContentPartPr/>
              <p14:nvPr/>
            </p14:nvContentPartPr>
            <p14:xfrm>
              <a:off x="2572920" y="5183040"/>
              <a:ext cx="217800" cy="32760"/>
            </p14:xfrm>
          </p:contentPart>
        </mc:Choice>
        <mc:Fallback>
          <p:pic>
            <p:nvPicPr>
              <p:cNvPr id="151" name="Tinta 150">
                <a:extLst>
                  <a:ext uri="{FF2B5EF4-FFF2-40B4-BE49-F238E27FC236}">
                    <a16:creationId xmlns:a16="http://schemas.microsoft.com/office/drawing/2014/main" id="{4282D851-D314-EE4F-E572-E9F027461E26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2566800" y="5176920"/>
                <a:ext cx="23004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7">
            <p14:nvContentPartPr>
              <p14:cNvPr id="152" name="Tinta 151">
                <a:extLst>
                  <a:ext uri="{FF2B5EF4-FFF2-40B4-BE49-F238E27FC236}">
                    <a16:creationId xmlns:a16="http://schemas.microsoft.com/office/drawing/2014/main" id="{67780BC5-BA66-A150-BA10-613F0CD478A7}"/>
                  </a:ext>
                </a:extLst>
              </p14:cNvPr>
              <p14:cNvContentPartPr/>
              <p14:nvPr/>
            </p14:nvContentPartPr>
            <p14:xfrm>
              <a:off x="2646360" y="5282400"/>
              <a:ext cx="180720" cy="23040"/>
            </p14:xfrm>
          </p:contentPart>
        </mc:Choice>
        <mc:Fallback>
          <p:pic>
            <p:nvPicPr>
              <p:cNvPr id="152" name="Tinta 151">
                <a:extLst>
                  <a:ext uri="{FF2B5EF4-FFF2-40B4-BE49-F238E27FC236}">
                    <a16:creationId xmlns:a16="http://schemas.microsoft.com/office/drawing/2014/main" id="{67780BC5-BA66-A150-BA10-613F0CD478A7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2640240" y="5276280"/>
                <a:ext cx="19296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9">
            <p14:nvContentPartPr>
              <p14:cNvPr id="121" name="Tinta 120">
                <a:extLst>
                  <a:ext uri="{FF2B5EF4-FFF2-40B4-BE49-F238E27FC236}">
                    <a16:creationId xmlns:a16="http://schemas.microsoft.com/office/drawing/2014/main" id="{AD4342E1-B4FC-EDB0-D960-14F037DB0FE1}"/>
                  </a:ext>
                </a:extLst>
              </p14:cNvPr>
              <p14:cNvContentPartPr/>
              <p14:nvPr/>
            </p14:nvContentPartPr>
            <p14:xfrm>
              <a:off x="9006120" y="4895760"/>
              <a:ext cx="316080" cy="154080"/>
            </p14:xfrm>
          </p:contentPart>
        </mc:Choice>
        <mc:Fallback>
          <p:pic>
            <p:nvPicPr>
              <p:cNvPr id="121" name="Tinta 120">
                <a:extLst>
                  <a:ext uri="{FF2B5EF4-FFF2-40B4-BE49-F238E27FC236}">
                    <a16:creationId xmlns:a16="http://schemas.microsoft.com/office/drawing/2014/main" id="{AD4342E1-B4FC-EDB0-D960-14F037DB0FE1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9000000" y="4889640"/>
                <a:ext cx="32832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1">
            <p14:nvContentPartPr>
              <p14:cNvPr id="122" name="Tinta 121">
                <a:extLst>
                  <a:ext uri="{FF2B5EF4-FFF2-40B4-BE49-F238E27FC236}">
                    <a16:creationId xmlns:a16="http://schemas.microsoft.com/office/drawing/2014/main" id="{39D05E06-8D41-BAD0-0DFC-84F183D8D754}"/>
                  </a:ext>
                </a:extLst>
              </p14:cNvPr>
              <p14:cNvContentPartPr/>
              <p14:nvPr/>
            </p14:nvContentPartPr>
            <p14:xfrm>
              <a:off x="9360000" y="4902240"/>
              <a:ext cx="152280" cy="125640"/>
            </p14:xfrm>
          </p:contentPart>
        </mc:Choice>
        <mc:Fallback>
          <p:pic>
            <p:nvPicPr>
              <p:cNvPr id="122" name="Tinta 121">
                <a:extLst>
                  <a:ext uri="{FF2B5EF4-FFF2-40B4-BE49-F238E27FC236}">
                    <a16:creationId xmlns:a16="http://schemas.microsoft.com/office/drawing/2014/main" id="{39D05E06-8D41-BAD0-0DFC-84F183D8D754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9353880" y="4896120"/>
                <a:ext cx="16452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3">
            <p14:nvContentPartPr>
              <p14:cNvPr id="123" name="Tinta 122">
                <a:extLst>
                  <a:ext uri="{FF2B5EF4-FFF2-40B4-BE49-F238E27FC236}">
                    <a16:creationId xmlns:a16="http://schemas.microsoft.com/office/drawing/2014/main" id="{D2A59BEA-5ADE-74EB-5D07-46897574739E}"/>
                  </a:ext>
                </a:extLst>
              </p14:cNvPr>
              <p14:cNvContentPartPr/>
              <p14:nvPr/>
            </p14:nvContentPartPr>
            <p14:xfrm>
              <a:off x="9559080" y="4885680"/>
              <a:ext cx="248760" cy="155880"/>
            </p14:xfrm>
          </p:contentPart>
        </mc:Choice>
        <mc:Fallback>
          <p:pic>
            <p:nvPicPr>
              <p:cNvPr id="123" name="Tinta 122">
                <a:extLst>
                  <a:ext uri="{FF2B5EF4-FFF2-40B4-BE49-F238E27FC236}">
                    <a16:creationId xmlns:a16="http://schemas.microsoft.com/office/drawing/2014/main" id="{D2A59BEA-5ADE-74EB-5D07-46897574739E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9552960" y="4879560"/>
                <a:ext cx="26100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5">
            <p14:nvContentPartPr>
              <p14:cNvPr id="124" name="Tinta 123">
                <a:extLst>
                  <a:ext uri="{FF2B5EF4-FFF2-40B4-BE49-F238E27FC236}">
                    <a16:creationId xmlns:a16="http://schemas.microsoft.com/office/drawing/2014/main" id="{C98CDA21-78E3-0CF3-48C0-D5A96AC85A31}"/>
                  </a:ext>
                </a:extLst>
              </p14:cNvPr>
              <p14:cNvContentPartPr/>
              <p14:nvPr/>
            </p14:nvContentPartPr>
            <p14:xfrm>
              <a:off x="9731160" y="4888200"/>
              <a:ext cx="191880" cy="170640"/>
            </p14:xfrm>
          </p:contentPart>
        </mc:Choice>
        <mc:Fallback>
          <p:pic>
            <p:nvPicPr>
              <p:cNvPr id="124" name="Tinta 123">
                <a:extLst>
                  <a:ext uri="{FF2B5EF4-FFF2-40B4-BE49-F238E27FC236}">
                    <a16:creationId xmlns:a16="http://schemas.microsoft.com/office/drawing/2014/main" id="{C98CDA21-78E3-0CF3-48C0-D5A96AC85A31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9725040" y="4882080"/>
                <a:ext cx="20412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7">
            <p14:nvContentPartPr>
              <p14:cNvPr id="127" name="Tinta 126">
                <a:extLst>
                  <a:ext uri="{FF2B5EF4-FFF2-40B4-BE49-F238E27FC236}">
                    <a16:creationId xmlns:a16="http://schemas.microsoft.com/office/drawing/2014/main" id="{79B3C8F9-A30F-D33C-8A62-E766603DC0DC}"/>
                  </a:ext>
                </a:extLst>
              </p14:cNvPr>
              <p14:cNvContentPartPr/>
              <p14:nvPr/>
            </p14:nvContentPartPr>
            <p14:xfrm>
              <a:off x="10132200" y="4973160"/>
              <a:ext cx="104040" cy="174600"/>
            </p14:xfrm>
          </p:contentPart>
        </mc:Choice>
        <mc:Fallback>
          <p:pic>
            <p:nvPicPr>
              <p:cNvPr id="127" name="Tinta 126">
                <a:extLst>
                  <a:ext uri="{FF2B5EF4-FFF2-40B4-BE49-F238E27FC236}">
                    <a16:creationId xmlns:a16="http://schemas.microsoft.com/office/drawing/2014/main" id="{79B3C8F9-A30F-D33C-8A62-E766603DC0DC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10126080" y="4967040"/>
                <a:ext cx="11628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9">
            <p14:nvContentPartPr>
              <p14:cNvPr id="128" name="Tinta 127">
                <a:extLst>
                  <a:ext uri="{FF2B5EF4-FFF2-40B4-BE49-F238E27FC236}">
                    <a16:creationId xmlns:a16="http://schemas.microsoft.com/office/drawing/2014/main" id="{0307ECFB-6CF6-B86F-D45F-E4681554C5B9}"/>
                  </a:ext>
                </a:extLst>
              </p14:cNvPr>
              <p14:cNvContentPartPr/>
              <p14:nvPr/>
            </p14:nvContentPartPr>
            <p14:xfrm>
              <a:off x="10151280" y="4979280"/>
              <a:ext cx="151920" cy="48600"/>
            </p14:xfrm>
          </p:contentPart>
        </mc:Choice>
        <mc:Fallback>
          <p:pic>
            <p:nvPicPr>
              <p:cNvPr id="128" name="Tinta 127">
                <a:extLst>
                  <a:ext uri="{FF2B5EF4-FFF2-40B4-BE49-F238E27FC236}">
                    <a16:creationId xmlns:a16="http://schemas.microsoft.com/office/drawing/2014/main" id="{0307ECFB-6CF6-B86F-D45F-E4681554C5B9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10145160" y="4973160"/>
                <a:ext cx="16416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1">
            <p14:nvContentPartPr>
              <p14:cNvPr id="129" name="Tinta 128">
                <a:extLst>
                  <a:ext uri="{FF2B5EF4-FFF2-40B4-BE49-F238E27FC236}">
                    <a16:creationId xmlns:a16="http://schemas.microsoft.com/office/drawing/2014/main" id="{2B0341C5-DD8B-AD0D-DE9E-737D6FF74830}"/>
                  </a:ext>
                </a:extLst>
              </p14:cNvPr>
              <p14:cNvContentPartPr/>
              <p14:nvPr/>
            </p14:nvContentPartPr>
            <p14:xfrm>
              <a:off x="10320840" y="4969560"/>
              <a:ext cx="153360" cy="91440"/>
            </p14:xfrm>
          </p:contentPart>
        </mc:Choice>
        <mc:Fallback>
          <p:pic>
            <p:nvPicPr>
              <p:cNvPr id="129" name="Tinta 128">
                <a:extLst>
                  <a:ext uri="{FF2B5EF4-FFF2-40B4-BE49-F238E27FC236}">
                    <a16:creationId xmlns:a16="http://schemas.microsoft.com/office/drawing/2014/main" id="{2B0341C5-DD8B-AD0D-DE9E-737D6FF74830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10314720" y="4963440"/>
                <a:ext cx="16560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3">
            <p14:nvContentPartPr>
              <p14:cNvPr id="130" name="Tinta 129">
                <a:extLst>
                  <a:ext uri="{FF2B5EF4-FFF2-40B4-BE49-F238E27FC236}">
                    <a16:creationId xmlns:a16="http://schemas.microsoft.com/office/drawing/2014/main" id="{59ED3FDB-5E31-FED3-EABD-2573798D2084}"/>
                  </a:ext>
                </a:extLst>
              </p14:cNvPr>
              <p14:cNvContentPartPr/>
              <p14:nvPr/>
            </p14:nvContentPartPr>
            <p14:xfrm>
              <a:off x="10453680" y="4950480"/>
              <a:ext cx="164520" cy="91440"/>
            </p14:xfrm>
          </p:contentPart>
        </mc:Choice>
        <mc:Fallback>
          <p:pic>
            <p:nvPicPr>
              <p:cNvPr id="130" name="Tinta 129">
                <a:extLst>
                  <a:ext uri="{FF2B5EF4-FFF2-40B4-BE49-F238E27FC236}">
                    <a16:creationId xmlns:a16="http://schemas.microsoft.com/office/drawing/2014/main" id="{59ED3FDB-5E31-FED3-EABD-2573798D2084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10447560" y="4944360"/>
                <a:ext cx="17676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5">
            <p14:nvContentPartPr>
              <p14:cNvPr id="131" name="Tinta 130">
                <a:extLst>
                  <a:ext uri="{FF2B5EF4-FFF2-40B4-BE49-F238E27FC236}">
                    <a16:creationId xmlns:a16="http://schemas.microsoft.com/office/drawing/2014/main" id="{1D1EAC08-E09E-FADB-05E4-663C8ECC6130}"/>
                  </a:ext>
                </a:extLst>
              </p14:cNvPr>
              <p14:cNvContentPartPr/>
              <p14:nvPr/>
            </p14:nvContentPartPr>
            <p14:xfrm>
              <a:off x="10492560" y="4918080"/>
              <a:ext cx="210240" cy="153720"/>
            </p14:xfrm>
          </p:contentPart>
        </mc:Choice>
        <mc:Fallback>
          <p:pic>
            <p:nvPicPr>
              <p:cNvPr id="131" name="Tinta 130">
                <a:extLst>
                  <a:ext uri="{FF2B5EF4-FFF2-40B4-BE49-F238E27FC236}">
                    <a16:creationId xmlns:a16="http://schemas.microsoft.com/office/drawing/2014/main" id="{1D1EAC08-E09E-FADB-05E4-663C8ECC6130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10486440" y="4911960"/>
                <a:ext cx="22248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7">
            <p14:nvContentPartPr>
              <p14:cNvPr id="132" name="Tinta 131">
                <a:extLst>
                  <a:ext uri="{FF2B5EF4-FFF2-40B4-BE49-F238E27FC236}">
                    <a16:creationId xmlns:a16="http://schemas.microsoft.com/office/drawing/2014/main" id="{4BE1CB23-FC6B-8D30-021D-E95D1A24BA18}"/>
                  </a:ext>
                </a:extLst>
              </p14:cNvPr>
              <p14:cNvContentPartPr/>
              <p14:nvPr/>
            </p14:nvContentPartPr>
            <p14:xfrm>
              <a:off x="10664640" y="4936440"/>
              <a:ext cx="201240" cy="128520"/>
            </p14:xfrm>
          </p:contentPart>
        </mc:Choice>
        <mc:Fallback>
          <p:pic>
            <p:nvPicPr>
              <p:cNvPr id="132" name="Tinta 131">
                <a:extLst>
                  <a:ext uri="{FF2B5EF4-FFF2-40B4-BE49-F238E27FC236}">
                    <a16:creationId xmlns:a16="http://schemas.microsoft.com/office/drawing/2014/main" id="{4BE1CB23-FC6B-8D30-021D-E95D1A24BA18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10658520" y="4930320"/>
                <a:ext cx="21348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9">
            <p14:nvContentPartPr>
              <p14:cNvPr id="133" name="Tinta 132">
                <a:extLst>
                  <a:ext uri="{FF2B5EF4-FFF2-40B4-BE49-F238E27FC236}">
                    <a16:creationId xmlns:a16="http://schemas.microsoft.com/office/drawing/2014/main" id="{41275576-C403-A94C-0B05-321DEEF9EBAE}"/>
                  </a:ext>
                </a:extLst>
              </p14:cNvPr>
              <p14:cNvContentPartPr/>
              <p14:nvPr/>
            </p14:nvContentPartPr>
            <p14:xfrm>
              <a:off x="10816560" y="4924560"/>
              <a:ext cx="210240" cy="124200"/>
            </p14:xfrm>
          </p:contentPart>
        </mc:Choice>
        <mc:Fallback>
          <p:pic>
            <p:nvPicPr>
              <p:cNvPr id="133" name="Tinta 132">
                <a:extLst>
                  <a:ext uri="{FF2B5EF4-FFF2-40B4-BE49-F238E27FC236}">
                    <a16:creationId xmlns:a16="http://schemas.microsoft.com/office/drawing/2014/main" id="{41275576-C403-A94C-0B05-321DEEF9EBAE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10810440" y="4918440"/>
                <a:ext cx="22248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1">
            <p14:nvContentPartPr>
              <p14:cNvPr id="134" name="Tinta 133">
                <a:extLst>
                  <a:ext uri="{FF2B5EF4-FFF2-40B4-BE49-F238E27FC236}">
                    <a16:creationId xmlns:a16="http://schemas.microsoft.com/office/drawing/2014/main" id="{5BD97442-6E90-A088-33BF-1C648F570B0A}"/>
                  </a:ext>
                </a:extLst>
              </p14:cNvPr>
              <p14:cNvContentPartPr/>
              <p14:nvPr/>
            </p14:nvContentPartPr>
            <p14:xfrm>
              <a:off x="11036160" y="4922760"/>
              <a:ext cx="171360" cy="118080"/>
            </p14:xfrm>
          </p:contentPart>
        </mc:Choice>
        <mc:Fallback>
          <p:pic>
            <p:nvPicPr>
              <p:cNvPr id="134" name="Tinta 133">
                <a:extLst>
                  <a:ext uri="{FF2B5EF4-FFF2-40B4-BE49-F238E27FC236}">
                    <a16:creationId xmlns:a16="http://schemas.microsoft.com/office/drawing/2014/main" id="{5BD97442-6E90-A088-33BF-1C648F570B0A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11030040" y="4916640"/>
                <a:ext cx="18360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3">
            <p14:nvContentPartPr>
              <p14:cNvPr id="135" name="Tinta 134">
                <a:extLst>
                  <a:ext uri="{FF2B5EF4-FFF2-40B4-BE49-F238E27FC236}">
                    <a16:creationId xmlns:a16="http://schemas.microsoft.com/office/drawing/2014/main" id="{3E66E1C1-9147-DE26-2D01-BC1DC884E99A}"/>
                  </a:ext>
                </a:extLst>
              </p14:cNvPr>
              <p14:cNvContentPartPr/>
              <p14:nvPr/>
            </p14:nvContentPartPr>
            <p14:xfrm>
              <a:off x="10969200" y="4904040"/>
              <a:ext cx="415800" cy="203760"/>
            </p14:xfrm>
          </p:contentPart>
        </mc:Choice>
        <mc:Fallback>
          <p:pic>
            <p:nvPicPr>
              <p:cNvPr id="135" name="Tinta 134">
                <a:extLst>
                  <a:ext uri="{FF2B5EF4-FFF2-40B4-BE49-F238E27FC236}">
                    <a16:creationId xmlns:a16="http://schemas.microsoft.com/office/drawing/2014/main" id="{3E66E1C1-9147-DE26-2D01-BC1DC884E99A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10963080" y="4897920"/>
                <a:ext cx="4280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5">
            <p14:nvContentPartPr>
              <p14:cNvPr id="137" name="Tinta 136">
                <a:extLst>
                  <a:ext uri="{FF2B5EF4-FFF2-40B4-BE49-F238E27FC236}">
                    <a16:creationId xmlns:a16="http://schemas.microsoft.com/office/drawing/2014/main" id="{B24BBD70-B4D5-F39B-412A-AF6FD88D2B82}"/>
                  </a:ext>
                </a:extLst>
              </p14:cNvPr>
              <p14:cNvContentPartPr/>
              <p14:nvPr/>
            </p14:nvContentPartPr>
            <p14:xfrm>
              <a:off x="11397240" y="5073960"/>
              <a:ext cx="29160" cy="16920"/>
            </p14:xfrm>
          </p:contentPart>
        </mc:Choice>
        <mc:Fallback>
          <p:pic>
            <p:nvPicPr>
              <p:cNvPr id="137" name="Tinta 136">
                <a:extLst>
                  <a:ext uri="{FF2B5EF4-FFF2-40B4-BE49-F238E27FC236}">
                    <a16:creationId xmlns:a16="http://schemas.microsoft.com/office/drawing/2014/main" id="{B24BBD70-B4D5-F39B-412A-AF6FD88D2B82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11391120" y="5067840"/>
                <a:ext cx="4140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7">
            <p14:nvContentPartPr>
              <p14:cNvPr id="138" name="Tinta 137">
                <a:extLst>
                  <a:ext uri="{FF2B5EF4-FFF2-40B4-BE49-F238E27FC236}">
                    <a16:creationId xmlns:a16="http://schemas.microsoft.com/office/drawing/2014/main" id="{F62A1BD6-CED6-0639-8945-B81D7AFC40A2}"/>
                  </a:ext>
                </a:extLst>
              </p14:cNvPr>
              <p14:cNvContentPartPr/>
              <p14:nvPr/>
            </p14:nvContentPartPr>
            <p14:xfrm>
              <a:off x="11152800" y="4894320"/>
              <a:ext cx="331200" cy="239040"/>
            </p14:xfrm>
          </p:contentPart>
        </mc:Choice>
        <mc:Fallback>
          <p:pic>
            <p:nvPicPr>
              <p:cNvPr id="138" name="Tinta 137">
                <a:extLst>
                  <a:ext uri="{FF2B5EF4-FFF2-40B4-BE49-F238E27FC236}">
                    <a16:creationId xmlns:a16="http://schemas.microsoft.com/office/drawing/2014/main" id="{F62A1BD6-CED6-0639-8945-B81D7AFC40A2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11146680" y="4888200"/>
                <a:ext cx="34344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9">
            <p14:nvContentPartPr>
              <p14:cNvPr id="139" name="Tinta 138">
                <a:extLst>
                  <a:ext uri="{FF2B5EF4-FFF2-40B4-BE49-F238E27FC236}">
                    <a16:creationId xmlns:a16="http://schemas.microsoft.com/office/drawing/2014/main" id="{0C83F62F-F46C-2C28-2A89-951999300798}"/>
                  </a:ext>
                </a:extLst>
              </p14:cNvPr>
              <p14:cNvContentPartPr/>
              <p14:nvPr/>
            </p14:nvContentPartPr>
            <p14:xfrm>
              <a:off x="11454840" y="5088720"/>
              <a:ext cx="77040" cy="11880"/>
            </p14:xfrm>
          </p:contentPart>
        </mc:Choice>
        <mc:Fallback>
          <p:pic>
            <p:nvPicPr>
              <p:cNvPr id="139" name="Tinta 138">
                <a:extLst>
                  <a:ext uri="{FF2B5EF4-FFF2-40B4-BE49-F238E27FC236}">
                    <a16:creationId xmlns:a16="http://schemas.microsoft.com/office/drawing/2014/main" id="{0C83F62F-F46C-2C28-2A89-951999300798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11448720" y="5082600"/>
                <a:ext cx="8928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1">
            <p14:nvContentPartPr>
              <p14:cNvPr id="141" name="Tinta 140">
                <a:extLst>
                  <a:ext uri="{FF2B5EF4-FFF2-40B4-BE49-F238E27FC236}">
                    <a16:creationId xmlns:a16="http://schemas.microsoft.com/office/drawing/2014/main" id="{0224EE0C-2C6E-373C-69E1-C0A333877DD4}"/>
                  </a:ext>
                </a:extLst>
              </p14:cNvPr>
              <p14:cNvContentPartPr/>
              <p14:nvPr/>
            </p14:nvContentPartPr>
            <p14:xfrm>
              <a:off x="11373840" y="5058120"/>
              <a:ext cx="319320" cy="119880"/>
            </p14:xfrm>
          </p:contentPart>
        </mc:Choice>
        <mc:Fallback>
          <p:pic>
            <p:nvPicPr>
              <p:cNvPr id="141" name="Tinta 140">
                <a:extLst>
                  <a:ext uri="{FF2B5EF4-FFF2-40B4-BE49-F238E27FC236}">
                    <a16:creationId xmlns:a16="http://schemas.microsoft.com/office/drawing/2014/main" id="{0224EE0C-2C6E-373C-69E1-C0A333877DD4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11367720" y="5052000"/>
                <a:ext cx="33156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3">
            <p14:nvContentPartPr>
              <p14:cNvPr id="142" name="Tinta 141">
                <a:extLst>
                  <a:ext uri="{FF2B5EF4-FFF2-40B4-BE49-F238E27FC236}">
                    <a16:creationId xmlns:a16="http://schemas.microsoft.com/office/drawing/2014/main" id="{49CB9FF1-1115-25FC-6040-EC4804823773}"/>
                  </a:ext>
                </a:extLst>
              </p14:cNvPr>
              <p14:cNvContentPartPr/>
              <p14:nvPr/>
            </p14:nvContentPartPr>
            <p14:xfrm>
              <a:off x="11712240" y="4991520"/>
              <a:ext cx="77040" cy="87120"/>
            </p14:xfrm>
          </p:contentPart>
        </mc:Choice>
        <mc:Fallback>
          <p:pic>
            <p:nvPicPr>
              <p:cNvPr id="142" name="Tinta 141">
                <a:extLst>
                  <a:ext uri="{FF2B5EF4-FFF2-40B4-BE49-F238E27FC236}">
                    <a16:creationId xmlns:a16="http://schemas.microsoft.com/office/drawing/2014/main" id="{49CB9FF1-1115-25FC-6040-EC4804823773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11706120" y="4985400"/>
                <a:ext cx="8928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5">
            <p14:nvContentPartPr>
              <p14:cNvPr id="143" name="Tinta 142">
                <a:extLst>
                  <a:ext uri="{FF2B5EF4-FFF2-40B4-BE49-F238E27FC236}">
                    <a16:creationId xmlns:a16="http://schemas.microsoft.com/office/drawing/2014/main" id="{93CF5589-DA69-E7EC-2D17-378B7B5BD1F5}"/>
                  </a:ext>
                </a:extLst>
              </p14:cNvPr>
              <p14:cNvContentPartPr/>
              <p14:nvPr/>
            </p14:nvContentPartPr>
            <p14:xfrm>
              <a:off x="11779920" y="5065680"/>
              <a:ext cx="151560" cy="93600"/>
            </p14:xfrm>
          </p:contentPart>
        </mc:Choice>
        <mc:Fallback>
          <p:pic>
            <p:nvPicPr>
              <p:cNvPr id="143" name="Tinta 142">
                <a:extLst>
                  <a:ext uri="{FF2B5EF4-FFF2-40B4-BE49-F238E27FC236}">
                    <a16:creationId xmlns:a16="http://schemas.microsoft.com/office/drawing/2014/main" id="{93CF5589-DA69-E7EC-2D17-378B7B5BD1F5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11773800" y="5059560"/>
                <a:ext cx="16380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7">
            <p14:nvContentPartPr>
              <p14:cNvPr id="163" name="Tinta 162">
                <a:extLst>
                  <a:ext uri="{FF2B5EF4-FFF2-40B4-BE49-F238E27FC236}">
                    <a16:creationId xmlns:a16="http://schemas.microsoft.com/office/drawing/2014/main" id="{D7309E82-BA87-9183-CD8E-F705152D22F0}"/>
                  </a:ext>
                </a:extLst>
              </p14:cNvPr>
              <p14:cNvContentPartPr/>
              <p14:nvPr/>
            </p14:nvContentPartPr>
            <p14:xfrm>
              <a:off x="9655920" y="4979280"/>
              <a:ext cx="19440" cy="24120"/>
            </p14:xfrm>
          </p:contentPart>
        </mc:Choice>
        <mc:Fallback>
          <p:pic>
            <p:nvPicPr>
              <p:cNvPr id="163" name="Tinta 162">
                <a:extLst>
                  <a:ext uri="{FF2B5EF4-FFF2-40B4-BE49-F238E27FC236}">
                    <a16:creationId xmlns:a16="http://schemas.microsoft.com/office/drawing/2014/main" id="{D7309E82-BA87-9183-CD8E-F705152D22F0}"/>
                  </a:ext>
                </a:extLst>
              </p:cNvPr>
              <p:cNvPicPr/>
              <p:nvPr/>
            </p:nvPicPr>
            <p:blipFill>
              <a:blip r:embed="rId228"/>
              <a:stretch>
                <a:fillRect/>
              </a:stretch>
            </p:blipFill>
            <p:spPr>
              <a:xfrm>
                <a:off x="9649800" y="4973160"/>
                <a:ext cx="3168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9">
            <p14:nvContentPartPr>
              <p14:cNvPr id="193" name="Tinta 192">
                <a:extLst>
                  <a:ext uri="{FF2B5EF4-FFF2-40B4-BE49-F238E27FC236}">
                    <a16:creationId xmlns:a16="http://schemas.microsoft.com/office/drawing/2014/main" id="{880B9868-5C45-C696-853B-0DFD1CB94D45}"/>
                  </a:ext>
                </a:extLst>
              </p14:cNvPr>
              <p14:cNvContentPartPr/>
              <p14:nvPr/>
            </p14:nvContentPartPr>
            <p14:xfrm>
              <a:off x="2008440" y="4734480"/>
              <a:ext cx="5689800" cy="1021320"/>
            </p14:xfrm>
          </p:contentPart>
        </mc:Choice>
        <mc:Fallback>
          <p:pic>
            <p:nvPicPr>
              <p:cNvPr id="193" name="Tinta 192">
                <a:extLst>
                  <a:ext uri="{FF2B5EF4-FFF2-40B4-BE49-F238E27FC236}">
                    <a16:creationId xmlns:a16="http://schemas.microsoft.com/office/drawing/2014/main" id="{880B9868-5C45-C696-853B-0DFD1CB94D45}"/>
                  </a:ext>
                </a:extLst>
              </p:cNvPr>
              <p:cNvPicPr/>
              <p:nvPr/>
            </p:nvPicPr>
            <p:blipFill>
              <a:blip r:embed="rId230"/>
              <a:stretch>
                <a:fillRect/>
              </a:stretch>
            </p:blipFill>
            <p:spPr>
              <a:xfrm>
                <a:off x="2002320" y="4728360"/>
                <a:ext cx="5702040" cy="103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6" name="Agrupar 195">
            <a:extLst>
              <a:ext uri="{FF2B5EF4-FFF2-40B4-BE49-F238E27FC236}">
                <a16:creationId xmlns:a16="http://schemas.microsoft.com/office/drawing/2014/main" id="{94240838-FCDC-5BDE-E8A5-04F294D3791C}"/>
              </a:ext>
            </a:extLst>
          </p:cNvPr>
          <p:cNvGrpSpPr/>
          <p:nvPr/>
        </p:nvGrpSpPr>
        <p:grpSpPr>
          <a:xfrm>
            <a:off x="3286800" y="4991520"/>
            <a:ext cx="4101840" cy="700920"/>
            <a:chOff x="3286800" y="4991520"/>
            <a:chExt cx="4101840" cy="70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0698C7D8-F0D0-177C-9267-ECD53488556A}"/>
                    </a:ext>
                  </a:extLst>
                </p14:cNvPr>
                <p14:cNvContentPartPr/>
                <p14:nvPr/>
              </p14:nvContentPartPr>
              <p14:xfrm>
                <a:off x="3399840" y="5088360"/>
                <a:ext cx="86760" cy="223200"/>
              </p14:xfrm>
            </p:contentPart>
          </mc:Choice>
          <mc:Fallback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0698C7D8-F0D0-177C-9267-ECD53488556A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3393720" y="5082240"/>
                  <a:ext cx="990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BF70DE1E-AF28-3EDA-1A2F-51E122839C24}"/>
                    </a:ext>
                  </a:extLst>
                </p14:cNvPr>
                <p14:cNvContentPartPr/>
                <p14:nvPr/>
              </p14:nvContentPartPr>
              <p14:xfrm>
                <a:off x="3560400" y="5144880"/>
                <a:ext cx="182880" cy="161640"/>
              </p14:xfrm>
            </p:contentPart>
          </mc:Choice>
          <mc:Fallback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BF70DE1E-AF28-3EDA-1A2F-51E122839C24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3554280" y="5138760"/>
                  <a:ext cx="1951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A2378BF4-7FCC-6761-9250-A50FEECE7B94}"/>
                    </a:ext>
                  </a:extLst>
                </p14:cNvPr>
                <p14:cNvContentPartPr/>
                <p14:nvPr/>
              </p14:nvContentPartPr>
              <p14:xfrm>
                <a:off x="3777840" y="5192400"/>
                <a:ext cx="141120" cy="101880"/>
              </p14:xfrm>
            </p:contentPart>
          </mc:Choice>
          <mc:Fallback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A2378BF4-7FCC-6761-9250-A50FEECE7B94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771720" y="5186280"/>
                  <a:ext cx="1533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DDF53221-788A-6A7E-1BF3-9E4C1487D4A9}"/>
                    </a:ext>
                  </a:extLst>
                </p14:cNvPr>
                <p14:cNvContentPartPr/>
                <p14:nvPr/>
              </p14:nvContentPartPr>
              <p14:xfrm>
                <a:off x="3999600" y="5181960"/>
                <a:ext cx="171000" cy="110520"/>
              </p14:xfrm>
            </p:contentPart>
          </mc:Choice>
          <mc:Fallback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DDF53221-788A-6A7E-1BF3-9E4C1487D4A9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3993480" y="5175840"/>
                  <a:ext cx="1832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3F3A3470-DEA2-8885-BD51-E44F19E866C0}"/>
                    </a:ext>
                  </a:extLst>
                </p14:cNvPr>
                <p14:cNvContentPartPr/>
                <p14:nvPr/>
              </p14:nvContentPartPr>
              <p14:xfrm>
                <a:off x="4207680" y="5174760"/>
                <a:ext cx="163800" cy="106920"/>
              </p14:xfrm>
            </p:contentPart>
          </mc:Choice>
          <mc:Fallback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3F3A3470-DEA2-8885-BD51-E44F19E866C0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4201560" y="5168640"/>
                  <a:ext cx="1760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60" name="Tinta 159">
                  <a:extLst>
                    <a:ext uri="{FF2B5EF4-FFF2-40B4-BE49-F238E27FC236}">
                      <a16:creationId xmlns:a16="http://schemas.microsoft.com/office/drawing/2014/main" id="{503738A4-EEDB-D17B-5FB6-1279E6685B80}"/>
                    </a:ext>
                  </a:extLst>
                </p14:cNvPr>
                <p14:cNvContentPartPr/>
                <p14:nvPr/>
              </p14:nvContentPartPr>
              <p14:xfrm>
                <a:off x="4427280" y="5167920"/>
                <a:ext cx="162360" cy="119160"/>
              </p14:xfrm>
            </p:contentPart>
          </mc:Choice>
          <mc:Fallback>
            <p:pic>
              <p:nvPicPr>
                <p:cNvPr id="160" name="Tinta 159">
                  <a:extLst>
                    <a:ext uri="{FF2B5EF4-FFF2-40B4-BE49-F238E27FC236}">
                      <a16:creationId xmlns:a16="http://schemas.microsoft.com/office/drawing/2014/main" id="{503738A4-EEDB-D17B-5FB6-1279E6685B80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4421160" y="5161800"/>
                  <a:ext cx="1746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DB1968F6-1573-7637-5AE1-5DF3EC9A9A1B}"/>
                    </a:ext>
                  </a:extLst>
                </p14:cNvPr>
                <p14:cNvContentPartPr/>
                <p14:nvPr/>
              </p14:nvContentPartPr>
              <p14:xfrm>
                <a:off x="3286800" y="5369880"/>
                <a:ext cx="1360440" cy="120240"/>
              </p14:xfrm>
            </p:contentPart>
          </mc:Choice>
          <mc:Fallback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DB1968F6-1573-7637-5AE1-5DF3EC9A9A1B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3280680" y="5363760"/>
                  <a:ext cx="13726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D0A1B5C5-CA20-8AB9-1BC6-8FC1ECFA0985}"/>
                    </a:ext>
                  </a:extLst>
                </p14:cNvPr>
                <p14:cNvContentPartPr/>
                <p14:nvPr/>
              </p14:nvContentPartPr>
              <p14:xfrm>
                <a:off x="3455640" y="5513880"/>
                <a:ext cx="210600" cy="93240"/>
              </p14:xfrm>
            </p:contentPart>
          </mc:Choice>
          <mc:Fallback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D0A1B5C5-CA20-8AB9-1BC6-8FC1ECFA0985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3449520" y="5507760"/>
                  <a:ext cx="2228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ED3E3655-CC89-3ACE-8C68-2E72EC1EF294}"/>
                    </a:ext>
                  </a:extLst>
                </p14:cNvPr>
                <p14:cNvContentPartPr/>
                <p14:nvPr/>
              </p14:nvContentPartPr>
              <p14:xfrm>
                <a:off x="3787920" y="5516760"/>
                <a:ext cx="173880" cy="98280"/>
              </p14:xfrm>
            </p:contentPart>
          </mc:Choice>
          <mc:Fallback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ED3E3655-CC89-3ACE-8C68-2E72EC1EF294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3781800" y="5510640"/>
                  <a:ext cx="1861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709F5C04-6364-ED91-68BF-66DB3CBE0B31}"/>
                    </a:ext>
                  </a:extLst>
                </p14:cNvPr>
                <p14:cNvContentPartPr/>
                <p14:nvPr/>
              </p14:nvContentPartPr>
              <p14:xfrm>
                <a:off x="4040640" y="5532240"/>
                <a:ext cx="101520" cy="89640"/>
              </p14:xfrm>
            </p:contentPart>
          </mc:Choice>
          <mc:Fallback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709F5C04-6364-ED91-68BF-66DB3CBE0B31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4034520" y="5526120"/>
                  <a:ext cx="1137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0070F047-1CB7-5D1C-DC0D-FCC1D21BF88D}"/>
                    </a:ext>
                  </a:extLst>
                </p14:cNvPr>
                <p14:cNvContentPartPr/>
                <p14:nvPr/>
              </p14:nvContentPartPr>
              <p14:xfrm>
                <a:off x="4218840" y="5553480"/>
                <a:ext cx="264600" cy="95760"/>
              </p14:xfrm>
            </p:contentPart>
          </mc:Choice>
          <mc:Fallback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0070F047-1CB7-5D1C-DC0D-FCC1D21BF88D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4212720" y="5547360"/>
                  <a:ext cx="2768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70" name="Tinta 169">
                  <a:extLst>
                    <a:ext uri="{FF2B5EF4-FFF2-40B4-BE49-F238E27FC236}">
                      <a16:creationId xmlns:a16="http://schemas.microsoft.com/office/drawing/2014/main" id="{1F6B2CCC-E969-9879-FEEF-3F24AF11DA38}"/>
                    </a:ext>
                  </a:extLst>
                </p14:cNvPr>
                <p14:cNvContentPartPr/>
                <p14:nvPr/>
              </p14:nvContentPartPr>
              <p14:xfrm>
                <a:off x="4359960" y="5507400"/>
                <a:ext cx="172080" cy="185040"/>
              </p14:xfrm>
            </p:contentPart>
          </mc:Choice>
          <mc:Fallback>
            <p:pic>
              <p:nvPicPr>
                <p:cNvPr id="170" name="Tinta 169">
                  <a:extLst>
                    <a:ext uri="{FF2B5EF4-FFF2-40B4-BE49-F238E27FC236}">
                      <a16:creationId xmlns:a16="http://schemas.microsoft.com/office/drawing/2014/main" id="{1F6B2CCC-E969-9879-FEEF-3F24AF11DA38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4353840" y="5501280"/>
                  <a:ext cx="1843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882AB216-D2CC-A3C6-B1DE-D6C8E7E20353}"/>
                    </a:ext>
                  </a:extLst>
                </p14:cNvPr>
                <p14:cNvContentPartPr/>
                <p14:nvPr/>
              </p14:nvContentPartPr>
              <p14:xfrm>
                <a:off x="4469400" y="5080080"/>
                <a:ext cx="120240" cy="278280"/>
              </p14:xfrm>
            </p:contentPart>
          </mc:Choice>
          <mc:Fallback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882AB216-D2CC-A3C6-B1DE-D6C8E7E20353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4463280" y="5073960"/>
                  <a:ext cx="13248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73" name="Tinta 172">
                  <a:extLst>
                    <a:ext uri="{FF2B5EF4-FFF2-40B4-BE49-F238E27FC236}">
                      <a16:creationId xmlns:a16="http://schemas.microsoft.com/office/drawing/2014/main" id="{CC2C2009-6FC1-39A5-6DBA-1ED8286718E3}"/>
                    </a:ext>
                  </a:extLst>
                </p14:cNvPr>
                <p14:cNvContentPartPr/>
                <p14:nvPr/>
              </p14:nvContentPartPr>
              <p14:xfrm>
                <a:off x="4045680" y="5402640"/>
                <a:ext cx="125280" cy="192240"/>
              </p14:xfrm>
            </p:contentPart>
          </mc:Choice>
          <mc:Fallback>
            <p:pic>
              <p:nvPicPr>
                <p:cNvPr id="173" name="Tinta 172">
                  <a:extLst>
                    <a:ext uri="{FF2B5EF4-FFF2-40B4-BE49-F238E27FC236}">
                      <a16:creationId xmlns:a16="http://schemas.microsoft.com/office/drawing/2014/main" id="{CC2C2009-6FC1-39A5-6DBA-1ED8286718E3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4039560" y="5396520"/>
                  <a:ext cx="1375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393D9211-B8CA-EFB7-DCEC-B8F61BD95C35}"/>
                    </a:ext>
                  </a:extLst>
                </p14:cNvPr>
                <p14:cNvContentPartPr/>
                <p14:nvPr/>
              </p14:nvContentPartPr>
              <p14:xfrm>
                <a:off x="4284000" y="4991520"/>
                <a:ext cx="29160" cy="263160"/>
              </p14:xfrm>
            </p:contentPart>
          </mc:Choice>
          <mc:Fallback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393D9211-B8CA-EFB7-DCEC-B8F61BD95C35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4277880" y="4985400"/>
                  <a:ext cx="414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83558245-8E7D-8F81-D9E0-9051263C36F7}"/>
                    </a:ext>
                  </a:extLst>
                </p14:cNvPr>
                <p14:cNvContentPartPr/>
                <p14:nvPr/>
              </p14:nvContentPartPr>
              <p14:xfrm>
                <a:off x="3865320" y="5424240"/>
                <a:ext cx="77040" cy="176400"/>
              </p14:xfrm>
            </p:contentPart>
          </mc:Choice>
          <mc:Fallback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83558245-8E7D-8F81-D9E0-9051263C36F7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3859200" y="5418120"/>
                  <a:ext cx="892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A18F7730-16BB-7D0D-E191-7EB975EBE216}"/>
                    </a:ext>
                  </a:extLst>
                </p14:cNvPr>
                <p14:cNvContentPartPr/>
                <p14:nvPr/>
              </p14:nvContentPartPr>
              <p14:xfrm>
                <a:off x="4046040" y="5147760"/>
                <a:ext cx="105840" cy="203040"/>
              </p14:xfrm>
            </p:contentPart>
          </mc:Choice>
          <mc:Fallback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A18F7730-16BB-7D0D-E191-7EB975EBE216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4039920" y="5141640"/>
                  <a:ext cx="1180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C7D51ADA-25EB-3423-7D3B-1346C5EC8648}"/>
                    </a:ext>
                  </a:extLst>
                </p14:cNvPr>
                <p14:cNvContentPartPr/>
                <p14:nvPr/>
              </p14:nvContentPartPr>
              <p14:xfrm>
                <a:off x="4913640" y="5229840"/>
                <a:ext cx="200160" cy="50040"/>
              </p14:xfrm>
            </p:contentPart>
          </mc:Choice>
          <mc:Fallback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C7D51ADA-25EB-3423-7D3B-1346C5EC8648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4907520" y="5223720"/>
                  <a:ext cx="2124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96A942A9-94FF-B08A-DF89-5B00EAA8D4D9}"/>
                    </a:ext>
                  </a:extLst>
                </p14:cNvPr>
                <p14:cNvContentPartPr/>
                <p14:nvPr/>
              </p14:nvContentPartPr>
              <p14:xfrm>
                <a:off x="4808160" y="5347200"/>
                <a:ext cx="344160" cy="20520"/>
              </p14:xfrm>
            </p:contentPart>
          </mc:Choice>
          <mc:Fallback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96A942A9-94FF-B08A-DF89-5B00EAA8D4D9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4802040" y="5341080"/>
                  <a:ext cx="3564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CB3C6BC4-42F9-74F5-F0C1-AE42231A08F7}"/>
                    </a:ext>
                  </a:extLst>
                </p14:cNvPr>
                <p14:cNvContentPartPr/>
                <p14:nvPr/>
              </p14:nvContentPartPr>
              <p14:xfrm>
                <a:off x="5589360" y="5084400"/>
                <a:ext cx="267480" cy="212400"/>
              </p14:xfrm>
            </p:contentPart>
          </mc:Choice>
          <mc:Fallback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CB3C6BC4-42F9-74F5-F0C1-AE42231A08F7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5583240" y="5078280"/>
                  <a:ext cx="2797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82" name="Tinta 181">
                  <a:extLst>
                    <a:ext uri="{FF2B5EF4-FFF2-40B4-BE49-F238E27FC236}">
                      <a16:creationId xmlns:a16="http://schemas.microsoft.com/office/drawing/2014/main" id="{245C5D7A-1F27-4A7F-CB4F-2CFB27D65334}"/>
                    </a:ext>
                  </a:extLst>
                </p14:cNvPr>
                <p14:cNvContentPartPr/>
                <p14:nvPr/>
              </p14:nvContentPartPr>
              <p14:xfrm>
                <a:off x="5827680" y="5158200"/>
                <a:ext cx="249840" cy="145800"/>
              </p14:xfrm>
            </p:contentPart>
          </mc:Choice>
          <mc:Fallback>
            <p:pic>
              <p:nvPicPr>
                <p:cNvPr id="182" name="Tinta 181">
                  <a:extLst>
                    <a:ext uri="{FF2B5EF4-FFF2-40B4-BE49-F238E27FC236}">
                      <a16:creationId xmlns:a16="http://schemas.microsoft.com/office/drawing/2014/main" id="{245C5D7A-1F27-4A7F-CB4F-2CFB27D65334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5821560" y="5152080"/>
                  <a:ext cx="2620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430A8600-7830-8265-6FEF-E1D53D010DD9}"/>
                    </a:ext>
                  </a:extLst>
                </p14:cNvPr>
                <p14:cNvContentPartPr/>
                <p14:nvPr/>
              </p14:nvContentPartPr>
              <p14:xfrm>
                <a:off x="6198120" y="5228040"/>
                <a:ext cx="295920" cy="113760"/>
              </p14:xfrm>
            </p:contentPart>
          </mc:Choice>
          <mc:Fallback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430A8600-7830-8265-6FEF-E1D53D010DD9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6192000" y="5221920"/>
                  <a:ext cx="3081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E4C40088-AB64-5D5B-F3A2-69EC4BBF0121}"/>
                    </a:ext>
                  </a:extLst>
                </p14:cNvPr>
                <p14:cNvContentPartPr/>
                <p14:nvPr/>
              </p14:nvContentPartPr>
              <p14:xfrm>
                <a:off x="6570720" y="5248200"/>
                <a:ext cx="56160" cy="108000"/>
              </p14:xfrm>
            </p:contentPart>
          </mc:Choice>
          <mc:Fallback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E4C40088-AB64-5D5B-F3A2-69EC4BBF0121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6564600" y="5242080"/>
                  <a:ext cx="684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A4B26397-2DEC-4487-DB20-6B47DF5A48F1}"/>
                    </a:ext>
                  </a:extLst>
                </p14:cNvPr>
                <p14:cNvContentPartPr/>
                <p14:nvPr/>
              </p14:nvContentPartPr>
              <p14:xfrm>
                <a:off x="6646320" y="5262240"/>
                <a:ext cx="162720" cy="99360"/>
              </p14:xfrm>
            </p:contentPart>
          </mc:Choice>
          <mc:Fallback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A4B26397-2DEC-4487-DB20-6B47DF5A48F1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6640200" y="5256120"/>
                  <a:ext cx="1749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87" name="Tinta 186">
                  <a:extLst>
                    <a:ext uri="{FF2B5EF4-FFF2-40B4-BE49-F238E27FC236}">
                      <a16:creationId xmlns:a16="http://schemas.microsoft.com/office/drawing/2014/main" id="{1D988C32-F70F-47FA-1252-ABC0DB68E5A8}"/>
                    </a:ext>
                  </a:extLst>
                </p14:cNvPr>
                <p14:cNvContentPartPr/>
                <p14:nvPr/>
              </p14:nvContentPartPr>
              <p14:xfrm>
                <a:off x="6829560" y="5264760"/>
                <a:ext cx="140760" cy="87120"/>
              </p14:xfrm>
            </p:contentPart>
          </mc:Choice>
          <mc:Fallback>
            <p:pic>
              <p:nvPicPr>
                <p:cNvPr id="187" name="Tinta 186">
                  <a:extLst>
                    <a:ext uri="{FF2B5EF4-FFF2-40B4-BE49-F238E27FC236}">
                      <a16:creationId xmlns:a16="http://schemas.microsoft.com/office/drawing/2014/main" id="{1D988C32-F70F-47FA-1252-ABC0DB68E5A8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6823440" y="5258640"/>
                  <a:ext cx="1530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88" name="Tinta 187">
                  <a:extLst>
                    <a:ext uri="{FF2B5EF4-FFF2-40B4-BE49-F238E27FC236}">
                      <a16:creationId xmlns:a16="http://schemas.microsoft.com/office/drawing/2014/main" id="{22EDE0D9-85F0-685C-9C24-F82D6EFA001A}"/>
                    </a:ext>
                  </a:extLst>
                </p14:cNvPr>
                <p14:cNvContentPartPr/>
                <p14:nvPr/>
              </p14:nvContentPartPr>
              <p14:xfrm>
                <a:off x="6960960" y="5051640"/>
                <a:ext cx="170640" cy="259920"/>
              </p14:xfrm>
            </p:contentPart>
          </mc:Choice>
          <mc:Fallback>
            <p:pic>
              <p:nvPicPr>
                <p:cNvPr id="188" name="Tinta 187">
                  <a:extLst>
                    <a:ext uri="{FF2B5EF4-FFF2-40B4-BE49-F238E27FC236}">
                      <a16:creationId xmlns:a16="http://schemas.microsoft.com/office/drawing/2014/main" id="{22EDE0D9-85F0-685C-9C24-F82D6EFA001A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6954840" y="5045520"/>
                  <a:ext cx="18288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89" name="Tinta 188">
                  <a:extLst>
                    <a:ext uri="{FF2B5EF4-FFF2-40B4-BE49-F238E27FC236}">
                      <a16:creationId xmlns:a16="http://schemas.microsoft.com/office/drawing/2014/main" id="{4D08D8BC-B9B2-5CD4-0983-6DD2D442DE67}"/>
                    </a:ext>
                  </a:extLst>
                </p14:cNvPr>
                <p14:cNvContentPartPr/>
                <p14:nvPr/>
              </p14:nvContentPartPr>
              <p14:xfrm>
                <a:off x="6941160" y="5228040"/>
                <a:ext cx="171360" cy="8280"/>
              </p14:xfrm>
            </p:contentPart>
          </mc:Choice>
          <mc:Fallback>
            <p:pic>
              <p:nvPicPr>
                <p:cNvPr id="189" name="Tinta 188">
                  <a:extLst>
                    <a:ext uri="{FF2B5EF4-FFF2-40B4-BE49-F238E27FC236}">
                      <a16:creationId xmlns:a16="http://schemas.microsoft.com/office/drawing/2014/main" id="{4D08D8BC-B9B2-5CD4-0983-6DD2D442DE67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6935040" y="5221920"/>
                  <a:ext cx="1836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2883213E-4788-5B2A-5599-7B4DD073BD50}"/>
                    </a:ext>
                  </a:extLst>
                </p14:cNvPr>
                <p14:cNvContentPartPr/>
                <p14:nvPr/>
              </p14:nvContentPartPr>
              <p14:xfrm>
                <a:off x="7049880" y="5221920"/>
                <a:ext cx="148680" cy="104040"/>
              </p14:xfrm>
            </p:contentPart>
          </mc:Choice>
          <mc:Fallback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2883213E-4788-5B2A-5599-7B4DD073BD50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043760" y="5215800"/>
                  <a:ext cx="1609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91" name="Tinta 190">
                  <a:extLst>
                    <a:ext uri="{FF2B5EF4-FFF2-40B4-BE49-F238E27FC236}">
                      <a16:creationId xmlns:a16="http://schemas.microsoft.com/office/drawing/2014/main" id="{618C3FCC-6999-EDB4-1469-77D82C4417C6}"/>
                    </a:ext>
                  </a:extLst>
                </p14:cNvPr>
                <p14:cNvContentPartPr/>
                <p14:nvPr/>
              </p14:nvContentPartPr>
              <p14:xfrm>
                <a:off x="6905880" y="5206800"/>
                <a:ext cx="482760" cy="228240"/>
              </p14:xfrm>
            </p:contentPart>
          </mc:Choice>
          <mc:Fallback>
            <p:pic>
              <p:nvPicPr>
                <p:cNvPr id="191" name="Tinta 190">
                  <a:extLst>
                    <a:ext uri="{FF2B5EF4-FFF2-40B4-BE49-F238E27FC236}">
                      <a16:creationId xmlns:a16="http://schemas.microsoft.com/office/drawing/2014/main" id="{618C3FCC-6999-EDB4-1469-77D82C4417C6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6899760" y="5200680"/>
                  <a:ext cx="4950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95" name="Tinta 194">
                  <a:extLst>
                    <a:ext uri="{FF2B5EF4-FFF2-40B4-BE49-F238E27FC236}">
                      <a16:creationId xmlns:a16="http://schemas.microsoft.com/office/drawing/2014/main" id="{B047A2F0-2AE1-64F8-7588-1184EC074E77}"/>
                    </a:ext>
                  </a:extLst>
                </p14:cNvPr>
                <p14:cNvContentPartPr/>
                <p14:nvPr/>
              </p14:nvContentPartPr>
              <p14:xfrm>
                <a:off x="5340240" y="5337480"/>
                <a:ext cx="1820160" cy="196560"/>
              </p14:xfrm>
            </p:contentPart>
          </mc:Choice>
          <mc:Fallback>
            <p:pic>
              <p:nvPicPr>
                <p:cNvPr id="195" name="Tinta 194">
                  <a:extLst>
                    <a:ext uri="{FF2B5EF4-FFF2-40B4-BE49-F238E27FC236}">
                      <a16:creationId xmlns:a16="http://schemas.microsoft.com/office/drawing/2014/main" id="{B047A2F0-2AE1-64F8-7588-1184EC074E77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5334120" y="5331360"/>
                  <a:ext cx="1832400" cy="20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Agrupar 221">
            <a:extLst>
              <a:ext uri="{FF2B5EF4-FFF2-40B4-BE49-F238E27FC236}">
                <a16:creationId xmlns:a16="http://schemas.microsoft.com/office/drawing/2014/main" id="{F365B20A-3694-E87C-E926-F627504E615C}"/>
              </a:ext>
            </a:extLst>
          </p:cNvPr>
          <p:cNvGrpSpPr/>
          <p:nvPr/>
        </p:nvGrpSpPr>
        <p:grpSpPr>
          <a:xfrm>
            <a:off x="8227440" y="5234520"/>
            <a:ext cx="3159720" cy="738720"/>
            <a:chOff x="8227440" y="5234520"/>
            <a:chExt cx="3159720" cy="73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97" name="Tinta 196">
                  <a:extLst>
                    <a:ext uri="{FF2B5EF4-FFF2-40B4-BE49-F238E27FC236}">
                      <a16:creationId xmlns:a16="http://schemas.microsoft.com/office/drawing/2014/main" id="{4E66893A-88A9-44D2-3BBF-D35E46051EC2}"/>
                    </a:ext>
                  </a:extLst>
                </p14:cNvPr>
                <p14:cNvContentPartPr/>
                <p14:nvPr/>
              </p14:nvContentPartPr>
              <p14:xfrm>
                <a:off x="8350560" y="5248200"/>
                <a:ext cx="47880" cy="287640"/>
              </p14:xfrm>
            </p:contentPart>
          </mc:Choice>
          <mc:Fallback>
            <p:pic>
              <p:nvPicPr>
                <p:cNvPr id="197" name="Tinta 196">
                  <a:extLst>
                    <a:ext uri="{FF2B5EF4-FFF2-40B4-BE49-F238E27FC236}">
                      <a16:creationId xmlns:a16="http://schemas.microsoft.com/office/drawing/2014/main" id="{4E66893A-88A9-44D2-3BBF-D35E46051EC2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344440" y="5242080"/>
                  <a:ext cx="6012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98" name="Tinta 197">
                  <a:extLst>
                    <a:ext uri="{FF2B5EF4-FFF2-40B4-BE49-F238E27FC236}">
                      <a16:creationId xmlns:a16="http://schemas.microsoft.com/office/drawing/2014/main" id="{226C6FFB-1186-D076-60A2-DFE4665B2ECB}"/>
                    </a:ext>
                  </a:extLst>
                </p14:cNvPr>
                <p14:cNvContentPartPr/>
                <p14:nvPr/>
              </p14:nvContentPartPr>
              <p14:xfrm>
                <a:off x="8227440" y="5402280"/>
                <a:ext cx="209520" cy="26640"/>
              </p14:xfrm>
            </p:contentPart>
          </mc:Choice>
          <mc:Fallback>
            <p:pic>
              <p:nvPicPr>
                <p:cNvPr id="198" name="Tinta 197">
                  <a:extLst>
                    <a:ext uri="{FF2B5EF4-FFF2-40B4-BE49-F238E27FC236}">
                      <a16:creationId xmlns:a16="http://schemas.microsoft.com/office/drawing/2014/main" id="{226C6FFB-1186-D076-60A2-DFE4665B2ECB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8221320" y="5396160"/>
                  <a:ext cx="2217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00" name="Tinta 199">
                  <a:extLst>
                    <a:ext uri="{FF2B5EF4-FFF2-40B4-BE49-F238E27FC236}">
                      <a16:creationId xmlns:a16="http://schemas.microsoft.com/office/drawing/2014/main" id="{7E40C27B-9BE5-4776-8CA7-159A3AF47D9D}"/>
                    </a:ext>
                  </a:extLst>
                </p14:cNvPr>
                <p14:cNvContentPartPr/>
                <p14:nvPr/>
              </p14:nvContentPartPr>
              <p14:xfrm>
                <a:off x="8368560" y="5531880"/>
                <a:ext cx="155160" cy="136800"/>
              </p14:xfrm>
            </p:contentPart>
          </mc:Choice>
          <mc:Fallback>
            <p:pic>
              <p:nvPicPr>
                <p:cNvPr id="200" name="Tinta 199">
                  <a:extLst>
                    <a:ext uri="{FF2B5EF4-FFF2-40B4-BE49-F238E27FC236}">
                      <a16:creationId xmlns:a16="http://schemas.microsoft.com/office/drawing/2014/main" id="{7E40C27B-9BE5-4776-8CA7-159A3AF47D9D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8362440" y="5525760"/>
                  <a:ext cx="1674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01" name="Tinta 200">
                  <a:extLst>
                    <a:ext uri="{FF2B5EF4-FFF2-40B4-BE49-F238E27FC236}">
                      <a16:creationId xmlns:a16="http://schemas.microsoft.com/office/drawing/2014/main" id="{32E1BFCB-926D-3B14-08EC-CA1129871ACF}"/>
                    </a:ext>
                  </a:extLst>
                </p14:cNvPr>
                <p14:cNvContentPartPr/>
                <p14:nvPr/>
              </p14:nvContentPartPr>
              <p14:xfrm>
                <a:off x="8540280" y="5444760"/>
                <a:ext cx="154080" cy="43200"/>
              </p14:xfrm>
            </p:contentPart>
          </mc:Choice>
          <mc:Fallback>
            <p:pic>
              <p:nvPicPr>
                <p:cNvPr id="201" name="Tinta 200">
                  <a:extLst>
                    <a:ext uri="{FF2B5EF4-FFF2-40B4-BE49-F238E27FC236}">
                      <a16:creationId xmlns:a16="http://schemas.microsoft.com/office/drawing/2014/main" id="{32E1BFCB-926D-3B14-08EC-CA1129871ACF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8534160" y="5438640"/>
                  <a:ext cx="1663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02" name="Tinta 201">
                  <a:extLst>
                    <a:ext uri="{FF2B5EF4-FFF2-40B4-BE49-F238E27FC236}">
                      <a16:creationId xmlns:a16="http://schemas.microsoft.com/office/drawing/2014/main" id="{EDF18EB5-34DF-CD12-EF3D-F79EDFAAE3F6}"/>
                    </a:ext>
                  </a:extLst>
                </p14:cNvPr>
                <p14:cNvContentPartPr/>
                <p14:nvPr/>
              </p14:nvContentPartPr>
              <p14:xfrm>
                <a:off x="8513640" y="5543400"/>
                <a:ext cx="151920" cy="16920"/>
              </p14:xfrm>
            </p:contentPart>
          </mc:Choice>
          <mc:Fallback>
            <p:pic>
              <p:nvPicPr>
                <p:cNvPr id="202" name="Tinta 201">
                  <a:extLst>
                    <a:ext uri="{FF2B5EF4-FFF2-40B4-BE49-F238E27FC236}">
                      <a16:creationId xmlns:a16="http://schemas.microsoft.com/office/drawing/2014/main" id="{EDF18EB5-34DF-CD12-EF3D-F79EDFAAE3F6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8507520" y="5537280"/>
                  <a:ext cx="164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03" name="Tinta 202">
                  <a:extLst>
                    <a:ext uri="{FF2B5EF4-FFF2-40B4-BE49-F238E27FC236}">
                      <a16:creationId xmlns:a16="http://schemas.microsoft.com/office/drawing/2014/main" id="{C0167ACD-CF62-7F55-DDF9-AE63D7AC0E25}"/>
                    </a:ext>
                  </a:extLst>
                </p14:cNvPr>
                <p14:cNvContentPartPr/>
                <p14:nvPr/>
              </p14:nvContentPartPr>
              <p14:xfrm>
                <a:off x="8926560" y="5359080"/>
                <a:ext cx="262080" cy="160920"/>
              </p14:xfrm>
            </p:contentPart>
          </mc:Choice>
          <mc:Fallback>
            <p:pic>
              <p:nvPicPr>
                <p:cNvPr id="203" name="Tinta 202">
                  <a:extLst>
                    <a:ext uri="{FF2B5EF4-FFF2-40B4-BE49-F238E27FC236}">
                      <a16:creationId xmlns:a16="http://schemas.microsoft.com/office/drawing/2014/main" id="{C0167ACD-CF62-7F55-DDF9-AE63D7AC0E25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8920440" y="5352960"/>
                  <a:ext cx="2743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04" name="Tinta 203">
                  <a:extLst>
                    <a:ext uri="{FF2B5EF4-FFF2-40B4-BE49-F238E27FC236}">
                      <a16:creationId xmlns:a16="http://schemas.microsoft.com/office/drawing/2014/main" id="{B3C2ECA9-E3CE-D3BF-224E-56E6A00B76F4}"/>
                    </a:ext>
                  </a:extLst>
                </p14:cNvPr>
                <p14:cNvContentPartPr/>
                <p14:nvPr/>
              </p14:nvContentPartPr>
              <p14:xfrm>
                <a:off x="9179640" y="5410200"/>
                <a:ext cx="223920" cy="128160"/>
              </p14:xfrm>
            </p:contentPart>
          </mc:Choice>
          <mc:Fallback>
            <p:pic>
              <p:nvPicPr>
                <p:cNvPr id="204" name="Tinta 203">
                  <a:extLst>
                    <a:ext uri="{FF2B5EF4-FFF2-40B4-BE49-F238E27FC236}">
                      <a16:creationId xmlns:a16="http://schemas.microsoft.com/office/drawing/2014/main" id="{B3C2ECA9-E3CE-D3BF-224E-56E6A00B76F4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9173520" y="5404080"/>
                  <a:ext cx="2361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05" name="Tinta 204">
                  <a:extLst>
                    <a:ext uri="{FF2B5EF4-FFF2-40B4-BE49-F238E27FC236}">
                      <a16:creationId xmlns:a16="http://schemas.microsoft.com/office/drawing/2014/main" id="{B64F0C0E-988E-F8BC-D468-50846DBD1ECD}"/>
                    </a:ext>
                  </a:extLst>
                </p14:cNvPr>
                <p14:cNvContentPartPr/>
                <p14:nvPr/>
              </p14:nvContentPartPr>
              <p14:xfrm>
                <a:off x="8845560" y="5563560"/>
                <a:ext cx="676080" cy="81720"/>
              </p14:xfrm>
            </p:contentPart>
          </mc:Choice>
          <mc:Fallback>
            <p:pic>
              <p:nvPicPr>
                <p:cNvPr id="205" name="Tinta 204">
                  <a:extLst>
                    <a:ext uri="{FF2B5EF4-FFF2-40B4-BE49-F238E27FC236}">
                      <a16:creationId xmlns:a16="http://schemas.microsoft.com/office/drawing/2014/main" id="{B64F0C0E-988E-F8BC-D468-50846DBD1ECD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8839440" y="5557440"/>
                  <a:ext cx="6883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06" name="Tinta 205">
                  <a:extLst>
                    <a:ext uri="{FF2B5EF4-FFF2-40B4-BE49-F238E27FC236}">
                      <a16:creationId xmlns:a16="http://schemas.microsoft.com/office/drawing/2014/main" id="{AE2601B3-32E6-2BB8-5CBC-4617C64EC96E}"/>
                    </a:ext>
                  </a:extLst>
                </p14:cNvPr>
                <p14:cNvContentPartPr/>
                <p14:nvPr/>
              </p14:nvContentPartPr>
              <p14:xfrm>
                <a:off x="8895240" y="5656080"/>
                <a:ext cx="198720" cy="119160"/>
              </p14:xfrm>
            </p:contentPart>
          </mc:Choice>
          <mc:Fallback>
            <p:pic>
              <p:nvPicPr>
                <p:cNvPr id="206" name="Tinta 205">
                  <a:extLst>
                    <a:ext uri="{FF2B5EF4-FFF2-40B4-BE49-F238E27FC236}">
                      <a16:creationId xmlns:a16="http://schemas.microsoft.com/office/drawing/2014/main" id="{AE2601B3-32E6-2BB8-5CBC-4617C64EC96E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8889120" y="5649960"/>
                  <a:ext cx="2109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07" name="Tinta 206">
                  <a:extLst>
                    <a:ext uri="{FF2B5EF4-FFF2-40B4-BE49-F238E27FC236}">
                      <a16:creationId xmlns:a16="http://schemas.microsoft.com/office/drawing/2014/main" id="{CC95800D-4148-9AE9-7C9D-B6F2893DAE9F}"/>
                    </a:ext>
                  </a:extLst>
                </p14:cNvPr>
                <p14:cNvContentPartPr/>
                <p14:nvPr/>
              </p14:nvContentPartPr>
              <p14:xfrm>
                <a:off x="9164880" y="5660760"/>
                <a:ext cx="157320" cy="89280"/>
              </p14:xfrm>
            </p:contentPart>
          </mc:Choice>
          <mc:Fallback>
            <p:pic>
              <p:nvPicPr>
                <p:cNvPr id="207" name="Tinta 206">
                  <a:extLst>
                    <a:ext uri="{FF2B5EF4-FFF2-40B4-BE49-F238E27FC236}">
                      <a16:creationId xmlns:a16="http://schemas.microsoft.com/office/drawing/2014/main" id="{CC95800D-4148-9AE9-7C9D-B6F2893DAE9F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9158760" y="5654640"/>
                  <a:ext cx="1695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09" name="Tinta 208">
                  <a:extLst>
                    <a:ext uri="{FF2B5EF4-FFF2-40B4-BE49-F238E27FC236}">
                      <a16:creationId xmlns:a16="http://schemas.microsoft.com/office/drawing/2014/main" id="{11E044B3-1CA4-6F83-ADFE-9C2CB624E7DA}"/>
                    </a:ext>
                  </a:extLst>
                </p14:cNvPr>
                <p14:cNvContentPartPr/>
                <p14:nvPr/>
              </p14:nvContentPartPr>
              <p14:xfrm>
                <a:off x="9753840" y="5358000"/>
                <a:ext cx="150120" cy="189000"/>
              </p14:xfrm>
            </p:contentPart>
          </mc:Choice>
          <mc:Fallback>
            <p:pic>
              <p:nvPicPr>
                <p:cNvPr id="209" name="Tinta 208">
                  <a:extLst>
                    <a:ext uri="{FF2B5EF4-FFF2-40B4-BE49-F238E27FC236}">
                      <a16:creationId xmlns:a16="http://schemas.microsoft.com/office/drawing/2014/main" id="{11E044B3-1CA4-6F83-ADFE-9C2CB624E7DA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9747720" y="5351880"/>
                  <a:ext cx="1623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10" name="Tinta 209">
                  <a:extLst>
                    <a:ext uri="{FF2B5EF4-FFF2-40B4-BE49-F238E27FC236}">
                      <a16:creationId xmlns:a16="http://schemas.microsoft.com/office/drawing/2014/main" id="{5653DECD-F1E6-69C1-F5ED-0C14B50E1E2D}"/>
                    </a:ext>
                  </a:extLst>
                </p14:cNvPr>
                <p14:cNvContentPartPr/>
                <p14:nvPr/>
              </p14:nvContentPartPr>
              <p14:xfrm>
                <a:off x="9759240" y="5428200"/>
                <a:ext cx="229320" cy="56880"/>
              </p14:xfrm>
            </p:contentPart>
          </mc:Choice>
          <mc:Fallback>
            <p:pic>
              <p:nvPicPr>
                <p:cNvPr id="210" name="Tinta 209">
                  <a:extLst>
                    <a:ext uri="{FF2B5EF4-FFF2-40B4-BE49-F238E27FC236}">
                      <a16:creationId xmlns:a16="http://schemas.microsoft.com/office/drawing/2014/main" id="{5653DECD-F1E6-69C1-F5ED-0C14B50E1E2D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9753120" y="5422080"/>
                  <a:ext cx="2415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11" name="Tinta 210">
                  <a:extLst>
                    <a:ext uri="{FF2B5EF4-FFF2-40B4-BE49-F238E27FC236}">
                      <a16:creationId xmlns:a16="http://schemas.microsoft.com/office/drawing/2014/main" id="{F8E43B14-3728-BB6F-7CFE-5CA1CC0439B3}"/>
                    </a:ext>
                  </a:extLst>
                </p14:cNvPr>
                <p14:cNvContentPartPr/>
                <p14:nvPr/>
              </p14:nvContentPartPr>
              <p14:xfrm>
                <a:off x="9730440" y="5545560"/>
                <a:ext cx="382680" cy="79560"/>
              </p14:xfrm>
            </p:contentPart>
          </mc:Choice>
          <mc:Fallback>
            <p:pic>
              <p:nvPicPr>
                <p:cNvPr id="211" name="Tinta 210">
                  <a:extLst>
                    <a:ext uri="{FF2B5EF4-FFF2-40B4-BE49-F238E27FC236}">
                      <a16:creationId xmlns:a16="http://schemas.microsoft.com/office/drawing/2014/main" id="{F8E43B14-3728-BB6F-7CFE-5CA1CC0439B3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9724320" y="5539440"/>
                  <a:ext cx="3949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12" name="Tinta 211">
                  <a:extLst>
                    <a:ext uri="{FF2B5EF4-FFF2-40B4-BE49-F238E27FC236}">
                      <a16:creationId xmlns:a16="http://schemas.microsoft.com/office/drawing/2014/main" id="{78AC0BB8-7F9F-27AE-7880-C7BE0DCF4365}"/>
                    </a:ext>
                  </a:extLst>
                </p14:cNvPr>
                <p14:cNvContentPartPr/>
                <p14:nvPr/>
              </p14:nvContentPartPr>
              <p14:xfrm>
                <a:off x="10179360" y="5447280"/>
                <a:ext cx="123840" cy="171720"/>
              </p14:xfrm>
            </p:contentPart>
          </mc:Choice>
          <mc:Fallback>
            <p:pic>
              <p:nvPicPr>
                <p:cNvPr id="212" name="Tinta 211">
                  <a:extLst>
                    <a:ext uri="{FF2B5EF4-FFF2-40B4-BE49-F238E27FC236}">
                      <a16:creationId xmlns:a16="http://schemas.microsoft.com/office/drawing/2014/main" id="{78AC0BB8-7F9F-27AE-7880-C7BE0DCF4365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0173240" y="5441160"/>
                  <a:ext cx="1360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13" name="Tinta 212">
                  <a:extLst>
                    <a:ext uri="{FF2B5EF4-FFF2-40B4-BE49-F238E27FC236}">
                      <a16:creationId xmlns:a16="http://schemas.microsoft.com/office/drawing/2014/main" id="{2137DD22-16C9-F9CD-0D32-8FE3E51078C9}"/>
                    </a:ext>
                  </a:extLst>
                </p14:cNvPr>
                <p14:cNvContentPartPr/>
                <p14:nvPr/>
              </p14:nvContentPartPr>
              <p14:xfrm>
                <a:off x="10122480" y="5594160"/>
                <a:ext cx="295920" cy="10800"/>
              </p14:xfrm>
            </p:contentPart>
          </mc:Choice>
          <mc:Fallback>
            <p:pic>
              <p:nvPicPr>
                <p:cNvPr id="213" name="Tinta 212">
                  <a:extLst>
                    <a:ext uri="{FF2B5EF4-FFF2-40B4-BE49-F238E27FC236}">
                      <a16:creationId xmlns:a16="http://schemas.microsoft.com/office/drawing/2014/main" id="{2137DD22-16C9-F9CD-0D32-8FE3E51078C9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0116360" y="5588040"/>
                  <a:ext cx="3081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14" name="Tinta 213">
                  <a:extLst>
                    <a:ext uri="{FF2B5EF4-FFF2-40B4-BE49-F238E27FC236}">
                      <a16:creationId xmlns:a16="http://schemas.microsoft.com/office/drawing/2014/main" id="{0AA61B89-32FC-55A9-D3BE-CC383D81C1D4}"/>
                    </a:ext>
                  </a:extLst>
                </p14:cNvPr>
                <p14:cNvContentPartPr/>
                <p14:nvPr/>
              </p14:nvContentPartPr>
              <p14:xfrm>
                <a:off x="10126800" y="5664360"/>
                <a:ext cx="191160" cy="173160"/>
              </p14:xfrm>
            </p:contentPart>
          </mc:Choice>
          <mc:Fallback>
            <p:pic>
              <p:nvPicPr>
                <p:cNvPr id="214" name="Tinta 213">
                  <a:extLst>
                    <a:ext uri="{FF2B5EF4-FFF2-40B4-BE49-F238E27FC236}">
                      <a16:creationId xmlns:a16="http://schemas.microsoft.com/office/drawing/2014/main" id="{0AA61B89-32FC-55A9-D3BE-CC383D81C1D4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0120680" y="5658240"/>
                  <a:ext cx="2034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16" name="Tinta 215">
                  <a:extLst>
                    <a:ext uri="{FF2B5EF4-FFF2-40B4-BE49-F238E27FC236}">
                      <a16:creationId xmlns:a16="http://schemas.microsoft.com/office/drawing/2014/main" id="{34C93F14-FC3D-AB96-16A6-758ED2F30D63}"/>
                    </a:ext>
                  </a:extLst>
                </p14:cNvPr>
                <p14:cNvContentPartPr/>
                <p14:nvPr/>
              </p14:nvContentPartPr>
              <p14:xfrm>
                <a:off x="10530360" y="5438640"/>
                <a:ext cx="191160" cy="212760"/>
              </p14:xfrm>
            </p:contentPart>
          </mc:Choice>
          <mc:Fallback>
            <p:pic>
              <p:nvPicPr>
                <p:cNvPr id="216" name="Tinta 215">
                  <a:extLst>
                    <a:ext uri="{FF2B5EF4-FFF2-40B4-BE49-F238E27FC236}">
                      <a16:creationId xmlns:a16="http://schemas.microsoft.com/office/drawing/2014/main" id="{34C93F14-FC3D-AB96-16A6-758ED2F30D63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0524240" y="5432520"/>
                  <a:ext cx="2034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17" name="Tinta 216">
                  <a:extLst>
                    <a:ext uri="{FF2B5EF4-FFF2-40B4-BE49-F238E27FC236}">
                      <a16:creationId xmlns:a16="http://schemas.microsoft.com/office/drawing/2014/main" id="{AD0605CE-E9DD-04E5-D85A-0C166ACB233D}"/>
                    </a:ext>
                  </a:extLst>
                </p14:cNvPr>
                <p14:cNvContentPartPr/>
                <p14:nvPr/>
              </p14:nvContentPartPr>
              <p14:xfrm>
                <a:off x="10759680" y="5584440"/>
                <a:ext cx="86400" cy="79560"/>
              </p14:xfrm>
            </p:contentPart>
          </mc:Choice>
          <mc:Fallback>
            <p:pic>
              <p:nvPicPr>
                <p:cNvPr id="217" name="Tinta 216">
                  <a:extLst>
                    <a:ext uri="{FF2B5EF4-FFF2-40B4-BE49-F238E27FC236}">
                      <a16:creationId xmlns:a16="http://schemas.microsoft.com/office/drawing/2014/main" id="{AD0605CE-E9DD-04E5-D85A-0C166ACB233D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0753560" y="5578320"/>
                  <a:ext cx="986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18" name="Tinta 217">
                  <a:extLst>
                    <a:ext uri="{FF2B5EF4-FFF2-40B4-BE49-F238E27FC236}">
                      <a16:creationId xmlns:a16="http://schemas.microsoft.com/office/drawing/2014/main" id="{51B1FD12-3089-4896-E1EB-A3B67B41FF8C}"/>
                    </a:ext>
                  </a:extLst>
                </p14:cNvPr>
                <p14:cNvContentPartPr/>
                <p14:nvPr/>
              </p14:nvContentPartPr>
              <p14:xfrm>
                <a:off x="10902960" y="5569680"/>
                <a:ext cx="133560" cy="88560"/>
              </p14:xfrm>
            </p:contentPart>
          </mc:Choice>
          <mc:Fallback>
            <p:pic>
              <p:nvPicPr>
                <p:cNvPr id="218" name="Tinta 217">
                  <a:extLst>
                    <a:ext uri="{FF2B5EF4-FFF2-40B4-BE49-F238E27FC236}">
                      <a16:creationId xmlns:a16="http://schemas.microsoft.com/office/drawing/2014/main" id="{51B1FD12-3089-4896-E1EB-A3B67B41FF8C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0896840" y="5563560"/>
                  <a:ext cx="1458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19" name="Tinta 218">
                  <a:extLst>
                    <a:ext uri="{FF2B5EF4-FFF2-40B4-BE49-F238E27FC236}">
                      <a16:creationId xmlns:a16="http://schemas.microsoft.com/office/drawing/2014/main" id="{DF786807-1156-AABC-59E0-CE61A596E74D}"/>
                    </a:ext>
                  </a:extLst>
                </p14:cNvPr>
                <p14:cNvContentPartPr/>
                <p14:nvPr/>
              </p14:nvContentPartPr>
              <p14:xfrm>
                <a:off x="11057400" y="5552040"/>
                <a:ext cx="131040" cy="173160"/>
              </p14:xfrm>
            </p:contentPart>
          </mc:Choice>
          <mc:Fallback>
            <p:pic>
              <p:nvPicPr>
                <p:cNvPr id="219" name="Tinta 218">
                  <a:extLst>
                    <a:ext uri="{FF2B5EF4-FFF2-40B4-BE49-F238E27FC236}">
                      <a16:creationId xmlns:a16="http://schemas.microsoft.com/office/drawing/2014/main" id="{DF786807-1156-AABC-59E0-CE61A596E74D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1051280" y="5545920"/>
                  <a:ext cx="1432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20" name="Tinta 219">
                  <a:extLst>
                    <a:ext uri="{FF2B5EF4-FFF2-40B4-BE49-F238E27FC236}">
                      <a16:creationId xmlns:a16="http://schemas.microsoft.com/office/drawing/2014/main" id="{59E2622E-301A-6ADF-D094-00AECB5A5D4E}"/>
                    </a:ext>
                  </a:extLst>
                </p14:cNvPr>
                <p14:cNvContentPartPr/>
                <p14:nvPr/>
              </p14:nvContentPartPr>
              <p14:xfrm>
                <a:off x="10006920" y="5234520"/>
                <a:ext cx="171720" cy="552600"/>
              </p14:xfrm>
            </p:contentPart>
          </mc:Choice>
          <mc:Fallback>
            <p:pic>
              <p:nvPicPr>
                <p:cNvPr id="220" name="Tinta 219">
                  <a:extLst>
                    <a:ext uri="{FF2B5EF4-FFF2-40B4-BE49-F238E27FC236}">
                      <a16:creationId xmlns:a16="http://schemas.microsoft.com/office/drawing/2014/main" id="{59E2622E-301A-6ADF-D094-00AECB5A5D4E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0000800" y="5228400"/>
                  <a:ext cx="183960" cy="56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21" name="Tinta 220">
                  <a:extLst>
                    <a:ext uri="{FF2B5EF4-FFF2-40B4-BE49-F238E27FC236}">
                      <a16:creationId xmlns:a16="http://schemas.microsoft.com/office/drawing/2014/main" id="{6FB37E21-B31F-B135-D9E3-A66C31624234}"/>
                    </a:ext>
                  </a:extLst>
                </p14:cNvPr>
                <p14:cNvContentPartPr/>
                <p14:nvPr/>
              </p14:nvContentPartPr>
              <p14:xfrm>
                <a:off x="9690840" y="5293200"/>
                <a:ext cx="1696320" cy="680040"/>
              </p14:xfrm>
            </p:contentPart>
          </mc:Choice>
          <mc:Fallback>
            <p:pic>
              <p:nvPicPr>
                <p:cNvPr id="221" name="Tinta 220">
                  <a:extLst>
                    <a:ext uri="{FF2B5EF4-FFF2-40B4-BE49-F238E27FC236}">
                      <a16:creationId xmlns:a16="http://schemas.microsoft.com/office/drawing/2014/main" id="{6FB37E21-B31F-B135-D9E3-A66C31624234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9684720" y="5287080"/>
                  <a:ext cx="1708560" cy="69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5">
            <p14:nvContentPartPr>
              <p14:cNvPr id="223" name="Tinta 222">
                <a:extLst>
                  <a:ext uri="{FF2B5EF4-FFF2-40B4-BE49-F238E27FC236}">
                    <a16:creationId xmlns:a16="http://schemas.microsoft.com/office/drawing/2014/main" id="{BA8CC3A2-665B-2A3C-477C-1BC02988EAB1}"/>
                  </a:ext>
                </a:extLst>
              </p14:cNvPr>
              <p14:cNvContentPartPr/>
              <p14:nvPr/>
            </p14:nvContentPartPr>
            <p14:xfrm>
              <a:off x="1245600" y="3587160"/>
              <a:ext cx="1230840" cy="470880"/>
            </p14:xfrm>
          </p:contentPart>
        </mc:Choice>
        <mc:Fallback>
          <p:pic>
            <p:nvPicPr>
              <p:cNvPr id="223" name="Tinta 222">
                <a:extLst>
                  <a:ext uri="{FF2B5EF4-FFF2-40B4-BE49-F238E27FC236}">
                    <a16:creationId xmlns:a16="http://schemas.microsoft.com/office/drawing/2014/main" id="{BA8CC3A2-665B-2A3C-477C-1BC02988EAB1}"/>
                  </a:ext>
                </a:extLst>
              </p:cNvPr>
              <p:cNvPicPr/>
              <p:nvPr/>
            </p:nvPicPr>
            <p:blipFill>
              <a:blip r:embed="rId336"/>
              <a:stretch>
                <a:fillRect/>
              </a:stretch>
            </p:blipFill>
            <p:spPr>
              <a:xfrm>
                <a:off x="1239480" y="3581040"/>
                <a:ext cx="1243080" cy="48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68096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F516C9-EAD1-8A18-24B2-A58DF70BE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24F54B6-001F-2356-76CB-62E5964B07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2887" y="2034416"/>
            <a:ext cx="4324130" cy="2903344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Tinta 5">
                <a:extLst>
                  <a:ext uri="{FF2B5EF4-FFF2-40B4-BE49-F238E27FC236}">
                    <a16:creationId xmlns:a16="http://schemas.microsoft.com/office/drawing/2014/main" id="{3D8BE4A3-418E-A0B7-2339-19CAF2FAA452}"/>
                  </a:ext>
                </a:extLst>
              </p14:cNvPr>
              <p14:cNvContentPartPr/>
              <p14:nvPr/>
            </p14:nvContentPartPr>
            <p14:xfrm>
              <a:off x="3303000" y="2083080"/>
              <a:ext cx="1257840" cy="253440"/>
            </p14:xfrm>
          </p:contentPart>
        </mc:Choice>
        <mc:Fallback>
          <p:pic>
            <p:nvPicPr>
              <p:cNvPr id="6" name="Tinta 5">
                <a:extLst>
                  <a:ext uri="{FF2B5EF4-FFF2-40B4-BE49-F238E27FC236}">
                    <a16:creationId xmlns:a16="http://schemas.microsoft.com/office/drawing/2014/main" id="{3D8BE4A3-418E-A0B7-2339-19CAF2FAA45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96880" y="2076960"/>
                <a:ext cx="1270080" cy="26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Agrupar 20">
            <a:extLst>
              <a:ext uri="{FF2B5EF4-FFF2-40B4-BE49-F238E27FC236}">
                <a16:creationId xmlns:a16="http://schemas.microsoft.com/office/drawing/2014/main" id="{F2E8A83A-08CA-98D9-0B5D-9DE05DA69C4B}"/>
              </a:ext>
            </a:extLst>
          </p:cNvPr>
          <p:cNvGrpSpPr/>
          <p:nvPr/>
        </p:nvGrpSpPr>
        <p:grpSpPr>
          <a:xfrm>
            <a:off x="5950440" y="2065080"/>
            <a:ext cx="658800" cy="270360"/>
            <a:chOff x="5950440" y="2065080"/>
            <a:chExt cx="658800" cy="27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CAB8D56C-4184-5D1C-7507-ECB6948CC4FA}"/>
                    </a:ext>
                  </a:extLst>
                </p14:cNvPr>
                <p14:cNvContentPartPr/>
                <p14:nvPr/>
              </p14:nvContentPartPr>
              <p14:xfrm>
                <a:off x="5950440" y="2073720"/>
                <a:ext cx="228960" cy="95400"/>
              </p14:xfrm>
            </p:contentPart>
          </mc:Choice>
          <mc:Fallback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CAB8D56C-4184-5D1C-7507-ECB6948CC4F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944320" y="2067600"/>
                  <a:ext cx="2412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B8CE052F-4FD3-3A3C-8B2B-057B8E0B0D0A}"/>
                    </a:ext>
                  </a:extLst>
                </p14:cNvPr>
                <p14:cNvContentPartPr/>
                <p14:nvPr/>
              </p14:nvContentPartPr>
              <p14:xfrm>
                <a:off x="6284520" y="2115840"/>
                <a:ext cx="37080" cy="5724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B8CE052F-4FD3-3A3C-8B2B-057B8E0B0D0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278400" y="2109720"/>
                  <a:ext cx="493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F66224BC-34B3-6AFB-BEB3-0D225ADD9CDF}"/>
                    </a:ext>
                  </a:extLst>
                </p14:cNvPr>
                <p14:cNvContentPartPr/>
                <p14:nvPr/>
              </p14:nvContentPartPr>
              <p14:xfrm>
                <a:off x="6036840" y="2081640"/>
                <a:ext cx="123840" cy="19440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F66224BC-34B3-6AFB-BEB3-0D225ADD9CD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030720" y="2075520"/>
                  <a:ext cx="1360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A14F835E-3EA3-E78D-9FAB-90F6D12F3C48}"/>
                    </a:ext>
                  </a:extLst>
                </p14:cNvPr>
                <p14:cNvContentPartPr/>
                <p14:nvPr/>
              </p14:nvContentPartPr>
              <p14:xfrm>
                <a:off x="6096240" y="2225280"/>
                <a:ext cx="127800" cy="11016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A14F835E-3EA3-E78D-9FAB-90F6D12F3C4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090120" y="2219160"/>
                  <a:ext cx="1400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7B3F9AD7-DA57-1A3F-E23A-B1A15ED6E152}"/>
                    </a:ext>
                  </a:extLst>
                </p14:cNvPr>
                <p14:cNvContentPartPr/>
                <p14:nvPr/>
              </p14:nvContentPartPr>
              <p14:xfrm>
                <a:off x="6178320" y="2241120"/>
                <a:ext cx="67680" cy="4752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7B3F9AD7-DA57-1A3F-E23A-B1A15ED6E15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172200" y="2235000"/>
                  <a:ext cx="799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B3BCA73C-7E46-FCCB-B428-D45FA5F65169}"/>
                    </a:ext>
                  </a:extLst>
                </p14:cNvPr>
                <p14:cNvContentPartPr/>
                <p14:nvPr/>
              </p14:nvContentPartPr>
              <p14:xfrm>
                <a:off x="6503400" y="2065080"/>
                <a:ext cx="105840" cy="1692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B3BCA73C-7E46-FCCB-B428-D45FA5F6516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497280" y="2058960"/>
                  <a:ext cx="1180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D896528C-0682-C536-201E-9D64104B7B4C}"/>
                    </a:ext>
                  </a:extLst>
                </p14:cNvPr>
                <p14:cNvContentPartPr/>
                <p14:nvPr/>
              </p14:nvContentPartPr>
              <p14:xfrm>
                <a:off x="6345000" y="2152920"/>
                <a:ext cx="205920" cy="1584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D896528C-0682-C536-201E-9D64104B7B4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338880" y="2146800"/>
                  <a:ext cx="21816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AF3171A9-0976-03F4-394D-4FB781926CFD}"/>
              </a:ext>
            </a:extLst>
          </p:cNvPr>
          <p:cNvGrpSpPr/>
          <p:nvPr/>
        </p:nvGrpSpPr>
        <p:grpSpPr>
          <a:xfrm>
            <a:off x="7179120" y="2033760"/>
            <a:ext cx="753120" cy="147240"/>
            <a:chOff x="7179120" y="2033760"/>
            <a:chExt cx="753120" cy="14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936E4F04-442F-5801-4CB4-5F4EC49FF4C1}"/>
                    </a:ext>
                  </a:extLst>
                </p14:cNvPr>
                <p14:cNvContentPartPr/>
                <p14:nvPr/>
              </p14:nvContentPartPr>
              <p14:xfrm>
                <a:off x="7179120" y="2033760"/>
                <a:ext cx="272880" cy="14724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936E4F04-442F-5801-4CB4-5F4EC49FF4C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173000" y="2027640"/>
                  <a:ext cx="2851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88FDBEF2-E805-4DD6-216C-2180B701D959}"/>
                    </a:ext>
                  </a:extLst>
                </p14:cNvPr>
                <p14:cNvContentPartPr/>
                <p14:nvPr/>
              </p14:nvContentPartPr>
              <p14:xfrm>
                <a:off x="7465680" y="2047440"/>
                <a:ext cx="246600" cy="12456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88FDBEF2-E805-4DD6-216C-2180B701D95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459560" y="2041320"/>
                  <a:ext cx="2588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0CB7CFC7-180D-F793-1AD6-47FFEEAC98B3}"/>
                    </a:ext>
                  </a:extLst>
                </p14:cNvPr>
                <p14:cNvContentPartPr/>
                <p14:nvPr/>
              </p14:nvContentPartPr>
              <p14:xfrm>
                <a:off x="7704000" y="2051400"/>
                <a:ext cx="228240" cy="114120"/>
              </p14:xfrm>
            </p:contentPart>
          </mc:Choice>
          <mc:Fallback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0CB7CFC7-180D-F793-1AD6-47FFEEAC98B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697880" y="2045280"/>
                  <a:ext cx="240480" cy="12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9230B909-29F2-6DBA-731A-7C088CB84580}"/>
              </a:ext>
            </a:extLst>
          </p:cNvPr>
          <p:cNvGrpSpPr/>
          <p:nvPr/>
        </p:nvGrpSpPr>
        <p:grpSpPr>
          <a:xfrm>
            <a:off x="8530920" y="2044920"/>
            <a:ext cx="1676520" cy="285840"/>
            <a:chOff x="8530920" y="2044920"/>
            <a:chExt cx="1676520" cy="28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6E2EE52A-936C-3FF6-BC9F-38D7EF12EE52}"/>
                    </a:ext>
                  </a:extLst>
                </p14:cNvPr>
                <p14:cNvContentPartPr/>
                <p14:nvPr/>
              </p14:nvContentPartPr>
              <p14:xfrm>
                <a:off x="8530920" y="2128080"/>
                <a:ext cx="154080" cy="20268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6E2EE52A-936C-3FF6-BC9F-38D7EF12EE5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524800" y="2121960"/>
                  <a:ext cx="1663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B367C13A-7DD5-0305-77FA-3A6C72653320}"/>
                    </a:ext>
                  </a:extLst>
                </p14:cNvPr>
                <p14:cNvContentPartPr/>
                <p14:nvPr/>
              </p14:nvContentPartPr>
              <p14:xfrm>
                <a:off x="8655480" y="2128800"/>
                <a:ext cx="86760" cy="4896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B367C13A-7DD5-0305-77FA-3A6C7265332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649360" y="2122680"/>
                  <a:ext cx="990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E6EC8C6A-515B-F96D-91E9-BD7708A85DEC}"/>
                    </a:ext>
                  </a:extLst>
                </p14:cNvPr>
                <p14:cNvContentPartPr/>
                <p14:nvPr/>
              </p14:nvContentPartPr>
              <p14:xfrm>
                <a:off x="9035640" y="2109720"/>
                <a:ext cx="29160" cy="468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E6EC8C6A-515B-F96D-91E9-BD7708A85DE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029520" y="2103600"/>
                  <a:ext cx="4140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A9AFBDB5-2CD4-5A03-273C-A088131C922C}"/>
                    </a:ext>
                  </a:extLst>
                </p14:cNvPr>
                <p14:cNvContentPartPr/>
                <p14:nvPr/>
              </p14:nvContentPartPr>
              <p14:xfrm>
                <a:off x="8924040" y="2109000"/>
                <a:ext cx="179280" cy="7776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A9AFBDB5-2CD4-5A03-273C-A088131C922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917920" y="2102880"/>
                  <a:ext cx="1915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87B9D7AF-BB0F-6942-D5AA-FDFA0C2E47DE}"/>
                    </a:ext>
                  </a:extLst>
                </p14:cNvPr>
                <p14:cNvContentPartPr/>
                <p14:nvPr/>
              </p14:nvContentPartPr>
              <p14:xfrm>
                <a:off x="9190800" y="2097480"/>
                <a:ext cx="176400" cy="9720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87B9D7AF-BB0F-6942-D5AA-FDFA0C2E47D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184680" y="2091360"/>
                  <a:ext cx="1886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6BAC0F02-95E1-25DE-CDD7-F55DE7629B17}"/>
                    </a:ext>
                  </a:extLst>
                </p14:cNvPr>
                <p14:cNvContentPartPr/>
                <p14:nvPr/>
              </p14:nvContentPartPr>
              <p14:xfrm>
                <a:off x="9349560" y="2104680"/>
                <a:ext cx="182160" cy="9072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6BAC0F02-95E1-25DE-CDD7-F55DE7629B1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343440" y="2098560"/>
                  <a:ext cx="1944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B782AAAB-4488-B540-E45D-A069352E617B}"/>
                    </a:ext>
                  </a:extLst>
                </p14:cNvPr>
                <p14:cNvContentPartPr/>
                <p14:nvPr/>
              </p14:nvContentPartPr>
              <p14:xfrm>
                <a:off x="9494280" y="2083440"/>
                <a:ext cx="181080" cy="105840"/>
              </p14:xfrm>
            </p:contentPart>
          </mc:Choice>
          <mc:Fallback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B782AAAB-4488-B540-E45D-A069352E617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488160" y="2077320"/>
                  <a:ext cx="1933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4748E11E-F348-2DAE-7CD1-ED06B83EAE57}"/>
                    </a:ext>
                  </a:extLst>
                </p14:cNvPr>
                <p14:cNvContentPartPr/>
                <p14:nvPr/>
              </p14:nvContentPartPr>
              <p14:xfrm>
                <a:off x="9483480" y="2055360"/>
                <a:ext cx="257040" cy="12564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4748E11E-F348-2DAE-7CD1-ED06B83EAE5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477360" y="2049240"/>
                  <a:ext cx="2692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706EC629-1FB2-3D66-E404-9278A5F18038}"/>
                    </a:ext>
                  </a:extLst>
                </p14:cNvPr>
                <p14:cNvContentPartPr/>
                <p14:nvPr/>
              </p14:nvContentPartPr>
              <p14:xfrm>
                <a:off x="9865800" y="2044920"/>
                <a:ext cx="209160" cy="13644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706EC629-1FB2-3D66-E404-9278A5F1803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859680" y="2038800"/>
                  <a:ext cx="2214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111CB143-EC81-4F9E-A140-94BF1EF9B1C3}"/>
                    </a:ext>
                  </a:extLst>
                </p14:cNvPr>
                <p14:cNvContentPartPr/>
                <p14:nvPr/>
              </p14:nvContentPartPr>
              <p14:xfrm>
                <a:off x="10007280" y="2057520"/>
                <a:ext cx="200160" cy="12348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111CB143-EC81-4F9E-A140-94BF1EF9B1C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001160" y="2051400"/>
                  <a:ext cx="212400" cy="13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Agrupar 67">
            <a:extLst>
              <a:ext uri="{FF2B5EF4-FFF2-40B4-BE49-F238E27FC236}">
                <a16:creationId xmlns:a16="http://schemas.microsoft.com/office/drawing/2014/main" id="{7559B6FE-1A3D-BF45-9CBF-E5398C39439D}"/>
              </a:ext>
            </a:extLst>
          </p:cNvPr>
          <p:cNvGrpSpPr/>
          <p:nvPr/>
        </p:nvGrpSpPr>
        <p:grpSpPr>
          <a:xfrm>
            <a:off x="7486200" y="3034920"/>
            <a:ext cx="432000" cy="155520"/>
            <a:chOff x="7486200" y="3034920"/>
            <a:chExt cx="432000" cy="15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FEA40310-1D65-B62F-8579-516DB8AA6199}"/>
                    </a:ext>
                  </a:extLst>
                </p14:cNvPr>
                <p14:cNvContentPartPr/>
                <p14:nvPr/>
              </p14:nvContentPartPr>
              <p14:xfrm>
                <a:off x="7486200" y="3048960"/>
                <a:ext cx="150480" cy="141480"/>
              </p14:xfrm>
            </p:contentPart>
          </mc:Choice>
          <mc:Fallback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FEA40310-1D65-B62F-8579-516DB8AA619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480080" y="3042840"/>
                  <a:ext cx="1627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F8841F2C-5B39-A71C-2640-8624DE9DF42B}"/>
                    </a:ext>
                  </a:extLst>
                </p14:cNvPr>
                <p14:cNvContentPartPr/>
                <p14:nvPr/>
              </p14:nvContentPartPr>
              <p14:xfrm>
                <a:off x="7664400" y="3034920"/>
                <a:ext cx="253800" cy="11484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F8841F2C-5B39-A71C-2640-8624DE9DF42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658280" y="3028800"/>
                  <a:ext cx="266040" cy="12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Agrupar 66">
            <a:extLst>
              <a:ext uri="{FF2B5EF4-FFF2-40B4-BE49-F238E27FC236}">
                <a16:creationId xmlns:a16="http://schemas.microsoft.com/office/drawing/2014/main" id="{C72389AD-9AD8-1CF2-E5C2-1726517D644A}"/>
              </a:ext>
            </a:extLst>
          </p:cNvPr>
          <p:cNvGrpSpPr/>
          <p:nvPr/>
        </p:nvGrpSpPr>
        <p:grpSpPr>
          <a:xfrm>
            <a:off x="8179560" y="3074880"/>
            <a:ext cx="276840" cy="126360"/>
            <a:chOff x="8179560" y="3074880"/>
            <a:chExt cx="276840" cy="12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807ED72E-DE5E-DC9D-4916-5A6736495009}"/>
                    </a:ext>
                  </a:extLst>
                </p14:cNvPr>
                <p14:cNvContentPartPr/>
                <p14:nvPr/>
              </p14:nvContentPartPr>
              <p14:xfrm>
                <a:off x="8179560" y="3129960"/>
                <a:ext cx="276840" cy="7920"/>
              </p14:xfrm>
            </p:contentPart>
          </mc:Choice>
          <mc:Fallback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807ED72E-DE5E-DC9D-4916-5A673649500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173440" y="3123840"/>
                  <a:ext cx="2890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392EB77E-6851-06A1-4739-4E17EE26AD89}"/>
                    </a:ext>
                  </a:extLst>
                </p14:cNvPr>
                <p14:cNvContentPartPr/>
                <p14:nvPr/>
              </p14:nvContentPartPr>
              <p14:xfrm>
                <a:off x="8246880" y="3074880"/>
                <a:ext cx="65520" cy="126360"/>
              </p14:xfrm>
            </p:contentPart>
          </mc:Choice>
          <mc:Fallback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392EB77E-6851-06A1-4739-4E17EE26AD8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240760" y="3068760"/>
                  <a:ext cx="7776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Agrupar 78">
            <a:extLst>
              <a:ext uri="{FF2B5EF4-FFF2-40B4-BE49-F238E27FC236}">
                <a16:creationId xmlns:a16="http://schemas.microsoft.com/office/drawing/2014/main" id="{F70256DE-3331-82CB-097E-51FC25329EC2}"/>
              </a:ext>
            </a:extLst>
          </p:cNvPr>
          <p:cNvGrpSpPr/>
          <p:nvPr/>
        </p:nvGrpSpPr>
        <p:grpSpPr>
          <a:xfrm>
            <a:off x="8569440" y="2832240"/>
            <a:ext cx="1992240" cy="591480"/>
            <a:chOff x="8569440" y="2832240"/>
            <a:chExt cx="1992240" cy="59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72FA2FE6-A8CD-B6E0-3C22-D9799BBC9496}"/>
                    </a:ext>
                  </a:extLst>
                </p14:cNvPr>
                <p14:cNvContentPartPr/>
                <p14:nvPr/>
              </p14:nvContentPartPr>
              <p14:xfrm>
                <a:off x="8685000" y="2994240"/>
                <a:ext cx="237960" cy="19116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72FA2FE6-A8CD-B6E0-3C22-D9799BBC949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678880" y="2988120"/>
                  <a:ext cx="2502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21B0F2B9-FE91-B694-1EB5-73AB1CD3F057}"/>
                    </a:ext>
                  </a:extLst>
                </p14:cNvPr>
                <p14:cNvContentPartPr/>
                <p14:nvPr/>
              </p14:nvContentPartPr>
              <p14:xfrm>
                <a:off x="8950680" y="3036000"/>
                <a:ext cx="253800" cy="13680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21B0F2B9-FE91-B694-1EB5-73AB1CD3F05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944560" y="3029880"/>
                  <a:ext cx="2660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753F576A-84B1-68DA-1AF5-FB504C1A7E10}"/>
                    </a:ext>
                  </a:extLst>
                </p14:cNvPr>
                <p14:cNvContentPartPr/>
                <p14:nvPr/>
              </p14:nvContentPartPr>
              <p14:xfrm>
                <a:off x="9369720" y="3030960"/>
                <a:ext cx="29160" cy="576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753F576A-84B1-68DA-1AF5-FB504C1A7E1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363600" y="3024840"/>
                  <a:ext cx="414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21DE33BE-5EA2-64F5-5AF7-B3FF032B076A}"/>
                    </a:ext>
                  </a:extLst>
                </p14:cNvPr>
                <p14:cNvContentPartPr/>
                <p14:nvPr/>
              </p14:nvContentPartPr>
              <p14:xfrm>
                <a:off x="9293040" y="3030960"/>
                <a:ext cx="200520" cy="12780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21DE33BE-5EA2-64F5-5AF7-B3FF032B076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286920" y="3024840"/>
                  <a:ext cx="2127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DE2A4480-FA95-BA54-0724-FB7775D4EA62}"/>
                    </a:ext>
                  </a:extLst>
                </p14:cNvPr>
                <p14:cNvContentPartPr/>
                <p14:nvPr/>
              </p14:nvContentPartPr>
              <p14:xfrm>
                <a:off x="9293040" y="3036720"/>
                <a:ext cx="219240" cy="8388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DE2A4480-FA95-BA54-0724-FB7775D4EA6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286920" y="3030600"/>
                  <a:ext cx="2314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9B0AE287-3F08-D41F-E648-E5138EC62C91}"/>
                    </a:ext>
                  </a:extLst>
                </p14:cNvPr>
                <p14:cNvContentPartPr/>
                <p14:nvPr/>
              </p14:nvContentPartPr>
              <p14:xfrm>
                <a:off x="9884880" y="2922240"/>
                <a:ext cx="295560" cy="171000"/>
              </p14:xfrm>
            </p:contentPart>
          </mc:Choice>
          <mc:Fallback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9B0AE287-3F08-D41F-E648-E5138EC62C9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878760" y="2916120"/>
                  <a:ext cx="3078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03005D71-699A-ADDE-A7A6-A9BB8D2B51D7}"/>
                    </a:ext>
                  </a:extLst>
                </p14:cNvPr>
                <p14:cNvContentPartPr/>
                <p14:nvPr/>
              </p14:nvContentPartPr>
              <p14:xfrm>
                <a:off x="10169640" y="2961120"/>
                <a:ext cx="214560" cy="17028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03005D71-699A-ADDE-A7A6-A9BB8D2B51D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163520" y="2955000"/>
                  <a:ext cx="2268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A9EF67E2-D851-E7EB-9A5E-09ADA682FB23}"/>
                    </a:ext>
                  </a:extLst>
                </p14:cNvPr>
                <p14:cNvContentPartPr/>
                <p14:nvPr/>
              </p14:nvContentPartPr>
              <p14:xfrm>
                <a:off x="8569440" y="2832240"/>
                <a:ext cx="1992240" cy="59148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A9EF67E2-D851-E7EB-9A5E-09ADA682FB2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563320" y="2826120"/>
                  <a:ext cx="2004480" cy="60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Agrupar 80">
            <a:extLst>
              <a:ext uri="{FF2B5EF4-FFF2-40B4-BE49-F238E27FC236}">
                <a16:creationId xmlns:a16="http://schemas.microsoft.com/office/drawing/2014/main" id="{6AF76810-E85E-0618-958F-C004303DC1B8}"/>
              </a:ext>
            </a:extLst>
          </p:cNvPr>
          <p:cNvGrpSpPr/>
          <p:nvPr/>
        </p:nvGrpSpPr>
        <p:grpSpPr>
          <a:xfrm>
            <a:off x="6008040" y="2798760"/>
            <a:ext cx="971640" cy="488160"/>
            <a:chOff x="6008040" y="2798760"/>
            <a:chExt cx="971640" cy="48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B21A0658-E13A-EEC1-F4FB-E3DA937A4FEB}"/>
                    </a:ext>
                  </a:extLst>
                </p14:cNvPr>
                <p14:cNvContentPartPr/>
                <p14:nvPr/>
              </p14:nvContentPartPr>
              <p14:xfrm>
                <a:off x="6170040" y="2947800"/>
                <a:ext cx="76680" cy="189000"/>
              </p14:xfrm>
            </p:contentPart>
          </mc:Choice>
          <mc:Fallback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B21A0658-E13A-EEC1-F4FB-E3DA937A4FE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163920" y="2941680"/>
                  <a:ext cx="889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CDE73A5A-E576-72EF-84A6-681549DEEBDE}"/>
                    </a:ext>
                  </a:extLst>
                </p14:cNvPr>
                <p14:cNvContentPartPr/>
                <p14:nvPr/>
              </p14:nvContentPartPr>
              <p14:xfrm>
                <a:off x="6150240" y="3012600"/>
                <a:ext cx="173160" cy="2412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CDE73A5A-E576-72EF-84A6-681549DEEBD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144120" y="3006480"/>
                  <a:ext cx="1854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BA59C674-29BA-F5E7-5C55-93AA92E86A2A}"/>
                    </a:ext>
                  </a:extLst>
                </p14:cNvPr>
                <p14:cNvContentPartPr/>
                <p14:nvPr/>
              </p14:nvContentPartPr>
              <p14:xfrm>
                <a:off x="6407280" y="3127800"/>
                <a:ext cx="85320" cy="15912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BA59C674-29BA-F5E7-5C55-93AA92E86A2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401160" y="3121680"/>
                  <a:ext cx="975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94066158-7515-6B33-4A46-3C168B4B3795}"/>
                    </a:ext>
                  </a:extLst>
                </p14:cNvPr>
                <p14:cNvContentPartPr/>
                <p14:nvPr/>
              </p14:nvContentPartPr>
              <p14:xfrm>
                <a:off x="6295680" y="3115560"/>
                <a:ext cx="207720" cy="101880"/>
              </p14:xfrm>
            </p:contentPart>
          </mc:Choice>
          <mc:Fallback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94066158-7515-6B33-4A46-3C168B4B379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289560" y="3109440"/>
                  <a:ext cx="2199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24FA5473-E308-2F48-82B6-574BDE7DFE5C}"/>
                    </a:ext>
                  </a:extLst>
                </p14:cNvPr>
                <p14:cNvContentPartPr/>
                <p14:nvPr/>
              </p14:nvContentPartPr>
              <p14:xfrm>
                <a:off x="6635880" y="2945280"/>
                <a:ext cx="334440" cy="5724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24FA5473-E308-2F48-82B6-574BDE7DFE5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629760" y="2939160"/>
                  <a:ext cx="3466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A872D95C-E41E-2AAF-86BC-CAAD751EB3D2}"/>
                    </a:ext>
                  </a:extLst>
                </p14:cNvPr>
                <p14:cNvContentPartPr/>
                <p14:nvPr/>
              </p14:nvContentPartPr>
              <p14:xfrm>
                <a:off x="6683760" y="3089640"/>
                <a:ext cx="295920" cy="2412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A872D95C-E41E-2AAF-86BC-CAAD751EB3D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677640" y="3083520"/>
                  <a:ext cx="3081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01E52215-F752-B785-73B1-4AEBAE5C5E0B}"/>
                    </a:ext>
                  </a:extLst>
                </p14:cNvPr>
                <p14:cNvContentPartPr/>
                <p14:nvPr/>
              </p14:nvContentPartPr>
              <p14:xfrm>
                <a:off x="6008040" y="2798760"/>
                <a:ext cx="666000" cy="464760"/>
              </p14:xfrm>
            </p:contentPart>
          </mc:Choice>
          <mc:Fallback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01E52215-F752-B785-73B1-4AEBAE5C5E0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001920" y="2792640"/>
                  <a:ext cx="678240" cy="47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Agrupar 97">
            <a:extLst>
              <a:ext uri="{FF2B5EF4-FFF2-40B4-BE49-F238E27FC236}">
                <a16:creationId xmlns:a16="http://schemas.microsoft.com/office/drawing/2014/main" id="{0AC450B1-842E-E08D-BE2E-BD197A623CC7}"/>
              </a:ext>
            </a:extLst>
          </p:cNvPr>
          <p:cNvGrpSpPr/>
          <p:nvPr/>
        </p:nvGrpSpPr>
        <p:grpSpPr>
          <a:xfrm>
            <a:off x="6182280" y="3583560"/>
            <a:ext cx="626760" cy="297000"/>
            <a:chOff x="6182280" y="3583560"/>
            <a:chExt cx="626760" cy="29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EB59445D-FB29-84D1-038A-E5CB5EB18BEA}"/>
                    </a:ext>
                  </a:extLst>
                </p14:cNvPr>
                <p14:cNvContentPartPr/>
                <p14:nvPr/>
              </p14:nvContentPartPr>
              <p14:xfrm>
                <a:off x="6188400" y="3724680"/>
                <a:ext cx="38880" cy="1440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EB59445D-FB29-84D1-038A-E5CB5EB18BE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182280" y="3718560"/>
                  <a:ext cx="511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5DAABF00-D45F-6F33-B28D-622B1547EDD3}"/>
                    </a:ext>
                  </a:extLst>
                </p14:cNvPr>
                <p14:cNvContentPartPr/>
                <p14:nvPr/>
              </p14:nvContentPartPr>
              <p14:xfrm>
                <a:off x="6182280" y="3583560"/>
                <a:ext cx="179640" cy="24624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5DAABF00-D45F-6F33-B28D-622B1547EDD3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176160" y="3577440"/>
                  <a:ext cx="1918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0DAF3179-BFB4-2D68-017E-825FDF0BBC43}"/>
                    </a:ext>
                  </a:extLst>
                </p14:cNvPr>
                <p14:cNvContentPartPr/>
                <p14:nvPr/>
              </p14:nvContentPartPr>
              <p14:xfrm>
                <a:off x="6217200" y="3736920"/>
                <a:ext cx="209520" cy="38880"/>
              </p14:xfrm>
            </p:contentPart>
          </mc:Choice>
          <mc:Fallback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0DAF3179-BFB4-2D68-017E-825FDF0BBC4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211080" y="3730800"/>
                  <a:ext cx="2217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0A0F69E7-3092-83F0-3AB3-703727757054}"/>
                    </a:ext>
                  </a:extLst>
                </p14:cNvPr>
                <p14:cNvContentPartPr/>
                <p14:nvPr/>
              </p14:nvContentPartPr>
              <p14:xfrm>
                <a:off x="6370560" y="3795960"/>
                <a:ext cx="75960" cy="8460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0A0F69E7-3092-83F0-3AB3-70372775705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364440" y="3789840"/>
                  <a:ext cx="882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1E00BE68-23FA-0F7B-CBC3-FE8FFEB02CC7}"/>
                    </a:ext>
                  </a:extLst>
                </p14:cNvPr>
                <p14:cNvContentPartPr/>
                <p14:nvPr/>
              </p14:nvContentPartPr>
              <p14:xfrm>
                <a:off x="6599520" y="3736920"/>
                <a:ext cx="209520" cy="1872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1E00BE68-23FA-0F7B-CBC3-FE8FFEB02CC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593400" y="3730800"/>
                  <a:ext cx="2217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70215A4B-8DE5-87F8-8484-7F78A2BFC6BA}"/>
                    </a:ext>
                  </a:extLst>
                </p14:cNvPr>
                <p14:cNvContentPartPr/>
                <p14:nvPr/>
              </p14:nvContentPartPr>
              <p14:xfrm>
                <a:off x="6589800" y="3815760"/>
                <a:ext cx="180720" cy="1440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70215A4B-8DE5-87F8-8484-7F78A2BFC6B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583680" y="3809640"/>
                  <a:ext cx="19296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Agrupar 96">
            <a:extLst>
              <a:ext uri="{FF2B5EF4-FFF2-40B4-BE49-F238E27FC236}">
                <a16:creationId xmlns:a16="http://schemas.microsoft.com/office/drawing/2014/main" id="{BE6DAD25-949B-3B8B-456F-A73CBA4216AF}"/>
              </a:ext>
            </a:extLst>
          </p:cNvPr>
          <p:cNvGrpSpPr/>
          <p:nvPr/>
        </p:nvGrpSpPr>
        <p:grpSpPr>
          <a:xfrm>
            <a:off x="7436880" y="3591120"/>
            <a:ext cx="923400" cy="224280"/>
            <a:chOff x="7436880" y="3591120"/>
            <a:chExt cx="923400" cy="22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DC61F7C5-D2D0-2DF1-1DDE-A40BCD9291C4}"/>
                    </a:ext>
                  </a:extLst>
                </p14:cNvPr>
                <p14:cNvContentPartPr/>
                <p14:nvPr/>
              </p14:nvContentPartPr>
              <p14:xfrm>
                <a:off x="7436880" y="3591120"/>
                <a:ext cx="134280" cy="19440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DC61F7C5-D2D0-2DF1-1DDE-A40BCD9291C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430760" y="3585000"/>
                  <a:ext cx="1465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64A4C0FF-79DA-2971-1131-FB660D6AE211}"/>
                    </a:ext>
                  </a:extLst>
                </p14:cNvPr>
                <p14:cNvContentPartPr/>
                <p14:nvPr/>
              </p14:nvContentPartPr>
              <p14:xfrm>
                <a:off x="7494480" y="3673920"/>
                <a:ext cx="313200" cy="141480"/>
              </p14:xfrm>
            </p:contentPart>
          </mc:Choice>
          <mc:Fallback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64A4C0FF-79DA-2971-1131-FB660D6AE21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488360" y="3667800"/>
                  <a:ext cx="3254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E6B127BD-0057-1E28-E716-159150E1525B}"/>
                    </a:ext>
                  </a:extLst>
                </p14:cNvPr>
                <p14:cNvContentPartPr/>
                <p14:nvPr/>
              </p14:nvContentPartPr>
              <p14:xfrm>
                <a:off x="7979760" y="3722520"/>
                <a:ext cx="380520" cy="30960"/>
              </p14:xfrm>
            </p:contentPart>
          </mc:Choice>
          <mc:Fallback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E6B127BD-0057-1E28-E716-159150E1525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973640" y="3716400"/>
                  <a:ext cx="3927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24117F04-7E04-2ADD-AAA6-62CC658A5CBA}"/>
                    </a:ext>
                  </a:extLst>
                </p14:cNvPr>
                <p14:cNvContentPartPr/>
                <p14:nvPr/>
              </p14:nvContentPartPr>
              <p14:xfrm>
                <a:off x="8074080" y="3663840"/>
                <a:ext cx="57960" cy="145800"/>
              </p14:xfrm>
            </p:contentPart>
          </mc:Choice>
          <mc:Fallback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24117F04-7E04-2ADD-AAA6-62CC658A5CB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067960" y="3657720"/>
                  <a:ext cx="70200" cy="15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Agrupar 95">
            <a:extLst>
              <a:ext uri="{FF2B5EF4-FFF2-40B4-BE49-F238E27FC236}">
                <a16:creationId xmlns:a16="http://schemas.microsoft.com/office/drawing/2014/main" id="{F9B5E991-AC60-542F-F173-BB45FACCD79E}"/>
              </a:ext>
            </a:extLst>
          </p:cNvPr>
          <p:cNvGrpSpPr/>
          <p:nvPr/>
        </p:nvGrpSpPr>
        <p:grpSpPr>
          <a:xfrm>
            <a:off x="8826480" y="3738720"/>
            <a:ext cx="762480" cy="240480"/>
            <a:chOff x="8826480" y="3738720"/>
            <a:chExt cx="762480" cy="24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EEF5B2FD-ADFA-7C82-D78C-F3966C22DCA4}"/>
                    </a:ext>
                  </a:extLst>
                </p14:cNvPr>
                <p14:cNvContentPartPr/>
                <p14:nvPr/>
              </p14:nvContentPartPr>
              <p14:xfrm>
                <a:off x="8826480" y="3738720"/>
                <a:ext cx="209880" cy="210960"/>
              </p14:xfrm>
            </p:contentPart>
          </mc:Choice>
          <mc:Fallback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EEF5B2FD-ADFA-7C82-D78C-F3966C22DCA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820360" y="3732600"/>
                  <a:ext cx="2221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653E491E-C263-5E98-B645-AA50A4C6923A}"/>
                    </a:ext>
                  </a:extLst>
                </p14:cNvPr>
                <p14:cNvContentPartPr/>
                <p14:nvPr/>
              </p14:nvContentPartPr>
              <p14:xfrm>
                <a:off x="8930520" y="3795600"/>
                <a:ext cx="239760" cy="174240"/>
              </p14:xfrm>
            </p:contentPart>
          </mc:Choice>
          <mc:Fallback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653E491E-C263-5E98-B645-AA50A4C6923A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924400" y="3789480"/>
                  <a:ext cx="2520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D4C1997D-F706-073B-D598-F9D69F8AD9E4}"/>
                    </a:ext>
                  </a:extLst>
                </p14:cNvPr>
                <p14:cNvContentPartPr/>
                <p14:nvPr/>
              </p14:nvContentPartPr>
              <p14:xfrm>
                <a:off x="9198360" y="3850680"/>
                <a:ext cx="124920" cy="94320"/>
              </p14:xfrm>
            </p:contentPart>
          </mc:Choice>
          <mc:Fallback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D4C1997D-F706-073B-D598-F9D69F8AD9E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192240" y="3844560"/>
                  <a:ext cx="1371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E628C26F-B18F-3DBB-DBE5-662068CDBC07}"/>
                    </a:ext>
                  </a:extLst>
                </p14:cNvPr>
                <p14:cNvContentPartPr/>
                <p14:nvPr/>
              </p14:nvContentPartPr>
              <p14:xfrm>
                <a:off x="9350640" y="3854280"/>
                <a:ext cx="238320" cy="124920"/>
              </p14:xfrm>
            </p:contentPart>
          </mc:Choice>
          <mc:Fallback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E628C26F-B18F-3DBB-DBE5-662068CDBC0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344520" y="3848160"/>
                  <a:ext cx="250560" cy="13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110" name="Tinta 109">
                <a:extLst>
                  <a:ext uri="{FF2B5EF4-FFF2-40B4-BE49-F238E27FC236}">
                    <a16:creationId xmlns:a16="http://schemas.microsoft.com/office/drawing/2014/main" id="{2517E0A6-C64D-3ABA-DDAE-B514AD812EC2}"/>
                  </a:ext>
                </a:extLst>
              </p14:cNvPr>
              <p14:cNvContentPartPr/>
              <p14:nvPr/>
            </p14:nvContentPartPr>
            <p14:xfrm>
              <a:off x="5987880" y="4029960"/>
              <a:ext cx="2392200" cy="582840"/>
            </p14:xfrm>
          </p:contentPart>
        </mc:Choice>
        <mc:Fallback>
          <p:pic>
            <p:nvPicPr>
              <p:cNvPr id="110" name="Tinta 109">
                <a:extLst>
                  <a:ext uri="{FF2B5EF4-FFF2-40B4-BE49-F238E27FC236}">
                    <a16:creationId xmlns:a16="http://schemas.microsoft.com/office/drawing/2014/main" id="{2517E0A6-C64D-3ABA-DDAE-B514AD812EC2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5981760" y="4023840"/>
                <a:ext cx="2404440" cy="59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Agrupar 112">
            <a:extLst>
              <a:ext uri="{FF2B5EF4-FFF2-40B4-BE49-F238E27FC236}">
                <a16:creationId xmlns:a16="http://schemas.microsoft.com/office/drawing/2014/main" id="{47497649-5A52-25CB-3907-6DE7FEF43B66}"/>
              </a:ext>
            </a:extLst>
          </p:cNvPr>
          <p:cNvGrpSpPr/>
          <p:nvPr/>
        </p:nvGrpSpPr>
        <p:grpSpPr>
          <a:xfrm>
            <a:off x="6008040" y="3999000"/>
            <a:ext cx="2066760" cy="518040"/>
            <a:chOff x="6008040" y="3999000"/>
            <a:chExt cx="2066760" cy="51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885BFB7D-6BDB-12BD-74EC-508B0070C872}"/>
                    </a:ext>
                  </a:extLst>
                </p14:cNvPr>
                <p14:cNvContentPartPr/>
                <p14:nvPr/>
              </p14:nvContentPartPr>
              <p14:xfrm>
                <a:off x="6084000" y="4129320"/>
                <a:ext cx="124200" cy="235080"/>
              </p14:xfrm>
            </p:contentPart>
          </mc:Choice>
          <mc:Fallback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885BFB7D-6BDB-12BD-74EC-508B0070C87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077880" y="4123200"/>
                  <a:ext cx="1364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E61BCB5E-FAE4-3CDF-AD92-61F0F9AE9781}"/>
                    </a:ext>
                  </a:extLst>
                </p14:cNvPr>
                <p14:cNvContentPartPr/>
                <p14:nvPr/>
              </p14:nvContentPartPr>
              <p14:xfrm>
                <a:off x="6075360" y="4276920"/>
                <a:ext cx="248040" cy="26640"/>
              </p14:xfrm>
            </p:contentPart>
          </mc:Choice>
          <mc:Fallback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E61BCB5E-FAE4-3CDF-AD92-61F0F9AE9781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069240" y="4270800"/>
                  <a:ext cx="2602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BE03B585-0698-FC9D-8F9E-FB288D821F1F}"/>
                    </a:ext>
                  </a:extLst>
                </p14:cNvPr>
                <p14:cNvContentPartPr/>
                <p14:nvPr/>
              </p14:nvContentPartPr>
              <p14:xfrm>
                <a:off x="6297480" y="4306800"/>
                <a:ext cx="128160" cy="190080"/>
              </p14:xfrm>
            </p:contentPart>
          </mc:Choice>
          <mc:Fallback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BE03B585-0698-FC9D-8F9E-FB288D821F1F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291360" y="4300680"/>
                  <a:ext cx="1404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A4D11477-940D-CE32-825E-99D1FA097E05}"/>
                    </a:ext>
                  </a:extLst>
                </p14:cNvPr>
                <p14:cNvContentPartPr/>
                <p14:nvPr/>
              </p14:nvContentPartPr>
              <p14:xfrm>
                <a:off x="6541920" y="4313640"/>
                <a:ext cx="228960" cy="20520"/>
              </p14:xfrm>
            </p:contentPart>
          </mc:Choice>
          <mc:Fallback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A4D11477-940D-CE32-825E-99D1FA097E0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535800" y="4307520"/>
                  <a:ext cx="2412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4F27FF7D-CAB5-82CB-BF61-01A86EC41ABC}"/>
                    </a:ext>
                  </a:extLst>
                </p14:cNvPr>
                <p14:cNvContentPartPr/>
                <p14:nvPr/>
              </p14:nvContentPartPr>
              <p14:xfrm>
                <a:off x="6522480" y="4368000"/>
                <a:ext cx="209520" cy="46800"/>
              </p14:xfrm>
            </p:contentPart>
          </mc:Choice>
          <mc:Fallback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4F27FF7D-CAB5-82CB-BF61-01A86EC41ABC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516360" y="4361880"/>
                  <a:ext cx="2217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A9D43F4C-980D-B04A-63D2-BEB93970DA92}"/>
                    </a:ext>
                  </a:extLst>
                </p14:cNvPr>
                <p14:cNvContentPartPr/>
                <p14:nvPr/>
              </p14:nvContentPartPr>
              <p14:xfrm>
                <a:off x="7455600" y="4240920"/>
                <a:ext cx="133200" cy="201600"/>
              </p14:xfrm>
            </p:contentPart>
          </mc:Choice>
          <mc:Fallback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A9D43F4C-980D-B04A-63D2-BEB93970DA9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449480" y="4234800"/>
                  <a:ext cx="1454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8472BF1F-7F95-166D-D9AF-5B29483719BF}"/>
                    </a:ext>
                  </a:extLst>
                </p14:cNvPr>
                <p14:cNvContentPartPr/>
                <p14:nvPr/>
              </p14:nvContentPartPr>
              <p14:xfrm>
                <a:off x="7464600" y="4287000"/>
                <a:ext cx="267840" cy="159120"/>
              </p14:xfrm>
            </p:contentPart>
          </mc:Choice>
          <mc:Fallback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8472BF1F-7F95-166D-D9AF-5B29483719B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458480" y="4280880"/>
                  <a:ext cx="2800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06286AFE-22E7-5027-EAD5-FF34846B27D8}"/>
                    </a:ext>
                  </a:extLst>
                </p14:cNvPr>
                <p14:cNvContentPartPr/>
                <p14:nvPr/>
              </p14:nvContentPartPr>
              <p14:xfrm>
                <a:off x="7839360" y="4299600"/>
                <a:ext cx="92880" cy="160920"/>
              </p14:xfrm>
            </p:contentPart>
          </mc:Choice>
          <mc:Fallback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06286AFE-22E7-5027-EAD5-FF34846B27D8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833240" y="4293480"/>
                  <a:ext cx="1051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6CA0F763-9380-A003-DA21-7096BFF98373}"/>
                    </a:ext>
                  </a:extLst>
                </p14:cNvPr>
                <p14:cNvContentPartPr/>
                <p14:nvPr/>
              </p14:nvContentPartPr>
              <p14:xfrm>
                <a:off x="7903080" y="4321560"/>
                <a:ext cx="144360" cy="96120"/>
              </p14:xfrm>
            </p:contentPart>
          </mc:Choice>
          <mc:Fallback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6CA0F763-9380-A003-DA21-7096BFF98373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896960" y="4315440"/>
                  <a:ext cx="15660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A36E26FF-2ECE-3F8B-2317-2EB4FD3CFE00}"/>
                    </a:ext>
                  </a:extLst>
                </p14:cNvPr>
                <p14:cNvContentPartPr/>
                <p14:nvPr/>
              </p14:nvContentPartPr>
              <p14:xfrm>
                <a:off x="6008040" y="3999000"/>
                <a:ext cx="2066760" cy="518040"/>
              </p14:xfrm>
            </p:contentPart>
          </mc:Choice>
          <mc:Fallback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A36E26FF-2ECE-3F8B-2317-2EB4FD3CFE0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001920" y="3992880"/>
                  <a:ext cx="2079000" cy="53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Agrupar 121">
            <a:extLst>
              <a:ext uri="{FF2B5EF4-FFF2-40B4-BE49-F238E27FC236}">
                <a16:creationId xmlns:a16="http://schemas.microsoft.com/office/drawing/2014/main" id="{98DA5768-478A-49FE-71F1-CFFA90D2CEBA}"/>
              </a:ext>
            </a:extLst>
          </p:cNvPr>
          <p:cNvGrpSpPr/>
          <p:nvPr/>
        </p:nvGrpSpPr>
        <p:grpSpPr>
          <a:xfrm>
            <a:off x="6046920" y="5025720"/>
            <a:ext cx="495360" cy="176400"/>
            <a:chOff x="6046920" y="5025720"/>
            <a:chExt cx="495360" cy="17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69C64FB5-7110-104A-1C0B-C5906D94A253}"/>
                    </a:ext>
                  </a:extLst>
                </p14:cNvPr>
                <p14:cNvContentPartPr/>
                <p14:nvPr/>
              </p14:nvContentPartPr>
              <p14:xfrm>
                <a:off x="6104160" y="5061720"/>
                <a:ext cx="284760" cy="140400"/>
              </p14:xfrm>
            </p:contentPart>
          </mc:Choice>
          <mc:Fallback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69C64FB5-7110-104A-1C0B-C5906D94A25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098040" y="5055600"/>
                  <a:ext cx="2970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94ADA64A-F226-FB1B-7748-40E0C994E6C6}"/>
                    </a:ext>
                  </a:extLst>
                </p14:cNvPr>
                <p14:cNvContentPartPr/>
                <p14:nvPr/>
              </p14:nvContentPartPr>
              <p14:xfrm>
                <a:off x="6532200" y="5067840"/>
                <a:ext cx="10080" cy="2880"/>
              </p14:xfrm>
            </p:contentPart>
          </mc:Choice>
          <mc:Fallback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94ADA64A-F226-FB1B-7748-40E0C994E6C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6526080" y="5061720"/>
                  <a:ext cx="2232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6BEF8D32-88B9-1406-CE73-16EBA5CABE1C}"/>
                    </a:ext>
                  </a:extLst>
                </p14:cNvPr>
                <p14:cNvContentPartPr/>
                <p14:nvPr/>
              </p14:nvContentPartPr>
              <p14:xfrm>
                <a:off x="6046920" y="5025720"/>
                <a:ext cx="311400" cy="162720"/>
              </p14:xfrm>
            </p:contentPart>
          </mc:Choice>
          <mc:Fallback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6BEF8D32-88B9-1406-CE73-16EBA5CABE1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040800" y="5019600"/>
                  <a:ext cx="323640" cy="17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126" name="Tinta 125">
                <a:extLst>
                  <a:ext uri="{FF2B5EF4-FFF2-40B4-BE49-F238E27FC236}">
                    <a16:creationId xmlns:a16="http://schemas.microsoft.com/office/drawing/2014/main" id="{1B26FBD2-2F0C-1570-113D-F72AC8897498}"/>
                  </a:ext>
                </a:extLst>
              </p14:cNvPr>
              <p14:cNvContentPartPr/>
              <p14:nvPr/>
            </p14:nvContentPartPr>
            <p14:xfrm>
              <a:off x="7294320" y="4891800"/>
              <a:ext cx="10080" cy="6480"/>
            </p14:xfrm>
          </p:contentPart>
        </mc:Choice>
        <mc:Fallback>
          <p:pic>
            <p:nvPicPr>
              <p:cNvPr id="126" name="Tinta 125">
                <a:extLst>
                  <a:ext uri="{FF2B5EF4-FFF2-40B4-BE49-F238E27FC236}">
                    <a16:creationId xmlns:a16="http://schemas.microsoft.com/office/drawing/2014/main" id="{1B26FBD2-2F0C-1570-113D-F72AC8897498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7288200" y="4885680"/>
                <a:ext cx="22320" cy="1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8" name="Agrupar 127">
            <a:extLst>
              <a:ext uri="{FF2B5EF4-FFF2-40B4-BE49-F238E27FC236}">
                <a16:creationId xmlns:a16="http://schemas.microsoft.com/office/drawing/2014/main" id="{06CC6D2B-EBB4-88C3-ABB1-3E29BA7985D8}"/>
              </a:ext>
            </a:extLst>
          </p:cNvPr>
          <p:cNvGrpSpPr/>
          <p:nvPr/>
        </p:nvGrpSpPr>
        <p:grpSpPr>
          <a:xfrm>
            <a:off x="6912360" y="4878480"/>
            <a:ext cx="1506960" cy="909720"/>
            <a:chOff x="6912360" y="4878480"/>
            <a:chExt cx="1506960" cy="90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0617F49B-CDB1-3B9A-AC51-8D16D149F014}"/>
                    </a:ext>
                  </a:extLst>
                </p14:cNvPr>
                <p14:cNvContentPartPr/>
                <p14:nvPr/>
              </p14:nvContentPartPr>
              <p14:xfrm>
                <a:off x="7079760" y="5030040"/>
                <a:ext cx="265680" cy="191880"/>
              </p14:xfrm>
            </p:contentPart>
          </mc:Choice>
          <mc:Fallback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0617F49B-CDB1-3B9A-AC51-8D16D149F014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073640" y="5023920"/>
                  <a:ext cx="27792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DDC90591-9CA0-F963-D158-7491731F4D4E}"/>
                    </a:ext>
                  </a:extLst>
                </p14:cNvPr>
                <p14:cNvContentPartPr/>
                <p14:nvPr/>
              </p14:nvContentPartPr>
              <p14:xfrm>
                <a:off x="7445880" y="5061720"/>
                <a:ext cx="179640" cy="140040"/>
              </p14:xfrm>
            </p:contentPart>
          </mc:Choice>
          <mc:Fallback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DDC90591-9CA0-F963-D158-7491731F4D4E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439760" y="5055600"/>
                  <a:ext cx="1918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3E28BE5C-4DE5-923D-EA1A-C82F3AE08DF8}"/>
                    </a:ext>
                  </a:extLst>
                </p14:cNvPr>
                <p14:cNvContentPartPr/>
                <p14:nvPr/>
              </p14:nvContentPartPr>
              <p14:xfrm>
                <a:off x="7665120" y="5016360"/>
                <a:ext cx="200160" cy="144360"/>
              </p14:xfrm>
            </p:contentPart>
          </mc:Choice>
          <mc:Fallback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3E28BE5C-4DE5-923D-EA1A-C82F3AE08DF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659000" y="5010240"/>
                  <a:ext cx="2124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98BAF7F5-F26D-42C9-DF25-89F702826DF4}"/>
                    </a:ext>
                  </a:extLst>
                </p14:cNvPr>
                <p14:cNvContentPartPr/>
                <p14:nvPr/>
              </p14:nvContentPartPr>
              <p14:xfrm>
                <a:off x="7038720" y="5282400"/>
                <a:ext cx="1141200" cy="113400"/>
              </p14:xfrm>
            </p:contentPart>
          </mc:Choice>
          <mc:Fallback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98BAF7F5-F26D-42C9-DF25-89F702826DF4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032600" y="5276280"/>
                  <a:ext cx="11534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A2DDFAF3-BBDF-13F3-EB0D-0CED935C463F}"/>
                    </a:ext>
                  </a:extLst>
                </p14:cNvPr>
                <p14:cNvContentPartPr/>
                <p14:nvPr/>
              </p14:nvContentPartPr>
              <p14:xfrm>
                <a:off x="7289640" y="5542680"/>
                <a:ext cx="280440" cy="88920"/>
              </p14:xfrm>
            </p:contentPart>
          </mc:Choice>
          <mc:Fallback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A2DDFAF3-BBDF-13F3-EB0D-0CED935C463F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283520" y="5536560"/>
                  <a:ext cx="2926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299F6496-682F-287D-B30A-391994FA37DB}"/>
                    </a:ext>
                  </a:extLst>
                </p14:cNvPr>
                <p14:cNvContentPartPr/>
                <p14:nvPr/>
              </p14:nvContentPartPr>
              <p14:xfrm>
                <a:off x="7592400" y="5567880"/>
                <a:ext cx="216000" cy="112680"/>
              </p14:xfrm>
            </p:contentPart>
          </mc:Choice>
          <mc:Fallback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299F6496-682F-287D-B30A-391994FA37DB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586280" y="5561760"/>
                  <a:ext cx="2282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DD923EBD-6FD7-441F-EBE6-AC6FA7875971}"/>
                    </a:ext>
                  </a:extLst>
                </p14:cNvPr>
                <p14:cNvContentPartPr/>
                <p14:nvPr/>
              </p14:nvContentPartPr>
              <p14:xfrm>
                <a:off x="6912360" y="4878480"/>
                <a:ext cx="1506960" cy="909720"/>
              </p14:xfrm>
            </p:contentPart>
          </mc:Choice>
          <mc:Fallback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DD923EBD-6FD7-441F-EBE6-AC6FA7875971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906240" y="4872360"/>
                  <a:ext cx="1519200" cy="92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Agrupar 162">
            <a:extLst>
              <a:ext uri="{FF2B5EF4-FFF2-40B4-BE49-F238E27FC236}">
                <a16:creationId xmlns:a16="http://schemas.microsoft.com/office/drawing/2014/main" id="{DA85CE8D-7E90-441C-0F52-8C907B487B6A}"/>
              </a:ext>
            </a:extLst>
          </p:cNvPr>
          <p:cNvGrpSpPr/>
          <p:nvPr/>
        </p:nvGrpSpPr>
        <p:grpSpPr>
          <a:xfrm>
            <a:off x="8446320" y="4965240"/>
            <a:ext cx="2647440" cy="829440"/>
            <a:chOff x="8446320" y="4965240"/>
            <a:chExt cx="2647440" cy="82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736470CF-56D1-4C13-8F63-3E8E79D08DB7}"/>
                    </a:ext>
                  </a:extLst>
                </p14:cNvPr>
                <p14:cNvContentPartPr/>
                <p14:nvPr/>
              </p14:nvContentPartPr>
              <p14:xfrm>
                <a:off x="8523000" y="5250000"/>
                <a:ext cx="142560" cy="168480"/>
              </p14:xfrm>
            </p:contentPart>
          </mc:Choice>
          <mc:Fallback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736470CF-56D1-4C13-8F63-3E8E79D08DB7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516880" y="5243880"/>
                  <a:ext cx="1548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8512C57E-EB5C-5293-9BC1-3A000C2C58D6}"/>
                    </a:ext>
                  </a:extLst>
                </p14:cNvPr>
                <p14:cNvContentPartPr/>
                <p14:nvPr/>
              </p14:nvContentPartPr>
              <p14:xfrm>
                <a:off x="8446320" y="5292840"/>
                <a:ext cx="200160" cy="91440"/>
              </p14:xfrm>
            </p:contentPart>
          </mc:Choice>
          <mc:Fallback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8512C57E-EB5C-5293-9BC1-3A000C2C58D6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440200" y="5286720"/>
                  <a:ext cx="2124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647182BC-E6F3-E454-AC2E-829F77AC07E2}"/>
                    </a:ext>
                  </a:extLst>
                </p14:cNvPr>
                <p14:cNvContentPartPr/>
                <p14:nvPr/>
              </p14:nvContentPartPr>
              <p14:xfrm>
                <a:off x="8970480" y="4965240"/>
                <a:ext cx="84960" cy="320040"/>
              </p14:xfrm>
            </p:contentPart>
          </mc:Choice>
          <mc:Fallback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647182BC-E6F3-E454-AC2E-829F77AC07E2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964360" y="4959120"/>
                  <a:ext cx="9720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BADA2085-87F2-9D7F-D676-8AE3BEA2000A}"/>
                    </a:ext>
                  </a:extLst>
                </p14:cNvPr>
                <p14:cNvContentPartPr/>
                <p14:nvPr/>
              </p14:nvContentPartPr>
              <p14:xfrm>
                <a:off x="8741880" y="5141280"/>
                <a:ext cx="313200" cy="18000"/>
              </p14:xfrm>
            </p:contentPart>
          </mc:Choice>
          <mc:Fallback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BADA2085-87F2-9D7F-D676-8AE3BEA2000A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735760" y="5135160"/>
                  <a:ext cx="3254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415951A3-9486-16B6-739A-A04C9F6C0D37}"/>
                    </a:ext>
                  </a:extLst>
                </p14:cNvPr>
                <p14:cNvContentPartPr/>
                <p14:nvPr/>
              </p14:nvContentPartPr>
              <p14:xfrm>
                <a:off x="8999280" y="5246760"/>
                <a:ext cx="113760" cy="144720"/>
              </p14:xfrm>
            </p:contentPart>
          </mc:Choice>
          <mc:Fallback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415951A3-9486-16B6-739A-A04C9F6C0D37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993160" y="5240640"/>
                  <a:ext cx="1260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B13685CB-6970-E0B4-2E64-B6A4481BBEF2}"/>
                    </a:ext>
                  </a:extLst>
                </p14:cNvPr>
                <p14:cNvContentPartPr/>
                <p14:nvPr/>
              </p14:nvContentPartPr>
              <p14:xfrm>
                <a:off x="9208440" y="5138760"/>
                <a:ext cx="200160" cy="26640"/>
              </p14:xfrm>
            </p:contentPart>
          </mc:Choice>
          <mc:Fallback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B13685CB-6970-E0B4-2E64-B6A4481BBEF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202320" y="5132640"/>
                  <a:ext cx="2124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2A2AFA5E-B245-73FB-8FD6-8E8F79B1EDCA}"/>
                    </a:ext>
                  </a:extLst>
                </p14:cNvPr>
                <p14:cNvContentPartPr/>
                <p14:nvPr/>
              </p14:nvContentPartPr>
              <p14:xfrm>
                <a:off x="9122040" y="5206080"/>
                <a:ext cx="238320" cy="20520"/>
              </p14:xfrm>
            </p:contentPart>
          </mc:Choice>
          <mc:Fallback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2A2AFA5E-B245-73FB-8FD6-8E8F79B1EDCA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9115920" y="5199960"/>
                  <a:ext cx="2505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1DE7C89A-6675-A502-9535-01FCF8653890}"/>
                    </a:ext>
                  </a:extLst>
                </p14:cNvPr>
                <p14:cNvContentPartPr/>
                <p14:nvPr/>
              </p14:nvContentPartPr>
              <p14:xfrm>
                <a:off x="9713520" y="5077920"/>
                <a:ext cx="28080" cy="31320"/>
              </p14:xfrm>
            </p:contentPart>
          </mc:Choice>
          <mc:Fallback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1DE7C89A-6675-A502-9535-01FCF8653890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9707400" y="5071800"/>
                  <a:ext cx="403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35A97461-792D-79A4-997D-614C72DE6252}"/>
                    </a:ext>
                  </a:extLst>
                </p14:cNvPr>
                <p14:cNvContentPartPr/>
                <p14:nvPr/>
              </p14:nvContentPartPr>
              <p14:xfrm>
                <a:off x="9550440" y="5078280"/>
                <a:ext cx="168840" cy="238320"/>
              </p14:xfrm>
            </p:contentPart>
          </mc:Choice>
          <mc:Fallback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35A97461-792D-79A4-997D-614C72DE6252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9544320" y="5072160"/>
                  <a:ext cx="1810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436A75AD-DE8E-268B-EF3D-C5AB870684BB}"/>
                    </a:ext>
                  </a:extLst>
                </p14:cNvPr>
                <p14:cNvContentPartPr/>
                <p14:nvPr/>
              </p14:nvContentPartPr>
              <p14:xfrm>
                <a:off x="9788040" y="5072520"/>
                <a:ext cx="154440" cy="182880"/>
              </p14:xfrm>
            </p:contentPart>
          </mc:Choice>
          <mc:Fallback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436A75AD-DE8E-268B-EF3D-C5AB870684BB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781920" y="5066400"/>
                  <a:ext cx="1666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1302E85E-EF97-A3A7-AC57-8C2232F12A36}"/>
                    </a:ext>
                  </a:extLst>
                </p14:cNvPr>
                <p14:cNvContentPartPr/>
                <p14:nvPr/>
              </p14:nvContentPartPr>
              <p14:xfrm>
                <a:off x="10141560" y="5100600"/>
                <a:ext cx="160200" cy="159840"/>
              </p14:xfrm>
            </p:contentPart>
          </mc:Choice>
          <mc:Fallback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1302E85E-EF97-A3A7-AC57-8C2232F12A36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0135440" y="5094480"/>
                  <a:ext cx="1724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DD309042-6668-0493-6378-9EE977B9707C}"/>
                    </a:ext>
                  </a:extLst>
                </p14:cNvPr>
                <p14:cNvContentPartPr/>
                <p14:nvPr/>
              </p14:nvContentPartPr>
              <p14:xfrm>
                <a:off x="10103400" y="5129040"/>
                <a:ext cx="276840" cy="99360"/>
              </p14:xfrm>
            </p:contentPart>
          </mc:Choice>
          <mc:Fallback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DD309042-6668-0493-6378-9EE977B9707C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0097280" y="5122920"/>
                  <a:ext cx="2890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C1E50BB3-3469-68A3-3624-90B487C61642}"/>
                    </a:ext>
                  </a:extLst>
                </p14:cNvPr>
                <p14:cNvContentPartPr/>
                <p14:nvPr/>
              </p14:nvContentPartPr>
              <p14:xfrm>
                <a:off x="10455480" y="5034000"/>
                <a:ext cx="95760" cy="258840"/>
              </p14:xfrm>
            </p:contentPart>
          </mc:Choice>
          <mc:Fallback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C1E50BB3-3469-68A3-3624-90B487C61642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0449360" y="5027880"/>
                  <a:ext cx="10800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EDDE5BF6-1938-5735-F6B6-72C87FD3B6FE}"/>
                    </a:ext>
                  </a:extLst>
                </p14:cNvPr>
                <p14:cNvContentPartPr/>
                <p14:nvPr/>
              </p14:nvContentPartPr>
              <p14:xfrm>
                <a:off x="10491840" y="5112840"/>
                <a:ext cx="220680" cy="165240"/>
              </p14:xfrm>
            </p:contentPart>
          </mc:Choice>
          <mc:Fallback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EDDE5BF6-1938-5735-F6B6-72C87FD3B6FE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485720" y="5106720"/>
                  <a:ext cx="2329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914BCA60-533E-0CE5-EB0F-2A18B07D7138}"/>
                    </a:ext>
                  </a:extLst>
                </p14:cNvPr>
                <p14:cNvContentPartPr/>
                <p14:nvPr/>
              </p14:nvContentPartPr>
              <p14:xfrm>
                <a:off x="10730520" y="5104560"/>
                <a:ext cx="39240" cy="79200"/>
              </p14:xfrm>
            </p:contentPart>
          </mc:Choice>
          <mc:Fallback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914BCA60-533E-0CE5-EB0F-2A18B07D7138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0724400" y="5098440"/>
                  <a:ext cx="514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80E72EF5-2510-1319-8B7A-4252F098F3A3}"/>
                    </a:ext>
                  </a:extLst>
                </p14:cNvPr>
                <p14:cNvContentPartPr/>
                <p14:nvPr/>
              </p14:nvContentPartPr>
              <p14:xfrm>
                <a:off x="10665720" y="5088000"/>
                <a:ext cx="120240" cy="258120"/>
              </p14:xfrm>
            </p:contentPart>
          </mc:Choice>
          <mc:Fallback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80E72EF5-2510-1319-8B7A-4252F098F3A3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0659600" y="5081880"/>
                  <a:ext cx="13248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6D4DB689-0853-7D9E-AE3E-C5371F6A9C8C}"/>
                    </a:ext>
                  </a:extLst>
                </p14:cNvPr>
                <p14:cNvContentPartPr/>
                <p14:nvPr/>
              </p14:nvContentPartPr>
              <p14:xfrm>
                <a:off x="10846800" y="5119680"/>
                <a:ext cx="246960" cy="200160"/>
              </p14:xfrm>
            </p:contentPart>
          </mc:Choice>
          <mc:Fallback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6D4DB689-0853-7D9E-AE3E-C5371F6A9C8C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840680" y="5113560"/>
                  <a:ext cx="2592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2C25C36F-CA0F-4AA7-5F47-48AB19105CA8}"/>
                    </a:ext>
                  </a:extLst>
                </p14:cNvPr>
                <p14:cNvContentPartPr/>
                <p14:nvPr/>
              </p14:nvContentPartPr>
              <p14:xfrm>
                <a:off x="9045360" y="5574000"/>
                <a:ext cx="173160" cy="6480"/>
              </p14:xfrm>
            </p:contentPart>
          </mc:Choice>
          <mc:Fallback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2C25C36F-CA0F-4AA7-5F47-48AB19105CA8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039240" y="5567880"/>
                  <a:ext cx="1854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1B5A429C-10B7-B2FC-5FB0-E4440556E3D0}"/>
                    </a:ext>
                  </a:extLst>
                </p14:cNvPr>
                <p14:cNvContentPartPr/>
                <p14:nvPr/>
              </p14:nvContentPartPr>
              <p14:xfrm>
                <a:off x="9026280" y="5628360"/>
                <a:ext cx="248040" cy="15120"/>
              </p14:xfrm>
            </p:contentPart>
          </mc:Choice>
          <mc:Fallback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1B5A429C-10B7-B2FC-5FB0-E4440556E3D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020160" y="5622240"/>
                  <a:ext cx="2602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DB0D43EA-B2BE-44DA-EDC2-E729E337A955}"/>
                    </a:ext>
                  </a:extLst>
                </p14:cNvPr>
                <p14:cNvContentPartPr/>
                <p14:nvPr/>
              </p14:nvContentPartPr>
              <p14:xfrm>
                <a:off x="9627120" y="5458800"/>
                <a:ext cx="77040" cy="176400"/>
              </p14:xfrm>
            </p:contentPart>
          </mc:Choice>
          <mc:Fallback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DB0D43EA-B2BE-44DA-EDC2-E729E337A955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621000" y="5452680"/>
                  <a:ext cx="892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0707A516-82F5-18CA-55B1-CE2AE08BA7E2}"/>
                    </a:ext>
                  </a:extLst>
                </p14:cNvPr>
                <p14:cNvContentPartPr/>
                <p14:nvPr/>
              </p14:nvContentPartPr>
              <p14:xfrm>
                <a:off x="9730080" y="5507400"/>
                <a:ext cx="248760" cy="159120"/>
              </p14:xfrm>
            </p:contentPart>
          </mc:Choice>
          <mc:Fallback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0707A516-82F5-18CA-55B1-CE2AE08BA7E2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723960" y="5501280"/>
                  <a:ext cx="2610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A6B49E86-B11D-FC16-F5A4-AFB82CA369F3}"/>
                    </a:ext>
                  </a:extLst>
                </p14:cNvPr>
                <p14:cNvContentPartPr/>
                <p14:nvPr/>
              </p14:nvContentPartPr>
              <p14:xfrm>
                <a:off x="10122120" y="5487960"/>
                <a:ext cx="75600" cy="126720"/>
              </p14:xfrm>
            </p:contentPart>
          </mc:Choice>
          <mc:Fallback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A6B49E86-B11D-FC16-F5A4-AFB82CA369F3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0116000" y="5481840"/>
                  <a:ext cx="878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525283B6-89D0-987F-960F-3697956764DF}"/>
                    </a:ext>
                  </a:extLst>
                </p14:cNvPr>
                <p14:cNvContentPartPr/>
                <p14:nvPr/>
              </p14:nvContentPartPr>
              <p14:xfrm>
                <a:off x="10217520" y="5458440"/>
                <a:ext cx="153000" cy="134640"/>
              </p14:xfrm>
            </p:contentPart>
          </mc:Choice>
          <mc:Fallback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525283B6-89D0-987F-960F-3697956764DF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211400" y="5452320"/>
                  <a:ext cx="1652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D9A9DD87-AF20-5090-5002-7E03FBCE9E2E}"/>
                    </a:ext>
                  </a:extLst>
                </p14:cNvPr>
                <p14:cNvContentPartPr/>
                <p14:nvPr/>
              </p14:nvContentPartPr>
              <p14:xfrm>
                <a:off x="10458360" y="5493000"/>
                <a:ext cx="102240" cy="102240"/>
              </p14:xfrm>
            </p:contentPart>
          </mc:Choice>
          <mc:Fallback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D9A9DD87-AF20-5090-5002-7E03FBCE9E2E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0452240" y="5486880"/>
                  <a:ext cx="1144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60" name="Tinta 159">
                  <a:extLst>
                    <a:ext uri="{FF2B5EF4-FFF2-40B4-BE49-F238E27FC236}">
                      <a16:creationId xmlns:a16="http://schemas.microsoft.com/office/drawing/2014/main" id="{7B6A62CC-073E-5E04-6F2B-F1A9CDAD1A77}"/>
                    </a:ext>
                  </a:extLst>
                </p14:cNvPr>
                <p14:cNvContentPartPr/>
                <p14:nvPr/>
              </p14:nvContentPartPr>
              <p14:xfrm>
                <a:off x="10427760" y="5517840"/>
                <a:ext cx="427680" cy="165960"/>
              </p14:xfrm>
            </p:contentPart>
          </mc:Choice>
          <mc:Fallback>
            <p:pic>
              <p:nvPicPr>
                <p:cNvPr id="160" name="Tinta 159">
                  <a:extLst>
                    <a:ext uri="{FF2B5EF4-FFF2-40B4-BE49-F238E27FC236}">
                      <a16:creationId xmlns:a16="http://schemas.microsoft.com/office/drawing/2014/main" id="{7B6A62CC-073E-5E04-6F2B-F1A9CDAD1A77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421640" y="5511720"/>
                  <a:ext cx="4399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53ECF7C5-E415-5A13-9B76-0469CE0DD823}"/>
                    </a:ext>
                  </a:extLst>
                </p14:cNvPr>
                <p14:cNvContentPartPr/>
                <p14:nvPr/>
              </p14:nvContentPartPr>
              <p14:xfrm>
                <a:off x="9521640" y="5317320"/>
                <a:ext cx="1429560" cy="477360"/>
              </p14:xfrm>
            </p:contentPart>
          </mc:Choice>
          <mc:Fallback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53ECF7C5-E415-5A13-9B76-0469CE0DD823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515520" y="5311200"/>
                  <a:ext cx="1441800" cy="48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Agrupar 172">
            <a:extLst>
              <a:ext uri="{FF2B5EF4-FFF2-40B4-BE49-F238E27FC236}">
                <a16:creationId xmlns:a16="http://schemas.microsoft.com/office/drawing/2014/main" id="{96F98D38-FD7F-DAC1-4788-F3B9E710E960}"/>
              </a:ext>
            </a:extLst>
          </p:cNvPr>
          <p:cNvGrpSpPr/>
          <p:nvPr/>
        </p:nvGrpSpPr>
        <p:grpSpPr>
          <a:xfrm>
            <a:off x="2382480" y="5445480"/>
            <a:ext cx="541440" cy="185760"/>
            <a:chOff x="2382480" y="5445480"/>
            <a:chExt cx="541440" cy="18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C2A0A885-9CB2-AC99-9E9E-58F266784E9A}"/>
                    </a:ext>
                  </a:extLst>
                </p14:cNvPr>
                <p14:cNvContentPartPr/>
                <p14:nvPr/>
              </p14:nvContentPartPr>
              <p14:xfrm>
                <a:off x="2446560" y="5448720"/>
                <a:ext cx="125640" cy="176400"/>
              </p14:xfrm>
            </p:contentPart>
          </mc:Choice>
          <mc:Fallback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C2A0A885-9CB2-AC99-9E9E-58F266784E9A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2440440" y="5442600"/>
                  <a:ext cx="1378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806A14EB-E751-6486-F6E2-BA696952EA6E}"/>
                    </a:ext>
                  </a:extLst>
                </p14:cNvPr>
                <p14:cNvContentPartPr/>
                <p14:nvPr/>
              </p14:nvContentPartPr>
              <p14:xfrm>
                <a:off x="2656080" y="5464200"/>
                <a:ext cx="144360" cy="167040"/>
              </p14:xfrm>
            </p:contentPart>
          </mc:Choice>
          <mc:Fallback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806A14EB-E751-6486-F6E2-BA696952EA6E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2649960" y="5458080"/>
                  <a:ext cx="1566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94344B4A-6067-9DE9-9942-9288D9609645}"/>
                    </a:ext>
                  </a:extLst>
                </p14:cNvPr>
                <p14:cNvContentPartPr/>
                <p14:nvPr/>
              </p14:nvContentPartPr>
              <p14:xfrm>
                <a:off x="2752560" y="5517840"/>
                <a:ext cx="171360" cy="110880"/>
              </p14:xfrm>
            </p:contentPart>
          </mc:Choice>
          <mc:Fallback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94344B4A-6067-9DE9-9942-9288D9609645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2746440" y="5511720"/>
                  <a:ext cx="1836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E3B87DEE-BFEA-2D04-0C91-45D7EEF9F151}"/>
                    </a:ext>
                  </a:extLst>
                </p14:cNvPr>
                <p14:cNvContentPartPr/>
                <p14:nvPr/>
              </p14:nvContentPartPr>
              <p14:xfrm>
                <a:off x="2884320" y="5580120"/>
                <a:ext cx="19440" cy="2160"/>
              </p14:xfrm>
            </p:contentPart>
          </mc:Choice>
          <mc:Fallback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E3B87DEE-BFEA-2D04-0C91-45D7EEF9F151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878200" y="5574000"/>
                  <a:ext cx="3168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136C9441-F5BB-86E1-DAFD-05D9FFC88A7C}"/>
                    </a:ext>
                  </a:extLst>
                </p14:cNvPr>
                <p14:cNvContentPartPr/>
                <p14:nvPr/>
              </p14:nvContentPartPr>
              <p14:xfrm>
                <a:off x="2382480" y="5445480"/>
                <a:ext cx="540360" cy="177480"/>
              </p14:xfrm>
            </p:contentPart>
          </mc:Choice>
          <mc:Fallback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136C9441-F5BB-86E1-DAFD-05D9FFC88A7C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2376360" y="5439360"/>
                  <a:ext cx="552600" cy="18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Agrupar 190">
            <a:extLst>
              <a:ext uri="{FF2B5EF4-FFF2-40B4-BE49-F238E27FC236}">
                <a16:creationId xmlns:a16="http://schemas.microsoft.com/office/drawing/2014/main" id="{8EF19965-D498-A0E8-97A1-8CC9D48DC290}"/>
              </a:ext>
            </a:extLst>
          </p:cNvPr>
          <p:cNvGrpSpPr/>
          <p:nvPr/>
        </p:nvGrpSpPr>
        <p:grpSpPr>
          <a:xfrm>
            <a:off x="3313080" y="5461680"/>
            <a:ext cx="1324440" cy="308880"/>
            <a:chOff x="3313080" y="5461680"/>
            <a:chExt cx="1324440" cy="30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70" name="Tinta 169">
                  <a:extLst>
                    <a:ext uri="{FF2B5EF4-FFF2-40B4-BE49-F238E27FC236}">
                      <a16:creationId xmlns:a16="http://schemas.microsoft.com/office/drawing/2014/main" id="{9C543729-5314-C8B4-A6CB-D8837C72CB00}"/>
                    </a:ext>
                  </a:extLst>
                </p14:cNvPr>
                <p14:cNvContentPartPr/>
                <p14:nvPr/>
              </p14:nvContentPartPr>
              <p14:xfrm>
                <a:off x="3313080" y="5461680"/>
                <a:ext cx="82800" cy="186840"/>
              </p14:xfrm>
            </p:contentPart>
          </mc:Choice>
          <mc:Fallback>
            <p:pic>
              <p:nvPicPr>
                <p:cNvPr id="170" name="Tinta 169">
                  <a:extLst>
                    <a:ext uri="{FF2B5EF4-FFF2-40B4-BE49-F238E27FC236}">
                      <a16:creationId xmlns:a16="http://schemas.microsoft.com/office/drawing/2014/main" id="{9C543729-5314-C8B4-A6CB-D8837C72CB00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3306960" y="5455560"/>
                  <a:ext cx="950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021D62C3-3995-B072-87FD-8346DDEADE06}"/>
                    </a:ext>
                  </a:extLst>
                </p14:cNvPr>
                <p14:cNvContentPartPr/>
                <p14:nvPr/>
              </p14:nvContentPartPr>
              <p14:xfrm>
                <a:off x="3325320" y="5503080"/>
                <a:ext cx="302760" cy="139680"/>
              </p14:xfrm>
            </p:contentPart>
          </mc:Choice>
          <mc:Fallback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021D62C3-3995-B072-87FD-8346DDEADE06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3319200" y="5496960"/>
                  <a:ext cx="3150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479A3637-BF98-2735-17FF-97E587147C82}"/>
                    </a:ext>
                  </a:extLst>
                </p14:cNvPr>
                <p14:cNvContentPartPr/>
                <p14:nvPr/>
              </p14:nvContentPartPr>
              <p14:xfrm>
                <a:off x="3611520" y="5541600"/>
                <a:ext cx="93240" cy="146160"/>
              </p14:xfrm>
            </p:contentPart>
          </mc:Choice>
          <mc:Fallback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479A3637-BF98-2735-17FF-97E587147C82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3605400" y="5535480"/>
                  <a:ext cx="1054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8576C52A-D016-0F52-F162-9B7EE33C5271}"/>
                    </a:ext>
                  </a:extLst>
                </p14:cNvPr>
                <p14:cNvContentPartPr/>
                <p14:nvPr/>
              </p14:nvContentPartPr>
              <p14:xfrm>
                <a:off x="3751920" y="5590560"/>
                <a:ext cx="115200" cy="92160"/>
              </p14:xfrm>
            </p:contentPart>
          </mc:Choice>
          <mc:Fallback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8576C52A-D016-0F52-F162-9B7EE33C5271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3745800" y="5584440"/>
                  <a:ext cx="1274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C4E03097-1260-C0A5-2E42-7770B247776E}"/>
                    </a:ext>
                  </a:extLst>
                </p14:cNvPr>
                <p14:cNvContentPartPr/>
                <p14:nvPr/>
              </p14:nvContentPartPr>
              <p14:xfrm>
                <a:off x="3942000" y="5557800"/>
                <a:ext cx="180360" cy="128880"/>
              </p14:xfrm>
            </p:contentPart>
          </mc:Choice>
          <mc:Fallback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C4E03097-1260-C0A5-2E42-7770B247776E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3935880" y="5551680"/>
                  <a:ext cx="1926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5A92199C-006D-0B7F-5AC2-49A39F8E9A7F}"/>
                    </a:ext>
                  </a:extLst>
                </p14:cNvPr>
                <p14:cNvContentPartPr/>
                <p14:nvPr/>
              </p14:nvContentPartPr>
              <p14:xfrm>
                <a:off x="4094280" y="5614680"/>
                <a:ext cx="243000" cy="115920"/>
              </p14:xfrm>
            </p:contentPart>
          </mc:Choice>
          <mc:Fallback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5A92199C-006D-0B7F-5AC2-49A39F8E9A7F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088160" y="5608560"/>
                  <a:ext cx="2552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BBD8DBBC-C3A7-F539-4FB5-10F0F079A453}"/>
                    </a:ext>
                  </a:extLst>
                </p14:cNvPr>
                <p14:cNvContentPartPr/>
                <p14:nvPr/>
              </p14:nvContentPartPr>
              <p14:xfrm>
                <a:off x="4312800" y="5646360"/>
                <a:ext cx="246600" cy="14400"/>
              </p14:xfrm>
            </p:contentPart>
          </mc:Choice>
          <mc:Fallback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BBD8DBBC-C3A7-F539-4FB5-10F0F079A453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306680" y="5640240"/>
                  <a:ext cx="2588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47DF99F1-77F1-A543-7DE1-6E6866F094D8}"/>
                    </a:ext>
                  </a:extLst>
                </p14:cNvPr>
                <p14:cNvContentPartPr/>
                <p14:nvPr/>
              </p14:nvContentPartPr>
              <p14:xfrm>
                <a:off x="4418280" y="5584080"/>
                <a:ext cx="219240" cy="67320"/>
              </p14:xfrm>
            </p:contentPart>
          </mc:Choice>
          <mc:Fallback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47DF99F1-77F1-A543-7DE1-6E6866F094D8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412160" y="5577960"/>
                  <a:ext cx="2314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E4233D15-FAED-0905-1B1B-2EE1DC9CE232}"/>
                    </a:ext>
                  </a:extLst>
                </p14:cNvPr>
                <p14:cNvContentPartPr/>
                <p14:nvPr/>
              </p14:nvContentPartPr>
              <p14:xfrm>
                <a:off x="4475880" y="5657160"/>
                <a:ext cx="132840" cy="113400"/>
              </p14:xfrm>
            </p:contentPart>
          </mc:Choice>
          <mc:Fallback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E4233D15-FAED-0905-1B1B-2EE1DC9CE232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469760" y="5651040"/>
                  <a:ext cx="145080" cy="12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Agrupar 189">
            <a:extLst>
              <a:ext uri="{FF2B5EF4-FFF2-40B4-BE49-F238E27FC236}">
                <a16:creationId xmlns:a16="http://schemas.microsoft.com/office/drawing/2014/main" id="{7A8ED827-B32A-95F4-7D6A-CBD8D73F2A95}"/>
              </a:ext>
            </a:extLst>
          </p:cNvPr>
          <p:cNvGrpSpPr/>
          <p:nvPr/>
        </p:nvGrpSpPr>
        <p:grpSpPr>
          <a:xfrm>
            <a:off x="4952160" y="5453760"/>
            <a:ext cx="1133640" cy="453240"/>
            <a:chOff x="4952160" y="5453760"/>
            <a:chExt cx="1133640" cy="45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82" name="Tinta 181">
                  <a:extLst>
                    <a:ext uri="{FF2B5EF4-FFF2-40B4-BE49-F238E27FC236}">
                      <a16:creationId xmlns:a16="http://schemas.microsoft.com/office/drawing/2014/main" id="{5A945855-018F-5E77-16B7-071999ACCC56}"/>
                    </a:ext>
                  </a:extLst>
                </p14:cNvPr>
                <p14:cNvContentPartPr/>
                <p14:nvPr/>
              </p14:nvContentPartPr>
              <p14:xfrm>
                <a:off x="4972680" y="5453760"/>
                <a:ext cx="159840" cy="248400"/>
              </p14:xfrm>
            </p:contentPart>
          </mc:Choice>
          <mc:Fallback>
            <p:pic>
              <p:nvPicPr>
                <p:cNvPr id="182" name="Tinta 181">
                  <a:extLst>
                    <a:ext uri="{FF2B5EF4-FFF2-40B4-BE49-F238E27FC236}">
                      <a16:creationId xmlns:a16="http://schemas.microsoft.com/office/drawing/2014/main" id="{5A945855-018F-5E77-16B7-071999ACCC56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966560" y="5447640"/>
                  <a:ext cx="17208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83" name="Tinta 182">
                  <a:extLst>
                    <a:ext uri="{FF2B5EF4-FFF2-40B4-BE49-F238E27FC236}">
                      <a16:creationId xmlns:a16="http://schemas.microsoft.com/office/drawing/2014/main" id="{98AF39BB-9597-16E8-E02C-875EBFF9765D}"/>
                    </a:ext>
                  </a:extLst>
                </p14:cNvPr>
                <p14:cNvContentPartPr/>
                <p14:nvPr/>
              </p14:nvContentPartPr>
              <p14:xfrm>
                <a:off x="5076000" y="5531880"/>
                <a:ext cx="266400" cy="153720"/>
              </p14:xfrm>
            </p:contentPart>
          </mc:Choice>
          <mc:Fallback>
            <p:pic>
              <p:nvPicPr>
                <p:cNvPr id="183" name="Tinta 182">
                  <a:extLst>
                    <a:ext uri="{FF2B5EF4-FFF2-40B4-BE49-F238E27FC236}">
                      <a16:creationId xmlns:a16="http://schemas.microsoft.com/office/drawing/2014/main" id="{98AF39BB-9597-16E8-E02C-875EBFF9765D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5069880" y="5525760"/>
                  <a:ext cx="2786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2786023E-194B-14A5-A5DF-A7A565FDD8E8}"/>
                    </a:ext>
                  </a:extLst>
                </p14:cNvPr>
                <p14:cNvContentPartPr/>
                <p14:nvPr/>
              </p14:nvContentPartPr>
              <p14:xfrm>
                <a:off x="5418360" y="5508840"/>
                <a:ext cx="94320" cy="149760"/>
              </p14:xfrm>
            </p:contentPart>
          </mc:Choice>
          <mc:Fallback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2786023E-194B-14A5-A5DF-A7A565FDD8E8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5412240" y="5502720"/>
                  <a:ext cx="1065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33F1F6A8-378C-C080-88D3-0DC1BEE03F7B}"/>
                    </a:ext>
                  </a:extLst>
                </p14:cNvPr>
                <p14:cNvContentPartPr/>
                <p14:nvPr/>
              </p14:nvContentPartPr>
              <p14:xfrm>
                <a:off x="5550120" y="5533320"/>
                <a:ext cx="162360" cy="141480"/>
              </p14:xfrm>
            </p:contentPart>
          </mc:Choice>
          <mc:Fallback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33F1F6A8-378C-C080-88D3-0DC1BEE03F7B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5544000" y="5527200"/>
                  <a:ext cx="1746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9BAFE6A7-FF78-430F-C5F9-C33FEFF6077E}"/>
                    </a:ext>
                  </a:extLst>
                </p14:cNvPr>
                <p14:cNvContentPartPr/>
                <p14:nvPr/>
              </p14:nvContentPartPr>
              <p14:xfrm>
                <a:off x="5760360" y="5519640"/>
                <a:ext cx="325440" cy="188640"/>
              </p14:xfrm>
            </p:contentPart>
          </mc:Choice>
          <mc:Fallback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9BAFE6A7-FF78-430F-C5F9-C33FEFF6077E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5754240" y="5513520"/>
                  <a:ext cx="3376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87" name="Tinta 186">
                  <a:extLst>
                    <a:ext uri="{FF2B5EF4-FFF2-40B4-BE49-F238E27FC236}">
                      <a16:creationId xmlns:a16="http://schemas.microsoft.com/office/drawing/2014/main" id="{5C1CE829-B856-68C5-50C2-31906C4AAFB1}"/>
                    </a:ext>
                  </a:extLst>
                </p14:cNvPr>
                <p14:cNvContentPartPr/>
                <p14:nvPr/>
              </p14:nvContentPartPr>
              <p14:xfrm>
                <a:off x="4952160" y="5728080"/>
                <a:ext cx="1133280" cy="96840"/>
              </p14:xfrm>
            </p:contentPart>
          </mc:Choice>
          <mc:Fallback>
            <p:pic>
              <p:nvPicPr>
                <p:cNvPr id="187" name="Tinta 186">
                  <a:extLst>
                    <a:ext uri="{FF2B5EF4-FFF2-40B4-BE49-F238E27FC236}">
                      <a16:creationId xmlns:a16="http://schemas.microsoft.com/office/drawing/2014/main" id="{5C1CE829-B856-68C5-50C2-31906C4AAFB1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946040" y="5721960"/>
                  <a:ext cx="11455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88" name="Tinta 187">
                  <a:extLst>
                    <a:ext uri="{FF2B5EF4-FFF2-40B4-BE49-F238E27FC236}">
                      <a16:creationId xmlns:a16="http://schemas.microsoft.com/office/drawing/2014/main" id="{7FBC52A0-6C1D-8284-6275-0E4F7C9A7E10}"/>
                    </a:ext>
                  </a:extLst>
                </p14:cNvPr>
                <p14:cNvContentPartPr/>
                <p14:nvPr/>
              </p14:nvContentPartPr>
              <p14:xfrm>
                <a:off x="5420160" y="5770200"/>
                <a:ext cx="131400" cy="115560"/>
              </p14:xfrm>
            </p:contentPart>
          </mc:Choice>
          <mc:Fallback>
            <p:pic>
              <p:nvPicPr>
                <p:cNvPr id="188" name="Tinta 187">
                  <a:extLst>
                    <a:ext uri="{FF2B5EF4-FFF2-40B4-BE49-F238E27FC236}">
                      <a16:creationId xmlns:a16="http://schemas.microsoft.com/office/drawing/2014/main" id="{7FBC52A0-6C1D-8284-6275-0E4F7C9A7E10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5414040" y="5764080"/>
                  <a:ext cx="1436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89" name="Tinta 188">
                  <a:extLst>
                    <a:ext uri="{FF2B5EF4-FFF2-40B4-BE49-F238E27FC236}">
                      <a16:creationId xmlns:a16="http://schemas.microsoft.com/office/drawing/2014/main" id="{4C957D19-3F4E-FC70-3C1D-4A5C4425C462}"/>
                    </a:ext>
                  </a:extLst>
                </p14:cNvPr>
                <p14:cNvContentPartPr/>
                <p14:nvPr/>
              </p14:nvContentPartPr>
              <p14:xfrm>
                <a:off x="5602320" y="5799000"/>
                <a:ext cx="241560" cy="108000"/>
              </p14:xfrm>
            </p:contentPart>
          </mc:Choice>
          <mc:Fallback>
            <p:pic>
              <p:nvPicPr>
                <p:cNvPr id="189" name="Tinta 188">
                  <a:extLst>
                    <a:ext uri="{FF2B5EF4-FFF2-40B4-BE49-F238E27FC236}">
                      <a16:creationId xmlns:a16="http://schemas.microsoft.com/office/drawing/2014/main" id="{4C957D19-3F4E-FC70-3C1D-4A5C4425C462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5596200" y="5792880"/>
                  <a:ext cx="253800" cy="12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Agrupar 195">
            <a:extLst>
              <a:ext uri="{FF2B5EF4-FFF2-40B4-BE49-F238E27FC236}">
                <a16:creationId xmlns:a16="http://schemas.microsoft.com/office/drawing/2014/main" id="{34937431-FD05-B0CC-DB0A-02F99013DBF1}"/>
              </a:ext>
            </a:extLst>
          </p:cNvPr>
          <p:cNvGrpSpPr/>
          <p:nvPr/>
        </p:nvGrpSpPr>
        <p:grpSpPr>
          <a:xfrm>
            <a:off x="6493680" y="5493360"/>
            <a:ext cx="724320" cy="382320"/>
            <a:chOff x="6493680" y="5493360"/>
            <a:chExt cx="724320" cy="38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92" name="Tinta 191">
                  <a:extLst>
                    <a:ext uri="{FF2B5EF4-FFF2-40B4-BE49-F238E27FC236}">
                      <a16:creationId xmlns:a16="http://schemas.microsoft.com/office/drawing/2014/main" id="{07E367DF-6DC8-629E-EFAC-B4541903A8F6}"/>
                    </a:ext>
                  </a:extLst>
                </p14:cNvPr>
                <p14:cNvContentPartPr/>
                <p14:nvPr/>
              </p14:nvContentPartPr>
              <p14:xfrm>
                <a:off x="6493680" y="5666880"/>
                <a:ext cx="302040" cy="125280"/>
              </p14:xfrm>
            </p:contentPart>
          </mc:Choice>
          <mc:Fallback>
            <p:pic>
              <p:nvPicPr>
                <p:cNvPr id="192" name="Tinta 191">
                  <a:extLst>
                    <a:ext uri="{FF2B5EF4-FFF2-40B4-BE49-F238E27FC236}">
                      <a16:creationId xmlns:a16="http://schemas.microsoft.com/office/drawing/2014/main" id="{07E367DF-6DC8-629E-EFAC-B4541903A8F6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487560" y="5660760"/>
                  <a:ext cx="3142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93" name="Tinta 192">
                  <a:extLst>
                    <a:ext uri="{FF2B5EF4-FFF2-40B4-BE49-F238E27FC236}">
                      <a16:creationId xmlns:a16="http://schemas.microsoft.com/office/drawing/2014/main" id="{73625058-0CF3-E4C0-866F-FDCB3E40AB14}"/>
                    </a:ext>
                  </a:extLst>
                </p14:cNvPr>
                <p14:cNvContentPartPr/>
                <p14:nvPr/>
              </p14:nvContentPartPr>
              <p14:xfrm>
                <a:off x="6827760" y="5606400"/>
                <a:ext cx="75240" cy="156240"/>
              </p14:xfrm>
            </p:contentPart>
          </mc:Choice>
          <mc:Fallback>
            <p:pic>
              <p:nvPicPr>
                <p:cNvPr id="193" name="Tinta 192">
                  <a:extLst>
                    <a:ext uri="{FF2B5EF4-FFF2-40B4-BE49-F238E27FC236}">
                      <a16:creationId xmlns:a16="http://schemas.microsoft.com/office/drawing/2014/main" id="{73625058-0CF3-E4C0-866F-FDCB3E40AB14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821640" y="5600280"/>
                  <a:ext cx="874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94" name="Tinta 193">
                  <a:extLst>
                    <a:ext uri="{FF2B5EF4-FFF2-40B4-BE49-F238E27FC236}">
                      <a16:creationId xmlns:a16="http://schemas.microsoft.com/office/drawing/2014/main" id="{C3283563-90B8-934B-E133-462230F6C74F}"/>
                    </a:ext>
                  </a:extLst>
                </p14:cNvPr>
                <p14:cNvContentPartPr/>
                <p14:nvPr/>
              </p14:nvContentPartPr>
              <p14:xfrm>
                <a:off x="6902640" y="5493360"/>
                <a:ext cx="19440" cy="32760"/>
              </p14:xfrm>
            </p:contentPart>
          </mc:Choice>
          <mc:Fallback>
            <p:pic>
              <p:nvPicPr>
                <p:cNvPr id="194" name="Tinta 193">
                  <a:extLst>
                    <a:ext uri="{FF2B5EF4-FFF2-40B4-BE49-F238E27FC236}">
                      <a16:creationId xmlns:a16="http://schemas.microsoft.com/office/drawing/2014/main" id="{C3283563-90B8-934B-E133-462230F6C74F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896520" y="5487240"/>
                  <a:ext cx="316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95" name="Tinta 194">
                  <a:extLst>
                    <a:ext uri="{FF2B5EF4-FFF2-40B4-BE49-F238E27FC236}">
                      <a16:creationId xmlns:a16="http://schemas.microsoft.com/office/drawing/2014/main" id="{94E943EB-C772-C72E-15CD-019EBE046131}"/>
                    </a:ext>
                  </a:extLst>
                </p14:cNvPr>
                <p14:cNvContentPartPr/>
                <p14:nvPr/>
              </p14:nvContentPartPr>
              <p14:xfrm>
                <a:off x="6931080" y="5667960"/>
                <a:ext cx="286920" cy="207720"/>
              </p14:xfrm>
            </p:contentPart>
          </mc:Choice>
          <mc:Fallback>
            <p:pic>
              <p:nvPicPr>
                <p:cNvPr id="195" name="Tinta 194">
                  <a:extLst>
                    <a:ext uri="{FF2B5EF4-FFF2-40B4-BE49-F238E27FC236}">
                      <a16:creationId xmlns:a16="http://schemas.microsoft.com/office/drawing/2014/main" id="{94E943EB-C772-C72E-15CD-019EBE046131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6924960" y="5661840"/>
                  <a:ext cx="299160" cy="21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9">
            <p14:nvContentPartPr>
              <p14:cNvPr id="208" name="Tinta 207">
                <a:extLst>
                  <a:ext uri="{FF2B5EF4-FFF2-40B4-BE49-F238E27FC236}">
                    <a16:creationId xmlns:a16="http://schemas.microsoft.com/office/drawing/2014/main" id="{983996A8-3864-0B11-3A98-2665CDCFCFBE}"/>
                  </a:ext>
                </a:extLst>
              </p14:cNvPr>
              <p14:cNvContentPartPr/>
              <p14:nvPr/>
            </p14:nvContentPartPr>
            <p14:xfrm>
              <a:off x="1208520" y="3291960"/>
              <a:ext cx="3639240" cy="298440"/>
            </p14:xfrm>
          </p:contentPart>
        </mc:Choice>
        <mc:Fallback>
          <p:pic>
            <p:nvPicPr>
              <p:cNvPr id="208" name="Tinta 207">
                <a:extLst>
                  <a:ext uri="{FF2B5EF4-FFF2-40B4-BE49-F238E27FC236}">
                    <a16:creationId xmlns:a16="http://schemas.microsoft.com/office/drawing/2014/main" id="{983996A8-3864-0B11-3A98-2665CDCFCFBE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1202400" y="3285840"/>
                <a:ext cx="365148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1">
            <p14:nvContentPartPr>
              <p14:cNvPr id="209" name="Tinta 208">
                <a:extLst>
                  <a:ext uri="{FF2B5EF4-FFF2-40B4-BE49-F238E27FC236}">
                    <a16:creationId xmlns:a16="http://schemas.microsoft.com/office/drawing/2014/main" id="{53D3967C-5959-B86E-3FC1-1069CF8C6268}"/>
                  </a:ext>
                </a:extLst>
              </p14:cNvPr>
              <p14:cNvContentPartPr/>
              <p14:nvPr/>
            </p14:nvContentPartPr>
            <p14:xfrm>
              <a:off x="1085040" y="3647640"/>
              <a:ext cx="1229760" cy="246960"/>
            </p14:xfrm>
          </p:contentPart>
        </mc:Choice>
        <mc:Fallback>
          <p:pic>
            <p:nvPicPr>
              <p:cNvPr id="209" name="Tinta 208">
                <a:extLst>
                  <a:ext uri="{FF2B5EF4-FFF2-40B4-BE49-F238E27FC236}">
                    <a16:creationId xmlns:a16="http://schemas.microsoft.com/office/drawing/2014/main" id="{53D3967C-5959-B86E-3FC1-1069CF8C6268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1078920" y="3641520"/>
                <a:ext cx="1242000" cy="25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1" name="Agrupar 210">
            <a:extLst>
              <a:ext uri="{FF2B5EF4-FFF2-40B4-BE49-F238E27FC236}">
                <a16:creationId xmlns:a16="http://schemas.microsoft.com/office/drawing/2014/main" id="{1BDFD081-9582-0081-3136-79075E256C21}"/>
              </a:ext>
            </a:extLst>
          </p:cNvPr>
          <p:cNvGrpSpPr/>
          <p:nvPr/>
        </p:nvGrpSpPr>
        <p:grpSpPr>
          <a:xfrm>
            <a:off x="154080" y="5049480"/>
            <a:ext cx="1893600" cy="523080"/>
            <a:chOff x="154080" y="5049480"/>
            <a:chExt cx="1893600" cy="52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97" name="Tinta 196">
                  <a:extLst>
                    <a:ext uri="{FF2B5EF4-FFF2-40B4-BE49-F238E27FC236}">
                      <a16:creationId xmlns:a16="http://schemas.microsoft.com/office/drawing/2014/main" id="{1D8A384E-E82B-BEC2-C2E8-5F886D2BA74E}"/>
                    </a:ext>
                  </a:extLst>
                </p14:cNvPr>
                <p14:cNvContentPartPr/>
                <p14:nvPr/>
              </p14:nvContentPartPr>
              <p14:xfrm>
                <a:off x="304200" y="5132280"/>
                <a:ext cx="324720" cy="219960"/>
              </p14:xfrm>
            </p:contentPart>
          </mc:Choice>
          <mc:Fallback>
            <p:pic>
              <p:nvPicPr>
                <p:cNvPr id="197" name="Tinta 196">
                  <a:extLst>
                    <a:ext uri="{FF2B5EF4-FFF2-40B4-BE49-F238E27FC236}">
                      <a16:creationId xmlns:a16="http://schemas.microsoft.com/office/drawing/2014/main" id="{1D8A384E-E82B-BEC2-C2E8-5F886D2BA74E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298080" y="5126160"/>
                  <a:ext cx="3369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98" name="Tinta 197">
                  <a:extLst>
                    <a:ext uri="{FF2B5EF4-FFF2-40B4-BE49-F238E27FC236}">
                      <a16:creationId xmlns:a16="http://schemas.microsoft.com/office/drawing/2014/main" id="{E46D4B40-3A2E-B03F-0E0A-BB6A45A3AE55}"/>
                    </a:ext>
                  </a:extLst>
                </p14:cNvPr>
                <p14:cNvContentPartPr/>
                <p14:nvPr/>
              </p14:nvContentPartPr>
              <p14:xfrm>
                <a:off x="581040" y="5187000"/>
                <a:ext cx="262800" cy="162720"/>
              </p14:xfrm>
            </p:contentPart>
          </mc:Choice>
          <mc:Fallback>
            <p:pic>
              <p:nvPicPr>
                <p:cNvPr id="198" name="Tinta 197">
                  <a:extLst>
                    <a:ext uri="{FF2B5EF4-FFF2-40B4-BE49-F238E27FC236}">
                      <a16:creationId xmlns:a16="http://schemas.microsoft.com/office/drawing/2014/main" id="{E46D4B40-3A2E-B03F-0E0A-BB6A45A3AE55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574920" y="5180880"/>
                  <a:ext cx="2750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200" name="Tinta 199">
                  <a:extLst>
                    <a:ext uri="{FF2B5EF4-FFF2-40B4-BE49-F238E27FC236}">
                      <a16:creationId xmlns:a16="http://schemas.microsoft.com/office/drawing/2014/main" id="{86CA48EC-58D7-9777-1666-87F4541E3692}"/>
                    </a:ext>
                  </a:extLst>
                </p14:cNvPr>
                <p14:cNvContentPartPr/>
                <p14:nvPr/>
              </p14:nvContentPartPr>
              <p14:xfrm>
                <a:off x="960840" y="5142720"/>
                <a:ext cx="125280" cy="222480"/>
              </p14:xfrm>
            </p:contentPart>
          </mc:Choice>
          <mc:Fallback>
            <p:pic>
              <p:nvPicPr>
                <p:cNvPr id="200" name="Tinta 199">
                  <a:extLst>
                    <a:ext uri="{FF2B5EF4-FFF2-40B4-BE49-F238E27FC236}">
                      <a16:creationId xmlns:a16="http://schemas.microsoft.com/office/drawing/2014/main" id="{86CA48EC-58D7-9777-1666-87F4541E3692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954720" y="5136600"/>
                  <a:ext cx="1375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202" name="Tinta 201">
                  <a:extLst>
                    <a:ext uri="{FF2B5EF4-FFF2-40B4-BE49-F238E27FC236}">
                      <a16:creationId xmlns:a16="http://schemas.microsoft.com/office/drawing/2014/main" id="{73FF5489-D823-E46F-DA8C-2F81F540698C}"/>
                    </a:ext>
                  </a:extLst>
                </p14:cNvPr>
                <p14:cNvContentPartPr/>
                <p14:nvPr/>
              </p14:nvContentPartPr>
              <p14:xfrm>
                <a:off x="1085400" y="5269080"/>
                <a:ext cx="84960" cy="170640"/>
              </p14:xfrm>
            </p:contentPart>
          </mc:Choice>
          <mc:Fallback>
            <p:pic>
              <p:nvPicPr>
                <p:cNvPr id="202" name="Tinta 201">
                  <a:extLst>
                    <a:ext uri="{FF2B5EF4-FFF2-40B4-BE49-F238E27FC236}">
                      <a16:creationId xmlns:a16="http://schemas.microsoft.com/office/drawing/2014/main" id="{73FF5489-D823-E46F-DA8C-2F81F540698C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079280" y="5262960"/>
                  <a:ext cx="972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203" name="Tinta 202">
                  <a:extLst>
                    <a:ext uri="{FF2B5EF4-FFF2-40B4-BE49-F238E27FC236}">
                      <a16:creationId xmlns:a16="http://schemas.microsoft.com/office/drawing/2014/main" id="{2EDA01A3-18CE-D470-1647-1B03D16165E5}"/>
                    </a:ext>
                  </a:extLst>
                </p14:cNvPr>
                <p14:cNvContentPartPr/>
                <p14:nvPr/>
              </p14:nvContentPartPr>
              <p14:xfrm>
                <a:off x="1265760" y="5171160"/>
                <a:ext cx="162360" cy="220680"/>
              </p14:xfrm>
            </p:contentPart>
          </mc:Choice>
          <mc:Fallback>
            <p:pic>
              <p:nvPicPr>
                <p:cNvPr id="203" name="Tinta 202">
                  <a:extLst>
                    <a:ext uri="{FF2B5EF4-FFF2-40B4-BE49-F238E27FC236}">
                      <a16:creationId xmlns:a16="http://schemas.microsoft.com/office/drawing/2014/main" id="{2EDA01A3-18CE-D470-1647-1B03D16165E5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259640" y="5165040"/>
                  <a:ext cx="1746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204" name="Tinta 203">
                  <a:extLst>
                    <a:ext uri="{FF2B5EF4-FFF2-40B4-BE49-F238E27FC236}">
                      <a16:creationId xmlns:a16="http://schemas.microsoft.com/office/drawing/2014/main" id="{12549D5C-28DD-EFB4-E9B5-470A47E117F8}"/>
                    </a:ext>
                  </a:extLst>
                </p14:cNvPr>
                <p14:cNvContentPartPr/>
                <p14:nvPr/>
              </p14:nvContentPartPr>
              <p14:xfrm>
                <a:off x="1523160" y="5207160"/>
                <a:ext cx="200160" cy="122400"/>
              </p14:xfrm>
            </p:contentPart>
          </mc:Choice>
          <mc:Fallback>
            <p:pic>
              <p:nvPicPr>
                <p:cNvPr id="204" name="Tinta 203">
                  <a:extLst>
                    <a:ext uri="{FF2B5EF4-FFF2-40B4-BE49-F238E27FC236}">
                      <a16:creationId xmlns:a16="http://schemas.microsoft.com/office/drawing/2014/main" id="{12549D5C-28DD-EFB4-E9B5-470A47E117F8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517040" y="5201040"/>
                  <a:ext cx="2124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206" name="Tinta 205">
                  <a:extLst>
                    <a:ext uri="{FF2B5EF4-FFF2-40B4-BE49-F238E27FC236}">
                      <a16:creationId xmlns:a16="http://schemas.microsoft.com/office/drawing/2014/main" id="{67ABFAD6-FFE7-96C7-90D1-AD327AD78652}"/>
                    </a:ext>
                  </a:extLst>
                </p14:cNvPr>
                <p14:cNvContentPartPr/>
                <p14:nvPr/>
              </p14:nvContentPartPr>
              <p14:xfrm>
                <a:off x="1355040" y="5049480"/>
                <a:ext cx="692640" cy="93960"/>
              </p14:xfrm>
            </p:contentPart>
          </mc:Choice>
          <mc:Fallback>
            <p:pic>
              <p:nvPicPr>
                <p:cNvPr id="206" name="Tinta 205">
                  <a:extLst>
                    <a:ext uri="{FF2B5EF4-FFF2-40B4-BE49-F238E27FC236}">
                      <a16:creationId xmlns:a16="http://schemas.microsoft.com/office/drawing/2014/main" id="{67ABFAD6-FFE7-96C7-90D1-AD327AD78652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348920" y="5043360"/>
                  <a:ext cx="7048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210" name="Tinta 209">
                  <a:extLst>
                    <a:ext uri="{FF2B5EF4-FFF2-40B4-BE49-F238E27FC236}">
                      <a16:creationId xmlns:a16="http://schemas.microsoft.com/office/drawing/2014/main" id="{E1ED4F67-F08F-5E40-F119-F9796CB640B1}"/>
                    </a:ext>
                  </a:extLst>
                </p14:cNvPr>
                <p14:cNvContentPartPr/>
                <p14:nvPr/>
              </p14:nvContentPartPr>
              <p14:xfrm>
                <a:off x="154080" y="5461680"/>
                <a:ext cx="1690200" cy="110880"/>
              </p14:xfrm>
            </p:contentPart>
          </mc:Choice>
          <mc:Fallback>
            <p:pic>
              <p:nvPicPr>
                <p:cNvPr id="210" name="Tinta 209">
                  <a:extLst>
                    <a:ext uri="{FF2B5EF4-FFF2-40B4-BE49-F238E27FC236}">
                      <a16:creationId xmlns:a16="http://schemas.microsoft.com/office/drawing/2014/main" id="{E1ED4F67-F08F-5E40-F119-F9796CB640B1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47960" y="5455560"/>
                  <a:ext cx="1702440" cy="123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33558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DB3D55-0805-71FD-2EB0-A816A2E25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2DCFED4-5F40-BE16-CB17-2CBE9A77A4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5260" y="2069549"/>
            <a:ext cx="4723249" cy="2952031"/>
          </a:xfr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80242CE5-8F49-CAC7-2281-46EEE5EBC6BF}"/>
              </a:ext>
            </a:extLst>
          </p:cNvPr>
          <p:cNvGrpSpPr/>
          <p:nvPr/>
        </p:nvGrpSpPr>
        <p:grpSpPr>
          <a:xfrm>
            <a:off x="5823000" y="2674920"/>
            <a:ext cx="385200" cy="220680"/>
            <a:chOff x="5823000" y="2674920"/>
            <a:chExt cx="385200" cy="22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003CF398-E763-886D-4EC0-AF81E852387A}"/>
                    </a:ext>
                  </a:extLst>
                </p14:cNvPr>
                <p14:cNvContentPartPr/>
                <p14:nvPr/>
              </p14:nvContentPartPr>
              <p14:xfrm>
                <a:off x="5823000" y="2753400"/>
                <a:ext cx="281160" cy="6516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003CF398-E763-886D-4EC0-AF81E852387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816880" y="2747280"/>
                  <a:ext cx="2934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2908C759-D5C7-ECD3-6BEF-F86A92EEFD51}"/>
                    </a:ext>
                  </a:extLst>
                </p14:cNvPr>
                <p14:cNvContentPartPr/>
                <p14:nvPr/>
              </p14:nvContentPartPr>
              <p14:xfrm>
                <a:off x="5960160" y="2785800"/>
                <a:ext cx="190440" cy="109800"/>
              </p14:xfrm>
            </p:contentPart>
          </mc:Choice>
          <mc:Fallback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2908C759-D5C7-ECD3-6BEF-F86A92EEFD5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954040" y="2779680"/>
                  <a:ext cx="2026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6F4BBB98-F3BB-1902-D24D-8E60FFD34C07}"/>
                    </a:ext>
                  </a:extLst>
                </p14:cNvPr>
                <p14:cNvContentPartPr/>
                <p14:nvPr/>
              </p14:nvContentPartPr>
              <p14:xfrm>
                <a:off x="5941080" y="2681760"/>
                <a:ext cx="116280" cy="21168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6F4BBB98-F3BB-1902-D24D-8E60FFD34C0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934960" y="2675640"/>
                  <a:ext cx="1285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5B269721-B578-B18C-B091-82A82C953754}"/>
                    </a:ext>
                  </a:extLst>
                </p14:cNvPr>
                <p14:cNvContentPartPr/>
                <p14:nvPr/>
              </p14:nvContentPartPr>
              <p14:xfrm>
                <a:off x="5950440" y="2674920"/>
                <a:ext cx="257760" cy="14220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5B269721-B578-B18C-B091-82A82C95375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944320" y="2668800"/>
                  <a:ext cx="270000" cy="15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1" name="Tinta 10">
                <a:extLst>
                  <a:ext uri="{FF2B5EF4-FFF2-40B4-BE49-F238E27FC236}">
                    <a16:creationId xmlns:a16="http://schemas.microsoft.com/office/drawing/2014/main" id="{923FEFCB-0DB8-8D04-EE1F-A7220A5E2C60}"/>
                  </a:ext>
                </a:extLst>
              </p14:cNvPr>
              <p14:cNvContentPartPr/>
              <p14:nvPr/>
            </p14:nvContentPartPr>
            <p14:xfrm>
              <a:off x="2485080" y="2397000"/>
              <a:ext cx="1284480" cy="51480"/>
            </p14:xfrm>
          </p:contentPart>
        </mc:Choice>
        <mc:Fallback>
          <p:pic>
            <p:nvPicPr>
              <p:cNvPr id="11" name="Tinta 10">
                <a:extLst>
                  <a:ext uri="{FF2B5EF4-FFF2-40B4-BE49-F238E27FC236}">
                    <a16:creationId xmlns:a16="http://schemas.microsoft.com/office/drawing/2014/main" id="{923FEFCB-0DB8-8D04-EE1F-A7220A5E2C6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478960" y="2390880"/>
                <a:ext cx="1296720" cy="63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Agrupar 19">
            <a:extLst>
              <a:ext uri="{FF2B5EF4-FFF2-40B4-BE49-F238E27FC236}">
                <a16:creationId xmlns:a16="http://schemas.microsoft.com/office/drawing/2014/main" id="{47213DAC-FD48-3E73-658C-0742EA8DDC97}"/>
              </a:ext>
            </a:extLst>
          </p:cNvPr>
          <p:cNvGrpSpPr/>
          <p:nvPr/>
        </p:nvGrpSpPr>
        <p:grpSpPr>
          <a:xfrm>
            <a:off x="7008480" y="1882920"/>
            <a:ext cx="1075680" cy="346320"/>
            <a:chOff x="7008480" y="1882920"/>
            <a:chExt cx="1075680" cy="34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9BD88F63-3876-A0FB-8C35-45BE3E25D121}"/>
                    </a:ext>
                  </a:extLst>
                </p14:cNvPr>
                <p14:cNvContentPartPr/>
                <p14:nvPr/>
              </p14:nvContentPartPr>
              <p14:xfrm>
                <a:off x="7008480" y="1885080"/>
                <a:ext cx="210240" cy="20304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9BD88F63-3876-A0FB-8C35-45BE3E25D12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002360" y="1878960"/>
                  <a:ext cx="2224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4C08CDA4-184D-6E9D-92E5-A9A9907CE58C}"/>
                    </a:ext>
                  </a:extLst>
                </p14:cNvPr>
                <p14:cNvContentPartPr/>
                <p14:nvPr/>
              </p14:nvContentPartPr>
              <p14:xfrm>
                <a:off x="7217640" y="1882920"/>
                <a:ext cx="161640" cy="900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4C08CDA4-184D-6E9D-92E5-A9A9907CE58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211520" y="1876800"/>
                  <a:ext cx="1738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D4F4D74B-FBFA-7DFC-4A2A-A075E972D837}"/>
                    </a:ext>
                  </a:extLst>
                </p14:cNvPr>
                <p14:cNvContentPartPr/>
                <p14:nvPr/>
              </p14:nvContentPartPr>
              <p14:xfrm>
                <a:off x="7149960" y="1933680"/>
                <a:ext cx="227880" cy="1260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D4F4D74B-FBFA-7DFC-4A2A-A075E972D83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143840" y="1927560"/>
                  <a:ext cx="2401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A6458AED-9FD7-09EC-1B39-26849D3D2CCB}"/>
                    </a:ext>
                  </a:extLst>
                </p14:cNvPr>
                <p14:cNvContentPartPr/>
                <p14:nvPr/>
              </p14:nvContentPartPr>
              <p14:xfrm>
                <a:off x="7378920" y="2103600"/>
                <a:ext cx="105840" cy="125640"/>
              </p14:xfrm>
            </p:contentPart>
          </mc:Choice>
          <mc:Fallback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A6458AED-9FD7-09EC-1B39-26849D3D2CC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372800" y="2097480"/>
                  <a:ext cx="1180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CA9796C7-B4F2-33CF-B33A-131EE8BC8F1A}"/>
                    </a:ext>
                  </a:extLst>
                </p14:cNvPr>
                <p14:cNvContentPartPr/>
                <p14:nvPr/>
              </p14:nvContentPartPr>
              <p14:xfrm>
                <a:off x="7512840" y="2072280"/>
                <a:ext cx="113040" cy="5400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CA9796C7-B4F2-33CF-B33A-131EE8BC8F1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506720" y="2066160"/>
                  <a:ext cx="1252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CE2883BF-B88C-6FDC-0622-AD4108FF8790}"/>
                    </a:ext>
                  </a:extLst>
                </p14:cNvPr>
                <p14:cNvContentPartPr/>
                <p14:nvPr/>
              </p14:nvContentPartPr>
              <p14:xfrm>
                <a:off x="7941600" y="1985880"/>
                <a:ext cx="142560" cy="2016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CE2883BF-B88C-6FDC-0622-AD4108FF879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935480" y="1979760"/>
                  <a:ext cx="1548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B58B239D-52B0-DFB7-9043-BB0417390EF4}"/>
                    </a:ext>
                  </a:extLst>
                </p14:cNvPr>
                <p14:cNvContentPartPr/>
                <p14:nvPr/>
              </p14:nvContentPartPr>
              <p14:xfrm>
                <a:off x="7751520" y="2063280"/>
                <a:ext cx="200160" cy="1872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B58B239D-52B0-DFB7-9043-BB0417390EF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745400" y="2057160"/>
                  <a:ext cx="21240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E2C4DC7E-2F49-823C-074F-BC36FC22B3AD}"/>
              </a:ext>
            </a:extLst>
          </p:cNvPr>
          <p:cNvGrpSpPr/>
          <p:nvPr/>
        </p:nvGrpSpPr>
        <p:grpSpPr>
          <a:xfrm>
            <a:off x="6387840" y="2643960"/>
            <a:ext cx="254160" cy="257400"/>
            <a:chOff x="6387840" y="2643960"/>
            <a:chExt cx="254160" cy="25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E950BC2F-0BA0-DD16-E6F0-14CFBF62D2DC}"/>
                    </a:ext>
                  </a:extLst>
                </p14:cNvPr>
                <p14:cNvContentPartPr/>
                <p14:nvPr/>
              </p14:nvContentPartPr>
              <p14:xfrm>
                <a:off x="6387840" y="2643960"/>
                <a:ext cx="254160" cy="25740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E950BC2F-0BA0-DD16-E6F0-14CFBF62D2D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381720" y="2637840"/>
                  <a:ext cx="26640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34E26ED7-6475-8A2C-FE43-2A8ECA4CA0D5}"/>
                    </a:ext>
                  </a:extLst>
                </p14:cNvPr>
                <p14:cNvContentPartPr/>
                <p14:nvPr/>
              </p14:nvContentPartPr>
              <p14:xfrm>
                <a:off x="6455520" y="2696520"/>
                <a:ext cx="134640" cy="1872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34E26ED7-6475-8A2C-FE43-2A8ECA4CA0D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449400" y="2690400"/>
                  <a:ext cx="14688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Agrupar 44">
            <a:extLst>
              <a:ext uri="{FF2B5EF4-FFF2-40B4-BE49-F238E27FC236}">
                <a16:creationId xmlns:a16="http://schemas.microsoft.com/office/drawing/2014/main" id="{4DEE0774-87BC-A668-53C3-2429E0B195F0}"/>
              </a:ext>
            </a:extLst>
          </p:cNvPr>
          <p:cNvGrpSpPr/>
          <p:nvPr/>
        </p:nvGrpSpPr>
        <p:grpSpPr>
          <a:xfrm>
            <a:off x="5837400" y="3091440"/>
            <a:ext cx="971640" cy="259560"/>
            <a:chOff x="5837400" y="3091440"/>
            <a:chExt cx="971640" cy="25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FFE5543E-34C6-9DE0-D160-59814BAAB870}"/>
                    </a:ext>
                  </a:extLst>
                </p14:cNvPr>
                <p14:cNvContentPartPr/>
                <p14:nvPr/>
              </p14:nvContentPartPr>
              <p14:xfrm>
                <a:off x="5837400" y="3148320"/>
                <a:ext cx="390240" cy="113400"/>
              </p14:xfrm>
            </p:contentPart>
          </mc:Choice>
          <mc:Fallback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FFE5543E-34C6-9DE0-D160-59814BAAB87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831280" y="3142200"/>
                  <a:ext cx="4024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A7F1E12E-208C-FF3B-7B79-4B0F6856D3D2}"/>
                    </a:ext>
                  </a:extLst>
                </p14:cNvPr>
                <p14:cNvContentPartPr/>
                <p14:nvPr/>
              </p14:nvContentPartPr>
              <p14:xfrm>
                <a:off x="6236640" y="3210600"/>
                <a:ext cx="48240" cy="8352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A7F1E12E-208C-FF3B-7B79-4B0F6856D3D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230520" y="3204480"/>
                  <a:ext cx="604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CA541E67-B9E6-E059-4F0D-DD8AD37E56D0}"/>
                    </a:ext>
                  </a:extLst>
                </p14:cNvPr>
                <p14:cNvContentPartPr/>
                <p14:nvPr/>
              </p14:nvContentPartPr>
              <p14:xfrm>
                <a:off x="6123240" y="3200880"/>
                <a:ext cx="219240" cy="10116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CA541E67-B9E6-E059-4F0D-DD8AD37E56D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117120" y="3194760"/>
                  <a:ext cx="2314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0F852E1E-F06C-6844-89EA-C083CD6D559C}"/>
                    </a:ext>
                  </a:extLst>
                </p14:cNvPr>
                <p14:cNvContentPartPr/>
                <p14:nvPr/>
              </p14:nvContentPartPr>
              <p14:xfrm>
                <a:off x="6027120" y="3170280"/>
                <a:ext cx="219600" cy="14976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0F852E1E-F06C-6844-89EA-C083CD6D559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021000" y="3164160"/>
                  <a:ext cx="2318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8E8C0E06-11F8-1288-61B5-B911D68123AA}"/>
                    </a:ext>
                  </a:extLst>
                </p14:cNvPr>
                <p14:cNvContentPartPr/>
                <p14:nvPr/>
              </p14:nvContentPartPr>
              <p14:xfrm>
                <a:off x="6474600" y="3093240"/>
                <a:ext cx="105840" cy="25776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8E8C0E06-11F8-1288-61B5-B911D68123A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468480" y="3087120"/>
                  <a:ext cx="11808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EEDE4666-443D-6F11-2E52-C90FEB1E73ED}"/>
                    </a:ext>
                  </a:extLst>
                </p14:cNvPr>
                <p14:cNvContentPartPr/>
                <p14:nvPr/>
              </p14:nvContentPartPr>
              <p14:xfrm>
                <a:off x="6635880" y="3091440"/>
                <a:ext cx="173160" cy="14400"/>
              </p14:xfrm>
            </p:contentPart>
          </mc:Choice>
          <mc:Fallback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EEDE4666-443D-6F11-2E52-C90FEB1E73E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629760" y="3085320"/>
                  <a:ext cx="1854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1A6ECE9D-E266-39C0-89B5-F941B9AF6597}"/>
                    </a:ext>
                  </a:extLst>
                </p14:cNvPr>
                <p14:cNvContentPartPr/>
                <p14:nvPr/>
              </p14:nvContentPartPr>
              <p14:xfrm>
                <a:off x="6626160" y="3162360"/>
                <a:ext cx="67680" cy="2664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1A6ECE9D-E266-39C0-89B5-F941B9AF659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620040" y="3156240"/>
                  <a:ext cx="7992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Agrupar 49">
            <a:extLst>
              <a:ext uri="{FF2B5EF4-FFF2-40B4-BE49-F238E27FC236}">
                <a16:creationId xmlns:a16="http://schemas.microsoft.com/office/drawing/2014/main" id="{47E60BE9-5798-646B-2868-BB445DBF2014}"/>
              </a:ext>
            </a:extLst>
          </p:cNvPr>
          <p:cNvGrpSpPr/>
          <p:nvPr/>
        </p:nvGrpSpPr>
        <p:grpSpPr>
          <a:xfrm>
            <a:off x="5570280" y="3530280"/>
            <a:ext cx="505800" cy="144000"/>
            <a:chOff x="5570280" y="3530280"/>
            <a:chExt cx="505800" cy="14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F4A077AA-1345-086F-FEA3-4A8B8BC2ED68}"/>
                    </a:ext>
                  </a:extLst>
                </p14:cNvPr>
                <p14:cNvContentPartPr/>
                <p14:nvPr/>
              </p14:nvContentPartPr>
              <p14:xfrm>
                <a:off x="5570280" y="3531000"/>
                <a:ext cx="466920" cy="68760"/>
              </p14:xfrm>
            </p:contentPart>
          </mc:Choice>
          <mc:Fallback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F4A077AA-1345-086F-FEA3-4A8B8BC2ED6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564160" y="3524880"/>
                  <a:ext cx="4791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21D15065-8216-59AE-054B-6A399226321C}"/>
                    </a:ext>
                  </a:extLst>
                </p14:cNvPr>
                <p14:cNvContentPartPr/>
                <p14:nvPr/>
              </p14:nvContentPartPr>
              <p14:xfrm>
                <a:off x="5969160" y="3587520"/>
                <a:ext cx="106920" cy="21600"/>
              </p14:xfrm>
            </p:contentPart>
          </mc:Choice>
          <mc:Fallback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21D15065-8216-59AE-054B-6A399226321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963040" y="3581400"/>
                  <a:ext cx="1191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7C7BF5D7-31B8-209B-10CE-07D18CB1FDF4}"/>
                    </a:ext>
                  </a:extLst>
                </p14:cNvPr>
                <p14:cNvContentPartPr/>
                <p14:nvPr/>
              </p14:nvContentPartPr>
              <p14:xfrm>
                <a:off x="5913720" y="3530280"/>
                <a:ext cx="141120" cy="144000"/>
              </p14:xfrm>
            </p:contentPart>
          </mc:Choice>
          <mc:Fallback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7C7BF5D7-31B8-209B-10CE-07D18CB1FDF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907600" y="3524160"/>
                  <a:ext cx="153360" cy="15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Agrupar 52">
            <a:extLst>
              <a:ext uri="{FF2B5EF4-FFF2-40B4-BE49-F238E27FC236}">
                <a16:creationId xmlns:a16="http://schemas.microsoft.com/office/drawing/2014/main" id="{FCF75BA4-9CE1-DE0B-7108-9D1FDD1A3547}"/>
              </a:ext>
            </a:extLst>
          </p:cNvPr>
          <p:cNvGrpSpPr/>
          <p:nvPr/>
        </p:nvGrpSpPr>
        <p:grpSpPr>
          <a:xfrm>
            <a:off x="6294240" y="3518400"/>
            <a:ext cx="419040" cy="233280"/>
            <a:chOff x="6294240" y="3518400"/>
            <a:chExt cx="419040" cy="23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EBEAAE5B-B90E-0924-4D30-F36B7C9E4B30}"/>
                    </a:ext>
                  </a:extLst>
                </p14:cNvPr>
                <p14:cNvContentPartPr/>
                <p14:nvPr/>
              </p14:nvContentPartPr>
              <p14:xfrm>
                <a:off x="6294240" y="3518400"/>
                <a:ext cx="399960" cy="233280"/>
              </p14:xfrm>
            </p:contentPart>
          </mc:Choice>
          <mc:Fallback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EBEAAE5B-B90E-0924-4D30-F36B7C9E4B3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288120" y="3512280"/>
                  <a:ext cx="4122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D0E97560-B6FC-8C2B-776F-BF7A18C73339}"/>
                    </a:ext>
                  </a:extLst>
                </p14:cNvPr>
                <p14:cNvContentPartPr/>
                <p14:nvPr/>
              </p14:nvContentPartPr>
              <p14:xfrm>
                <a:off x="6484320" y="3572760"/>
                <a:ext cx="228960" cy="2664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D0E97560-B6FC-8C2B-776F-BF7A18C7333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478200" y="3566640"/>
                  <a:ext cx="24120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Agrupar 55">
            <a:extLst>
              <a:ext uri="{FF2B5EF4-FFF2-40B4-BE49-F238E27FC236}">
                <a16:creationId xmlns:a16="http://schemas.microsoft.com/office/drawing/2014/main" id="{D7A3E036-D44B-1276-215C-F5318154DA8B}"/>
              </a:ext>
            </a:extLst>
          </p:cNvPr>
          <p:cNvGrpSpPr/>
          <p:nvPr/>
        </p:nvGrpSpPr>
        <p:grpSpPr>
          <a:xfrm>
            <a:off x="5693400" y="3916920"/>
            <a:ext cx="401760" cy="163080"/>
            <a:chOff x="5693400" y="3916920"/>
            <a:chExt cx="401760" cy="16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BE886AD3-920D-511E-C101-95E836084E52}"/>
                    </a:ext>
                  </a:extLst>
                </p14:cNvPr>
                <p14:cNvContentPartPr/>
                <p14:nvPr/>
              </p14:nvContentPartPr>
              <p14:xfrm>
                <a:off x="5693400" y="3916920"/>
                <a:ext cx="363240" cy="88920"/>
              </p14:xfrm>
            </p:contentPart>
          </mc:Choice>
          <mc:Fallback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BE886AD3-920D-511E-C101-95E836084E5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687280" y="3910800"/>
                  <a:ext cx="3754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B79A2FBE-66F7-580F-E435-359F4A49DE84}"/>
                    </a:ext>
                  </a:extLst>
                </p14:cNvPr>
                <p14:cNvContentPartPr/>
                <p14:nvPr/>
              </p14:nvContentPartPr>
              <p14:xfrm>
                <a:off x="5848560" y="3943920"/>
                <a:ext cx="246600" cy="136080"/>
              </p14:xfrm>
            </p:contentPart>
          </mc:Choice>
          <mc:Fallback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B79A2FBE-66F7-580F-E435-359F4A49DE8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842440" y="3937800"/>
                  <a:ext cx="258840" cy="14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60" name="Tinta 59">
                <a:extLst>
                  <a:ext uri="{FF2B5EF4-FFF2-40B4-BE49-F238E27FC236}">
                    <a16:creationId xmlns:a16="http://schemas.microsoft.com/office/drawing/2014/main" id="{9FC2D9ED-7C41-4096-1DA7-387D6F7F668A}"/>
                  </a:ext>
                </a:extLst>
              </p14:cNvPr>
              <p14:cNvContentPartPr/>
              <p14:nvPr/>
            </p14:nvContentPartPr>
            <p14:xfrm>
              <a:off x="10026360" y="3126360"/>
              <a:ext cx="534960" cy="226440"/>
            </p14:xfrm>
          </p:contentPart>
        </mc:Choice>
        <mc:Fallback>
          <p:pic>
            <p:nvPicPr>
              <p:cNvPr id="60" name="Tinta 59">
                <a:extLst>
                  <a:ext uri="{FF2B5EF4-FFF2-40B4-BE49-F238E27FC236}">
                    <a16:creationId xmlns:a16="http://schemas.microsoft.com/office/drawing/2014/main" id="{9FC2D9ED-7C41-4096-1DA7-387D6F7F668A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0020240" y="3120240"/>
                <a:ext cx="547200" cy="23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Agrupar 88">
            <a:extLst>
              <a:ext uri="{FF2B5EF4-FFF2-40B4-BE49-F238E27FC236}">
                <a16:creationId xmlns:a16="http://schemas.microsoft.com/office/drawing/2014/main" id="{543550DE-36F6-1459-7DBC-9D4EF6B5DE6F}"/>
              </a:ext>
            </a:extLst>
          </p:cNvPr>
          <p:cNvGrpSpPr/>
          <p:nvPr/>
        </p:nvGrpSpPr>
        <p:grpSpPr>
          <a:xfrm>
            <a:off x="8218080" y="3032040"/>
            <a:ext cx="2162160" cy="1059120"/>
            <a:chOff x="8218080" y="3032040"/>
            <a:chExt cx="2162160" cy="105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B218CE61-385E-37D0-CB93-573E09DA8506}"/>
                    </a:ext>
                  </a:extLst>
                </p14:cNvPr>
                <p14:cNvContentPartPr/>
                <p14:nvPr/>
              </p14:nvContentPartPr>
              <p14:xfrm>
                <a:off x="10170000" y="3183960"/>
                <a:ext cx="91800" cy="184680"/>
              </p14:xfrm>
            </p:contentPart>
          </mc:Choice>
          <mc:Fallback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B218CE61-385E-37D0-CB93-573E09DA850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163880" y="3177840"/>
                  <a:ext cx="1040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7C140A65-41A9-8193-694A-8E629E9A899E}"/>
                    </a:ext>
                  </a:extLst>
                </p14:cNvPr>
                <p14:cNvContentPartPr/>
                <p14:nvPr/>
              </p14:nvContentPartPr>
              <p14:xfrm>
                <a:off x="10274040" y="3150120"/>
                <a:ext cx="29160" cy="6480"/>
              </p14:xfrm>
            </p:contentPart>
          </mc:Choice>
          <mc:Fallback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7C140A65-41A9-8193-694A-8E629E9A899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267920" y="3144000"/>
                  <a:ext cx="414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989C311C-7603-5403-2C2B-FE233816B10C}"/>
                    </a:ext>
                  </a:extLst>
                </p14:cNvPr>
                <p14:cNvContentPartPr/>
                <p14:nvPr/>
              </p14:nvContentPartPr>
              <p14:xfrm>
                <a:off x="10170360" y="3162360"/>
                <a:ext cx="150480" cy="5616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989C311C-7603-5403-2C2B-FE233816B10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164240" y="3156240"/>
                  <a:ext cx="1627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E076387D-D90E-8538-133F-574A098A9DDB}"/>
                    </a:ext>
                  </a:extLst>
                </p14:cNvPr>
                <p14:cNvContentPartPr/>
                <p14:nvPr/>
              </p14:nvContentPartPr>
              <p14:xfrm>
                <a:off x="9645120" y="3366480"/>
                <a:ext cx="172440" cy="27180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E076387D-D90E-8538-133F-574A098A9DD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639000" y="3360360"/>
                  <a:ext cx="18468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3A7B160F-E7CA-B204-DC4C-8FCF4AF611E1}"/>
                    </a:ext>
                  </a:extLst>
                </p14:cNvPr>
                <p14:cNvContentPartPr/>
                <p14:nvPr/>
              </p14:nvContentPartPr>
              <p14:xfrm>
                <a:off x="9820800" y="3330120"/>
                <a:ext cx="559440" cy="345600"/>
              </p14:xfrm>
            </p:contentPart>
          </mc:Choice>
          <mc:Fallback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3A7B160F-E7CA-B204-DC4C-8FCF4AF611E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814680" y="3324000"/>
                  <a:ext cx="57168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64E1D4A3-893E-420E-A533-756820A7A257}"/>
                    </a:ext>
                  </a:extLst>
                </p14:cNvPr>
                <p14:cNvContentPartPr/>
                <p14:nvPr/>
              </p14:nvContentPartPr>
              <p14:xfrm>
                <a:off x="8218080" y="3745200"/>
                <a:ext cx="1657440" cy="345960"/>
              </p14:xfrm>
            </p:contentPart>
          </mc:Choice>
          <mc:Fallback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64E1D4A3-893E-420E-A533-756820A7A25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211960" y="3739080"/>
                  <a:ext cx="166968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19F0D32E-1F43-65E5-E704-9A678B187E73}"/>
                    </a:ext>
                  </a:extLst>
                </p14:cNvPr>
                <p14:cNvContentPartPr/>
                <p14:nvPr/>
              </p14:nvContentPartPr>
              <p14:xfrm>
                <a:off x="8712720" y="3348840"/>
                <a:ext cx="163080" cy="8244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19F0D32E-1F43-65E5-E704-9A678B187E7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706600" y="3342720"/>
                  <a:ext cx="17532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842EE2FA-2402-27B4-BB30-7A922CB26A8F}"/>
                    </a:ext>
                  </a:extLst>
                </p14:cNvPr>
                <p14:cNvContentPartPr/>
                <p14:nvPr/>
              </p14:nvContentPartPr>
              <p14:xfrm>
                <a:off x="8513640" y="3443520"/>
                <a:ext cx="248040" cy="9504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842EE2FA-2402-27B4-BB30-7A922CB26A8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507520" y="3437400"/>
                  <a:ext cx="2602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35CE56B7-6691-8A55-5B47-0CE5A8571262}"/>
                    </a:ext>
                  </a:extLst>
                </p14:cNvPr>
                <p14:cNvContentPartPr/>
                <p14:nvPr/>
              </p14:nvContentPartPr>
              <p14:xfrm>
                <a:off x="8816760" y="3437400"/>
                <a:ext cx="173160" cy="12204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35CE56B7-6691-8A55-5B47-0CE5A8571262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810640" y="3431280"/>
                  <a:ext cx="1854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7E87D5F7-17B2-3542-A7A3-9EFECB69693F}"/>
                    </a:ext>
                  </a:extLst>
                </p14:cNvPr>
                <p14:cNvContentPartPr/>
                <p14:nvPr/>
              </p14:nvContentPartPr>
              <p14:xfrm>
                <a:off x="8713080" y="3453240"/>
                <a:ext cx="75600" cy="12312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7E87D5F7-17B2-3542-A7A3-9EFECB69693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706960" y="3447120"/>
                  <a:ext cx="878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51D62907-56BF-98FC-7363-F4D03F85A552}"/>
                    </a:ext>
                  </a:extLst>
                </p14:cNvPr>
                <p14:cNvContentPartPr/>
                <p14:nvPr/>
              </p14:nvContentPartPr>
              <p14:xfrm>
                <a:off x="8398080" y="3496080"/>
                <a:ext cx="380520" cy="23616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51D62907-56BF-98FC-7363-F4D03F85A55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391960" y="3489960"/>
                  <a:ext cx="3927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A70D3014-4F03-3C7B-845A-22E233500518}"/>
                    </a:ext>
                  </a:extLst>
                </p14:cNvPr>
                <p14:cNvContentPartPr/>
                <p14:nvPr/>
              </p14:nvContentPartPr>
              <p14:xfrm>
                <a:off x="8714880" y="3605160"/>
                <a:ext cx="131400" cy="15948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A70D3014-4F03-3C7B-845A-22E233500518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708760" y="3599040"/>
                  <a:ext cx="1436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26EC2B37-41AA-FE21-0062-B6C4B417FC77}"/>
                    </a:ext>
                  </a:extLst>
                </p14:cNvPr>
                <p14:cNvContentPartPr/>
                <p14:nvPr/>
              </p14:nvContentPartPr>
              <p14:xfrm>
                <a:off x="8731800" y="3613440"/>
                <a:ext cx="124200" cy="18684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26EC2B37-41AA-FE21-0062-B6C4B417FC7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725680" y="3607320"/>
                  <a:ext cx="1364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5618BBC6-7D10-108B-736C-9E8EF9DF9A79}"/>
                    </a:ext>
                  </a:extLst>
                </p14:cNvPr>
                <p14:cNvContentPartPr/>
                <p14:nvPr/>
              </p14:nvContentPartPr>
              <p14:xfrm>
                <a:off x="8694000" y="3506160"/>
                <a:ext cx="113760" cy="7164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5618BBC6-7D10-108B-736C-9E8EF9DF9A7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687880" y="3500040"/>
                  <a:ext cx="1260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17F78A91-125E-353E-7F3B-83AEC8099BFE}"/>
                    </a:ext>
                  </a:extLst>
                </p14:cNvPr>
                <p14:cNvContentPartPr/>
                <p14:nvPr/>
              </p14:nvContentPartPr>
              <p14:xfrm>
                <a:off x="8349480" y="3572760"/>
                <a:ext cx="373680" cy="50868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17F78A91-125E-353E-7F3B-83AEC8099BF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343360" y="3566640"/>
                  <a:ext cx="38592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1573851E-4EC6-8677-3234-F1F43D3C3110}"/>
                    </a:ext>
                  </a:extLst>
                </p14:cNvPr>
                <p14:cNvContentPartPr/>
                <p14:nvPr/>
              </p14:nvContentPartPr>
              <p14:xfrm>
                <a:off x="8278560" y="3953640"/>
                <a:ext cx="225720" cy="9360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1573851E-4EC6-8677-3234-F1F43D3C311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272440" y="3947520"/>
                  <a:ext cx="2379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D9334143-B902-9A88-C086-30B451C44D89}"/>
                    </a:ext>
                  </a:extLst>
                </p14:cNvPr>
                <p14:cNvContentPartPr/>
                <p14:nvPr/>
              </p14:nvContentPartPr>
              <p14:xfrm>
                <a:off x="8384040" y="3995400"/>
                <a:ext cx="140040" cy="6984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D9334143-B902-9A88-C086-30B451C44D89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377920" y="3989280"/>
                  <a:ext cx="1522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36A6A89E-30A5-BCCC-E6A4-CEF7D1E40C7E}"/>
                    </a:ext>
                  </a:extLst>
                </p14:cNvPr>
                <p14:cNvContentPartPr/>
                <p14:nvPr/>
              </p14:nvContentPartPr>
              <p14:xfrm>
                <a:off x="8807400" y="3853920"/>
                <a:ext cx="238320" cy="199080"/>
              </p14:xfrm>
            </p:contentPart>
          </mc:Choice>
          <mc:Fallback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36A6A89E-30A5-BCCC-E6A4-CEF7D1E40C7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801280" y="3847800"/>
                  <a:ext cx="2505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E839DD7F-F94E-2037-10A9-80387CA1EF92}"/>
                    </a:ext>
                  </a:extLst>
                </p14:cNvPr>
                <p14:cNvContentPartPr/>
                <p14:nvPr/>
              </p14:nvContentPartPr>
              <p14:xfrm>
                <a:off x="8955360" y="3860040"/>
                <a:ext cx="221400" cy="11988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E839DD7F-F94E-2037-10A9-80387CA1EF9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949240" y="3853920"/>
                  <a:ext cx="2336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3FA3CE38-3DF3-4458-DD0E-993E6E75F056}"/>
                    </a:ext>
                  </a:extLst>
                </p14:cNvPr>
                <p14:cNvContentPartPr/>
                <p14:nvPr/>
              </p14:nvContentPartPr>
              <p14:xfrm>
                <a:off x="8369640" y="3732600"/>
                <a:ext cx="19800" cy="1764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3FA3CE38-3DF3-4458-DD0E-993E6E75F05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363520" y="3726480"/>
                  <a:ext cx="320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A1991266-B9B8-1656-47D4-5AE20B5DF842}"/>
                    </a:ext>
                  </a:extLst>
                </p14:cNvPr>
                <p14:cNvContentPartPr/>
                <p14:nvPr/>
              </p14:nvContentPartPr>
              <p14:xfrm>
                <a:off x="8589960" y="3032040"/>
                <a:ext cx="495000" cy="777960"/>
              </p14:xfrm>
            </p:contentPart>
          </mc:Choice>
          <mc:Fallback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A1991266-B9B8-1656-47D4-5AE20B5DF84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583840" y="3025920"/>
                  <a:ext cx="507240" cy="79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E28A67AB-B393-51B8-9BBE-E1DA865BE7C8}"/>
                    </a:ext>
                  </a:extLst>
                </p14:cNvPr>
                <p14:cNvContentPartPr/>
                <p14:nvPr/>
              </p14:nvContentPartPr>
              <p14:xfrm>
                <a:off x="8879040" y="3044280"/>
                <a:ext cx="272160" cy="10116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E28A67AB-B393-51B8-9BBE-E1DA865BE7C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872920" y="3038160"/>
                  <a:ext cx="2844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F8926612-A2B0-1817-02E2-7D33F30ED523}"/>
                    </a:ext>
                  </a:extLst>
                </p14:cNvPr>
                <p14:cNvContentPartPr/>
                <p14:nvPr/>
              </p14:nvContentPartPr>
              <p14:xfrm>
                <a:off x="9217800" y="3158040"/>
                <a:ext cx="266040" cy="14796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F8926612-A2B0-1817-02E2-7D33F30ED52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211680" y="3151920"/>
                  <a:ext cx="2782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44039C51-58E7-5DAE-92F8-02E41CE785AF}"/>
                    </a:ext>
                  </a:extLst>
                </p14:cNvPr>
                <p14:cNvContentPartPr/>
                <p14:nvPr/>
              </p14:nvContentPartPr>
              <p14:xfrm>
                <a:off x="9189000" y="3114480"/>
                <a:ext cx="418320" cy="21996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44039C51-58E7-5DAE-92F8-02E41CE785A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182880" y="3108360"/>
                  <a:ext cx="430560" cy="23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93" name="Tinta 92">
                <a:extLst>
                  <a:ext uri="{FF2B5EF4-FFF2-40B4-BE49-F238E27FC236}">
                    <a16:creationId xmlns:a16="http://schemas.microsoft.com/office/drawing/2014/main" id="{C04E22E8-3EA8-9BE8-1F3A-DC5E4181597E}"/>
                  </a:ext>
                </a:extLst>
              </p14:cNvPr>
              <p14:cNvContentPartPr/>
              <p14:nvPr/>
            </p14:nvContentPartPr>
            <p14:xfrm>
              <a:off x="6360840" y="3865440"/>
              <a:ext cx="496440" cy="211680"/>
            </p14:xfrm>
          </p:contentPart>
        </mc:Choice>
        <mc:Fallback>
          <p:pic>
            <p:nvPicPr>
              <p:cNvPr id="93" name="Tinta 92">
                <a:extLst>
                  <a:ext uri="{FF2B5EF4-FFF2-40B4-BE49-F238E27FC236}">
                    <a16:creationId xmlns:a16="http://schemas.microsoft.com/office/drawing/2014/main" id="{C04E22E8-3EA8-9BE8-1F3A-DC5E4181597E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6354720" y="3859320"/>
                <a:ext cx="50868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97" name="Tinta 96">
                <a:extLst>
                  <a:ext uri="{FF2B5EF4-FFF2-40B4-BE49-F238E27FC236}">
                    <a16:creationId xmlns:a16="http://schemas.microsoft.com/office/drawing/2014/main" id="{61879B51-5A96-6B61-B14C-A6BDAD3F82CE}"/>
                  </a:ext>
                </a:extLst>
              </p14:cNvPr>
              <p14:cNvContentPartPr/>
              <p14:nvPr/>
            </p14:nvContentPartPr>
            <p14:xfrm>
              <a:off x="8548920" y="1873560"/>
              <a:ext cx="393120" cy="212040"/>
            </p14:xfrm>
          </p:contentPart>
        </mc:Choice>
        <mc:Fallback>
          <p:pic>
            <p:nvPicPr>
              <p:cNvPr id="97" name="Tinta 96">
                <a:extLst>
                  <a:ext uri="{FF2B5EF4-FFF2-40B4-BE49-F238E27FC236}">
                    <a16:creationId xmlns:a16="http://schemas.microsoft.com/office/drawing/2014/main" id="{61879B51-5A96-6B61-B14C-A6BDAD3F82CE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8542800" y="1867440"/>
                <a:ext cx="405360" cy="22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Agrupar 99">
            <a:extLst>
              <a:ext uri="{FF2B5EF4-FFF2-40B4-BE49-F238E27FC236}">
                <a16:creationId xmlns:a16="http://schemas.microsoft.com/office/drawing/2014/main" id="{C5EB986A-E1B3-2D49-B8FF-447711134D5A}"/>
              </a:ext>
            </a:extLst>
          </p:cNvPr>
          <p:cNvGrpSpPr/>
          <p:nvPr/>
        </p:nvGrpSpPr>
        <p:grpSpPr>
          <a:xfrm>
            <a:off x="8464320" y="1790040"/>
            <a:ext cx="1552320" cy="520200"/>
            <a:chOff x="8464320" y="1790040"/>
            <a:chExt cx="1552320" cy="52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87A45085-23F1-D79C-0E79-54A7C9AF62CF}"/>
                    </a:ext>
                  </a:extLst>
                </p14:cNvPr>
                <p14:cNvContentPartPr/>
                <p14:nvPr/>
              </p14:nvContentPartPr>
              <p14:xfrm>
                <a:off x="8517960" y="1941600"/>
                <a:ext cx="289800" cy="12852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87A45085-23F1-D79C-0E79-54A7C9AF62CF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511840" y="1935480"/>
                  <a:ext cx="3020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8FC23835-B506-2FCF-6801-A25BD0C461B7}"/>
                    </a:ext>
                  </a:extLst>
                </p14:cNvPr>
                <p14:cNvContentPartPr/>
                <p14:nvPr/>
              </p14:nvContentPartPr>
              <p14:xfrm>
                <a:off x="8951400" y="1986240"/>
                <a:ext cx="160200" cy="9684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8FC23835-B506-2FCF-6801-A25BD0C461B7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945280" y="1980120"/>
                  <a:ext cx="1724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678DF2FF-7CEE-E87E-13EC-F4D185ACC032}"/>
                    </a:ext>
                  </a:extLst>
                </p14:cNvPr>
                <p14:cNvContentPartPr/>
                <p14:nvPr/>
              </p14:nvContentPartPr>
              <p14:xfrm>
                <a:off x="8865000" y="2006400"/>
                <a:ext cx="209520" cy="8172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678DF2FF-7CEE-E87E-13EC-F4D185ACC03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858880" y="2000280"/>
                  <a:ext cx="2217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8356F160-814D-54B8-F642-F08ACF2B01CF}"/>
                    </a:ext>
                  </a:extLst>
                </p14:cNvPr>
                <p14:cNvContentPartPr/>
                <p14:nvPr/>
              </p14:nvContentPartPr>
              <p14:xfrm>
                <a:off x="9179640" y="1986240"/>
                <a:ext cx="152640" cy="9180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8356F160-814D-54B8-F642-F08ACF2B01C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173520" y="1980120"/>
                  <a:ext cx="1648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A03AAA11-DF69-067E-F7F2-A60395FECF45}"/>
                    </a:ext>
                  </a:extLst>
                </p14:cNvPr>
                <p14:cNvContentPartPr/>
                <p14:nvPr/>
              </p14:nvContentPartPr>
              <p14:xfrm>
                <a:off x="9207720" y="1999920"/>
                <a:ext cx="220320" cy="25740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A03AAA11-DF69-067E-F7F2-A60395FECF45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201600" y="1993800"/>
                  <a:ext cx="23256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54FF7A02-01EB-FE4F-8CB5-2875BC7AEEA0}"/>
                    </a:ext>
                  </a:extLst>
                </p14:cNvPr>
                <p14:cNvContentPartPr/>
                <p14:nvPr/>
              </p14:nvContentPartPr>
              <p14:xfrm>
                <a:off x="8464320" y="1817400"/>
                <a:ext cx="649080" cy="29700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54FF7A02-01EB-FE4F-8CB5-2875BC7AEEA0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458200" y="1811280"/>
                  <a:ext cx="66132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F2E5A81B-0569-E013-EC36-A2DC9482D83A}"/>
                    </a:ext>
                  </a:extLst>
                </p14:cNvPr>
                <p14:cNvContentPartPr/>
                <p14:nvPr/>
              </p14:nvContentPartPr>
              <p14:xfrm>
                <a:off x="9016560" y="1886520"/>
                <a:ext cx="743760" cy="40572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F2E5A81B-0569-E013-EC36-A2DC9482D83A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010440" y="1880400"/>
                  <a:ext cx="75600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374FAC99-AE78-707C-5406-CA0AE002B1C6}"/>
                    </a:ext>
                  </a:extLst>
                </p14:cNvPr>
                <p14:cNvContentPartPr/>
                <p14:nvPr/>
              </p14:nvContentPartPr>
              <p14:xfrm>
                <a:off x="8854920" y="1790040"/>
                <a:ext cx="19800" cy="864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374FAC99-AE78-707C-5406-CA0AE002B1C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848800" y="1783920"/>
                  <a:ext cx="320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D16F4548-F507-CFFD-B72B-CBBB95ECBD84}"/>
                    </a:ext>
                  </a:extLst>
                </p14:cNvPr>
                <p14:cNvContentPartPr/>
                <p14:nvPr/>
              </p14:nvContentPartPr>
              <p14:xfrm>
                <a:off x="8741880" y="1798320"/>
                <a:ext cx="275040" cy="6588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D16F4548-F507-CFFD-B72B-CBBB95ECBD8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735760" y="1792200"/>
                  <a:ext cx="2872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76FF6E8A-D2B5-E607-0164-1ADB244EC153}"/>
                    </a:ext>
                  </a:extLst>
                </p14:cNvPr>
                <p14:cNvContentPartPr/>
                <p14:nvPr/>
              </p14:nvContentPartPr>
              <p14:xfrm>
                <a:off x="9015840" y="1876440"/>
                <a:ext cx="1000800" cy="433800"/>
              </p14:xfrm>
            </p:contentPart>
          </mc:Choice>
          <mc:Fallback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76FF6E8A-D2B5-E607-0164-1ADB244EC153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9009720" y="1870320"/>
                  <a:ext cx="1013040" cy="44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Agrupar 102">
            <a:extLst>
              <a:ext uri="{FF2B5EF4-FFF2-40B4-BE49-F238E27FC236}">
                <a16:creationId xmlns:a16="http://schemas.microsoft.com/office/drawing/2014/main" id="{4E90EA59-AC61-0892-652D-ED3AB8DCD009}"/>
              </a:ext>
            </a:extLst>
          </p:cNvPr>
          <p:cNvGrpSpPr/>
          <p:nvPr/>
        </p:nvGrpSpPr>
        <p:grpSpPr>
          <a:xfrm>
            <a:off x="5598360" y="4429200"/>
            <a:ext cx="1151640" cy="257760"/>
            <a:chOff x="5598360" y="4429200"/>
            <a:chExt cx="1151640" cy="25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0485863A-A79E-30A9-605F-25DDC62CD745}"/>
                    </a:ext>
                  </a:extLst>
                </p14:cNvPr>
                <p14:cNvContentPartPr/>
                <p14:nvPr/>
              </p14:nvContentPartPr>
              <p14:xfrm>
                <a:off x="5598360" y="4559880"/>
                <a:ext cx="331920" cy="82080"/>
              </p14:xfrm>
            </p:contentPart>
          </mc:Choice>
          <mc:Fallback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0485863A-A79E-30A9-605F-25DDC62CD745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592240" y="4553760"/>
                  <a:ext cx="3441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DB436E24-6B0B-15CD-2D1A-8F71727DC230}"/>
                    </a:ext>
                  </a:extLst>
                </p14:cNvPr>
                <p14:cNvContentPartPr/>
                <p14:nvPr/>
              </p14:nvContentPartPr>
              <p14:xfrm>
                <a:off x="5755320" y="4582200"/>
                <a:ext cx="195480" cy="104760"/>
              </p14:xfrm>
            </p:contentPart>
          </mc:Choice>
          <mc:Fallback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DB436E24-6B0B-15CD-2D1A-8F71727DC230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749200" y="4576080"/>
                  <a:ext cx="2077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0695560A-F4BB-C618-2959-DAC1C22F9DED}"/>
                    </a:ext>
                  </a:extLst>
                </p14:cNvPr>
                <p14:cNvContentPartPr/>
                <p14:nvPr/>
              </p14:nvContentPartPr>
              <p14:xfrm>
                <a:off x="6255720" y="4429200"/>
                <a:ext cx="494280" cy="240840"/>
              </p14:xfrm>
            </p:contentPart>
          </mc:Choice>
          <mc:Fallback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0695560A-F4BB-C618-2959-DAC1C22F9DED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249600" y="4423080"/>
                  <a:ext cx="5065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C2A894FB-4FF9-79B2-9244-4BD6E838C9E5}"/>
                    </a:ext>
                  </a:extLst>
                </p14:cNvPr>
                <p14:cNvContentPartPr/>
                <p14:nvPr/>
              </p14:nvContentPartPr>
              <p14:xfrm>
                <a:off x="6191640" y="4448640"/>
                <a:ext cx="216360" cy="196560"/>
              </p14:xfrm>
            </p:contentPart>
          </mc:Choice>
          <mc:Fallback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C2A894FB-4FF9-79B2-9244-4BD6E838C9E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185520" y="4442520"/>
                  <a:ext cx="228600" cy="20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Agrupar 107">
            <a:extLst>
              <a:ext uri="{FF2B5EF4-FFF2-40B4-BE49-F238E27FC236}">
                <a16:creationId xmlns:a16="http://schemas.microsoft.com/office/drawing/2014/main" id="{D71DEE5C-489F-F1FE-2F46-84CBCCA29E52}"/>
              </a:ext>
            </a:extLst>
          </p:cNvPr>
          <p:cNvGrpSpPr/>
          <p:nvPr/>
        </p:nvGrpSpPr>
        <p:grpSpPr>
          <a:xfrm>
            <a:off x="1285920" y="4099440"/>
            <a:ext cx="3752280" cy="608760"/>
            <a:chOff x="1285920" y="4099440"/>
            <a:chExt cx="3752280" cy="60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523407E6-7676-E388-17DC-2F5660C0DAC4}"/>
                    </a:ext>
                  </a:extLst>
                </p14:cNvPr>
                <p14:cNvContentPartPr/>
                <p14:nvPr/>
              </p14:nvContentPartPr>
              <p14:xfrm>
                <a:off x="1504080" y="4099440"/>
                <a:ext cx="857520" cy="272880"/>
              </p14:xfrm>
            </p:contentPart>
          </mc:Choice>
          <mc:Fallback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523407E6-7676-E388-17DC-2F5660C0DAC4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497960" y="4093320"/>
                  <a:ext cx="86976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B76C679F-0CD7-7E03-C6F9-E475A57DD8DE}"/>
                    </a:ext>
                  </a:extLst>
                </p14:cNvPr>
                <p14:cNvContentPartPr/>
                <p14:nvPr/>
              </p14:nvContentPartPr>
              <p14:xfrm>
                <a:off x="1351440" y="4408680"/>
                <a:ext cx="443880" cy="213480"/>
              </p14:xfrm>
            </p:contentPart>
          </mc:Choice>
          <mc:Fallback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B76C679F-0CD7-7E03-C6F9-E475A57DD8DE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345320" y="4402560"/>
                  <a:ext cx="4561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B718560B-19A0-2DF2-E5B3-49064A3BA5A1}"/>
                    </a:ext>
                  </a:extLst>
                </p14:cNvPr>
                <p14:cNvContentPartPr/>
                <p14:nvPr/>
              </p14:nvContentPartPr>
              <p14:xfrm>
                <a:off x="1285920" y="4307880"/>
                <a:ext cx="3752280" cy="400320"/>
              </p14:xfrm>
            </p:contentPart>
          </mc:Choice>
          <mc:Fallback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B718560B-19A0-2DF2-E5B3-49064A3BA5A1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279800" y="4301760"/>
                  <a:ext cx="3764520" cy="412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53123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7EFCDD-3EC8-0180-EE0A-6A3045DFD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627EE39-260E-07DB-8390-0E8ACC1EC1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9512" y="2134344"/>
            <a:ext cx="4304191" cy="1980456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Tinta 5">
                <a:extLst>
                  <a:ext uri="{FF2B5EF4-FFF2-40B4-BE49-F238E27FC236}">
                    <a16:creationId xmlns:a16="http://schemas.microsoft.com/office/drawing/2014/main" id="{6A27D22C-4CD5-334D-C154-6EEDE255E085}"/>
                  </a:ext>
                </a:extLst>
              </p14:cNvPr>
              <p14:cNvContentPartPr/>
              <p14:nvPr/>
            </p14:nvContentPartPr>
            <p14:xfrm>
              <a:off x="2932560" y="2079480"/>
              <a:ext cx="1676880" cy="342360"/>
            </p14:xfrm>
          </p:contentPart>
        </mc:Choice>
        <mc:Fallback>
          <p:pic>
            <p:nvPicPr>
              <p:cNvPr id="6" name="Tinta 5">
                <a:extLst>
                  <a:ext uri="{FF2B5EF4-FFF2-40B4-BE49-F238E27FC236}">
                    <a16:creationId xmlns:a16="http://schemas.microsoft.com/office/drawing/2014/main" id="{6A27D22C-4CD5-334D-C154-6EEDE255E08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26440" y="2073360"/>
                <a:ext cx="1689120" cy="354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Agrupar 19">
            <a:extLst>
              <a:ext uri="{FF2B5EF4-FFF2-40B4-BE49-F238E27FC236}">
                <a16:creationId xmlns:a16="http://schemas.microsoft.com/office/drawing/2014/main" id="{AA1A943C-C345-EF3C-FDDE-CCF496F75C20}"/>
              </a:ext>
            </a:extLst>
          </p:cNvPr>
          <p:cNvGrpSpPr/>
          <p:nvPr/>
        </p:nvGrpSpPr>
        <p:grpSpPr>
          <a:xfrm>
            <a:off x="5333760" y="1983000"/>
            <a:ext cx="2780280" cy="646920"/>
            <a:chOff x="5333760" y="1983000"/>
            <a:chExt cx="2780280" cy="64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4DC90104-893F-FFD6-47A6-99140820F94A}"/>
                    </a:ext>
                  </a:extLst>
                </p14:cNvPr>
                <p14:cNvContentPartPr/>
                <p14:nvPr/>
              </p14:nvContentPartPr>
              <p14:xfrm>
                <a:off x="5333760" y="2316360"/>
                <a:ext cx="571320" cy="60840"/>
              </p14:xfrm>
            </p:contentPart>
          </mc:Choice>
          <mc:Fallback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4DC90104-893F-FFD6-47A6-99140820F94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327640" y="2310240"/>
                  <a:ext cx="5835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381D070E-A662-FDB9-EF3A-FE0287A3400C}"/>
                    </a:ext>
                  </a:extLst>
                </p14:cNvPr>
                <p14:cNvContentPartPr/>
                <p14:nvPr/>
              </p14:nvContentPartPr>
              <p14:xfrm>
                <a:off x="5912280" y="2356680"/>
                <a:ext cx="211680" cy="14832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381D070E-A662-FDB9-EF3A-FE0287A3400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906160" y="2350560"/>
                  <a:ext cx="2239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CC392452-95FB-0440-3383-6BCEF0A6CC1E}"/>
                    </a:ext>
                  </a:extLst>
                </p14:cNvPr>
                <p14:cNvContentPartPr/>
                <p14:nvPr/>
              </p14:nvContentPartPr>
              <p14:xfrm>
                <a:off x="6654960" y="2188200"/>
                <a:ext cx="219600" cy="22788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CC392452-95FB-0440-3383-6BCEF0A6CC1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648840" y="2182080"/>
                  <a:ext cx="2318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C9F84B3D-678F-217C-319E-3DD8F5496CA4}"/>
                    </a:ext>
                  </a:extLst>
                </p14:cNvPr>
                <p14:cNvContentPartPr/>
                <p14:nvPr/>
              </p14:nvContentPartPr>
              <p14:xfrm>
                <a:off x="7019640" y="2164800"/>
                <a:ext cx="253440" cy="25452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C9F84B3D-678F-217C-319E-3DD8F5496CA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013520" y="2158680"/>
                  <a:ext cx="2656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710763B6-E54B-74FF-57E3-3E9C3AA77242}"/>
                    </a:ext>
                  </a:extLst>
                </p14:cNvPr>
                <p14:cNvContentPartPr/>
                <p14:nvPr/>
              </p14:nvContentPartPr>
              <p14:xfrm>
                <a:off x="7075440" y="2265600"/>
                <a:ext cx="332640" cy="10980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710763B6-E54B-74FF-57E3-3E9C3AA7724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069320" y="2259480"/>
                  <a:ext cx="3448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5A5071B9-7FD6-9B59-873D-F50F4B219D1F}"/>
                    </a:ext>
                  </a:extLst>
                </p14:cNvPr>
                <p14:cNvContentPartPr/>
                <p14:nvPr/>
              </p14:nvContentPartPr>
              <p14:xfrm>
                <a:off x="7198560" y="2277840"/>
                <a:ext cx="38880" cy="2232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5A5071B9-7FD6-9B59-873D-F50F4B219D1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192440" y="2271720"/>
                  <a:ext cx="511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B7401E89-4ADF-063A-228D-7CB95A666173}"/>
                    </a:ext>
                  </a:extLst>
                </p14:cNvPr>
                <p14:cNvContentPartPr/>
                <p14:nvPr/>
              </p14:nvContentPartPr>
              <p14:xfrm>
                <a:off x="7085160" y="2342640"/>
                <a:ext cx="113760" cy="10368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B7401E89-4ADF-063A-228D-7CB95A66617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079040" y="2336520"/>
                  <a:ext cx="1260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C1B0F7D3-0A6F-4EE3-57A4-25E5AA1C7624}"/>
                    </a:ext>
                  </a:extLst>
                </p14:cNvPr>
                <p14:cNvContentPartPr/>
                <p14:nvPr/>
              </p14:nvContentPartPr>
              <p14:xfrm>
                <a:off x="7351920" y="2404200"/>
                <a:ext cx="447840" cy="19080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C1B0F7D3-0A6F-4EE3-57A4-25E5AA1C762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345800" y="2398080"/>
                  <a:ext cx="4600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0B6B36C6-42E7-8819-F990-134EF8CD9E8D}"/>
                    </a:ext>
                  </a:extLst>
                </p14:cNvPr>
                <p14:cNvContentPartPr/>
                <p14:nvPr/>
              </p14:nvContentPartPr>
              <p14:xfrm>
                <a:off x="6532200" y="1983000"/>
                <a:ext cx="1581840" cy="64692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0B6B36C6-42E7-8819-F990-134EF8CD9E8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526080" y="1976880"/>
                  <a:ext cx="1594080" cy="65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4AA3D7A6-7164-D4A0-2956-4814C9983F60}"/>
                    </a:ext>
                  </a:extLst>
                </p14:cNvPr>
                <p14:cNvContentPartPr/>
                <p14:nvPr/>
              </p14:nvContentPartPr>
              <p14:xfrm>
                <a:off x="6783120" y="2169840"/>
                <a:ext cx="1011600" cy="25812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4AA3D7A6-7164-D4A0-2956-4814C9983F6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777000" y="2163720"/>
                  <a:ext cx="1023840" cy="27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CBC05756-C8D8-A25A-44B2-4FDC39258428}"/>
              </a:ext>
            </a:extLst>
          </p:cNvPr>
          <p:cNvGrpSpPr/>
          <p:nvPr/>
        </p:nvGrpSpPr>
        <p:grpSpPr>
          <a:xfrm>
            <a:off x="8646120" y="2154360"/>
            <a:ext cx="693720" cy="228960"/>
            <a:chOff x="8646120" y="2154360"/>
            <a:chExt cx="693720" cy="22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C5B1FF1E-DBF0-815A-2B59-8C682551D397}"/>
                    </a:ext>
                  </a:extLst>
                </p14:cNvPr>
                <p14:cNvContentPartPr/>
                <p14:nvPr/>
              </p14:nvContentPartPr>
              <p14:xfrm>
                <a:off x="8646120" y="2154360"/>
                <a:ext cx="361440" cy="22896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C5B1FF1E-DBF0-815A-2B59-8C682551D39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640000" y="2148240"/>
                  <a:ext cx="3736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DBE3901D-2EF2-9E47-DD72-89C473CA9935}"/>
                    </a:ext>
                  </a:extLst>
                </p14:cNvPr>
                <p14:cNvContentPartPr/>
                <p14:nvPr/>
              </p14:nvContentPartPr>
              <p14:xfrm>
                <a:off x="8768880" y="2206920"/>
                <a:ext cx="192240" cy="5112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DBE3901D-2EF2-9E47-DD72-89C473CA993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762760" y="2200800"/>
                  <a:ext cx="2044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F2712030-76B2-FD41-E211-E90E00C89F3F}"/>
                    </a:ext>
                  </a:extLst>
                </p14:cNvPr>
                <p14:cNvContentPartPr/>
                <p14:nvPr/>
              </p14:nvContentPartPr>
              <p14:xfrm>
                <a:off x="9097200" y="2247240"/>
                <a:ext cx="242640" cy="4068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F2712030-76B2-FD41-E211-E90E00C89F3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091080" y="2241120"/>
                  <a:ext cx="2548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78F06D41-60AF-8016-5760-8C2469DDCFF9}"/>
                    </a:ext>
                  </a:extLst>
                </p14:cNvPr>
                <p14:cNvContentPartPr/>
                <p14:nvPr/>
              </p14:nvContentPartPr>
              <p14:xfrm>
                <a:off x="8960760" y="2356680"/>
                <a:ext cx="313200" cy="1440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78F06D41-60AF-8016-5760-8C2469DDCFF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954640" y="2350560"/>
                  <a:ext cx="32544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C0D1E879-0D33-CB5B-DEE9-2F4EA5755AFA}"/>
              </a:ext>
            </a:extLst>
          </p:cNvPr>
          <p:cNvGrpSpPr/>
          <p:nvPr/>
        </p:nvGrpSpPr>
        <p:grpSpPr>
          <a:xfrm>
            <a:off x="9913320" y="2239320"/>
            <a:ext cx="752760" cy="135720"/>
            <a:chOff x="9913320" y="2239320"/>
            <a:chExt cx="752760" cy="13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B5CCD1E0-9ACA-691A-36A6-E75A1D8B169A}"/>
                    </a:ext>
                  </a:extLst>
                </p14:cNvPr>
                <p14:cNvContentPartPr/>
                <p14:nvPr/>
              </p14:nvContentPartPr>
              <p14:xfrm>
                <a:off x="9913320" y="2268840"/>
                <a:ext cx="390600" cy="106200"/>
              </p14:xfrm>
            </p:contentPart>
          </mc:Choice>
          <mc:Fallback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B5CCD1E0-9ACA-691A-36A6-E75A1D8B169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907200" y="2262720"/>
                  <a:ext cx="4028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AE8389FF-B7E9-2D99-CE9E-7CE31DB19FAF}"/>
                    </a:ext>
                  </a:extLst>
                </p14:cNvPr>
                <p14:cNvContentPartPr/>
                <p14:nvPr/>
              </p14:nvContentPartPr>
              <p14:xfrm>
                <a:off x="10345680" y="2239320"/>
                <a:ext cx="320400" cy="12924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AE8389FF-B7E9-2D99-CE9E-7CE31DB19FA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339560" y="2233200"/>
                  <a:ext cx="332640" cy="14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B00C8292-CBA8-9A35-6848-0A8F3C7ACFA1}"/>
              </a:ext>
            </a:extLst>
          </p:cNvPr>
          <p:cNvGrpSpPr/>
          <p:nvPr/>
        </p:nvGrpSpPr>
        <p:grpSpPr>
          <a:xfrm>
            <a:off x="8513280" y="2767080"/>
            <a:ext cx="705240" cy="160200"/>
            <a:chOff x="8513280" y="2767080"/>
            <a:chExt cx="705240" cy="16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3A38FCF3-52F8-CC7D-13A7-F87D4EB16114}"/>
                    </a:ext>
                  </a:extLst>
                </p14:cNvPr>
                <p14:cNvContentPartPr/>
                <p14:nvPr/>
              </p14:nvContentPartPr>
              <p14:xfrm>
                <a:off x="8513280" y="2767080"/>
                <a:ext cx="266040" cy="16020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3A38FCF3-52F8-CC7D-13A7-F87D4EB1611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507160" y="2760960"/>
                  <a:ext cx="2782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119BBF9C-A8A4-47D3-C3EC-108B03A6D58F}"/>
                    </a:ext>
                  </a:extLst>
                </p14:cNvPr>
                <p14:cNvContentPartPr/>
                <p14:nvPr/>
              </p14:nvContentPartPr>
              <p14:xfrm>
                <a:off x="8970480" y="2818200"/>
                <a:ext cx="248040" cy="4788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119BBF9C-A8A4-47D3-C3EC-108B03A6D58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964360" y="2812080"/>
                  <a:ext cx="2602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CE2EC4D4-1508-005D-A7C6-3A55C587D3D2}"/>
                    </a:ext>
                  </a:extLst>
                </p14:cNvPr>
                <p14:cNvContentPartPr/>
                <p14:nvPr/>
              </p14:nvContentPartPr>
              <p14:xfrm>
                <a:off x="8903160" y="2892720"/>
                <a:ext cx="295920" cy="900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CE2EC4D4-1508-005D-A7C6-3A55C587D3D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897040" y="2886600"/>
                  <a:ext cx="308160" cy="2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514AD472-7D46-15F5-4744-A4BD633564C6}"/>
              </a:ext>
            </a:extLst>
          </p:cNvPr>
          <p:cNvGrpSpPr/>
          <p:nvPr/>
        </p:nvGrpSpPr>
        <p:grpSpPr>
          <a:xfrm>
            <a:off x="9816840" y="2752680"/>
            <a:ext cx="1028520" cy="199080"/>
            <a:chOff x="9816840" y="2752680"/>
            <a:chExt cx="1028520" cy="19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BC7A12D1-9C58-4378-F134-E10D25B5D4CC}"/>
                    </a:ext>
                  </a:extLst>
                </p14:cNvPr>
                <p14:cNvContentPartPr/>
                <p14:nvPr/>
              </p14:nvContentPartPr>
              <p14:xfrm>
                <a:off x="9816840" y="2836920"/>
                <a:ext cx="353160" cy="9828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BC7A12D1-9C58-4378-F134-E10D25B5D4C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810720" y="2830800"/>
                  <a:ext cx="3654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F4C9A85E-D1A2-A7C6-0C4C-A9D73751F574}"/>
                    </a:ext>
                  </a:extLst>
                </p14:cNvPr>
                <p14:cNvContentPartPr/>
                <p14:nvPr/>
              </p14:nvContentPartPr>
              <p14:xfrm>
                <a:off x="10370160" y="2769960"/>
                <a:ext cx="152280" cy="18180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F4C9A85E-D1A2-A7C6-0C4C-A9D73751F57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364040" y="2763840"/>
                  <a:ext cx="1645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9BA72E91-A345-B1FE-8C19-897419BDD678}"/>
                    </a:ext>
                  </a:extLst>
                </p14:cNvPr>
                <p14:cNvContentPartPr/>
                <p14:nvPr/>
              </p14:nvContentPartPr>
              <p14:xfrm>
                <a:off x="10589400" y="2752680"/>
                <a:ext cx="255960" cy="17712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9BA72E91-A345-B1FE-8C19-897419BDD67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583280" y="2746560"/>
                  <a:ext cx="268200" cy="18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0565A856-906E-0ED2-7F8D-F3D10F8EFC0F}"/>
              </a:ext>
            </a:extLst>
          </p:cNvPr>
          <p:cNvGrpSpPr/>
          <p:nvPr/>
        </p:nvGrpSpPr>
        <p:grpSpPr>
          <a:xfrm>
            <a:off x="8588160" y="3372960"/>
            <a:ext cx="801360" cy="157680"/>
            <a:chOff x="8588160" y="3372960"/>
            <a:chExt cx="801360" cy="15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1CFCEBB7-051F-BA83-3813-FB45576F7D61}"/>
                    </a:ext>
                  </a:extLst>
                </p14:cNvPr>
                <p14:cNvContentPartPr/>
                <p14:nvPr/>
              </p14:nvContentPartPr>
              <p14:xfrm>
                <a:off x="8588160" y="3372960"/>
                <a:ext cx="505440" cy="15768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1CFCEBB7-051F-BA83-3813-FB45576F7D6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582040" y="3366840"/>
                  <a:ext cx="5176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D8E55B60-31B9-22FA-8846-ED46717BBB57}"/>
                    </a:ext>
                  </a:extLst>
                </p14:cNvPr>
                <p14:cNvContentPartPr/>
                <p14:nvPr/>
              </p14:nvContentPartPr>
              <p14:xfrm>
                <a:off x="9170280" y="3390960"/>
                <a:ext cx="180720" cy="1620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D8E55B60-31B9-22FA-8846-ED46717BBB5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164160" y="3384840"/>
                  <a:ext cx="1929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77590E3F-BBAC-159C-4035-8285D0E3EF9A}"/>
                    </a:ext>
                  </a:extLst>
                </p14:cNvPr>
                <p14:cNvContentPartPr/>
                <p14:nvPr/>
              </p14:nvContentPartPr>
              <p14:xfrm>
                <a:off x="9141480" y="3473760"/>
                <a:ext cx="248040" cy="3636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77590E3F-BBAC-159C-4035-8285D0E3EF9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135360" y="3467640"/>
                  <a:ext cx="26028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21B1333C-3E6F-140A-1C86-E92CA34048CB}"/>
              </a:ext>
            </a:extLst>
          </p:cNvPr>
          <p:cNvGrpSpPr/>
          <p:nvPr/>
        </p:nvGrpSpPr>
        <p:grpSpPr>
          <a:xfrm>
            <a:off x="9798480" y="3290160"/>
            <a:ext cx="342360" cy="348480"/>
            <a:chOff x="9798480" y="3290160"/>
            <a:chExt cx="342360" cy="34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95C900E5-C0F8-27A7-1FD3-5EB6F5735F2F}"/>
                    </a:ext>
                  </a:extLst>
                </p14:cNvPr>
                <p14:cNvContentPartPr/>
                <p14:nvPr/>
              </p14:nvContentPartPr>
              <p14:xfrm>
                <a:off x="9849600" y="3290160"/>
                <a:ext cx="196560" cy="14580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95C900E5-C0F8-27A7-1FD3-5EB6F5735F2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843480" y="3284040"/>
                  <a:ext cx="2088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DDB989C3-F9E9-4894-F86E-309155AEA333}"/>
                    </a:ext>
                  </a:extLst>
                </p14:cNvPr>
                <p14:cNvContentPartPr/>
                <p14:nvPr/>
              </p14:nvContentPartPr>
              <p14:xfrm>
                <a:off x="9807120" y="3437760"/>
                <a:ext cx="296280" cy="1404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DDB989C3-F9E9-4894-F86E-309155AEA33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801000" y="3431640"/>
                  <a:ext cx="3085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4E015829-D51D-E04F-6331-5C2C30198D0F}"/>
                    </a:ext>
                  </a:extLst>
                </p14:cNvPr>
                <p14:cNvContentPartPr/>
                <p14:nvPr/>
              </p14:nvContentPartPr>
              <p14:xfrm>
                <a:off x="9798480" y="3493920"/>
                <a:ext cx="124560" cy="10692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4E015829-D51D-E04F-6331-5C2C30198D0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792360" y="3487800"/>
                  <a:ext cx="1368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9CB23443-0428-C671-A5AF-D26CAECB86C9}"/>
                    </a:ext>
                  </a:extLst>
                </p14:cNvPr>
                <p14:cNvContentPartPr/>
                <p14:nvPr/>
              </p14:nvContentPartPr>
              <p14:xfrm>
                <a:off x="9866520" y="3512280"/>
                <a:ext cx="274320" cy="12636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9CB23443-0428-C671-A5AF-D26CAECB86C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860400" y="3506160"/>
                  <a:ext cx="28656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2B74266E-48D0-81F6-B20D-DCF8E5C93683}"/>
              </a:ext>
            </a:extLst>
          </p:cNvPr>
          <p:cNvGrpSpPr/>
          <p:nvPr/>
        </p:nvGrpSpPr>
        <p:grpSpPr>
          <a:xfrm>
            <a:off x="10445040" y="3275400"/>
            <a:ext cx="514800" cy="343800"/>
            <a:chOff x="10445040" y="3275400"/>
            <a:chExt cx="514800" cy="34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D3B8CEB1-F584-1359-A4A7-D5C946F64D10}"/>
                    </a:ext>
                  </a:extLst>
                </p14:cNvPr>
                <p14:cNvContentPartPr/>
                <p14:nvPr/>
              </p14:nvContentPartPr>
              <p14:xfrm>
                <a:off x="10445040" y="3275400"/>
                <a:ext cx="247320" cy="235080"/>
              </p14:xfrm>
            </p:contentPart>
          </mc:Choice>
          <mc:Fallback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D3B8CEB1-F584-1359-A4A7-D5C946F64D1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438920" y="3269280"/>
                  <a:ext cx="25956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9567E801-69AD-B8A7-062A-327E3E7C4F2D}"/>
                    </a:ext>
                  </a:extLst>
                </p14:cNvPr>
                <p14:cNvContentPartPr/>
                <p14:nvPr/>
              </p14:nvContentPartPr>
              <p14:xfrm>
                <a:off x="10560240" y="3368280"/>
                <a:ext cx="142560" cy="5112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9567E801-69AD-B8A7-062A-327E3E7C4F2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554120" y="3362160"/>
                  <a:ext cx="1548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98BA18CC-1D2C-59B2-BFA6-EAEE3A179791}"/>
                    </a:ext>
                  </a:extLst>
                </p14:cNvPr>
                <p14:cNvContentPartPr/>
                <p14:nvPr/>
              </p14:nvContentPartPr>
              <p14:xfrm>
                <a:off x="10541160" y="3429480"/>
                <a:ext cx="57960" cy="65160"/>
              </p14:xfrm>
            </p:contentPart>
          </mc:Choice>
          <mc:Fallback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98BA18CC-1D2C-59B2-BFA6-EAEE3A17979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535040" y="3423360"/>
                  <a:ext cx="702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05675889-D7EA-B9E5-F5E0-5E5AFBD704F3}"/>
                    </a:ext>
                  </a:extLst>
                </p14:cNvPr>
                <p14:cNvContentPartPr/>
                <p14:nvPr/>
              </p14:nvContentPartPr>
              <p14:xfrm>
                <a:off x="10621440" y="3433800"/>
                <a:ext cx="338400" cy="18540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05675889-D7EA-B9E5-F5E0-5E5AFBD704F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615320" y="3427680"/>
                  <a:ext cx="350640" cy="19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Agrupar 70">
            <a:extLst>
              <a:ext uri="{FF2B5EF4-FFF2-40B4-BE49-F238E27FC236}">
                <a16:creationId xmlns:a16="http://schemas.microsoft.com/office/drawing/2014/main" id="{E6247254-2775-D70A-96E2-3DA2B290230D}"/>
              </a:ext>
            </a:extLst>
          </p:cNvPr>
          <p:cNvGrpSpPr/>
          <p:nvPr/>
        </p:nvGrpSpPr>
        <p:grpSpPr>
          <a:xfrm>
            <a:off x="8855280" y="3806400"/>
            <a:ext cx="2390400" cy="1350360"/>
            <a:chOff x="8855280" y="3806400"/>
            <a:chExt cx="2390400" cy="135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5140ED24-E5F7-F065-3185-DB899FED5506}"/>
                    </a:ext>
                  </a:extLst>
                </p14:cNvPr>
                <p14:cNvContentPartPr/>
                <p14:nvPr/>
              </p14:nvContentPartPr>
              <p14:xfrm>
                <a:off x="9095040" y="3927000"/>
                <a:ext cx="189000" cy="2664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5140ED24-E5F7-F065-3185-DB899FED550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088920" y="3920880"/>
                  <a:ext cx="2012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48FA7E9D-22A9-39E2-21DB-9232FFC52AA3}"/>
                    </a:ext>
                  </a:extLst>
                </p14:cNvPr>
                <p14:cNvContentPartPr/>
                <p14:nvPr/>
              </p14:nvContentPartPr>
              <p14:xfrm>
                <a:off x="9026280" y="3999720"/>
                <a:ext cx="228960" cy="2664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48FA7E9D-22A9-39E2-21DB-9232FFC52AA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020160" y="3993600"/>
                  <a:ext cx="2412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DCB3AFDF-8D27-10E0-679A-4E7BA39B839A}"/>
                    </a:ext>
                  </a:extLst>
                </p14:cNvPr>
                <p14:cNvContentPartPr/>
                <p14:nvPr/>
              </p14:nvContentPartPr>
              <p14:xfrm>
                <a:off x="9713520" y="3806400"/>
                <a:ext cx="169920" cy="217800"/>
              </p14:xfrm>
            </p:contentPart>
          </mc:Choice>
          <mc:Fallback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DCB3AFDF-8D27-10E0-679A-4E7BA39B839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707400" y="3800280"/>
                  <a:ext cx="1821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9DB002D7-78A7-A1A9-CB4E-EF6403258D56}"/>
                    </a:ext>
                  </a:extLst>
                </p14:cNvPr>
                <p14:cNvContentPartPr/>
                <p14:nvPr/>
              </p14:nvContentPartPr>
              <p14:xfrm>
                <a:off x="9931680" y="3842400"/>
                <a:ext cx="210600" cy="16308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9DB002D7-78A7-A1A9-CB4E-EF6403258D5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925560" y="3836280"/>
                  <a:ext cx="2228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4A5D8787-F638-26C5-6EAE-4F6CEB9CC459}"/>
                    </a:ext>
                  </a:extLst>
                </p14:cNvPr>
                <p14:cNvContentPartPr/>
                <p14:nvPr/>
              </p14:nvContentPartPr>
              <p14:xfrm>
                <a:off x="10175040" y="3891720"/>
                <a:ext cx="175320" cy="11088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4A5D8787-F638-26C5-6EAE-4F6CEB9CC459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168920" y="3885600"/>
                  <a:ext cx="1875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B19FE2CC-81F5-4843-E21E-94D09478925B}"/>
                    </a:ext>
                  </a:extLst>
                </p14:cNvPr>
                <p14:cNvContentPartPr/>
                <p14:nvPr/>
              </p14:nvContentPartPr>
              <p14:xfrm>
                <a:off x="10379880" y="3864360"/>
                <a:ext cx="123120" cy="112680"/>
              </p14:xfrm>
            </p:contentPart>
          </mc:Choice>
          <mc:Fallback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B19FE2CC-81F5-4843-E21E-94D09478925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373760" y="3858240"/>
                  <a:ext cx="1353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EF7BC3C3-A30E-D459-DFA6-A14DF867A797}"/>
                    </a:ext>
                  </a:extLst>
                </p14:cNvPr>
                <p14:cNvContentPartPr/>
                <p14:nvPr/>
              </p14:nvContentPartPr>
              <p14:xfrm>
                <a:off x="10555200" y="3839160"/>
                <a:ext cx="424080" cy="322560"/>
              </p14:xfrm>
            </p:contentPart>
          </mc:Choice>
          <mc:Fallback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EF7BC3C3-A30E-D459-DFA6-A14DF867A79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549080" y="3833040"/>
                  <a:ext cx="43632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EA8DD995-EA72-AC27-627D-3DFFB89EEF2A}"/>
                    </a:ext>
                  </a:extLst>
                </p14:cNvPr>
                <p14:cNvContentPartPr/>
                <p14:nvPr/>
              </p14:nvContentPartPr>
              <p14:xfrm>
                <a:off x="9598320" y="4166040"/>
                <a:ext cx="844560" cy="5256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EA8DD995-EA72-AC27-627D-3DFFB89EEF2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592200" y="4159920"/>
                  <a:ext cx="8568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1D845104-4103-DD36-8EB7-9F07E0C09C36}"/>
                    </a:ext>
                  </a:extLst>
                </p14:cNvPr>
                <p14:cNvContentPartPr/>
                <p14:nvPr/>
              </p14:nvContentPartPr>
              <p14:xfrm>
                <a:off x="9788400" y="4226160"/>
                <a:ext cx="281520" cy="18684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1D845104-4103-DD36-8EB7-9F07E0C09C3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782280" y="4220040"/>
                  <a:ext cx="2937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9FCA723F-B802-A741-29CC-6E1630919F33}"/>
                    </a:ext>
                  </a:extLst>
                </p14:cNvPr>
                <p14:cNvContentPartPr/>
                <p14:nvPr/>
              </p14:nvContentPartPr>
              <p14:xfrm>
                <a:off x="9988920" y="4246320"/>
                <a:ext cx="333360" cy="172440"/>
              </p14:xfrm>
            </p:contentPart>
          </mc:Choice>
          <mc:Fallback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9FCA723F-B802-A741-29CC-6E1630919F33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982800" y="4240200"/>
                  <a:ext cx="3456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B75457AC-56E0-CA45-60EE-2385F81B2E00}"/>
                    </a:ext>
                  </a:extLst>
                </p14:cNvPr>
                <p14:cNvContentPartPr/>
                <p14:nvPr/>
              </p14:nvContentPartPr>
              <p14:xfrm>
                <a:off x="8855280" y="4677240"/>
                <a:ext cx="286560" cy="24840"/>
              </p14:xfrm>
            </p:contentPart>
          </mc:Choice>
          <mc:Fallback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B75457AC-56E0-CA45-60EE-2385F81B2E0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849160" y="4671120"/>
                  <a:ext cx="2988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1870D901-EC0C-28B1-12DC-6FA4C544CAFD}"/>
                    </a:ext>
                  </a:extLst>
                </p14:cNvPr>
                <p14:cNvContentPartPr/>
                <p14:nvPr/>
              </p14:nvContentPartPr>
              <p14:xfrm>
                <a:off x="8922600" y="4726200"/>
                <a:ext cx="295920" cy="1440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1870D901-EC0C-28B1-12DC-6FA4C544CAF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916480" y="4720080"/>
                  <a:ext cx="3081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C30198E6-466B-96CA-704E-45AE90B4141A}"/>
                    </a:ext>
                  </a:extLst>
                </p14:cNvPr>
                <p14:cNvContentPartPr/>
                <p14:nvPr/>
              </p14:nvContentPartPr>
              <p14:xfrm>
                <a:off x="9704520" y="4624680"/>
                <a:ext cx="132120" cy="178200"/>
              </p14:xfrm>
            </p:contentPart>
          </mc:Choice>
          <mc:Fallback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C30198E6-466B-96CA-704E-45AE90B4141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698400" y="4618560"/>
                  <a:ext cx="1443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BE2DC63B-E47B-2A29-7321-25473891B544}"/>
                    </a:ext>
                  </a:extLst>
                </p14:cNvPr>
                <p14:cNvContentPartPr/>
                <p14:nvPr/>
              </p14:nvContentPartPr>
              <p14:xfrm>
                <a:off x="9808200" y="4667160"/>
                <a:ext cx="329400" cy="135000"/>
              </p14:xfrm>
            </p:contentPart>
          </mc:Choice>
          <mc:Fallback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BE2DC63B-E47B-2A29-7321-25473891B54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802080" y="4661040"/>
                  <a:ext cx="3416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E198333A-3742-5DA6-0176-28E9DE15E1AA}"/>
                    </a:ext>
                  </a:extLst>
                </p14:cNvPr>
                <p14:cNvContentPartPr/>
                <p14:nvPr/>
              </p14:nvContentPartPr>
              <p14:xfrm>
                <a:off x="10131840" y="4699920"/>
                <a:ext cx="200520" cy="12492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E198333A-3742-5DA6-0176-28E9DE15E1AA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125720" y="4693800"/>
                  <a:ext cx="2127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3FED7A5C-F11C-AA7F-765A-DDDF551E2F12}"/>
                    </a:ext>
                  </a:extLst>
                </p14:cNvPr>
                <p14:cNvContentPartPr/>
                <p14:nvPr/>
              </p14:nvContentPartPr>
              <p14:xfrm>
                <a:off x="10435320" y="4611360"/>
                <a:ext cx="468000" cy="30564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3FED7A5C-F11C-AA7F-765A-DDDF551E2F1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429200" y="4605240"/>
                  <a:ext cx="48024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C1A496DC-211C-4043-FA3B-9355750A3C75}"/>
                    </a:ext>
                  </a:extLst>
                </p14:cNvPr>
                <p14:cNvContentPartPr/>
                <p14:nvPr/>
              </p14:nvContentPartPr>
              <p14:xfrm>
                <a:off x="9609120" y="4392480"/>
                <a:ext cx="85680" cy="49392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C1A496DC-211C-4043-FA3B-9355750A3C75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603000" y="4386360"/>
                  <a:ext cx="9792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642648EA-DCA2-7746-4FA6-089CAC38B2C1}"/>
                    </a:ext>
                  </a:extLst>
                </p14:cNvPr>
                <p14:cNvContentPartPr/>
                <p14:nvPr/>
              </p14:nvContentPartPr>
              <p14:xfrm>
                <a:off x="9475560" y="4392480"/>
                <a:ext cx="1770120" cy="76428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642648EA-DCA2-7746-4FA6-089CAC38B2C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469440" y="4386360"/>
                  <a:ext cx="1782360" cy="77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Agrupar 73">
            <a:extLst>
              <a:ext uri="{FF2B5EF4-FFF2-40B4-BE49-F238E27FC236}">
                <a16:creationId xmlns:a16="http://schemas.microsoft.com/office/drawing/2014/main" id="{CBB5E33F-21E2-9328-4544-83EC52242382}"/>
              </a:ext>
            </a:extLst>
          </p:cNvPr>
          <p:cNvGrpSpPr/>
          <p:nvPr/>
        </p:nvGrpSpPr>
        <p:grpSpPr>
          <a:xfrm>
            <a:off x="542160" y="2767800"/>
            <a:ext cx="704880" cy="192600"/>
            <a:chOff x="542160" y="2767800"/>
            <a:chExt cx="704880" cy="19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AF1F38EC-785A-9C96-191D-4CEBBF9B0996}"/>
                    </a:ext>
                  </a:extLst>
                </p14:cNvPr>
                <p14:cNvContentPartPr/>
                <p14:nvPr/>
              </p14:nvContentPartPr>
              <p14:xfrm>
                <a:off x="542160" y="2767800"/>
                <a:ext cx="447120" cy="15048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AF1F38EC-785A-9C96-191D-4CEBBF9B099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36040" y="2761680"/>
                  <a:ext cx="4593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3D410E6C-0173-68A7-DABA-9C0AC5717EA6}"/>
                    </a:ext>
                  </a:extLst>
                </p14:cNvPr>
                <p14:cNvContentPartPr/>
                <p14:nvPr/>
              </p14:nvContentPartPr>
              <p14:xfrm>
                <a:off x="590040" y="2773560"/>
                <a:ext cx="657000" cy="18684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3D410E6C-0173-68A7-DABA-9C0AC5717EA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83920" y="2767440"/>
                  <a:ext cx="669240" cy="19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Agrupar 76">
            <a:extLst>
              <a:ext uri="{FF2B5EF4-FFF2-40B4-BE49-F238E27FC236}">
                <a16:creationId xmlns:a16="http://schemas.microsoft.com/office/drawing/2014/main" id="{58C384AB-98F8-B4CC-F93D-64CF91EFFF8D}"/>
              </a:ext>
            </a:extLst>
          </p:cNvPr>
          <p:cNvGrpSpPr/>
          <p:nvPr/>
        </p:nvGrpSpPr>
        <p:grpSpPr>
          <a:xfrm>
            <a:off x="647640" y="3034560"/>
            <a:ext cx="467280" cy="176400"/>
            <a:chOff x="647640" y="3034560"/>
            <a:chExt cx="467280" cy="17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D736E975-B1DA-A1A9-DAF8-71F12D474030}"/>
                    </a:ext>
                  </a:extLst>
                </p14:cNvPr>
                <p14:cNvContentPartPr/>
                <p14:nvPr/>
              </p14:nvContentPartPr>
              <p14:xfrm>
                <a:off x="647640" y="3034560"/>
                <a:ext cx="438120" cy="14832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D736E975-B1DA-A1A9-DAF8-71F12D474030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41520" y="3028440"/>
                  <a:ext cx="4503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7D923DEC-BC12-E04C-7328-78DDAB9500B7}"/>
                    </a:ext>
                  </a:extLst>
                </p14:cNvPr>
                <p14:cNvContentPartPr/>
                <p14:nvPr/>
              </p14:nvContentPartPr>
              <p14:xfrm>
                <a:off x="759960" y="3101160"/>
                <a:ext cx="354960" cy="10980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7D923DEC-BC12-E04C-7328-78DDAB9500B7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53840" y="3095040"/>
                  <a:ext cx="367200" cy="12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Agrupar 93">
            <a:extLst>
              <a:ext uri="{FF2B5EF4-FFF2-40B4-BE49-F238E27FC236}">
                <a16:creationId xmlns:a16="http://schemas.microsoft.com/office/drawing/2014/main" id="{97B7755B-4DAE-4729-ADDE-FEE6EB5B06D5}"/>
              </a:ext>
            </a:extLst>
          </p:cNvPr>
          <p:cNvGrpSpPr/>
          <p:nvPr/>
        </p:nvGrpSpPr>
        <p:grpSpPr>
          <a:xfrm>
            <a:off x="6068880" y="4578240"/>
            <a:ext cx="1396800" cy="464760"/>
            <a:chOff x="6068880" y="4578240"/>
            <a:chExt cx="1396800" cy="46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374B1F8A-FC35-DA61-D750-1BB0B729EA61}"/>
                    </a:ext>
                  </a:extLst>
                </p14:cNvPr>
                <p14:cNvContentPartPr/>
                <p14:nvPr/>
              </p14:nvContentPartPr>
              <p14:xfrm>
                <a:off x="6068880" y="4606680"/>
                <a:ext cx="149400" cy="29592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374B1F8A-FC35-DA61-D750-1BB0B729EA61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062760" y="4600560"/>
                  <a:ext cx="1616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03414D62-FE2A-A7E0-5215-6BEFE9B74F08}"/>
                    </a:ext>
                  </a:extLst>
                </p14:cNvPr>
                <p14:cNvContentPartPr/>
                <p14:nvPr/>
              </p14:nvContentPartPr>
              <p14:xfrm>
                <a:off x="6283440" y="4578240"/>
                <a:ext cx="172440" cy="27540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03414D62-FE2A-A7E0-5215-6BEFE9B74F0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277320" y="4572120"/>
                  <a:ext cx="18468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978A0DCB-ACA1-F5B5-22BF-96BA7A6EB893}"/>
                    </a:ext>
                  </a:extLst>
                </p14:cNvPr>
                <p14:cNvContentPartPr/>
                <p14:nvPr/>
              </p14:nvContentPartPr>
              <p14:xfrm>
                <a:off x="6712200" y="4776960"/>
                <a:ext cx="181080" cy="160200"/>
              </p14:xfrm>
            </p:contentPart>
          </mc:Choice>
          <mc:Fallback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978A0DCB-ACA1-F5B5-22BF-96BA7A6EB89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706080" y="4770840"/>
                  <a:ext cx="1933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457322E8-6801-AB24-4D5E-151B7A05B010}"/>
                    </a:ext>
                  </a:extLst>
                </p14:cNvPr>
                <p14:cNvContentPartPr/>
                <p14:nvPr/>
              </p14:nvContentPartPr>
              <p14:xfrm>
                <a:off x="6842520" y="4855800"/>
                <a:ext cx="308520" cy="18720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457322E8-6801-AB24-4D5E-151B7A05B010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836400" y="4849680"/>
                  <a:ext cx="3207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31F3FF85-0B6E-EBEB-83E5-FC3C31B71423}"/>
                    </a:ext>
                  </a:extLst>
                </p14:cNvPr>
                <p14:cNvContentPartPr/>
                <p14:nvPr/>
              </p14:nvContentPartPr>
              <p14:xfrm>
                <a:off x="7126200" y="4839240"/>
                <a:ext cx="197640" cy="7992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31F3FF85-0B6E-EBEB-83E5-FC3C31B71423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120080" y="4833120"/>
                  <a:ext cx="2098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DBF00F43-7954-63BD-1750-8EA83E6EA138}"/>
                    </a:ext>
                  </a:extLst>
                </p14:cNvPr>
                <p14:cNvContentPartPr/>
                <p14:nvPr/>
              </p14:nvContentPartPr>
              <p14:xfrm>
                <a:off x="7295040" y="4837440"/>
                <a:ext cx="170640" cy="12420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DBF00F43-7954-63BD-1750-8EA83E6EA13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288920" y="4831320"/>
                  <a:ext cx="182880" cy="13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84" name="Tinta 83">
                <a:extLst>
                  <a:ext uri="{FF2B5EF4-FFF2-40B4-BE49-F238E27FC236}">
                    <a16:creationId xmlns:a16="http://schemas.microsoft.com/office/drawing/2014/main" id="{6E3C8BF2-4016-6108-D423-D137064E7978}"/>
                  </a:ext>
                </a:extLst>
              </p14:cNvPr>
              <p14:cNvContentPartPr/>
              <p14:nvPr/>
            </p14:nvContentPartPr>
            <p14:xfrm>
              <a:off x="7970400" y="4968840"/>
              <a:ext cx="219240" cy="45000"/>
            </p14:xfrm>
          </p:contentPart>
        </mc:Choice>
        <mc:Fallback>
          <p:pic>
            <p:nvPicPr>
              <p:cNvPr id="84" name="Tinta 83">
                <a:extLst>
                  <a:ext uri="{FF2B5EF4-FFF2-40B4-BE49-F238E27FC236}">
                    <a16:creationId xmlns:a16="http://schemas.microsoft.com/office/drawing/2014/main" id="{6E3C8BF2-4016-6108-D423-D137064E7978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7964280" y="4962720"/>
                <a:ext cx="23148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85" name="Tinta 84">
                <a:extLst>
                  <a:ext uri="{FF2B5EF4-FFF2-40B4-BE49-F238E27FC236}">
                    <a16:creationId xmlns:a16="http://schemas.microsoft.com/office/drawing/2014/main" id="{C8E2A246-79AF-E80D-F32D-98CDC2DE88E9}"/>
                  </a:ext>
                </a:extLst>
              </p14:cNvPr>
              <p14:cNvContentPartPr/>
              <p14:nvPr/>
            </p14:nvContentPartPr>
            <p14:xfrm>
              <a:off x="7845480" y="5112480"/>
              <a:ext cx="201960" cy="12600"/>
            </p14:xfrm>
          </p:contentPart>
        </mc:Choice>
        <mc:Fallback>
          <p:pic>
            <p:nvPicPr>
              <p:cNvPr id="85" name="Tinta 84">
                <a:extLst>
                  <a:ext uri="{FF2B5EF4-FFF2-40B4-BE49-F238E27FC236}">
                    <a16:creationId xmlns:a16="http://schemas.microsoft.com/office/drawing/2014/main" id="{C8E2A246-79AF-E80D-F32D-98CDC2DE88E9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7839360" y="5106360"/>
                <a:ext cx="214200" cy="2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Agrupar 92">
            <a:extLst>
              <a:ext uri="{FF2B5EF4-FFF2-40B4-BE49-F238E27FC236}">
                <a16:creationId xmlns:a16="http://schemas.microsoft.com/office/drawing/2014/main" id="{1D9AE65C-8B36-AC25-773D-1D66A6F4C3FC}"/>
              </a:ext>
            </a:extLst>
          </p:cNvPr>
          <p:cNvGrpSpPr/>
          <p:nvPr/>
        </p:nvGrpSpPr>
        <p:grpSpPr>
          <a:xfrm>
            <a:off x="8778600" y="5100240"/>
            <a:ext cx="1267560" cy="393480"/>
            <a:chOff x="8778600" y="5100240"/>
            <a:chExt cx="1267560" cy="39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A6EEAE07-2F38-9B50-F4BB-421BF1349267}"/>
                    </a:ext>
                  </a:extLst>
                </p14:cNvPr>
                <p14:cNvContentPartPr/>
                <p14:nvPr/>
              </p14:nvContentPartPr>
              <p14:xfrm>
                <a:off x="8778600" y="5100240"/>
                <a:ext cx="134640" cy="24984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A6EEAE07-2F38-9B50-F4BB-421BF134926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772480" y="5094120"/>
                  <a:ext cx="1468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F0AB0218-EF80-351F-BE3E-C7397DFBED2C}"/>
                    </a:ext>
                  </a:extLst>
                </p14:cNvPr>
                <p14:cNvContentPartPr/>
                <p14:nvPr/>
              </p14:nvContentPartPr>
              <p14:xfrm>
                <a:off x="9122040" y="5124720"/>
                <a:ext cx="142560" cy="15624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F0AB0218-EF80-351F-BE3E-C7397DFBED2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115920" y="5118600"/>
                  <a:ext cx="1548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18551364-F807-AE07-A2CB-6D7F663FE00E}"/>
                    </a:ext>
                  </a:extLst>
                </p14:cNvPr>
                <p14:cNvContentPartPr/>
                <p14:nvPr/>
              </p14:nvContentPartPr>
              <p14:xfrm>
                <a:off x="9208440" y="5147400"/>
                <a:ext cx="151920" cy="9504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18551364-F807-AE07-A2CB-6D7F663FE00E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202320" y="5141280"/>
                  <a:ext cx="1641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9813520A-7344-04EC-423E-047D424C6C97}"/>
                    </a:ext>
                  </a:extLst>
                </p14:cNvPr>
                <p14:cNvContentPartPr/>
                <p14:nvPr/>
              </p14:nvContentPartPr>
              <p14:xfrm>
                <a:off x="9093240" y="5270160"/>
                <a:ext cx="86760" cy="77400"/>
              </p14:xfrm>
            </p:contentPart>
          </mc:Choice>
          <mc:Fallback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9813520A-7344-04EC-423E-047D424C6C97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087120" y="5264040"/>
                  <a:ext cx="990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2C79DEB5-A9F3-0980-0103-C01CB900F97A}"/>
                    </a:ext>
                  </a:extLst>
                </p14:cNvPr>
                <p14:cNvContentPartPr/>
                <p14:nvPr/>
              </p14:nvContentPartPr>
              <p14:xfrm>
                <a:off x="9103680" y="5232000"/>
                <a:ext cx="344160" cy="261720"/>
              </p14:xfrm>
            </p:contentPart>
          </mc:Choice>
          <mc:Fallback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2C79DEB5-A9F3-0980-0103-C01CB900F97A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097560" y="5225880"/>
                  <a:ext cx="3564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69129FFA-357D-F1E5-3BC6-8B1CE9E3C2E0}"/>
                    </a:ext>
                  </a:extLst>
                </p14:cNvPr>
                <p14:cNvContentPartPr/>
                <p14:nvPr/>
              </p14:nvContentPartPr>
              <p14:xfrm>
                <a:off x="9798120" y="5226240"/>
                <a:ext cx="248040" cy="30240"/>
              </p14:xfrm>
            </p:contentPart>
          </mc:Choice>
          <mc:Fallback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69129FFA-357D-F1E5-3BC6-8B1CE9E3C2E0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792000" y="5220120"/>
                  <a:ext cx="2602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8035D216-4F72-C0D9-36EA-B3A0A921D29E}"/>
                    </a:ext>
                  </a:extLst>
                </p14:cNvPr>
                <p14:cNvContentPartPr/>
                <p14:nvPr/>
              </p14:nvContentPartPr>
              <p14:xfrm>
                <a:off x="9684720" y="5339280"/>
                <a:ext cx="361440" cy="22320"/>
              </p14:xfrm>
            </p:contentPart>
          </mc:Choice>
          <mc:Fallback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8035D216-4F72-C0D9-36EA-B3A0A921D29E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678600" y="5333160"/>
                  <a:ext cx="37368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Agrupar 98">
            <a:extLst>
              <a:ext uri="{FF2B5EF4-FFF2-40B4-BE49-F238E27FC236}">
                <a16:creationId xmlns:a16="http://schemas.microsoft.com/office/drawing/2014/main" id="{429196E7-ABA6-C496-5054-CED27DDC72F4}"/>
              </a:ext>
            </a:extLst>
          </p:cNvPr>
          <p:cNvGrpSpPr/>
          <p:nvPr/>
        </p:nvGrpSpPr>
        <p:grpSpPr>
          <a:xfrm>
            <a:off x="10428120" y="5200680"/>
            <a:ext cx="957240" cy="316080"/>
            <a:chOff x="10428120" y="5200680"/>
            <a:chExt cx="957240" cy="31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2A636B68-9649-7A35-2732-07F9FB626376}"/>
                    </a:ext>
                  </a:extLst>
                </p14:cNvPr>
                <p14:cNvContentPartPr/>
                <p14:nvPr/>
              </p14:nvContentPartPr>
              <p14:xfrm>
                <a:off x="10428120" y="5200680"/>
                <a:ext cx="150120" cy="229320"/>
              </p14:xfrm>
            </p:contentPart>
          </mc:Choice>
          <mc:Fallback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2A636B68-9649-7A35-2732-07F9FB626376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422000" y="5194560"/>
                  <a:ext cx="1623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A127EE76-2C5C-856D-B3D3-01903F5F7D7D}"/>
                    </a:ext>
                  </a:extLst>
                </p14:cNvPr>
                <p14:cNvContentPartPr/>
                <p14:nvPr/>
              </p14:nvContentPartPr>
              <p14:xfrm>
                <a:off x="10551240" y="5279160"/>
                <a:ext cx="265680" cy="191160"/>
              </p14:xfrm>
            </p:contentPart>
          </mc:Choice>
          <mc:Fallback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A127EE76-2C5C-856D-B3D3-01903F5F7D7D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0545120" y="5273040"/>
                  <a:ext cx="2779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6E6A5066-E9B8-5124-FFF9-99B1564895B9}"/>
                    </a:ext>
                  </a:extLst>
                </p14:cNvPr>
                <p14:cNvContentPartPr/>
                <p14:nvPr/>
              </p14:nvContentPartPr>
              <p14:xfrm>
                <a:off x="11026440" y="5330640"/>
                <a:ext cx="358920" cy="186120"/>
              </p14:xfrm>
            </p:contentPart>
          </mc:Choice>
          <mc:Fallback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6E6A5066-E9B8-5124-FFF9-99B1564895B9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1020320" y="5324520"/>
                  <a:ext cx="371160" cy="19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Agrupar 101">
            <a:extLst>
              <a:ext uri="{FF2B5EF4-FFF2-40B4-BE49-F238E27FC236}">
                <a16:creationId xmlns:a16="http://schemas.microsoft.com/office/drawing/2014/main" id="{EB3FF8B0-8E15-71E1-C17D-5599B34E1775}"/>
              </a:ext>
            </a:extLst>
          </p:cNvPr>
          <p:cNvGrpSpPr/>
          <p:nvPr/>
        </p:nvGrpSpPr>
        <p:grpSpPr>
          <a:xfrm>
            <a:off x="6808680" y="4713960"/>
            <a:ext cx="209520" cy="20520"/>
            <a:chOff x="6808680" y="4713960"/>
            <a:chExt cx="209520" cy="2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FFEA3095-0CB8-E60C-5853-8D2A59C727B2}"/>
                    </a:ext>
                  </a:extLst>
                </p14:cNvPr>
                <p14:cNvContentPartPr/>
                <p14:nvPr/>
              </p14:nvContentPartPr>
              <p14:xfrm>
                <a:off x="6883560" y="4715760"/>
                <a:ext cx="134640" cy="18720"/>
              </p14:xfrm>
            </p:contentPart>
          </mc:Choice>
          <mc:Fallback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FFEA3095-0CB8-E60C-5853-8D2A59C727B2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877440" y="4709640"/>
                  <a:ext cx="1468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66F6D154-8D64-5FCF-4BBC-6664A94062DF}"/>
                    </a:ext>
                  </a:extLst>
                </p14:cNvPr>
                <p14:cNvContentPartPr/>
                <p14:nvPr/>
              </p14:nvContentPartPr>
              <p14:xfrm>
                <a:off x="6808680" y="4713960"/>
                <a:ext cx="360" cy="2160"/>
              </p14:xfrm>
            </p:contentPart>
          </mc:Choice>
          <mc:Fallback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66F6D154-8D64-5FCF-4BBC-6664A94062DF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802560" y="4707840"/>
                  <a:ext cx="12600" cy="1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106" name="Tinta 105">
                <a:extLst>
                  <a:ext uri="{FF2B5EF4-FFF2-40B4-BE49-F238E27FC236}">
                    <a16:creationId xmlns:a16="http://schemas.microsoft.com/office/drawing/2014/main" id="{19B7E643-2693-F943-A8F0-B6ADF821DC39}"/>
                  </a:ext>
                </a:extLst>
              </p14:cNvPr>
              <p14:cNvContentPartPr/>
              <p14:nvPr/>
            </p14:nvContentPartPr>
            <p14:xfrm>
              <a:off x="3364560" y="3569160"/>
              <a:ext cx="166320" cy="62280"/>
            </p14:xfrm>
          </p:contentPart>
        </mc:Choice>
        <mc:Fallback>
          <p:pic>
            <p:nvPicPr>
              <p:cNvPr id="106" name="Tinta 105">
                <a:extLst>
                  <a:ext uri="{FF2B5EF4-FFF2-40B4-BE49-F238E27FC236}">
                    <a16:creationId xmlns:a16="http://schemas.microsoft.com/office/drawing/2014/main" id="{19B7E643-2693-F943-A8F0-B6ADF821DC39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3358440" y="3563040"/>
                <a:ext cx="178560" cy="7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" name="Agrupar 110">
            <a:extLst>
              <a:ext uri="{FF2B5EF4-FFF2-40B4-BE49-F238E27FC236}">
                <a16:creationId xmlns:a16="http://schemas.microsoft.com/office/drawing/2014/main" id="{67015A19-A381-AD08-DCF8-16E649BE6F0A}"/>
              </a:ext>
            </a:extLst>
          </p:cNvPr>
          <p:cNvGrpSpPr/>
          <p:nvPr/>
        </p:nvGrpSpPr>
        <p:grpSpPr>
          <a:xfrm>
            <a:off x="667080" y="3289440"/>
            <a:ext cx="2704320" cy="706680"/>
            <a:chOff x="667080" y="3289440"/>
            <a:chExt cx="2704320" cy="70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6F06869D-DF23-D745-87A2-96EF8FE34581}"/>
                    </a:ext>
                  </a:extLst>
                </p14:cNvPr>
                <p14:cNvContentPartPr/>
                <p14:nvPr/>
              </p14:nvContentPartPr>
              <p14:xfrm>
                <a:off x="703080" y="3293400"/>
                <a:ext cx="282600" cy="156240"/>
              </p14:xfrm>
            </p:contentPart>
          </mc:Choice>
          <mc:Fallback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6F06869D-DF23-D745-87A2-96EF8FE34581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96960" y="3287280"/>
                  <a:ext cx="2948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3D4820F7-1CB9-F49A-5251-CC0F9B593941}"/>
                    </a:ext>
                  </a:extLst>
                </p14:cNvPr>
                <p14:cNvContentPartPr/>
                <p14:nvPr/>
              </p14:nvContentPartPr>
              <p14:xfrm>
                <a:off x="676440" y="3289440"/>
                <a:ext cx="313200" cy="162360"/>
              </p14:xfrm>
            </p:contentPart>
          </mc:Choice>
          <mc:Fallback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3D4820F7-1CB9-F49A-5251-CC0F9B593941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70320" y="3283320"/>
                  <a:ext cx="3254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D71A22CF-3623-FAE2-766E-260E3D23F82F}"/>
                    </a:ext>
                  </a:extLst>
                </p14:cNvPr>
                <p14:cNvContentPartPr/>
                <p14:nvPr/>
              </p14:nvContentPartPr>
              <p14:xfrm>
                <a:off x="668520" y="3781200"/>
                <a:ext cx="273240" cy="214920"/>
              </p14:xfrm>
            </p:contentPart>
          </mc:Choice>
          <mc:Fallback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D71A22CF-3623-FAE2-766E-260E3D23F82F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62400" y="3775080"/>
                  <a:ext cx="2854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08FF69AC-3C68-9B40-9531-E9DC0D0CCD33}"/>
                    </a:ext>
                  </a:extLst>
                </p14:cNvPr>
                <p14:cNvContentPartPr/>
                <p14:nvPr/>
              </p14:nvContentPartPr>
              <p14:xfrm>
                <a:off x="667080" y="3829800"/>
                <a:ext cx="380520" cy="158040"/>
              </p14:xfrm>
            </p:contentPart>
          </mc:Choice>
          <mc:Fallback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08FF69AC-3C68-9B40-9531-E9DC0D0CCD33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60960" y="3823680"/>
                  <a:ext cx="3927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A6C11829-AE36-006B-BF16-07A32329C979}"/>
                    </a:ext>
                  </a:extLst>
                </p14:cNvPr>
                <p14:cNvContentPartPr/>
                <p14:nvPr/>
              </p14:nvContentPartPr>
              <p14:xfrm>
                <a:off x="731520" y="3359280"/>
                <a:ext cx="2639880" cy="419760"/>
              </p14:xfrm>
            </p:contentPart>
          </mc:Choice>
          <mc:Fallback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A6C11829-AE36-006B-BF16-07A32329C979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25400" y="3353160"/>
                  <a:ext cx="2652120" cy="432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4960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82A6C8-0411-3C57-E8F9-F44CAAC07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ABDAAC7-0E6D-EAFE-4A9C-9954B6AF82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9072" y="1873286"/>
            <a:ext cx="4318753" cy="4500723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Tinta 5">
                <a:extLst>
                  <a:ext uri="{FF2B5EF4-FFF2-40B4-BE49-F238E27FC236}">
                    <a16:creationId xmlns:a16="http://schemas.microsoft.com/office/drawing/2014/main" id="{191FEBDB-A931-D227-5A56-9001EBDE03DB}"/>
                  </a:ext>
                </a:extLst>
              </p14:cNvPr>
              <p14:cNvContentPartPr/>
              <p14:nvPr/>
            </p14:nvContentPartPr>
            <p14:xfrm>
              <a:off x="7655400" y="3137880"/>
              <a:ext cx="305640" cy="8280"/>
            </p14:xfrm>
          </p:contentPart>
        </mc:Choice>
        <mc:Fallback>
          <p:pic>
            <p:nvPicPr>
              <p:cNvPr id="6" name="Tinta 5">
                <a:extLst>
                  <a:ext uri="{FF2B5EF4-FFF2-40B4-BE49-F238E27FC236}">
                    <a16:creationId xmlns:a16="http://schemas.microsoft.com/office/drawing/2014/main" id="{191FEBDB-A931-D227-5A56-9001EBDE03D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49280" y="3131760"/>
                <a:ext cx="31788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Tinta 9">
                <a:extLst>
                  <a:ext uri="{FF2B5EF4-FFF2-40B4-BE49-F238E27FC236}">
                    <a16:creationId xmlns:a16="http://schemas.microsoft.com/office/drawing/2014/main" id="{4D6573D7-4A30-FB3D-EF7D-47FBD32CD4B0}"/>
                  </a:ext>
                </a:extLst>
              </p14:cNvPr>
              <p14:cNvContentPartPr/>
              <p14:nvPr/>
            </p14:nvContentPartPr>
            <p14:xfrm>
              <a:off x="1563120" y="2627400"/>
              <a:ext cx="522360" cy="45720"/>
            </p14:xfrm>
          </p:contentPart>
        </mc:Choice>
        <mc:Fallback>
          <p:pic>
            <p:nvPicPr>
              <p:cNvPr id="10" name="Tinta 9">
                <a:extLst>
                  <a:ext uri="{FF2B5EF4-FFF2-40B4-BE49-F238E27FC236}">
                    <a16:creationId xmlns:a16="http://schemas.microsoft.com/office/drawing/2014/main" id="{4D6573D7-4A30-FB3D-EF7D-47FBD32CD4B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57000" y="2621280"/>
                <a:ext cx="534600" cy="5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Agrupar 12">
            <a:extLst>
              <a:ext uri="{FF2B5EF4-FFF2-40B4-BE49-F238E27FC236}">
                <a16:creationId xmlns:a16="http://schemas.microsoft.com/office/drawing/2014/main" id="{7C4C9DAF-6046-EEBE-B223-4C870B3A0F51}"/>
              </a:ext>
            </a:extLst>
          </p:cNvPr>
          <p:cNvGrpSpPr/>
          <p:nvPr/>
        </p:nvGrpSpPr>
        <p:grpSpPr>
          <a:xfrm>
            <a:off x="1838160" y="3318240"/>
            <a:ext cx="2615760" cy="869040"/>
            <a:chOff x="1838160" y="3318240"/>
            <a:chExt cx="2615760" cy="86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77C9EB3D-2C9B-41C9-2199-C763512E17C5}"/>
                    </a:ext>
                  </a:extLst>
                </p14:cNvPr>
                <p14:cNvContentPartPr/>
                <p14:nvPr/>
              </p14:nvContentPartPr>
              <p14:xfrm>
                <a:off x="1838160" y="3339120"/>
                <a:ext cx="894600" cy="84816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77C9EB3D-2C9B-41C9-2199-C763512E17C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832040" y="3333000"/>
                  <a:ext cx="906840" cy="86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DD336353-6C95-09B2-5672-A76A9C0811ED}"/>
                    </a:ext>
                  </a:extLst>
                </p14:cNvPr>
                <p14:cNvContentPartPr/>
                <p14:nvPr/>
              </p14:nvContentPartPr>
              <p14:xfrm>
                <a:off x="3418920" y="3318240"/>
                <a:ext cx="1035000" cy="72648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DD336353-6C95-09B2-5672-A76A9C0811E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412800" y="3312120"/>
                  <a:ext cx="1047240" cy="73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4" name="Tinta 13">
                <a:extLst>
                  <a:ext uri="{FF2B5EF4-FFF2-40B4-BE49-F238E27FC236}">
                    <a16:creationId xmlns:a16="http://schemas.microsoft.com/office/drawing/2014/main" id="{DDCFFD7D-D6E2-7DD6-2555-F946A3E07F25}"/>
                  </a:ext>
                </a:extLst>
              </p14:cNvPr>
              <p14:cNvContentPartPr/>
              <p14:nvPr/>
            </p14:nvContentPartPr>
            <p14:xfrm>
              <a:off x="1960920" y="3447480"/>
              <a:ext cx="10080" cy="3960"/>
            </p14:xfrm>
          </p:contentPart>
        </mc:Choice>
        <mc:Fallback>
          <p:pic>
            <p:nvPicPr>
              <p:cNvPr id="14" name="Tinta 13">
                <a:extLst>
                  <a:ext uri="{FF2B5EF4-FFF2-40B4-BE49-F238E27FC236}">
                    <a16:creationId xmlns:a16="http://schemas.microsoft.com/office/drawing/2014/main" id="{DDCFFD7D-D6E2-7DD6-2555-F946A3E07F2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954800" y="3441360"/>
                <a:ext cx="22320" cy="1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5" name="Tinta 14">
                <a:extLst>
                  <a:ext uri="{FF2B5EF4-FFF2-40B4-BE49-F238E27FC236}">
                    <a16:creationId xmlns:a16="http://schemas.microsoft.com/office/drawing/2014/main" id="{748F2E83-E695-88C1-03DB-861D6808C0F7}"/>
                  </a:ext>
                </a:extLst>
              </p14:cNvPr>
              <p14:cNvContentPartPr/>
              <p14:nvPr/>
            </p14:nvContentPartPr>
            <p14:xfrm>
              <a:off x="1507320" y="2724240"/>
              <a:ext cx="2483280" cy="339120"/>
            </p14:xfrm>
          </p:contentPart>
        </mc:Choice>
        <mc:Fallback>
          <p:pic>
            <p:nvPicPr>
              <p:cNvPr id="15" name="Tinta 14">
                <a:extLst>
                  <a:ext uri="{FF2B5EF4-FFF2-40B4-BE49-F238E27FC236}">
                    <a16:creationId xmlns:a16="http://schemas.microsoft.com/office/drawing/2014/main" id="{748F2E83-E695-88C1-03DB-861D6808C0F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501200" y="2718120"/>
                <a:ext cx="2495520" cy="351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Agrupar 17">
            <a:extLst>
              <a:ext uri="{FF2B5EF4-FFF2-40B4-BE49-F238E27FC236}">
                <a16:creationId xmlns:a16="http://schemas.microsoft.com/office/drawing/2014/main" id="{5A9222AF-4F2C-3E3C-DEC6-32B8E1C05EA9}"/>
              </a:ext>
            </a:extLst>
          </p:cNvPr>
          <p:cNvGrpSpPr/>
          <p:nvPr/>
        </p:nvGrpSpPr>
        <p:grpSpPr>
          <a:xfrm>
            <a:off x="3932280" y="2173440"/>
            <a:ext cx="1239120" cy="250200"/>
            <a:chOff x="3932280" y="2173440"/>
            <a:chExt cx="1239120" cy="25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0609E1BC-64F3-64B2-6026-EDE863A80495}"/>
                    </a:ext>
                  </a:extLst>
                </p14:cNvPr>
                <p14:cNvContentPartPr/>
                <p14:nvPr/>
              </p14:nvContentPartPr>
              <p14:xfrm>
                <a:off x="4522320" y="2378280"/>
                <a:ext cx="493560" cy="45360"/>
              </p14:xfrm>
            </p:contentPart>
          </mc:Choice>
          <mc:Fallback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0609E1BC-64F3-64B2-6026-EDE863A8049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516200" y="2372160"/>
                  <a:ext cx="5058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4594E6BC-3919-0934-C9FF-EEA6E4267415}"/>
                    </a:ext>
                  </a:extLst>
                </p14:cNvPr>
                <p14:cNvContentPartPr/>
                <p14:nvPr/>
              </p14:nvContentPartPr>
              <p14:xfrm>
                <a:off x="3994560" y="2350560"/>
                <a:ext cx="1135080" cy="5796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4594E6BC-3919-0934-C9FF-EEA6E426741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988440" y="2344440"/>
                  <a:ext cx="11473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F52F4697-5206-F7F5-9424-FD62BAF04D53}"/>
                    </a:ext>
                  </a:extLst>
                </p14:cNvPr>
                <p14:cNvContentPartPr/>
                <p14:nvPr/>
              </p14:nvContentPartPr>
              <p14:xfrm>
                <a:off x="3932280" y="2204760"/>
                <a:ext cx="189720" cy="182880"/>
              </p14:xfrm>
            </p:contentPart>
          </mc:Choice>
          <mc:Fallback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F52F4697-5206-F7F5-9424-FD62BAF04D5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926160" y="2198640"/>
                  <a:ext cx="2019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D0FFAB6A-7B02-5DE0-42A6-A7C5051ACAA4}"/>
                    </a:ext>
                  </a:extLst>
                </p14:cNvPr>
                <p14:cNvContentPartPr/>
                <p14:nvPr/>
              </p14:nvContentPartPr>
              <p14:xfrm>
                <a:off x="3973680" y="2173440"/>
                <a:ext cx="1197720" cy="17136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D0FFAB6A-7B02-5DE0-42A6-A7C5051ACAA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967560" y="2167320"/>
                  <a:ext cx="1209960" cy="183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9" name="Tinta 18">
                <a:extLst>
                  <a:ext uri="{FF2B5EF4-FFF2-40B4-BE49-F238E27FC236}">
                    <a16:creationId xmlns:a16="http://schemas.microsoft.com/office/drawing/2014/main" id="{5028261F-4B0C-C290-5A7D-4E8731403687}"/>
                  </a:ext>
                </a:extLst>
              </p14:cNvPr>
              <p14:cNvContentPartPr/>
              <p14:nvPr/>
            </p14:nvContentPartPr>
            <p14:xfrm>
              <a:off x="6142320" y="2185680"/>
              <a:ext cx="84960" cy="822600"/>
            </p14:xfrm>
          </p:contentPart>
        </mc:Choice>
        <mc:Fallback>
          <p:pic>
            <p:nvPicPr>
              <p:cNvPr id="19" name="Tinta 18">
                <a:extLst>
                  <a:ext uri="{FF2B5EF4-FFF2-40B4-BE49-F238E27FC236}">
                    <a16:creationId xmlns:a16="http://schemas.microsoft.com/office/drawing/2014/main" id="{5028261F-4B0C-C290-5A7D-4E873140368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136200" y="2179560"/>
                <a:ext cx="97200" cy="83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7" name="Tinta 26">
                <a:extLst>
                  <a:ext uri="{FF2B5EF4-FFF2-40B4-BE49-F238E27FC236}">
                    <a16:creationId xmlns:a16="http://schemas.microsoft.com/office/drawing/2014/main" id="{74459CBA-D568-7F63-7799-EC843EC1C7E1}"/>
                  </a:ext>
                </a:extLst>
              </p14:cNvPr>
              <p14:cNvContentPartPr/>
              <p14:nvPr/>
            </p14:nvContentPartPr>
            <p14:xfrm>
              <a:off x="6140880" y="2824320"/>
              <a:ext cx="140400" cy="59040"/>
            </p14:xfrm>
          </p:contentPart>
        </mc:Choice>
        <mc:Fallback>
          <p:pic>
            <p:nvPicPr>
              <p:cNvPr id="27" name="Tinta 26">
                <a:extLst>
                  <a:ext uri="{FF2B5EF4-FFF2-40B4-BE49-F238E27FC236}">
                    <a16:creationId xmlns:a16="http://schemas.microsoft.com/office/drawing/2014/main" id="{74459CBA-D568-7F63-7799-EC843EC1C7E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134760" y="2818200"/>
                <a:ext cx="15264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79" name="Tinta 78">
                <a:extLst>
                  <a:ext uri="{FF2B5EF4-FFF2-40B4-BE49-F238E27FC236}">
                    <a16:creationId xmlns:a16="http://schemas.microsoft.com/office/drawing/2014/main" id="{AE306A70-0B15-9302-80CB-E2BFD0EC0335}"/>
                  </a:ext>
                </a:extLst>
              </p14:cNvPr>
              <p14:cNvContentPartPr/>
              <p14:nvPr/>
            </p14:nvContentPartPr>
            <p14:xfrm>
              <a:off x="5865480" y="2784000"/>
              <a:ext cx="496800" cy="192960"/>
            </p14:xfrm>
          </p:contentPart>
        </mc:Choice>
        <mc:Fallback>
          <p:pic>
            <p:nvPicPr>
              <p:cNvPr id="79" name="Tinta 78">
                <a:extLst>
                  <a:ext uri="{FF2B5EF4-FFF2-40B4-BE49-F238E27FC236}">
                    <a16:creationId xmlns:a16="http://schemas.microsoft.com/office/drawing/2014/main" id="{AE306A70-0B15-9302-80CB-E2BFD0EC033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859360" y="2777880"/>
                <a:ext cx="509040" cy="20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87" name="Agrupar 86">
            <a:extLst>
              <a:ext uri="{FF2B5EF4-FFF2-40B4-BE49-F238E27FC236}">
                <a16:creationId xmlns:a16="http://schemas.microsoft.com/office/drawing/2014/main" id="{2376A677-3F52-C7F7-31EC-A2437DF6638B}"/>
              </a:ext>
            </a:extLst>
          </p:cNvPr>
          <p:cNvGrpSpPr/>
          <p:nvPr/>
        </p:nvGrpSpPr>
        <p:grpSpPr>
          <a:xfrm>
            <a:off x="6132960" y="3766800"/>
            <a:ext cx="666360" cy="342360"/>
            <a:chOff x="6132960" y="3766800"/>
            <a:chExt cx="666360" cy="34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441DEC86-6374-716D-E60F-BAF3F30B7E21}"/>
                    </a:ext>
                  </a:extLst>
                </p14:cNvPr>
                <p14:cNvContentPartPr/>
                <p14:nvPr/>
              </p14:nvContentPartPr>
              <p14:xfrm>
                <a:off x="6132960" y="3766800"/>
                <a:ext cx="180720" cy="25452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441DEC86-6374-716D-E60F-BAF3F30B7E2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126840" y="3760680"/>
                  <a:ext cx="19296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7F913964-6586-F50A-64AC-48290355EBAB}"/>
                    </a:ext>
                  </a:extLst>
                </p14:cNvPr>
                <p14:cNvContentPartPr/>
                <p14:nvPr/>
              </p14:nvContentPartPr>
              <p14:xfrm>
                <a:off x="6255720" y="3782280"/>
                <a:ext cx="148320" cy="10620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7F913964-6586-F50A-64AC-48290355EBA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249600" y="3776160"/>
                  <a:ext cx="1605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B0DE79B5-0038-24D9-A29D-BA177CE4CD95}"/>
                    </a:ext>
                  </a:extLst>
                </p14:cNvPr>
                <p14:cNvContentPartPr/>
                <p14:nvPr/>
              </p14:nvContentPartPr>
              <p14:xfrm>
                <a:off x="6327720" y="4005120"/>
                <a:ext cx="272160" cy="104040"/>
              </p14:xfrm>
            </p:contentPart>
          </mc:Choice>
          <mc:Fallback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B0DE79B5-0038-24D9-A29D-BA177CE4CD9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321600" y="3999000"/>
                  <a:ext cx="2844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CC12AB5B-B82E-D005-02B9-8F646A71D4B5}"/>
                    </a:ext>
                  </a:extLst>
                </p14:cNvPr>
                <p14:cNvContentPartPr/>
                <p14:nvPr/>
              </p14:nvContentPartPr>
              <p14:xfrm>
                <a:off x="6654960" y="3892440"/>
                <a:ext cx="134640" cy="1872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CC12AB5B-B82E-D005-02B9-8F646A71D4B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648840" y="3886320"/>
                  <a:ext cx="1468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9A1F5A9A-918D-467B-1BA6-BE09AFC76088}"/>
                    </a:ext>
                  </a:extLst>
                </p14:cNvPr>
                <p14:cNvContentPartPr/>
                <p14:nvPr/>
              </p14:nvContentPartPr>
              <p14:xfrm>
                <a:off x="6654960" y="3937080"/>
                <a:ext cx="144360" cy="396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9A1F5A9A-918D-467B-1BA6-BE09AFC7608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648840" y="3930960"/>
                  <a:ext cx="156600" cy="1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Agrupar 103">
            <a:extLst>
              <a:ext uri="{FF2B5EF4-FFF2-40B4-BE49-F238E27FC236}">
                <a16:creationId xmlns:a16="http://schemas.microsoft.com/office/drawing/2014/main" id="{75F6F30D-AF9B-96D3-035A-587EBF4D06F0}"/>
              </a:ext>
            </a:extLst>
          </p:cNvPr>
          <p:cNvGrpSpPr/>
          <p:nvPr/>
        </p:nvGrpSpPr>
        <p:grpSpPr>
          <a:xfrm>
            <a:off x="7495560" y="3726840"/>
            <a:ext cx="2608200" cy="515520"/>
            <a:chOff x="7495560" y="3726840"/>
            <a:chExt cx="2608200" cy="51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869A7E6E-F5C2-1BE9-DED9-56394A65CFD7}"/>
                    </a:ext>
                  </a:extLst>
                </p14:cNvPr>
                <p14:cNvContentPartPr/>
                <p14:nvPr/>
              </p14:nvContentPartPr>
              <p14:xfrm>
                <a:off x="7495560" y="3726840"/>
                <a:ext cx="245160" cy="31428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869A7E6E-F5C2-1BE9-DED9-56394A65CFD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489440" y="3720720"/>
                  <a:ext cx="25740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185C1D6D-B2E0-2675-34BC-63C6F5A8C1BF}"/>
                    </a:ext>
                  </a:extLst>
                </p14:cNvPr>
                <p14:cNvContentPartPr/>
                <p14:nvPr/>
              </p14:nvContentPartPr>
              <p14:xfrm>
                <a:off x="7780320" y="3741960"/>
                <a:ext cx="246600" cy="120600"/>
              </p14:xfrm>
            </p:contentPart>
          </mc:Choice>
          <mc:Fallback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185C1D6D-B2E0-2675-34BC-63C6F5A8C1B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774200" y="3735840"/>
                  <a:ext cx="2588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FABA4090-D82C-AB9F-D35A-973C002E37A9}"/>
                    </a:ext>
                  </a:extLst>
                </p14:cNvPr>
                <p14:cNvContentPartPr/>
                <p14:nvPr/>
              </p14:nvContentPartPr>
              <p14:xfrm>
                <a:off x="7835760" y="4072800"/>
                <a:ext cx="216720" cy="169560"/>
              </p14:xfrm>
            </p:contentPart>
          </mc:Choice>
          <mc:Fallback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FABA4090-D82C-AB9F-D35A-973C002E37A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829640" y="4066680"/>
                  <a:ext cx="2289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91B5A70E-3C05-C623-7571-55F64C228372}"/>
                    </a:ext>
                  </a:extLst>
                </p14:cNvPr>
                <p14:cNvContentPartPr/>
                <p14:nvPr/>
              </p14:nvContentPartPr>
              <p14:xfrm>
                <a:off x="7912800" y="4042200"/>
                <a:ext cx="343080" cy="154080"/>
              </p14:xfrm>
            </p:contentPart>
          </mc:Choice>
          <mc:Fallback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91B5A70E-3C05-C623-7571-55F64C22837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906680" y="4036080"/>
                  <a:ext cx="3553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624A9025-628E-6369-6D47-7EDD86A68BD4}"/>
                    </a:ext>
                  </a:extLst>
                </p14:cNvPr>
                <p14:cNvContentPartPr/>
                <p14:nvPr/>
              </p14:nvContentPartPr>
              <p14:xfrm>
                <a:off x="8359920" y="4061280"/>
                <a:ext cx="106560" cy="181080"/>
              </p14:xfrm>
            </p:contentPart>
          </mc:Choice>
          <mc:Fallback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624A9025-628E-6369-6D47-7EDD86A68BD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353800" y="4055160"/>
                  <a:ext cx="1188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BF1FE4B6-4CBB-8469-3EFD-ACAB3BCCEB3C}"/>
                    </a:ext>
                  </a:extLst>
                </p14:cNvPr>
                <p14:cNvContentPartPr/>
                <p14:nvPr/>
              </p14:nvContentPartPr>
              <p14:xfrm>
                <a:off x="8369640" y="4149480"/>
                <a:ext cx="200160" cy="12600"/>
              </p14:xfrm>
            </p:contentPart>
          </mc:Choice>
          <mc:Fallback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BF1FE4B6-4CBB-8469-3EFD-ACAB3BCCEB3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363520" y="4143360"/>
                  <a:ext cx="2124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E0210E2C-5306-279C-7785-10BDE88EAB6E}"/>
                    </a:ext>
                  </a:extLst>
                </p14:cNvPr>
                <p14:cNvContentPartPr/>
                <p14:nvPr/>
              </p14:nvContentPartPr>
              <p14:xfrm>
                <a:off x="8665200" y="3920880"/>
                <a:ext cx="572400" cy="35280"/>
              </p14:xfrm>
            </p:contentPart>
          </mc:Choice>
          <mc:Fallback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E0210E2C-5306-279C-7785-10BDE88EAB6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659080" y="3914760"/>
                  <a:ext cx="5846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377FA7FE-A20D-9250-C5F0-AC7A5595E674}"/>
                    </a:ext>
                  </a:extLst>
                </p14:cNvPr>
                <p14:cNvContentPartPr/>
                <p14:nvPr/>
              </p14:nvContentPartPr>
              <p14:xfrm>
                <a:off x="8893800" y="3829800"/>
                <a:ext cx="38880" cy="205200"/>
              </p14:xfrm>
            </p:contentPart>
          </mc:Choice>
          <mc:Fallback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377FA7FE-A20D-9250-C5F0-AC7A5595E67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887680" y="3823680"/>
                  <a:ext cx="511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15AB3EEB-945B-681D-65BE-8CC21CBD925D}"/>
                    </a:ext>
                  </a:extLst>
                </p14:cNvPr>
                <p14:cNvContentPartPr/>
                <p14:nvPr/>
              </p14:nvContentPartPr>
              <p14:xfrm>
                <a:off x="9531000" y="3772200"/>
                <a:ext cx="190800" cy="263520"/>
              </p14:xfrm>
            </p:contentPart>
          </mc:Choice>
          <mc:Fallback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15AB3EEB-945B-681D-65BE-8CC21CBD925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524880" y="3766080"/>
                  <a:ext cx="2030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1332095A-3FDA-8059-1752-4C6FC8793A84}"/>
                    </a:ext>
                  </a:extLst>
                </p14:cNvPr>
                <p14:cNvContentPartPr/>
                <p14:nvPr/>
              </p14:nvContentPartPr>
              <p14:xfrm>
                <a:off x="9631800" y="3727920"/>
                <a:ext cx="299880" cy="184320"/>
              </p14:xfrm>
            </p:contentPart>
          </mc:Choice>
          <mc:Fallback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1332095A-3FDA-8059-1752-4C6FC8793A8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625680" y="3721800"/>
                  <a:ext cx="3121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22FF17A5-D8BA-A428-CE47-D3AA5004126A}"/>
                    </a:ext>
                  </a:extLst>
                </p14:cNvPr>
                <p14:cNvContentPartPr/>
                <p14:nvPr/>
              </p14:nvContentPartPr>
              <p14:xfrm>
                <a:off x="9769320" y="4012320"/>
                <a:ext cx="238680" cy="187920"/>
              </p14:xfrm>
            </p:contentPart>
          </mc:Choice>
          <mc:Fallback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22FF17A5-D8BA-A428-CE47-D3AA5004126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763200" y="4006200"/>
                  <a:ext cx="2509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0AAF17F9-C5CD-7DE5-1FCB-E868AE2EC81B}"/>
                    </a:ext>
                  </a:extLst>
                </p14:cNvPr>
                <p14:cNvContentPartPr/>
                <p14:nvPr/>
              </p14:nvContentPartPr>
              <p14:xfrm>
                <a:off x="9846000" y="4096920"/>
                <a:ext cx="257760" cy="12600"/>
              </p14:xfrm>
            </p:contentPart>
          </mc:Choice>
          <mc:Fallback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0AAF17F9-C5CD-7DE5-1FCB-E868AE2EC81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839880" y="4090800"/>
                  <a:ext cx="270000" cy="2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115" name="Tinta 114">
                <a:extLst>
                  <a:ext uri="{FF2B5EF4-FFF2-40B4-BE49-F238E27FC236}">
                    <a16:creationId xmlns:a16="http://schemas.microsoft.com/office/drawing/2014/main" id="{4099EA08-E514-B5FB-DFC0-956BB32A2E60}"/>
                  </a:ext>
                </a:extLst>
              </p14:cNvPr>
              <p14:cNvContentPartPr/>
              <p14:nvPr/>
            </p14:nvContentPartPr>
            <p14:xfrm>
              <a:off x="7312680" y="2510760"/>
              <a:ext cx="630720" cy="402480"/>
            </p14:xfrm>
          </p:contentPart>
        </mc:Choice>
        <mc:Fallback>
          <p:pic>
            <p:nvPicPr>
              <p:cNvPr id="115" name="Tinta 114">
                <a:extLst>
                  <a:ext uri="{FF2B5EF4-FFF2-40B4-BE49-F238E27FC236}">
                    <a16:creationId xmlns:a16="http://schemas.microsoft.com/office/drawing/2014/main" id="{4099EA08-E514-B5FB-DFC0-956BB32A2E60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7306560" y="2504640"/>
                <a:ext cx="642960" cy="41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136" name="Tinta 135">
                <a:extLst>
                  <a:ext uri="{FF2B5EF4-FFF2-40B4-BE49-F238E27FC236}">
                    <a16:creationId xmlns:a16="http://schemas.microsoft.com/office/drawing/2014/main" id="{DAF3D8ED-4C6E-E089-412E-CBA58F542AA2}"/>
                  </a:ext>
                </a:extLst>
              </p14:cNvPr>
              <p14:cNvContentPartPr/>
              <p14:nvPr/>
            </p14:nvContentPartPr>
            <p14:xfrm>
              <a:off x="6085080" y="5288520"/>
              <a:ext cx="4350960" cy="566280"/>
            </p14:xfrm>
          </p:contentPart>
        </mc:Choice>
        <mc:Fallback>
          <p:pic>
            <p:nvPicPr>
              <p:cNvPr id="136" name="Tinta 135">
                <a:extLst>
                  <a:ext uri="{FF2B5EF4-FFF2-40B4-BE49-F238E27FC236}">
                    <a16:creationId xmlns:a16="http://schemas.microsoft.com/office/drawing/2014/main" id="{DAF3D8ED-4C6E-E089-412E-CBA58F542AA2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6078960" y="5282400"/>
                <a:ext cx="4363200" cy="57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140" name="Tinta 139">
                <a:extLst>
                  <a:ext uri="{FF2B5EF4-FFF2-40B4-BE49-F238E27FC236}">
                    <a16:creationId xmlns:a16="http://schemas.microsoft.com/office/drawing/2014/main" id="{F8223B86-E55D-EFD9-FCF2-9D65331D29B7}"/>
                  </a:ext>
                </a:extLst>
              </p14:cNvPr>
              <p14:cNvContentPartPr/>
              <p14:nvPr/>
            </p14:nvContentPartPr>
            <p14:xfrm>
              <a:off x="6618600" y="4776960"/>
              <a:ext cx="27360" cy="28440"/>
            </p14:xfrm>
          </p:contentPart>
        </mc:Choice>
        <mc:Fallback>
          <p:pic>
            <p:nvPicPr>
              <p:cNvPr id="140" name="Tinta 139">
                <a:extLst>
                  <a:ext uri="{FF2B5EF4-FFF2-40B4-BE49-F238E27FC236}">
                    <a16:creationId xmlns:a16="http://schemas.microsoft.com/office/drawing/2014/main" id="{F8223B86-E55D-EFD9-FCF2-9D65331D29B7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612480" y="4770840"/>
                <a:ext cx="39600" cy="4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4" name="Agrupar 143">
            <a:extLst>
              <a:ext uri="{FF2B5EF4-FFF2-40B4-BE49-F238E27FC236}">
                <a16:creationId xmlns:a16="http://schemas.microsoft.com/office/drawing/2014/main" id="{38B97B3C-7637-A6C1-C26A-65DE9D2A6905}"/>
              </a:ext>
            </a:extLst>
          </p:cNvPr>
          <p:cNvGrpSpPr/>
          <p:nvPr/>
        </p:nvGrpSpPr>
        <p:grpSpPr>
          <a:xfrm>
            <a:off x="5666400" y="1935480"/>
            <a:ext cx="2494800" cy="1215000"/>
            <a:chOff x="5666400" y="1935480"/>
            <a:chExt cx="2494800" cy="121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AED8D5D9-4B06-C474-BD99-F1FCB00055DB}"/>
                    </a:ext>
                  </a:extLst>
                </p14:cNvPr>
                <p14:cNvContentPartPr/>
                <p14:nvPr/>
              </p14:nvContentPartPr>
              <p14:xfrm>
                <a:off x="5666400" y="2706960"/>
                <a:ext cx="1904760" cy="15624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AED8D5D9-4B06-C474-BD99-F1FCB00055D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660280" y="2700840"/>
                  <a:ext cx="19170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E8E62112-DD50-E218-5ED6-959729185A39}"/>
                    </a:ext>
                  </a:extLst>
                </p14:cNvPr>
                <p14:cNvContentPartPr/>
                <p14:nvPr/>
              </p14:nvContentPartPr>
              <p14:xfrm>
                <a:off x="7417440" y="2807040"/>
                <a:ext cx="106200" cy="7740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E8E62112-DD50-E218-5ED6-959729185A3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411320" y="2800920"/>
                  <a:ext cx="1184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00F12CD5-4D53-7679-0392-717F9BE986FE}"/>
                    </a:ext>
                  </a:extLst>
                </p14:cNvPr>
                <p14:cNvContentPartPr/>
                <p14:nvPr/>
              </p14:nvContentPartPr>
              <p14:xfrm>
                <a:off x="5999400" y="2178120"/>
                <a:ext cx="266040" cy="4680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00F12CD5-4D53-7679-0392-717F9BE986F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993280" y="2172000"/>
                  <a:ext cx="2782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288D0547-7290-5F93-347A-3931A30F6C21}"/>
                    </a:ext>
                  </a:extLst>
                </p14:cNvPr>
                <p14:cNvContentPartPr/>
                <p14:nvPr/>
              </p14:nvContentPartPr>
              <p14:xfrm>
                <a:off x="6274800" y="2180640"/>
                <a:ext cx="113760" cy="4500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288D0547-7290-5F93-347A-3931A30F6C2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268680" y="2174520"/>
                  <a:ext cx="1260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75EC8214-8AA1-2865-3F11-70557FACF110}"/>
                    </a:ext>
                  </a:extLst>
                </p14:cNvPr>
                <p14:cNvContentPartPr/>
                <p14:nvPr/>
              </p14:nvContentPartPr>
              <p14:xfrm>
                <a:off x="5982120" y="2202600"/>
                <a:ext cx="424080" cy="1152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75EC8214-8AA1-2865-3F11-70557FACF110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976000" y="2196480"/>
                  <a:ext cx="4363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21FAA6F6-2857-A3A9-C432-B4406E92014A}"/>
                    </a:ext>
                  </a:extLst>
                </p14:cNvPr>
                <p14:cNvContentPartPr/>
                <p14:nvPr/>
              </p14:nvContentPartPr>
              <p14:xfrm>
                <a:off x="6493680" y="2582760"/>
                <a:ext cx="132840" cy="3924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21FAA6F6-2857-A3A9-C432-B4406E92014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487560" y="2576640"/>
                  <a:ext cx="1450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77188506-6B36-6163-64C9-B0AC9EADA4C2}"/>
                    </a:ext>
                  </a:extLst>
                </p14:cNvPr>
                <p14:cNvContentPartPr/>
                <p14:nvPr/>
              </p14:nvContentPartPr>
              <p14:xfrm>
                <a:off x="6821640" y="2555400"/>
                <a:ext cx="27360" cy="11124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77188506-6B36-6163-64C9-B0AC9EADA4C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815520" y="2549280"/>
                  <a:ext cx="396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2670F95A-C71B-5A07-AAA8-068E9C30BE56}"/>
                    </a:ext>
                  </a:extLst>
                </p14:cNvPr>
                <p14:cNvContentPartPr/>
                <p14:nvPr/>
              </p14:nvContentPartPr>
              <p14:xfrm>
                <a:off x="6722280" y="2597520"/>
                <a:ext cx="151920" cy="1692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2670F95A-C71B-5A07-AAA8-068E9C30BE5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716160" y="2591400"/>
                  <a:ext cx="164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2D187324-D43B-5228-CD39-740316250680}"/>
                    </a:ext>
                  </a:extLst>
                </p14:cNvPr>
                <p14:cNvContentPartPr/>
                <p14:nvPr/>
              </p14:nvContentPartPr>
              <p14:xfrm>
                <a:off x="6612480" y="2526600"/>
                <a:ext cx="214560" cy="12312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2D187324-D43B-5228-CD39-740316250680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606360" y="2520480"/>
                  <a:ext cx="2268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0FD6DD6D-7D8C-A5DE-98C3-124D9303FB58}"/>
                    </a:ext>
                  </a:extLst>
                </p14:cNvPr>
                <p14:cNvContentPartPr/>
                <p14:nvPr/>
              </p14:nvContentPartPr>
              <p14:xfrm>
                <a:off x="6207480" y="2632440"/>
                <a:ext cx="448560" cy="20016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0FD6DD6D-7D8C-A5DE-98C3-124D9303FB5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201360" y="2626320"/>
                  <a:ext cx="4608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0CABA20D-C14F-D908-F4AD-A7F856DB651A}"/>
                    </a:ext>
                  </a:extLst>
                </p14:cNvPr>
                <p14:cNvContentPartPr/>
                <p14:nvPr/>
              </p14:nvContentPartPr>
              <p14:xfrm>
                <a:off x="6580080" y="2657640"/>
                <a:ext cx="56160" cy="24156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0CABA20D-C14F-D908-F4AD-A7F856DB651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573960" y="2651520"/>
                  <a:ext cx="684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266B848D-AC15-32EA-AD2F-65A2313977FD}"/>
                    </a:ext>
                  </a:extLst>
                </p14:cNvPr>
                <p14:cNvContentPartPr/>
                <p14:nvPr/>
              </p14:nvContentPartPr>
              <p14:xfrm>
                <a:off x="6541920" y="2957520"/>
                <a:ext cx="94320" cy="150120"/>
              </p14:xfrm>
            </p:contentPart>
          </mc:Choice>
          <mc:Fallback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266B848D-AC15-32EA-AD2F-65A2313977F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535800" y="2951400"/>
                  <a:ext cx="1065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D8B14254-98CC-F24B-255B-6D153D27E42E}"/>
                    </a:ext>
                  </a:extLst>
                </p14:cNvPr>
                <p14:cNvContentPartPr/>
                <p14:nvPr/>
              </p14:nvContentPartPr>
              <p14:xfrm>
                <a:off x="6464880" y="2977680"/>
                <a:ext cx="180720" cy="11232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D8B14254-98CC-F24B-255B-6D153D27E42E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458760" y="2971560"/>
                  <a:ext cx="1929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6B9CCD22-F1E4-8AA3-9107-E9692E650087}"/>
                    </a:ext>
                  </a:extLst>
                </p14:cNvPr>
                <p14:cNvContentPartPr/>
                <p14:nvPr/>
              </p14:nvContentPartPr>
              <p14:xfrm>
                <a:off x="6770160" y="3038880"/>
                <a:ext cx="58320" cy="10872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6B9CCD22-F1E4-8AA3-9107-E9692E65008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764040" y="3032760"/>
                  <a:ext cx="705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18DAC234-8F14-8413-9D02-29C1728BC93A}"/>
                    </a:ext>
                  </a:extLst>
                </p14:cNvPr>
                <p14:cNvContentPartPr/>
                <p14:nvPr/>
              </p14:nvContentPartPr>
              <p14:xfrm>
                <a:off x="6779880" y="3077400"/>
                <a:ext cx="67680" cy="1008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18DAC234-8F14-8413-9D02-29C1728BC93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773760" y="3071280"/>
                  <a:ext cx="799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4A1A3EE1-9597-C273-D0B8-9E641875B713}"/>
                    </a:ext>
                  </a:extLst>
                </p14:cNvPr>
                <p14:cNvContentPartPr/>
                <p14:nvPr/>
              </p14:nvContentPartPr>
              <p14:xfrm>
                <a:off x="6046560" y="2601840"/>
                <a:ext cx="505800" cy="2844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4A1A3EE1-9597-C273-D0B8-9E641875B713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040440" y="2595720"/>
                  <a:ext cx="5180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5D079C96-AA3D-190F-50F4-D1198B7731B2}"/>
                    </a:ext>
                  </a:extLst>
                </p14:cNvPr>
                <p14:cNvContentPartPr/>
                <p14:nvPr/>
              </p14:nvContentPartPr>
              <p14:xfrm>
                <a:off x="5817960" y="2559000"/>
                <a:ext cx="181080" cy="16668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5D079C96-AA3D-190F-50F4-D1198B7731B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811840" y="2552880"/>
                  <a:ext cx="1933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3E53E5E1-A13E-0402-647A-ED741EDAFF8A}"/>
                    </a:ext>
                  </a:extLst>
                </p14:cNvPr>
                <p14:cNvContentPartPr/>
                <p14:nvPr/>
              </p14:nvContentPartPr>
              <p14:xfrm>
                <a:off x="5963040" y="2635680"/>
                <a:ext cx="131760" cy="145080"/>
              </p14:xfrm>
            </p:contentPart>
          </mc:Choice>
          <mc:Fallback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3E53E5E1-A13E-0402-647A-ED741EDAFF8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956920" y="2629560"/>
                  <a:ext cx="1440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9E2D6C9B-56F5-BD8C-0C8C-6E3C3F4111D8}"/>
                    </a:ext>
                  </a:extLst>
                </p14:cNvPr>
                <p14:cNvContentPartPr/>
                <p14:nvPr/>
              </p14:nvContentPartPr>
              <p14:xfrm>
                <a:off x="6017760" y="2699040"/>
                <a:ext cx="286560" cy="1440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9E2D6C9B-56F5-BD8C-0C8C-6E3C3F4111D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011640" y="2692920"/>
                  <a:ext cx="2988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AA3748CF-D3BE-567F-732B-963EB1DFFBA8}"/>
                    </a:ext>
                  </a:extLst>
                </p14:cNvPr>
                <p14:cNvContentPartPr/>
                <p14:nvPr/>
              </p14:nvContentPartPr>
              <p14:xfrm>
                <a:off x="6654960" y="2699040"/>
                <a:ext cx="29160" cy="56520"/>
              </p14:xfrm>
            </p:contentPart>
          </mc:Choice>
          <mc:Fallback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AA3748CF-D3BE-567F-732B-963EB1DFFBA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648840" y="2692920"/>
                  <a:ext cx="414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B8D2FE79-90E8-FFD4-AB90-75F79983DBB1}"/>
                    </a:ext>
                  </a:extLst>
                </p14:cNvPr>
                <p14:cNvContentPartPr/>
                <p14:nvPr/>
              </p14:nvContentPartPr>
              <p14:xfrm>
                <a:off x="6561000" y="2587440"/>
                <a:ext cx="58680" cy="3456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B8D2FE79-90E8-FFD4-AB90-75F79983DBB1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554880" y="2581320"/>
                  <a:ext cx="709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B14F6B29-F7C9-D3DB-DA53-0FC0DB2BCC12}"/>
                    </a:ext>
                  </a:extLst>
                </p14:cNvPr>
                <p14:cNvContentPartPr/>
                <p14:nvPr/>
              </p14:nvContentPartPr>
              <p14:xfrm>
                <a:off x="6674400" y="2998560"/>
                <a:ext cx="190440" cy="15192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B14F6B29-F7C9-D3DB-DA53-0FC0DB2BCC1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668280" y="2992440"/>
                  <a:ext cx="2026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1F8A01AC-C251-4583-BFFB-C0B64BB5585E}"/>
                    </a:ext>
                  </a:extLst>
                </p14:cNvPr>
                <p14:cNvContentPartPr/>
                <p14:nvPr/>
              </p14:nvContentPartPr>
              <p14:xfrm>
                <a:off x="6639840" y="1984440"/>
                <a:ext cx="112320" cy="60480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1F8A01AC-C251-4583-BFFB-C0B64BB5585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633720" y="1978320"/>
                  <a:ext cx="124560" cy="61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4DE9855B-F400-5987-65ED-1FDE650A1E0C}"/>
                    </a:ext>
                  </a:extLst>
                </p14:cNvPr>
                <p14:cNvContentPartPr/>
                <p14:nvPr/>
              </p14:nvContentPartPr>
              <p14:xfrm>
                <a:off x="6618600" y="2550720"/>
                <a:ext cx="1465200" cy="9792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4DE9855B-F400-5987-65ED-1FDE650A1E0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612480" y="2544600"/>
                  <a:ext cx="14774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42B6563B-37B5-310B-11F4-D3263B8F3E9D}"/>
                    </a:ext>
                  </a:extLst>
                </p14:cNvPr>
                <p14:cNvContentPartPr/>
                <p14:nvPr/>
              </p14:nvContentPartPr>
              <p14:xfrm>
                <a:off x="6626160" y="1943760"/>
                <a:ext cx="163800" cy="160200"/>
              </p14:xfrm>
            </p:contentPart>
          </mc:Choice>
          <mc:Fallback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42B6563B-37B5-310B-11F4-D3263B8F3E9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620040" y="1937640"/>
                  <a:ext cx="1760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2C7681E8-C148-9E31-2FB4-377D6EF26D44}"/>
                    </a:ext>
                  </a:extLst>
                </p14:cNvPr>
                <p14:cNvContentPartPr/>
                <p14:nvPr/>
              </p14:nvContentPartPr>
              <p14:xfrm>
                <a:off x="6873840" y="1935480"/>
                <a:ext cx="182880" cy="7380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2C7681E8-C148-9E31-2FB4-377D6EF26D4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867720" y="1929360"/>
                  <a:ext cx="1951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F6F87131-0234-AC14-5D36-3E710740E280}"/>
                    </a:ext>
                  </a:extLst>
                </p14:cNvPr>
                <p14:cNvContentPartPr/>
                <p14:nvPr/>
              </p14:nvContentPartPr>
              <p14:xfrm>
                <a:off x="7960680" y="2587080"/>
                <a:ext cx="200520" cy="5544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F6F87131-0234-AC14-5D36-3E710740E280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954560" y="2580960"/>
                  <a:ext cx="2127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FDF86BAA-D324-4216-55BA-A4C7360DBE8F}"/>
                    </a:ext>
                  </a:extLst>
                </p14:cNvPr>
                <p14:cNvContentPartPr/>
                <p14:nvPr/>
              </p14:nvContentPartPr>
              <p14:xfrm>
                <a:off x="8054640" y="2682480"/>
                <a:ext cx="77040" cy="51120"/>
              </p14:xfrm>
            </p:contentPart>
          </mc:Choice>
          <mc:Fallback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FDF86BAA-D324-4216-55BA-A4C7360DBE8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048520" y="2676360"/>
                  <a:ext cx="892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10DF949B-2E8E-6C97-A570-B5C99251B176}"/>
                    </a:ext>
                  </a:extLst>
                </p14:cNvPr>
                <p14:cNvContentPartPr/>
                <p14:nvPr/>
              </p14:nvContentPartPr>
              <p14:xfrm>
                <a:off x="7409160" y="2143920"/>
                <a:ext cx="256320" cy="63360"/>
              </p14:xfrm>
            </p:contentPart>
          </mc:Choice>
          <mc:Fallback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10DF949B-2E8E-6C97-A570-B5C99251B176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403040" y="2137800"/>
                  <a:ext cx="2685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43C2DC94-C23B-F69A-FBBE-3726532FAC46}"/>
                    </a:ext>
                  </a:extLst>
                </p14:cNvPr>
                <p14:cNvContentPartPr/>
                <p14:nvPr/>
              </p14:nvContentPartPr>
              <p14:xfrm>
                <a:off x="7573320" y="2140320"/>
                <a:ext cx="386640" cy="16128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43C2DC94-C23B-F69A-FBBE-3726532FAC4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567200" y="2134200"/>
                  <a:ext cx="3988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65482CED-2CDE-0AB1-202F-5D10ACF4FED3}"/>
                    </a:ext>
                  </a:extLst>
                </p14:cNvPr>
                <p14:cNvContentPartPr/>
                <p14:nvPr/>
              </p14:nvContentPartPr>
              <p14:xfrm>
                <a:off x="7407360" y="2134200"/>
                <a:ext cx="154080" cy="54720"/>
              </p14:xfrm>
            </p:contentPart>
          </mc:Choice>
          <mc:Fallback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65482CED-2CDE-0AB1-202F-5D10ACF4FED3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401240" y="2128080"/>
                  <a:ext cx="1663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B6798BE1-9611-5AC0-9347-EC139B6559FD}"/>
                    </a:ext>
                  </a:extLst>
                </p14:cNvPr>
                <p14:cNvContentPartPr/>
                <p14:nvPr/>
              </p14:nvContentPartPr>
              <p14:xfrm>
                <a:off x="6664680" y="2247600"/>
                <a:ext cx="933480" cy="31356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B6798BE1-9611-5AC0-9347-EC139B6559FD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658560" y="2241480"/>
                  <a:ext cx="94572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F76B5068-ED2A-B29B-0347-30D78668B7E0}"/>
                    </a:ext>
                  </a:extLst>
                </p14:cNvPr>
                <p14:cNvContentPartPr/>
                <p14:nvPr/>
              </p14:nvContentPartPr>
              <p14:xfrm>
                <a:off x="7513200" y="2265600"/>
                <a:ext cx="66240" cy="271800"/>
              </p14:xfrm>
            </p:contentPart>
          </mc:Choice>
          <mc:Fallback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F76B5068-ED2A-B29B-0347-30D78668B7E0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507080" y="2259480"/>
                  <a:ext cx="7848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44C19FC8-86F3-5EAE-1828-1F4B45DE123D}"/>
                    </a:ext>
                  </a:extLst>
                </p14:cNvPr>
                <p14:cNvContentPartPr/>
                <p14:nvPr/>
              </p14:nvContentPartPr>
              <p14:xfrm>
                <a:off x="7436520" y="2628120"/>
                <a:ext cx="67680" cy="8532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44C19FC8-86F3-5EAE-1828-1F4B45DE123D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430400" y="2622000"/>
                  <a:ext cx="799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0DD6E1EB-E32E-340C-1A32-616438F9D4D6}"/>
                    </a:ext>
                  </a:extLst>
                </p14:cNvPr>
                <p14:cNvContentPartPr/>
                <p14:nvPr/>
              </p14:nvContentPartPr>
              <p14:xfrm>
                <a:off x="7359840" y="2640360"/>
                <a:ext cx="154080" cy="5040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0DD6E1EB-E32E-340C-1A32-616438F9D4D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353720" y="2634240"/>
                  <a:ext cx="1663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39AB9298-773D-5C28-1C9C-728152392A00}"/>
                    </a:ext>
                  </a:extLst>
                </p14:cNvPr>
                <p14:cNvContentPartPr/>
                <p14:nvPr/>
              </p14:nvContentPartPr>
              <p14:xfrm>
                <a:off x="7551720" y="2684640"/>
                <a:ext cx="75600" cy="6624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39AB9298-773D-5C28-1C9C-728152392A00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545600" y="2678520"/>
                  <a:ext cx="878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5F28AAAD-4587-DB7C-8D25-00BEF724540F}"/>
                    </a:ext>
                  </a:extLst>
                </p14:cNvPr>
                <p14:cNvContentPartPr/>
                <p14:nvPr/>
              </p14:nvContentPartPr>
              <p14:xfrm>
                <a:off x="7531920" y="2697960"/>
                <a:ext cx="200160" cy="11736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5F28AAAD-4587-DB7C-8D25-00BEF724540F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525800" y="2691840"/>
                  <a:ext cx="2124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13A3AFE0-15FF-F3C9-C040-0EECAD7F5AF4}"/>
                    </a:ext>
                  </a:extLst>
                </p14:cNvPr>
                <p14:cNvContentPartPr/>
                <p14:nvPr/>
              </p14:nvContentPartPr>
              <p14:xfrm>
                <a:off x="6732000" y="2152560"/>
                <a:ext cx="724320" cy="4176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13A3AFE0-15FF-F3C9-C040-0EECAD7F5AF4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725880" y="2146440"/>
                  <a:ext cx="7365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2A3D4E44-A8F4-B264-4D5A-4B321E1868EF}"/>
                    </a:ext>
                  </a:extLst>
                </p14:cNvPr>
                <p14:cNvContentPartPr/>
                <p14:nvPr/>
              </p14:nvContentPartPr>
              <p14:xfrm>
                <a:off x="6467760" y="2063280"/>
                <a:ext cx="197280" cy="15516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2A3D4E44-A8F4-B264-4D5A-4B321E1868E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461640" y="2057160"/>
                  <a:ext cx="2095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AF4A01CB-C428-2A10-F742-0E10433A7EB2}"/>
                    </a:ext>
                  </a:extLst>
                </p14:cNvPr>
                <p14:cNvContentPartPr/>
                <p14:nvPr/>
              </p14:nvContentPartPr>
              <p14:xfrm>
                <a:off x="6455520" y="2221320"/>
                <a:ext cx="171360" cy="9468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AF4A01CB-C428-2A10-F742-0E10433A7EB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449400" y="2215200"/>
                  <a:ext cx="1836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D24239EA-D7B1-7154-9126-670C4614AB54}"/>
                    </a:ext>
                  </a:extLst>
                </p14:cNvPr>
                <p14:cNvContentPartPr/>
                <p14:nvPr/>
              </p14:nvContentPartPr>
              <p14:xfrm>
                <a:off x="6159600" y="2917200"/>
                <a:ext cx="29160" cy="26640"/>
              </p14:xfrm>
            </p:contentPart>
          </mc:Choice>
          <mc:Fallback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D24239EA-D7B1-7154-9126-670C4614AB54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153480" y="2911080"/>
                  <a:ext cx="414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967DD78C-179B-2390-5065-DAB05F97DB4F}"/>
                    </a:ext>
                  </a:extLst>
                </p14:cNvPr>
                <p14:cNvContentPartPr/>
                <p14:nvPr/>
              </p14:nvContentPartPr>
              <p14:xfrm>
                <a:off x="6159600" y="2640360"/>
                <a:ext cx="430560" cy="244800"/>
              </p14:xfrm>
            </p:contentPart>
          </mc:Choice>
          <mc:Fallback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967DD78C-179B-2390-5065-DAB05F97DB4F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153480" y="2634240"/>
                  <a:ext cx="44280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1BD41F3B-7D2F-16DC-E82A-72C724D4CBC2}"/>
                    </a:ext>
                  </a:extLst>
                </p14:cNvPr>
                <p14:cNvContentPartPr/>
                <p14:nvPr/>
              </p14:nvContentPartPr>
              <p14:xfrm>
                <a:off x="7389000" y="1939080"/>
                <a:ext cx="640080" cy="328320"/>
              </p14:xfrm>
            </p:contentPart>
          </mc:Choice>
          <mc:Fallback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1BD41F3B-7D2F-16DC-E82A-72C724D4CBC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382880" y="1932960"/>
                  <a:ext cx="65232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3D0996E2-3ECF-D785-08C6-10927F940DD8}"/>
                    </a:ext>
                  </a:extLst>
                </p14:cNvPr>
                <p14:cNvContentPartPr/>
                <p14:nvPr/>
              </p14:nvContentPartPr>
              <p14:xfrm>
                <a:off x="6207840" y="2907480"/>
                <a:ext cx="29160" cy="10080"/>
              </p14:xfrm>
            </p:contentPart>
          </mc:Choice>
          <mc:Fallback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3D0996E2-3ECF-D785-08C6-10927F940DD8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201720" y="2901360"/>
                  <a:ext cx="414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5D7BE0FD-1393-E96A-C43A-BA7B9466D1C8}"/>
                    </a:ext>
                  </a:extLst>
                </p14:cNvPr>
                <p14:cNvContentPartPr/>
                <p14:nvPr/>
              </p14:nvContentPartPr>
              <p14:xfrm>
                <a:off x="6011280" y="2826120"/>
                <a:ext cx="298440" cy="155880"/>
              </p14:xfrm>
            </p:contentPart>
          </mc:Choice>
          <mc:Fallback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5D7BE0FD-1393-E96A-C43A-BA7B9466D1C8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005160" y="2820000"/>
                  <a:ext cx="310680" cy="16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Agrupar 145">
            <a:extLst>
              <a:ext uri="{FF2B5EF4-FFF2-40B4-BE49-F238E27FC236}">
                <a16:creationId xmlns:a16="http://schemas.microsoft.com/office/drawing/2014/main" id="{AF634B42-889B-09D4-532E-9FFF6F032C02}"/>
              </a:ext>
            </a:extLst>
          </p:cNvPr>
          <p:cNvGrpSpPr/>
          <p:nvPr/>
        </p:nvGrpSpPr>
        <p:grpSpPr>
          <a:xfrm>
            <a:off x="5959800" y="4490400"/>
            <a:ext cx="4417920" cy="1013760"/>
            <a:chOff x="5959800" y="4490400"/>
            <a:chExt cx="4417920" cy="101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F90D5161-7876-00F9-8396-BA341503EEDF}"/>
                    </a:ext>
                  </a:extLst>
                </p14:cNvPr>
                <p14:cNvContentPartPr/>
                <p14:nvPr/>
              </p14:nvContentPartPr>
              <p14:xfrm>
                <a:off x="6217200" y="4780200"/>
                <a:ext cx="124560" cy="284400"/>
              </p14:xfrm>
            </p:contentPart>
          </mc:Choice>
          <mc:Fallback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F90D5161-7876-00F9-8396-BA341503EED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211080" y="4774080"/>
                  <a:ext cx="13680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0D35CDC1-D67E-3CA8-33DB-5AD1CC31B9E0}"/>
                    </a:ext>
                  </a:extLst>
                </p14:cNvPr>
                <p14:cNvContentPartPr/>
                <p14:nvPr/>
              </p14:nvContentPartPr>
              <p14:xfrm>
                <a:off x="6332400" y="4805400"/>
                <a:ext cx="166320" cy="136440"/>
              </p14:xfrm>
            </p:contentPart>
          </mc:Choice>
          <mc:Fallback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0D35CDC1-D67E-3CA8-33DB-5AD1CC31B9E0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326280" y="4799280"/>
                  <a:ext cx="1785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3B1A8058-A66E-B174-8CC3-B91D0A5841B7}"/>
                    </a:ext>
                  </a:extLst>
                </p14:cNvPr>
                <p14:cNvContentPartPr/>
                <p14:nvPr/>
              </p14:nvContentPartPr>
              <p14:xfrm>
                <a:off x="6455880" y="5101680"/>
                <a:ext cx="189360" cy="103680"/>
              </p14:xfrm>
            </p:contentPart>
          </mc:Choice>
          <mc:Fallback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3B1A8058-A66E-B174-8CC3-B91D0A5841B7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449760" y="5095560"/>
                  <a:ext cx="2016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9E4BA196-7F13-ACE4-FF51-8DD02F5713F4}"/>
                    </a:ext>
                  </a:extLst>
                </p14:cNvPr>
                <p14:cNvContentPartPr/>
                <p14:nvPr/>
              </p14:nvContentPartPr>
              <p14:xfrm>
                <a:off x="6635880" y="4981080"/>
                <a:ext cx="276840" cy="22320"/>
              </p14:xfrm>
            </p:contentPart>
          </mc:Choice>
          <mc:Fallback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9E4BA196-7F13-ACE4-FF51-8DD02F5713F4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629760" y="4974960"/>
                  <a:ext cx="2890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BBE50CA7-DB23-FE48-3A7A-68571DCE1734}"/>
                    </a:ext>
                  </a:extLst>
                </p14:cNvPr>
                <p14:cNvContentPartPr/>
                <p14:nvPr/>
              </p14:nvContentPartPr>
              <p14:xfrm>
                <a:off x="6674400" y="5072160"/>
                <a:ext cx="295920" cy="26640"/>
              </p14:xfrm>
            </p:contentPart>
          </mc:Choice>
          <mc:Fallback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BBE50CA7-DB23-FE48-3A7A-68571DCE1734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668280" y="5066040"/>
                  <a:ext cx="3081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87C0E54F-F545-DE9A-008D-7898B634E406}"/>
                    </a:ext>
                  </a:extLst>
                </p14:cNvPr>
                <p14:cNvContentPartPr/>
                <p14:nvPr/>
              </p14:nvContentPartPr>
              <p14:xfrm>
                <a:off x="6664680" y="5171520"/>
                <a:ext cx="19440" cy="4320"/>
              </p14:xfrm>
            </p:contentPart>
          </mc:Choice>
          <mc:Fallback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87C0E54F-F545-DE9A-008D-7898B634E406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658560" y="5165400"/>
                  <a:ext cx="3168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94F8CA63-7611-5F6C-5575-FC58911ED2FA}"/>
                    </a:ext>
                  </a:extLst>
                </p14:cNvPr>
                <p14:cNvContentPartPr/>
                <p14:nvPr/>
              </p14:nvContentPartPr>
              <p14:xfrm>
                <a:off x="6645240" y="5243880"/>
                <a:ext cx="87480" cy="119520"/>
              </p14:xfrm>
            </p:contentPart>
          </mc:Choice>
          <mc:Fallback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94F8CA63-7611-5F6C-5575-FC58911ED2FA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639120" y="5237760"/>
                  <a:ext cx="997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0151C4DA-B5C1-CE92-7B17-970885C725C4}"/>
                    </a:ext>
                  </a:extLst>
                </p14:cNvPr>
                <p14:cNvContentPartPr/>
                <p14:nvPr/>
              </p14:nvContentPartPr>
              <p14:xfrm>
                <a:off x="6493680" y="5274480"/>
                <a:ext cx="267120" cy="119520"/>
              </p14:xfrm>
            </p:contentPart>
          </mc:Choice>
          <mc:Fallback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0151C4DA-B5C1-CE92-7B17-970885C725C4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487560" y="5268360"/>
                  <a:ext cx="2793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2A2F9997-26F0-E9D7-81F0-B3163D2AC5AE}"/>
                    </a:ext>
                  </a:extLst>
                </p14:cNvPr>
                <p14:cNvContentPartPr/>
                <p14:nvPr/>
              </p14:nvContentPartPr>
              <p14:xfrm>
                <a:off x="7551720" y="4865160"/>
                <a:ext cx="177120" cy="216360"/>
              </p14:xfrm>
            </p:contentPart>
          </mc:Choice>
          <mc:Fallback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2A2F9997-26F0-E9D7-81F0-B3163D2AC5AE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7545600" y="4859040"/>
                  <a:ext cx="1893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DDC9B102-CE03-FE29-F723-793E0F96C58E}"/>
                    </a:ext>
                  </a:extLst>
                </p14:cNvPr>
                <p14:cNvContentPartPr/>
                <p14:nvPr/>
              </p14:nvContentPartPr>
              <p14:xfrm>
                <a:off x="7570800" y="4916280"/>
                <a:ext cx="265320" cy="122040"/>
              </p14:xfrm>
            </p:contentPart>
          </mc:Choice>
          <mc:Fallback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DDC9B102-CE03-FE29-F723-793E0F96C58E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564680" y="4910160"/>
                  <a:ext cx="2775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A2C004EB-13F3-F013-801F-83CDB33B9A26}"/>
                    </a:ext>
                  </a:extLst>
                </p14:cNvPr>
                <p14:cNvContentPartPr/>
                <p14:nvPr/>
              </p14:nvContentPartPr>
              <p14:xfrm>
                <a:off x="7845480" y="5092320"/>
                <a:ext cx="320040" cy="142560"/>
              </p14:xfrm>
            </p:contentPart>
          </mc:Choice>
          <mc:Fallback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A2C004EB-13F3-F013-801F-83CDB33B9A26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839360" y="5086200"/>
                  <a:ext cx="3322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76F4BC49-C52C-1719-7792-60A2CA09D9C6}"/>
                    </a:ext>
                  </a:extLst>
                </p14:cNvPr>
                <p14:cNvContentPartPr/>
                <p14:nvPr/>
              </p14:nvContentPartPr>
              <p14:xfrm>
                <a:off x="8578800" y="4930320"/>
                <a:ext cx="228960" cy="33120"/>
              </p14:xfrm>
            </p:contentPart>
          </mc:Choice>
          <mc:Fallback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76F4BC49-C52C-1719-7792-60A2CA09D9C6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572680" y="4924200"/>
                  <a:ext cx="2412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6CAD967D-1F17-04B0-689F-5C0834B888C8}"/>
                    </a:ext>
                  </a:extLst>
                </p14:cNvPr>
                <p14:cNvContentPartPr/>
                <p14:nvPr/>
              </p14:nvContentPartPr>
              <p14:xfrm>
                <a:off x="8694000" y="4841760"/>
                <a:ext cx="75240" cy="137880"/>
              </p14:xfrm>
            </p:contentPart>
          </mc:Choice>
          <mc:Fallback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6CAD967D-1F17-04B0-689F-5C0834B888C8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687880" y="4835640"/>
                  <a:ext cx="874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AD23D086-3039-6AE1-E070-9D5F09AE5FC5}"/>
                    </a:ext>
                  </a:extLst>
                </p14:cNvPr>
                <p14:cNvContentPartPr/>
                <p14:nvPr/>
              </p14:nvContentPartPr>
              <p14:xfrm>
                <a:off x="9218160" y="4823400"/>
                <a:ext cx="27360" cy="20520"/>
              </p14:xfrm>
            </p:contentPart>
          </mc:Choice>
          <mc:Fallback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AD23D086-3039-6AE1-E070-9D5F09AE5FC5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212040" y="4817280"/>
                  <a:ext cx="396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F56EB64F-68BB-EC92-6D1C-F2E4B18A38EA}"/>
                    </a:ext>
                  </a:extLst>
                </p14:cNvPr>
                <p14:cNvContentPartPr/>
                <p14:nvPr/>
              </p14:nvContentPartPr>
              <p14:xfrm>
                <a:off x="9237240" y="4809360"/>
                <a:ext cx="228960" cy="291240"/>
              </p14:xfrm>
            </p:contentPart>
          </mc:Choice>
          <mc:Fallback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F56EB64F-68BB-EC92-6D1C-F2E4B18A38EA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231120" y="4803240"/>
                  <a:ext cx="24120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8961359F-331A-D197-46A9-1989321C4F8A}"/>
                    </a:ext>
                  </a:extLst>
                </p14:cNvPr>
                <p14:cNvContentPartPr/>
                <p14:nvPr/>
              </p14:nvContentPartPr>
              <p14:xfrm>
                <a:off x="9179640" y="4885680"/>
                <a:ext cx="276840" cy="197280"/>
              </p14:xfrm>
            </p:contentPart>
          </mc:Choice>
          <mc:Fallback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8961359F-331A-D197-46A9-1989321C4F8A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173520" y="4879560"/>
                  <a:ext cx="2890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8C7226C3-156C-C2B7-8069-AF828D36296B}"/>
                    </a:ext>
                  </a:extLst>
                </p14:cNvPr>
                <p14:cNvContentPartPr/>
                <p14:nvPr/>
              </p14:nvContentPartPr>
              <p14:xfrm>
                <a:off x="9627120" y="5022840"/>
                <a:ext cx="105120" cy="221040"/>
              </p14:xfrm>
            </p:contentPart>
          </mc:Choice>
          <mc:Fallback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8C7226C3-156C-C2B7-8069-AF828D36296B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621000" y="5016720"/>
                  <a:ext cx="1173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0A3BFEBA-0557-1E6D-F271-9B1624CD7E8A}"/>
                    </a:ext>
                  </a:extLst>
                </p14:cNvPr>
                <p14:cNvContentPartPr/>
                <p14:nvPr/>
              </p14:nvContentPartPr>
              <p14:xfrm>
                <a:off x="9579240" y="5098440"/>
                <a:ext cx="372960" cy="66960"/>
              </p14:xfrm>
            </p:contentPart>
          </mc:Choice>
          <mc:Fallback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0A3BFEBA-0557-1E6D-F271-9B1624CD7E8A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573120" y="5092320"/>
                  <a:ext cx="3852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E8410741-4E5A-65AA-97C2-9E8B0F1AE31A}"/>
                    </a:ext>
                  </a:extLst>
                </p14:cNvPr>
                <p14:cNvContentPartPr/>
                <p14:nvPr/>
              </p14:nvContentPartPr>
              <p14:xfrm>
                <a:off x="5959800" y="4590480"/>
                <a:ext cx="96480" cy="662400"/>
              </p14:xfrm>
            </p:contentPart>
          </mc:Choice>
          <mc:Fallback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E8410741-4E5A-65AA-97C2-9E8B0F1AE31A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953680" y="4584360"/>
                  <a:ext cx="108720" cy="67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42933894-73D2-6D46-7C80-3C2BF2CB6983}"/>
                    </a:ext>
                  </a:extLst>
                </p14:cNvPr>
                <p14:cNvContentPartPr/>
                <p14:nvPr/>
              </p14:nvContentPartPr>
              <p14:xfrm>
                <a:off x="6133680" y="4490400"/>
                <a:ext cx="4244040" cy="947880"/>
              </p14:xfrm>
            </p:contentPart>
          </mc:Choice>
          <mc:Fallback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42933894-73D2-6D46-7C80-3C2BF2CB6983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6127560" y="4484280"/>
                  <a:ext cx="4256280" cy="9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1FFC6515-9863-72CC-FF8E-10B885BB4D96}"/>
                    </a:ext>
                  </a:extLst>
                </p14:cNvPr>
                <p14:cNvContentPartPr/>
                <p14:nvPr/>
              </p14:nvContentPartPr>
              <p14:xfrm>
                <a:off x="7560720" y="4544040"/>
                <a:ext cx="2580480" cy="960120"/>
              </p14:xfrm>
            </p:contentPart>
          </mc:Choice>
          <mc:Fallback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1FFC6515-9863-72CC-FF8E-10B885BB4D96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554600" y="4537920"/>
                  <a:ext cx="2592720" cy="972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1">
            <p14:nvContentPartPr>
              <p14:cNvPr id="157" name="Tinta 156">
                <a:extLst>
                  <a:ext uri="{FF2B5EF4-FFF2-40B4-BE49-F238E27FC236}">
                    <a16:creationId xmlns:a16="http://schemas.microsoft.com/office/drawing/2014/main" id="{7008CEC2-8CF4-3381-90EE-FF910C608B92}"/>
                  </a:ext>
                </a:extLst>
              </p14:cNvPr>
              <p14:cNvContentPartPr/>
              <p14:nvPr/>
            </p14:nvContentPartPr>
            <p14:xfrm>
              <a:off x="7587720" y="5864160"/>
              <a:ext cx="297000" cy="356760"/>
            </p14:xfrm>
          </p:contentPart>
        </mc:Choice>
        <mc:Fallback>
          <p:pic>
            <p:nvPicPr>
              <p:cNvPr id="157" name="Tinta 156">
                <a:extLst>
                  <a:ext uri="{FF2B5EF4-FFF2-40B4-BE49-F238E27FC236}">
                    <a16:creationId xmlns:a16="http://schemas.microsoft.com/office/drawing/2014/main" id="{7008CEC2-8CF4-3381-90EE-FF910C608B92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7581600" y="5858040"/>
                <a:ext cx="309240" cy="36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3">
            <p14:nvContentPartPr>
              <p14:cNvPr id="158" name="Tinta 157">
                <a:extLst>
                  <a:ext uri="{FF2B5EF4-FFF2-40B4-BE49-F238E27FC236}">
                    <a16:creationId xmlns:a16="http://schemas.microsoft.com/office/drawing/2014/main" id="{14F3B205-FE05-7866-C26B-834FF98FDAA0}"/>
                  </a:ext>
                </a:extLst>
              </p14:cNvPr>
              <p14:cNvContentPartPr/>
              <p14:nvPr/>
            </p14:nvContentPartPr>
            <p14:xfrm>
              <a:off x="7793280" y="6252600"/>
              <a:ext cx="215280" cy="138600"/>
            </p14:xfrm>
          </p:contentPart>
        </mc:Choice>
        <mc:Fallback>
          <p:pic>
            <p:nvPicPr>
              <p:cNvPr id="158" name="Tinta 157">
                <a:extLst>
                  <a:ext uri="{FF2B5EF4-FFF2-40B4-BE49-F238E27FC236}">
                    <a16:creationId xmlns:a16="http://schemas.microsoft.com/office/drawing/2014/main" id="{14F3B205-FE05-7866-C26B-834FF98FDAA0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7786800" y="6246480"/>
                <a:ext cx="227520" cy="15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9" name="Agrupar 168">
            <a:extLst>
              <a:ext uri="{FF2B5EF4-FFF2-40B4-BE49-F238E27FC236}">
                <a16:creationId xmlns:a16="http://schemas.microsoft.com/office/drawing/2014/main" id="{9EA780C1-E989-0B6E-9D77-4E9CE72AF5C0}"/>
              </a:ext>
            </a:extLst>
          </p:cNvPr>
          <p:cNvGrpSpPr/>
          <p:nvPr/>
        </p:nvGrpSpPr>
        <p:grpSpPr>
          <a:xfrm>
            <a:off x="5712480" y="5644920"/>
            <a:ext cx="4469040" cy="928440"/>
            <a:chOff x="5712480" y="5644920"/>
            <a:chExt cx="4469040" cy="92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2EF72710-BC67-D7A4-702F-8C2F70196AC1}"/>
                    </a:ext>
                  </a:extLst>
                </p14:cNvPr>
                <p14:cNvContentPartPr/>
                <p14:nvPr/>
              </p14:nvContentPartPr>
              <p14:xfrm>
                <a:off x="5939640" y="5889000"/>
                <a:ext cx="287640" cy="267840"/>
              </p14:xfrm>
            </p:contentPart>
          </mc:Choice>
          <mc:Fallback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2EF72710-BC67-D7A4-702F-8C2F70196AC1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5933520" y="5882880"/>
                  <a:ext cx="29988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4EB4FBB7-93D3-7195-297C-61BB9D87DA80}"/>
                    </a:ext>
                  </a:extLst>
                </p14:cNvPr>
                <p14:cNvContentPartPr/>
                <p14:nvPr/>
              </p14:nvContentPartPr>
              <p14:xfrm>
                <a:off x="6207840" y="6174120"/>
                <a:ext cx="135000" cy="97560"/>
              </p14:xfrm>
            </p:contentPart>
          </mc:Choice>
          <mc:Fallback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4EB4FBB7-93D3-7195-297C-61BB9D87DA80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6201720" y="6168000"/>
                  <a:ext cx="1472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959D7661-A140-369F-DA94-A60EF2E906EF}"/>
                    </a:ext>
                  </a:extLst>
                </p14:cNvPr>
                <p14:cNvContentPartPr/>
                <p14:nvPr/>
              </p14:nvContentPartPr>
              <p14:xfrm>
                <a:off x="6436080" y="6212640"/>
                <a:ext cx="77040" cy="105480"/>
              </p14:xfrm>
            </p:contentPart>
          </mc:Choice>
          <mc:Fallback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959D7661-A140-369F-DA94-A60EF2E906EF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6429960" y="6206520"/>
                  <a:ext cx="892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362736A6-BE51-6CB9-DBD2-EA0D1BE0DCA9}"/>
                    </a:ext>
                  </a:extLst>
                </p14:cNvPr>
                <p14:cNvContentPartPr/>
                <p14:nvPr/>
              </p14:nvContentPartPr>
              <p14:xfrm>
                <a:off x="6294240" y="6285360"/>
                <a:ext cx="132840" cy="40680"/>
              </p14:xfrm>
            </p:contentPart>
          </mc:Choice>
          <mc:Fallback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362736A6-BE51-6CB9-DBD2-EA0D1BE0DCA9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6288120" y="6279240"/>
                  <a:ext cx="1450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646E6E62-8A50-0659-15A4-918491AD0CD6}"/>
                    </a:ext>
                  </a:extLst>
                </p14:cNvPr>
                <p14:cNvContentPartPr/>
                <p14:nvPr/>
              </p14:nvContentPartPr>
              <p14:xfrm>
                <a:off x="6760800" y="6069000"/>
                <a:ext cx="190440" cy="14400"/>
              </p14:xfrm>
            </p:contentPart>
          </mc:Choice>
          <mc:Fallback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646E6E62-8A50-0659-15A4-918491AD0CD6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754680" y="6062880"/>
                  <a:ext cx="2026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8E576B54-B7E6-7C80-EDAA-19B49E5CD8C6}"/>
                    </a:ext>
                  </a:extLst>
                </p14:cNvPr>
                <p14:cNvContentPartPr/>
                <p14:nvPr/>
              </p14:nvContentPartPr>
              <p14:xfrm>
                <a:off x="6693480" y="6166200"/>
                <a:ext cx="267120" cy="16200"/>
              </p14:xfrm>
            </p:contentPart>
          </mc:Choice>
          <mc:Fallback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8E576B54-B7E6-7C80-EDAA-19B49E5CD8C6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687360" y="6160080"/>
                  <a:ext cx="2793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2B7B2381-EB95-F125-2B89-F0F75F56CC15}"/>
                    </a:ext>
                  </a:extLst>
                </p14:cNvPr>
                <p14:cNvContentPartPr/>
                <p14:nvPr/>
              </p14:nvContentPartPr>
              <p14:xfrm>
                <a:off x="6383160" y="6245040"/>
                <a:ext cx="176760" cy="75240"/>
              </p14:xfrm>
            </p:contentPart>
          </mc:Choice>
          <mc:Fallback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2B7B2381-EB95-F125-2B89-F0F75F56CC15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377040" y="6238920"/>
                  <a:ext cx="1890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0E81EC53-C0C3-5151-FA60-2C963A2E2773}"/>
                    </a:ext>
                  </a:extLst>
                </p14:cNvPr>
                <p14:cNvContentPartPr/>
                <p14:nvPr/>
              </p14:nvContentPartPr>
              <p14:xfrm>
                <a:off x="7609680" y="6209760"/>
                <a:ext cx="236160" cy="185400"/>
              </p14:xfrm>
            </p:contentPart>
          </mc:Choice>
          <mc:Fallback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0E81EC53-C0C3-5151-FA60-2C963A2E2773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7603560" y="6203640"/>
                  <a:ext cx="2484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60" name="Tinta 159">
                  <a:extLst>
                    <a:ext uri="{FF2B5EF4-FFF2-40B4-BE49-F238E27FC236}">
                      <a16:creationId xmlns:a16="http://schemas.microsoft.com/office/drawing/2014/main" id="{E89622F6-617F-6D27-3ECE-9D85EF58B5F0}"/>
                    </a:ext>
                  </a:extLst>
                </p14:cNvPr>
                <p14:cNvContentPartPr/>
                <p14:nvPr/>
              </p14:nvContentPartPr>
              <p14:xfrm>
                <a:off x="7713000" y="6295800"/>
                <a:ext cx="132840" cy="66960"/>
              </p14:xfrm>
            </p:contentPart>
          </mc:Choice>
          <mc:Fallback>
            <p:pic>
              <p:nvPicPr>
                <p:cNvPr id="160" name="Tinta 159">
                  <a:extLst>
                    <a:ext uri="{FF2B5EF4-FFF2-40B4-BE49-F238E27FC236}">
                      <a16:creationId xmlns:a16="http://schemas.microsoft.com/office/drawing/2014/main" id="{E89622F6-617F-6D27-3ECE-9D85EF58B5F0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7706880" y="6289680"/>
                  <a:ext cx="1450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51B79792-1DA2-64A2-C0E6-6DC34939B11B}"/>
                    </a:ext>
                  </a:extLst>
                </p14:cNvPr>
                <p14:cNvContentPartPr/>
                <p14:nvPr/>
              </p14:nvContentPartPr>
              <p14:xfrm>
                <a:off x="8732520" y="6174120"/>
                <a:ext cx="380520" cy="20520"/>
              </p14:xfrm>
            </p:contentPart>
          </mc:Choice>
          <mc:Fallback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51B79792-1DA2-64A2-C0E6-6DC34939B11B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8726400" y="6168000"/>
                  <a:ext cx="3927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4E7F71DA-E331-7C0D-F763-BB14905FC6BB}"/>
                    </a:ext>
                  </a:extLst>
                </p14:cNvPr>
                <p14:cNvContentPartPr/>
                <p14:nvPr/>
              </p14:nvContentPartPr>
              <p14:xfrm>
                <a:off x="8845560" y="6060360"/>
                <a:ext cx="57960" cy="194760"/>
              </p14:xfrm>
            </p:contentPart>
          </mc:Choice>
          <mc:Fallback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4E7F71DA-E331-7C0D-F763-BB14905FC6BB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8839440" y="6054240"/>
                  <a:ext cx="702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63" name="Tinta 162">
                  <a:extLst>
                    <a:ext uri="{FF2B5EF4-FFF2-40B4-BE49-F238E27FC236}">
                      <a16:creationId xmlns:a16="http://schemas.microsoft.com/office/drawing/2014/main" id="{E70DA8D1-D262-A1DB-E4FA-D636E1E4B6E3}"/>
                    </a:ext>
                  </a:extLst>
                </p14:cNvPr>
                <p14:cNvContentPartPr/>
                <p14:nvPr/>
              </p14:nvContentPartPr>
              <p14:xfrm>
                <a:off x="9321480" y="5992320"/>
                <a:ext cx="477000" cy="364320"/>
              </p14:xfrm>
            </p:contentPart>
          </mc:Choice>
          <mc:Fallback>
            <p:pic>
              <p:nvPicPr>
                <p:cNvPr id="163" name="Tinta 162">
                  <a:extLst>
                    <a:ext uri="{FF2B5EF4-FFF2-40B4-BE49-F238E27FC236}">
                      <a16:creationId xmlns:a16="http://schemas.microsoft.com/office/drawing/2014/main" id="{E70DA8D1-D262-A1DB-E4FA-D636E1E4B6E3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315360" y="5986200"/>
                  <a:ext cx="48924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D70B2702-FF32-EBAA-E596-FF9D93EFD215}"/>
                    </a:ext>
                  </a:extLst>
                </p14:cNvPr>
                <p14:cNvContentPartPr/>
                <p14:nvPr/>
              </p14:nvContentPartPr>
              <p14:xfrm>
                <a:off x="9531000" y="6287520"/>
                <a:ext cx="238680" cy="188280"/>
              </p14:xfrm>
            </p:contentPart>
          </mc:Choice>
          <mc:Fallback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D70B2702-FF32-EBAA-E596-FF9D93EFD215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524880" y="6281400"/>
                  <a:ext cx="2509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75A9487B-AD94-1BEB-71EE-571F70979291}"/>
                    </a:ext>
                  </a:extLst>
                </p14:cNvPr>
                <p14:cNvContentPartPr/>
                <p14:nvPr/>
              </p14:nvContentPartPr>
              <p14:xfrm>
                <a:off x="9627120" y="6331800"/>
                <a:ext cx="276840" cy="65160"/>
              </p14:xfrm>
            </p:contentPart>
          </mc:Choice>
          <mc:Fallback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75A9487B-AD94-1BEB-71EE-571F70979291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9621000" y="6325680"/>
                  <a:ext cx="2890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9CD6BF1F-921E-8327-EA90-407443BD5479}"/>
                    </a:ext>
                  </a:extLst>
                </p14:cNvPr>
                <p14:cNvContentPartPr/>
                <p14:nvPr/>
              </p14:nvContentPartPr>
              <p14:xfrm>
                <a:off x="5712480" y="5644920"/>
                <a:ext cx="4469040" cy="928440"/>
              </p14:xfrm>
            </p:contentPart>
          </mc:Choice>
          <mc:Fallback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9CD6BF1F-921E-8327-EA90-407443BD5479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5706360" y="5638800"/>
                  <a:ext cx="4481280" cy="940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68089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94748E-9102-3103-6913-4BB656F53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F4C09350-97CA-ADD8-B16C-C8A39046DD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16329"/>
            <a:ext cx="4391510" cy="4576546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Tinta 8">
                <a:extLst>
                  <a:ext uri="{FF2B5EF4-FFF2-40B4-BE49-F238E27FC236}">
                    <a16:creationId xmlns:a16="http://schemas.microsoft.com/office/drawing/2014/main" id="{96F1015C-FEBB-CE2A-0789-0A5ACDA8A590}"/>
                  </a:ext>
                </a:extLst>
              </p14:cNvPr>
              <p14:cNvContentPartPr/>
              <p14:nvPr/>
            </p14:nvContentPartPr>
            <p14:xfrm>
              <a:off x="1395747" y="5243667"/>
              <a:ext cx="698400" cy="253080"/>
            </p14:xfrm>
          </p:contentPart>
        </mc:Choice>
        <mc:Fallback>
          <p:pic>
            <p:nvPicPr>
              <p:cNvPr id="9" name="Tinta 8">
                <a:extLst>
                  <a:ext uri="{FF2B5EF4-FFF2-40B4-BE49-F238E27FC236}">
                    <a16:creationId xmlns:a16="http://schemas.microsoft.com/office/drawing/2014/main" id="{96F1015C-FEBB-CE2A-0789-0A5ACDA8A5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89627" y="5237547"/>
                <a:ext cx="71064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7" name="Tinta 36">
                <a:extLst>
                  <a:ext uri="{FF2B5EF4-FFF2-40B4-BE49-F238E27FC236}">
                    <a16:creationId xmlns:a16="http://schemas.microsoft.com/office/drawing/2014/main" id="{416F72B8-F5D7-75F4-4EED-E7085638A674}"/>
                  </a:ext>
                </a:extLst>
              </p14:cNvPr>
              <p14:cNvContentPartPr/>
              <p14:nvPr/>
            </p14:nvContentPartPr>
            <p14:xfrm>
              <a:off x="1352907" y="3331347"/>
              <a:ext cx="1049760" cy="1053720"/>
            </p14:xfrm>
          </p:contentPart>
        </mc:Choice>
        <mc:Fallback>
          <p:pic>
            <p:nvPicPr>
              <p:cNvPr id="37" name="Tinta 36">
                <a:extLst>
                  <a:ext uri="{FF2B5EF4-FFF2-40B4-BE49-F238E27FC236}">
                    <a16:creationId xmlns:a16="http://schemas.microsoft.com/office/drawing/2014/main" id="{416F72B8-F5D7-75F4-4EED-E7085638A67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46787" y="3325227"/>
                <a:ext cx="1062000" cy="10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6" name="Tinta 45">
                <a:extLst>
                  <a:ext uri="{FF2B5EF4-FFF2-40B4-BE49-F238E27FC236}">
                    <a16:creationId xmlns:a16="http://schemas.microsoft.com/office/drawing/2014/main" id="{AF548A27-DD35-D63A-F698-0EA933367D09}"/>
                  </a:ext>
                </a:extLst>
              </p14:cNvPr>
              <p14:cNvContentPartPr/>
              <p14:nvPr/>
            </p14:nvContentPartPr>
            <p14:xfrm>
              <a:off x="1426707" y="2832747"/>
              <a:ext cx="880560" cy="319320"/>
            </p14:xfrm>
          </p:contentPart>
        </mc:Choice>
        <mc:Fallback>
          <p:pic>
            <p:nvPicPr>
              <p:cNvPr id="46" name="Tinta 45">
                <a:extLst>
                  <a:ext uri="{FF2B5EF4-FFF2-40B4-BE49-F238E27FC236}">
                    <a16:creationId xmlns:a16="http://schemas.microsoft.com/office/drawing/2014/main" id="{AF548A27-DD35-D63A-F698-0EA933367D0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20587" y="2826627"/>
                <a:ext cx="89280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47" name="Tinta 46">
                <a:extLst>
                  <a:ext uri="{FF2B5EF4-FFF2-40B4-BE49-F238E27FC236}">
                    <a16:creationId xmlns:a16="http://schemas.microsoft.com/office/drawing/2014/main" id="{3DEDF948-CCC3-4F75-2A94-BD2CE8A8CB47}"/>
                  </a:ext>
                </a:extLst>
              </p14:cNvPr>
              <p14:cNvContentPartPr/>
              <p14:nvPr/>
            </p14:nvContentPartPr>
            <p14:xfrm>
              <a:off x="7251507" y="3359787"/>
              <a:ext cx="441000" cy="225360"/>
            </p14:xfrm>
          </p:contentPart>
        </mc:Choice>
        <mc:Fallback>
          <p:pic>
            <p:nvPicPr>
              <p:cNvPr id="47" name="Tinta 46">
                <a:extLst>
                  <a:ext uri="{FF2B5EF4-FFF2-40B4-BE49-F238E27FC236}">
                    <a16:creationId xmlns:a16="http://schemas.microsoft.com/office/drawing/2014/main" id="{3DEDF948-CCC3-4F75-2A94-BD2CE8A8CB4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245387" y="3353667"/>
                <a:ext cx="45324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48" name="Tinta 47">
                <a:extLst>
                  <a:ext uri="{FF2B5EF4-FFF2-40B4-BE49-F238E27FC236}">
                    <a16:creationId xmlns:a16="http://schemas.microsoft.com/office/drawing/2014/main" id="{D2B39A88-C507-7E4C-6CE2-A36FA1E5219B}"/>
                  </a:ext>
                </a:extLst>
              </p14:cNvPr>
              <p14:cNvContentPartPr/>
              <p14:nvPr/>
            </p14:nvContentPartPr>
            <p14:xfrm>
              <a:off x="9531387" y="2136867"/>
              <a:ext cx="965880" cy="617040"/>
            </p14:xfrm>
          </p:contentPart>
        </mc:Choice>
        <mc:Fallback>
          <p:pic>
            <p:nvPicPr>
              <p:cNvPr id="48" name="Tinta 47">
                <a:extLst>
                  <a:ext uri="{FF2B5EF4-FFF2-40B4-BE49-F238E27FC236}">
                    <a16:creationId xmlns:a16="http://schemas.microsoft.com/office/drawing/2014/main" id="{D2B39A88-C507-7E4C-6CE2-A36FA1E5219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525267" y="2130747"/>
                <a:ext cx="978120" cy="62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Agrupar 51">
            <a:extLst>
              <a:ext uri="{FF2B5EF4-FFF2-40B4-BE49-F238E27FC236}">
                <a16:creationId xmlns:a16="http://schemas.microsoft.com/office/drawing/2014/main" id="{1B5643E9-E07E-E7E4-C275-D2F30347E1CE}"/>
              </a:ext>
            </a:extLst>
          </p:cNvPr>
          <p:cNvGrpSpPr/>
          <p:nvPr/>
        </p:nvGrpSpPr>
        <p:grpSpPr>
          <a:xfrm>
            <a:off x="5628987" y="2153427"/>
            <a:ext cx="4867200" cy="651600"/>
            <a:chOff x="5628987" y="2153427"/>
            <a:chExt cx="4867200" cy="65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E29CC37D-A041-9E52-41F0-33A97549EBB9}"/>
                    </a:ext>
                  </a:extLst>
                </p14:cNvPr>
                <p14:cNvContentPartPr/>
                <p14:nvPr/>
              </p14:nvContentPartPr>
              <p14:xfrm>
                <a:off x="5649507" y="2280867"/>
                <a:ext cx="243720" cy="16560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E29CC37D-A041-9E52-41F0-33A97549EBB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643387" y="2274747"/>
                  <a:ext cx="2559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95DFDF13-71AD-2D0B-8DC6-1619A5574B0D}"/>
                    </a:ext>
                  </a:extLst>
                </p14:cNvPr>
                <p14:cNvContentPartPr/>
                <p14:nvPr/>
              </p14:nvContentPartPr>
              <p14:xfrm>
                <a:off x="5818347" y="2452947"/>
                <a:ext cx="116640" cy="9108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95DFDF13-71AD-2D0B-8DC6-1619A5574B0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812227" y="2446827"/>
                  <a:ext cx="1288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84F0C57F-755C-7F6B-9895-84E4EBDF43C5}"/>
                    </a:ext>
                  </a:extLst>
                </p14:cNvPr>
                <p14:cNvContentPartPr/>
                <p14:nvPr/>
              </p14:nvContentPartPr>
              <p14:xfrm>
                <a:off x="5914107" y="2478507"/>
                <a:ext cx="96480" cy="936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84F0C57F-755C-7F6B-9895-84E4EBDF43C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907987" y="2472387"/>
                  <a:ext cx="1087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832EAA8A-23FB-37EA-BC9E-E1A5FD4C79E4}"/>
                    </a:ext>
                  </a:extLst>
                </p14:cNvPr>
                <p14:cNvContentPartPr/>
                <p14:nvPr/>
              </p14:nvContentPartPr>
              <p14:xfrm>
                <a:off x="6011667" y="2440347"/>
                <a:ext cx="242280" cy="1944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832EAA8A-23FB-37EA-BC9E-E1A5FD4C79E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005547" y="2434227"/>
                  <a:ext cx="2545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30C9B2BD-4063-B72E-B611-FF4CEC17B3D5}"/>
                    </a:ext>
                  </a:extLst>
                </p14:cNvPr>
                <p14:cNvContentPartPr/>
                <p14:nvPr/>
              </p14:nvContentPartPr>
              <p14:xfrm>
                <a:off x="6050547" y="2444307"/>
                <a:ext cx="96480" cy="15120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30C9B2BD-4063-B72E-B611-FF4CEC17B3D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044427" y="2438187"/>
                  <a:ext cx="1087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125EEE73-19DE-755F-8F7F-4BE1D1927480}"/>
                    </a:ext>
                  </a:extLst>
                </p14:cNvPr>
                <p14:cNvContentPartPr/>
                <p14:nvPr/>
              </p14:nvContentPartPr>
              <p14:xfrm>
                <a:off x="5649507" y="2250987"/>
                <a:ext cx="21600" cy="16560"/>
              </p14:xfrm>
            </p:contentPart>
          </mc:Choice>
          <mc:Fallback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125EEE73-19DE-755F-8F7F-4BE1D192748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643387" y="2244867"/>
                  <a:ext cx="338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75CA0FE5-A708-8E92-CAEB-17636B889A6B}"/>
                    </a:ext>
                  </a:extLst>
                </p14:cNvPr>
                <p14:cNvContentPartPr/>
                <p14:nvPr/>
              </p14:nvContentPartPr>
              <p14:xfrm>
                <a:off x="5648427" y="2276187"/>
                <a:ext cx="44280" cy="11376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75CA0FE5-A708-8E92-CAEB-17636B889A6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642307" y="2270067"/>
                  <a:ext cx="565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639D0BA5-1B29-1497-E73A-437CE88C0D58}"/>
                    </a:ext>
                  </a:extLst>
                </p14:cNvPr>
                <p14:cNvContentPartPr/>
                <p14:nvPr/>
              </p14:nvContentPartPr>
              <p14:xfrm>
                <a:off x="5628987" y="2331627"/>
                <a:ext cx="928080" cy="40032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639D0BA5-1B29-1497-E73A-437CE88C0D5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622867" y="2325507"/>
                  <a:ext cx="94032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79A329F5-9A27-1378-7AB3-8F50DD22C470}"/>
                    </a:ext>
                  </a:extLst>
                </p14:cNvPr>
                <p14:cNvContentPartPr/>
                <p14:nvPr/>
              </p14:nvContentPartPr>
              <p14:xfrm>
                <a:off x="6805827" y="2267187"/>
                <a:ext cx="251640" cy="3168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79A329F5-9A27-1378-7AB3-8F50DD22C47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799707" y="2261067"/>
                  <a:ext cx="2638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A645DF55-AA19-AA8B-D29E-602DA8230BA3}"/>
                    </a:ext>
                  </a:extLst>
                </p14:cNvPr>
                <p14:cNvContentPartPr/>
                <p14:nvPr/>
              </p14:nvContentPartPr>
              <p14:xfrm>
                <a:off x="6876387" y="2327667"/>
                <a:ext cx="222120" cy="2088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A645DF55-AA19-AA8B-D29E-602DA8230BA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870267" y="2321547"/>
                  <a:ext cx="2343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ACC43C90-B6CD-010F-DA10-A739D5D6B10E}"/>
                    </a:ext>
                  </a:extLst>
                </p14:cNvPr>
                <p14:cNvContentPartPr/>
                <p14:nvPr/>
              </p14:nvContentPartPr>
              <p14:xfrm>
                <a:off x="7543827" y="2291667"/>
                <a:ext cx="378360" cy="17856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ACC43C90-B6CD-010F-DA10-A739D5D6B10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537707" y="2285547"/>
                  <a:ext cx="3906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28B112D2-EFCD-0DF0-4C2D-D4C63C72D719}"/>
                    </a:ext>
                  </a:extLst>
                </p14:cNvPr>
                <p14:cNvContentPartPr/>
                <p14:nvPr/>
              </p14:nvContentPartPr>
              <p14:xfrm>
                <a:off x="7701507" y="2498667"/>
                <a:ext cx="233640" cy="11304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28B112D2-EFCD-0DF0-4C2D-D4C63C72D71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695387" y="2492547"/>
                  <a:ext cx="2458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685E7837-F406-A34F-D041-526FB0677C0D}"/>
                    </a:ext>
                  </a:extLst>
                </p14:cNvPr>
                <p14:cNvContentPartPr/>
                <p14:nvPr/>
              </p14:nvContentPartPr>
              <p14:xfrm>
                <a:off x="7829667" y="2543667"/>
                <a:ext cx="136800" cy="720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685E7837-F406-A34F-D041-526FB0677C0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823547" y="2537547"/>
                  <a:ext cx="1490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3377ED3F-33CE-D62F-1E77-FC724E37B30F}"/>
                    </a:ext>
                  </a:extLst>
                </p14:cNvPr>
                <p14:cNvContentPartPr/>
                <p14:nvPr/>
              </p14:nvContentPartPr>
              <p14:xfrm>
                <a:off x="8098587" y="2523147"/>
                <a:ext cx="300240" cy="176760"/>
              </p14:xfrm>
            </p:contentPart>
          </mc:Choice>
          <mc:Fallback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3377ED3F-33CE-D62F-1E77-FC724E37B30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092467" y="2517027"/>
                  <a:ext cx="3124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37BA5726-84A5-63FA-4592-C4FCDDC79B34}"/>
                    </a:ext>
                  </a:extLst>
                </p14:cNvPr>
                <p14:cNvContentPartPr/>
                <p14:nvPr/>
              </p14:nvContentPartPr>
              <p14:xfrm>
                <a:off x="7300107" y="2153427"/>
                <a:ext cx="1374840" cy="65160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37BA5726-84A5-63FA-4592-C4FCDDC79B3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293987" y="2147307"/>
                  <a:ext cx="1387080" cy="66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4D57E19A-34F4-784F-B54E-758990D409D2}"/>
                    </a:ext>
                  </a:extLst>
                </p14:cNvPr>
                <p14:cNvContentPartPr/>
                <p14:nvPr/>
              </p14:nvContentPartPr>
              <p14:xfrm>
                <a:off x="9045747" y="2478507"/>
                <a:ext cx="475920" cy="3816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4D57E19A-34F4-784F-B54E-758990D409D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039627" y="2472387"/>
                  <a:ext cx="4881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8F386CE5-46B5-4196-B90E-3D6710ACE250}"/>
                    </a:ext>
                  </a:extLst>
                </p14:cNvPr>
                <p14:cNvContentPartPr/>
                <p14:nvPr/>
              </p14:nvContentPartPr>
              <p14:xfrm>
                <a:off x="9246267" y="2383827"/>
                <a:ext cx="64440" cy="23004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8F386CE5-46B5-4196-B90E-3D6710ACE25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240147" y="2377707"/>
                  <a:ext cx="766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2413FEFC-E377-E136-7966-08F65E617DFD}"/>
                    </a:ext>
                  </a:extLst>
                </p14:cNvPr>
                <p14:cNvContentPartPr/>
                <p14:nvPr/>
              </p14:nvContentPartPr>
              <p14:xfrm>
                <a:off x="9743427" y="2368707"/>
                <a:ext cx="391680" cy="22500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2413FEFC-E377-E136-7966-08F65E617DF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737307" y="2362587"/>
                  <a:ext cx="4039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48884D66-E393-6FE5-56E6-EF9D71FD0A97}"/>
                    </a:ext>
                  </a:extLst>
                </p14:cNvPr>
                <p14:cNvContentPartPr/>
                <p14:nvPr/>
              </p14:nvContentPartPr>
              <p14:xfrm>
                <a:off x="9986067" y="2554827"/>
                <a:ext cx="235440" cy="2484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48884D66-E393-6FE5-56E6-EF9D71FD0A9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979947" y="2548707"/>
                  <a:ext cx="2476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9D8BA283-D254-9917-20AC-6F33398CBE8A}"/>
                    </a:ext>
                  </a:extLst>
                </p14:cNvPr>
                <p14:cNvContentPartPr/>
                <p14:nvPr/>
              </p14:nvContentPartPr>
              <p14:xfrm>
                <a:off x="10007667" y="2554467"/>
                <a:ext cx="96480" cy="16668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9D8BA283-D254-9917-20AC-6F33398CBE8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001547" y="2548347"/>
                  <a:ext cx="1087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F61375EF-CCBE-3F89-8B0A-73138FA8DB8C}"/>
                    </a:ext>
                  </a:extLst>
                </p14:cNvPr>
                <p14:cNvContentPartPr/>
                <p14:nvPr/>
              </p14:nvContentPartPr>
              <p14:xfrm>
                <a:off x="9956187" y="2559147"/>
                <a:ext cx="62640" cy="5076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F61375EF-CCBE-3F89-8B0A-73138FA8DB8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950067" y="2553027"/>
                  <a:ext cx="748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637682A5-C2DB-6B15-043C-D1453B84AA67}"/>
                    </a:ext>
                  </a:extLst>
                </p14:cNvPr>
                <p14:cNvContentPartPr/>
                <p14:nvPr/>
              </p14:nvContentPartPr>
              <p14:xfrm>
                <a:off x="10029267" y="2522787"/>
                <a:ext cx="466920" cy="162360"/>
              </p14:xfrm>
            </p:contentPart>
          </mc:Choice>
          <mc:Fallback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637682A5-C2DB-6B15-043C-D1453B84AA6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023147" y="2516667"/>
                  <a:ext cx="479160" cy="17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26026B1E-0396-9E3C-559F-AB667BC785EF}"/>
              </a:ext>
            </a:extLst>
          </p:cNvPr>
          <p:cNvGrpSpPr/>
          <p:nvPr/>
        </p:nvGrpSpPr>
        <p:grpSpPr>
          <a:xfrm>
            <a:off x="2539467" y="2163147"/>
            <a:ext cx="984240" cy="330120"/>
            <a:chOff x="2539467" y="2163147"/>
            <a:chExt cx="984240" cy="33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52E52539-9F67-1EE5-306C-FAAEA6658403}"/>
                    </a:ext>
                  </a:extLst>
                </p14:cNvPr>
                <p14:cNvContentPartPr/>
                <p14:nvPr/>
              </p14:nvContentPartPr>
              <p14:xfrm>
                <a:off x="2844387" y="2300307"/>
                <a:ext cx="32400" cy="4572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52E52539-9F67-1EE5-306C-FAAEA665840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838267" y="2294187"/>
                  <a:ext cx="446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D314E579-21E0-81B3-B0AB-5A2F3472932F}"/>
                    </a:ext>
                  </a:extLst>
                </p14:cNvPr>
                <p14:cNvContentPartPr/>
                <p14:nvPr/>
              </p14:nvContentPartPr>
              <p14:xfrm>
                <a:off x="2539467" y="2163147"/>
                <a:ext cx="984240" cy="330120"/>
              </p14:xfrm>
            </p:contentPart>
          </mc:Choice>
          <mc:Fallback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D314E579-21E0-81B3-B0AB-5A2F3472932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533347" y="2157027"/>
                  <a:ext cx="996480" cy="342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68" name="Tinta 67">
                <a:extLst>
                  <a:ext uri="{FF2B5EF4-FFF2-40B4-BE49-F238E27FC236}">
                    <a16:creationId xmlns:a16="http://schemas.microsoft.com/office/drawing/2014/main" id="{A5418A7A-CDC7-48D9-FCE3-FCCC6789D46A}"/>
                  </a:ext>
                </a:extLst>
              </p14:cNvPr>
              <p14:cNvContentPartPr/>
              <p14:nvPr/>
            </p14:nvContentPartPr>
            <p14:xfrm>
              <a:off x="1512747" y="3270147"/>
              <a:ext cx="1206360" cy="1095120"/>
            </p14:xfrm>
          </p:contentPart>
        </mc:Choice>
        <mc:Fallback>
          <p:pic>
            <p:nvPicPr>
              <p:cNvPr id="68" name="Tinta 67">
                <a:extLst>
                  <a:ext uri="{FF2B5EF4-FFF2-40B4-BE49-F238E27FC236}">
                    <a16:creationId xmlns:a16="http://schemas.microsoft.com/office/drawing/2014/main" id="{A5418A7A-CDC7-48D9-FCE3-FCCC6789D46A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506627" y="3264027"/>
                <a:ext cx="1218600" cy="11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38" name="Tinta 37">
                <a:extLst>
                  <a:ext uri="{FF2B5EF4-FFF2-40B4-BE49-F238E27FC236}">
                    <a16:creationId xmlns:a16="http://schemas.microsoft.com/office/drawing/2014/main" id="{7F4A48D1-F951-4DEE-E8BA-B4053EFC683D}"/>
                  </a:ext>
                </a:extLst>
              </p14:cNvPr>
              <p14:cNvContentPartPr/>
              <p14:nvPr/>
            </p14:nvContentPartPr>
            <p14:xfrm>
              <a:off x="5448627" y="3222627"/>
              <a:ext cx="314280" cy="216720"/>
            </p14:xfrm>
          </p:contentPart>
        </mc:Choice>
        <mc:Fallback>
          <p:pic>
            <p:nvPicPr>
              <p:cNvPr id="38" name="Tinta 37">
                <a:extLst>
                  <a:ext uri="{FF2B5EF4-FFF2-40B4-BE49-F238E27FC236}">
                    <a16:creationId xmlns:a16="http://schemas.microsoft.com/office/drawing/2014/main" id="{7F4A48D1-F951-4DEE-E8BA-B4053EFC683D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5442507" y="3216507"/>
                <a:ext cx="32652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39" name="Tinta 38">
                <a:extLst>
                  <a:ext uri="{FF2B5EF4-FFF2-40B4-BE49-F238E27FC236}">
                    <a16:creationId xmlns:a16="http://schemas.microsoft.com/office/drawing/2014/main" id="{4D7868B7-B315-7007-85E0-B63B4DFB4469}"/>
                  </a:ext>
                </a:extLst>
              </p14:cNvPr>
              <p14:cNvContentPartPr/>
              <p14:nvPr/>
            </p14:nvContentPartPr>
            <p14:xfrm>
              <a:off x="5512347" y="3449427"/>
              <a:ext cx="253440" cy="160920"/>
            </p14:xfrm>
          </p:contentPart>
        </mc:Choice>
        <mc:Fallback>
          <p:pic>
            <p:nvPicPr>
              <p:cNvPr id="39" name="Tinta 38">
                <a:extLst>
                  <a:ext uri="{FF2B5EF4-FFF2-40B4-BE49-F238E27FC236}">
                    <a16:creationId xmlns:a16="http://schemas.microsoft.com/office/drawing/2014/main" id="{4D7868B7-B315-7007-85E0-B63B4DFB4469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5506227" y="3443307"/>
                <a:ext cx="26568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40" name="Tinta 39">
                <a:extLst>
                  <a:ext uri="{FF2B5EF4-FFF2-40B4-BE49-F238E27FC236}">
                    <a16:creationId xmlns:a16="http://schemas.microsoft.com/office/drawing/2014/main" id="{8DD29BF5-2584-568D-E71D-FD432DF7FA6E}"/>
                  </a:ext>
                </a:extLst>
              </p14:cNvPr>
              <p14:cNvContentPartPr/>
              <p14:nvPr/>
            </p14:nvContentPartPr>
            <p14:xfrm>
              <a:off x="5660307" y="3508107"/>
              <a:ext cx="179640" cy="29520"/>
            </p14:xfrm>
          </p:contentPart>
        </mc:Choice>
        <mc:Fallback>
          <p:pic>
            <p:nvPicPr>
              <p:cNvPr id="40" name="Tinta 39">
                <a:extLst>
                  <a:ext uri="{FF2B5EF4-FFF2-40B4-BE49-F238E27FC236}">
                    <a16:creationId xmlns:a16="http://schemas.microsoft.com/office/drawing/2014/main" id="{8DD29BF5-2584-568D-E71D-FD432DF7FA6E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5654187" y="3501987"/>
                <a:ext cx="19188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41" name="Tinta 40">
                <a:extLst>
                  <a:ext uri="{FF2B5EF4-FFF2-40B4-BE49-F238E27FC236}">
                    <a16:creationId xmlns:a16="http://schemas.microsoft.com/office/drawing/2014/main" id="{D8891211-818D-DB8F-6D88-64984154BEC6}"/>
                  </a:ext>
                </a:extLst>
              </p14:cNvPr>
              <p14:cNvContentPartPr/>
              <p14:nvPr/>
            </p14:nvContentPartPr>
            <p14:xfrm>
              <a:off x="5849307" y="3490467"/>
              <a:ext cx="297720" cy="33480"/>
            </p14:xfrm>
          </p:contentPart>
        </mc:Choice>
        <mc:Fallback>
          <p:pic>
            <p:nvPicPr>
              <p:cNvPr id="41" name="Tinta 40">
                <a:extLst>
                  <a:ext uri="{FF2B5EF4-FFF2-40B4-BE49-F238E27FC236}">
                    <a16:creationId xmlns:a16="http://schemas.microsoft.com/office/drawing/2014/main" id="{D8891211-818D-DB8F-6D88-64984154BEC6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5843187" y="3484347"/>
                <a:ext cx="30996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42" name="Tinta 41">
                <a:extLst>
                  <a:ext uri="{FF2B5EF4-FFF2-40B4-BE49-F238E27FC236}">
                    <a16:creationId xmlns:a16="http://schemas.microsoft.com/office/drawing/2014/main" id="{082E677B-8CC9-9D69-E6A7-B4798C7E4457}"/>
                  </a:ext>
                </a:extLst>
              </p14:cNvPr>
              <p14:cNvContentPartPr/>
              <p14:nvPr/>
            </p14:nvContentPartPr>
            <p14:xfrm>
              <a:off x="5946147" y="3458427"/>
              <a:ext cx="11160" cy="169560"/>
            </p14:xfrm>
          </p:contentPart>
        </mc:Choice>
        <mc:Fallback>
          <p:pic>
            <p:nvPicPr>
              <p:cNvPr id="42" name="Tinta 41">
                <a:extLst>
                  <a:ext uri="{FF2B5EF4-FFF2-40B4-BE49-F238E27FC236}">
                    <a16:creationId xmlns:a16="http://schemas.microsoft.com/office/drawing/2014/main" id="{082E677B-8CC9-9D69-E6A7-B4798C7E4457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5940027" y="3452307"/>
                <a:ext cx="2340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43" name="Tinta 42">
                <a:extLst>
                  <a:ext uri="{FF2B5EF4-FFF2-40B4-BE49-F238E27FC236}">
                    <a16:creationId xmlns:a16="http://schemas.microsoft.com/office/drawing/2014/main" id="{549A3CAC-ED37-8BB4-085B-80ED3CE0C8EC}"/>
                  </a:ext>
                </a:extLst>
              </p14:cNvPr>
              <p14:cNvContentPartPr/>
              <p14:nvPr/>
            </p14:nvContentPartPr>
            <p14:xfrm>
              <a:off x="6336027" y="3338547"/>
              <a:ext cx="192960" cy="28440"/>
            </p14:xfrm>
          </p:contentPart>
        </mc:Choice>
        <mc:Fallback>
          <p:pic>
            <p:nvPicPr>
              <p:cNvPr id="43" name="Tinta 42">
                <a:extLst>
                  <a:ext uri="{FF2B5EF4-FFF2-40B4-BE49-F238E27FC236}">
                    <a16:creationId xmlns:a16="http://schemas.microsoft.com/office/drawing/2014/main" id="{549A3CAC-ED37-8BB4-085B-80ED3CE0C8EC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6329907" y="3332427"/>
                <a:ext cx="20520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44" name="Tinta 43">
                <a:extLst>
                  <a:ext uri="{FF2B5EF4-FFF2-40B4-BE49-F238E27FC236}">
                    <a16:creationId xmlns:a16="http://schemas.microsoft.com/office/drawing/2014/main" id="{0684DC1A-7BFC-F284-265C-7EEC5E320990}"/>
                  </a:ext>
                </a:extLst>
              </p14:cNvPr>
              <p14:cNvContentPartPr/>
              <p14:nvPr/>
            </p14:nvContentPartPr>
            <p14:xfrm>
              <a:off x="6283107" y="3402627"/>
              <a:ext cx="235080" cy="47160"/>
            </p14:xfrm>
          </p:contentPart>
        </mc:Choice>
        <mc:Fallback>
          <p:pic>
            <p:nvPicPr>
              <p:cNvPr id="44" name="Tinta 43">
                <a:extLst>
                  <a:ext uri="{FF2B5EF4-FFF2-40B4-BE49-F238E27FC236}">
                    <a16:creationId xmlns:a16="http://schemas.microsoft.com/office/drawing/2014/main" id="{0684DC1A-7BFC-F284-265C-7EEC5E320990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6276987" y="3396507"/>
                <a:ext cx="24732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56" name="Tinta 55">
                <a:extLst>
                  <a:ext uri="{FF2B5EF4-FFF2-40B4-BE49-F238E27FC236}">
                    <a16:creationId xmlns:a16="http://schemas.microsoft.com/office/drawing/2014/main" id="{7AC75239-45D5-551D-8073-C53E3C138A94}"/>
                  </a:ext>
                </a:extLst>
              </p14:cNvPr>
              <p14:cNvContentPartPr/>
              <p14:nvPr/>
            </p14:nvContentPartPr>
            <p14:xfrm>
              <a:off x="8230347" y="3429267"/>
              <a:ext cx="393480" cy="59040"/>
            </p14:xfrm>
          </p:contentPart>
        </mc:Choice>
        <mc:Fallback>
          <p:pic>
            <p:nvPicPr>
              <p:cNvPr id="56" name="Tinta 55">
                <a:extLst>
                  <a:ext uri="{FF2B5EF4-FFF2-40B4-BE49-F238E27FC236}">
                    <a16:creationId xmlns:a16="http://schemas.microsoft.com/office/drawing/2014/main" id="{7AC75239-45D5-551D-8073-C53E3C138A94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8224227" y="3423147"/>
                <a:ext cx="40572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57" name="Tinta 56">
                <a:extLst>
                  <a:ext uri="{FF2B5EF4-FFF2-40B4-BE49-F238E27FC236}">
                    <a16:creationId xmlns:a16="http://schemas.microsoft.com/office/drawing/2014/main" id="{4A175B51-EBA0-E486-63D0-ED5492B4BAF2}"/>
                  </a:ext>
                </a:extLst>
              </p14:cNvPr>
              <p14:cNvContentPartPr/>
              <p14:nvPr/>
            </p14:nvContentPartPr>
            <p14:xfrm>
              <a:off x="8358867" y="3406947"/>
              <a:ext cx="41040" cy="155880"/>
            </p14:xfrm>
          </p:contentPart>
        </mc:Choice>
        <mc:Fallback>
          <p:pic>
            <p:nvPicPr>
              <p:cNvPr id="57" name="Tinta 56">
                <a:extLst>
                  <a:ext uri="{FF2B5EF4-FFF2-40B4-BE49-F238E27FC236}">
                    <a16:creationId xmlns:a16="http://schemas.microsoft.com/office/drawing/2014/main" id="{4A175B51-EBA0-E486-63D0-ED5492B4BAF2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8352747" y="3400827"/>
                <a:ext cx="5328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58" name="Tinta 57">
                <a:extLst>
                  <a:ext uri="{FF2B5EF4-FFF2-40B4-BE49-F238E27FC236}">
                    <a16:creationId xmlns:a16="http://schemas.microsoft.com/office/drawing/2014/main" id="{673889FF-6543-45AB-0BE7-8D9E64A23252}"/>
                  </a:ext>
                </a:extLst>
              </p14:cNvPr>
              <p14:cNvContentPartPr/>
              <p14:nvPr/>
            </p14:nvContentPartPr>
            <p14:xfrm>
              <a:off x="8675307" y="3363027"/>
              <a:ext cx="466920" cy="173880"/>
            </p14:xfrm>
          </p:contentPart>
        </mc:Choice>
        <mc:Fallback>
          <p:pic>
            <p:nvPicPr>
              <p:cNvPr id="58" name="Tinta 57">
                <a:extLst>
                  <a:ext uri="{FF2B5EF4-FFF2-40B4-BE49-F238E27FC236}">
                    <a16:creationId xmlns:a16="http://schemas.microsoft.com/office/drawing/2014/main" id="{673889FF-6543-45AB-0BE7-8D9E64A23252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8669187" y="3356907"/>
                <a:ext cx="47916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60" name="Tinta 59">
                <a:extLst>
                  <a:ext uri="{FF2B5EF4-FFF2-40B4-BE49-F238E27FC236}">
                    <a16:creationId xmlns:a16="http://schemas.microsoft.com/office/drawing/2014/main" id="{49D7BFBF-E87D-3DB7-5D46-BB7B3CB71EAE}"/>
                  </a:ext>
                </a:extLst>
              </p14:cNvPr>
              <p14:cNvContentPartPr/>
              <p14:nvPr/>
            </p14:nvContentPartPr>
            <p14:xfrm>
              <a:off x="6370227" y="4091307"/>
              <a:ext cx="263160" cy="29520"/>
            </p14:xfrm>
          </p:contentPart>
        </mc:Choice>
        <mc:Fallback>
          <p:pic>
            <p:nvPicPr>
              <p:cNvPr id="60" name="Tinta 59">
                <a:extLst>
                  <a:ext uri="{FF2B5EF4-FFF2-40B4-BE49-F238E27FC236}">
                    <a16:creationId xmlns:a16="http://schemas.microsoft.com/office/drawing/2014/main" id="{49D7BFBF-E87D-3DB7-5D46-BB7B3CB71EAE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6364107" y="4085187"/>
                <a:ext cx="27540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61" name="Tinta 60">
                <a:extLst>
                  <a:ext uri="{FF2B5EF4-FFF2-40B4-BE49-F238E27FC236}">
                    <a16:creationId xmlns:a16="http://schemas.microsoft.com/office/drawing/2014/main" id="{1A9B6155-FF90-3D3B-AD4D-6F7CEA69710A}"/>
                  </a:ext>
                </a:extLst>
              </p14:cNvPr>
              <p14:cNvContentPartPr/>
              <p14:nvPr/>
            </p14:nvContentPartPr>
            <p14:xfrm>
              <a:off x="6199947" y="4214427"/>
              <a:ext cx="390600" cy="20880"/>
            </p14:xfrm>
          </p:contentPart>
        </mc:Choice>
        <mc:Fallback>
          <p:pic>
            <p:nvPicPr>
              <p:cNvPr id="61" name="Tinta 60">
                <a:extLst>
                  <a:ext uri="{FF2B5EF4-FFF2-40B4-BE49-F238E27FC236}">
                    <a16:creationId xmlns:a16="http://schemas.microsoft.com/office/drawing/2014/main" id="{1A9B6155-FF90-3D3B-AD4D-6F7CEA69710A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6193827" y="4208307"/>
                <a:ext cx="40284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69" name="Tinta 68">
                <a:extLst>
                  <a:ext uri="{FF2B5EF4-FFF2-40B4-BE49-F238E27FC236}">
                    <a16:creationId xmlns:a16="http://schemas.microsoft.com/office/drawing/2014/main" id="{1C96ABFF-4A9C-753D-9F5A-FD65D16CFDC2}"/>
                  </a:ext>
                </a:extLst>
              </p14:cNvPr>
              <p14:cNvContentPartPr/>
              <p14:nvPr/>
            </p14:nvContentPartPr>
            <p14:xfrm>
              <a:off x="6906987" y="3650307"/>
              <a:ext cx="2901960" cy="936720"/>
            </p14:xfrm>
          </p:contentPart>
        </mc:Choice>
        <mc:Fallback>
          <p:pic>
            <p:nvPicPr>
              <p:cNvPr id="69" name="Tinta 68">
                <a:extLst>
                  <a:ext uri="{FF2B5EF4-FFF2-40B4-BE49-F238E27FC236}">
                    <a16:creationId xmlns:a16="http://schemas.microsoft.com/office/drawing/2014/main" id="{1C96ABFF-4A9C-753D-9F5A-FD65D16CFDC2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6900867" y="3644187"/>
                <a:ext cx="2914200" cy="94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Agrupar 77">
            <a:extLst>
              <a:ext uri="{FF2B5EF4-FFF2-40B4-BE49-F238E27FC236}">
                <a16:creationId xmlns:a16="http://schemas.microsoft.com/office/drawing/2014/main" id="{909B5460-3533-9C8F-3C35-F079796FECE3}"/>
              </a:ext>
            </a:extLst>
          </p:cNvPr>
          <p:cNvGrpSpPr/>
          <p:nvPr/>
        </p:nvGrpSpPr>
        <p:grpSpPr>
          <a:xfrm>
            <a:off x="5225787" y="4874307"/>
            <a:ext cx="889200" cy="586080"/>
            <a:chOff x="5225787" y="4874307"/>
            <a:chExt cx="889200" cy="58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DA33B643-26C8-4F2B-8E21-055607FF7D79}"/>
                    </a:ext>
                  </a:extLst>
                </p14:cNvPr>
                <p14:cNvContentPartPr/>
                <p14:nvPr/>
              </p14:nvContentPartPr>
              <p14:xfrm>
                <a:off x="5225787" y="4874307"/>
                <a:ext cx="488520" cy="35100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DA33B643-26C8-4F2B-8E21-055607FF7D7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219667" y="4868187"/>
                  <a:ext cx="50076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F194044F-1C5E-6725-551F-3E66783FA283}"/>
                    </a:ext>
                  </a:extLst>
                </p14:cNvPr>
                <p14:cNvContentPartPr/>
                <p14:nvPr/>
              </p14:nvContentPartPr>
              <p14:xfrm>
                <a:off x="5511987" y="5264907"/>
                <a:ext cx="295200" cy="13968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F194044F-1C5E-6725-551F-3E66783FA28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505867" y="5258787"/>
                  <a:ext cx="3074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8D6D7D5B-3F35-FF7A-B8DA-DAF86EB0CD9C}"/>
                    </a:ext>
                  </a:extLst>
                </p14:cNvPr>
                <p14:cNvContentPartPr/>
                <p14:nvPr/>
              </p14:nvContentPartPr>
              <p14:xfrm>
                <a:off x="5839587" y="5248707"/>
                <a:ext cx="275400" cy="2016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8D6D7D5B-3F35-FF7A-B8DA-DAF86EB0CD9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833467" y="5242587"/>
                  <a:ext cx="2876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DEAF30C1-D825-4337-A228-40F97C822C99}"/>
                    </a:ext>
                  </a:extLst>
                </p14:cNvPr>
                <p14:cNvContentPartPr/>
                <p14:nvPr/>
              </p14:nvContentPartPr>
              <p14:xfrm>
                <a:off x="5903667" y="5284707"/>
                <a:ext cx="96480" cy="175680"/>
              </p14:xfrm>
            </p:contentPart>
          </mc:Choice>
          <mc:Fallback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DEAF30C1-D825-4337-A228-40F97C822C9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897547" y="5278587"/>
                  <a:ext cx="108720" cy="187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79" name="Tinta 78">
                <a:extLst>
                  <a:ext uri="{FF2B5EF4-FFF2-40B4-BE49-F238E27FC236}">
                    <a16:creationId xmlns:a16="http://schemas.microsoft.com/office/drawing/2014/main" id="{C87A02FB-E938-7A02-081E-82C9BCE854F8}"/>
                  </a:ext>
                </a:extLst>
              </p14:cNvPr>
              <p14:cNvContentPartPr/>
              <p14:nvPr/>
            </p14:nvContentPartPr>
            <p14:xfrm>
              <a:off x="3237147" y="3276267"/>
              <a:ext cx="1144080" cy="1043280"/>
            </p14:xfrm>
          </p:contentPart>
        </mc:Choice>
        <mc:Fallback>
          <p:pic>
            <p:nvPicPr>
              <p:cNvPr id="79" name="Tinta 78">
                <a:extLst>
                  <a:ext uri="{FF2B5EF4-FFF2-40B4-BE49-F238E27FC236}">
                    <a16:creationId xmlns:a16="http://schemas.microsoft.com/office/drawing/2014/main" id="{C87A02FB-E938-7A02-081E-82C9BCE854F8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3231027" y="3270147"/>
                <a:ext cx="1156320" cy="105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Agrupar 82">
            <a:extLst>
              <a:ext uri="{FF2B5EF4-FFF2-40B4-BE49-F238E27FC236}">
                <a16:creationId xmlns:a16="http://schemas.microsoft.com/office/drawing/2014/main" id="{654D0A0E-9D2D-4E44-45C2-54DE128F424A}"/>
              </a:ext>
            </a:extLst>
          </p:cNvPr>
          <p:cNvGrpSpPr/>
          <p:nvPr/>
        </p:nvGrpSpPr>
        <p:grpSpPr>
          <a:xfrm>
            <a:off x="6539067" y="5160867"/>
            <a:ext cx="1217880" cy="163080"/>
            <a:chOff x="6539067" y="5160867"/>
            <a:chExt cx="1217880" cy="16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84A930C8-B9DB-9E29-1244-79D4F24E3D23}"/>
                    </a:ext>
                  </a:extLst>
                </p14:cNvPr>
                <p14:cNvContentPartPr/>
                <p14:nvPr/>
              </p14:nvContentPartPr>
              <p14:xfrm>
                <a:off x="6539067" y="5166987"/>
                <a:ext cx="284400" cy="2556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84A930C8-B9DB-9E29-1244-79D4F24E3D23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532947" y="5160867"/>
                  <a:ext cx="2966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453E483B-1872-ED8F-A33A-E0EAEDF8678D}"/>
                    </a:ext>
                  </a:extLst>
                </p14:cNvPr>
                <p14:cNvContentPartPr/>
                <p14:nvPr/>
              </p14:nvContentPartPr>
              <p14:xfrm>
                <a:off x="6568947" y="5250507"/>
                <a:ext cx="235080" cy="720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453E483B-1872-ED8F-A33A-E0EAEDF8678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562827" y="5244387"/>
                  <a:ext cx="24732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4CDB7163-EB98-3B11-8EA4-959571B5685D}"/>
                    </a:ext>
                  </a:extLst>
                </p14:cNvPr>
                <p14:cNvContentPartPr/>
                <p14:nvPr/>
              </p14:nvContentPartPr>
              <p14:xfrm>
                <a:off x="7219827" y="5160867"/>
                <a:ext cx="38520" cy="13320"/>
              </p14:xfrm>
            </p:contentPart>
          </mc:Choice>
          <mc:Fallback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4CDB7163-EB98-3B11-8EA4-959571B5685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213707" y="5154747"/>
                  <a:ext cx="507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74DB3916-843C-9E9C-6768-82A7EF267B85}"/>
                    </a:ext>
                  </a:extLst>
                </p14:cNvPr>
                <p14:cNvContentPartPr/>
                <p14:nvPr/>
              </p14:nvContentPartPr>
              <p14:xfrm>
                <a:off x="7047027" y="5274987"/>
                <a:ext cx="264960" cy="1152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74DB3916-843C-9E9C-6768-82A7EF267B85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040907" y="5268867"/>
                  <a:ext cx="2772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082FD419-A743-F245-BF29-FCAABF080513}"/>
                    </a:ext>
                  </a:extLst>
                </p14:cNvPr>
                <p14:cNvContentPartPr/>
                <p14:nvPr/>
              </p14:nvContentPartPr>
              <p14:xfrm>
                <a:off x="7470027" y="5160867"/>
                <a:ext cx="286920" cy="16308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082FD419-A743-F245-BF29-FCAABF080513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463907" y="5154747"/>
                  <a:ext cx="299160" cy="17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Agrupar 86">
            <a:extLst>
              <a:ext uri="{FF2B5EF4-FFF2-40B4-BE49-F238E27FC236}">
                <a16:creationId xmlns:a16="http://schemas.microsoft.com/office/drawing/2014/main" id="{34EF08A8-D89D-3756-775E-3BE8F8DF465F}"/>
              </a:ext>
            </a:extLst>
          </p:cNvPr>
          <p:cNvGrpSpPr/>
          <p:nvPr/>
        </p:nvGrpSpPr>
        <p:grpSpPr>
          <a:xfrm>
            <a:off x="8241147" y="5070507"/>
            <a:ext cx="962280" cy="270000"/>
            <a:chOff x="8241147" y="5070507"/>
            <a:chExt cx="962280" cy="27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DB5280F4-814F-88C5-AA9E-41D71EB99C52}"/>
                    </a:ext>
                  </a:extLst>
                </p14:cNvPr>
                <p14:cNvContentPartPr/>
                <p14:nvPr/>
              </p14:nvContentPartPr>
              <p14:xfrm>
                <a:off x="8241147" y="5221347"/>
                <a:ext cx="382680" cy="72360"/>
              </p14:xfrm>
            </p:contentPart>
          </mc:Choice>
          <mc:Fallback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DB5280F4-814F-88C5-AA9E-41D71EB99C5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235027" y="5215227"/>
                  <a:ext cx="3949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DCF8E869-AE95-D4C1-FB64-AFE1A33C8102}"/>
                    </a:ext>
                  </a:extLst>
                </p14:cNvPr>
                <p14:cNvContentPartPr/>
                <p14:nvPr/>
              </p14:nvContentPartPr>
              <p14:xfrm>
                <a:off x="8420787" y="5070507"/>
                <a:ext cx="74880" cy="27000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DCF8E869-AE95-D4C1-FB64-AFE1A33C810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414667" y="5064387"/>
                  <a:ext cx="871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E9A5C466-03E0-CF51-F41E-C56A2FC85731}"/>
                    </a:ext>
                  </a:extLst>
                </p14:cNvPr>
                <p14:cNvContentPartPr/>
                <p14:nvPr/>
              </p14:nvContentPartPr>
              <p14:xfrm>
                <a:off x="8834427" y="5144307"/>
                <a:ext cx="369000" cy="19116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E9A5C466-03E0-CF51-F41E-C56A2FC85731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828307" y="5138187"/>
                  <a:ext cx="381240" cy="20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Agrupar 96">
            <a:extLst>
              <a:ext uri="{FF2B5EF4-FFF2-40B4-BE49-F238E27FC236}">
                <a16:creationId xmlns:a16="http://schemas.microsoft.com/office/drawing/2014/main" id="{20FF7166-E1B4-23E3-C264-3CB7B31D7BA8}"/>
              </a:ext>
            </a:extLst>
          </p:cNvPr>
          <p:cNvGrpSpPr/>
          <p:nvPr/>
        </p:nvGrpSpPr>
        <p:grpSpPr>
          <a:xfrm>
            <a:off x="7068627" y="3864507"/>
            <a:ext cx="2460600" cy="447840"/>
            <a:chOff x="7068627" y="3864507"/>
            <a:chExt cx="2460600" cy="44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23B5C324-C89A-AB92-7D9E-568B5502DCE4}"/>
                    </a:ext>
                  </a:extLst>
                </p14:cNvPr>
                <p14:cNvContentPartPr/>
                <p14:nvPr/>
              </p14:nvContentPartPr>
              <p14:xfrm>
                <a:off x="7332507" y="3984747"/>
                <a:ext cx="529560" cy="314640"/>
              </p14:xfrm>
            </p:contentPart>
          </mc:Choice>
          <mc:Fallback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23B5C324-C89A-AB92-7D9E-568B5502DCE4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326387" y="3978627"/>
                  <a:ext cx="54180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1B679084-F2E1-7DFA-03DD-E4E8E3616D8C}"/>
                    </a:ext>
                  </a:extLst>
                </p14:cNvPr>
                <p14:cNvContentPartPr/>
                <p14:nvPr/>
              </p14:nvContentPartPr>
              <p14:xfrm>
                <a:off x="8220267" y="4114707"/>
                <a:ext cx="498240" cy="16704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1B679084-F2E1-7DFA-03DD-E4E8E3616D8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214147" y="4108587"/>
                  <a:ext cx="5104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27B02D72-CC19-DDF0-DF30-79E481E674DE}"/>
                    </a:ext>
                  </a:extLst>
                </p14:cNvPr>
                <p14:cNvContentPartPr/>
                <p14:nvPr/>
              </p14:nvContentPartPr>
              <p14:xfrm>
                <a:off x="8888067" y="3931107"/>
                <a:ext cx="369360" cy="328320"/>
              </p14:xfrm>
            </p:contentPart>
          </mc:Choice>
          <mc:Fallback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27B02D72-CC19-DDF0-DF30-79E481E674DE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881947" y="3924987"/>
                  <a:ext cx="38160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E77A21B3-3F5D-8781-1AC8-59C5A1579D00}"/>
                    </a:ext>
                  </a:extLst>
                </p14:cNvPr>
                <p14:cNvContentPartPr/>
                <p14:nvPr/>
              </p14:nvContentPartPr>
              <p14:xfrm>
                <a:off x="8770707" y="4100667"/>
                <a:ext cx="758520" cy="211680"/>
              </p14:xfrm>
            </p:contentPart>
          </mc:Choice>
          <mc:Fallback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E77A21B3-3F5D-8781-1AC8-59C5A1579D00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764587" y="4094547"/>
                  <a:ext cx="7707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79F96C5C-2F1D-FE3D-0B5E-53C59F41FFAA}"/>
                    </a:ext>
                  </a:extLst>
                </p14:cNvPr>
                <p14:cNvContentPartPr/>
                <p14:nvPr/>
              </p14:nvContentPartPr>
              <p14:xfrm>
                <a:off x="7068627" y="3864507"/>
                <a:ext cx="856080" cy="275400"/>
              </p14:xfrm>
            </p:contentPart>
          </mc:Choice>
          <mc:Fallback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79F96C5C-2F1D-FE3D-0B5E-53C59F41FFAA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062507" y="3858387"/>
                  <a:ext cx="868320" cy="28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Agrupar 98">
            <a:extLst>
              <a:ext uri="{FF2B5EF4-FFF2-40B4-BE49-F238E27FC236}">
                <a16:creationId xmlns:a16="http://schemas.microsoft.com/office/drawing/2014/main" id="{98F7D6D3-4930-9873-2510-772758267F19}"/>
              </a:ext>
            </a:extLst>
          </p:cNvPr>
          <p:cNvGrpSpPr/>
          <p:nvPr/>
        </p:nvGrpSpPr>
        <p:grpSpPr>
          <a:xfrm>
            <a:off x="6528627" y="5676027"/>
            <a:ext cx="2391840" cy="545040"/>
            <a:chOff x="6528627" y="5676027"/>
            <a:chExt cx="2391840" cy="54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A84899E7-CC2F-542F-694C-75306CC93A84}"/>
                    </a:ext>
                  </a:extLst>
                </p14:cNvPr>
                <p14:cNvContentPartPr/>
                <p14:nvPr/>
              </p14:nvContentPartPr>
              <p14:xfrm>
                <a:off x="6558507" y="5722467"/>
                <a:ext cx="171000" cy="3420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A84899E7-CC2F-542F-694C-75306CC93A84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552387" y="5716347"/>
                  <a:ext cx="1832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40117086-E24D-88C0-7236-F849762DE4CE}"/>
                    </a:ext>
                  </a:extLst>
                </p14:cNvPr>
                <p14:cNvContentPartPr/>
                <p14:nvPr/>
              </p14:nvContentPartPr>
              <p14:xfrm>
                <a:off x="6528627" y="5823627"/>
                <a:ext cx="294840" cy="43200"/>
              </p14:xfrm>
            </p:contentPart>
          </mc:Choice>
          <mc:Fallback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40117086-E24D-88C0-7236-F849762DE4C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522507" y="5817507"/>
                  <a:ext cx="3070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C1C23871-E6E4-76D9-3CF8-15DBB913D237}"/>
                    </a:ext>
                  </a:extLst>
                </p14:cNvPr>
                <p14:cNvContentPartPr/>
                <p14:nvPr/>
              </p14:nvContentPartPr>
              <p14:xfrm>
                <a:off x="7312347" y="5769987"/>
                <a:ext cx="506880" cy="258840"/>
              </p14:xfrm>
            </p:contentPart>
          </mc:Choice>
          <mc:Fallback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C1C23871-E6E4-76D9-3CF8-15DBB913D23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306227" y="5763867"/>
                  <a:ext cx="5191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5893D41B-E687-112C-E458-626132960988}"/>
                    </a:ext>
                  </a:extLst>
                </p14:cNvPr>
                <p14:cNvContentPartPr/>
                <p14:nvPr/>
              </p14:nvContentPartPr>
              <p14:xfrm>
                <a:off x="8029107" y="5997147"/>
                <a:ext cx="362160" cy="132840"/>
              </p14:xfrm>
            </p:contentPart>
          </mc:Choice>
          <mc:Fallback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5893D41B-E687-112C-E458-62613296098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022987" y="5991027"/>
                  <a:ext cx="3744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E8C81146-8E29-7B2E-D3BE-DF510BE97388}"/>
                    </a:ext>
                  </a:extLst>
                </p14:cNvPr>
                <p14:cNvContentPartPr/>
                <p14:nvPr/>
              </p14:nvContentPartPr>
              <p14:xfrm>
                <a:off x="8548587" y="5695467"/>
                <a:ext cx="179640" cy="329040"/>
              </p14:xfrm>
            </p:contentPart>
          </mc:Choice>
          <mc:Fallback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E8C81146-8E29-7B2E-D3BE-DF510BE97388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542467" y="5689347"/>
                  <a:ext cx="19188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AF6B295D-A2E1-078C-76ED-9BEDCF1537B6}"/>
                    </a:ext>
                  </a:extLst>
                </p14:cNvPr>
                <p14:cNvContentPartPr/>
                <p14:nvPr/>
              </p14:nvContentPartPr>
              <p14:xfrm>
                <a:off x="8420787" y="5883747"/>
                <a:ext cx="499680" cy="199080"/>
              </p14:xfrm>
            </p:contentPart>
          </mc:Choice>
          <mc:Fallback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AF6B295D-A2E1-078C-76ED-9BEDCF1537B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414667" y="5877627"/>
                  <a:ext cx="5119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38EFF325-AF37-4829-8A4B-28745844C8A9}"/>
                    </a:ext>
                  </a:extLst>
                </p14:cNvPr>
                <p14:cNvContentPartPr/>
                <p14:nvPr/>
              </p14:nvContentPartPr>
              <p14:xfrm>
                <a:off x="7140627" y="5676027"/>
                <a:ext cx="965520" cy="545040"/>
              </p14:xfrm>
            </p:contentPart>
          </mc:Choice>
          <mc:Fallback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38EFF325-AF37-4829-8A4B-28745844C8A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134507" y="5669907"/>
                  <a:ext cx="977760" cy="55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100" name="Tinta 99">
                <a:extLst>
                  <a:ext uri="{FF2B5EF4-FFF2-40B4-BE49-F238E27FC236}">
                    <a16:creationId xmlns:a16="http://schemas.microsoft.com/office/drawing/2014/main" id="{A4DE136E-6FEB-4AA1-6FB6-ABA65C95718B}"/>
                  </a:ext>
                </a:extLst>
              </p14:cNvPr>
              <p14:cNvContentPartPr/>
              <p14:nvPr/>
            </p14:nvContentPartPr>
            <p14:xfrm>
              <a:off x="1289187" y="5358507"/>
              <a:ext cx="1514880" cy="356760"/>
            </p14:xfrm>
          </p:contentPart>
        </mc:Choice>
        <mc:Fallback>
          <p:pic>
            <p:nvPicPr>
              <p:cNvPr id="100" name="Tinta 99">
                <a:extLst>
                  <a:ext uri="{FF2B5EF4-FFF2-40B4-BE49-F238E27FC236}">
                    <a16:creationId xmlns:a16="http://schemas.microsoft.com/office/drawing/2014/main" id="{A4DE136E-6FEB-4AA1-6FB6-ABA65C95718B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1283067" y="5352387"/>
                <a:ext cx="1527120" cy="36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101" name="Tinta 100">
                <a:extLst>
                  <a:ext uri="{FF2B5EF4-FFF2-40B4-BE49-F238E27FC236}">
                    <a16:creationId xmlns:a16="http://schemas.microsoft.com/office/drawing/2014/main" id="{851E2F02-3BDE-76A9-4415-1B42AF10EE07}"/>
                  </a:ext>
                </a:extLst>
              </p14:cNvPr>
              <p14:cNvContentPartPr/>
              <p14:nvPr/>
            </p14:nvContentPartPr>
            <p14:xfrm>
              <a:off x="7701867" y="4547067"/>
              <a:ext cx="21600" cy="20880"/>
            </p14:xfrm>
          </p:contentPart>
        </mc:Choice>
        <mc:Fallback>
          <p:pic>
            <p:nvPicPr>
              <p:cNvPr id="101" name="Tinta 100">
                <a:extLst>
                  <a:ext uri="{FF2B5EF4-FFF2-40B4-BE49-F238E27FC236}">
                    <a16:creationId xmlns:a16="http://schemas.microsoft.com/office/drawing/2014/main" id="{851E2F02-3BDE-76A9-4415-1B42AF10EE07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7695747" y="4540947"/>
                <a:ext cx="3384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102" name="Tinta 101">
                <a:extLst>
                  <a:ext uri="{FF2B5EF4-FFF2-40B4-BE49-F238E27FC236}">
                    <a16:creationId xmlns:a16="http://schemas.microsoft.com/office/drawing/2014/main" id="{CA74ACDC-6EC5-E4EC-9196-50F8F7186B90}"/>
                  </a:ext>
                </a:extLst>
              </p14:cNvPr>
              <p14:cNvContentPartPr/>
              <p14:nvPr/>
            </p14:nvContentPartPr>
            <p14:xfrm>
              <a:off x="7755147" y="5769987"/>
              <a:ext cx="360" cy="360"/>
            </p14:xfrm>
          </p:contentPart>
        </mc:Choice>
        <mc:Fallback>
          <p:pic>
            <p:nvPicPr>
              <p:cNvPr id="102" name="Tinta 101">
                <a:extLst>
                  <a:ext uri="{FF2B5EF4-FFF2-40B4-BE49-F238E27FC236}">
                    <a16:creationId xmlns:a16="http://schemas.microsoft.com/office/drawing/2014/main" id="{CA74ACDC-6EC5-E4EC-9196-50F8F7186B90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7749027" y="5763867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84003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EA5565-0860-B69F-1589-85B096F0A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30B8BA0-310D-9F92-2E16-7FD84CCE5D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3048" y="2183022"/>
            <a:ext cx="7193903" cy="2491956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1" name="Tinta 20">
                <a:extLst>
                  <a:ext uri="{FF2B5EF4-FFF2-40B4-BE49-F238E27FC236}">
                    <a16:creationId xmlns:a16="http://schemas.microsoft.com/office/drawing/2014/main" id="{CD0DF380-EEA3-9C7D-93BB-C6CC1436A589}"/>
                  </a:ext>
                </a:extLst>
              </p14:cNvPr>
              <p14:cNvContentPartPr/>
              <p14:nvPr/>
            </p14:nvContentPartPr>
            <p14:xfrm>
              <a:off x="5143707" y="4697907"/>
              <a:ext cx="484920" cy="20160"/>
            </p14:xfrm>
          </p:contentPart>
        </mc:Choice>
        <mc:Fallback>
          <p:pic>
            <p:nvPicPr>
              <p:cNvPr id="21" name="Tinta 20">
                <a:extLst>
                  <a:ext uri="{FF2B5EF4-FFF2-40B4-BE49-F238E27FC236}">
                    <a16:creationId xmlns:a16="http://schemas.microsoft.com/office/drawing/2014/main" id="{CD0DF380-EEA3-9C7D-93BB-C6CC1436A58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37587" y="4691787"/>
                <a:ext cx="49716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3" name="Tinta 22">
                <a:extLst>
                  <a:ext uri="{FF2B5EF4-FFF2-40B4-BE49-F238E27FC236}">
                    <a16:creationId xmlns:a16="http://schemas.microsoft.com/office/drawing/2014/main" id="{CE4D0081-3F65-4EC8-4C1E-E43FF047413A}"/>
                  </a:ext>
                </a:extLst>
              </p14:cNvPr>
              <p14:cNvContentPartPr/>
              <p14:nvPr/>
            </p14:nvContentPartPr>
            <p14:xfrm>
              <a:off x="5574987" y="4699707"/>
              <a:ext cx="43200" cy="15840"/>
            </p14:xfrm>
          </p:contentPart>
        </mc:Choice>
        <mc:Fallback>
          <p:pic>
            <p:nvPicPr>
              <p:cNvPr id="23" name="Tinta 22">
                <a:extLst>
                  <a:ext uri="{FF2B5EF4-FFF2-40B4-BE49-F238E27FC236}">
                    <a16:creationId xmlns:a16="http://schemas.microsoft.com/office/drawing/2014/main" id="{CE4D0081-3F65-4EC8-4C1E-E43FF047413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68867" y="4693587"/>
                <a:ext cx="5544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7" name="Tinta 56">
                <a:extLst>
                  <a:ext uri="{FF2B5EF4-FFF2-40B4-BE49-F238E27FC236}">
                    <a16:creationId xmlns:a16="http://schemas.microsoft.com/office/drawing/2014/main" id="{FA579A06-9B3E-621E-ED41-3FB8090E7C94}"/>
                  </a:ext>
                </a:extLst>
              </p14:cNvPr>
              <p14:cNvContentPartPr/>
              <p14:nvPr/>
            </p14:nvContentPartPr>
            <p14:xfrm>
              <a:off x="10281627" y="3150627"/>
              <a:ext cx="298080" cy="199440"/>
            </p14:xfrm>
          </p:contentPart>
        </mc:Choice>
        <mc:Fallback>
          <p:pic>
            <p:nvPicPr>
              <p:cNvPr id="57" name="Tinta 56">
                <a:extLst>
                  <a:ext uri="{FF2B5EF4-FFF2-40B4-BE49-F238E27FC236}">
                    <a16:creationId xmlns:a16="http://schemas.microsoft.com/office/drawing/2014/main" id="{FA579A06-9B3E-621E-ED41-3FB8090E7C9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275507" y="3144507"/>
                <a:ext cx="31032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8" name="Tinta 57">
                <a:extLst>
                  <a:ext uri="{FF2B5EF4-FFF2-40B4-BE49-F238E27FC236}">
                    <a16:creationId xmlns:a16="http://schemas.microsoft.com/office/drawing/2014/main" id="{BAC531CE-D2C5-BFE1-54BA-8F5B72B11124}"/>
                  </a:ext>
                </a:extLst>
              </p14:cNvPr>
              <p14:cNvContentPartPr/>
              <p14:nvPr/>
            </p14:nvContentPartPr>
            <p14:xfrm>
              <a:off x="10242387" y="3361947"/>
              <a:ext cx="254520" cy="234720"/>
            </p14:xfrm>
          </p:contentPart>
        </mc:Choice>
        <mc:Fallback>
          <p:pic>
            <p:nvPicPr>
              <p:cNvPr id="58" name="Tinta 57">
                <a:extLst>
                  <a:ext uri="{FF2B5EF4-FFF2-40B4-BE49-F238E27FC236}">
                    <a16:creationId xmlns:a16="http://schemas.microsoft.com/office/drawing/2014/main" id="{BAC531CE-D2C5-BFE1-54BA-8F5B72B1112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236267" y="3355827"/>
                <a:ext cx="26676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59" name="Tinta 58">
                <a:extLst>
                  <a:ext uri="{FF2B5EF4-FFF2-40B4-BE49-F238E27FC236}">
                    <a16:creationId xmlns:a16="http://schemas.microsoft.com/office/drawing/2014/main" id="{7709D27E-3A7D-D68B-B00F-08AE149D2262}"/>
                  </a:ext>
                </a:extLst>
              </p14:cNvPr>
              <p14:cNvContentPartPr/>
              <p14:nvPr/>
            </p14:nvContentPartPr>
            <p14:xfrm>
              <a:off x="10039707" y="3483627"/>
              <a:ext cx="264960" cy="56880"/>
            </p14:xfrm>
          </p:contentPart>
        </mc:Choice>
        <mc:Fallback>
          <p:pic>
            <p:nvPicPr>
              <p:cNvPr id="59" name="Tinta 58">
                <a:extLst>
                  <a:ext uri="{FF2B5EF4-FFF2-40B4-BE49-F238E27FC236}">
                    <a16:creationId xmlns:a16="http://schemas.microsoft.com/office/drawing/2014/main" id="{7709D27E-3A7D-D68B-B00F-08AE149D226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033587" y="3477507"/>
                <a:ext cx="27720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60" name="Tinta 59">
                <a:extLst>
                  <a:ext uri="{FF2B5EF4-FFF2-40B4-BE49-F238E27FC236}">
                    <a16:creationId xmlns:a16="http://schemas.microsoft.com/office/drawing/2014/main" id="{3124B64B-6620-8313-84F7-D44DBD568334}"/>
                  </a:ext>
                </a:extLst>
              </p14:cNvPr>
              <p14:cNvContentPartPr/>
              <p14:nvPr/>
            </p14:nvContentPartPr>
            <p14:xfrm>
              <a:off x="10474947" y="3451587"/>
              <a:ext cx="222120" cy="123840"/>
            </p14:xfrm>
          </p:contentPart>
        </mc:Choice>
        <mc:Fallback>
          <p:pic>
            <p:nvPicPr>
              <p:cNvPr id="60" name="Tinta 59">
                <a:extLst>
                  <a:ext uri="{FF2B5EF4-FFF2-40B4-BE49-F238E27FC236}">
                    <a16:creationId xmlns:a16="http://schemas.microsoft.com/office/drawing/2014/main" id="{3124B64B-6620-8313-84F7-D44DBD56833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468827" y="3445467"/>
                <a:ext cx="23436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62" name="Tinta 61">
                <a:extLst>
                  <a:ext uri="{FF2B5EF4-FFF2-40B4-BE49-F238E27FC236}">
                    <a16:creationId xmlns:a16="http://schemas.microsoft.com/office/drawing/2014/main" id="{2A61A5C6-E3AC-5711-66AD-17AF23A5A981}"/>
                  </a:ext>
                </a:extLst>
              </p14:cNvPr>
              <p14:cNvContentPartPr/>
              <p14:nvPr/>
            </p14:nvContentPartPr>
            <p14:xfrm>
              <a:off x="9892467" y="3595587"/>
              <a:ext cx="339480" cy="153000"/>
            </p14:xfrm>
          </p:contentPart>
        </mc:Choice>
        <mc:Fallback>
          <p:pic>
            <p:nvPicPr>
              <p:cNvPr id="62" name="Tinta 61">
                <a:extLst>
                  <a:ext uri="{FF2B5EF4-FFF2-40B4-BE49-F238E27FC236}">
                    <a16:creationId xmlns:a16="http://schemas.microsoft.com/office/drawing/2014/main" id="{2A61A5C6-E3AC-5711-66AD-17AF23A5A98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886347" y="3589467"/>
                <a:ext cx="35172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63" name="Tinta 62">
                <a:extLst>
                  <a:ext uri="{FF2B5EF4-FFF2-40B4-BE49-F238E27FC236}">
                    <a16:creationId xmlns:a16="http://schemas.microsoft.com/office/drawing/2014/main" id="{F7A4C76B-F84D-8F58-A3DE-8E9041EB7F5A}"/>
                  </a:ext>
                </a:extLst>
              </p14:cNvPr>
              <p14:cNvContentPartPr/>
              <p14:nvPr/>
            </p14:nvContentPartPr>
            <p14:xfrm>
              <a:off x="10261827" y="3613947"/>
              <a:ext cx="339480" cy="335160"/>
            </p14:xfrm>
          </p:contentPart>
        </mc:Choice>
        <mc:Fallback>
          <p:pic>
            <p:nvPicPr>
              <p:cNvPr id="63" name="Tinta 62">
                <a:extLst>
                  <a:ext uri="{FF2B5EF4-FFF2-40B4-BE49-F238E27FC236}">
                    <a16:creationId xmlns:a16="http://schemas.microsoft.com/office/drawing/2014/main" id="{F7A4C76B-F84D-8F58-A3DE-8E9041EB7F5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255707" y="3607827"/>
                <a:ext cx="35172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53" name="Tinta 52">
                <a:extLst>
                  <a:ext uri="{FF2B5EF4-FFF2-40B4-BE49-F238E27FC236}">
                    <a16:creationId xmlns:a16="http://schemas.microsoft.com/office/drawing/2014/main" id="{ECC6BBE8-5506-A945-9C6F-442E40DAF1E2}"/>
                  </a:ext>
                </a:extLst>
              </p14:cNvPr>
              <p14:cNvContentPartPr/>
              <p14:nvPr/>
            </p14:nvContentPartPr>
            <p14:xfrm>
              <a:off x="9660267" y="3971067"/>
              <a:ext cx="222120" cy="659520"/>
            </p14:xfrm>
          </p:contentPart>
        </mc:Choice>
        <mc:Fallback>
          <p:pic>
            <p:nvPicPr>
              <p:cNvPr id="53" name="Tinta 52">
                <a:extLst>
                  <a:ext uri="{FF2B5EF4-FFF2-40B4-BE49-F238E27FC236}">
                    <a16:creationId xmlns:a16="http://schemas.microsoft.com/office/drawing/2014/main" id="{ECC6BBE8-5506-A945-9C6F-442E40DAF1E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654147" y="3964947"/>
                <a:ext cx="234360" cy="67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54" name="Tinta 53">
                <a:extLst>
                  <a:ext uri="{FF2B5EF4-FFF2-40B4-BE49-F238E27FC236}">
                    <a16:creationId xmlns:a16="http://schemas.microsoft.com/office/drawing/2014/main" id="{A78C3D5E-82D4-A8B6-2263-0B628078D06B}"/>
                  </a:ext>
                </a:extLst>
              </p14:cNvPr>
              <p14:cNvContentPartPr/>
              <p14:nvPr/>
            </p14:nvContentPartPr>
            <p14:xfrm>
              <a:off x="9574947" y="3885387"/>
              <a:ext cx="868680" cy="111240"/>
            </p14:xfrm>
          </p:contentPart>
        </mc:Choice>
        <mc:Fallback>
          <p:pic>
            <p:nvPicPr>
              <p:cNvPr id="54" name="Tinta 53">
                <a:extLst>
                  <a:ext uri="{FF2B5EF4-FFF2-40B4-BE49-F238E27FC236}">
                    <a16:creationId xmlns:a16="http://schemas.microsoft.com/office/drawing/2014/main" id="{A78C3D5E-82D4-A8B6-2263-0B628078D06B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568827" y="3879267"/>
                <a:ext cx="88092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65" name="Tinta 64">
                <a:extLst>
                  <a:ext uri="{FF2B5EF4-FFF2-40B4-BE49-F238E27FC236}">
                    <a16:creationId xmlns:a16="http://schemas.microsoft.com/office/drawing/2014/main" id="{0580385A-BD99-4326-4938-C3A20FDF2966}"/>
                  </a:ext>
                </a:extLst>
              </p14:cNvPr>
              <p14:cNvContentPartPr/>
              <p14:nvPr/>
            </p14:nvContentPartPr>
            <p14:xfrm>
              <a:off x="9013347" y="4690347"/>
              <a:ext cx="1493640" cy="238680"/>
            </p14:xfrm>
          </p:contentPart>
        </mc:Choice>
        <mc:Fallback>
          <p:pic>
            <p:nvPicPr>
              <p:cNvPr id="65" name="Tinta 64">
                <a:extLst>
                  <a:ext uri="{FF2B5EF4-FFF2-40B4-BE49-F238E27FC236}">
                    <a16:creationId xmlns:a16="http://schemas.microsoft.com/office/drawing/2014/main" id="{0580385A-BD99-4326-4938-C3A20FDF2966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007227" y="4684227"/>
                <a:ext cx="150588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81" name="Tinta 80">
                <a:extLst>
                  <a:ext uri="{FF2B5EF4-FFF2-40B4-BE49-F238E27FC236}">
                    <a16:creationId xmlns:a16="http://schemas.microsoft.com/office/drawing/2014/main" id="{00CEDC01-A83F-CBA5-62A3-745352393959}"/>
                  </a:ext>
                </a:extLst>
              </p14:cNvPr>
              <p14:cNvContentPartPr/>
              <p14:nvPr/>
            </p14:nvContentPartPr>
            <p14:xfrm>
              <a:off x="9152307" y="3284187"/>
              <a:ext cx="200520" cy="86400"/>
            </p14:xfrm>
          </p:contentPart>
        </mc:Choice>
        <mc:Fallback>
          <p:pic>
            <p:nvPicPr>
              <p:cNvPr id="81" name="Tinta 80">
                <a:extLst>
                  <a:ext uri="{FF2B5EF4-FFF2-40B4-BE49-F238E27FC236}">
                    <a16:creationId xmlns:a16="http://schemas.microsoft.com/office/drawing/2014/main" id="{00CEDC01-A83F-CBA5-62A3-745352393959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146187" y="3278067"/>
                <a:ext cx="21276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83" name="Tinta 82">
                <a:extLst>
                  <a:ext uri="{FF2B5EF4-FFF2-40B4-BE49-F238E27FC236}">
                    <a16:creationId xmlns:a16="http://schemas.microsoft.com/office/drawing/2014/main" id="{EFD25A73-8003-0227-EB39-F2CF78543F44}"/>
                  </a:ext>
                </a:extLst>
              </p14:cNvPr>
              <p14:cNvContentPartPr/>
              <p14:nvPr/>
            </p14:nvContentPartPr>
            <p14:xfrm>
              <a:off x="8782947" y="4674867"/>
              <a:ext cx="62640" cy="54720"/>
            </p14:xfrm>
          </p:contentPart>
        </mc:Choice>
        <mc:Fallback>
          <p:pic>
            <p:nvPicPr>
              <p:cNvPr id="83" name="Tinta 82">
                <a:extLst>
                  <a:ext uri="{FF2B5EF4-FFF2-40B4-BE49-F238E27FC236}">
                    <a16:creationId xmlns:a16="http://schemas.microsoft.com/office/drawing/2014/main" id="{EFD25A73-8003-0227-EB39-F2CF78543F4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776827" y="4668747"/>
                <a:ext cx="7488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85" name="Tinta 84">
                <a:extLst>
                  <a:ext uri="{FF2B5EF4-FFF2-40B4-BE49-F238E27FC236}">
                    <a16:creationId xmlns:a16="http://schemas.microsoft.com/office/drawing/2014/main" id="{82DE7DAE-5FF8-F671-B173-D0E417097FFC}"/>
                  </a:ext>
                </a:extLst>
              </p14:cNvPr>
              <p14:cNvContentPartPr/>
              <p14:nvPr/>
            </p14:nvContentPartPr>
            <p14:xfrm>
              <a:off x="8673507" y="3077187"/>
              <a:ext cx="891000" cy="564840"/>
            </p14:xfrm>
          </p:contentPart>
        </mc:Choice>
        <mc:Fallback>
          <p:pic>
            <p:nvPicPr>
              <p:cNvPr id="85" name="Tinta 84">
                <a:extLst>
                  <a:ext uri="{FF2B5EF4-FFF2-40B4-BE49-F238E27FC236}">
                    <a16:creationId xmlns:a16="http://schemas.microsoft.com/office/drawing/2014/main" id="{82DE7DAE-5FF8-F671-B173-D0E417097FF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667387" y="3071067"/>
                <a:ext cx="903240" cy="57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86" name="Tinta 85">
                <a:extLst>
                  <a:ext uri="{FF2B5EF4-FFF2-40B4-BE49-F238E27FC236}">
                    <a16:creationId xmlns:a16="http://schemas.microsoft.com/office/drawing/2014/main" id="{5315CA2A-80ED-BA8A-DAE3-C5837C45094C}"/>
                  </a:ext>
                </a:extLst>
              </p14:cNvPr>
              <p14:cNvContentPartPr/>
              <p14:nvPr/>
            </p14:nvContentPartPr>
            <p14:xfrm>
              <a:off x="8568747" y="4377867"/>
              <a:ext cx="718920" cy="372960"/>
            </p14:xfrm>
          </p:contentPart>
        </mc:Choice>
        <mc:Fallback>
          <p:pic>
            <p:nvPicPr>
              <p:cNvPr id="86" name="Tinta 85">
                <a:extLst>
                  <a:ext uri="{FF2B5EF4-FFF2-40B4-BE49-F238E27FC236}">
                    <a16:creationId xmlns:a16="http://schemas.microsoft.com/office/drawing/2014/main" id="{5315CA2A-80ED-BA8A-DAE3-C5837C45094C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562627" y="4371747"/>
                <a:ext cx="731160" cy="38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Agrupar 112">
            <a:extLst>
              <a:ext uri="{FF2B5EF4-FFF2-40B4-BE49-F238E27FC236}">
                <a16:creationId xmlns:a16="http://schemas.microsoft.com/office/drawing/2014/main" id="{8F596F7B-5695-BD3E-371C-87E6228AB612}"/>
              </a:ext>
            </a:extLst>
          </p:cNvPr>
          <p:cNvGrpSpPr/>
          <p:nvPr/>
        </p:nvGrpSpPr>
        <p:grpSpPr>
          <a:xfrm>
            <a:off x="8685387" y="3119667"/>
            <a:ext cx="684720" cy="407160"/>
            <a:chOff x="8685387" y="3119667"/>
            <a:chExt cx="684720" cy="40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BF00F072-3C7B-5EBB-4651-4097F1BA2D8C}"/>
                    </a:ext>
                  </a:extLst>
                </p14:cNvPr>
                <p14:cNvContentPartPr/>
                <p14:nvPr/>
              </p14:nvContentPartPr>
              <p14:xfrm>
                <a:off x="9002547" y="3341427"/>
                <a:ext cx="32760" cy="2952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BF00F072-3C7B-5EBB-4651-4097F1BA2D8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996427" y="3335307"/>
                  <a:ext cx="450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46AACD48-2DDF-3245-DF48-820E8F8F7202}"/>
                    </a:ext>
                  </a:extLst>
                </p14:cNvPr>
                <p14:cNvContentPartPr/>
                <p14:nvPr/>
              </p14:nvContentPartPr>
              <p14:xfrm>
                <a:off x="9013707" y="3272307"/>
                <a:ext cx="128520" cy="10152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46AACD48-2DDF-3245-DF48-820E8F8F720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007587" y="3266187"/>
                  <a:ext cx="1407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C240BF61-EA85-7FED-6680-EAA5144BA98A}"/>
                    </a:ext>
                  </a:extLst>
                </p14:cNvPr>
                <p14:cNvContentPartPr/>
                <p14:nvPr/>
              </p14:nvContentPartPr>
              <p14:xfrm>
                <a:off x="9013707" y="3274107"/>
                <a:ext cx="211680" cy="6840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C240BF61-EA85-7FED-6680-EAA5144BA98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007587" y="3267987"/>
                  <a:ext cx="2239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619C15E5-3F73-E36D-4140-0BF843E30996}"/>
                    </a:ext>
                  </a:extLst>
                </p14:cNvPr>
                <p14:cNvContentPartPr/>
                <p14:nvPr/>
              </p14:nvContentPartPr>
              <p14:xfrm>
                <a:off x="9175347" y="3360147"/>
                <a:ext cx="109800" cy="3600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619C15E5-3F73-E36D-4140-0BF843E3099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169227" y="3354027"/>
                  <a:ext cx="1220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311E8C80-49C2-8173-B84A-7B837FF4D86A}"/>
                    </a:ext>
                  </a:extLst>
                </p14:cNvPr>
                <p14:cNvContentPartPr/>
                <p14:nvPr/>
              </p14:nvContentPartPr>
              <p14:xfrm>
                <a:off x="9088227" y="3308667"/>
                <a:ext cx="281880" cy="21816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311E8C80-49C2-8173-B84A-7B837FF4D86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082107" y="3302547"/>
                  <a:ext cx="2941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FFB19474-6869-5E56-8373-4492210D772D}"/>
                    </a:ext>
                  </a:extLst>
                </p14:cNvPr>
                <p14:cNvContentPartPr/>
                <p14:nvPr/>
              </p14:nvContentPartPr>
              <p14:xfrm>
                <a:off x="8685387" y="3119667"/>
                <a:ext cx="657360" cy="218520"/>
              </p14:xfrm>
            </p:contentPart>
          </mc:Choice>
          <mc:Fallback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FFB19474-6869-5E56-8373-4492210D772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679267" y="3113547"/>
                  <a:ext cx="669600" cy="23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Agrupar 114">
            <a:extLst>
              <a:ext uri="{FF2B5EF4-FFF2-40B4-BE49-F238E27FC236}">
                <a16:creationId xmlns:a16="http://schemas.microsoft.com/office/drawing/2014/main" id="{45CEDC4A-D18D-6E77-32AA-E7E9FAAA3A29}"/>
              </a:ext>
            </a:extLst>
          </p:cNvPr>
          <p:cNvGrpSpPr/>
          <p:nvPr/>
        </p:nvGrpSpPr>
        <p:grpSpPr>
          <a:xfrm>
            <a:off x="8411787" y="4598187"/>
            <a:ext cx="633600" cy="302400"/>
            <a:chOff x="8411787" y="4598187"/>
            <a:chExt cx="633600" cy="30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32A34897-BCBF-71F6-1803-F1A93B7BD0C1}"/>
                    </a:ext>
                  </a:extLst>
                </p14:cNvPr>
                <p14:cNvContentPartPr/>
                <p14:nvPr/>
              </p14:nvContentPartPr>
              <p14:xfrm>
                <a:off x="8431227" y="4677387"/>
                <a:ext cx="305640" cy="3636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32A34897-BCBF-71F6-1803-F1A93B7BD0C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425107" y="4671267"/>
                  <a:ext cx="3178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19971571-EE54-01E5-323D-9E428FD183CE}"/>
                    </a:ext>
                  </a:extLst>
                </p14:cNvPr>
                <p14:cNvContentPartPr/>
                <p14:nvPr/>
              </p14:nvContentPartPr>
              <p14:xfrm>
                <a:off x="8559387" y="4641387"/>
                <a:ext cx="32400" cy="2520"/>
              </p14:xfrm>
            </p:contentPart>
          </mc:Choice>
          <mc:Fallback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19971571-EE54-01E5-323D-9E428FD183C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553267" y="4635267"/>
                  <a:ext cx="4464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8F8D1D6F-8280-69A8-0805-2324CFEBCB04}"/>
                    </a:ext>
                  </a:extLst>
                </p14:cNvPr>
                <p14:cNvContentPartPr/>
                <p14:nvPr/>
              </p14:nvContentPartPr>
              <p14:xfrm>
                <a:off x="8411787" y="4659027"/>
                <a:ext cx="633600" cy="8064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8F8D1D6F-8280-69A8-0805-2324CFEBCB0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405667" y="4652907"/>
                  <a:ext cx="6458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8641C83D-A083-6B4A-E49C-BE7FDDE8CB4F}"/>
                    </a:ext>
                  </a:extLst>
                </p14:cNvPr>
                <p14:cNvContentPartPr/>
                <p14:nvPr/>
              </p14:nvContentPartPr>
              <p14:xfrm>
                <a:off x="8474067" y="4760187"/>
                <a:ext cx="243720" cy="11304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8641C83D-A083-6B4A-E49C-BE7FDDE8CB4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467947" y="4754067"/>
                  <a:ext cx="2559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DFBE6484-B0CC-7F74-4B02-5C3D1C538D89}"/>
                    </a:ext>
                  </a:extLst>
                </p14:cNvPr>
                <p14:cNvContentPartPr/>
                <p14:nvPr/>
              </p14:nvContentPartPr>
              <p14:xfrm>
                <a:off x="8717067" y="4767027"/>
                <a:ext cx="138960" cy="79200"/>
              </p14:xfrm>
            </p:contentPart>
          </mc:Choice>
          <mc:Fallback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DFBE6484-B0CC-7F74-4B02-5C3D1C538D8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710947" y="4760907"/>
                  <a:ext cx="1512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20001A5C-332E-8C40-3213-C40A8154B57E}"/>
                    </a:ext>
                  </a:extLst>
                </p14:cNvPr>
                <p14:cNvContentPartPr/>
                <p14:nvPr/>
              </p14:nvContentPartPr>
              <p14:xfrm>
                <a:off x="8877267" y="4733907"/>
                <a:ext cx="126360" cy="16668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20001A5C-332E-8C40-3213-C40A8154B57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871147" y="4727787"/>
                  <a:ext cx="1386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963258CF-56F5-6EE8-B057-422F319D112C}"/>
                    </a:ext>
                  </a:extLst>
                </p14:cNvPr>
                <p14:cNvContentPartPr/>
                <p14:nvPr/>
              </p14:nvContentPartPr>
              <p14:xfrm>
                <a:off x="8674587" y="4647867"/>
                <a:ext cx="139320" cy="3348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963258CF-56F5-6EE8-B057-422F319D112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668467" y="4641747"/>
                  <a:ext cx="1515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BC930271-C81F-1274-0095-75159E30264A}"/>
                    </a:ext>
                  </a:extLst>
                </p14:cNvPr>
                <p14:cNvContentPartPr/>
                <p14:nvPr/>
              </p14:nvContentPartPr>
              <p14:xfrm>
                <a:off x="8738667" y="4638867"/>
                <a:ext cx="97200" cy="7488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BC930271-C81F-1274-0095-75159E30264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732547" y="4632747"/>
                  <a:ext cx="1094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DDA90B06-7959-C5F1-C66A-74D05B1FC740}"/>
                    </a:ext>
                  </a:extLst>
                </p14:cNvPr>
                <p14:cNvContentPartPr/>
                <p14:nvPr/>
              </p14:nvContentPartPr>
              <p14:xfrm>
                <a:off x="8759907" y="4609347"/>
                <a:ext cx="21600" cy="3636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DDA90B06-7959-C5F1-C66A-74D05B1FC74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753787" y="4603227"/>
                  <a:ext cx="338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B09428F4-10F3-4A57-F74B-DDD70F002FF4}"/>
                    </a:ext>
                  </a:extLst>
                </p14:cNvPr>
                <p14:cNvContentPartPr/>
                <p14:nvPr/>
              </p14:nvContentPartPr>
              <p14:xfrm>
                <a:off x="8793747" y="4641747"/>
                <a:ext cx="30240" cy="3348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B09428F4-10F3-4A57-F74B-DDD70F002FF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787627" y="4635627"/>
                  <a:ext cx="424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BBAA70EE-5631-7FE2-0EAC-2B2B9B5E8D6C}"/>
                    </a:ext>
                  </a:extLst>
                </p14:cNvPr>
                <p14:cNvContentPartPr/>
                <p14:nvPr/>
              </p14:nvContentPartPr>
              <p14:xfrm>
                <a:off x="8887707" y="4598187"/>
                <a:ext cx="72360" cy="49320"/>
              </p14:xfrm>
            </p:contentPart>
          </mc:Choice>
          <mc:Fallback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BBAA70EE-5631-7FE2-0EAC-2B2B9B5E8D6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881587" y="4592067"/>
                  <a:ext cx="84600" cy="6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116" name="Tinta 115">
                <a:extLst>
                  <a:ext uri="{FF2B5EF4-FFF2-40B4-BE49-F238E27FC236}">
                    <a16:creationId xmlns:a16="http://schemas.microsoft.com/office/drawing/2014/main" id="{0DA91305-F258-D119-4C80-D6BFD3BF50CC}"/>
                  </a:ext>
                </a:extLst>
              </p14:cNvPr>
              <p14:cNvContentPartPr/>
              <p14:nvPr/>
            </p14:nvContentPartPr>
            <p14:xfrm>
              <a:off x="4284027" y="3957387"/>
              <a:ext cx="129240" cy="54720"/>
            </p14:xfrm>
          </p:contentPart>
        </mc:Choice>
        <mc:Fallback>
          <p:pic>
            <p:nvPicPr>
              <p:cNvPr id="116" name="Tinta 115">
                <a:extLst>
                  <a:ext uri="{FF2B5EF4-FFF2-40B4-BE49-F238E27FC236}">
                    <a16:creationId xmlns:a16="http://schemas.microsoft.com/office/drawing/2014/main" id="{0DA91305-F258-D119-4C80-D6BFD3BF50CC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4277907" y="3951267"/>
                <a:ext cx="14148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118" name="Tinta 117">
                <a:extLst>
                  <a:ext uri="{FF2B5EF4-FFF2-40B4-BE49-F238E27FC236}">
                    <a16:creationId xmlns:a16="http://schemas.microsoft.com/office/drawing/2014/main" id="{F7FD3528-052E-3CC4-6334-AFC78D85C7AE}"/>
                  </a:ext>
                </a:extLst>
              </p14:cNvPr>
              <p14:cNvContentPartPr/>
              <p14:nvPr/>
            </p14:nvContentPartPr>
            <p14:xfrm>
              <a:off x="4295547" y="4018947"/>
              <a:ext cx="117360" cy="54000"/>
            </p14:xfrm>
          </p:contentPart>
        </mc:Choice>
        <mc:Fallback>
          <p:pic>
            <p:nvPicPr>
              <p:cNvPr id="118" name="Tinta 117">
                <a:extLst>
                  <a:ext uri="{FF2B5EF4-FFF2-40B4-BE49-F238E27FC236}">
                    <a16:creationId xmlns:a16="http://schemas.microsoft.com/office/drawing/2014/main" id="{F7FD3528-052E-3CC4-6334-AFC78D85C7AE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4289427" y="4012827"/>
                <a:ext cx="12960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120" name="Tinta 119">
                <a:extLst>
                  <a:ext uri="{FF2B5EF4-FFF2-40B4-BE49-F238E27FC236}">
                    <a16:creationId xmlns:a16="http://schemas.microsoft.com/office/drawing/2014/main" id="{D9221CF7-78B2-12BD-6F6C-B4E0D8FBB42B}"/>
                  </a:ext>
                </a:extLst>
              </p14:cNvPr>
              <p14:cNvContentPartPr/>
              <p14:nvPr/>
            </p14:nvContentPartPr>
            <p14:xfrm>
              <a:off x="1206027" y="4848027"/>
              <a:ext cx="83880" cy="34200"/>
            </p14:xfrm>
          </p:contentPart>
        </mc:Choice>
        <mc:Fallback>
          <p:pic>
            <p:nvPicPr>
              <p:cNvPr id="120" name="Tinta 119">
                <a:extLst>
                  <a:ext uri="{FF2B5EF4-FFF2-40B4-BE49-F238E27FC236}">
                    <a16:creationId xmlns:a16="http://schemas.microsoft.com/office/drawing/2014/main" id="{D9221CF7-78B2-12BD-6F6C-B4E0D8FBB42B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199907" y="4841907"/>
                <a:ext cx="9612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144" name="Tinta 143">
                <a:extLst>
                  <a:ext uri="{FF2B5EF4-FFF2-40B4-BE49-F238E27FC236}">
                    <a16:creationId xmlns:a16="http://schemas.microsoft.com/office/drawing/2014/main" id="{F52C85D5-4D41-1C0C-2FD5-EAC967EB9541}"/>
                  </a:ext>
                </a:extLst>
              </p14:cNvPr>
              <p14:cNvContentPartPr/>
              <p14:nvPr/>
            </p14:nvContentPartPr>
            <p14:xfrm>
              <a:off x="1248867" y="5028027"/>
              <a:ext cx="31320" cy="15840"/>
            </p14:xfrm>
          </p:contentPart>
        </mc:Choice>
        <mc:Fallback>
          <p:pic>
            <p:nvPicPr>
              <p:cNvPr id="144" name="Tinta 143">
                <a:extLst>
                  <a:ext uri="{FF2B5EF4-FFF2-40B4-BE49-F238E27FC236}">
                    <a16:creationId xmlns:a16="http://schemas.microsoft.com/office/drawing/2014/main" id="{F52C85D5-4D41-1C0C-2FD5-EAC967EB9541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242747" y="5021907"/>
                <a:ext cx="4356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148" name="Tinta 147">
                <a:extLst>
                  <a:ext uri="{FF2B5EF4-FFF2-40B4-BE49-F238E27FC236}">
                    <a16:creationId xmlns:a16="http://schemas.microsoft.com/office/drawing/2014/main" id="{48B82C53-CDF7-87B9-C77B-B8D94CD0618A}"/>
                  </a:ext>
                </a:extLst>
              </p14:cNvPr>
              <p14:cNvContentPartPr/>
              <p14:nvPr/>
            </p14:nvContentPartPr>
            <p14:xfrm>
              <a:off x="1259307" y="4395507"/>
              <a:ext cx="1014840" cy="1267200"/>
            </p14:xfrm>
          </p:contentPart>
        </mc:Choice>
        <mc:Fallback>
          <p:pic>
            <p:nvPicPr>
              <p:cNvPr id="148" name="Tinta 147">
                <a:extLst>
                  <a:ext uri="{FF2B5EF4-FFF2-40B4-BE49-F238E27FC236}">
                    <a16:creationId xmlns:a16="http://schemas.microsoft.com/office/drawing/2014/main" id="{48B82C53-CDF7-87B9-C77B-B8D94CD0618A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253187" y="4389387"/>
                <a:ext cx="1027080" cy="12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150" name="Tinta 149">
                <a:extLst>
                  <a:ext uri="{FF2B5EF4-FFF2-40B4-BE49-F238E27FC236}">
                    <a16:creationId xmlns:a16="http://schemas.microsoft.com/office/drawing/2014/main" id="{0750C380-47E5-1115-7FDE-9626BBDF71D4}"/>
                  </a:ext>
                </a:extLst>
              </p14:cNvPr>
              <p14:cNvContentPartPr/>
              <p14:nvPr/>
            </p14:nvContentPartPr>
            <p14:xfrm>
              <a:off x="401787" y="4212267"/>
              <a:ext cx="2728800" cy="2067120"/>
            </p14:xfrm>
          </p:contentPart>
        </mc:Choice>
        <mc:Fallback>
          <p:pic>
            <p:nvPicPr>
              <p:cNvPr id="150" name="Tinta 149">
                <a:extLst>
                  <a:ext uri="{FF2B5EF4-FFF2-40B4-BE49-F238E27FC236}">
                    <a16:creationId xmlns:a16="http://schemas.microsoft.com/office/drawing/2014/main" id="{0750C380-47E5-1115-7FDE-9626BBDF71D4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395667" y="4206147"/>
                <a:ext cx="2741040" cy="207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4" name="Agrupar 153">
            <a:extLst>
              <a:ext uri="{FF2B5EF4-FFF2-40B4-BE49-F238E27FC236}">
                <a16:creationId xmlns:a16="http://schemas.microsoft.com/office/drawing/2014/main" id="{381B85F8-59FA-19C7-0742-14ECC3DDE1A2}"/>
              </a:ext>
            </a:extLst>
          </p:cNvPr>
          <p:cNvGrpSpPr/>
          <p:nvPr/>
        </p:nvGrpSpPr>
        <p:grpSpPr>
          <a:xfrm>
            <a:off x="730467" y="4174107"/>
            <a:ext cx="1914120" cy="1982160"/>
            <a:chOff x="730467" y="4174107"/>
            <a:chExt cx="1914120" cy="198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5DAF2CEF-46AD-F334-9A03-A3594E547A5B}"/>
                    </a:ext>
                  </a:extLst>
                </p14:cNvPr>
                <p14:cNvContentPartPr/>
                <p14:nvPr/>
              </p14:nvContentPartPr>
              <p14:xfrm>
                <a:off x="1216827" y="4805547"/>
                <a:ext cx="591120" cy="126000"/>
              </p14:xfrm>
            </p:contentPart>
          </mc:Choice>
          <mc:Fallback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5DAF2CEF-46AD-F334-9A03-A3594E547A5B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210707" y="4799427"/>
                  <a:ext cx="6033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FE9ABD9F-93CB-3AAD-DDF4-693182D1C65F}"/>
                    </a:ext>
                  </a:extLst>
                </p14:cNvPr>
                <p14:cNvContentPartPr/>
                <p14:nvPr/>
              </p14:nvContentPartPr>
              <p14:xfrm>
                <a:off x="1512747" y="4528707"/>
                <a:ext cx="276120" cy="222840"/>
              </p14:xfrm>
            </p:contentPart>
          </mc:Choice>
          <mc:Fallback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FE9ABD9F-93CB-3AAD-DDF4-693182D1C65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506627" y="4522587"/>
                  <a:ext cx="2883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F1BF10DB-A737-F7AF-8440-93C12DABA8B2}"/>
                    </a:ext>
                  </a:extLst>
                </p14:cNvPr>
                <p14:cNvContentPartPr/>
                <p14:nvPr/>
              </p14:nvContentPartPr>
              <p14:xfrm>
                <a:off x="1807587" y="4652187"/>
                <a:ext cx="129600" cy="132840"/>
              </p14:xfrm>
            </p:contentPart>
          </mc:Choice>
          <mc:Fallback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F1BF10DB-A737-F7AF-8440-93C12DABA8B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801467" y="4646067"/>
                  <a:ext cx="1418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CF9F3023-A26A-67A8-DCF0-8C93E6949C46}"/>
                    </a:ext>
                  </a:extLst>
                </p14:cNvPr>
                <p14:cNvContentPartPr/>
                <p14:nvPr/>
              </p14:nvContentPartPr>
              <p14:xfrm>
                <a:off x="1999827" y="4733907"/>
                <a:ext cx="62280" cy="11160"/>
              </p14:xfrm>
            </p:contentPart>
          </mc:Choice>
          <mc:Fallback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CF9F3023-A26A-67A8-DCF0-8C93E6949C46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993707" y="4727787"/>
                  <a:ext cx="745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B7880403-67EA-E3B1-1AEA-49D14CA6083B}"/>
                    </a:ext>
                  </a:extLst>
                </p14:cNvPr>
                <p14:cNvContentPartPr/>
                <p14:nvPr/>
              </p14:nvContentPartPr>
              <p14:xfrm>
                <a:off x="1120707" y="4854507"/>
                <a:ext cx="340200" cy="427320"/>
              </p14:xfrm>
            </p:contentPart>
          </mc:Choice>
          <mc:Fallback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B7880403-67EA-E3B1-1AEA-49D14CA6083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114587" y="4848387"/>
                  <a:ext cx="35244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6D2842B0-0045-8C51-B7C4-A3B6D520DE37}"/>
                    </a:ext>
                  </a:extLst>
                </p14:cNvPr>
                <p14:cNvContentPartPr/>
                <p14:nvPr/>
              </p14:nvContentPartPr>
              <p14:xfrm>
                <a:off x="1459827" y="5192187"/>
                <a:ext cx="306720" cy="136080"/>
              </p14:xfrm>
            </p:contentPart>
          </mc:Choice>
          <mc:Fallback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6D2842B0-0045-8C51-B7C4-A3B6D520DE3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453707" y="5186067"/>
                  <a:ext cx="3189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991621AB-CEB3-D210-26BF-13B9603BBDC9}"/>
                    </a:ext>
                  </a:extLst>
                </p14:cNvPr>
                <p14:cNvContentPartPr/>
                <p14:nvPr/>
              </p14:nvContentPartPr>
              <p14:xfrm>
                <a:off x="1459827" y="5396307"/>
                <a:ext cx="243720" cy="212400"/>
              </p14:xfrm>
            </p:contentPart>
          </mc:Choice>
          <mc:Fallback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991621AB-CEB3-D210-26BF-13B9603BBDC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453707" y="5390187"/>
                  <a:ext cx="2559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41138808-9ACE-C2CB-2587-B039C9CCE2EA}"/>
                    </a:ext>
                  </a:extLst>
                </p14:cNvPr>
                <p14:cNvContentPartPr/>
                <p14:nvPr/>
              </p14:nvContentPartPr>
              <p14:xfrm>
                <a:off x="1681947" y="5532027"/>
                <a:ext cx="180000" cy="118440"/>
              </p14:xfrm>
            </p:contentPart>
          </mc:Choice>
          <mc:Fallback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41138808-9ACE-C2CB-2587-B039C9CCE2E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675827" y="5525907"/>
                  <a:ext cx="1922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BEF71552-E12C-9A72-2C77-5306CFB7FF88}"/>
                    </a:ext>
                  </a:extLst>
                </p14:cNvPr>
                <p14:cNvContentPartPr/>
                <p14:nvPr/>
              </p14:nvContentPartPr>
              <p14:xfrm>
                <a:off x="1860867" y="4868187"/>
                <a:ext cx="243360" cy="240120"/>
              </p14:xfrm>
            </p:contentPart>
          </mc:Choice>
          <mc:Fallback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BEF71552-E12C-9A72-2C77-5306CFB7FF8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854747" y="4862067"/>
                  <a:ext cx="2556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4AD59DFF-2A73-309D-B1AC-B4D3D7AF2B9C}"/>
                    </a:ext>
                  </a:extLst>
                </p14:cNvPr>
                <p14:cNvContentPartPr/>
                <p14:nvPr/>
              </p14:nvContentPartPr>
              <p14:xfrm>
                <a:off x="1767267" y="5340147"/>
                <a:ext cx="316080" cy="20880"/>
              </p14:xfrm>
            </p:contentPart>
          </mc:Choice>
          <mc:Fallback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4AD59DFF-2A73-309D-B1AC-B4D3D7AF2B9C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761147" y="5334027"/>
                  <a:ext cx="3283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50859BE5-4C93-113F-EC16-64D277659764}"/>
                    </a:ext>
                  </a:extLst>
                </p14:cNvPr>
                <p14:cNvContentPartPr/>
                <p14:nvPr/>
              </p14:nvContentPartPr>
              <p14:xfrm>
                <a:off x="1989027" y="5077347"/>
                <a:ext cx="64440" cy="286200"/>
              </p14:xfrm>
            </p:contentPart>
          </mc:Choice>
          <mc:Fallback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50859BE5-4C93-113F-EC16-64D27765976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982907" y="5071227"/>
                  <a:ext cx="7668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2FBCC66D-DE23-7270-22E4-BA2B86BF91CF}"/>
                    </a:ext>
                  </a:extLst>
                </p14:cNvPr>
                <p14:cNvContentPartPr/>
                <p14:nvPr/>
              </p14:nvContentPartPr>
              <p14:xfrm>
                <a:off x="2042307" y="5113347"/>
                <a:ext cx="442440" cy="79200"/>
              </p14:xfrm>
            </p:contentPart>
          </mc:Choice>
          <mc:Fallback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2FBCC66D-DE23-7270-22E4-BA2B86BF91CF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036187" y="5107227"/>
                  <a:ext cx="4546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9B5A73DE-A594-7B2B-E10A-668EE5085370}"/>
                    </a:ext>
                  </a:extLst>
                </p14:cNvPr>
                <p14:cNvContentPartPr/>
                <p14:nvPr/>
              </p14:nvContentPartPr>
              <p14:xfrm>
                <a:off x="730467" y="5058627"/>
                <a:ext cx="476280" cy="794160"/>
              </p14:xfrm>
            </p:contentPart>
          </mc:Choice>
          <mc:Fallback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9B5A73DE-A594-7B2B-E10A-668EE508537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24347" y="5052507"/>
                  <a:ext cx="488520" cy="80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EC0CA4A8-1D63-9424-FA38-366F8415E783}"/>
                    </a:ext>
                  </a:extLst>
                </p14:cNvPr>
                <p14:cNvContentPartPr/>
                <p14:nvPr/>
              </p14:nvContentPartPr>
              <p14:xfrm>
                <a:off x="1437867" y="5850267"/>
                <a:ext cx="666360" cy="306000"/>
              </p14:xfrm>
            </p:contentPart>
          </mc:Choice>
          <mc:Fallback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EC0CA4A8-1D63-9424-FA38-366F8415E78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431747" y="5844147"/>
                  <a:ext cx="67860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706627E6-B48D-E4E6-018E-516AB0D1B89C}"/>
                    </a:ext>
                  </a:extLst>
                </p14:cNvPr>
                <p14:cNvContentPartPr/>
                <p14:nvPr/>
              </p14:nvContentPartPr>
              <p14:xfrm>
                <a:off x="1662147" y="6007227"/>
                <a:ext cx="188280" cy="5760"/>
              </p14:xfrm>
            </p:contentPart>
          </mc:Choice>
          <mc:Fallback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706627E6-B48D-E4E6-018E-516AB0D1B89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656027" y="6001107"/>
                  <a:ext cx="2005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14B50EF9-5975-DC0A-1E8D-A93546CCFFD9}"/>
                    </a:ext>
                  </a:extLst>
                </p14:cNvPr>
                <p14:cNvContentPartPr/>
                <p14:nvPr/>
              </p14:nvContentPartPr>
              <p14:xfrm>
                <a:off x="1735227" y="5940627"/>
                <a:ext cx="32400" cy="110880"/>
              </p14:xfrm>
            </p:contentPart>
          </mc:Choice>
          <mc:Fallback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14B50EF9-5975-DC0A-1E8D-A93546CCFFD9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729107" y="5934507"/>
                  <a:ext cx="446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1BB4C847-13C0-27F5-9884-53711F8D885F}"/>
                    </a:ext>
                  </a:extLst>
                </p14:cNvPr>
                <p14:cNvContentPartPr/>
                <p14:nvPr/>
              </p14:nvContentPartPr>
              <p14:xfrm>
                <a:off x="1967787" y="6051147"/>
                <a:ext cx="126360" cy="24840"/>
              </p14:xfrm>
            </p:contentPart>
          </mc:Choice>
          <mc:Fallback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1BB4C847-13C0-27F5-9884-53711F8D885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961667" y="6045027"/>
                  <a:ext cx="1386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872E0008-D05E-BC82-830E-D656201AFC94}"/>
                    </a:ext>
                  </a:extLst>
                </p14:cNvPr>
                <p14:cNvContentPartPr/>
                <p14:nvPr/>
              </p14:nvContentPartPr>
              <p14:xfrm>
                <a:off x="2032587" y="5206587"/>
                <a:ext cx="612000" cy="758880"/>
              </p14:xfrm>
            </p:contentPart>
          </mc:Choice>
          <mc:Fallback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872E0008-D05E-BC82-830E-D656201AFC94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026467" y="5200467"/>
                  <a:ext cx="624240" cy="77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A3A8C022-E896-15F4-E79B-79F78F09BFDF}"/>
                    </a:ext>
                  </a:extLst>
                </p14:cNvPr>
                <p14:cNvContentPartPr/>
                <p14:nvPr/>
              </p14:nvContentPartPr>
              <p14:xfrm>
                <a:off x="1163187" y="5033787"/>
                <a:ext cx="178200" cy="72000"/>
              </p14:xfrm>
            </p:contentPart>
          </mc:Choice>
          <mc:Fallback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A3A8C022-E896-15F4-E79B-79F78F09BFD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157067" y="5027667"/>
                  <a:ext cx="1904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B51908D6-7AED-406B-B139-8904C2A017D0}"/>
                    </a:ext>
                  </a:extLst>
                </p14:cNvPr>
                <p14:cNvContentPartPr/>
                <p14:nvPr/>
              </p14:nvContentPartPr>
              <p14:xfrm>
                <a:off x="2001627" y="5118027"/>
                <a:ext cx="166680" cy="59040"/>
              </p14:xfrm>
            </p:contentPart>
          </mc:Choice>
          <mc:Fallback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B51908D6-7AED-406B-B139-8904C2A017D0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995507" y="5111907"/>
                  <a:ext cx="1789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5D00797E-8E69-4F5D-283C-3993B0A36F6C}"/>
                    </a:ext>
                  </a:extLst>
                </p14:cNvPr>
                <p14:cNvContentPartPr/>
                <p14:nvPr/>
              </p14:nvContentPartPr>
              <p14:xfrm>
                <a:off x="1639107" y="4174107"/>
                <a:ext cx="96480" cy="18360"/>
              </p14:xfrm>
            </p:contentPart>
          </mc:Choice>
          <mc:Fallback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5D00797E-8E69-4F5D-283C-3993B0A36F6C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632987" y="4167987"/>
                  <a:ext cx="1087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ABCAF2E5-105F-8E81-7F11-7ADF8A87706A}"/>
                    </a:ext>
                  </a:extLst>
                </p14:cNvPr>
                <p14:cNvContentPartPr/>
                <p14:nvPr/>
              </p14:nvContentPartPr>
              <p14:xfrm>
                <a:off x="1120347" y="4210107"/>
                <a:ext cx="1301760" cy="1394280"/>
              </p14:xfrm>
            </p:contentPart>
          </mc:Choice>
          <mc:Fallback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ABCAF2E5-105F-8E81-7F11-7ADF8A87706A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114227" y="4203987"/>
                  <a:ext cx="1314000" cy="140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Agrupar 178">
            <a:extLst>
              <a:ext uri="{FF2B5EF4-FFF2-40B4-BE49-F238E27FC236}">
                <a16:creationId xmlns:a16="http://schemas.microsoft.com/office/drawing/2014/main" id="{A6E35D41-8F49-1256-F509-E95690DE52EA}"/>
              </a:ext>
            </a:extLst>
          </p:cNvPr>
          <p:cNvGrpSpPr/>
          <p:nvPr/>
        </p:nvGrpSpPr>
        <p:grpSpPr>
          <a:xfrm>
            <a:off x="3521907" y="3442947"/>
            <a:ext cx="3978720" cy="3251520"/>
            <a:chOff x="3521907" y="3442947"/>
            <a:chExt cx="3978720" cy="325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D36286D2-7875-E830-A921-BDF767EA648F}"/>
                    </a:ext>
                  </a:extLst>
                </p14:cNvPr>
                <p14:cNvContentPartPr/>
                <p14:nvPr/>
              </p14:nvContentPartPr>
              <p14:xfrm>
                <a:off x="4526307" y="4382547"/>
                <a:ext cx="1186920" cy="72072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D36286D2-7875-E830-A921-BDF767EA648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520187" y="4376427"/>
                  <a:ext cx="1199160" cy="73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674F6B36-9E86-13C9-AFE1-D8CEF82A4592}"/>
                    </a:ext>
                  </a:extLst>
                </p14:cNvPr>
                <p14:cNvContentPartPr/>
                <p14:nvPr/>
              </p14:nvContentPartPr>
              <p14:xfrm>
                <a:off x="4824027" y="5133867"/>
                <a:ext cx="422640" cy="26532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674F6B36-9E86-13C9-AFE1-D8CEF82A4592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817907" y="5127747"/>
                  <a:ext cx="43488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64F6546A-B03D-5370-97CD-7860B1562ACA}"/>
                    </a:ext>
                  </a:extLst>
                </p14:cNvPr>
                <p14:cNvContentPartPr/>
                <p14:nvPr/>
              </p14:nvContentPartPr>
              <p14:xfrm>
                <a:off x="4802787" y="5113347"/>
                <a:ext cx="149760" cy="32580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64F6546A-B03D-5370-97CD-7860B1562AC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796667" y="5107227"/>
                  <a:ext cx="16200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25D3BC6A-B813-4263-5FF9-310C895EB3F2}"/>
                    </a:ext>
                  </a:extLst>
                </p14:cNvPr>
                <p14:cNvContentPartPr/>
                <p14:nvPr/>
              </p14:nvContentPartPr>
              <p14:xfrm>
                <a:off x="4728267" y="5111907"/>
                <a:ext cx="303120" cy="278280"/>
              </p14:xfrm>
            </p:contentPart>
          </mc:Choice>
          <mc:Fallback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25D3BC6A-B813-4263-5FF9-310C895EB3F2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722147" y="5105787"/>
                  <a:ext cx="31536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7A9657D6-287E-9093-E979-BA1B9706AE79}"/>
                    </a:ext>
                  </a:extLst>
                </p14:cNvPr>
                <p14:cNvContentPartPr/>
                <p14:nvPr/>
              </p14:nvContentPartPr>
              <p14:xfrm>
                <a:off x="5800347" y="3932547"/>
                <a:ext cx="124920" cy="9936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7A9657D6-287E-9093-E979-BA1B9706AE79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794227" y="3926427"/>
                  <a:ext cx="1371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4327C3B3-0E93-E086-3B77-FE6F4982131B}"/>
                    </a:ext>
                  </a:extLst>
                </p14:cNvPr>
                <p14:cNvContentPartPr/>
                <p14:nvPr/>
              </p14:nvContentPartPr>
              <p14:xfrm>
                <a:off x="6050547" y="3586227"/>
                <a:ext cx="441720" cy="24156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4327C3B3-0E93-E086-3B77-FE6F4982131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044427" y="3580107"/>
                  <a:ext cx="4539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C8B1F846-1BAB-6C17-2887-E6A6DF58105D}"/>
                    </a:ext>
                  </a:extLst>
                </p14:cNvPr>
                <p14:cNvContentPartPr/>
                <p14:nvPr/>
              </p14:nvContentPartPr>
              <p14:xfrm>
                <a:off x="3978027" y="3922467"/>
                <a:ext cx="761760" cy="83700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C8B1F846-1BAB-6C17-2887-E6A6DF58105D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971907" y="3916347"/>
                  <a:ext cx="774000" cy="84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336661F8-00B9-C6DA-E2F6-893A97D2F120}"/>
                    </a:ext>
                  </a:extLst>
                </p14:cNvPr>
                <p14:cNvContentPartPr/>
                <p14:nvPr/>
              </p14:nvContentPartPr>
              <p14:xfrm>
                <a:off x="4687587" y="4609347"/>
                <a:ext cx="51480" cy="25236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336661F8-00B9-C6DA-E2F6-893A97D2F12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681467" y="4603227"/>
                  <a:ext cx="637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BCB2C10B-4A1A-6370-4464-81FFECB3E827}"/>
                    </a:ext>
                  </a:extLst>
                </p14:cNvPr>
                <p14:cNvContentPartPr/>
                <p14:nvPr/>
              </p14:nvContentPartPr>
              <p14:xfrm>
                <a:off x="5904027" y="3998067"/>
                <a:ext cx="107280" cy="78840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BCB2C10B-4A1A-6370-4464-81FFECB3E827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897907" y="3991947"/>
                  <a:ext cx="119520" cy="80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DD4BFF17-CDD6-C298-C79F-77B2163FDE52}"/>
                    </a:ext>
                  </a:extLst>
                </p14:cNvPr>
                <p14:cNvContentPartPr/>
                <p14:nvPr/>
              </p14:nvContentPartPr>
              <p14:xfrm>
                <a:off x="5617827" y="4674867"/>
                <a:ext cx="664560" cy="9432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DD4BFF17-CDD6-C298-C79F-77B2163FDE52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611707" y="4668747"/>
                  <a:ext cx="6768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CC4FE3F3-02A5-08BC-5DEF-343D66406E10}"/>
                    </a:ext>
                  </a:extLst>
                </p14:cNvPr>
                <p14:cNvContentPartPr/>
                <p14:nvPr/>
              </p14:nvContentPartPr>
              <p14:xfrm>
                <a:off x="3934107" y="3971067"/>
                <a:ext cx="96840" cy="9072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CC4FE3F3-02A5-08BC-5DEF-343D66406E10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927987" y="3964947"/>
                  <a:ext cx="1090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0EF48DF2-AB8C-FF43-F5CC-DC286F935C4F}"/>
                    </a:ext>
                  </a:extLst>
                </p14:cNvPr>
                <p14:cNvContentPartPr/>
                <p14:nvPr/>
              </p14:nvContentPartPr>
              <p14:xfrm>
                <a:off x="5713227" y="3986187"/>
                <a:ext cx="72360" cy="30960"/>
              </p14:xfrm>
            </p:contentPart>
          </mc:Choice>
          <mc:Fallback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0EF48DF2-AB8C-FF43-F5CC-DC286F935C4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707107" y="3980067"/>
                  <a:ext cx="846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F0CEB095-DDE9-7D90-29B9-D1F17E61252E}"/>
                    </a:ext>
                  </a:extLst>
                </p14:cNvPr>
                <p14:cNvContentPartPr/>
                <p14:nvPr/>
              </p14:nvContentPartPr>
              <p14:xfrm>
                <a:off x="4240827" y="3957387"/>
                <a:ext cx="108000" cy="5688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F0CEB095-DDE9-7D90-29B9-D1F17E61252E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234707" y="3951267"/>
                  <a:ext cx="1202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389C01B7-BC72-F2B3-ABB9-A97589ADD464}"/>
                    </a:ext>
                  </a:extLst>
                </p14:cNvPr>
                <p14:cNvContentPartPr/>
                <p14:nvPr/>
              </p14:nvContentPartPr>
              <p14:xfrm>
                <a:off x="5532147" y="3975027"/>
                <a:ext cx="32400" cy="2556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389C01B7-BC72-F2B3-ABB9-A97589ADD464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526027" y="3968907"/>
                  <a:ext cx="446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9A36FCA4-2843-D161-D0F3-D6E6ECB2B4A2}"/>
                    </a:ext>
                  </a:extLst>
                </p14:cNvPr>
                <p14:cNvContentPartPr/>
                <p14:nvPr/>
              </p14:nvContentPartPr>
              <p14:xfrm>
                <a:off x="4696227" y="3442947"/>
                <a:ext cx="550800" cy="36792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9A36FCA4-2843-D161-D0F3-D6E6ECB2B4A2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690107" y="3436827"/>
                  <a:ext cx="56304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C67636A0-3439-4966-A861-88C8D26EA4A6}"/>
                    </a:ext>
                  </a:extLst>
                </p14:cNvPr>
                <p14:cNvContentPartPr/>
                <p14:nvPr/>
              </p14:nvContentPartPr>
              <p14:xfrm>
                <a:off x="4667067" y="3795747"/>
                <a:ext cx="697680" cy="35280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C67636A0-3439-4966-A861-88C8D26EA4A6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660947" y="3789627"/>
                  <a:ext cx="70992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4D566181-6D6F-204A-52EF-AB2739B4E0F8}"/>
                    </a:ext>
                  </a:extLst>
                </p14:cNvPr>
                <p14:cNvContentPartPr/>
                <p14:nvPr/>
              </p14:nvContentPartPr>
              <p14:xfrm>
                <a:off x="4898907" y="4160067"/>
                <a:ext cx="43200" cy="720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4D566181-6D6F-204A-52EF-AB2739B4E0F8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892787" y="4153947"/>
                  <a:ext cx="554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12102EAD-BD40-CA9E-DF2B-E8A5EF36CC2E}"/>
                    </a:ext>
                  </a:extLst>
                </p14:cNvPr>
                <p14:cNvContentPartPr/>
                <p14:nvPr/>
              </p14:nvContentPartPr>
              <p14:xfrm>
                <a:off x="4706667" y="4077627"/>
                <a:ext cx="414720" cy="323640"/>
              </p14:xfrm>
            </p:contentPart>
          </mc:Choice>
          <mc:Fallback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12102EAD-BD40-CA9E-DF2B-E8A5EF36CC2E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700547" y="4071507"/>
                  <a:ext cx="42696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1C52074B-6D46-580D-8027-53DF9DF46C2C}"/>
                    </a:ext>
                  </a:extLst>
                </p14:cNvPr>
                <p14:cNvContentPartPr/>
                <p14:nvPr/>
              </p14:nvContentPartPr>
              <p14:xfrm>
                <a:off x="4687587" y="4542387"/>
                <a:ext cx="104760" cy="377280"/>
              </p14:xfrm>
            </p:contentPart>
          </mc:Choice>
          <mc:Fallback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1C52074B-6D46-580D-8027-53DF9DF46C2C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681467" y="4536267"/>
                  <a:ext cx="11700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C82D4F6D-1F80-60DC-AFFD-1FAA8273FC78}"/>
                    </a:ext>
                  </a:extLst>
                </p14:cNvPr>
                <p14:cNvContentPartPr/>
                <p14:nvPr/>
              </p14:nvContentPartPr>
              <p14:xfrm>
                <a:off x="4548987" y="5124867"/>
                <a:ext cx="128520" cy="36360"/>
              </p14:xfrm>
            </p:contentPart>
          </mc:Choice>
          <mc:Fallback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C82D4F6D-1F80-60DC-AFFD-1FAA8273FC78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542867" y="5118747"/>
                  <a:ext cx="1407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3CCB69A3-1082-3FA2-17B8-58AD4024FB7A}"/>
                    </a:ext>
                  </a:extLst>
                </p14:cNvPr>
                <p14:cNvContentPartPr/>
                <p14:nvPr/>
              </p14:nvContentPartPr>
              <p14:xfrm>
                <a:off x="4591467" y="5043507"/>
                <a:ext cx="43200" cy="198720"/>
              </p14:xfrm>
            </p:contentPart>
          </mc:Choice>
          <mc:Fallback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3CCB69A3-1082-3FA2-17B8-58AD4024FB7A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585347" y="5037387"/>
                  <a:ext cx="554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18203D7A-5717-416D-A8C7-F92E2C53FA99}"/>
                    </a:ext>
                  </a:extLst>
                </p14:cNvPr>
                <p14:cNvContentPartPr/>
                <p14:nvPr/>
              </p14:nvContentPartPr>
              <p14:xfrm>
                <a:off x="5087187" y="4504227"/>
                <a:ext cx="130320" cy="33732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18203D7A-5717-416D-A8C7-F92E2C53FA99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081067" y="4498107"/>
                  <a:ext cx="14256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38C790A3-7055-F6B1-6C46-4517D8DAF5BE}"/>
                    </a:ext>
                  </a:extLst>
                </p14:cNvPr>
                <p14:cNvContentPartPr/>
                <p14:nvPr/>
              </p14:nvContentPartPr>
              <p14:xfrm>
                <a:off x="5163147" y="4742547"/>
                <a:ext cx="83520" cy="15264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38C790A3-7055-F6B1-6C46-4517D8DAF5BE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157027" y="4736427"/>
                  <a:ext cx="957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8F81E06A-6C49-7811-643B-604ACFFD5CBA}"/>
                    </a:ext>
                  </a:extLst>
                </p14:cNvPr>
                <p14:cNvContentPartPr/>
                <p14:nvPr/>
              </p14:nvContentPartPr>
              <p14:xfrm>
                <a:off x="5299947" y="4828227"/>
                <a:ext cx="190440" cy="29520"/>
              </p14:xfrm>
            </p:contentPart>
          </mc:Choice>
          <mc:Fallback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8F81E06A-6C49-7811-643B-604ACFFD5CBA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293827" y="4822107"/>
                  <a:ext cx="2026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9D534421-743A-E173-D832-0FFAFB2D55BF}"/>
                    </a:ext>
                  </a:extLst>
                </p14:cNvPr>
                <p14:cNvContentPartPr/>
                <p14:nvPr/>
              </p14:nvContentPartPr>
              <p14:xfrm>
                <a:off x="5374467" y="4792227"/>
                <a:ext cx="21600" cy="155160"/>
              </p14:xfrm>
            </p:contentPart>
          </mc:Choice>
          <mc:Fallback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9D534421-743A-E173-D832-0FFAFB2D55BF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368347" y="4786107"/>
                  <a:ext cx="338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1B11D902-F727-29CC-A9B0-8F1374B6CAE9}"/>
                    </a:ext>
                  </a:extLst>
                </p14:cNvPr>
                <p14:cNvContentPartPr/>
                <p14:nvPr/>
              </p14:nvContentPartPr>
              <p14:xfrm>
                <a:off x="5268267" y="4832187"/>
                <a:ext cx="169560" cy="134640"/>
              </p14:xfrm>
            </p:contentPart>
          </mc:Choice>
          <mc:Fallback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1B11D902-F727-29CC-A9B0-8F1374B6CAE9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262147" y="4826067"/>
                  <a:ext cx="1818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B9F380AC-1DC4-42E4-2DCC-818CCF41AECF}"/>
                    </a:ext>
                  </a:extLst>
                </p14:cNvPr>
                <p14:cNvContentPartPr/>
                <p14:nvPr/>
              </p14:nvContentPartPr>
              <p14:xfrm>
                <a:off x="5310387" y="4497387"/>
                <a:ext cx="307440" cy="38520"/>
              </p14:xfrm>
            </p:contentPart>
          </mc:Choice>
          <mc:Fallback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B9F380AC-1DC4-42E4-2DCC-818CCF41AECF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304267" y="4491267"/>
                  <a:ext cx="3196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D6339563-5589-A9BC-CDF0-64AFABDD9CB0}"/>
                    </a:ext>
                  </a:extLst>
                </p14:cNvPr>
                <p14:cNvContentPartPr/>
                <p14:nvPr/>
              </p14:nvContentPartPr>
              <p14:xfrm>
                <a:off x="4559427" y="4940547"/>
                <a:ext cx="231840" cy="286560"/>
              </p14:xfrm>
            </p:contentPart>
          </mc:Choice>
          <mc:Fallback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D6339563-5589-A9BC-CDF0-64AFABDD9CB0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4553307" y="4934427"/>
                  <a:ext cx="2440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8F6311A8-B016-82D8-B562-42C0E6264A18}"/>
                    </a:ext>
                  </a:extLst>
                </p14:cNvPr>
                <p14:cNvContentPartPr/>
                <p14:nvPr/>
              </p14:nvContentPartPr>
              <p14:xfrm>
                <a:off x="4177827" y="4471107"/>
                <a:ext cx="339840" cy="91800"/>
              </p14:xfrm>
            </p:contentPart>
          </mc:Choice>
          <mc:Fallback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8F6311A8-B016-82D8-B562-42C0E6264A18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4171707" y="4464987"/>
                  <a:ext cx="3520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7CE671F4-9F62-48AA-7D77-4536F37C5B5B}"/>
                    </a:ext>
                  </a:extLst>
                </p14:cNvPr>
                <p14:cNvContentPartPr/>
                <p14:nvPr/>
              </p14:nvContentPartPr>
              <p14:xfrm>
                <a:off x="4177827" y="4533387"/>
                <a:ext cx="74880" cy="58680"/>
              </p14:xfrm>
            </p:contentPart>
          </mc:Choice>
          <mc:Fallback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7CE671F4-9F62-48AA-7D77-4536F37C5B5B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4171707" y="4527267"/>
                  <a:ext cx="8712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C7D37448-4C62-53E1-9349-319C20009080}"/>
                    </a:ext>
                  </a:extLst>
                </p14:cNvPr>
                <p14:cNvContentPartPr/>
                <p14:nvPr/>
              </p14:nvContentPartPr>
              <p14:xfrm>
                <a:off x="4241547" y="4537347"/>
                <a:ext cx="129240" cy="125280"/>
              </p14:xfrm>
            </p:contentPart>
          </mc:Choice>
          <mc:Fallback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C7D37448-4C62-53E1-9349-319C20009080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4235427" y="4531227"/>
                  <a:ext cx="1414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1D6FC30A-F861-F2CF-1C38-593C77971DAD}"/>
                    </a:ext>
                  </a:extLst>
                </p14:cNvPr>
                <p14:cNvContentPartPr/>
                <p14:nvPr/>
              </p14:nvContentPartPr>
              <p14:xfrm>
                <a:off x="4284387" y="4466067"/>
                <a:ext cx="96480" cy="213480"/>
              </p14:xfrm>
            </p:contentPart>
          </mc:Choice>
          <mc:Fallback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1D6FC30A-F861-F2CF-1C38-593C77971DAD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4278267" y="4459947"/>
                  <a:ext cx="1087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99265FE2-0956-CB89-FECE-1277FCFB2B16}"/>
                    </a:ext>
                  </a:extLst>
                </p14:cNvPr>
                <p14:cNvContentPartPr/>
                <p14:nvPr/>
              </p14:nvContentPartPr>
              <p14:xfrm>
                <a:off x="5671107" y="4297227"/>
                <a:ext cx="178560" cy="300240"/>
              </p14:xfrm>
            </p:contentPart>
          </mc:Choice>
          <mc:Fallback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99265FE2-0956-CB89-FECE-1277FCFB2B16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664987" y="4291107"/>
                  <a:ext cx="19080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23CD369B-5FA5-2B73-8A43-CA39B199CE18}"/>
                    </a:ext>
                  </a:extLst>
                </p14:cNvPr>
                <p14:cNvContentPartPr/>
                <p14:nvPr/>
              </p14:nvContentPartPr>
              <p14:xfrm>
                <a:off x="5737347" y="4475067"/>
                <a:ext cx="209520" cy="89640"/>
              </p14:xfrm>
            </p:contentPart>
          </mc:Choice>
          <mc:Fallback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23CD369B-5FA5-2B73-8A43-CA39B199CE18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731227" y="4468947"/>
                  <a:ext cx="2217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10DC9D1B-CD2F-55A9-0A2C-11EE054B34BF}"/>
                    </a:ext>
                  </a:extLst>
                </p14:cNvPr>
                <p14:cNvContentPartPr/>
                <p14:nvPr/>
              </p14:nvContentPartPr>
              <p14:xfrm>
                <a:off x="4008987" y="3944067"/>
                <a:ext cx="12240" cy="5940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10DC9D1B-CD2F-55A9-0A2C-11EE054B34BF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4002867" y="3937947"/>
                  <a:ext cx="244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34831CB2-1096-A065-C65D-19DE030C719A}"/>
                    </a:ext>
                  </a:extLst>
                </p14:cNvPr>
                <p14:cNvContentPartPr/>
                <p14:nvPr/>
              </p14:nvContentPartPr>
              <p14:xfrm>
                <a:off x="3944547" y="3935787"/>
                <a:ext cx="119160" cy="93960"/>
              </p14:xfrm>
            </p:contentPart>
          </mc:Choice>
          <mc:Fallback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34831CB2-1096-A065-C65D-19DE030C719A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3938427" y="3929667"/>
                  <a:ext cx="1314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3954E558-6559-D7DB-1065-EEF6206E017E}"/>
                    </a:ext>
                  </a:extLst>
                </p14:cNvPr>
                <p14:cNvContentPartPr/>
                <p14:nvPr/>
              </p14:nvContentPartPr>
              <p14:xfrm>
                <a:off x="3862107" y="3697107"/>
                <a:ext cx="200880" cy="24084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3954E558-6559-D7DB-1065-EEF6206E017E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3855987" y="3690987"/>
                  <a:ext cx="2131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79051C92-DF43-2CF9-EA69-A474B8D87A2A}"/>
                    </a:ext>
                  </a:extLst>
                </p14:cNvPr>
                <p14:cNvContentPartPr/>
                <p14:nvPr/>
              </p14:nvContentPartPr>
              <p14:xfrm>
                <a:off x="3902427" y="3789267"/>
                <a:ext cx="224280" cy="6552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79051C92-DF43-2CF9-EA69-A474B8D87A2A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3896307" y="3783147"/>
                  <a:ext cx="2365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7C6E84EF-9107-97B0-4D9E-052015D9E9A6}"/>
                    </a:ext>
                  </a:extLst>
                </p14:cNvPr>
                <p14:cNvContentPartPr/>
                <p14:nvPr/>
              </p14:nvContentPartPr>
              <p14:xfrm>
                <a:off x="3669867" y="5661627"/>
                <a:ext cx="604080" cy="424440"/>
              </p14:xfrm>
            </p:contentPart>
          </mc:Choice>
          <mc:Fallback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7C6E84EF-9107-97B0-4D9E-052015D9E9A6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3663747" y="5655507"/>
                  <a:ext cx="61632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E65E7517-D415-19AB-94AD-71C7C8060E64}"/>
                    </a:ext>
                  </a:extLst>
                </p14:cNvPr>
                <p14:cNvContentPartPr/>
                <p14:nvPr/>
              </p14:nvContentPartPr>
              <p14:xfrm>
                <a:off x="4138227" y="5943147"/>
                <a:ext cx="263520" cy="113760"/>
              </p14:xfrm>
            </p:contentPart>
          </mc:Choice>
          <mc:Fallback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E65E7517-D415-19AB-94AD-71C7C8060E64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4132107" y="5937027"/>
                  <a:ext cx="2757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728FE19D-D611-1FC3-EDB8-AD3E92D3C0B3}"/>
                    </a:ext>
                  </a:extLst>
                </p14:cNvPr>
                <p14:cNvContentPartPr/>
                <p14:nvPr/>
              </p14:nvContentPartPr>
              <p14:xfrm>
                <a:off x="4516947" y="5979147"/>
                <a:ext cx="21600" cy="4320"/>
              </p14:xfrm>
            </p:contentPart>
          </mc:Choice>
          <mc:Fallback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728FE19D-D611-1FC3-EDB8-AD3E92D3C0B3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4510827" y="5973027"/>
                  <a:ext cx="3384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C3CE4895-82BF-6058-CD45-B748B305452A}"/>
                    </a:ext>
                  </a:extLst>
                </p14:cNvPr>
                <p14:cNvContentPartPr/>
                <p14:nvPr/>
              </p14:nvContentPartPr>
              <p14:xfrm>
                <a:off x="4286187" y="5948187"/>
                <a:ext cx="263160" cy="268560"/>
              </p14:xfrm>
            </p:contentPart>
          </mc:Choice>
          <mc:Fallback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C3CE4895-82BF-6058-CD45-B748B305452A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4280067" y="5942067"/>
                  <a:ext cx="27540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212FF97A-FDD4-E22F-B805-2078FBCEC33D}"/>
                    </a:ext>
                  </a:extLst>
                </p14:cNvPr>
                <p14:cNvContentPartPr/>
                <p14:nvPr/>
              </p14:nvContentPartPr>
              <p14:xfrm>
                <a:off x="4705947" y="5776467"/>
                <a:ext cx="129240" cy="40680"/>
              </p14:xfrm>
            </p:contentPart>
          </mc:Choice>
          <mc:Fallback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212FF97A-FDD4-E22F-B805-2078FBCEC33D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699827" y="5770347"/>
                  <a:ext cx="1414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60" name="Tinta 159">
                  <a:extLst>
                    <a:ext uri="{FF2B5EF4-FFF2-40B4-BE49-F238E27FC236}">
                      <a16:creationId xmlns:a16="http://schemas.microsoft.com/office/drawing/2014/main" id="{1E418484-94A9-B76E-F988-717946652593}"/>
                    </a:ext>
                  </a:extLst>
                </p14:cNvPr>
                <p14:cNvContentPartPr/>
                <p14:nvPr/>
              </p14:nvContentPartPr>
              <p14:xfrm>
                <a:off x="4602267" y="5875467"/>
                <a:ext cx="286200" cy="34200"/>
              </p14:xfrm>
            </p:contentPart>
          </mc:Choice>
          <mc:Fallback>
            <p:pic>
              <p:nvPicPr>
                <p:cNvPr id="160" name="Tinta 159">
                  <a:extLst>
                    <a:ext uri="{FF2B5EF4-FFF2-40B4-BE49-F238E27FC236}">
                      <a16:creationId xmlns:a16="http://schemas.microsoft.com/office/drawing/2014/main" id="{1E418484-94A9-B76E-F988-717946652593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4596147" y="5869347"/>
                  <a:ext cx="2984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08CFFFA1-E38A-2D4E-CD1D-DD58900DC457}"/>
                    </a:ext>
                  </a:extLst>
                </p14:cNvPr>
                <p14:cNvContentPartPr/>
                <p14:nvPr/>
              </p14:nvContentPartPr>
              <p14:xfrm>
                <a:off x="5363667" y="5715627"/>
                <a:ext cx="422280" cy="347400"/>
              </p14:xfrm>
            </p:contentPart>
          </mc:Choice>
          <mc:Fallback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08CFFFA1-E38A-2D4E-CD1D-DD58900DC457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357547" y="5709507"/>
                  <a:ext cx="43452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63" name="Tinta 162">
                  <a:extLst>
                    <a:ext uri="{FF2B5EF4-FFF2-40B4-BE49-F238E27FC236}">
                      <a16:creationId xmlns:a16="http://schemas.microsoft.com/office/drawing/2014/main" id="{E4C8F266-F810-8EA0-6DB0-D1E04E6796F2}"/>
                    </a:ext>
                  </a:extLst>
                </p14:cNvPr>
                <p14:cNvContentPartPr/>
                <p14:nvPr/>
              </p14:nvContentPartPr>
              <p14:xfrm>
                <a:off x="5764707" y="5894187"/>
                <a:ext cx="199440" cy="163440"/>
              </p14:xfrm>
            </p:contentPart>
          </mc:Choice>
          <mc:Fallback>
            <p:pic>
              <p:nvPicPr>
                <p:cNvPr id="163" name="Tinta 162">
                  <a:extLst>
                    <a:ext uri="{FF2B5EF4-FFF2-40B4-BE49-F238E27FC236}">
                      <a16:creationId xmlns:a16="http://schemas.microsoft.com/office/drawing/2014/main" id="{E4C8F266-F810-8EA0-6DB0-D1E04E6796F2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758587" y="5888067"/>
                  <a:ext cx="2116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B9094992-35FC-89FA-FCF0-13B37FFA58D9}"/>
                    </a:ext>
                  </a:extLst>
                </p14:cNvPr>
                <p14:cNvContentPartPr/>
                <p14:nvPr/>
              </p14:nvContentPartPr>
              <p14:xfrm>
                <a:off x="5871627" y="5967627"/>
                <a:ext cx="106920" cy="9360"/>
              </p14:xfrm>
            </p:contentPart>
          </mc:Choice>
          <mc:Fallback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B9094992-35FC-89FA-FCF0-13B37FFA58D9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865507" y="5961507"/>
                  <a:ext cx="1191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A65BA4D8-4CFA-3B64-F364-A7F75E967036}"/>
                    </a:ext>
                  </a:extLst>
                </p14:cNvPr>
                <p14:cNvContentPartPr/>
                <p14:nvPr/>
              </p14:nvContentPartPr>
              <p14:xfrm>
                <a:off x="6071427" y="5909307"/>
                <a:ext cx="160920" cy="137520"/>
              </p14:xfrm>
            </p:contentPart>
          </mc:Choice>
          <mc:Fallback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A65BA4D8-4CFA-3B64-F364-A7F75E967036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065307" y="5903187"/>
                  <a:ext cx="1731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A7EEADF6-C41F-078C-E064-4667FDF1719B}"/>
                    </a:ext>
                  </a:extLst>
                </p14:cNvPr>
                <p14:cNvContentPartPr/>
                <p14:nvPr/>
              </p14:nvContentPartPr>
              <p14:xfrm>
                <a:off x="6135867" y="5974467"/>
                <a:ext cx="106920" cy="47880"/>
              </p14:xfrm>
            </p:contentPart>
          </mc:Choice>
          <mc:Fallback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A7EEADF6-C41F-078C-E064-4667FDF1719B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129747" y="5968347"/>
                  <a:ext cx="1191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26ADCBA0-73C1-7156-04CC-1608D95BB7E7}"/>
                    </a:ext>
                  </a:extLst>
                </p14:cNvPr>
                <p14:cNvContentPartPr/>
                <p14:nvPr/>
              </p14:nvContentPartPr>
              <p14:xfrm>
                <a:off x="6357987" y="5798427"/>
                <a:ext cx="360360" cy="322200"/>
              </p14:xfrm>
            </p:contentPart>
          </mc:Choice>
          <mc:Fallback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26ADCBA0-73C1-7156-04CC-1608D95BB7E7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351867" y="5792307"/>
                  <a:ext cx="37260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B12BBF03-E8E2-F757-06E9-1A1C47D54FB8}"/>
                    </a:ext>
                  </a:extLst>
                </p14:cNvPr>
                <p14:cNvContentPartPr/>
                <p14:nvPr/>
              </p14:nvContentPartPr>
              <p14:xfrm>
                <a:off x="6528627" y="6079587"/>
                <a:ext cx="264960" cy="77400"/>
              </p14:xfrm>
            </p:contentPart>
          </mc:Choice>
          <mc:Fallback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B12BBF03-E8E2-F757-06E9-1A1C47D54FB8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522507" y="6073467"/>
                  <a:ext cx="2772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3EE431A5-2141-D644-F63B-1A8528AFA9D5}"/>
                    </a:ext>
                  </a:extLst>
                </p14:cNvPr>
                <p14:cNvContentPartPr/>
                <p14:nvPr/>
              </p14:nvContentPartPr>
              <p14:xfrm>
                <a:off x="5216427" y="6172467"/>
                <a:ext cx="1607400" cy="128520"/>
              </p14:xfrm>
            </p:contentPart>
          </mc:Choice>
          <mc:Fallback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3EE431A5-2141-D644-F63B-1A8528AFA9D5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5210307" y="6166347"/>
                  <a:ext cx="16196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70" name="Tinta 169">
                  <a:extLst>
                    <a:ext uri="{FF2B5EF4-FFF2-40B4-BE49-F238E27FC236}">
                      <a16:creationId xmlns:a16="http://schemas.microsoft.com/office/drawing/2014/main" id="{F3FDAC81-D600-2091-F69D-1557969C647B}"/>
                    </a:ext>
                  </a:extLst>
                </p14:cNvPr>
                <p14:cNvContentPartPr/>
                <p14:nvPr/>
              </p14:nvContentPartPr>
              <p14:xfrm>
                <a:off x="5410107" y="6283707"/>
                <a:ext cx="434520" cy="248760"/>
              </p14:xfrm>
            </p:contentPart>
          </mc:Choice>
          <mc:Fallback>
            <p:pic>
              <p:nvPicPr>
                <p:cNvPr id="170" name="Tinta 169">
                  <a:extLst>
                    <a:ext uri="{FF2B5EF4-FFF2-40B4-BE49-F238E27FC236}">
                      <a16:creationId xmlns:a16="http://schemas.microsoft.com/office/drawing/2014/main" id="{F3FDAC81-D600-2091-F69D-1557969C647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5403987" y="6277587"/>
                  <a:ext cx="4467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0F58A159-3798-913E-E3EA-2A4BF9F58E9E}"/>
                    </a:ext>
                  </a:extLst>
                </p14:cNvPr>
                <p14:cNvContentPartPr/>
                <p14:nvPr/>
              </p14:nvContentPartPr>
              <p14:xfrm>
                <a:off x="5905107" y="6433467"/>
                <a:ext cx="168120" cy="136080"/>
              </p14:xfrm>
            </p:contentPart>
          </mc:Choice>
          <mc:Fallback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0F58A159-3798-913E-E3EA-2A4BF9F58E9E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5898987" y="6427347"/>
                  <a:ext cx="1803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72" name="Tinta 171">
                  <a:extLst>
                    <a:ext uri="{FF2B5EF4-FFF2-40B4-BE49-F238E27FC236}">
                      <a16:creationId xmlns:a16="http://schemas.microsoft.com/office/drawing/2014/main" id="{70D7FE5E-1098-55E7-1041-040416487A22}"/>
                    </a:ext>
                  </a:extLst>
                </p14:cNvPr>
                <p14:cNvContentPartPr/>
                <p14:nvPr/>
              </p14:nvContentPartPr>
              <p14:xfrm>
                <a:off x="5946147" y="6500787"/>
                <a:ext cx="147600" cy="15840"/>
              </p14:xfrm>
            </p:contentPart>
          </mc:Choice>
          <mc:Fallback>
            <p:pic>
              <p:nvPicPr>
                <p:cNvPr id="172" name="Tinta 171">
                  <a:extLst>
                    <a:ext uri="{FF2B5EF4-FFF2-40B4-BE49-F238E27FC236}">
                      <a16:creationId xmlns:a16="http://schemas.microsoft.com/office/drawing/2014/main" id="{70D7FE5E-1098-55E7-1041-040416487A22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5940027" y="6494667"/>
                  <a:ext cx="1598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73" name="Tinta 172">
                  <a:extLst>
                    <a:ext uri="{FF2B5EF4-FFF2-40B4-BE49-F238E27FC236}">
                      <a16:creationId xmlns:a16="http://schemas.microsoft.com/office/drawing/2014/main" id="{D5AFB652-0167-490D-C7EB-5609D6DD9DAD}"/>
                    </a:ext>
                  </a:extLst>
                </p14:cNvPr>
                <p14:cNvContentPartPr/>
                <p14:nvPr/>
              </p14:nvContentPartPr>
              <p14:xfrm>
                <a:off x="6253227" y="6410427"/>
                <a:ext cx="264960" cy="50040"/>
              </p14:xfrm>
            </p:contentPart>
          </mc:Choice>
          <mc:Fallback>
            <p:pic>
              <p:nvPicPr>
                <p:cNvPr id="173" name="Tinta 172">
                  <a:extLst>
                    <a:ext uri="{FF2B5EF4-FFF2-40B4-BE49-F238E27FC236}">
                      <a16:creationId xmlns:a16="http://schemas.microsoft.com/office/drawing/2014/main" id="{D5AFB652-0167-490D-C7EB-5609D6DD9DAD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6247107" y="6404307"/>
                  <a:ext cx="2772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C95DA368-78C1-8629-F92F-FD71A86ABB33}"/>
                    </a:ext>
                  </a:extLst>
                </p14:cNvPr>
                <p14:cNvContentPartPr/>
                <p14:nvPr/>
              </p14:nvContentPartPr>
              <p14:xfrm>
                <a:off x="6390027" y="6385947"/>
                <a:ext cx="85680" cy="159840"/>
              </p14:xfrm>
            </p:contentPart>
          </mc:Choice>
          <mc:Fallback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C95DA368-78C1-8629-F92F-FD71A86ABB33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383907" y="6379827"/>
                  <a:ext cx="979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7A0C127F-6797-D568-885C-BAA02EFA5006}"/>
                    </a:ext>
                  </a:extLst>
                </p14:cNvPr>
                <p14:cNvContentPartPr/>
                <p14:nvPr/>
              </p14:nvContentPartPr>
              <p14:xfrm>
                <a:off x="6611067" y="6360747"/>
                <a:ext cx="156600" cy="250200"/>
              </p14:xfrm>
            </p:contentPart>
          </mc:Choice>
          <mc:Fallback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7A0C127F-6797-D568-885C-BAA02EFA5006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604947" y="6354627"/>
                  <a:ext cx="1688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8E5E921F-5290-4EE5-F2CD-0140102644E6}"/>
                    </a:ext>
                  </a:extLst>
                </p14:cNvPr>
                <p14:cNvContentPartPr/>
                <p14:nvPr/>
              </p14:nvContentPartPr>
              <p14:xfrm>
                <a:off x="6568947" y="6579627"/>
                <a:ext cx="328320" cy="108000"/>
              </p14:xfrm>
            </p:contentPart>
          </mc:Choice>
          <mc:Fallback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8E5E921F-5290-4EE5-F2CD-0140102644E6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562827" y="6573507"/>
                  <a:ext cx="3405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42769011-C440-52E0-9DDE-6D7B242865A8}"/>
                    </a:ext>
                  </a:extLst>
                </p14:cNvPr>
                <p14:cNvContentPartPr/>
                <p14:nvPr/>
              </p14:nvContentPartPr>
              <p14:xfrm>
                <a:off x="3521907" y="5338707"/>
                <a:ext cx="3978720" cy="1355760"/>
              </p14:xfrm>
            </p:contentPart>
          </mc:Choice>
          <mc:Fallback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42769011-C440-52E0-9DDE-6D7B242865A8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3515787" y="5332587"/>
                  <a:ext cx="3990960" cy="136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79878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9ED2F6-1E75-8860-3B52-2247CB5C5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4">
            <a:extLst>
              <a:ext uri="{FF2B5EF4-FFF2-40B4-BE49-F238E27FC236}">
                <a16:creationId xmlns:a16="http://schemas.microsoft.com/office/drawing/2014/main" id="{7006996C-35DC-890E-B440-BC7F850DDC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524" y="1402086"/>
            <a:ext cx="7193903" cy="2491956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3" name="Tinta 32">
                <a:extLst>
                  <a:ext uri="{FF2B5EF4-FFF2-40B4-BE49-F238E27FC236}">
                    <a16:creationId xmlns:a16="http://schemas.microsoft.com/office/drawing/2014/main" id="{F4104DEB-199E-422F-DD8B-2CC305B02685}"/>
                  </a:ext>
                </a:extLst>
              </p14:cNvPr>
              <p14:cNvContentPartPr/>
              <p14:nvPr/>
            </p14:nvContentPartPr>
            <p14:xfrm>
              <a:off x="8314947" y="3118227"/>
              <a:ext cx="1176120" cy="789840"/>
            </p14:xfrm>
          </p:contentPart>
        </mc:Choice>
        <mc:Fallback>
          <p:pic>
            <p:nvPicPr>
              <p:cNvPr id="33" name="Tinta 32">
                <a:extLst>
                  <a:ext uri="{FF2B5EF4-FFF2-40B4-BE49-F238E27FC236}">
                    <a16:creationId xmlns:a16="http://schemas.microsoft.com/office/drawing/2014/main" id="{F4104DEB-199E-422F-DD8B-2CC305B0268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08827" y="3112107"/>
                <a:ext cx="1188360" cy="80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5" name="Tinta 34">
                <a:extLst>
                  <a:ext uri="{FF2B5EF4-FFF2-40B4-BE49-F238E27FC236}">
                    <a16:creationId xmlns:a16="http://schemas.microsoft.com/office/drawing/2014/main" id="{53CD2587-4CCC-F474-6496-44B6CA2D69F9}"/>
                  </a:ext>
                </a:extLst>
              </p14:cNvPr>
              <p14:cNvContentPartPr/>
              <p14:nvPr/>
            </p14:nvContentPartPr>
            <p14:xfrm>
              <a:off x="9183627" y="3108507"/>
              <a:ext cx="1174680" cy="817200"/>
            </p14:xfrm>
          </p:contentPart>
        </mc:Choice>
        <mc:Fallback>
          <p:pic>
            <p:nvPicPr>
              <p:cNvPr id="35" name="Tinta 34">
                <a:extLst>
                  <a:ext uri="{FF2B5EF4-FFF2-40B4-BE49-F238E27FC236}">
                    <a16:creationId xmlns:a16="http://schemas.microsoft.com/office/drawing/2014/main" id="{53CD2587-4CCC-F474-6496-44B6CA2D69F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77507" y="3102387"/>
                <a:ext cx="1186920" cy="82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4" name="Tinta 43">
                <a:extLst>
                  <a:ext uri="{FF2B5EF4-FFF2-40B4-BE49-F238E27FC236}">
                    <a16:creationId xmlns:a16="http://schemas.microsoft.com/office/drawing/2014/main" id="{BC840175-958E-D8F2-1297-EA047284A7C4}"/>
                  </a:ext>
                </a:extLst>
              </p14:cNvPr>
              <p14:cNvContentPartPr/>
              <p14:nvPr/>
            </p14:nvContentPartPr>
            <p14:xfrm>
              <a:off x="3490587" y="2988267"/>
              <a:ext cx="529560" cy="470520"/>
            </p14:xfrm>
          </p:contentPart>
        </mc:Choice>
        <mc:Fallback>
          <p:pic>
            <p:nvPicPr>
              <p:cNvPr id="44" name="Tinta 43">
                <a:extLst>
                  <a:ext uri="{FF2B5EF4-FFF2-40B4-BE49-F238E27FC236}">
                    <a16:creationId xmlns:a16="http://schemas.microsoft.com/office/drawing/2014/main" id="{BC840175-958E-D8F2-1297-EA047284A7C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484467" y="2982147"/>
                <a:ext cx="541800" cy="48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45" name="Tinta 44">
                <a:extLst>
                  <a:ext uri="{FF2B5EF4-FFF2-40B4-BE49-F238E27FC236}">
                    <a16:creationId xmlns:a16="http://schemas.microsoft.com/office/drawing/2014/main" id="{50DE1C81-CB39-8BA8-0C50-983857C96A17}"/>
                  </a:ext>
                </a:extLst>
              </p14:cNvPr>
              <p14:cNvContentPartPr/>
              <p14:nvPr/>
            </p14:nvContentPartPr>
            <p14:xfrm>
              <a:off x="2928627" y="3379587"/>
              <a:ext cx="445320" cy="249480"/>
            </p14:xfrm>
          </p:contentPart>
        </mc:Choice>
        <mc:Fallback>
          <p:pic>
            <p:nvPicPr>
              <p:cNvPr id="45" name="Tinta 44">
                <a:extLst>
                  <a:ext uri="{FF2B5EF4-FFF2-40B4-BE49-F238E27FC236}">
                    <a16:creationId xmlns:a16="http://schemas.microsoft.com/office/drawing/2014/main" id="{50DE1C81-CB39-8BA8-0C50-983857C96A1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922507" y="3373467"/>
                <a:ext cx="45756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46" name="Tinta 45">
                <a:extLst>
                  <a:ext uri="{FF2B5EF4-FFF2-40B4-BE49-F238E27FC236}">
                    <a16:creationId xmlns:a16="http://schemas.microsoft.com/office/drawing/2014/main" id="{D70909FD-809D-273B-7C91-7F098AAD205D}"/>
                  </a:ext>
                </a:extLst>
              </p14:cNvPr>
              <p14:cNvContentPartPr/>
              <p14:nvPr/>
            </p14:nvContentPartPr>
            <p14:xfrm>
              <a:off x="3669867" y="3175107"/>
              <a:ext cx="43200" cy="20880"/>
            </p14:xfrm>
          </p:contentPart>
        </mc:Choice>
        <mc:Fallback>
          <p:pic>
            <p:nvPicPr>
              <p:cNvPr id="46" name="Tinta 45">
                <a:extLst>
                  <a:ext uri="{FF2B5EF4-FFF2-40B4-BE49-F238E27FC236}">
                    <a16:creationId xmlns:a16="http://schemas.microsoft.com/office/drawing/2014/main" id="{D70909FD-809D-273B-7C91-7F098AAD205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663747" y="3168987"/>
                <a:ext cx="5544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50" name="Tinta 49">
                <a:extLst>
                  <a:ext uri="{FF2B5EF4-FFF2-40B4-BE49-F238E27FC236}">
                    <a16:creationId xmlns:a16="http://schemas.microsoft.com/office/drawing/2014/main" id="{1DC4A7A8-1E68-8803-339D-599882D5E027}"/>
                  </a:ext>
                </a:extLst>
              </p14:cNvPr>
              <p14:cNvContentPartPr/>
              <p14:nvPr/>
            </p14:nvContentPartPr>
            <p14:xfrm>
              <a:off x="2960667" y="3400107"/>
              <a:ext cx="499320" cy="241200"/>
            </p14:xfrm>
          </p:contentPart>
        </mc:Choice>
        <mc:Fallback>
          <p:pic>
            <p:nvPicPr>
              <p:cNvPr id="50" name="Tinta 49">
                <a:extLst>
                  <a:ext uri="{FF2B5EF4-FFF2-40B4-BE49-F238E27FC236}">
                    <a16:creationId xmlns:a16="http://schemas.microsoft.com/office/drawing/2014/main" id="{1DC4A7A8-1E68-8803-339D-599882D5E02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954547" y="3393987"/>
                <a:ext cx="51156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79" name="Tinta 78">
                <a:extLst>
                  <a:ext uri="{FF2B5EF4-FFF2-40B4-BE49-F238E27FC236}">
                    <a16:creationId xmlns:a16="http://schemas.microsoft.com/office/drawing/2014/main" id="{952E512B-7A40-6D80-380C-2A21BFAB7405}"/>
                  </a:ext>
                </a:extLst>
              </p14:cNvPr>
              <p14:cNvContentPartPr/>
              <p14:nvPr/>
            </p14:nvContentPartPr>
            <p14:xfrm>
              <a:off x="3522987" y="3737427"/>
              <a:ext cx="604800" cy="441720"/>
            </p14:xfrm>
          </p:contentPart>
        </mc:Choice>
        <mc:Fallback>
          <p:pic>
            <p:nvPicPr>
              <p:cNvPr id="79" name="Tinta 78">
                <a:extLst>
                  <a:ext uri="{FF2B5EF4-FFF2-40B4-BE49-F238E27FC236}">
                    <a16:creationId xmlns:a16="http://schemas.microsoft.com/office/drawing/2014/main" id="{952E512B-7A40-6D80-380C-2A21BFAB740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516867" y="3731307"/>
                <a:ext cx="617040" cy="45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95" name="Tinta 94">
                <a:extLst>
                  <a:ext uri="{FF2B5EF4-FFF2-40B4-BE49-F238E27FC236}">
                    <a16:creationId xmlns:a16="http://schemas.microsoft.com/office/drawing/2014/main" id="{D038C2F5-C770-73EA-EDFC-550F73CEDA9A}"/>
                  </a:ext>
                </a:extLst>
              </p14:cNvPr>
              <p14:cNvContentPartPr/>
              <p14:nvPr/>
            </p14:nvContentPartPr>
            <p14:xfrm>
              <a:off x="5481027" y="4217667"/>
              <a:ext cx="4449600" cy="2342160"/>
            </p14:xfrm>
          </p:contentPart>
        </mc:Choice>
        <mc:Fallback>
          <p:pic>
            <p:nvPicPr>
              <p:cNvPr id="95" name="Tinta 94">
                <a:extLst>
                  <a:ext uri="{FF2B5EF4-FFF2-40B4-BE49-F238E27FC236}">
                    <a16:creationId xmlns:a16="http://schemas.microsoft.com/office/drawing/2014/main" id="{D038C2F5-C770-73EA-EDFC-550F73CEDA9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474907" y="4211547"/>
                <a:ext cx="4461840" cy="235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37" name="Tinta 136">
                <a:extLst>
                  <a:ext uri="{FF2B5EF4-FFF2-40B4-BE49-F238E27FC236}">
                    <a16:creationId xmlns:a16="http://schemas.microsoft.com/office/drawing/2014/main" id="{9563C74A-D70D-6114-FC98-F4417092809E}"/>
                  </a:ext>
                </a:extLst>
              </p14:cNvPr>
              <p14:cNvContentPartPr/>
              <p14:nvPr/>
            </p14:nvContentPartPr>
            <p14:xfrm>
              <a:off x="5825340" y="5254140"/>
              <a:ext cx="1173960" cy="590040"/>
            </p14:xfrm>
          </p:contentPart>
        </mc:Choice>
        <mc:Fallback>
          <p:pic>
            <p:nvPicPr>
              <p:cNvPr id="137" name="Tinta 136">
                <a:extLst>
                  <a:ext uri="{FF2B5EF4-FFF2-40B4-BE49-F238E27FC236}">
                    <a16:creationId xmlns:a16="http://schemas.microsoft.com/office/drawing/2014/main" id="{9563C74A-D70D-6114-FC98-F4417092809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819220" y="5248020"/>
                <a:ext cx="1186200" cy="60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89" name="Tinta 188">
                <a:extLst>
                  <a:ext uri="{FF2B5EF4-FFF2-40B4-BE49-F238E27FC236}">
                    <a16:creationId xmlns:a16="http://schemas.microsoft.com/office/drawing/2014/main" id="{779D4FCE-0359-FB70-B772-4227957D047C}"/>
                  </a:ext>
                </a:extLst>
              </p14:cNvPr>
              <p14:cNvContentPartPr/>
              <p14:nvPr/>
            </p14:nvContentPartPr>
            <p14:xfrm>
              <a:off x="6988140" y="6283020"/>
              <a:ext cx="2228760" cy="729360"/>
            </p14:xfrm>
          </p:contentPart>
        </mc:Choice>
        <mc:Fallback>
          <p:pic>
            <p:nvPicPr>
              <p:cNvPr id="189" name="Tinta 188">
                <a:extLst>
                  <a:ext uri="{FF2B5EF4-FFF2-40B4-BE49-F238E27FC236}">
                    <a16:creationId xmlns:a16="http://schemas.microsoft.com/office/drawing/2014/main" id="{779D4FCE-0359-FB70-B772-4227957D047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982020" y="6276900"/>
                <a:ext cx="2241000" cy="74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91" name="Tinta 190">
                <a:extLst>
                  <a:ext uri="{FF2B5EF4-FFF2-40B4-BE49-F238E27FC236}">
                    <a16:creationId xmlns:a16="http://schemas.microsoft.com/office/drawing/2014/main" id="{5FE7666D-87CF-4496-8892-E399F385A7E8}"/>
                  </a:ext>
                </a:extLst>
              </p14:cNvPr>
              <p14:cNvContentPartPr/>
              <p14:nvPr/>
            </p14:nvContentPartPr>
            <p14:xfrm>
              <a:off x="5696126" y="5788011"/>
              <a:ext cx="1255680" cy="893880"/>
            </p14:xfrm>
          </p:contentPart>
        </mc:Choice>
        <mc:Fallback>
          <p:pic>
            <p:nvPicPr>
              <p:cNvPr id="191" name="Tinta 190">
                <a:extLst>
                  <a:ext uri="{FF2B5EF4-FFF2-40B4-BE49-F238E27FC236}">
                    <a16:creationId xmlns:a16="http://schemas.microsoft.com/office/drawing/2014/main" id="{5FE7666D-87CF-4496-8892-E399F385A7E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690006" y="5781891"/>
                <a:ext cx="1267920" cy="906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3" name="Agrupar 202">
            <a:extLst>
              <a:ext uri="{FF2B5EF4-FFF2-40B4-BE49-F238E27FC236}">
                <a16:creationId xmlns:a16="http://schemas.microsoft.com/office/drawing/2014/main" id="{5D4A9DA5-B776-F0A2-1D78-6283BF338EDF}"/>
              </a:ext>
            </a:extLst>
          </p:cNvPr>
          <p:cNvGrpSpPr/>
          <p:nvPr/>
        </p:nvGrpSpPr>
        <p:grpSpPr>
          <a:xfrm>
            <a:off x="999900" y="4380747"/>
            <a:ext cx="10083240" cy="2596713"/>
            <a:chOff x="999900" y="4380747"/>
            <a:chExt cx="10083240" cy="2596713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996C2B2D-8553-433A-963E-9DFCA060802C}"/>
                    </a:ext>
                  </a:extLst>
                </p14:cNvPr>
                <p14:cNvContentPartPr/>
                <p14:nvPr/>
              </p14:nvContentPartPr>
              <p14:xfrm>
                <a:off x="5967387" y="4380747"/>
                <a:ext cx="1184400" cy="631440"/>
              </p14:xfrm>
            </p:contentPart>
          </mc:Choice>
          <mc:Fallback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996C2B2D-8553-433A-963E-9DFCA060802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961267" y="4374627"/>
                  <a:ext cx="1196640" cy="64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83B39714-E0B7-5CBF-0C77-DEC14F80E4B8}"/>
                    </a:ext>
                  </a:extLst>
                </p14:cNvPr>
                <p14:cNvContentPartPr/>
                <p14:nvPr/>
              </p14:nvContentPartPr>
              <p14:xfrm>
                <a:off x="8685027" y="6150147"/>
                <a:ext cx="254160" cy="310320"/>
              </p14:xfrm>
            </p:contentPart>
          </mc:Choice>
          <mc:Fallback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83B39714-E0B7-5CBF-0C77-DEC14F80E4B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678907" y="6144027"/>
                  <a:ext cx="26640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1D846946-527C-9F43-D76C-5DE57114A18A}"/>
                    </a:ext>
                  </a:extLst>
                </p14:cNvPr>
                <p14:cNvContentPartPr/>
                <p14:nvPr/>
              </p14:nvContentPartPr>
              <p14:xfrm>
                <a:off x="8727867" y="6282987"/>
                <a:ext cx="350280" cy="158760"/>
              </p14:xfrm>
            </p:contentPart>
          </mc:Choice>
          <mc:Fallback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1D846946-527C-9F43-D76C-5DE57114A18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721747" y="6276867"/>
                  <a:ext cx="3625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95096F7B-4BEF-BB28-AC0D-02DAC4E17316}"/>
                    </a:ext>
                  </a:extLst>
                </p14:cNvPr>
                <p14:cNvContentPartPr/>
                <p14:nvPr/>
              </p14:nvContentPartPr>
              <p14:xfrm>
                <a:off x="8748027" y="5276427"/>
                <a:ext cx="633600" cy="604080"/>
              </p14:xfrm>
            </p:contentPart>
          </mc:Choice>
          <mc:Fallback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95096F7B-4BEF-BB28-AC0D-02DAC4E1731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741907" y="5270307"/>
                  <a:ext cx="645840" cy="61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E258A369-8E51-E820-ADCE-F3A28B84E13A}"/>
                    </a:ext>
                  </a:extLst>
                </p14:cNvPr>
                <p14:cNvContentPartPr/>
                <p14:nvPr/>
              </p14:nvContentPartPr>
              <p14:xfrm>
                <a:off x="7627347" y="6157347"/>
                <a:ext cx="328320" cy="27216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E258A369-8E51-E820-ADCE-F3A28B84E13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621227" y="6151227"/>
                  <a:ext cx="34056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F9E8FD4E-7AC9-CD43-5A3D-1E112F1AA6D8}"/>
                    </a:ext>
                  </a:extLst>
                </p14:cNvPr>
                <p14:cNvContentPartPr/>
                <p14:nvPr/>
              </p14:nvContentPartPr>
              <p14:xfrm>
                <a:off x="8029467" y="6294147"/>
                <a:ext cx="137880" cy="157680"/>
              </p14:xfrm>
            </p:contentPart>
          </mc:Choice>
          <mc:Fallback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F9E8FD4E-7AC9-CD43-5A3D-1E112F1AA6D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023347" y="6288027"/>
                  <a:ext cx="1501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CA62AB2E-4B91-8C13-8C82-168386501680}"/>
                    </a:ext>
                  </a:extLst>
                </p14:cNvPr>
                <p14:cNvContentPartPr/>
                <p14:nvPr/>
              </p14:nvContentPartPr>
              <p14:xfrm>
                <a:off x="7998507" y="6394947"/>
                <a:ext cx="254160" cy="38520"/>
              </p14:xfrm>
            </p:contentPart>
          </mc:Choice>
          <mc:Fallback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CA62AB2E-4B91-8C13-8C82-16838650168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992387" y="6388827"/>
                  <a:ext cx="2664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62BEEF09-2FEA-841C-71D4-EB88E7905748}"/>
                    </a:ext>
                  </a:extLst>
                </p14:cNvPr>
                <p14:cNvContentPartPr/>
                <p14:nvPr/>
              </p14:nvContentPartPr>
              <p14:xfrm>
                <a:off x="7502427" y="5975187"/>
                <a:ext cx="738000" cy="663480"/>
              </p14:xfrm>
            </p:contentPart>
          </mc:Choice>
          <mc:Fallback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62BEEF09-2FEA-841C-71D4-EB88E790574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496307" y="5969067"/>
                  <a:ext cx="750240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C30CE5F2-9600-39EE-4D1E-78D38FB993EF}"/>
                    </a:ext>
                  </a:extLst>
                </p14:cNvPr>
                <p14:cNvContentPartPr/>
                <p14:nvPr/>
              </p14:nvContentPartPr>
              <p14:xfrm>
                <a:off x="6199947" y="4551027"/>
                <a:ext cx="264960" cy="23436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C30CE5F2-9600-39EE-4D1E-78D38FB993E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193827" y="4544907"/>
                  <a:ext cx="2772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85A18464-E947-6C86-9012-4AE8BEB75F11}"/>
                    </a:ext>
                  </a:extLst>
                </p14:cNvPr>
                <p14:cNvContentPartPr/>
                <p14:nvPr/>
              </p14:nvContentPartPr>
              <p14:xfrm>
                <a:off x="6507387" y="4756587"/>
                <a:ext cx="116280" cy="13716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85A18464-E947-6C86-9012-4AE8BEB75F1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501267" y="4750467"/>
                  <a:ext cx="1285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EB58BA1A-9984-1EB0-146D-A3C98803DF71}"/>
                    </a:ext>
                  </a:extLst>
                </p14:cNvPr>
                <p14:cNvContentPartPr/>
                <p14:nvPr/>
              </p14:nvContentPartPr>
              <p14:xfrm>
                <a:off x="6517827" y="4821387"/>
                <a:ext cx="115560" cy="2952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EB58BA1A-9984-1EB0-146D-A3C98803DF7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511707" y="4815267"/>
                  <a:ext cx="1278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8568E5D0-83BE-F7FD-9EC3-2420A4D5B9B7}"/>
                    </a:ext>
                  </a:extLst>
                </p14:cNvPr>
                <p14:cNvContentPartPr/>
                <p14:nvPr/>
              </p14:nvContentPartPr>
              <p14:xfrm>
                <a:off x="6692787" y="4789707"/>
                <a:ext cx="257400" cy="15012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8568E5D0-83BE-F7FD-9EC3-2420A4D5B9B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686667" y="4783587"/>
                  <a:ext cx="2696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C3350C3F-FFB5-E8F0-4D78-44627E9A2097}"/>
                    </a:ext>
                  </a:extLst>
                </p14:cNvPr>
                <p14:cNvContentPartPr/>
                <p14:nvPr/>
              </p14:nvContentPartPr>
              <p14:xfrm>
                <a:off x="7069707" y="4720227"/>
                <a:ext cx="325440" cy="4716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C3350C3F-FFB5-E8F0-4D78-44627E9A209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063587" y="4714107"/>
                  <a:ext cx="3376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13519555-1EEC-6514-1ACF-4D1993BFC124}"/>
                    </a:ext>
                  </a:extLst>
                </p14:cNvPr>
                <p14:cNvContentPartPr/>
                <p14:nvPr/>
              </p14:nvContentPartPr>
              <p14:xfrm>
                <a:off x="7098147" y="4799067"/>
                <a:ext cx="371520" cy="2952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13519555-1EEC-6514-1ACF-4D1993BFC124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092027" y="4792947"/>
                  <a:ext cx="3837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82EA51EB-4EA1-23A1-F42D-F74521EAEA94}"/>
                    </a:ext>
                  </a:extLst>
                </p14:cNvPr>
                <p14:cNvContentPartPr/>
                <p14:nvPr/>
              </p14:nvContentPartPr>
              <p14:xfrm>
                <a:off x="6558507" y="4659027"/>
                <a:ext cx="21600" cy="5040"/>
              </p14:xfrm>
            </p:contentPart>
          </mc:Choice>
          <mc:Fallback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82EA51EB-4EA1-23A1-F42D-F74521EAEA9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552387" y="4652907"/>
                  <a:ext cx="3384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0822EB10-1231-2475-622F-5432B7D6C075}"/>
                    </a:ext>
                  </a:extLst>
                </p14:cNvPr>
                <p14:cNvContentPartPr/>
                <p14:nvPr/>
              </p14:nvContentPartPr>
              <p14:xfrm>
                <a:off x="9141867" y="5398827"/>
                <a:ext cx="62280" cy="52560"/>
              </p14:xfrm>
            </p:contentPart>
          </mc:Choice>
          <mc:Fallback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0822EB10-1231-2475-622F-5432B7D6C07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135747" y="5392707"/>
                  <a:ext cx="745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E4EC72C6-5CF8-EF91-F114-9D218FAE8E5F}"/>
                    </a:ext>
                  </a:extLst>
                </p14:cNvPr>
                <p14:cNvContentPartPr/>
                <p14:nvPr/>
              </p14:nvContentPartPr>
              <p14:xfrm>
                <a:off x="7850907" y="4700427"/>
                <a:ext cx="316080" cy="191160"/>
              </p14:xfrm>
            </p:contentPart>
          </mc:Choice>
          <mc:Fallback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E4EC72C6-5CF8-EF91-F114-9D218FAE8E5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844787" y="4694307"/>
                  <a:ext cx="3283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8E57387C-0EE3-4F08-7798-B04DA1D2ED28}"/>
                    </a:ext>
                  </a:extLst>
                </p14:cNvPr>
                <p14:cNvContentPartPr/>
                <p14:nvPr/>
              </p14:nvContentPartPr>
              <p14:xfrm>
                <a:off x="8157267" y="4733907"/>
                <a:ext cx="380880" cy="17712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8E57387C-0EE3-4F08-7798-B04DA1D2ED2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151147" y="4727787"/>
                  <a:ext cx="3931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DA495952-7C3E-A9DC-A529-1C190F065CFF}"/>
                    </a:ext>
                  </a:extLst>
                </p14:cNvPr>
                <p14:cNvContentPartPr/>
                <p14:nvPr/>
              </p14:nvContentPartPr>
              <p14:xfrm>
                <a:off x="8791947" y="4799067"/>
                <a:ext cx="96480" cy="143640"/>
              </p14:xfrm>
            </p:contentPart>
          </mc:Choice>
          <mc:Fallback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DA495952-7C3E-A9DC-A529-1C190F065CF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785827" y="4792947"/>
                  <a:ext cx="1087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C2A3071F-C7F6-BB89-91A2-1E5D4C01B753}"/>
                    </a:ext>
                  </a:extLst>
                </p14:cNvPr>
                <p14:cNvContentPartPr/>
                <p14:nvPr/>
              </p14:nvContentPartPr>
              <p14:xfrm>
                <a:off x="8823987" y="4823547"/>
                <a:ext cx="158040" cy="7452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C2A3071F-C7F6-BB89-91A2-1E5D4C01B75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817867" y="4817427"/>
                  <a:ext cx="1702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09AB9A2D-68E9-1DEC-61C3-832EE5DBEE71}"/>
                    </a:ext>
                  </a:extLst>
                </p14:cNvPr>
                <p14:cNvContentPartPr/>
                <p14:nvPr/>
              </p14:nvContentPartPr>
              <p14:xfrm>
                <a:off x="9087867" y="4672707"/>
                <a:ext cx="244800" cy="29052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09AB9A2D-68E9-1DEC-61C3-832EE5DBEE7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081747" y="4666587"/>
                  <a:ext cx="2570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2463B423-31D2-BF37-D77A-08E64A92ADAC}"/>
                    </a:ext>
                  </a:extLst>
                </p14:cNvPr>
                <p14:cNvContentPartPr/>
                <p14:nvPr/>
              </p14:nvContentPartPr>
              <p14:xfrm>
                <a:off x="9395667" y="4875747"/>
                <a:ext cx="136800" cy="131040"/>
              </p14:xfrm>
            </p:contentPart>
          </mc:Choice>
          <mc:Fallback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2463B423-31D2-BF37-D77A-08E64A92ADA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389547" y="4869627"/>
                  <a:ext cx="1490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6053AA18-D8A7-7944-7989-BC5F7BC5D2E9}"/>
                    </a:ext>
                  </a:extLst>
                </p14:cNvPr>
                <p14:cNvContentPartPr/>
                <p14:nvPr/>
              </p14:nvContentPartPr>
              <p14:xfrm>
                <a:off x="8468460" y="4937340"/>
                <a:ext cx="359280" cy="304200"/>
              </p14:xfrm>
            </p:contentPart>
          </mc:Choice>
          <mc:Fallback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6053AA18-D8A7-7944-7989-BC5F7BC5D2E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462340" y="4931220"/>
                  <a:ext cx="37152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906EC841-4CC3-0397-C9D3-C2600A650C1C}"/>
                    </a:ext>
                  </a:extLst>
                </p14:cNvPr>
                <p14:cNvContentPartPr/>
                <p14:nvPr/>
              </p14:nvContentPartPr>
              <p14:xfrm>
                <a:off x="9829260" y="4893060"/>
                <a:ext cx="540720" cy="96840"/>
              </p14:xfrm>
            </p:contentPart>
          </mc:Choice>
          <mc:Fallback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906EC841-4CC3-0397-C9D3-C2600A650C1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823140" y="4886940"/>
                  <a:ext cx="5529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1BD319A2-169E-82B9-5A2A-CB345D1D175A}"/>
                    </a:ext>
                  </a:extLst>
                </p14:cNvPr>
                <p14:cNvContentPartPr/>
                <p14:nvPr/>
              </p14:nvContentPartPr>
              <p14:xfrm>
                <a:off x="10569420" y="4759860"/>
                <a:ext cx="257400" cy="336600"/>
              </p14:xfrm>
            </p:contentPart>
          </mc:Choice>
          <mc:Fallback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1BD319A2-169E-82B9-5A2A-CB345D1D175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563300" y="4753740"/>
                  <a:ext cx="26964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3F75884B-8274-4DE7-64CA-1FA042139436}"/>
                    </a:ext>
                  </a:extLst>
                </p14:cNvPr>
                <p14:cNvContentPartPr/>
                <p14:nvPr/>
              </p14:nvContentPartPr>
              <p14:xfrm>
                <a:off x="10254780" y="4710540"/>
                <a:ext cx="828360" cy="531720"/>
              </p14:xfrm>
            </p:contentPart>
          </mc:Choice>
          <mc:Fallback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3F75884B-8274-4DE7-64CA-1FA04213943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248660" y="4704420"/>
                  <a:ext cx="840600" cy="54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101B7029-A98F-6918-1EC8-F743A3B1D17A}"/>
                    </a:ext>
                  </a:extLst>
                </p14:cNvPr>
                <p14:cNvContentPartPr/>
                <p14:nvPr/>
              </p14:nvContentPartPr>
              <p14:xfrm>
                <a:off x="9827820" y="5665620"/>
                <a:ext cx="409320" cy="35280"/>
              </p14:xfrm>
            </p:contentPart>
          </mc:Choice>
          <mc:Fallback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101B7029-A98F-6918-1EC8-F743A3B1D17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821700" y="5659500"/>
                  <a:ext cx="4215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1321ED03-D857-8A5A-78AA-C7E4F6E7A03A}"/>
                    </a:ext>
                  </a:extLst>
                </p14:cNvPr>
                <p14:cNvContentPartPr/>
                <p14:nvPr/>
              </p14:nvContentPartPr>
              <p14:xfrm>
                <a:off x="10301220" y="5533140"/>
                <a:ext cx="496440" cy="289080"/>
              </p14:xfrm>
            </p:contentPart>
          </mc:Choice>
          <mc:Fallback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1321ED03-D857-8A5A-78AA-C7E4F6E7A03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295100" y="5527020"/>
                  <a:ext cx="5086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B05DFC23-2FE2-22BC-72AE-9798144149BB}"/>
                    </a:ext>
                  </a:extLst>
                </p14:cNvPr>
                <p14:cNvContentPartPr/>
                <p14:nvPr/>
              </p14:nvContentPartPr>
              <p14:xfrm>
                <a:off x="10363860" y="5510820"/>
                <a:ext cx="600480" cy="312480"/>
              </p14:xfrm>
            </p:contentPart>
          </mc:Choice>
          <mc:Fallback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B05DFC23-2FE2-22BC-72AE-9798144149B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357740" y="5504700"/>
                  <a:ext cx="61272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169BA9F1-C74E-68BB-AC08-ADF3A00B6FB4}"/>
                    </a:ext>
                  </a:extLst>
                </p14:cNvPr>
                <p14:cNvContentPartPr/>
                <p14:nvPr/>
              </p14:nvContentPartPr>
              <p14:xfrm>
                <a:off x="9550980" y="6253500"/>
                <a:ext cx="522720" cy="29160"/>
              </p14:xfrm>
            </p:contentPart>
          </mc:Choice>
          <mc:Fallback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169BA9F1-C74E-68BB-AC08-ADF3A00B6FB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544860" y="6247380"/>
                  <a:ext cx="5349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27A7493B-9377-9839-CB19-A59B4396A8B5}"/>
                    </a:ext>
                  </a:extLst>
                </p14:cNvPr>
                <p14:cNvContentPartPr/>
                <p14:nvPr/>
              </p14:nvContentPartPr>
              <p14:xfrm>
                <a:off x="10188900" y="6214260"/>
                <a:ext cx="389520" cy="222120"/>
              </p14:xfrm>
            </p:contentPart>
          </mc:Choice>
          <mc:Fallback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27A7493B-9377-9839-CB19-A59B4396A8B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182780" y="6208140"/>
                  <a:ext cx="4017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D05DD203-FBD1-8587-E229-96079203E81D}"/>
                    </a:ext>
                  </a:extLst>
                </p14:cNvPr>
                <p14:cNvContentPartPr/>
                <p14:nvPr/>
              </p14:nvContentPartPr>
              <p14:xfrm>
                <a:off x="10037700" y="6145860"/>
                <a:ext cx="890640" cy="441000"/>
              </p14:xfrm>
            </p:contentPart>
          </mc:Choice>
          <mc:Fallback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D05DD203-FBD1-8587-E229-96079203E81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031580" y="6139740"/>
                  <a:ext cx="90288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F514CDDD-1461-6EAE-DCA8-04A19B5ABC03}"/>
                    </a:ext>
                  </a:extLst>
                </p14:cNvPr>
                <p14:cNvContentPartPr/>
                <p14:nvPr/>
              </p14:nvContentPartPr>
              <p14:xfrm>
                <a:off x="2502900" y="4929060"/>
                <a:ext cx="411840" cy="295200"/>
              </p14:xfrm>
            </p:contentPart>
          </mc:Choice>
          <mc:Fallback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F514CDDD-1461-6EAE-DCA8-04A19B5ABC03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496780" y="4922940"/>
                  <a:ext cx="42408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F90767CE-5785-0444-A3F1-4E841445CEF4}"/>
                    </a:ext>
                  </a:extLst>
                </p14:cNvPr>
                <p14:cNvContentPartPr/>
                <p14:nvPr/>
              </p14:nvContentPartPr>
              <p14:xfrm>
                <a:off x="3006180" y="5008260"/>
                <a:ext cx="279720" cy="200880"/>
              </p14:xfrm>
            </p:contentPart>
          </mc:Choice>
          <mc:Fallback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F90767CE-5785-0444-A3F1-4E841445CEF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000060" y="5002140"/>
                  <a:ext cx="2919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0D54FEE8-0FCD-9446-7E49-4410770626AD}"/>
                    </a:ext>
                  </a:extLst>
                </p14:cNvPr>
                <p14:cNvContentPartPr/>
                <p14:nvPr/>
              </p14:nvContentPartPr>
              <p14:xfrm>
                <a:off x="3560220" y="4943460"/>
                <a:ext cx="447840" cy="299520"/>
              </p14:xfrm>
            </p:contentPart>
          </mc:Choice>
          <mc:Fallback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0D54FEE8-0FCD-9446-7E49-4410770626A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554100" y="4937340"/>
                  <a:ext cx="4600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E7B4BADA-B50B-8CA2-0413-D1E209B4E9B2}"/>
                    </a:ext>
                  </a:extLst>
                </p14:cNvPr>
                <p14:cNvContentPartPr/>
                <p14:nvPr/>
              </p14:nvContentPartPr>
              <p14:xfrm>
                <a:off x="1056420" y="4947420"/>
                <a:ext cx="330480" cy="264960"/>
              </p14:xfrm>
            </p:contentPart>
          </mc:Choice>
          <mc:Fallback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E7B4BADA-B50B-8CA2-0413-D1E209B4E9B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50300" y="4941300"/>
                  <a:ext cx="34272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8E7DCD76-F7A4-5CE2-0C5A-82C466BC3DDD}"/>
                    </a:ext>
                  </a:extLst>
                </p14:cNvPr>
                <p14:cNvContentPartPr/>
                <p14:nvPr/>
              </p14:nvContentPartPr>
              <p14:xfrm>
                <a:off x="1294020" y="5236500"/>
                <a:ext cx="123840" cy="183240"/>
              </p14:xfrm>
            </p:contentPart>
          </mc:Choice>
          <mc:Fallback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8E7DCD76-F7A4-5CE2-0C5A-82C466BC3DD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287900" y="5230380"/>
                  <a:ext cx="1360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CC71F452-13F2-4F30-6B55-4947B44EBA85}"/>
                    </a:ext>
                  </a:extLst>
                </p14:cNvPr>
                <p14:cNvContentPartPr/>
                <p14:nvPr/>
              </p14:nvContentPartPr>
              <p14:xfrm>
                <a:off x="1303380" y="5309940"/>
                <a:ext cx="173160" cy="8280"/>
              </p14:xfrm>
            </p:contentPart>
          </mc:Choice>
          <mc:Fallback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CC71F452-13F2-4F30-6B55-4947B44EBA8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297260" y="5303820"/>
                  <a:ext cx="1854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7274949F-4F30-F002-5999-94CA15337138}"/>
                    </a:ext>
                  </a:extLst>
                </p14:cNvPr>
                <p14:cNvContentPartPr/>
                <p14:nvPr/>
              </p14:nvContentPartPr>
              <p14:xfrm>
                <a:off x="1381140" y="5259180"/>
                <a:ext cx="378720" cy="129960"/>
              </p14:xfrm>
            </p:contentPart>
          </mc:Choice>
          <mc:Fallback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7274949F-4F30-F002-5999-94CA1533713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375020" y="5253060"/>
                  <a:ext cx="3909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EC52504C-6414-F1CC-B5A3-E7C6C1FA3614}"/>
                    </a:ext>
                  </a:extLst>
                </p14:cNvPr>
                <p14:cNvContentPartPr/>
                <p14:nvPr/>
              </p14:nvContentPartPr>
              <p14:xfrm>
                <a:off x="1837260" y="5154060"/>
                <a:ext cx="190440" cy="11880"/>
              </p14:xfrm>
            </p:contentPart>
          </mc:Choice>
          <mc:Fallback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EC52504C-6414-F1CC-B5A3-E7C6C1FA361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831140" y="5147940"/>
                  <a:ext cx="2026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7B719CFE-7D94-B294-D777-CA2255B8B818}"/>
                    </a:ext>
                  </a:extLst>
                </p14:cNvPr>
                <p14:cNvContentPartPr/>
                <p14:nvPr/>
              </p14:nvContentPartPr>
              <p14:xfrm>
                <a:off x="1608660" y="5253060"/>
                <a:ext cx="419040" cy="8280"/>
              </p14:xfrm>
            </p:contentPart>
          </mc:Choice>
          <mc:Fallback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7B719CFE-7D94-B294-D777-CA2255B8B81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602540" y="5246940"/>
                  <a:ext cx="4312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D0B1F289-E41F-3477-AC9B-3B2F078C0F60}"/>
                    </a:ext>
                  </a:extLst>
                </p14:cNvPr>
                <p14:cNvContentPartPr/>
                <p14:nvPr/>
              </p14:nvContentPartPr>
              <p14:xfrm>
                <a:off x="999900" y="4700100"/>
                <a:ext cx="46800" cy="677880"/>
              </p14:xfrm>
            </p:contentPart>
          </mc:Choice>
          <mc:Fallback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D0B1F289-E41F-3477-AC9B-3B2F078C0F60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93780" y="4693980"/>
                  <a:ext cx="59040" cy="69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361E7BA7-68C0-7189-7F1B-804D1A58C0FB}"/>
                    </a:ext>
                  </a:extLst>
                </p14:cNvPr>
                <p14:cNvContentPartPr/>
                <p14:nvPr/>
              </p14:nvContentPartPr>
              <p14:xfrm>
                <a:off x="1041300" y="4759140"/>
                <a:ext cx="3405600" cy="722520"/>
              </p14:xfrm>
            </p:contentPart>
          </mc:Choice>
          <mc:Fallback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361E7BA7-68C0-7189-7F1B-804D1A58C0FB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35180" y="4753020"/>
                  <a:ext cx="3417840" cy="73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FC05839C-8463-7F97-1A1C-3AB81A732BE5}"/>
                    </a:ext>
                  </a:extLst>
                </p14:cNvPr>
                <p14:cNvContentPartPr/>
                <p14:nvPr/>
              </p14:nvContentPartPr>
              <p14:xfrm>
                <a:off x="6060267" y="5228907"/>
                <a:ext cx="308520" cy="36108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FC05839C-8463-7F97-1A1C-3AB81A732BE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054147" y="5222787"/>
                  <a:ext cx="32076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6D69139C-DBA8-7694-F83D-C74DF76AAA7D}"/>
                    </a:ext>
                  </a:extLst>
                </p14:cNvPr>
                <p14:cNvContentPartPr/>
                <p14:nvPr/>
              </p14:nvContentPartPr>
              <p14:xfrm>
                <a:off x="6308667" y="5516547"/>
                <a:ext cx="249480" cy="20052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6D69139C-DBA8-7694-F83D-C74DF76AAA7D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302547" y="5510427"/>
                  <a:ext cx="2617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8CE89100-A5B5-B4DE-55C9-EE052202F1C3}"/>
                    </a:ext>
                  </a:extLst>
                </p14:cNvPr>
                <p14:cNvContentPartPr/>
                <p14:nvPr/>
              </p14:nvContentPartPr>
              <p14:xfrm>
                <a:off x="6400467" y="5637147"/>
                <a:ext cx="168840" cy="18720"/>
              </p14:xfrm>
            </p:contentPart>
          </mc:Choice>
          <mc:Fallback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8CE89100-A5B5-B4DE-55C9-EE052202F1C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394347" y="5631027"/>
                  <a:ext cx="1810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2F766921-0563-19C3-3821-3FE3924D9829}"/>
                    </a:ext>
                  </a:extLst>
                </p14:cNvPr>
                <p14:cNvContentPartPr/>
                <p14:nvPr/>
              </p14:nvContentPartPr>
              <p14:xfrm>
                <a:off x="6568947" y="5603667"/>
                <a:ext cx="225360" cy="186120"/>
              </p14:xfrm>
            </p:contentPart>
          </mc:Choice>
          <mc:Fallback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2F766921-0563-19C3-3821-3FE3924D982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562827" y="5597547"/>
                  <a:ext cx="2376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86C5F350-1C14-E002-DBF0-A2A560184FFD}"/>
                    </a:ext>
                  </a:extLst>
                </p14:cNvPr>
                <p14:cNvContentPartPr/>
                <p14:nvPr/>
              </p14:nvContentPartPr>
              <p14:xfrm>
                <a:off x="6899427" y="5517987"/>
                <a:ext cx="209880" cy="756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86C5F350-1C14-E002-DBF0-A2A560184FF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893307" y="5511867"/>
                  <a:ext cx="2221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86516797-BBF4-A381-CA38-852960650D4D}"/>
                    </a:ext>
                  </a:extLst>
                </p14:cNvPr>
                <p14:cNvContentPartPr/>
                <p14:nvPr/>
              </p14:nvContentPartPr>
              <p14:xfrm>
                <a:off x="6886827" y="5601147"/>
                <a:ext cx="211680" cy="2340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86516797-BBF4-A381-CA38-852960650D4D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880707" y="5595027"/>
                  <a:ext cx="2239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14016367-9D8C-D241-9851-F294DE00F7A8}"/>
                    </a:ext>
                  </a:extLst>
                </p14:cNvPr>
                <p14:cNvContentPartPr/>
                <p14:nvPr/>
              </p14:nvContentPartPr>
              <p14:xfrm>
                <a:off x="7554627" y="5433027"/>
                <a:ext cx="284400" cy="280800"/>
              </p14:xfrm>
            </p:contentPart>
          </mc:Choice>
          <mc:Fallback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14016367-9D8C-D241-9851-F294DE00F7A8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548507" y="5426907"/>
                  <a:ext cx="29664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7E634D7B-9DB9-7C2E-2433-ADBD81BC1325}"/>
                    </a:ext>
                  </a:extLst>
                </p14:cNvPr>
                <p14:cNvContentPartPr/>
                <p14:nvPr/>
              </p14:nvContentPartPr>
              <p14:xfrm>
                <a:off x="7828947" y="5481267"/>
                <a:ext cx="306000" cy="20124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7E634D7B-9DB9-7C2E-2433-ADBD81BC132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822827" y="5475147"/>
                  <a:ext cx="3182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553DECD5-BB35-B9C2-075F-3B686AF8183E}"/>
                    </a:ext>
                  </a:extLst>
                </p14:cNvPr>
                <p14:cNvContentPartPr/>
                <p14:nvPr/>
              </p14:nvContentPartPr>
              <p14:xfrm>
                <a:off x="8337627" y="5549307"/>
                <a:ext cx="115560" cy="15588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553DECD5-BB35-B9C2-075F-3B686AF8183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331507" y="5543187"/>
                  <a:ext cx="1278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813DC48F-8A75-76E7-5EF6-8A5BB28EDAFD}"/>
                    </a:ext>
                  </a:extLst>
                </p14:cNvPr>
                <p14:cNvContentPartPr/>
                <p14:nvPr/>
              </p14:nvContentPartPr>
              <p14:xfrm>
                <a:off x="8241507" y="5559027"/>
                <a:ext cx="403560" cy="15516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813DC48F-8A75-76E7-5EF6-8A5BB28EDAFD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235387" y="5552907"/>
                  <a:ext cx="4158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89F07C9B-9208-80CF-13D1-3EA281F2FDB5}"/>
                    </a:ext>
                  </a:extLst>
                </p14:cNvPr>
                <p14:cNvContentPartPr/>
                <p14:nvPr/>
              </p14:nvContentPartPr>
              <p14:xfrm>
                <a:off x="8802387" y="5451027"/>
                <a:ext cx="382320" cy="4932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89F07C9B-9208-80CF-13D1-3EA281F2FDB5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796267" y="5444907"/>
                  <a:ext cx="3945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5173B1E6-CF85-4FA5-7B8E-2058B8352DD5}"/>
                    </a:ext>
                  </a:extLst>
                </p14:cNvPr>
                <p14:cNvContentPartPr/>
                <p14:nvPr/>
              </p14:nvContentPartPr>
              <p14:xfrm>
                <a:off x="8877267" y="5468667"/>
                <a:ext cx="136800" cy="27936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5173B1E6-CF85-4FA5-7B8E-2058B8352DD5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871147" y="5462547"/>
                  <a:ext cx="14904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5EA51DF9-53F1-F536-E472-BC6D2AF1BA4E}"/>
                    </a:ext>
                  </a:extLst>
                </p14:cNvPr>
                <p14:cNvContentPartPr/>
                <p14:nvPr/>
              </p14:nvContentPartPr>
              <p14:xfrm>
                <a:off x="8663787" y="5742987"/>
                <a:ext cx="604080" cy="4788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5EA51DF9-53F1-F536-E472-BC6D2AF1BA4E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657667" y="5736867"/>
                  <a:ext cx="6163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CAABCC1D-ADA8-E4EB-D5BC-4E615BF2601C}"/>
                    </a:ext>
                  </a:extLst>
                </p14:cNvPr>
                <p14:cNvContentPartPr/>
                <p14:nvPr/>
              </p14:nvContentPartPr>
              <p14:xfrm>
                <a:off x="8779500" y="5320020"/>
                <a:ext cx="390240" cy="60480"/>
              </p14:xfrm>
            </p:contentPart>
          </mc:Choice>
          <mc:Fallback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CAABCC1D-ADA8-E4EB-D5BC-4E615BF2601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773380" y="5313900"/>
                  <a:ext cx="4024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76D085CF-FCFF-109E-8517-3C72D174C144}"/>
                    </a:ext>
                  </a:extLst>
                </p14:cNvPr>
                <p14:cNvContentPartPr/>
                <p14:nvPr/>
              </p14:nvContentPartPr>
              <p14:xfrm>
                <a:off x="7759980" y="5287260"/>
                <a:ext cx="57960" cy="12600"/>
              </p14:xfrm>
            </p:contentPart>
          </mc:Choice>
          <mc:Fallback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76D085CF-FCFF-109E-8517-3C72D174C144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753860" y="5281140"/>
                  <a:ext cx="702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63E2A4B3-ED63-F493-5D6E-06254A324DF8}"/>
                    </a:ext>
                  </a:extLst>
                </p14:cNvPr>
                <p14:cNvContentPartPr/>
                <p14:nvPr/>
              </p14:nvContentPartPr>
              <p14:xfrm>
                <a:off x="5821587" y="5891667"/>
                <a:ext cx="357480" cy="440280"/>
              </p14:xfrm>
            </p:contentPart>
          </mc:Choice>
          <mc:Fallback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63E2A4B3-ED63-F493-5D6E-06254A324DF8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815467" y="5885547"/>
                  <a:ext cx="36972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F1E6C7BB-CCBE-2F4E-D468-2FC6F9E3492A}"/>
                    </a:ext>
                  </a:extLst>
                </p14:cNvPr>
                <p14:cNvContentPartPr/>
                <p14:nvPr/>
              </p14:nvContentPartPr>
              <p14:xfrm>
                <a:off x="6167907" y="6240147"/>
                <a:ext cx="169560" cy="22932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F1E6C7BB-CCBE-2F4E-D468-2FC6F9E3492A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161787" y="6234027"/>
                  <a:ext cx="1818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D26A0CDA-19E7-C7B5-3244-9743E717D010}"/>
                    </a:ext>
                  </a:extLst>
                </p14:cNvPr>
                <p14:cNvContentPartPr/>
                <p14:nvPr/>
              </p14:nvContentPartPr>
              <p14:xfrm>
                <a:off x="6231987" y="6320787"/>
                <a:ext cx="168840" cy="3852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D26A0CDA-19E7-C7B5-3244-9743E717D010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225867" y="6314667"/>
                  <a:ext cx="1810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7D323F55-D1C8-F644-72B5-AFE97A2A0AA7}"/>
                    </a:ext>
                  </a:extLst>
                </p14:cNvPr>
                <p14:cNvContentPartPr/>
                <p14:nvPr/>
              </p14:nvContentPartPr>
              <p14:xfrm>
                <a:off x="6390027" y="6273627"/>
                <a:ext cx="370800" cy="27900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7D323F55-D1C8-F644-72B5-AFE97A2A0AA7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383907" y="6267507"/>
                  <a:ext cx="38304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737F8020-87EE-9C41-0309-46CB0B919C3C}"/>
                    </a:ext>
                  </a:extLst>
                </p14:cNvPr>
                <p14:cNvContentPartPr/>
                <p14:nvPr/>
              </p14:nvContentPartPr>
              <p14:xfrm>
                <a:off x="6982587" y="6214587"/>
                <a:ext cx="222120" cy="4896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737F8020-87EE-9C41-0309-46CB0B919C3C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976467" y="6208467"/>
                  <a:ext cx="2343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2FB8669A-0290-14A5-68E4-17F7136AC3AC}"/>
                    </a:ext>
                  </a:extLst>
                </p14:cNvPr>
                <p14:cNvContentPartPr/>
                <p14:nvPr/>
              </p14:nvContentPartPr>
              <p14:xfrm>
                <a:off x="6950907" y="6298467"/>
                <a:ext cx="286200" cy="2952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2FB8669A-0290-14A5-68E4-17F7136AC3AC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944787" y="6292347"/>
                  <a:ext cx="2984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619B0BEE-5430-09DA-0A92-474E3B29AFB0}"/>
                    </a:ext>
                  </a:extLst>
                </p14:cNvPr>
                <p14:cNvContentPartPr/>
                <p14:nvPr/>
              </p14:nvContentPartPr>
              <p14:xfrm>
                <a:off x="5770980" y="6052620"/>
                <a:ext cx="46440" cy="14400"/>
              </p14:xfrm>
            </p:contentPart>
          </mc:Choice>
          <mc:Fallback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619B0BEE-5430-09DA-0A92-474E3B29AFB0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764860" y="6046500"/>
                  <a:ext cx="586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DFBA6B5E-9F2F-560B-EB8E-7399BECB272D}"/>
                    </a:ext>
                  </a:extLst>
                </p14:cNvPr>
                <p14:cNvContentPartPr/>
                <p14:nvPr/>
              </p14:nvContentPartPr>
              <p14:xfrm>
                <a:off x="1142100" y="5923020"/>
                <a:ext cx="394920" cy="235080"/>
              </p14:xfrm>
            </p:contentPart>
          </mc:Choice>
          <mc:Fallback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DFBA6B5E-9F2F-560B-EB8E-7399BECB272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135980" y="5916900"/>
                  <a:ext cx="40716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39D79683-BE36-C515-8339-64069AB533AF}"/>
                    </a:ext>
                  </a:extLst>
                </p14:cNvPr>
                <p14:cNvContentPartPr/>
                <p14:nvPr/>
              </p14:nvContentPartPr>
              <p14:xfrm>
                <a:off x="1466100" y="5971260"/>
                <a:ext cx="249840" cy="136080"/>
              </p14:xfrm>
            </p:contentPart>
          </mc:Choice>
          <mc:Fallback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39D79683-BE36-C515-8339-64069AB533A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459980" y="5965140"/>
                  <a:ext cx="2620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0BA51A76-D042-7FC3-5BA9-FCE611695906}"/>
                    </a:ext>
                  </a:extLst>
                </p14:cNvPr>
                <p14:cNvContentPartPr/>
                <p14:nvPr/>
              </p14:nvContentPartPr>
              <p14:xfrm>
                <a:off x="1789020" y="6005460"/>
                <a:ext cx="248040" cy="29160"/>
              </p14:xfrm>
            </p:contentPart>
          </mc:Choice>
          <mc:Fallback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0BA51A76-D042-7FC3-5BA9-FCE611695906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782900" y="5999340"/>
                  <a:ext cx="2602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0F360D1A-D5B2-422C-5F44-96B40E905281}"/>
                    </a:ext>
                  </a:extLst>
                </p14:cNvPr>
                <p14:cNvContentPartPr/>
                <p14:nvPr/>
              </p14:nvContentPartPr>
              <p14:xfrm>
                <a:off x="1723860" y="6102660"/>
                <a:ext cx="332640" cy="29160"/>
              </p14:xfrm>
            </p:contentPart>
          </mc:Choice>
          <mc:Fallback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0F360D1A-D5B2-422C-5F44-96B40E905281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717740" y="6096540"/>
                  <a:ext cx="3448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018D78B4-AE95-24A9-38F4-0D580327F168}"/>
                    </a:ext>
                  </a:extLst>
                </p14:cNvPr>
                <p14:cNvContentPartPr/>
                <p14:nvPr/>
              </p14:nvContentPartPr>
              <p14:xfrm>
                <a:off x="2503260" y="5997540"/>
                <a:ext cx="173520" cy="214920"/>
              </p14:xfrm>
            </p:contentPart>
          </mc:Choice>
          <mc:Fallback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018D78B4-AE95-24A9-38F4-0D580327F168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497140" y="5991420"/>
                  <a:ext cx="1857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3482EFB6-1D5D-C412-83FD-906AEEC0144D}"/>
                    </a:ext>
                  </a:extLst>
                </p14:cNvPr>
                <p14:cNvContentPartPr/>
                <p14:nvPr/>
              </p14:nvContentPartPr>
              <p14:xfrm>
                <a:off x="2779020" y="6018780"/>
                <a:ext cx="200520" cy="141480"/>
              </p14:xfrm>
            </p:contentPart>
          </mc:Choice>
          <mc:Fallback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3482EFB6-1D5D-C412-83FD-906AEEC0144D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772900" y="6012660"/>
                  <a:ext cx="2127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304F0235-EEF1-1438-1802-73345704DDC0}"/>
                    </a:ext>
                  </a:extLst>
                </p14:cNvPr>
                <p14:cNvContentPartPr/>
                <p14:nvPr/>
              </p14:nvContentPartPr>
              <p14:xfrm>
                <a:off x="3161340" y="6080700"/>
                <a:ext cx="123840" cy="115920"/>
              </p14:xfrm>
            </p:contentPart>
          </mc:Choice>
          <mc:Fallback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304F0235-EEF1-1438-1802-73345704DDC0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3155220" y="6074580"/>
                  <a:ext cx="1360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6CF7A59E-CD70-DE05-5022-8BE32C2B8021}"/>
                    </a:ext>
                  </a:extLst>
                </p14:cNvPr>
                <p14:cNvContentPartPr/>
                <p14:nvPr/>
              </p14:nvContentPartPr>
              <p14:xfrm>
                <a:off x="3104460" y="6143700"/>
                <a:ext cx="190440" cy="46800"/>
              </p14:xfrm>
            </p:contentPart>
          </mc:Choice>
          <mc:Fallback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6CF7A59E-CD70-DE05-5022-8BE32C2B8021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098340" y="6137580"/>
                  <a:ext cx="2026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CC298EFC-563B-0118-6A69-92FC86882D7D}"/>
                    </a:ext>
                  </a:extLst>
                </p14:cNvPr>
                <p14:cNvContentPartPr/>
                <p14:nvPr/>
              </p14:nvContentPartPr>
              <p14:xfrm>
                <a:off x="3407580" y="6005460"/>
                <a:ext cx="411120" cy="49320"/>
              </p14:xfrm>
            </p:contentPart>
          </mc:Choice>
          <mc:Fallback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CC298EFC-563B-0118-6A69-92FC86882D7D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401460" y="5999340"/>
                  <a:ext cx="4233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BC464CB4-1CD4-B2B1-2E5D-F0AA92506F2F}"/>
                    </a:ext>
                  </a:extLst>
                </p14:cNvPr>
                <p14:cNvContentPartPr/>
                <p14:nvPr/>
              </p14:nvContentPartPr>
              <p14:xfrm>
                <a:off x="3446100" y="6003660"/>
                <a:ext cx="125280" cy="291960"/>
              </p14:xfrm>
            </p:contentPart>
          </mc:Choice>
          <mc:Fallback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BC464CB4-1CD4-B2B1-2E5D-F0AA92506F2F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439980" y="5997540"/>
                  <a:ext cx="13752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BF1014F7-AF7D-3E7C-656B-F1B7D0D4F8FE}"/>
                    </a:ext>
                  </a:extLst>
                </p14:cNvPr>
                <p14:cNvContentPartPr/>
                <p14:nvPr/>
              </p14:nvContentPartPr>
              <p14:xfrm>
                <a:off x="3352140" y="6283020"/>
                <a:ext cx="370800" cy="16200"/>
              </p14:xfrm>
            </p:contentPart>
          </mc:Choice>
          <mc:Fallback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BF1014F7-AF7D-3E7C-656B-F1B7D0D4F8FE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346020" y="6276900"/>
                  <a:ext cx="3830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990F2B54-43EE-CFCF-82F0-91B1B940CA6A}"/>
                    </a:ext>
                  </a:extLst>
                </p14:cNvPr>
                <p14:cNvContentPartPr/>
                <p14:nvPr/>
              </p14:nvContentPartPr>
              <p14:xfrm>
                <a:off x="2293380" y="5834460"/>
                <a:ext cx="735480" cy="543240"/>
              </p14:xfrm>
            </p:contentPart>
          </mc:Choice>
          <mc:Fallback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990F2B54-43EE-CFCF-82F0-91B1B940CA6A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2287260" y="5828340"/>
                  <a:ext cx="747720" cy="55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E3D5BE8B-D800-14C0-6564-9AA6432A5F18}"/>
                    </a:ext>
                  </a:extLst>
                </p14:cNvPr>
                <p14:cNvContentPartPr/>
                <p14:nvPr/>
              </p14:nvContentPartPr>
              <p14:xfrm>
                <a:off x="1570140" y="6304980"/>
                <a:ext cx="914760" cy="115920"/>
              </p14:xfrm>
            </p:contentPart>
          </mc:Choice>
          <mc:Fallback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E3D5BE8B-D800-14C0-6564-9AA6432A5F18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564020" y="6298860"/>
                  <a:ext cx="9270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0EAF6E06-448B-8505-AA74-C28CECD5CAE0}"/>
                    </a:ext>
                  </a:extLst>
                </p14:cNvPr>
                <p14:cNvContentPartPr/>
                <p14:nvPr/>
              </p14:nvContentPartPr>
              <p14:xfrm>
                <a:off x="1589220" y="6329460"/>
                <a:ext cx="19800" cy="191880"/>
              </p14:xfrm>
            </p:contentPart>
          </mc:Choice>
          <mc:Fallback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0EAF6E06-448B-8505-AA74-C28CECD5CAE0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583100" y="6323340"/>
                  <a:ext cx="320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BE5B30D7-AEF7-BA60-36ED-CAF006DFF2C6}"/>
                    </a:ext>
                  </a:extLst>
                </p14:cNvPr>
                <p14:cNvContentPartPr/>
                <p14:nvPr/>
              </p14:nvContentPartPr>
              <p14:xfrm>
                <a:off x="3866580" y="6223260"/>
                <a:ext cx="218160" cy="78840"/>
              </p14:xfrm>
            </p:contentPart>
          </mc:Choice>
          <mc:Fallback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BE5B30D7-AEF7-BA60-36ED-CAF006DFF2C6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3860460" y="6217140"/>
                  <a:ext cx="2304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5363271C-1C4F-2A6D-1847-DF506B874E91}"/>
                    </a:ext>
                  </a:extLst>
                </p14:cNvPr>
                <p14:cNvContentPartPr/>
                <p14:nvPr/>
              </p14:nvContentPartPr>
              <p14:xfrm>
                <a:off x="3960540" y="6346020"/>
                <a:ext cx="161640" cy="99360"/>
              </p14:xfrm>
            </p:contentPart>
          </mc:Choice>
          <mc:Fallback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5363271C-1C4F-2A6D-1847-DF506B874E91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3954420" y="6339900"/>
                  <a:ext cx="1738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63" name="Tinta 162">
                  <a:extLst>
                    <a:ext uri="{FF2B5EF4-FFF2-40B4-BE49-F238E27FC236}">
                      <a16:creationId xmlns:a16="http://schemas.microsoft.com/office/drawing/2014/main" id="{A95E555E-3EFF-85E7-8973-B965ABB0DD03}"/>
                    </a:ext>
                  </a:extLst>
                </p14:cNvPr>
                <p14:cNvContentPartPr/>
                <p14:nvPr/>
              </p14:nvContentPartPr>
              <p14:xfrm>
                <a:off x="4645980" y="6042180"/>
                <a:ext cx="248400" cy="232920"/>
              </p14:xfrm>
            </p:contentPart>
          </mc:Choice>
          <mc:Fallback>
            <p:pic>
              <p:nvPicPr>
                <p:cNvPr id="163" name="Tinta 162">
                  <a:extLst>
                    <a:ext uri="{FF2B5EF4-FFF2-40B4-BE49-F238E27FC236}">
                      <a16:creationId xmlns:a16="http://schemas.microsoft.com/office/drawing/2014/main" id="{A95E555E-3EFF-85E7-8973-B965ABB0DD03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4639860" y="6036060"/>
                  <a:ext cx="2606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A8615295-D373-562B-B26A-435ADCD4FAB3}"/>
                    </a:ext>
                  </a:extLst>
                </p14:cNvPr>
                <p14:cNvContentPartPr/>
                <p14:nvPr/>
              </p14:nvContentPartPr>
              <p14:xfrm>
                <a:off x="4791780" y="6074580"/>
                <a:ext cx="282240" cy="142560"/>
              </p14:xfrm>
            </p:contentPart>
          </mc:Choice>
          <mc:Fallback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A8615295-D373-562B-B26A-435ADCD4FAB3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4785660" y="6068460"/>
                  <a:ext cx="2944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FEB47BFC-8A0F-C6A6-56DE-D39C935BA1DA}"/>
                    </a:ext>
                  </a:extLst>
                </p14:cNvPr>
                <p14:cNvContentPartPr/>
                <p14:nvPr/>
              </p14:nvContentPartPr>
              <p14:xfrm>
                <a:off x="4359780" y="6386700"/>
                <a:ext cx="630360" cy="30960"/>
              </p14:xfrm>
            </p:contentPart>
          </mc:Choice>
          <mc:Fallback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FEB47BFC-8A0F-C6A6-56DE-D39C935BA1DA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4353660" y="6380580"/>
                  <a:ext cx="6426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AEADE634-0EE4-1788-2B4E-5BC20CB0E762}"/>
                    </a:ext>
                  </a:extLst>
                </p14:cNvPr>
                <p14:cNvContentPartPr/>
                <p14:nvPr/>
              </p14:nvContentPartPr>
              <p14:xfrm>
                <a:off x="4571100" y="6438900"/>
                <a:ext cx="132840" cy="185760"/>
              </p14:xfrm>
            </p:contentPart>
          </mc:Choice>
          <mc:Fallback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AEADE634-0EE4-1788-2B4E-5BC20CB0E762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4564980" y="6432780"/>
                  <a:ext cx="1450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6FAC7BEA-D990-4813-6F6B-95057A6D263E}"/>
                    </a:ext>
                  </a:extLst>
                </p14:cNvPr>
                <p14:cNvContentPartPr/>
                <p14:nvPr/>
              </p14:nvContentPartPr>
              <p14:xfrm>
                <a:off x="4664340" y="6446820"/>
                <a:ext cx="253440" cy="168480"/>
              </p14:xfrm>
            </p:contentPart>
          </mc:Choice>
          <mc:Fallback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6FAC7BEA-D990-4813-6F6B-95057A6D263E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4658220" y="6440700"/>
                  <a:ext cx="2656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2D8126C6-5A2F-2124-B482-D852F5DBB9D5}"/>
                    </a:ext>
                  </a:extLst>
                </p14:cNvPr>
                <p14:cNvContentPartPr/>
                <p14:nvPr/>
              </p14:nvContentPartPr>
              <p14:xfrm>
                <a:off x="5189220" y="6511620"/>
                <a:ext cx="324720" cy="45000"/>
              </p14:xfrm>
            </p:contentPart>
          </mc:Choice>
          <mc:Fallback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2D8126C6-5A2F-2124-B482-D852F5DBB9D5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183100" y="6505500"/>
                  <a:ext cx="3369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692EC6AF-A883-191C-C2C5-76D045B81C68}"/>
                    </a:ext>
                  </a:extLst>
                </p14:cNvPr>
                <p14:cNvContentPartPr/>
                <p14:nvPr/>
              </p14:nvContentPartPr>
              <p14:xfrm>
                <a:off x="5074020" y="6630780"/>
                <a:ext cx="382320" cy="15120"/>
              </p14:xfrm>
            </p:contentPart>
          </mc:Choice>
          <mc:Fallback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692EC6AF-A883-191C-C2C5-76D045B81C68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067900" y="6624660"/>
                  <a:ext cx="3945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70" name="Tinta 169">
                  <a:extLst>
                    <a:ext uri="{FF2B5EF4-FFF2-40B4-BE49-F238E27FC236}">
                      <a16:creationId xmlns:a16="http://schemas.microsoft.com/office/drawing/2014/main" id="{E04999D3-0E28-6664-9CE3-CEB52D1FAB00}"/>
                    </a:ext>
                  </a:extLst>
                </p14:cNvPr>
                <p14:cNvContentPartPr/>
                <p14:nvPr/>
              </p14:nvContentPartPr>
              <p14:xfrm>
                <a:off x="5736060" y="6452580"/>
                <a:ext cx="376920" cy="43560"/>
              </p14:xfrm>
            </p:contentPart>
          </mc:Choice>
          <mc:Fallback>
            <p:pic>
              <p:nvPicPr>
                <p:cNvPr id="170" name="Tinta 169">
                  <a:extLst>
                    <a:ext uri="{FF2B5EF4-FFF2-40B4-BE49-F238E27FC236}">
                      <a16:creationId xmlns:a16="http://schemas.microsoft.com/office/drawing/2014/main" id="{E04999D3-0E28-6664-9CE3-CEB52D1FAB00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5729940" y="6446460"/>
                  <a:ext cx="3891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F073A358-A49D-8B20-24CC-B656731B2E52}"/>
                    </a:ext>
                  </a:extLst>
                </p14:cNvPr>
                <p14:cNvContentPartPr/>
                <p14:nvPr/>
              </p14:nvContentPartPr>
              <p14:xfrm>
                <a:off x="5836500" y="6465180"/>
                <a:ext cx="67680" cy="219240"/>
              </p14:xfrm>
            </p:contentPart>
          </mc:Choice>
          <mc:Fallback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F073A358-A49D-8B20-24CC-B656731B2E52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5830380" y="6459060"/>
                  <a:ext cx="799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72" name="Tinta 171">
                  <a:extLst>
                    <a:ext uri="{FF2B5EF4-FFF2-40B4-BE49-F238E27FC236}">
                      <a16:creationId xmlns:a16="http://schemas.microsoft.com/office/drawing/2014/main" id="{51233D83-4B78-3911-D302-CD607A3294FA}"/>
                    </a:ext>
                  </a:extLst>
                </p14:cNvPr>
                <p14:cNvContentPartPr/>
                <p14:nvPr/>
              </p14:nvContentPartPr>
              <p14:xfrm>
                <a:off x="5751900" y="6639420"/>
                <a:ext cx="294120" cy="56520"/>
              </p14:xfrm>
            </p:contentPart>
          </mc:Choice>
          <mc:Fallback>
            <p:pic>
              <p:nvPicPr>
                <p:cNvPr id="172" name="Tinta 171">
                  <a:extLst>
                    <a:ext uri="{FF2B5EF4-FFF2-40B4-BE49-F238E27FC236}">
                      <a16:creationId xmlns:a16="http://schemas.microsoft.com/office/drawing/2014/main" id="{51233D83-4B78-3911-D302-CD607A3294FA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5745780" y="6633300"/>
                  <a:ext cx="3063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8CEB435D-DD53-CE06-7D5A-C0E38BCF4832}"/>
                    </a:ext>
                  </a:extLst>
                </p14:cNvPr>
                <p14:cNvContentPartPr/>
                <p14:nvPr/>
              </p14:nvContentPartPr>
              <p14:xfrm>
                <a:off x="4342500" y="5929860"/>
                <a:ext cx="799200" cy="762120"/>
              </p14:xfrm>
            </p:contentPart>
          </mc:Choice>
          <mc:Fallback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8CEB435D-DD53-CE06-7D5A-C0E38BCF4832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336380" y="5923740"/>
                  <a:ext cx="811440" cy="77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C2A58CE4-1FBE-7413-1B34-9972D27B6412}"/>
                    </a:ext>
                  </a:extLst>
                </p14:cNvPr>
                <p14:cNvContentPartPr/>
                <p14:nvPr/>
              </p14:nvContentPartPr>
              <p14:xfrm>
                <a:off x="6408180" y="6648780"/>
                <a:ext cx="395280" cy="61920"/>
              </p14:xfrm>
            </p:contentPart>
          </mc:Choice>
          <mc:Fallback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C2A58CE4-1FBE-7413-1B34-9972D27B6412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6402060" y="6642660"/>
                  <a:ext cx="4075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E9683EB1-C75F-B329-2DE9-231E25F3759F}"/>
                    </a:ext>
                  </a:extLst>
                </p14:cNvPr>
                <p14:cNvContentPartPr/>
                <p14:nvPr/>
              </p14:nvContentPartPr>
              <p14:xfrm>
                <a:off x="6713820" y="6635100"/>
                <a:ext cx="190440" cy="137880"/>
              </p14:xfrm>
            </p:contentPart>
          </mc:Choice>
          <mc:Fallback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E9683EB1-C75F-B329-2DE9-231E25F3759F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6707700" y="6628980"/>
                  <a:ext cx="2026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8F4F9C05-CFE7-939C-D010-2195FBEBD340}"/>
                    </a:ext>
                  </a:extLst>
                </p14:cNvPr>
                <p14:cNvContentPartPr/>
                <p14:nvPr/>
              </p14:nvContentPartPr>
              <p14:xfrm>
                <a:off x="7339860" y="6629700"/>
                <a:ext cx="397080" cy="32040"/>
              </p14:xfrm>
            </p:contentPart>
          </mc:Choice>
          <mc:Fallback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8F4F9C05-CFE7-939C-D010-2195FBEBD340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7333740" y="6623580"/>
                  <a:ext cx="4093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2EEBC6B9-CC42-5DBB-1ACC-808FB7E10ECC}"/>
                    </a:ext>
                  </a:extLst>
                </p14:cNvPr>
                <p14:cNvContentPartPr/>
                <p14:nvPr/>
              </p14:nvContentPartPr>
              <p14:xfrm>
                <a:off x="7454700" y="6662460"/>
                <a:ext cx="86760" cy="217440"/>
              </p14:xfrm>
            </p:contentPart>
          </mc:Choice>
          <mc:Fallback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2EEBC6B9-CC42-5DBB-1ACC-808FB7E10ECC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7448580" y="6656340"/>
                  <a:ext cx="990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0FBAB881-A14B-2A10-60F1-44397FD47DA9}"/>
                    </a:ext>
                  </a:extLst>
                </p14:cNvPr>
                <p14:cNvContentPartPr/>
                <p14:nvPr/>
              </p14:nvContentPartPr>
              <p14:xfrm>
                <a:off x="7264620" y="6825180"/>
                <a:ext cx="563040" cy="9000"/>
              </p14:xfrm>
            </p:contentPart>
          </mc:Choice>
          <mc:Fallback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0FBAB881-A14B-2A10-60F1-44397FD47DA9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258500" y="6819060"/>
                  <a:ext cx="5752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82" name="Tinta 181">
                  <a:extLst>
                    <a:ext uri="{FF2B5EF4-FFF2-40B4-BE49-F238E27FC236}">
                      <a16:creationId xmlns:a16="http://schemas.microsoft.com/office/drawing/2014/main" id="{2A3D29D6-8A16-AC6B-4ABB-911812C9E686}"/>
                    </a:ext>
                  </a:extLst>
                </p14:cNvPr>
                <p14:cNvContentPartPr/>
                <p14:nvPr/>
              </p14:nvContentPartPr>
              <p14:xfrm>
                <a:off x="7702380" y="6689460"/>
                <a:ext cx="276840" cy="43200"/>
              </p14:xfrm>
            </p:contentPart>
          </mc:Choice>
          <mc:Fallback>
            <p:pic>
              <p:nvPicPr>
                <p:cNvPr id="182" name="Tinta 181">
                  <a:extLst>
                    <a:ext uri="{FF2B5EF4-FFF2-40B4-BE49-F238E27FC236}">
                      <a16:creationId xmlns:a16="http://schemas.microsoft.com/office/drawing/2014/main" id="{2A3D29D6-8A16-AC6B-4ABB-911812C9E686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7696260" y="6683340"/>
                  <a:ext cx="2890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83" name="Tinta 182">
                  <a:extLst>
                    <a:ext uri="{FF2B5EF4-FFF2-40B4-BE49-F238E27FC236}">
                      <a16:creationId xmlns:a16="http://schemas.microsoft.com/office/drawing/2014/main" id="{AE4A6402-7288-2615-DF52-4B956998C445}"/>
                    </a:ext>
                  </a:extLst>
                </p14:cNvPr>
                <p14:cNvContentPartPr/>
                <p14:nvPr/>
              </p14:nvContentPartPr>
              <p14:xfrm>
                <a:off x="7759980" y="6727980"/>
                <a:ext cx="257760" cy="9000"/>
              </p14:xfrm>
            </p:contentPart>
          </mc:Choice>
          <mc:Fallback>
            <p:pic>
              <p:nvPicPr>
                <p:cNvPr id="183" name="Tinta 182">
                  <a:extLst>
                    <a:ext uri="{FF2B5EF4-FFF2-40B4-BE49-F238E27FC236}">
                      <a16:creationId xmlns:a16="http://schemas.microsoft.com/office/drawing/2014/main" id="{AE4A6402-7288-2615-DF52-4B956998C445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7753860" y="6721860"/>
                  <a:ext cx="270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53015248-5892-068E-C088-7E44E0DD55CB}"/>
                    </a:ext>
                  </a:extLst>
                </p14:cNvPr>
                <p14:cNvContentPartPr/>
                <p14:nvPr/>
              </p14:nvContentPartPr>
              <p14:xfrm>
                <a:off x="8274420" y="6558060"/>
                <a:ext cx="301680" cy="255240"/>
              </p14:xfrm>
            </p:contentPart>
          </mc:Choice>
          <mc:Fallback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53015248-5892-068E-C088-7E44E0DD55CB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8268300" y="6551940"/>
                  <a:ext cx="3139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01937BD1-DEF4-FA8E-A9A4-BDAA8BFF89DC}"/>
                    </a:ext>
                  </a:extLst>
                </p14:cNvPr>
                <p14:cNvContentPartPr/>
                <p14:nvPr/>
              </p14:nvContentPartPr>
              <p14:xfrm>
                <a:off x="8703180" y="6689460"/>
                <a:ext cx="266760" cy="288000"/>
              </p14:xfrm>
            </p:contentPart>
          </mc:Choice>
          <mc:Fallback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01937BD1-DEF4-FA8E-A9A4-BDAA8BFF89DC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8697060" y="6683340"/>
                  <a:ext cx="27900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87" name="Tinta 186">
                  <a:extLst>
                    <a:ext uri="{FF2B5EF4-FFF2-40B4-BE49-F238E27FC236}">
                      <a16:creationId xmlns:a16="http://schemas.microsoft.com/office/drawing/2014/main" id="{D5C10C23-8B51-493D-EFD0-45DD2B3EEE21}"/>
                    </a:ext>
                  </a:extLst>
                </p14:cNvPr>
                <p14:cNvContentPartPr/>
                <p14:nvPr/>
              </p14:nvContentPartPr>
              <p14:xfrm>
                <a:off x="8798580" y="6720060"/>
                <a:ext cx="248040" cy="32760"/>
              </p14:xfrm>
            </p:contentPart>
          </mc:Choice>
          <mc:Fallback>
            <p:pic>
              <p:nvPicPr>
                <p:cNvPr id="187" name="Tinta 186">
                  <a:extLst>
                    <a:ext uri="{FF2B5EF4-FFF2-40B4-BE49-F238E27FC236}">
                      <a16:creationId xmlns:a16="http://schemas.microsoft.com/office/drawing/2014/main" id="{D5C10C23-8B51-493D-EFD0-45DD2B3EEE21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8792460" y="6713940"/>
                  <a:ext cx="2602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202" name="Tinta 201">
                  <a:extLst>
                    <a:ext uri="{FF2B5EF4-FFF2-40B4-BE49-F238E27FC236}">
                      <a16:creationId xmlns:a16="http://schemas.microsoft.com/office/drawing/2014/main" id="{A330E706-93F5-3B23-D221-3EBB80B18403}"/>
                    </a:ext>
                  </a:extLst>
                </p14:cNvPr>
                <p14:cNvContentPartPr/>
                <p14:nvPr/>
              </p14:nvContentPartPr>
              <p14:xfrm>
                <a:off x="8638046" y="5833731"/>
                <a:ext cx="750600" cy="795240"/>
              </p14:xfrm>
            </p:contentPart>
          </mc:Choice>
          <mc:Fallback>
            <p:pic>
              <p:nvPicPr>
                <p:cNvPr id="202" name="Tinta 201">
                  <a:extLst>
                    <a:ext uri="{FF2B5EF4-FFF2-40B4-BE49-F238E27FC236}">
                      <a16:creationId xmlns:a16="http://schemas.microsoft.com/office/drawing/2014/main" id="{A330E706-93F5-3B23-D221-3EBB80B18403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631926" y="5827611"/>
                  <a:ext cx="762840" cy="80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Agrupar 222">
            <a:extLst>
              <a:ext uri="{FF2B5EF4-FFF2-40B4-BE49-F238E27FC236}">
                <a16:creationId xmlns:a16="http://schemas.microsoft.com/office/drawing/2014/main" id="{4C60DF63-DA59-D6B6-3305-885406250CEB}"/>
              </a:ext>
            </a:extLst>
          </p:cNvPr>
          <p:cNvGrpSpPr/>
          <p:nvPr/>
        </p:nvGrpSpPr>
        <p:grpSpPr>
          <a:xfrm>
            <a:off x="6177267" y="2109891"/>
            <a:ext cx="6078779" cy="1768296"/>
            <a:chOff x="6177267" y="2109891"/>
            <a:chExt cx="6078779" cy="1768296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7DB1CC4A-C929-1226-32F6-14FD0576E70D}"/>
                    </a:ext>
                  </a:extLst>
                </p14:cNvPr>
                <p14:cNvContentPartPr/>
                <p14:nvPr/>
              </p14:nvContentPartPr>
              <p14:xfrm>
                <a:off x="6400467" y="3321267"/>
                <a:ext cx="21600" cy="720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7DB1CC4A-C929-1226-32F6-14FD0576E70D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6394347" y="3315147"/>
                  <a:ext cx="338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16529F68-EDC5-38C0-0DCE-EDC0C7219C0F}"/>
                    </a:ext>
                  </a:extLst>
                </p14:cNvPr>
                <p14:cNvContentPartPr/>
                <p14:nvPr/>
              </p14:nvContentPartPr>
              <p14:xfrm>
                <a:off x="6390027" y="3272307"/>
                <a:ext cx="403560" cy="25560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16529F68-EDC5-38C0-0DCE-EDC0C7219C0F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6383907" y="3266187"/>
                  <a:ext cx="4158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A12A2CA5-79D7-9C27-85F5-A1A24C9C68F9}"/>
                    </a:ext>
                  </a:extLst>
                </p14:cNvPr>
                <p14:cNvContentPartPr/>
                <p14:nvPr/>
              </p14:nvContentPartPr>
              <p14:xfrm>
                <a:off x="6666867" y="3522867"/>
                <a:ext cx="155880" cy="14724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A12A2CA5-79D7-9C27-85F5-A1A24C9C68F9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660747" y="3516747"/>
                  <a:ext cx="1681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A0A2C260-0A5F-3EA0-4C6E-F34B42D883AA}"/>
                    </a:ext>
                  </a:extLst>
                </p14:cNvPr>
                <p14:cNvContentPartPr/>
                <p14:nvPr/>
              </p14:nvContentPartPr>
              <p14:xfrm>
                <a:off x="6750387" y="3552747"/>
                <a:ext cx="190080" cy="2088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A0A2C260-0A5F-3EA0-4C6E-F34B42D883AA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744267" y="3546627"/>
                  <a:ext cx="2023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41DD5B21-CFC5-0669-CBA3-40B7284CE4F6}"/>
                    </a:ext>
                  </a:extLst>
                </p14:cNvPr>
                <p14:cNvContentPartPr/>
                <p14:nvPr/>
              </p14:nvContentPartPr>
              <p14:xfrm>
                <a:off x="6766227" y="3619707"/>
                <a:ext cx="302400" cy="9648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41DD5B21-CFC5-0669-CBA3-40B7284CE4F6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760107" y="3613587"/>
                  <a:ext cx="3146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4EA3796D-DE76-A271-43DC-E0C69ADD3C08}"/>
                    </a:ext>
                  </a:extLst>
                </p14:cNvPr>
                <p14:cNvContentPartPr/>
                <p14:nvPr/>
              </p14:nvContentPartPr>
              <p14:xfrm>
                <a:off x="7373187" y="3451587"/>
                <a:ext cx="210240" cy="4104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4EA3796D-DE76-A271-43DC-E0C69ADD3C08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7367067" y="3445467"/>
                  <a:ext cx="2224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5A780D70-A3E7-4238-B36E-AA3E1F92E381}"/>
                    </a:ext>
                  </a:extLst>
                </p14:cNvPr>
                <p14:cNvContentPartPr/>
                <p14:nvPr/>
              </p14:nvContentPartPr>
              <p14:xfrm>
                <a:off x="7322067" y="3545907"/>
                <a:ext cx="326880" cy="1872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5A780D70-A3E7-4238-B36E-AA3E1F92E381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7315947" y="3539787"/>
                  <a:ext cx="3391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EEAE01D8-608D-918E-BBFF-A22D0DE52F2E}"/>
                    </a:ext>
                  </a:extLst>
                </p14:cNvPr>
                <p14:cNvContentPartPr/>
                <p14:nvPr/>
              </p14:nvContentPartPr>
              <p14:xfrm>
                <a:off x="6177267" y="3099507"/>
                <a:ext cx="1045440" cy="77868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EEAE01D8-608D-918E-BBFF-A22D0DE52F2E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171147" y="3093387"/>
                  <a:ext cx="105768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52DA684F-D43F-E216-5CC8-AAD19BA4D736}"/>
                    </a:ext>
                  </a:extLst>
                </p14:cNvPr>
                <p14:cNvContentPartPr/>
                <p14:nvPr/>
              </p14:nvContentPartPr>
              <p14:xfrm>
                <a:off x="8358867" y="3254307"/>
                <a:ext cx="450360" cy="34452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52DA684F-D43F-E216-5CC8-AAD19BA4D736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8352747" y="3248187"/>
                  <a:ext cx="46260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9B97216C-96D7-0BA8-3F90-E5CA30AB9C7B}"/>
                    </a:ext>
                  </a:extLst>
                </p14:cNvPr>
                <p14:cNvContentPartPr/>
                <p14:nvPr/>
              </p14:nvContentPartPr>
              <p14:xfrm>
                <a:off x="8802387" y="3553467"/>
                <a:ext cx="127080" cy="16200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9B97216C-96D7-0BA8-3F90-E5CA30AB9C7B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8796267" y="3547347"/>
                  <a:ext cx="1393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2B4C29BA-04FD-A2B6-ECFD-6CDE514F0A42}"/>
                    </a:ext>
                  </a:extLst>
                </p14:cNvPr>
                <p14:cNvContentPartPr/>
                <p14:nvPr/>
              </p14:nvContentPartPr>
              <p14:xfrm>
                <a:off x="8877267" y="3636267"/>
                <a:ext cx="83520" cy="4536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2B4C29BA-04FD-A2B6-ECFD-6CDE514F0A42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8871147" y="3630147"/>
                  <a:ext cx="957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3063AED4-693A-FDAD-6426-DDC4879474CA}"/>
                    </a:ext>
                  </a:extLst>
                </p14:cNvPr>
                <p14:cNvContentPartPr/>
                <p14:nvPr/>
              </p14:nvContentPartPr>
              <p14:xfrm>
                <a:off x="8976627" y="3625827"/>
                <a:ext cx="258840" cy="15696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3063AED4-693A-FDAD-6426-DDC4879474CA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8970507" y="3619707"/>
                  <a:ext cx="2710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F977D690-83CF-E3D6-A666-7914C0A09403}"/>
                    </a:ext>
                  </a:extLst>
                </p14:cNvPr>
                <p14:cNvContentPartPr/>
                <p14:nvPr/>
              </p14:nvContentPartPr>
              <p14:xfrm>
                <a:off x="9395667" y="3323787"/>
                <a:ext cx="62280" cy="720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F977D690-83CF-E3D6-A666-7914C0A09403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9389547" y="3317667"/>
                  <a:ext cx="7452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9ADCC688-59AF-8E96-729D-139FF76A5B1F}"/>
                    </a:ext>
                  </a:extLst>
                </p14:cNvPr>
                <p14:cNvContentPartPr/>
                <p14:nvPr/>
              </p14:nvContentPartPr>
              <p14:xfrm>
                <a:off x="9418707" y="3319107"/>
                <a:ext cx="442440" cy="5004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9ADCC688-59AF-8E96-729D-139FF76A5B1F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412587" y="3312987"/>
                  <a:ext cx="4546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895C5647-415B-5545-D3A7-BC3D49AA6787}"/>
                    </a:ext>
                  </a:extLst>
                </p14:cNvPr>
                <p14:cNvContentPartPr/>
                <p14:nvPr/>
              </p14:nvContentPartPr>
              <p14:xfrm>
                <a:off x="9384867" y="3314427"/>
                <a:ext cx="337320" cy="356400"/>
              </p14:xfrm>
            </p:contentPart>
          </mc:Choice>
          <mc:Fallback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895C5647-415B-5545-D3A7-BC3D49AA6787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9378747" y="3308307"/>
                  <a:ext cx="34956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9547639F-FA98-F7F9-8317-50CE816E5150}"/>
                    </a:ext>
                  </a:extLst>
                </p14:cNvPr>
                <p14:cNvContentPartPr/>
                <p14:nvPr/>
              </p14:nvContentPartPr>
              <p14:xfrm>
                <a:off x="9681147" y="3581907"/>
                <a:ext cx="180000" cy="14256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9547639F-FA98-F7F9-8317-50CE816E5150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9675027" y="3575787"/>
                  <a:ext cx="1922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E89553C3-BBA1-B8D9-B468-C22FEC955429}"/>
                    </a:ext>
                  </a:extLst>
                </p14:cNvPr>
                <p14:cNvContentPartPr/>
                <p14:nvPr/>
              </p14:nvContentPartPr>
              <p14:xfrm>
                <a:off x="9775467" y="3629427"/>
                <a:ext cx="149760" cy="1584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E89553C3-BBA1-B8D9-B468-C22FEC955429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9769347" y="3623307"/>
                  <a:ext cx="1620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14FFD1D1-F0C4-4C0D-40F5-90E4E953031D}"/>
                    </a:ext>
                  </a:extLst>
                </p14:cNvPr>
                <p14:cNvContentPartPr/>
                <p14:nvPr/>
              </p14:nvContentPartPr>
              <p14:xfrm>
                <a:off x="9785907" y="3690627"/>
                <a:ext cx="264600" cy="11880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14FFD1D1-F0C4-4C0D-40F5-90E4E953031D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9779787" y="3684507"/>
                  <a:ext cx="2768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93" name="Tinta 192">
                  <a:extLst>
                    <a:ext uri="{FF2B5EF4-FFF2-40B4-BE49-F238E27FC236}">
                      <a16:creationId xmlns:a16="http://schemas.microsoft.com/office/drawing/2014/main" id="{58ACA22E-A128-4831-1186-34C3350307BE}"/>
                    </a:ext>
                  </a:extLst>
                </p14:cNvPr>
                <p14:cNvContentPartPr/>
                <p14:nvPr/>
              </p14:nvContentPartPr>
              <p14:xfrm>
                <a:off x="7222526" y="2109891"/>
                <a:ext cx="340560" cy="220320"/>
              </p14:xfrm>
            </p:contentPart>
          </mc:Choice>
          <mc:Fallback>
            <p:pic>
              <p:nvPicPr>
                <p:cNvPr id="193" name="Tinta 192">
                  <a:extLst>
                    <a:ext uri="{FF2B5EF4-FFF2-40B4-BE49-F238E27FC236}">
                      <a16:creationId xmlns:a16="http://schemas.microsoft.com/office/drawing/2014/main" id="{58ACA22E-A128-4831-1186-34C3350307BE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216406" y="2103771"/>
                  <a:ext cx="3528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94" name="Tinta 193">
                  <a:extLst>
                    <a:ext uri="{FF2B5EF4-FFF2-40B4-BE49-F238E27FC236}">
                      <a16:creationId xmlns:a16="http://schemas.microsoft.com/office/drawing/2014/main" id="{5BEF9E4B-E9EE-8F5D-4699-3A4DEC4D8CB3}"/>
                    </a:ext>
                  </a:extLst>
                </p14:cNvPr>
                <p14:cNvContentPartPr/>
                <p14:nvPr/>
              </p14:nvContentPartPr>
              <p14:xfrm>
                <a:off x="7672886" y="2144811"/>
                <a:ext cx="294120" cy="195120"/>
              </p14:xfrm>
            </p:contentPart>
          </mc:Choice>
          <mc:Fallback>
            <p:pic>
              <p:nvPicPr>
                <p:cNvPr id="194" name="Tinta 193">
                  <a:extLst>
                    <a:ext uri="{FF2B5EF4-FFF2-40B4-BE49-F238E27FC236}">
                      <a16:creationId xmlns:a16="http://schemas.microsoft.com/office/drawing/2014/main" id="{5BEF9E4B-E9EE-8F5D-4699-3A4DEC4D8CB3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7666766" y="2138691"/>
                  <a:ext cx="3063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95" name="Tinta 194">
                  <a:extLst>
                    <a:ext uri="{FF2B5EF4-FFF2-40B4-BE49-F238E27FC236}">
                      <a16:creationId xmlns:a16="http://schemas.microsoft.com/office/drawing/2014/main" id="{BD3AA83E-1BEF-22F6-F811-176774DD153B}"/>
                    </a:ext>
                  </a:extLst>
                </p14:cNvPr>
                <p14:cNvContentPartPr/>
                <p14:nvPr/>
              </p14:nvContentPartPr>
              <p14:xfrm>
                <a:off x="8147006" y="2130411"/>
                <a:ext cx="271800" cy="30960"/>
              </p14:xfrm>
            </p:contentPart>
          </mc:Choice>
          <mc:Fallback>
            <p:pic>
              <p:nvPicPr>
                <p:cNvPr id="195" name="Tinta 194">
                  <a:extLst>
                    <a:ext uri="{FF2B5EF4-FFF2-40B4-BE49-F238E27FC236}">
                      <a16:creationId xmlns:a16="http://schemas.microsoft.com/office/drawing/2014/main" id="{BD3AA83E-1BEF-22F6-F811-176774DD153B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140886" y="2124291"/>
                  <a:ext cx="2840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96" name="Tinta 195">
                  <a:extLst>
                    <a:ext uri="{FF2B5EF4-FFF2-40B4-BE49-F238E27FC236}">
                      <a16:creationId xmlns:a16="http://schemas.microsoft.com/office/drawing/2014/main" id="{18E12612-5B73-FA9D-1635-33FEB4031372}"/>
                    </a:ext>
                  </a:extLst>
                </p14:cNvPr>
                <p14:cNvContentPartPr/>
                <p14:nvPr/>
              </p14:nvContentPartPr>
              <p14:xfrm>
                <a:off x="8091926" y="2269371"/>
                <a:ext cx="340560" cy="34560"/>
              </p14:xfrm>
            </p:contentPart>
          </mc:Choice>
          <mc:Fallback>
            <p:pic>
              <p:nvPicPr>
                <p:cNvPr id="196" name="Tinta 195">
                  <a:extLst>
                    <a:ext uri="{FF2B5EF4-FFF2-40B4-BE49-F238E27FC236}">
                      <a16:creationId xmlns:a16="http://schemas.microsoft.com/office/drawing/2014/main" id="{18E12612-5B73-FA9D-1635-33FEB4031372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8085806" y="2263251"/>
                  <a:ext cx="3528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98" name="Tinta 197">
                  <a:extLst>
                    <a:ext uri="{FF2B5EF4-FFF2-40B4-BE49-F238E27FC236}">
                      <a16:creationId xmlns:a16="http://schemas.microsoft.com/office/drawing/2014/main" id="{635E5447-6716-391F-5E92-6EF0E8D46B92}"/>
                    </a:ext>
                  </a:extLst>
                </p14:cNvPr>
                <p14:cNvContentPartPr/>
                <p14:nvPr/>
              </p14:nvContentPartPr>
              <p14:xfrm>
                <a:off x="8936846" y="2171451"/>
                <a:ext cx="612000" cy="354960"/>
              </p14:xfrm>
            </p:contentPart>
          </mc:Choice>
          <mc:Fallback>
            <p:pic>
              <p:nvPicPr>
                <p:cNvPr id="198" name="Tinta 197">
                  <a:extLst>
                    <a:ext uri="{FF2B5EF4-FFF2-40B4-BE49-F238E27FC236}">
                      <a16:creationId xmlns:a16="http://schemas.microsoft.com/office/drawing/2014/main" id="{635E5447-6716-391F-5E92-6EF0E8D46B92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930726" y="2165331"/>
                  <a:ext cx="62424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99" name="Tinta 198">
                  <a:extLst>
                    <a:ext uri="{FF2B5EF4-FFF2-40B4-BE49-F238E27FC236}">
                      <a16:creationId xmlns:a16="http://schemas.microsoft.com/office/drawing/2014/main" id="{7DE87FB1-9042-5774-967B-EE5EB01FE1A2}"/>
                    </a:ext>
                  </a:extLst>
                </p14:cNvPr>
                <p14:cNvContentPartPr/>
                <p14:nvPr/>
              </p14:nvContentPartPr>
              <p14:xfrm>
                <a:off x="9765206" y="2344611"/>
                <a:ext cx="288360" cy="231840"/>
              </p14:xfrm>
            </p:contentPart>
          </mc:Choice>
          <mc:Fallback>
            <p:pic>
              <p:nvPicPr>
                <p:cNvPr id="199" name="Tinta 198">
                  <a:extLst>
                    <a:ext uri="{FF2B5EF4-FFF2-40B4-BE49-F238E27FC236}">
                      <a16:creationId xmlns:a16="http://schemas.microsoft.com/office/drawing/2014/main" id="{7DE87FB1-9042-5774-967B-EE5EB01FE1A2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9759086" y="2338491"/>
                  <a:ext cx="3006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200" name="Tinta 199">
                  <a:extLst>
                    <a:ext uri="{FF2B5EF4-FFF2-40B4-BE49-F238E27FC236}">
                      <a16:creationId xmlns:a16="http://schemas.microsoft.com/office/drawing/2014/main" id="{7F8FCD10-4AE7-9053-5DA4-2BB9F878652D}"/>
                    </a:ext>
                  </a:extLst>
                </p14:cNvPr>
                <p14:cNvContentPartPr/>
                <p14:nvPr/>
              </p14:nvContentPartPr>
              <p14:xfrm>
                <a:off x="9778886" y="2433531"/>
                <a:ext cx="381600" cy="32760"/>
              </p14:xfrm>
            </p:contentPart>
          </mc:Choice>
          <mc:Fallback>
            <p:pic>
              <p:nvPicPr>
                <p:cNvPr id="200" name="Tinta 199">
                  <a:extLst>
                    <a:ext uri="{FF2B5EF4-FFF2-40B4-BE49-F238E27FC236}">
                      <a16:creationId xmlns:a16="http://schemas.microsoft.com/office/drawing/2014/main" id="{7F8FCD10-4AE7-9053-5DA4-2BB9F878652D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9772766" y="2427411"/>
                  <a:ext cx="3938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204" name="Tinta 203">
                  <a:extLst>
                    <a:ext uri="{FF2B5EF4-FFF2-40B4-BE49-F238E27FC236}">
                      <a16:creationId xmlns:a16="http://schemas.microsoft.com/office/drawing/2014/main" id="{B8D97981-A5DB-97C5-7F0C-BF0BA804C697}"/>
                    </a:ext>
                  </a:extLst>
                </p14:cNvPr>
                <p14:cNvContentPartPr/>
                <p14:nvPr/>
              </p14:nvContentPartPr>
              <p14:xfrm>
                <a:off x="10541726" y="2116371"/>
                <a:ext cx="488520" cy="408600"/>
              </p14:xfrm>
            </p:contentPart>
          </mc:Choice>
          <mc:Fallback>
            <p:pic>
              <p:nvPicPr>
                <p:cNvPr id="204" name="Tinta 203">
                  <a:extLst>
                    <a:ext uri="{FF2B5EF4-FFF2-40B4-BE49-F238E27FC236}">
                      <a16:creationId xmlns:a16="http://schemas.microsoft.com/office/drawing/2014/main" id="{B8D97981-A5DB-97C5-7F0C-BF0BA804C697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0535606" y="2110251"/>
                  <a:ext cx="50076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205" name="Tinta 204">
                  <a:extLst>
                    <a:ext uri="{FF2B5EF4-FFF2-40B4-BE49-F238E27FC236}">
                      <a16:creationId xmlns:a16="http://schemas.microsoft.com/office/drawing/2014/main" id="{4FF01D1E-C340-65B1-7A2E-2A29EFFB4CB1}"/>
                    </a:ext>
                  </a:extLst>
                </p14:cNvPr>
                <p14:cNvContentPartPr/>
                <p14:nvPr/>
              </p14:nvContentPartPr>
              <p14:xfrm>
                <a:off x="10609766" y="2248491"/>
                <a:ext cx="694440" cy="320400"/>
              </p14:xfrm>
            </p:contentPart>
          </mc:Choice>
          <mc:Fallback>
            <p:pic>
              <p:nvPicPr>
                <p:cNvPr id="205" name="Tinta 204">
                  <a:extLst>
                    <a:ext uri="{FF2B5EF4-FFF2-40B4-BE49-F238E27FC236}">
                      <a16:creationId xmlns:a16="http://schemas.microsoft.com/office/drawing/2014/main" id="{4FF01D1E-C340-65B1-7A2E-2A29EFFB4CB1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0603646" y="2242371"/>
                  <a:ext cx="70668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207" name="Tinta 206">
                  <a:extLst>
                    <a:ext uri="{FF2B5EF4-FFF2-40B4-BE49-F238E27FC236}">
                      <a16:creationId xmlns:a16="http://schemas.microsoft.com/office/drawing/2014/main" id="{B7B34DC4-4902-D7D0-518C-2CFF2AB7D194}"/>
                    </a:ext>
                  </a:extLst>
                </p14:cNvPr>
                <p14:cNvContentPartPr/>
                <p14:nvPr/>
              </p14:nvContentPartPr>
              <p14:xfrm>
                <a:off x="7847846" y="2555211"/>
                <a:ext cx="626040" cy="352440"/>
              </p14:xfrm>
            </p:contentPart>
          </mc:Choice>
          <mc:Fallback>
            <p:pic>
              <p:nvPicPr>
                <p:cNvPr id="207" name="Tinta 206">
                  <a:extLst>
                    <a:ext uri="{FF2B5EF4-FFF2-40B4-BE49-F238E27FC236}">
                      <a16:creationId xmlns:a16="http://schemas.microsoft.com/office/drawing/2014/main" id="{B7B34DC4-4902-D7D0-518C-2CFF2AB7D194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841726" y="2549091"/>
                  <a:ext cx="63828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208" name="Tinta 207">
                  <a:extLst>
                    <a:ext uri="{FF2B5EF4-FFF2-40B4-BE49-F238E27FC236}">
                      <a16:creationId xmlns:a16="http://schemas.microsoft.com/office/drawing/2014/main" id="{1B70FF98-594A-B537-E58B-4535DEEA7FC6}"/>
                    </a:ext>
                  </a:extLst>
                </p14:cNvPr>
                <p14:cNvContentPartPr/>
                <p14:nvPr/>
              </p14:nvContentPartPr>
              <p14:xfrm>
                <a:off x="8651006" y="2711451"/>
                <a:ext cx="245160" cy="65520"/>
              </p14:xfrm>
            </p:contentPart>
          </mc:Choice>
          <mc:Fallback>
            <p:pic>
              <p:nvPicPr>
                <p:cNvPr id="208" name="Tinta 207">
                  <a:extLst>
                    <a:ext uri="{FF2B5EF4-FFF2-40B4-BE49-F238E27FC236}">
                      <a16:creationId xmlns:a16="http://schemas.microsoft.com/office/drawing/2014/main" id="{1B70FF98-594A-B537-E58B-4535DEEA7FC6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8644886" y="2705331"/>
                  <a:ext cx="2574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09" name="Tinta 208">
                  <a:extLst>
                    <a:ext uri="{FF2B5EF4-FFF2-40B4-BE49-F238E27FC236}">
                      <a16:creationId xmlns:a16="http://schemas.microsoft.com/office/drawing/2014/main" id="{7BB3EFAC-605C-5EDE-34D8-F4A0EC15999C}"/>
                    </a:ext>
                  </a:extLst>
                </p14:cNvPr>
                <p14:cNvContentPartPr/>
                <p14:nvPr/>
              </p14:nvContentPartPr>
              <p14:xfrm>
                <a:off x="8473166" y="2818731"/>
                <a:ext cx="340560" cy="51840"/>
              </p14:xfrm>
            </p:contentPart>
          </mc:Choice>
          <mc:Fallback>
            <p:pic>
              <p:nvPicPr>
                <p:cNvPr id="209" name="Tinta 208">
                  <a:extLst>
                    <a:ext uri="{FF2B5EF4-FFF2-40B4-BE49-F238E27FC236}">
                      <a16:creationId xmlns:a16="http://schemas.microsoft.com/office/drawing/2014/main" id="{7BB3EFAC-605C-5EDE-34D8-F4A0EC15999C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8467046" y="2812611"/>
                  <a:ext cx="3528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11" name="Tinta 210">
                  <a:extLst>
                    <a:ext uri="{FF2B5EF4-FFF2-40B4-BE49-F238E27FC236}">
                      <a16:creationId xmlns:a16="http://schemas.microsoft.com/office/drawing/2014/main" id="{C066D0AD-FC29-A1A3-5FFA-363B2A850BAC}"/>
                    </a:ext>
                  </a:extLst>
                </p14:cNvPr>
                <p14:cNvContentPartPr/>
                <p14:nvPr/>
              </p14:nvContentPartPr>
              <p14:xfrm>
                <a:off x="9529046" y="2672571"/>
                <a:ext cx="285840" cy="242280"/>
              </p14:xfrm>
            </p:contentPart>
          </mc:Choice>
          <mc:Fallback>
            <p:pic>
              <p:nvPicPr>
                <p:cNvPr id="211" name="Tinta 210">
                  <a:extLst>
                    <a:ext uri="{FF2B5EF4-FFF2-40B4-BE49-F238E27FC236}">
                      <a16:creationId xmlns:a16="http://schemas.microsoft.com/office/drawing/2014/main" id="{C066D0AD-FC29-A1A3-5FFA-363B2A850BAC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9522926" y="2666451"/>
                  <a:ext cx="2980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12" name="Tinta 211">
                  <a:extLst>
                    <a:ext uri="{FF2B5EF4-FFF2-40B4-BE49-F238E27FC236}">
                      <a16:creationId xmlns:a16="http://schemas.microsoft.com/office/drawing/2014/main" id="{BD7A6CE4-FCF6-7DC0-CBA0-3A927EE93B59}"/>
                    </a:ext>
                  </a:extLst>
                </p14:cNvPr>
                <p14:cNvContentPartPr/>
                <p14:nvPr/>
              </p14:nvContentPartPr>
              <p14:xfrm>
                <a:off x="9700046" y="2676531"/>
                <a:ext cx="404640" cy="211320"/>
              </p14:xfrm>
            </p:contentPart>
          </mc:Choice>
          <mc:Fallback>
            <p:pic>
              <p:nvPicPr>
                <p:cNvPr id="212" name="Tinta 211">
                  <a:extLst>
                    <a:ext uri="{FF2B5EF4-FFF2-40B4-BE49-F238E27FC236}">
                      <a16:creationId xmlns:a16="http://schemas.microsoft.com/office/drawing/2014/main" id="{BD7A6CE4-FCF6-7DC0-CBA0-3A927EE93B59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9693926" y="2670411"/>
                  <a:ext cx="4168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13" name="Tinta 212">
                  <a:extLst>
                    <a:ext uri="{FF2B5EF4-FFF2-40B4-BE49-F238E27FC236}">
                      <a16:creationId xmlns:a16="http://schemas.microsoft.com/office/drawing/2014/main" id="{9F190CCF-8736-BCAA-7102-D47CC761B2B0}"/>
                    </a:ext>
                  </a:extLst>
                </p14:cNvPr>
                <p14:cNvContentPartPr/>
                <p14:nvPr/>
              </p14:nvContentPartPr>
              <p14:xfrm>
                <a:off x="9276326" y="2916651"/>
                <a:ext cx="801720" cy="160920"/>
              </p14:xfrm>
            </p:contentPart>
          </mc:Choice>
          <mc:Fallback>
            <p:pic>
              <p:nvPicPr>
                <p:cNvPr id="213" name="Tinta 212">
                  <a:extLst>
                    <a:ext uri="{FF2B5EF4-FFF2-40B4-BE49-F238E27FC236}">
                      <a16:creationId xmlns:a16="http://schemas.microsoft.com/office/drawing/2014/main" id="{9F190CCF-8736-BCAA-7102-D47CC761B2B0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9270206" y="2910531"/>
                  <a:ext cx="8139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14" name="Tinta 213">
                  <a:extLst>
                    <a:ext uri="{FF2B5EF4-FFF2-40B4-BE49-F238E27FC236}">
                      <a16:creationId xmlns:a16="http://schemas.microsoft.com/office/drawing/2014/main" id="{D2EB0A14-D437-1EAB-E12E-8B75E63627F7}"/>
                    </a:ext>
                  </a:extLst>
                </p14:cNvPr>
                <p14:cNvContentPartPr/>
                <p14:nvPr/>
              </p14:nvContentPartPr>
              <p14:xfrm>
                <a:off x="9480446" y="3033651"/>
                <a:ext cx="205560" cy="182880"/>
              </p14:xfrm>
            </p:contentPart>
          </mc:Choice>
          <mc:Fallback>
            <p:pic>
              <p:nvPicPr>
                <p:cNvPr id="214" name="Tinta 213">
                  <a:extLst>
                    <a:ext uri="{FF2B5EF4-FFF2-40B4-BE49-F238E27FC236}">
                      <a16:creationId xmlns:a16="http://schemas.microsoft.com/office/drawing/2014/main" id="{D2EB0A14-D437-1EAB-E12E-8B75E63627F7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9474326" y="3027531"/>
                  <a:ext cx="2178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15" name="Tinta 214">
                  <a:extLst>
                    <a:ext uri="{FF2B5EF4-FFF2-40B4-BE49-F238E27FC236}">
                      <a16:creationId xmlns:a16="http://schemas.microsoft.com/office/drawing/2014/main" id="{CB169211-F885-0A3D-8B79-8C96682EFFE0}"/>
                    </a:ext>
                  </a:extLst>
                </p14:cNvPr>
                <p14:cNvContentPartPr/>
                <p14:nvPr/>
              </p14:nvContentPartPr>
              <p14:xfrm>
                <a:off x="9589526" y="3070371"/>
                <a:ext cx="212400" cy="177840"/>
              </p14:xfrm>
            </p:contentPart>
          </mc:Choice>
          <mc:Fallback>
            <p:pic>
              <p:nvPicPr>
                <p:cNvPr id="215" name="Tinta 214">
                  <a:extLst>
                    <a:ext uri="{FF2B5EF4-FFF2-40B4-BE49-F238E27FC236}">
                      <a16:creationId xmlns:a16="http://schemas.microsoft.com/office/drawing/2014/main" id="{CB169211-F885-0A3D-8B79-8C96682EFFE0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9583406" y="3064251"/>
                  <a:ext cx="2246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16" name="Tinta 215">
                  <a:extLst>
                    <a:ext uri="{FF2B5EF4-FFF2-40B4-BE49-F238E27FC236}">
                      <a16:creationId xmlns:a16="http://schemas.microsoft.com/office/drawing/2014/main" id="{30439AB9-F6C8-2AAA-EF1E-0B9CC402E588}"/>
                    </a:ext>
                  </a:extLst>
                </p14:cNvPr>
                <p14:cNvContentPartPr/>
                <p14:nvPr/>
              </p14:nvContentPartPr>
              <p14:xfrm>
                <a:off x="10351286" y="2861571"/>
                <a:ext cx="502920" cy="96120"/>
              </p14:xfrm>
            </p:contentPart>
          </mc:Choice>
          <mc:Fallback>
            <p:pic>
              <p:nvPicPr>
                <p:cNvPr id="216" name="Tinta 215">
                  <a:extLst>
                    <a:ext uri="{FF2B5EF4-FFF2-40B4-BE49-F238E27FC236}">
                      <a16:creationId xmlns:a16="http://schemas.microsoft.com/office/drawing/2014/main" id="{30439AB9-F6C8-2AAA-EF1E-0B9CC402E588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0345166" y="2855451"/>
                  <a:ext cx="5151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17" name="Tinta 216">
                  <a:extLst>
                    <a:ext uri="{FF2B5EF4-FFF2-40B4-BE49-F238E27FC236}">
                      <a16:creationId xmlns:a16="http://schemas.microsoft.com/office/drawing/2014/main" id="{D9499BE9-A51C-C2D5-B7FE-FE5404C18314}"/>
                    </a:ext>
                  </a:extLst>
                </p14:cNvPr>
                <p14:cNvContentPartPr/>
                <p14:nvPr/>
              </p14:nvContentPartPr>
              <p14:xfrm>
                <a:off x="10393406" y="3020331"/>
                <a:ext cx="502200" cy="92880"/>
              </p14:xfrm>
            </p:contentPart>
          </mc:Choice>
          <mc:Fallback>
            <p:pic>
              <p:nvPicPr>
                <p:cNvPr id="217" name="Tinta 216">
                  <a:extLst>
                    <a:ext uri="{FF2B5EF4-FFF2-40B4-BE49-F238E27FC236}">
                      <a16:creationId xmlns:a16="http://schemas.microsoft.com/office/drawing/2014/main" id="{D9499BE9-A51C-C2D5-B7FE-FE5404C18314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0387286" y="3014211"/>
                  <a:ext cx="5144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19" name="Tinta 218">
                  <a:extLst>
                    <a:ext uri="{FF2B5EF4-FFF2-40B4-BE49-F238E27FC236}">
                      <a16:creationId xmlns:a16="http://schemas.microsoft.com/office/drawing/2014/main" id="{17A03C3A-838E-0AE7-6093-9ED224447536}"/>
                    </a:ext>
                  </a:extLst>
                </p14:cNvPr>
                <p14:cNvContentPartPr/>
                <p14:nvPr/>
              </p14:nvContentPartPr>
              <p14:xfrm>
                <a:off x="11033126" y="2893971"/>
                <a:ext cx="433800" cy="302760"/>
              </p14:xfrm>
            </p:contentPart>
          </mc:Choice>
          <mc:Fallback>
            <p:pic>
              <p:nvPicPr>
                <p:cNvPr id="219" name="Tinta 218">
                  <a:extLst>
                    <a:ext uri="{FF2B5EF4-FFF2-40B4-BE49-F238E27FC236}">
                      <a16:creationId xmlns:a16="http://schemas.microsoft.com/office/drawing/2014/main" id="{17A03C3A-838E-0AE7-6093-9ED224447536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1027006" y="2887851"/>
                  <a:ext cx="4460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20" name="Tinta 219">
                  <a:extLst>
                    <a:ext uri="{FF2B5EF4-FFF2-40B4-BE49-F238E27FC236}">
                      <a16:creationId xmlns:a16="http://schemas.microsoft.com/office/drawing/2014/main" id="{3F249C63-F9E3-ADC8-753A-70C869BB2D7B}"/>
                    </a:ext>
                  </a:extLst>
                </p14:cNvPr>
                <p14:cNvContentPartPr/>
                <p14:nvPr/>
              </p14:nvContentPartPr>
              <p14:xfrm>
                <a:off x="11438126" y="3032211"/>
                <a:ext cx="477720" cy="236160"/>
              </p14:xfrm>
            </p:contentPart>
          </mc:Choice>
          <mc:Fallback>
            <p:pic>
              <p:nvPicPr>
                <p:cNvPr id="220" name="Tinta 219">
                  <a:extLst>
                    <a:ext uri="{FF2B5EF4-FFF2-40B4-BE49-F238E27FC236}">
                      <a16:creationId xmlns:a16="http://schemas.microsoft.com/office/drawing/2014/main" id="{3F249C63-F9E3-ADC8-753A-70C869BB2D7B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1432006" y="3026091"/>
                  <a:ext cx="4899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21" name="Tinta 220">
                  <a:extLst>
                    <a:ext uri="{FF2B5EF4-FFF2-40B4-BE49-F238E27FC236}">
                      <a16:creationId xmlns:a16="http://schemas.microsoft.com/office/drawing/2014/main" id="{6D3CCAD0-7671-558F-FED2-D8F09D58BB2E}"/>
                    </a:ext>
                  </a:extLst>
                </p14:cNvPr>
                <p14:cNvContentPartPr/>
                <p14:nvPr/>
              </p14:nvContentPartPr>
              <p14:xfrm>
                <a:off x="10764206" y="2740251"/>
                <a:ext cx="402840" cy="632160"/>
              </p14:xfrm>
            </p:contentPart>
          </mc:Choice>
          <mc:Fallback>
            <p:pic>
              <p:nvPicPr>
                <p:cNvPr id="221" name="Tinta 220">
                  <a:extLst>
                    <a:ext uri="{FF2B5EF4-FFF2-40B4-BE49-F238E27FC236}">
                      <a16:creationId xmlns:a16="http://schemas.microsoft.com/office/drawing/2014/main" id="{6D3CCAD0-7671-558F-FED2-D8F09D58BB2E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0758086" y="2734131"/>
                  <a:ext cx="415080" cy="64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22" name="Tinta 221">
                  <a:extLst>
                    <a:ext uri="{FF2B5EF4-FFF2-40B4-BE49-F238E27FC236}">
                      <a16:creationId xmlns:a16="http://schemas.microsoft.com/office/drawing/2014/main" id="{A3F59DC1-3413-E53F-CD5A-CA1181127635}"/>
                    </a:ext>
                  </a:extLst>
                </p14:cNvPr>
                <p14:cNvContentPartPr/>
                <p14:nvPr/>
              </p14:nvContentPartPr>
              <p14:xfrm>
                <a:off x="10365686" y="2763651"/>
                <a:ext cx="1890360" cy="777240"/>
              </p14:xfrm>
            </p:contentPart>
          </mc:Choice>
          <mc:Fallback>
            <p:pic>
              <p:nvPicPr>
                <p:cNvPr id="222" name="Tinta 221">
                  <a:extLst>
                    <a:ext uri="{FF2B5EF4-FFF2-40B4-BE49-F238E27FC236}">
                      <a16:creationId xmlns:a16="http://schemas.microsoft.com/office/drawing/2014/main" id="{A3F59DC1-3413-E53F-CD5A-CA1181127635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0359566" y="2757531"/>
                  <a:ext cx="1902600" cy="78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3">
            <p14:nvContentPartPr>
              <p14:cNvPr id="224" name="Tinta 223">
                <a:extLst>
                  <a:ext uri="{FF2B5EF4-FFF2-40B4-BE49-F238E27FC236}">
                    <a16:creationId xmlns:a16="http://schemas.microsoft.com/office/drawing/2014/main" id="{11E05162-829A-BA66-2A8A-DFB7BCE88461}"/>
                  </a:ext>
                </a:extLst>
              </p14:cNvPr>
              <p14:cNvContentPartPr/>
              <p14:nvPr/>
            </p14:nvContentPartPr>
            <p14:xfrm>
              <a:off x="1643966" y="1950771"/>
              <a:ext cx="360" cy="6480"/>
            </p14:xfrm>
          </p:contentPart>
        </mc:Choice>
        <mc:Fallback>
          <p:pic>
            <p:nvPicPr>
              <p:cNvPr id="224" name="Tinta 223">
                <a:extLst>
                  <a:ext uri="{FF2B5EF4-FFF2-40B4-BE49-F238E27FC236}">
                    <a16:creationId xmlns:a16="http://schemas.microsoft.com/office/drawing/2014/main" id="{11E05162-829A-BA66-2A8A-DFB7BCE88461}"/>
                  </a:ext>
                </a:extLst>
              </p:cNvPr>
              <p:cNvPicPr/>
              <p:nvPr/>
            </p:nvPicPr>
            <p:blipFill>
              <a:blip r:embed="rId314"/>
              <a:stretch>
                <a:fillRect/>
              </a:stretch>
            </p:blipFill>
            <p:spPr>
              <a:xfrm>
                <a:off x="1637846" y="1944651"/>
                <a:ext cx="1260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5">
            <p14:nvContentPartPr>
              <p14:cNvPr id="225" name="Tinta 224">
                <a:extLst>
                  <a:ext uri="{FF2B5EF4-FFF2-40B4-BE49-F238E27FC236}">
                    <a16:creationId xmlns:a16="http://schemas.microsoft.com/office/drawing/2014/main" id="{864C2B96-425B-6EA2-0D6D-B90AE5509DFE}"/>
                  </a:ext>
                </a:extLst>
              </p14:cNvPr>
              <p14:cNvContentPartPr/>
              <p14:nvPr/>
            </p14:nvContentPartPr>
            <p14:xfrm>
              <a:off x="551366" y="1992531"/>
              <a:ext cx="1447920" cy="382320"/>
            </p14:xfrm>
          </p:contentPart>
        </mc:Choice>
        <mc:Fallback>
          <p:pic>
            <p:nvPicPr>
              <p:cNvPr id="225" name="Tinta 224">
                <a:extLst>
                  <a:ext uri="{FF2B5EF4-FFF2-40B4-BE49-F238E27FC236}">
                    <a16:creationId xmlns:a16="http://schemas.microsoft.com/office/drawing/2014/main" id="{864C2B96-425B-6EA2-0D6D-B90AE5509DFE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545246" y="1986411"/>
                <a:ext cx="1460160" cy="39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7" name="Agrupar 226">
            <a:extLst>
              <a:ext uri="{FF2B5EF4-FFF2-40B4-BE49-F238E27FC236}">
                <a16:creationId xmlns:a16="http://schemas.microsoft.com/office/drawing/2014/main" id="{5385B5BB-4B79-00AB-DC03-6AAB2974F46F}"/>
              </a:ext>
            </a:extLst>
          </p:cNvPr>
          <p:cNvGrpSpPr/>
          <p:nvPr/>
        </p:nvGrpSpPr>
        <p:grpSpPr>
          <a:xfrm>
            <a:off x="2771307" y="3427827"/>
            <a:ext cx="1851840" cy="847440"/>
            <a:chOff x="2771307" y="3427827"/>
            <a:chExt cx="1851840" cy="84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C08A02A7-C39A-1165-9BE5-2A5810D433D6}"/>
                    </a:ext>
                  </a:extLst>
                </p14:cNvPr>
                <p14:cNvContentPartPr/>
                <p14:nvPr/>
              </p14:nvContentPartPr>
              <p14:xfrm>
                <a:off x="2918547" y="4069347"/>
                <a:ext cx="190800" cy="205920"/>
              </p14:xfrm>
            </p:contentPart>
          </mc:Choice>
          <mc:Fallback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C08A02A7-C39A-1165-9BE5-2A5810D433D6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2912427" y="4063227"/>
                  <a:ext cx="2030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56B5028B-2706-0ED4-3D65-D98CABFE96CC}"/>
                    </a:ext>
                  </a:extLst>
                </p14:cNvPr>
                <p14:cNvContentPartPr/>
                <p14:nvPr/>
              </p14:nvContentPartPr>
              <p14:xfrm>
                <a:off x="3004587" y="4074387"/>
                <a:ext cx="179640" cy="6840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56B5028B-2706-0ED4-3D65-D98CABFE96CC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2998467" y="4068267"/>
                  <a:ext cx="1918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79581C38-E83D-9734-226C-61FB6929136B}"/>
                    </a:ext>
                  </a:extLst>
                </p14:cNvPr>
                <p14:cNvContentPartPr/>
                <p14:nvPr/>
              </p14:nvContentPartPr>
              <p14:xfrm>
                <a:off x="4305627" y="4044507"/>
                <a:ext cx="317520" cy="17352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79581C38-E83D-9734-226C-61FB6929136B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4299507" y="4038387"/>
                  <a:ext cx="3297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8C1531F1-0003-5128-E4E8-7092F9472163}"/>
                    </a:ext>
                  </a:extLst>
                </p14:cNvPr>
                <p14:cNvContentPartPr/>
                <p14:nvPr/>
              </p14:nvContentPartPr>
              <p14:xfrm>
                <a:off x="3100707" y="3627627"/>
                <a:ext cx="83160" cy="61200"/>
              </p14:xfrm>
            </p:contentPart>
          </mc:Choice>
          <mc:Fallback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8C1531F1-0003-5128-E4E8-7092F9472163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3094587" y="3621507"/>
                  <a:ext cx="954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5E816422-7760-C86B-CD21-2466D48A0041}"/>
                    </a:ext>
                  </a:extLst>
                </p14:cNvPr>
                <p14:cNvContentPartPr/>
                <p14:nvPr/>
              </p14:nvContentPartPr>
              <p14:xfrm>
                <a:off x="4316427" y="3581547"/>
                <a:ext cx="158400" cy="10188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5E816422-7760-C86B-CD21-2466D48A0041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4310307" y="3575427"/>
                  <a:ext cx="1706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EC1D03DE-BEE8-B12E-257E-99F1758F938B}"/>
                    </a:ext>
                  </a:extLst>
                </p14:cNvPr>
                <p14:cNvContentPartPr/>
                <p14:nvPr/>
              </p14:nvContentPartPr>
              <p14:xfrm>
                <a:off x="3100707" y="3482547"/>
                <a:ext cx="497880" cy="258120"/>
              </p14:xfrm>
            </p:contentPart>
          </mc:Choice>
          <mc:Fallback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EC1D03DE-BEE8-B12E-257E-99F1758F938B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3094587" y="3476427"/>
                  <a:ext cx="5101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23B7839A-DE42-80FF-0CE8-8569C8B29118}"/>
                    </a:ext>
                  </a:extLst>
                </p14:cNvPr>
                <p14:cNvContentPartPr/>
                <p14:nvPr/>
              </p14:nvContentPartPr>
              <p14:xfrm>
                <a:off x="3522267" y="3427827"/>
                <a:ext cx="636840" cy="27396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23B7839A-DE42-80FF-0CE8-8569C8B29118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3516147" y="3421707"/>
                  <a:ext cx="6490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995953EF-9DDF-230F-7373-F532F6C5DDAE}"/>
                    </a:ext>
                  </a:extLst>
                </p14:cNvPr>
                <p14:cNvContentPartPr/>
                <p14:nvPr/>
              </p14:nvContentPartPr>
              <p14:xfrm>
                <a:off x="2771307" y="3634107"/>
                <a:ext cx="720720" cy="35100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995953EF-9DDF-230F-7373-F532F6C5DDAE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2765187" y="3627987"/>
                  <a:ext cx="73296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8E73E400-8460-6EEA-A707-89574D023711}"/>
                    </a:ext>
                  </a:extLst>
                </p14:cNvPr>
                <p14:cNvContentPartPr/>
                <p14:nvPr/>
              </p14:nvContentPartPr>
              <p14:xfrm>
                <a:off x="3637827" y="3766587"/>
                <a:ext cx="262800" cy="19764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8E73E400-8460-6EEA-A707-89574D023711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3631707" y="3760467"/>
                  <a:ext cx="2750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26" name="Tinta 225">
                  <a:extLst>
                    <a:ext uri="{FF2B5EF4-FFF2-40B4-BE49-F238E27FC236}">
                      <a16:creationId xmlns:a16="http://schemas.microsoft.com/office/drawing/2014/main" id="{07FF0F48-4928-DA11-80E8-6E2B1B8AFD56}"/>
                    </a:ext>
                  </a:extLst>
                </p14:cNvPr>
                <p14:cNvContentPartPr/>
                <p14:nvPr/>
              </p14:nvContentPartPr>
              <p14:xfrm>
                <a:off x="3385646" y="3871011"/>
                <a:ext cx="68760" cy="66600"/>
              </p14:xfrm>
            </p:contentPart>
          </mc:Choice>
          <mc:Fallback>
            <p:pic>
              <p:nvPicPr>
                <p:cNvPr id="226" name="Tinta 225">
                  <a:extLst>
                    <a:ext uri="{FF2B5EF4-FFF2-40B4-BE49-F238E27FC236}">
                      <a16:creationId xmlns:a16="http://schemas.microsoft.com/office/drawing/2014/main" id="{07FF0F48-4928-DA11-80E8-6E2B1B8AFD56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3379526" y="3864891"/>
                  <a:ext cx="81000" cy="78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19071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289C2F-7FDD-3503-2793-C5C8FA2C8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1AEFB9C-86E6-7F94-EAB2-569FCBD64F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1724" y="2770557"/>
            <a:ext cx="8908552" cy="2461473"/>
          </a:xfrm>
        </p:spPr>
      </p:pic>
    </p:spTree>
    <p:extLst>
      <p:ext uri="{BB962C8B-B14F-4D97-AF65-F5344CB8AC3E}">
        <p14:creationId xmlns:p14="http://schemas.microsoft.com/office/powerpoint/2010/main" val="3256846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B862E62-5F2E-014A-F13D-8704B9B905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848522D-2295-B6BB-7171-6B716783E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876" y="1487131"/>
            <a:ext cx="3558848" cy="297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0020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3</Words>
  <Application>Microsoft Office PowerPoint</Application>
  <PresentationFormat>Widescreen</PresentationFormat>
  <Paragraphs>1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Tema do Office</vt:lpstr>
      <vt:lpstr>Exxercicios  lucaas 20092023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Exxercicios  lucaas 20092023</dc:title>
  <dc:creator>Luiz Gadêlha</dc:creator>
  <cp:lastModifiedBy>Luiz Gadêlha</cp:lastModifiedBy>
  <cp:revision>1</cp:revision>
  <dcterms:created xsi:type="dcterms:W3CDTF">2023-09-20T18:05:22Z</dcterms:created>
  <dcterms:modified xsi:type="dcterms:W3CDTF">2023-09-20T19:10:29Z</dcterms:modified>
</cp:coreProperties>
</file>