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0" d="100"/>
          <a:sy n="120" d="100"/>
        </p:scale>
        <p:origin x="67" y="-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5:53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886 410 3362 0 0,'0'-1'76'0'0,"0"0"0"0"0,0 0 1 0 0,0 0-1 0 0,0 1 1 0 0,0-1-1 0 0,-1 0 0 0 0,1 1 1 0 0,0-1-1 0 0,-1 0 1 0 0,1 1-1 0 0,0-1 0 0 0,-1 0 1 0 0,1 1-1 0 0,-1-1 1 0 0,1 0-1 0 0,-1 1 0 0 0,1-1 1 0 0,-1 1-1 0 0,0-1 1 0 0,1 1-1 0 0,-1 0 0 0 0,1-1 1 0 0,-1 1-1 0 0,0-1 1 0 0,0 1-1 0 0,1 0 0 0 0,-1 0 1 0 0,0-1-1 0 0,1 1 1 0 0,-1 0-1 0 0,0 0 1 0 0,0 0-1 0 0,1 0 0 0 0,-1 0 1 0 0,0 0-1 0 0,0 0 1 0 0,0 0-1 0 0,1 0 0 0 0,-2 1 1 0 0,-4-2 215 0 0,0 0 522 0 0,0 0 1 0 0,-1 0 0 0 0,1 1-1 0 0,0 0 1 0 0,0 0 0 0 0,-11 1 0 0 0,7 2-635 0 0,1-1 0 0 0,0 1 0 0 0,1 1 0 0 0,-1-1 0 0 0,0 2 0 0 0,-9 6 0 0 0,-72 47 913 0 0,-119 103-1 0 0,-82 98 31 0 0,159-139-496 0 0,131-119-616 0 0,0 0 1 0 0,0 0-1 0 0,1 0 1 0 0,-1 0-1 0 0,0 0 0 0 0,0 0 1 0 0,1 0-1 0 0,-1 0 1 0 0,1 0-1 0 0,-1 1 0 0 0,1-1 1 0 0,-1 0-1 0 0,0 3 1 0 0,1-4-8 0 0,0 1 1 0 0,0-1 0 0 0,0 0-1 0 0,1 1 1 0 0,-1-1 0 0 0,0 1 0 0 0,0-1-1 0 0,0 1 1 0 0,0-1 0 0 0,0 0 0 0 0,1 1-1 0 0,-1-1 1 0 0,0 1 0 0 0,0-1 0 0 0,1 0-1 0 0,-1 1 1 0 0,0-1 0 0 0,1 0 0 0 0,-1 1-1 0 0,0-1 1 0 0,1 0 0 0 0,-1 0 0 0 0,1 1-1 0 0,-1-1 1 0 0,1 0 0 0 0,1 1 14 0 0,1 0 0 0 0,0 0 0 0 0,-1-1 1 0 0,1 1-1 0 0,-1-1 0 0 0,1 0 0 0 0,0 0 0 0 0,-1 0 0 0 0,1 0 0 0 0,3 0 1 0 0,8-3 39 0 0,0 0 0 0 0,0 0 0 0 0,-1-1 0 0 0,1-1 0 0 0,16-8 0 0 0,65-41 102 0 0,-84 48-143 0 0,162-107 156 0 0,50-29-68 0 0,-23-1-221 0 0,185-114-143 0 0,-267 197 365 0 0,-66 36-34 0 0,80-52 0 0 0,13-41-14 0 0,-123 99-24 0 0,-14 8 13 0 0,-16 11 50 0 0,-26 13 167 0 0,2 1-1 0 0,-32 20 1 0 0,27-15-98 0 0,-770 473 3021 0 0,783-478-3121 0 0,-153 107 426 0 0,72-31-202 0 0,57-46-168 0 0,-21 13 29 0 0,29-26-16 0 0,1 3 0 0 0,-66 74 0 0 0,99-100-109 0 0,-1 0-1 0 0,1 0 1 0 0,0 1 0 0 0,1 0-1 0 0,-5 14 1 0 0,10-23-22 0 0,-1 0 1 0 0,1 0-1 0 0,-1 1 0 0 0,1-1 0 0 0,0 0 1 0 0,-1 0-1 0 0,1 1 0 0 0,0-1 1 0 0,0 0-1 0 0,0 1 0 0 0,0-1 0 0 0,0 0 1 0 0,0 1-1 0 0,1-1 0 0 0,-1 0 0 0 0,0 0 1 0 0,1 2-1 0 0,0-2-2 0 0,-1-1 0 0 0,1 1 1 0 0,-1-1-1 0 0,1 1 0 0 0,-1-1 1 0 0,1 1-1 0 0,0-1 0 0 0,-1 1 0 0 0,1-1 1 0 0,0 0-1 0 0,-1 1 0 0 0,1-1 0 0 0,0 0 1 0 0,-1 0-1 0 0,1 0 0 0 0,0 1 0 0 0,0-1 1 0 0,-1 0-1 0 0,1 0 0 0 0,0 0 1 0 0,0 0-1 0 0,0 0 0 0 0,9-2 29 0 0,0 0 0 0 0,0 0-1 0 0,-1-1 1 0 0,12-4 0 0 0,-16 5-14 0 0,67-27 123 0 0,-3-2 1 0 0,92-57-1 0 0,127-104 62 0 0,152-127 117 0 0,-326 237-222 0 0,53-35 44 0 0,-69 59-62 0 0,-90 54-73 0 0,37-25 38 0 0,-45 29-45 0 0,1 0 0 0 0,-1 0 0 0 0,0-1-1 0 0,1 1 1 0 0,-1 0 0 0 0,0-1 0 0 0,1 1 0 0 0,-1 0-1 0 0,0-1 1 0 0,1 1 0 0 0,-1-1 0 0 0,0 1 0 0 0,0 0-1 0 0,0-1 1 0 0,1 1 0 0 0,-1-1 0 0 0,0 1 0 0 0,0-1-1 0 0,0 1 1 0 0,0-1 0 0 0,0 1 0 0 0,0 0 0 0 0,0-1 0 0 0,0 1-1 0 0,0-1 1 0 0,0 0 0 0 0,-1 0-3 0 0,1 1 1 0 0,-1-1-1 0 0,0 0 1 0 0,0 1-1 0 0,0-1 0 0 0,0 1 1 0 0,0-1-1 0 0,1 1 1 0 0,-1 0-1 0 0,0-1 0 0 0,0 1 1 0 0,0 0-1 0 0,0 0 1 0 0,0 0-1 0 0,0-1 0 0 0,0 1 1 0 0,-2 0-1 0 0,-2 1 0 0 0,0-1 0 0 0,0 0 0 0 0,1 1 0 0 0,-1 0 0 0 0,0 0 0 0 0,0 0 0 0 0,1 1 0 0 0,-10 4 0 0 0,-117 51 270 0 0,-266 132-1002 0 0,129-57-5386 0 0,91-48-3590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7:36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838 85 720 0 0,'4'-1'614'0'0,"-4"1"-487"0"0,1 0-64 0 0,0 0 0 0 0,0 0 0 0 0,0 0 1 0 0,0-1-1 0 0,0 1 0 0 0,0 0 0 0 0,0 0 0 0 0,-1-1 1 0 0,1 1-1 0 0,0 0 0 0 0,0-1 0 0 0,0 1 0 0 0,0-1 1 0 0,-1 1-1 0 0,1-1 0 0 0,0 1 0 0 0,0-1 0 0 0,-1 1 1 0 0,1-1-1 0 0,0-1 0 0 0,-1 2 364 0 0,-3 0 2789 0 0,-6 0-2870 0 0,3 0-80 0 0,2 1 456 0 0,0 3-70 0 0,-8-2 141 0 0,-1 0-1 0 0,-25-1 0 0 0,-25 4 460 0 0,35-3-880 0 0,23-2-322 0 0,0 0 0 0 0,0 1-1 0 0,1-1 1 0 0,-1 1 0 0 0,0 0-1 0 0,-7 3 1 0 0,3-1-58 0 0,-1 0 1 0 0,1-1 0 0 0,-18 2-1 0 0,-26 7 158 0 0,51-10-123 0 0,1-1-13 0 0,0 0-1 0 0,0 1 0 0 0,0-1 1 0 0,0 0-1 0 0,0 0 0 0 0,0 1 0 0 0,0-1 1 0 0,0 1-1 0 0,0-1 0 0 0,0 1 1 0 0,0-1-1 0 0,0 1 0 0 0,0-1 1 0 0,0 1-1 0 0,1 0 0 0 0,-1 0 0 0 0,0-1 1 0 0,0 1-1 0 0,1 0 0 0 0,-2 2 1 0 0,-3-1 23 0 0,0 0 0 0 0,1-1 0 0 0,-1 1 0 0 0,0-1 0 0 0,-10 1-1 0 0,13-2 9 0 0,-13 3-3 0 0,-1 1 0 0 0,0 0 0 0 0,1 1 0 0 0,0 0 0 0 0,0 2 0 0 0,-26 15 0 0 0,20-9 21 0 0,5-3 54 0 0,1 0 0 0 0,-22 8-1 0 0,5-8-29 0 0,28-9-71 0 0,0 0-1 0 0,0 1 1 0 0,-1-1-1 0 0,1 1 1 0 0,0 0 0 0 0,0 0-1 0 0,0 0 1 0 0,-5 4-1 0 0,-3 2-4 0 0,-18 13-138 0 0,29-20 130 0 0,-1 0 1 0 0,1 0 0 0 0,0 0 0 0 0,-1 1-1 0 0,1-1 1 0 0,0 0 0 0 0,0 1-1 0 0,0-1 1 0 0,0 1 0 0 0,1-1 0 0 0,-1 1-1 0 0,0-1 1 0 0,0 1 0 0 0,1 0-1 0 0,-1-1 1 0 0,0 4 0 0 0,1-4 5 0 0,0 0-1 0 0,0 0 1 0 0,0-1 0 0 0,0 1 0 0 0,0 0-1 0 0,-1-1 1 0 0,1 1 0 0 0,0 0 0 0 0,-1 0-1 0 0,1-1 1 0 0,0 1 0 0 0,-1-1 0 0 0,1 1-1 0 0,-1 0 1 0 0,1-1 0 0 0,-1 1 0 0 0,1-1-1 0 0,-1 1 1 0 0,0-1 0 0 0,1 1 0 0 0,-1-1-1 0 0,0 0 1 0 0,1 1 0 0 0,-1-1 0 0 0,0 0-1 0 0,1 1 1 0 0,-3-1 0 0 0,-1 2 26 0 0,0 3-22 0 0,4-3-30 0 0,1-1 0 0 0,-1 1 0 0 0,0-1 0 0 0,-1 1 0 0 0,1-1 0 0 0,0 1 0 0 0,0-1 0 0 0,-1 1 0 0 0,1-1 0 0 0,-1 1 0 0 0,1-1 0 0 0,-1 0 0 0 0,1 1 0 0 0,-1-1 0 0 0,0 0 0 0 0,0 1 0 0 0,0-1 0 0 0,0 0 0 0 0,0 0 0 0 0,0 0 0 0 0,-2 2 0 0 0,-2 2 111 0 0,-3 15 106 0 0,3-16-197 0 0,4-4 0 0 0,0 1 0 0 0,0-1 0 0 0,0 1 0 0 0,0 0 0 0 0,1-1 0 0 0,-1 1-1 0 0,0 0 1 0 0,0-1 0 0 0,1 1 0 0 0,-1 0 0 0 0,1 0 0 0 0,-1 0 0 0 0,1 0-1 0 0,-1-1 1 0 0,1 1 0 0 0,-1 0 0 0 0,1 0 0 0 0,0 0 0 0 0,-1 0-1 0 0,1 0 1 0 0,0 0 0 0 0,0 0 0 0 0,0 0 0 0 0,0 0 0 0 0,0 0 0 0 0,0 1-1 0 0,0-1-4 0 0,0-1 0 0 0,0 1 0 0 0,0-1 0 0 0,-1 0-1 0 0,1 1 1 0 0,0-1 0 0 0,0 0 0 0 0,0 1 0 0 0,0-1 0 0 0,0 0-1 0 0,-1 1 1 0 0,1-1 0 0 0,0 0 0 0 0,0 1 0 0 0,-1-1-1 0 0,1 0 1 0 0,0 0 0 0 0,-1 1 0 0 0,1-1 0 0 0,0 0 0 0 0,0 0-1 0 0,-1 1 1 0 0,1-1 0 0 0,0 0 0 0 0,-1 0 0 0 0,1 0-1 0 0,-1 0 1 0 0,1 0 0 0 0,0 0 0 0 0,-1 1 0 0 0,1-1 0 0 0,-1 0-1 0 0,1 0 1 0 0,0 0 0 0 0,-1 0 0 0 0,1 0 0 0 0,-1-1-1 0 0,0 1 2 0 0,1 0-1 0 0,0 0 1 0 0,-1 0-1 0 0,1 0 0 0 0,-1 0 1 0 0,1 0-1 0 0,0 0 0 0 0,-1 0 1 0 0,1 0-1 0 0,-1 0 0 0 0,1 0 1 0 0,0 1-1 0 0,-1-1 1 0 0,1 0-1 0 0,0 0 0 0 0,-1 0 1 0 0,1 0-1 0 0,0 1 0 0 0,-1-1 1 0 0,1 0-1 0 0,0 0 0 0 0,-1 1 1 0 0,1-1-1 0 0,0 0 1 0 0,0 1-1 0 0,-1-1 0 0 0,1 0 1 0 0,0 0-1 0 0,0 1 0 0 0,0-1 1 0 0,-1 1-1 0 0,1-1 0 0 0,0 0 1 0 0,0 1-1 0 0,0-1 1 0 0,0 0-1 0 0,0 1 0 0 0,0 0 1 0 0,-1 1-9 0 0,1 0 0 0 0,0 0 1 0 0,-1 1-1 0 0,1-1 0 0 0,-1 0 1 0 0,1 0-1 0 0,-1 0 0 0 0,0 0 0 0 0,0 0 1 0 0,0 0-1 0 0,-3 3 0 0 0,3-2 3 0 0,-1-1-1 0 0,1 0 1 0 0,0 1-1 0 0,0-1 1 0 0,0 1 0 0 0,0 0-1 0 0,0-1 1 0 0,0 1-1 0 0,1 0 1 0 0,-1-1-1 0 0,1 1 1 0 0,-1 3-1 0 0,1 1 130 0 0,-1-5-145 0 0,1 0 1 0 0,0 0 0 0 0,0 0-1 0 0,0 0 1 0 0,0 0 0 0 0,0 0-1 0 0,0 1 1 0 0,0-1 0 0 0,0 0-1 0 0,1 0 1 0 0,-1 0 0 0 0,1 0-1 0 0,0 0 1 0 0,1 3 0 0 0,9 5-172 0 0,19 14-439 0 0,-29-23 615 0 0,1 0 1 0 0,-1-1-1 0 0,1 1 1 0 0,-1 0-1 0 0,0 0 1 0 0,0 1-1 0 0,1-1 1 0 0,-1 0-1 0 0,0 0 1 0 0,0 1-1 0 0,0-1 1 0 0,0 0-1 0 0,0 1 1 0 0,-1-1-1 0 0,1 1 0 0 0,0-1 1 0 0,-1 1-1 0 0,1-1 1 0 0,0 3-1 0 0,1 35-151 0 0,-3-21 102 0 0,1-12 29 0 0,2 22 108 0 0,-1-26-69 0 0,-1-1 1 0 0,1 0 0 0 0,-1 0 0 0 0,1 0 0 0 0,-1 0 0 0 0,1 0-1 0 0,0 0 1 0 0,-1-1 0 0 0,1 1 0 0 0,0 0 0 0 0,0 0 0 0 0,0 0-1 0 0,0-1 1 0 0,-1 1 0 0 0,1 0 0 0 0,0-1 0 0 0,0 1 0 0 0,3 0-1 0 0,-4-1-3 0 0,0 0-1 0 0,0 0 0 0 0,0 0 0 0 0,1 0 0 0 0,-1 1 0 0 0,0-1 0 0 0,0 0 0 0 0,0 0 0 0 0,1 0 0 0 0,-1 0 0 0 0,0 0 0 0 0,0 1 0 0 0,0-1 0 0 0,0 0 0 0 0,1 0 0 0 0,-1 0 0 0 0,0 1 0 0 0,0-1 0 0 0,0 0 0 0 0,0 0 0 0 0,0 1 0 0 0,0-1 0 0 0,0 0 0 0 0,0 0 0 0 0,0 0 0 0 0,0 1 0 0 0,0-1 0 0 0,0 0 0 0 0,0 0 0 0 0,0 1 0 0 0,0-1 0 0 0,0 0 0 0 0,0 0 0 0 0,0 1 0 0 0,0-1 0 0 0,0 0 1 0 0,0 0 0 0 0,0 0-1 0 0,0 1 1 0 0,0-1 0 0 0,0 0-1 0 0,0 0 1 0 0,0 0-1 0 0,0 0 1 0 0,0 1 0 0 0,0-1-1 0 0,0 0 1 0 0,0 0 0 0 0,0 0-1 0 0,0 0 1 0 0,0 1 0 0 0,0-1-1 0 0,0 0 1 0 0,0 0-1 0 0,0 0 1 0 0,0 0 0 0 0,0 1-1 0 0,1-1 1 0 0,-1 0 0 0 0,0 0-1 0 0,0 0 1 0 0,0 0 0 0 0,0 0-1 0 0,0 0 1 0 0,0 1 0 0 0,0-1-1 0 0,1 0 1 0 0,-1 0-1 0 0,0 0 1 0 0,0 0 0 0 0,0 0-1 0 0,0 0 1 0 0,1 0 0 0 0,-1 0-1 0 0,0 0 1 0 0,0 0 0 0 0,0 0-1 0 0,0 0 1 0 0,0 0-1 0 0,1 0 1 0 0,1 0-4 0 0,-1 0 7 0 0,-1 0-1 0 0,1 0 0 0 0,0 0 0 0 0,-1 0 0 0 0,1 0 1 0 0,0 0-1 0 0,-1 0 0 0 0,1 0 0 0 0,0 0 0 0 0,-1 0 1 0 0,1 0-1 0 0,-1 0 0 0 0,1 1 0 0 0,0-1 1 0 0,-1 0-1 0 0,1 0 0 0 0,-1 1 0 0 0,1-1 0 0 0,0 0 1 0 0,-1 1-1 0 0,1-1 0 0 0,-1 1 0 0 0,1-1 0 0 0,-1 1 1 0 0,0-1-1 0 0,1 1 0 0 0,0 0 4 0 0,-1-1 0 0 0,0 1 0 0 0,0-1 0 0 0,0 0 0 0 0,0 1 0 0 0,0-1 0 0 0,0 0 0 0 0,1 1 0 0 0,-1-1 0 0 0,0 0-1 0 0,0 1 1 0 0,0-1 0 0 0,1 0 0 0 0,-1 0 0 0 0,0 1 0 0 0,0-1 0 0 0,1 0 0 0 0,-1 0 0 0 0,0 1 0 0 0,1-1 0 0 0,-1 0 0 0 0,0 0 0 0 0,1 0 0 0 0,-1 0 0 0 0,0 1 0 0 0,1-1 0 0 0,-1 0 0 0 0,1 0-1 0 0,0 0 1 0 0,-1 0 0 0 0,0 0-1 0 0,1 0 1 0 0,-1 0-1 0 0,1 0 0 0 0,-1 1 1 0 0,1-1-1 0 0,-1 0 1 0 0,1 0-1 0 0,-1 0 0 0 0,0 1 1 0 0,1-1-1 0 0,-1 0 0 0 0,0 0 1 0 0,1 1-1 0 0,-1-1 1 0 0,0 0-1 0 0,1 1 0 0 0,-1-1 1 0 0,0 0-1 0 0,1 1 1 0 0,-1-1-1 0 0,0 1 0 0 0,0-1 1 0 0,0 0-1 0 0,1 1 1 0 0,-1-1-1 0 0,0 1 0 0 0,0-1 1 0 0,0 1-1 0 0,0-1 0 0 0,0 1 1 0 0,1 1 7 0 0,1-1 1 0 0,-1 1-1 0 0,1 0 0 0 0,-1-1 1 0 0,1 0-1 0 0,-1 1 1 0 0,1-1-1 0 0,0 0 0 0 0,-1 0 1 0 0,1 0-1 0 0,0 0 1 0 0,0 0-1 0 0,0 0 0 0 0,0-1 1 0 0,2 2-1 0 0,8 4 47 0 0,-9 4 1 0 0,1 2-25 0 0,3-7 0 0 0,-4-3-2 0 0,1 1 0 0 0,-1-1 0 0 0,0 1 0 0 0,0 0 0 0 0,0 0 1 0 0,0 0-1 0 0,-1 0 0 0 0,1 0 0 0 0,-1 1 0 0 0,3 4 0 0 0,-5-7-29 0 0,0-1 0 0 0,0 1 1 0 0,0-1-1 0 0,0 1 0 0 0,0-1 0 0 0,0 1 0 0 0,1-1 0 0 0,-1 0 1 0 0,0 1-1 0 0,0-1 0 0 0,0 1 0 0 0,0-1 0 0 0,1 1 0 0 0,-1-1 1 0 0,0 1-1 0 0,0-1 0 0 0,1 0 0 0 0,-1 1 0 0 0,0-1 0 0 0,1 0 0 0 0,-1 1 1 0 0,1-1-1 0 0,-1 0 0 0 0,0 0 0 0 0,1 1 0 0 0,-1-1 0 0 0,1 0 1 0 0,-1 0-1 0 0,0 1 0 0 0,1-1 0 0 0,-1 0 0 0 0,1 0 0 0 0,-1 0 1 0 0,1 0-1 0 0,-1 0 0 0 0,1 0 0 0 0,0 0 0 0 0,-1 0 0 0 0,1 0 0 0 0,-1 0 0 0 0,0 0 0 0 0,1 0 0 0 0,-1 0 0 0 0,1 0-1 0 0,-1 1 1 0 0,1-1 0 0 0,-1 0 0 0 0,0 0 0 0 0,1 0 0 0 0,-1 0 0 0 0,1 1 0 0 0,-1-1-1 0 0,0 0 1 0 0,1 0 0 0 0,-1 1 0 0 0,0-1 0 0 0,1 0 0 0 0,-1 0 0 0 0,0 1 0 0 0,0-1 0 0 0,1 0-1 0 0,-1 1 1 0 0,0-1 0 0 0,0 1 0 0 0,1-1 0 0 0,-1 0 0 0 0,0 1 0 0 0,0-1 0 0 0,0 1 0 0 0,0-1-1 0 0,0 0 1 0 0,0 1 0 0 0,0-1 0 0 0,0 1 0 0 0,3 1-25 0 0,-1-1 0 0 0,1 1 0 0 0,-1-1 0 0 0,1 0 0 0 0,-1 0 0 0 0,1 0 0 0 0,0-1 0 0 0,-1 1 0 0 0,1-1 0 0 0,0 1 0 0 0,0-1 0 0 0,-1 0 0 0 0,1 0 0 0 0,0 0 0 0 0,0 0 0 0 0,3-1 0 0 0,22-5 205 0 0,0 0-1 0 0,45-18 0 0 0,-64 20-108 0 0,1 1-1 0 0,-1 0 0 0 0,1 0 0 0 0,11-1 1 0 0,13-2 120 0 0,69-5 272 0 0,-70 8-363 0 0,0-3 0 0 0,-1 0 0 0 0,0-2 0 0 0,0-2 0 0 0,-1 0 0 0 0,42-22 0 0 0,-44 17-40 0 0,0-1 1 0 0,-2-1-1 0 0,44-36 0 0 0,-52 38 1 0 0,34-19 0 0 0,-40 26-45 0 0,-7 4-23 0 0,0 0 1 0 0,-1-1-1 0 0,0 0 0 0 0,0 0 1 0 0,6-7-1 0 0,-4 5-27 0 0,-7 6 30 0 0,1 0 0 0 0,-1 0 0 0 0,0 1 0 0 0,1-1 1 0 0,-1 0-1 0 0,1 0 0 0 0,-1 0 0 0 0,0 0 1 0 0,0 0-1 0 0,1 0 0 0 0,-1 0 0 0 0,0 1 0 0 0,0-1 1 0 0,0 0-1 0 0,0 0 0 0 0,0 0 0 0 0,0 0 1 0 0,-1 0-1 0 0,1-1 0 0 0,0 1 2 0 0,-1 0-1 0 0,1 0 1 0 0,0 1 0 0 0,0-1-1 0 0,0 0 1 0 0,0 0 0 0 0,0 0-1 0 0,0 1 1 0 0,0-1-1 0 0,0 0 1 0 0,0 0 0 0 0,0 0-1 0 0,1 1 1 0 0,-1-1 0 0 0,0 0-1 0 0,0 1 1 0 0,1-1 0 0 0,-1 0-1 0 0,0 0 1 0 0,1 1 0 0 0,-1-1-1 0 0,1 0 1 0 0,0 0 0 0 0,2-1 8 0 0,-2 1-7 0 0,0 0-1 0 0,0 0 1 0 0,1 0 0 0 0,-1 0-1 0 0,0 0 1 0 0,0 0 0 0 0,0 0 0 0 0,0-1-1 0 0,-1 1 1 0 0,1 0 0 0 0,0 0-1 0 0,0-1 1 0 0,-1 1 0 0 0,1 0-1 0 0,-1-1 1 0 0,1 1 0 0 0,-1-1-1 0 0,0 1 1 0 0,1-1 0 0 0,-1 1 0 0 0,0-1-1 0 0,0 1 1 0 0,0-1 0 0 0,0 1-1 0 0,-1-3 1 0 0,2 3-3 0 0,-1 0 1 0 0,1 0-1 0 0,-1 0 0 0 0,1 0 1 0 0,0 0-1 0 0,-1 0 1 0 0,1 0-1 0 0,0 0 0 0 0,0 1 1 0 0,-1-1-1 0 0,1 0 0 0 0,0 0 1 0 0,0 1-1 0 0,0-1 0 0 0,0 0 1 0 0,0 1-1 0 0,1-1 1 0 0,2-2 11 0 0,8-9 31 0 0,-5 5-29 0 0,-1-1 0 0 0,1 0 0 0 0,8-14-1 0 0,22-15 2 0 0,-14 4 119 0 0,-16 14-120 0 0,3 14-36 0 0,-10 5 22 0 0,1 0 0 0 0,-1-1 0 0 0,0 1 0 0 0,0 0 0 0 0,1 0 0 0 0,-1 0 0 0 0,0 0 0 0 0,0 0 0 0 0,1 0 0 0 0,-1 0 0 0 0,0-1 0 0 0,0 1 0 0 0,0 0 0 0 0,1 0 0 0 0,-1 0 0 0 0,0 0 0 0 0,0-1 0 0 0,0 1 0 0 0,1 0 0 0 0,-1 0 0 0 0,0-1 0 0 0,0 1 0 0 0,0 0 0 0 0,0 0 0 0 0,0-1 0 0 0,0 1 0 0 0,0 0 1 0 0,1 0-1 0 0,-1-1 0 0 0,0 1 0 0 0,0 0 0 0 0,0 0 0 0 0,0-1 0 0 0,0 1 0 0 0,0 0 0 0 0,0 0 0 0 0,0-1 0 0 0,-1 1 0 0 0,1 0 0 0 0,0-1 0 0 0,0 1 0 0 0,0 0 0 0 0,0-1 0 0 0,-15-6-13 0 0,2-3 18 0 0,3 6-53 0 0,3 2 1 0 0,7 2 24 0 0,-1 0 9 0 0,0 0 1 0 0,0 0-1 0 0,0 0 0 0 0,0 0 0 0 0,0 0 1 0 0,0-1-1 0 0,1 1 0 0 0,-1 0 0 0 0,0 0 1 0 0,0-1-1 0 0,0 1 0 0 0,0-1 1 0 0,1 1-1 0 0,-1-1 0 0 0,0 1 0 0 0,0-1 1 0 0,1 0-1 0 0,-1 1 0 0 0,0-1 0 0 0,0-1 1 0 0,0 1-37 0 0,-1 0 1 0 0,1 0 0 0 0,0 0-1 0 0,0 0 1 0 0,-1 0 0 0 0,1 0-1 0 0,-1 0 1 0 0,1 1 0 0 0,-1-1-1 0 0,1 0 1 0 0,-4 0 0 0 0,-1-2-267 0 0,-5 1 245 0 0,1-1 0 0 0,-1 2 0 0 0,0-1-1 0 0,0 1 1 0 0,0 1 0 0 0,0 0 0 0 0,0 1-1 0 0,1 0 1 0 0,-14 2 0 0 0,-2 0 154 0 0,-2 0 122 0 0,0 1 1 0 0,-50 13-1 0 0,72-14-169 0 0,-32-1 91 0 0,37-1-131 0 0,0-1 0 0 0,0 0 1 0 0,0 0-1 0 0,0 0 0 0 0,0 0 1 0 0,0 0-1 0 0,0 0 0 0 0,0-1 1 0 0,0 1-1 0 0,1 0 1 0 0,-1 0-1 0 0,0-1 0 0 0,0 1 1 0 0,0 0-1 0 0,0-1 0 0 0,0 1 1 0 0,1-1-1 0 0,-1 1 1 0 0,0-1-1 0 0,0 1 0 0 0,0-2 1 0 0,-2-19-40 0 0,4 11 136 0 0,-1 10-89 0 0,0-1-1 0 0,1 1 1 0 0,-1-1-1 0 0,1 1 1 0 0,-1 0 0 0 0,1-1-1 0 0,-1 1 1 0 0,1-1-1 0 0,-1 1 1 0 0,1 0-1 0 0,0-1 1 0 0,-1 1 0 0 0,1 0-1 0 0,0 0 1 0 0,-1 0-1 0 0,1-1 1 0 0,-1 1-1 0 0,1 0 1 0 0,0 0-1 0 0,-1 0 1 0 0,1 0 0 0 0,0 0-1 0 0,-1 0 1 0 0,1 0-1 0 0,0 0 1 0 0,-1 0-1 0 0,2 1 1 0 0,-1-1 5 0 0,-9-4 357 0 0,8 4-350 0 0,0-1 0 0 0,0 1 0 0 0,-1 0 0 0 0,1 0 0 0 0,0 0 0 0 0,0 0 0 0 0,-1 0 0 0 0,1-1 0 0 0,0 1 0 0 0,0 0 0 0 0,-1 0 0 0 0,1 0 1 0 0,0 0-1 0 0,-1 0 0 0 0,1 0 0 0 0,0 0 0 0 0,-1 0 0 0 0,1 0 0 0 0,0 0 0 0 0,0 0 0 0 0,-1 0 0 0 0,1 1 0 0 0,0-1 0 0 0,-1 0 0 0 0,1 0 0 0 0,0 0 0 0 0,0 0 0 0 0,-1 0 0 0 0,1 1 1 0 0,0-1-1 0 0,0 0 0 0 0,-1 0 0 0 0,1 0 0 0 0,0 1 0 0 0,0-1 0 0 0,0 0 0 0 0,-1 0 0 0 0,1 1 0 0 0,0-1 0 0 0,0 0 0 0 0,0 0 0 0 0,0 1 0 0 0,0 0 1201 0 0,3-8-883 0 0,34-30-43 0 0,74-81 274 0 0,-89 87-346 0 0,1 1-22 0 0,-23 30-195 0 0,0-1 1 0 0,0 1-1 0 0,0 0 1 0 0,0 0-1 0 0,0 0 1 0 0,0 0-1 0 0,0 0 0 0 0,0 0 1 0 0,0-1-1 0 0,0 1 1 0 0,0 0-1 0 0,0 0 1 0 0,0 0-1 0 0,0 0 1 0 0,0 0-1 0 0,0-1 1 0 0,0 1-1 0 0,0 0 1 0 0,0 0-1 0 0,0 0 1 0 0,0 0-1 0 0,0 0 1 0 0,0-1-1 0 0,0 1 1 0 0,0 0-1 0 0,0 0 1 0 0,0 0-1 0 0,0 0 1 0 0,0 0-1 0 0,0 0 1 0 0,0-1-1 0 0,-1 1 1 0 0,1 0-1 0 0,0 0 1 0 0,0 0-1 0 0,0 0 1 0 0,0 0-1 0 0,0 0 1 0 0,0 0-1 0 0,-1 0 1 0 0,1 0-1 0 0,0 0 1 0 0,0 0-1 0 0,0-1 0 0 0,0 1 1 0 0,0 0-1 0 0,0 0 1 0 0,-1 0-1 0 0,1 0 1 0 0,0 0-1 0 0,0 0 1 0 0,0 0-1 0 0,0 0 1 0 0,0 0-1 0 0,-1 0 1 0 0,1 1-1 0 0,0-1 1 0 0,0 0-1 0 0,0 0 1 0 0,0 0-1 0 0,0 0 1 0 0,-1 0-1 0 0,1 0 1 0 0,0 0-1 0 0,0 0 1 0 0,0 0-1 0 0,0 0 1 0 0,-17 3-183 0 0,-8 7 106 0 0,11-4-523 0 0,0 0 1 0 0,-19 10-1 0 0,29-13-396 0 0,-21 11-1706 0 0,24-13 2163 0 0,0-1 0 0 0,0 0-1 0 0,0 0 1 0 0,0 1 0 0 0,0-1 0 0 0,-1 0 0 0 0,1 0-1 0 0,0 0 1 0 0,0 0 0 0 0,0 0 0 0 0,0-1 0 0 0,0 1-1 0 0,-1 0 1 0 0,-1-1 0 0 0,-15-7-3371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8:54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0 80 0 0,'0'1'28'0'0,"0"-1"0"0"0,0 1 0 0 0,0-1 0 0 0,0 1 0 0 0,0-1 1 0 0,-1 1-1 0 0,1-1 0 0 0,0 1 0 0 0,0-1 0 0 0,0 0 0 0 0,-1 1 0 0 0,1-1 0 0 0,0 1 0 0 0,-1-1 0 0 0,1 0 0 0 0,0 1 1 0 0,-1-1-1 0 0,1 0 0 0 0,-1 1 0 0 0,1-1 0 0 0,0 0 0 0 0,-1 1 0 0 0,1-1 0 0 0,-1 0 0 0 0,1 0 0 0 0,-1 0 0 0 0,1 1 1 0 0,-1-1-1 0 0,1 0 0 0 0,-1 0 0 0 0,1 0 0 0 0,-1 0 0 0 0,0 0 0 0 0,-21 0 1264 0 0,15-1-1085 0 0,18 0-373 0 0,-22-3-441 0 0,8 4-434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01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158 122 1201 0 0,'0'0'1147'0'0,"1"-1"134"0"0,-6-2-1095 0 0,0 2-82 0 0,5 1-82 0 0,-1 0 1 0 0,1 0 0 0 0,-1 0-1 0 0,1 0 1 0 0,-1 0 0 0 0,1 0-1 0 0,-1-1 1 0 0,1 1 0 0 0,-1 0-1 0 0,0 0 1 0 0,1 0 0 0 0,-1-1 0 0 0,1 1-1 0 0,0 0 1 0 0,-1 0 0 0 0,1-1-1 0 0,-1 1 1 0 0,1-1 0 0 0,-1 1-1 0 0,1 0 1 0 0,0-1 0 0 0,-1 1-1 0 0,1-1 1 0 0,0 1 0 0 0,-1-1 0 0 0,1 1-1 0 0,0-1 1 0 0,0 1 0 0 0,0-1-1 0 0,-1 1 1 0 0,1-1 0 0 0,0 1-1 0 0,0-1 1 0 0,0 1 0 0 0,0-1 0 0 0,18 1 6726 0 0,-36 3-6562 0 0,15-2-156 0 0,-1 0 1 0 0,1 0-1 0 0,0 0 0 0 0,0 1 1 0 0,0-1-1 0 0,0 1 0 0 0,-4 2 0 0 0,-5 3 26 0 0,12-7-49 0 0,-1 1 1 0 0,1 0-1 0 0,-1 0 1 0 0,1 0-1 0 0,-1 0 0 0 0,1 0 1 0 0,0-1-1 0 0,-1 1 1 0 0,1 0-1 0 0,0 0 0 0 0,0 0 1 0 0,0 0-1 0 0,0 0 1 0 0,0 0-1 0 0,0 0 1 0 0,0 0-1 0 0,0 0 0 0 0,0 1 1 0 0,0-1-4 0 0,0 0-1 0 0,0-1 1 0 0,0 1 0 0 0,0-1 0 0 0,0 1 0 0 0,0 0 0 0 0,0-1-1 0 0,0 1 1 0 0,0-1 0 0 0,-1 1 0 0 0,1-1 0 0 0,0 1-1 0 0,0-1 1 0 0,-1 1 0 0 0,1-1 0 0 0,0 1 0 0 0,-1-1-1 0 0,1 1 1 0 0,-1-1 0 0 0,1 1 0 0 0,-1-1 0 0 0,1 0-1 0 0,-1 1 1 0 0,1-1 0 0 0,-1 0 0 0 0,1 1 0 0 0,-1-1-1 0 0,1 0 1 0 0,-2 1 0 0 0,1-1 2 0 0,1 0-1 0 0,-1 1 1 0 0,0-1-1 0 0,1 0 1 0 0,-1 1-1 0 0,0-1 1 0 0,1 1-1 0 0,-1-1 1 0 0,1 1-1 0 0,-1-1 1 0 0,1 1-1 0 0,-1-1 1 0 0,1 1 0 0 0,-1-1-1 0 0,1 1 1 0 0,-1 0-1 0 0,1-1 1 0 0,0 1-1 0 0,-1 0 1 0 0,1-1-1 0 0,0 1 1 0 0,0 0-1 0 0,-1 0 1 0 0,1-1-1 0 0,0 1 1 0 0,0 0 0 0 0,0 0-1 0 0,0-1 1 0 0,0 1-1 0 0,0 1 1 0 0,0-1-9 0 0,1 0 0 0 0,-1-1 0 0 0,0 1-1 0 0,0 0 1 0 0,0 0 0 0 0,0 0 0 0 0,0 0 0 0 0,0 0 0 0 0,0-1 0 0 0,0 1 0 0 0,0 0 0 0 0,0 0 0 0 0,-1 0 0 0 0,1 0 0 0 0,0 0 0 0 0,0-1 0 0 0,-1 1 0 0 0,1 0 0 0 0,-1 0-1 0 0,1-1 1 0 0,-1 1 0 0 0,1 0 0 0 0,-1 0 0 0 0,1-1 0 0 0,-1 1 0 0 0,0-1 0 0 0,1 1 0 0 0,-1-1 0 0 0,0 1 0 0 0,1-1 0 0 0,-1 1 0 0 0,0-1 0 0 0,0 1 0 0 0,0-1-1 0 0,1 0 1 0 0,-1 1 0 0 0,-1-1 0 0 0,-1 1 14 0 0,2-1-11 0 0,1 1 0 0 0,0-1 1 0 0,-1 0-1 0 0,1 1 0 0 0,0-1 0 0 0,-1 0 1 0 0,1 1-1 0 0,0-1 0 0 0,-1 1 0 0 0,1-1 1 0 0,0 0-1 0 0,0 1 0 0 0,0-1 0 0 0,-1 1 0 0 0,1-1 1 0 0,0 1-1 0 0,0-1 0 0 0,0 1 0 0 0,0-1 1 0 0,0 1-1 0 0,0-1 0 0 0,0 1 0 0 0,0-1 0 0 0,0 0 1 0 0,0 1-1 0 0,0-1 0 0 0,0 1 0 0 0,0-1 1 0 0,0 1-1 0 0,1-1 0 0 0,-1 1 0 0 0,0 0 0 0 0,0-1-1 0 0,1 1 1 0 0,-1-1-1 0 0,0 0 0 0 0,0 1 1 0 0,0-1-1 0 0,0 1 1 0 0,0-1-1 0 0,0 1 1 0 0,0-1-1 0 0,0 1 1 0 0,0-1-1 0 0,0 1 0 0 0,0-1 1 0 0,0 1-1 0 0,0-1 1 0 0,0 1-1 0 0,0-1 1 0 0,-1 1-1 0 0,1-1 1 0 0,0 0-1 0 0,0 1 0 0 0,-1-1 1 0 0,1 1-1 0 0,0-1 1 0 0,0 0-1 0 0,-1 1 1 0 0,1-1-1 0 0,0 0 0 0 0,-1 1 1 0 0,0-1-1 0 0,-36 28 0 0 0,36-26-3 0 0,0 0-1 0 0,1 0 0 0 0,-1 0 0 0 0,0 0 0 0 0,1 0 0 0 0,-1 0 0 0 0,1 0 1 0 0,0 0-1 0 0,0 1 0 0 0,-1-1 0 0 0,1 0 0 0 0,1 0 0 0 0,-1 0 1 0 0,1 5-1 0 0,-1-2-5 0 0,0 44-71 0 0,0-49 77 0 0,0 1 1 0 0,0-1 0 0 0,0 0-1 0 0,1 1 1 0 0,-1-1 0 0 0,0 1-1 0 0,0-1 1 0 0,0 1 0 0 0,0-1-1 0 0,0 1 1 0 0,0-1 0 0 0,1 0-1 0 0,-1 1 1 0 0,0-1 0 0 0,0 1-1 0 0,0-1 1 0 0,1 0 0 0 0,-1 1 0 0 0,0-1-1 0 0,1 0 1 0 0,-1 1 0 0 0,0-1-1 0 0,1 0 1 0 0,-1 0 0 0 0,0 1-1 0 0,1-1 1 0 0,-1 0 0 0 0,1 0-1 0 0,-1 0 1 0 0,1 1 0 0 0,-1-1-1 0 0,0 0 1 0 0,1 0 0 0 0,-1 0-1 0 0,1 0 1 0 0,-1 0 0 0 0,1 0-1 0 0,0 0 1 0 0,-1 0 6 0 0,0 0 0 0 0,1 0 0 0 0,-1 0 0 0 0,1 0 0 0 0,-1 0 0 0 0,1 0 0 0 0,-1 0 0 0 0,1 1 0 0 0,-1-1 0 0 0,0 0 0 0 0,1 0 0 0 0,-1 0 0 0 0,1 0 1 0 0,-1 1-1 0 0,0-1 0 0 0,1 0 0 0 0,-1 1 0 0 0,0-1 0 0 0,1 0 0 0 0,-1 0 0 0 0,0 1 0 0 0,1-1 0 0 0,-1 1 0 0 0,0-1 0 0 0,0 0 0 0 0,1 1 0 0 0,-1-1 0 0 0,0 1 0 0 0,0-1 0 0 0,0 0 0 0 0,0 1 0 0 0,1-1 0 0 0,-1 1 0 0 0,0-1 0 0 0,0 1 0 0 0,0-1 0 0 0,0 1 0 0 0,0 0 0 0 0,0-1-4 0 0,0 0-1 0 0,0 1 0 0 0,0-1 1 0 0,1 1-1 0 0,-1-1 1 0 0,0 1-1 0 0,0-1 0 0 0,1 0 1 0 0,-1 1-1 0 0,0-1 1 0 0,0 0-1 0 0,1 1 0 0 0,-1-1 1 0 0,1 0-1 0 0,-1 1 0 0 0,0-1 1 0 0,1 0-1 0 0,-1 0 1 0 0,1 1-1 0 0,-1-1 0 0 0,0 0 1 0 0,1 0-1 0 0,-1 0 0 0 0,2 1 1 0 0,-2-1-2 0 0,1 0 0 0 0,0 0 0 0 0,-1 0 1 0 0,1 1-1 0 0,0-1 0 0 0,-1 0 0 0 0,1 1 0 0 0,0-1 0 0 0,-1 0 1 0 0,1 1-1 0 0,-1-1 0 0 0,1 1 0 0 0,-1-1 0 0 0,1 1 0 0 0,-1-1 1 0 0,1 1-1 0 0,-1 0 0 0 0,1-1 0 0 0,-1 1 0 0 0,0 0 0 0 0,1-1 1 0 0,-1 1-1 0 0,0 0 0 0 0,0-1 0 0 0,1 1 0 0 0,-1 0 0 0 0,0 1 1 0 0,0-2 1 0 0,0 1 1 0 0,0-1 0 0 0,0 1 0 0 0,0-1 0 0 0,0 0-1 0 0,1 1 1 0 0,-1-1 0 0 0,0 1 0 0 0,0-1-1 0 0,0 1 1 0 0,1-1 0 0 0,-1 0 0 0 0,0 1 0 0 0,0-1-1 0 0,1 0 1 0 0,-1 1 0 0 0,0-1 0 0 0,1 0 0 0 0,-1 1-1 0 0,1-1 1 0 0,-1 0 0 0 0,0 0 0 0 0,1 1-1 0 0,-1-1 1 0 0,1 0 0 0 0,-1 0 0 0 0,1 0 0 0 0,-1 0-1 0 0,0 1 1 0 0,1-1 0 0 0,-1 0 0 0 0,1 0 0 0 0,0 0-1 0 0,0 0 1 0 0,-1 0 0 0 0,0 0 0 0 0,1 0-1 0 0,-1 0 1 0 0,1 0 0 0 0,-1 0 0 0 0,1 0 0 0 0,-1 0-1 0 0,1 1 1 0 0,-1-1 0 0 0,0 0 0 0 0,1 0 0 0 0,-1 1-1 0 0,1-1 1 0 0,-1 0 0 0 0,0 0 0 0 0,1 1-1 0 0,-1-1 1 0 0,0 0 0 0 0,1 1 0 0 0,-1-1 0 0 0,0 0-1 0 0,1 1 1 0 0,-1-1 0 0 0,0 1 0 0 0,0-1 0 0 0,0 0-1 0 0,1 1 1 0 0,-1-1 0 0 0,0 1 0 0 0,0-1-1 0 0,0 1 1 0 0,0 0 0 0 0,4 3-5 0 0,-1-1 0 0 0,1 1 0 0 0,-1-1 0 0 0,1 0 0 0 0,0 0 0 0 0,1 0 0 0 0,-1 0 0 0 0,0-1 0 0 0,6 2 0 0 0,-4 0 33 0 0,0 1 0 0 0,0 0 0 0 0,0 0-1 0 0,8 9 1 0 0,11 8 54 0 0,-24-18-86 0 0,5 2 19 0 0,9-2 51 0 0,-12-3 13 0 0,16 2 13 0 0,62-1 462 0 0,-35 0-45 0 0,48-5-1 0 0,-41-5-97 0 0,-34 4-194 0 0,0 1 1 0 0,28 0-1 0 0,-36 2-117 0 0,-8 0-55 0 0,1 1-1 0 0,-1 0 1 0 0,1 0 0 0 0,0 0 0 0 0,-1 0 0 0 0,1 0-1 0 0,4 1 1 0 0,7 0 34 0 0,7-1 14 0 0,4 5 39 0 0,-2-2-16 0 0,37 10 1 0 0,49 8 114 0 0,-87-20-272 0 0,-16-1 48 0 0,0 0 1 0 0,0 0-1 0 0,0 0 1 0 0,0-1-1 0 0,0 0 1 0 0,0-1-1 0 0,11-2 1 0 0,4-3-10 0 0,66-21-13 0 0,-84 28 17 0 0,-3 0-6 0 0,0 0 0 0 0,0 0 0 0 0,0 0 0 0 0,0 0 0 0 0,-1 0 0 0 0,1-1 0 0 0,0 1 1 0 0,0 0-1 0 0,0 0 0 0 0,-1 0 0 0 0,1-1 0 0 0,0 1 0 0 0,0-1 0 0 0,-1 1 0 0 0,1 0 1 0 0,0-1-1 0 0,-1 1 0 0 0,1-1 0 0 0,0 1 0 0 0,-1-1 0 0 0,1 0 0 0 0,-1 1 1 0 0,2-2-1 0 0,16 1-77 0 0,-10-2 93 0 0,-6 2-4 0 0,0 0 0 0 0,0 0-1 0 0,0 1 1 0 0,0-1 0 0 0,0 1 0 0 0,0 0 0 0 0,0 0 0 0 0,1 0 0 0 0,-1 0-1 0 0,0 0 1 0 0,0 0 0 0 0,4 1 0 0 0,7 1-44 0 0,28-2 35 0 0,-13 1 59 0 0,55-3-51 0 0,-53-1-9 0 0,-2 0-46 0 0,43 0 1 0 0,-49 3 6 0 0,-4 1 80 0 0,-17-1-36 0 0,-1 1-1 0 0,1-1 1 0 0,-1 1-1 0 0,1-1 0 0 0,-1 1 1 0 0,0 0-1 0 0,1-1 1 0 0,-1 1-1 0 0,0-1 1 0 0,1 1-1 0 0,-1 0 0 0 0,0-1 1 0 0,0 1-1 0 0,0 0 1 0 0,0-1-1 0 0,0 1 0 0 0,0-1 1 0 0,0 1-1 0 0,0 0 1 0 0,0-1-1 0 0,0 2 1 0 0,-1 7 14 0 0,0-5-17 0 0,1 7-59 0 0,2-10 58 0 0,0 1 0 0 0,-1-1 0 0 0,1 0 1 0 0,0 0-1 0 0,0 0 0 0 0,0 0 1 0 0,-1 0-1 0 0,1 0 0 0 0,0 0 0 0 0,0-1 1 0 0,0 1-1 0 0,3-1 0 0 0,0 3 29 0 0,31 0 76 0 0,-17-5-105 0 0,0-1 0 0 0,0 0 0 0 0,0-1 0 0 0,19-8 0 0 0,-19 7 0 0 0,44-26 93 0 0,-59 29-26 0 0,-4-1 13 0 0,4 3-13 0 0,14-1-54 0 0,4-2-13 0 0,-3 6 13 0 0,-12-2 41 0 0,8-2-41 0 0,-2-6 40 0 0,-1 5-13 0 0,3 2-53 0 0,-11 4 13 0 0,-1 1 0 0 0,12-4 13 0 0,-11-1 134 0 0,0 0-80 0 0,27-3-52 0 0,-18-1-84 0 0,24-9 136 0 0,-32 7 61 0 0,-2 3-109 0 0,-2 3-21 0 0,0-1 1 0 0,0 1 0 0 0,0-1 0 0 0,0 1-1 0 0,0-1 1 0 0,0 1 0 0 0,0-1-1 0 0,-1 0 1 0 0,1 1 0 0 0,0-1-1 0 0,0 0 1 0 0,0 0 0 0 0,-1 0 0 0 0,1 1-1 0 0,0-1 1 0 0,-1 0 0 0 0,2-2-1 0 0,0-26-41 0 0,-1 8 88 0 0,0 16-16 0 0,0-1 0 0 0,-1 1 0 0 0,0-1 0 0 0,0 1-1 0 0,0-1 1 0 0,-1 1 0 0 0,0 0 0 0 0,0-1 0 0 0,-3-8 0 0 0,-3 5 35 0 0,6 8-51 0 0,0 0 1 0 0,0 0-1 0 0,0 0 1 0 0,0 0-1 0 0,1 0 1 0 0,-1 0-1 0 0,0 0 1 0 0,0 0-1 0 0,1-1 1 0 0,-1 1-1 0 0,1 0 1 0 0,-1-1-1 0 0,1 1 0 0 0,0 0 1 0 0,-1-1-1 0 0,1 1 1 0 0,0-3-1 0 0,0 4-7 0 0,0-1-1 0 0,0 1 1 0 0,0-1-1 0 0,0 1 0 0 0,0-1 1 0 0,0 0-1 0 0,0 1 1 0 0,0-1-1 0 0,-1 1 0 0 0,1-1 1 0 0,0 1-1 0 0,0-1 1 0 0,0 1-1 0 0,-1-1 0 0 0,1 1 1 0 0,0-1-1 0 0,-1 1 1 0 0,1-1-1 0 0,0 1 0 0 0,-1-1 1 0 0,1 1-1 0 0,-1-1 1 0 0,1 1-1 0 0,0 0 0 0 0,-1-1 1 0 0,1 1-1 0 0,-1 0 1 0 0,1 0-1 0 0,-1-1 0 0 0,1 1 1 0 0,-1 0-1 0 0,0 0 1 0 0,1 0-1 0 0,-2-1 0 0 0,2 1 0 0 0,-1 0-1 0 0,1 0 0 0 0,-1 0 0 0 0,1 0 0 0 0,-1 0 0 0 0,1-1 0 0 0,-1 1 0 0 0,1 0 1 0 0,-1 0-1 0 0,1-1 0 0 0,0 1 0 0 0,-1 0 0 0 0,1 0 0 0 0,-1-1 0 0 0,1 1 0 0 0,0 0 1 0 0,-1-1-1 0 0,1 1 0 0 0,0-1 0 0 0,-1 1 0 0 0,1 0 0 0 0,0-1 0 0 0,0 1 0 0 0,-1-1 1 0 0,1 1-1 0 0,0-1 0 0 0,0 1 0 0 0,0-1 0 0 0,0 1 0 0 0,0-1 0 0 0,0 1 0 0 0,0-1 1 0 0,0 1-1 0 0,0-2 0 0 0,-4-1 63 0 0,-11 2 13 0 0,11 1 80 0 0,4 0-157 0 0,0-1 1 0 0,0 1 0 0 0,0 0-1 0 0,0-1 1 0 0,-1 1-1 0 0,1 0 1 0 0,0 0 0 0 0,0-1-1 0 0,-1 1 1 0 0,1 0 0 0 0,0 0-1 0 0,0-1 1 0 0,-1 1-1 0 0,1 0 1 0 0,0 0 0 0 0,0 0-1 0 0,-1 0 1 0 0,1-1 0 0 0,0 1-1 0 0,-1 0 1 0 0,1 0-1 0 0,0 0 1 0 0,-1 0 0 0 0,1 0-1 0 0,0 0 1 0 0,-1 0 0 0 0,1 0-1 0 0,0 0 1 0 0,-1 0-1 0 0,1 0 1 0 0,-1 0 0 0 0,1 0-1 0 0,0 0 1 0 0,-1 1 0 0 0,1-1-3 0 0,-1 0 0 0 0,1 0 0 0 0,-1 0 1 0 0,1 0-1 0 0,0 0 0 0 0,-1 0 0 0 0,1 0 1 0 0,0 0-1 0 0,-1 0 0 0 0,1 0 0 0 0,-1 0 1 0 0,1 0-1 0 0,0 0 0 0 0,-1 0 0 0 0,1 0 1 0 0,0 0-1 0 0,-1 0 0 0 0,1 0 0 0 0,0-1 1 0 0,-1 1-1 0 0,1 0 0 0 0,0 0 0 0 0,-1 0 1 0 0,1-1-1 0 0,0 1 0 0 0,-1 0 0 0 0,1 0 1 0 0,0-1-1 0 0,0 1 0 0 0,-1 0 1 0 0,1-1-1 0 0,0 1 0 0 0,0 0 0 0 0,0-1 1 0 0,-1 1-1 0 0,1-1 0 0 0,0 1 5 0 0,0-1 0 0 0,0 1 1 0 0,0 0-1 0 0,0-1 0 0 0,-1 1 0 0 0,1 0 0 0 0,0-1 0 0 0,0 1 1 0 0,0 0-1 0 0,-1-1 0 0 0,1 1 0 0 0,0 0 0 0 0,0-1 0 0 0,-1 1 1 0 0,1 0-1 0 0,0 0 0 0 0,-1 0 0 0 0,1-1 0 0 0,0 1 0 0 0,-1 0 1 0 0,1 0-1 0 0,0 0 0 0 0,-1-1 0 0 0,1 1 0 0 0,0 0 0 0 0,-1 0 1 0 0,1 0-1 0 0,-1 0 0 0 0,1 0 0 0 0,0 0 0 0 0,-1 0 0 0 0,0 0 1 0 0,1 0 2 0 0,-1 0 1 0 0,1 0 0 0 0,-1 0 0 0 0,1 0 0 0 0,-1 0 0 0 0,1 0-1 0 0,-1 0 1 0 0,1 0 0 0 0,-1-1 0 0 0,1 1 0 0 0,0 0-1 0 0,-1 0 1 0 0,1 0 0 0 0,-1-1 0 0 0,1 1 0 0 0,-1 0-1 0 0,1-1 1 0 0,0 1 0 0 0,-1 0 0 0 0,1-1 0 0 0,0 1-1 0 0,-1 0 1 0 0,1-1 0 0 0,0 1 0 0 0,-1-1 0 0 0,1 1 0 0 0,0 0-1 0 0,0-1 1 0 0,0 1 0 0 0,-1-1 0 0 0,1 1 0 0 0,0-1-1 0 0,0 1 1 0 0,0-1 0 0 0,0 0 2 0 0,0 1 1 0 0,0 0-1 0 0,0-1 0 0 0,0 1 0 0 0,-1 0 1 0 0,1 0-1 0 0,0-1 0 0 0,0 1 1 0 0,0 0-1 0 0,0 0 0 0 0,-1-1 0 0 0,1 1 1 0 0,0 0-1 0 0,0 0 0 0 0,0-1 1 0 0,-1 1-1 0 0,1 0 0 0 0,0 0 0 0 0,0 0 1 0 0,-1 0-1 0 0,1-1 0 0 0,0 1 1 0 0,0 0-1 0 0,-1 0 0 0 0,1 0 0 0 0,0 0 1 0 0,-1 0-1 0 0,1 0 0 0 0,0 0 1 0 0,-1 0-1 0 0,1 0 0 0 0,0 0 0 0 0,0 0 1 0 0,-1 0-1 0 0,1 0 0 0 0,-1 0 1 0 0,0 0-1 0 0,1 0 1 0 0,-1 0 0 0 0,1 0-1 0 0,-1 0 1 0 0,1 0 0 0 0,-1 0-1 0 0,1 0 1 0 0,-1-1-1 0 0,1 1 1 0 0,-1 0 0 0 0,1 0-1 0 0,-1 0 1 0 0,1-1 0 0 0,-1 1-1 0 0,1 0 1 0 0,-1-1-1 0 0,1 1 1 0 0,0 0 0 0 0,-1-1-1 0 0,1 1 1 0 0,-1-1 0 0 0,1 1-1 0 0,0 0 1 0 0,0-1-1 0 0,-1 1 1 0 0,1-1 0 0 0,0 1-1 0 0,0-1 1 0 0,-1 1-1 0 0,1-1 1 0 0,0 1 0 0 0,0-1-1 0 0,0 1 1 0 0,0-1 0 0 0,0 1-1 0 0,0-1 1 0 0,0 0-1 0 0,0 0 1 0 0,0 1-9 0 0,0-1 0 0 0,-1 1 0 0 0,1-1 1 0 0,0 0-1 0 0,0 1 0 0 0,0-1 0 0 0,0 1 0 0 0,-1-1 0 0 0,1 1 0 0 0,0-1 1 0 0,-1 1-1 0 0,1-1 0 0 0,0 1 0 0 0,-1 0 0 0 0,1-1 0 0 0,0 1 0 0 0,-1-1 1 0 0,1 1-1 0 0,-1 0 0 0 0,1-1 0 0 0,-1 1 0 0 0,1 0 0 0 0,-1 0 0 0 0,1-1 0 0 0,-1 1 1 0 0,1 0-1 0 0,-1 0 0 0 0,1 0 0 0 0,-1 0 0 0 0,1 0 0 0 0,-1 0 0 0 0,0 0 1 0 0,1 0-1 0 0,-1 0 0 0 0,1 0 0 0 0,-1 0 0 0 0,1 0 0 0 0,-1 0 0 0 0,1 0 1 0 0,-2 0-1 0 0,1 1 13 0 0,1-2-9 0 0,-1 1-1 0 0,1-1 1 0 0,0 1 0 0 0,-1-1 0 0 0,1 1 0 0 0,-1-1-1 0 0,1 1 1 0 0,0-1 0 0 0,0 1 0 0 0,-1-1-1 0 0,1 0 1 0 0,0 1 0 0 0,0-1 0 0 0,0 1 0 0 0,0-1-1 0 0,0 0 1 0 0,0 1 0 0 0,0-1 0 0 0,0 0 0 0 0,0 1-1 0 0,0-2 1 0 0,1-7 48 0 0,-4 7-50 0 0,1 0 0 0 0,0 0 1 0 0,-1 0-1 0 0,1 0 0 0 0,-1 1 1 0 0,1-1-1 0 0,-1 1 0 0 0,0 0 0 0 0,1-1 1 0 0,-1 1-1 0 0,-5-1 0 0 0,0-1-81 0 0,-23-7 158 0 0,0 2 1 0 0,0 0-1 0 0,-51-4 1 0 0,-6-1 142 0 0,43-6 1 0 0,35 14-218 0 0,7 4 0 0 0,0-1 0 0 0,0 0 0 0 0,0 1-1 0 0,0-1 1 0 0,0 1 0 0 0,0 0 0 0 0,0 0 0 0 0,-1 0 0 0 0,1 0 0 0 0,-4 0-1 0 0,-4 0 153 0 0,-1 0 0 0 0,1 0 0 0 0,-1 1 0 0 0,-15 1 1 0 0,-7 0-21 0 0,-51 5 340 0 0,58-5-287 0 0,-41 8 0 0 0,-11 0 218 0 0,76-9-319 0 0,-1-1 41 0 0,-26-7 2 0 0,16 7-32 0 0,-39-5-44 0 0,34 2 4 0 0,0 2 1 0 0,-24-1-1 0 0,-238 13 30 0 0,215-5 199 0 0,44-5-279 0 0,-1 0-14 0 0,1-1 13 0 0,0-2 54 0 0,-36 1 51 0 0,27-1-223 0 0,-27-5 84 0 0,-17 1 122 0 0,58 5-34 0 0,0 1-1 0 0,0 1 1 0 0,1 0 0 0 0,-1 1-1 0 0,-24 6 1 0 0,37-7-27 0 0,5-3-112 0 0,-1 2-270 0 0,0 0 0 0 0,0 0 0 0 0,0 0-1 0 0,0-1 1 0 0,1 1 0 0 0,-1 0 0 0 0,0 0 0 0 0,1 0-1 0 0,-1 0 1 0 0,1 0 0 0 0,-1 0 0 0 0,1 0 0 0 0,-1 0-1 0 0,1 1 1 0 0,0-1 0 0 0,0 0 0 0 0,-1 0 0 0 0,1 0-1 0 0,0 1 1 0 0,0-1 0 0 0,0 0 0 0 0,0 1-1 0 0,0-1 1 0 0,0 1 0 0 0,0-1 0 0 0,0 1 0 0 0,0-1-1 0 0,0 1 1 0 0,2-1 0 0 0,16-9-4674 0 0,-16-8-813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15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110 102 240 0 0,'0'0'31'0'0,"0"0"0"0"0,-1-1 0 0 0,1 1 1 0 0,0-1-1 0 0,0 1 0 0 0,0 0 0 0 0,-1-1 0 0 0,1 1 0 0 0,0 0 0 0 0,0-1 0 0 0,-1 1 1 0 0,1 0-1 0 0,0-1 0 0 0,-1 1 0 0 0,1 0 0 0 0,0-1 0 0 0,-1 1 0 0 0,1 0 0 0 0,0 0 1 0 0,-1 0-1 0 0,1-1 0 0 0,0 1 0 0 0,-1 0 0 0 0,1 0 0 0 0,-1 0 0 0 0,1 0 0 0 0,-1 0 1 0 0,0-1 6 0 0,1 1 1 0 0,-1 0-1 0 0,0 0 1 0 0,1 0-1 0 0,-1-1 1 0 0,0 1 0 0 0,1 0-1 0 0,-1-1 1 0 0,1 1-1 0 0,-1 0 1 0 0,0-1 0 0 0,1 1-1 0 0,-1-1 1 0 0,1 1-1 0 0,-1-1 1 0 0,1 1 0 0 0,0-1-1 0 0,-1 1 1 0 0,1-1-1 0 0,-1 1 1 0 0,1-1-1 0 0,0 0 1 0 0,0 1 0 0 0,-1-1-1 0 0,1 0 1 0 0,0 1-1 0 0,0-1 1 0 0,0 0 0 0 0,0 1-1 0 0,0-2 1 0 0,0 1 281 0 0,-3 1-268 0 0,1-1 0 0 0,0 0 0 0 0,0 1 0 0 0,-1-1 0 0 0,1 1 0 0 0,0-1 0 0 0,-1 1 1 0 0,1 0-1 0 0,-1 0 0 0 0,1 0 0 0 0,0 1 0 0 0,-1-1 0 0 0,1 1 0 0 0,-4 0 0 0 0,4 0-19 0 0,-2-1 447 0 0,49-14 414 0 0,-10 3-816 0 0,89-33 230 0 0,-96 37-15 0 0,-22 5-57 0 0,-18 5-124 0 0,12-3-107 0 0,0 0 1 0 0,0-1-1 0 0,0 1 0 0 0,0 0 1 0 0,-1 0-1 0 0,1 0 1 0 0,0 0-1 0 0,0 0 1 0 0,0 0-1 0 0,0 0 1 0 0,0 0-1 0 0,0 0 0 0 0,0 0 1 0 0,-1 0-1 0 0,1 0 1 0 0,0 0-1 0 0,0 0 1 0 0,0 0-1 0 0,0 0 1 0 0,0 0-1 0 0,0 0 0 0 0,0 0 1 0 0,-1 0-1 0 0,1 0 1 0 0,0 0-1 0 0,0 0 1 0 0,0 0-1 0 0,0 0 1 0 0,0 0-1 0 0,0 1 1 0 0,0-1-1 0 0,0 0 0 0 0,-1 0 1 0 0,1 0-1 0 0,0 0 1 0 0,0 0-1 0 0,0 0 1 0 0,0 0-1 0 0,0 0 1 0 0,0 0-1 0 0,0 0 0 0 0,0 1 1 0 0,0-1-1 0 0,0 0 1 0 0,0 0-1 0 0,0 0 1 0 0,0 0-1 0 0,0 0 1 0 0,0 0-1 0 0,0 0 0 0 0,0 1 1 0 0,0-1-1 0 0,0 0 1 0 0,0 0-1 0 0,0 0 1 0 0,0 0-1 0 0,0 0 1 0 0,0 0-1 0 0,0 0 0 0 0,0 1 1 0 0,0-1-1 0 0,0 0 1 0 0,0 0-1 0 0,0 6 128 0 0,-18 5 13 0 0,13-9-129 0 0,25 0-114 0 0,-17-2 30 0 0,-23 11 188 0 0,0 1 0 0 0,1 0 0 0 0,0 2 1 0 0,1 0-1 0 0,0 1 0 0 0,1 0 0 0 0,1 2 0 0 0,1 0 0 0 0,0 0 1 0 0,1 2-1 0 0,-17 29 0 0 0,19-30-137 0 0,7-10 50 0 0,0-1 0 0 0,1 1 0 0 0,-1 0 0 0 0,-4 14 0 0 0,8-21-64 0 0,1 1-1 0 0,-1-1 1 0 0,1 1 0 0 0,0-1 0 0 0,0 1 0 0 0,0-1 0 0 0,-1 1 0 0 0,1-1 0 0 0,1 1-1 0 0,-1-1 1 0 0,0 1 0 0 0,0-1 0 0 0,0 1 0 0 0,1-1 0 0 0,-1 1 0 0 0,1-1 0 0 0,-1 0-1 0 0,1 1 1 0 0,0-1 0 0 0,-1 0 0 0 0,1 1 0 0 0,0-1 0 0 0,0 0 0 0 0,0 0 0 0 0,0 0-1 0 0,0 0 1 0 0,0 0 0 0 0,0 0 0 0 0,0 0 0 0 0,1 0 0 0 0,-1 0 0 0 0,3 1 0 0 0,18 4-1878 0 0,0-9-1200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43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695 61 1281 0 0,'25'-4'1334'0'0,"0"1"-1"0"0,33 0 1 0 0,-55 3-1280 0 0,1 0-94 0 0,33 6-27 0 0,-37-6 76 0 0,0 0-1 0 0,0 0 1 0 0,1 0-1 0 0,-1 0 1 0 0,0 0 0 0 0,0 0-1 0 0,0 0 1 0 0,0 0-1 0 0,0 0 1 0 0,1 0 0 0 0,-1 0-1 0 0,0 0 1 0 0,0 0-1 0 0,0-1 1 0 0,0 1 0 0 0,0 0-1 0 0,0 0 1 0 0,1 0-1 0 0,-1 0 1 0 0,0 0-1 0 0,0 0 1 0 0,0 0 0 0 0,0 0-1 0 0,0 0 1 0 0,0-1-1 0 0,0 1 1 0 0,0 0 0 0 0,1 0-1 0 0,-1 0 1 0 0,0 0-1 0 0,0 0 1 0 0,0 0 0 0 0,0-1-1 0 0,0 1 1 0 0,0 0-1 0 0,0 0 1 0 0,0 0 0 0 0,0 0-1 0 0,0 0 1 0 0,0-1-1 0 0,0 1 1 0 0,0 0-1 0 0,0 0 1 0 0,0 0 0 0 0,0 0-1 0 0,3-6 491 0 0,-2 6-412 0 0,0-1 1 0 0,0 1 0 0 0,0 0-1 0 0,0 0 1 0 0,0-1 0 0 0,0 1-1 0 0,0-1 1 0 0,0 1 0 0 0,0-1-1 0 0,0 1 1 0 0,0-1 0 0 0,0 0-1 0 0,-1 1 1 0 0,1-1 0 0 0,0 0-1 0 0,0 0 1 0 0,-1 1 0 0 0,1-1-1 0 0,-1 0 1 0 0,1 0 0 0 0,0-2-1 0 0,-1 3 18 0 0,0-1 0 0 0,0 0 0 0 0,-1 1-1 0 0,1-1 1 0 0,0 0 0 0 0,-1 1 0 0 0,1-1-1 0 0,-1 0 1 0 0,1 1 0 0 0,-1-1 0 0 0,1 1-1 0 0,-1-1 1 0 0,1 1 0 0 0,-1-1-1 0 0,1 1 1 0 0,-1-1 0 0 0,0 1 0 0 0,1 0-1 0 0,-1-1 1 0 0,0 1 0 0 0,1 0 0 0 0,-2-1-1 0 0,-8-2 576 0 0,1-1 0 0 0,-1 2 0 0 0,-16-4-1 0 0,9 4 75 0 0,0 0 0 0 0,0 1-1 0 0,-32 3 1 0 0,-84 9 1194 0 0,109-8-1635 0 0,0 2 1 0 0,0 0-1 0 0,-41 16 1 0 0,56-18-304 0 0,1 1 1 0 0,0 0 0 0 0,-1 0 0 0 0,2 1 0 0 0,-1 0 0 0 0,0 0 0 0 0,1 1 0 0 0,0-1 0 0 0,1 2 0 0 0,-10 9 0 0 0,14-13-18 0 0,0-1 0 0 0,-1 1 1 0 0,1 0-1 0 0,0-1 0 0 0,0 1 1 0 0,1 0-1 0 0,-1 0 0 0 0,-2 6 1 0 0,4-8 7 0 0,0 0 0 0 0,0 0 0 0 0,0-1 0 0 0,0 1 0 0 0,0 0 0 0 0,0 0 0 0 0,0-1 0 0 0,0 1 1 0 0,0 0-1 0 0,1 0 0 0 0,-1-1 0 0 0,0 1 0 0 0,0 0 0 0 0,1-1 0 0 0,-1 1 0 0 0,0 0 0 0 0,1-1 0 0 0,-1 1 0 0 0,1 0 0 0 0,-1-1 1 0 0,1 1-1 0 0,-1-1 0 0 0,1 1 0 0 0,-1-1 0 0 0,1 1 0 0 0,-1-1 0 0 0,1 1 0 0 0,0-1 0 0 0,-1 1 0 0 0,1-1 0 0 0,0 0 0 0 0,-1 0 0 0 0,1 1 1 0 0,0-1-1 0 0,0 0 0 0 0,-1 0 0 0 0,1 0 0 0 0,0 0 0 0 0,0 0 0 0 0,-1 1 0 0 0,1-2 0 0 0,1 1 0 0 0,32 3-138 0 0,-1-2-1 0 0,1-1 1 0 0,62-8-1 0 0,-58 3 146 0 0,75 2 1 0 0,-109 3 4 0 0,4 0-44 0 0,0 1-1 0 0,0 0 1 0 0,-1 0-1 0 0,13 4 0 0 0,-19-5 30 0 0,-1 0 0 0 0,1 1 0 0 0,0-1 0 0 0,0 0 0 0 0,0 1 0 0 0,0-1-1 0 0,0 1 1 0 0,-1-1 0 0 0,1 1 0 0 0,0-1 0 0 0,0 1 0 0 0,-1-1 0 0 0,1 1 0 0 0,-1 0-1 0 0,1 0 1 0 0,0-1 0 0 0,-1 1 0 0 0,1 0 0 0 0,-1 0 0 0 0,1 0 0 0 0,-1-1 0 0 0,0 1-1 0 0,1 0 1 0 0,-1 0 0 0 0,0 0 0 0 0,0 0 0 0 0,0 0 0 0 0,1 0 0 0 0,-1 0-1 0 0,0-1 1 0 0,0 1 0 0 0,0 0 0 0 0,-1 0 0 0 0,1 0 0 0 0,0 0 0 0 0,0 0 0 0 0,0 0-1 0 0,-1 0 1 0 0,1 0 0 0 0,0 0 0 0 0,-1-1 0 0 0,1 1 0 0 0,-1 0 0 0 0,0 1 0 0 0,-1 2 8 0 0,-1-1 0 0 0,0 1 0 0 0,1-1 0 0 0,-1 0 0 0 0,0 0 1 0 0,-1 0-1 0 0,1 0 0 0 0,0 0 0 0 0,-1-1 0 0 0,0 0 1 0 0,0 1-1 0 0,-3 0 0 0 0,-57 22 16 0 0,62-24-18 0 0,-39 11 265 0 0,1-1 0 0 0,-2-2 0 0 0,0-2 0 0 0,0-2 0 0 0,0-2 0 0 0,0-1 0 0 0,0-2 0 0 0,-1-3 0 0 0,1-1 0 0 0,0-1 0 0 0,-49-15 0 0 0,80 17-263 0 0,4 2-16 0 0,1-1 0 0 0,-1 0 0 0 0,1 0-1 0 0,0-1 1 0 0,0 0 0 0 0,0 0 0 0 0,0 0-1 0 0,0-1 1 0 0,1 0 0 0 0,-8-7 0 0 0,12 10-73 0 0,0 0 0 0 0,0 0 1 0 0,0 0-1 0 0,0 0 0 0 0,0-1 1 0 0,1 1-1 0 0,-1 0 0 0 0,0-1 1 0 0,1 1-1 0 0,-1-1 1 0 0,1 1-1 0 0,0 0 0 0 0,-1-1 1 0 0,1 1-1 0 0,0-1 0 0 0,0 1 1 0 0,0-1-1 0 0,0 1 0 0 0,0-1 1 0 0,0 1-1 0 0,0-1 0 0 0,1 1 1 0 0,-1-1-1 0 0,0 1 0 0 0,1-1 1 0 0,-1 1-1 0 0,1 0 0 0 0,0-1 1 0 0,-1 1-1 0 0,1 0 0 0 0,0-1 1 0 0,0 1-1 0 0,0 0 0 0 0,0 0 1 0 0,0 0-1 0 0,0 0 1 0 0,0 0-1 0 0,3-2 0 0 0,2-2-1038 0 0,0-1 0 0 0,1 1 0 0 0,0 1 0 0 0,0-1 0 0 0,0 1 0 0 0,1 0 0 0 0,8-3-1 0 0,47-12-5601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44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79 1121 0 0,'2'1'196'0'0,"-1"1"0"0"0,1-2 1 0 0,0 1-1 0 0,-1 0 0 0 0,1 0 1 0 0,0-1-1 0 0,0 1 0 0 0,0 0 1 0 0,-1-1-1 0 0,1 0 0 0 0,0 0 1 0 0,0 1-1 0 0,0-1 0 0 0,3-1 1 0 0,32 3 766 0 0,15-3-499 0 0,1-2-1 0 0,-1-2 1 0 0,53-14-1 0 0,-99 18-329 0 0,0-1-1 0 0,-1 0 0 0 0,1-1 1 0 0,-1 1-1 0 0,8-5 1 0 0,-13 6-109 0 0,1 0 0 0 0,-1 1 1 0 0,1-1-1 0 0,-1 0 1 0 0,0 1-1 0 0,1-1 1 0 0,-1 0-1 0 0,0 0 0 0 0,0 0 1 0 0,1 1-1 0 0,-1-1 1 0 0,0 0-1 0 0,0 0 1 0 0,0 0-1 0 0,0 1 0 0 0,0-1 1 0 0,0 0-1 0 0,0 0 1 0 0,0 0-1 0 0,0 1 1 0 0,0-1-1 0 0,0 0 0 0 0,-1 0 1 0 0,1 0-1 0 0,0 1 1 0 0,-1-1-1 0 0,1 0 1 0 0,0 1-1 0 0,-1-1 0 0 0,1 0 1 0 0,-1 0-1 0 0,-11-3 240 0 0,0 0 1 0 0,0 1-1 0 0,0 0 0 0 0,0 1 0 0 0,0 1 1 0 0,-21-1-1 0 0,-80 7 1226 0 0,46 3-700 0 0,-67 15 0 0 0,102-16-587 0 0,0 2 0 0 0,1 1 0 0 0,0 2 0 0 0,-35 18 0 0 0,63-29-200 0 0,0 1 1 0 0,0 0-1 0 0,0-1 1 0 0,0 1-1 0 0,1 0 1 0 0,-1 0 0 0 0,1 0-1 0 0,-1 1 1 0 0,1-1-1 0 0,-1 1 1 0 0,1-1-1 0 0,0 1 1 0 0,0 0 0 0 0,1 0-1 0 0,-1 0 1 0 0,-2 6-1 0 0,4-6 11 0 0,-1 0 0 0 0,1 0 0 0 0,0 1 0 0 0,1-1 0 0 0,-1 0 0 0 0,0 0 0 0 0,1 0 0 0 0,0 1 0 0 0,0-1 0 0 0,0 0 0 0 0,0 0 0 0 0,0 0 0 0 0,1 0 0 0 0,-1-1 0 0 0,1 1 0 0 0,0 0-1 0 0,2 3 1 0 0,1-1 22 0 0,0 1 0 0 0,0-1 0 0 0,0 0-1 0 0,1 0 1 0 0,0 0 0 0 0,-1-1-1 0 0,2 0 1 0 0,-1 0 0 0 0,0-1 0 0 0,1 0-1 0 0,0 0 1 0 0,0 0 0 0 0,-1-1-1 0 0,2 0 1 0 0,-1 0 0 0 0,0-1-1 0 0,9 1 1 0 0,14 1-89 0 0,-1-2 1 0 0,1-1-1 0 0,31-4 0 0 0,-17 1-258 0 0,97-11-2462 0 0,-52-5-2376 0 0,-38-1-909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46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1 174 80 0 0,'3'0'484'0'0,"-2"0"-396"0"0,0 0-1 0 0,-1 0 0 0 0,1 0 1 0 0,0-1-1 0 0,0 1 0 0 0,-1 0 1 0 0,1 0-1 0 0,0 0 1 0 0,0 0-1 0 0,-1 0 0 0 0,1 1 1 0 0,0-1-1 0 0,0 0 0 0 0,-1 0 1 0 0,1 0-1 0 0,0 1 0 0 0,0-1 1 0 0,-1 0-1 0 0,1 1 0 0 0,0-1 1 0 0,-1 1-1 0 0,1-1 0 0 0,-1 1 1 0 0,2 0-1 0 0,16-5 1620 0 0,-5 0-1281 0 0,0-1 0 0 0,-1 0 0 0 0,0-1 0 0 0,-1-1 0 0 0,14-9 0 0 0,-18 12-234 0 0,6-5 180 0 0,-1 0-1 0 0,0 0 0 0 0,0-1 0 0 0,-1-1 1 0 0,17-21-1 0 0,-21 26-241 0 0,1 0-1 0 0,0 0 1 0 0,0 1-1 0 0,0 0 1 0 0,0 0-1 0 0,12-4 1 0 0,-2 5-77 0 0,-16 4-48 0 0,-1 0-5 0 0,0 0 0 0 0,-1-1 1 0 0,1 1-1 0 0,0 0 0 0 0,0 0 1 0 0,0 0-1 0 0,0 0 1 0 0,-1 0-1 0 0,1 0 0 0 0,0 0 1 0 0,0 0-1 0 0,0 0 0 0 0,0 0 1 0 0,-1 1-1 0 0,1-1 0 0 0,0 0 1 0 0,0 0-1 0 0,0 1 1 0 0,-1-1-1 0 0,1 1 0 0 0,0-1 1 0 0,-1 0-1 0 0,1 1 0 0 0,1 0 1 0 0,-2 0-1 0 0,0-1 0 0 0,0 1 0 0 0,0-1 0 0 0,0 0 0 0 0,0 1 0 0 0,0-1 0 0 0,0 1 0 0 0,0-1 0 0 0,1 1 0 0 0,-1-1 0 0 0,0 0 0 0 0,0 1 0 0 0,1-1 0 0 0,-1 0 0 0 0,0 1 0 0 0,0-1 0 0 0,1 0 0 0 0,-1 1 0 0 0,0-1 0 0 0,1 0 0 0 0,-1 1 0 0 0,1-1 0 0 0,-1 0 0 0 0,0 0 0 0 0,1 0 0 0 0,-1 1 0 0 0,1-1 0 0 0,-1 0 0 0 0,0 0 0 0 0,1 0 0 0 0,-1 0 0 0 0,1 0 0 0 0,0 0 0 0 0,0 0 0 0 0,-1 0 0 0 0,1 1 0 0 0,-1-1 0 0 0,1 0 0 0 0,-1 0 0 0 0,1 0 0 0 0,0 1 0 0 0,-1-1 0 0 0,1 0 0 0 0,-1 1 0 0 0,1-1 0 0 0,-1 0 0 0 0,0 1 0 0 0,1-1 0 0 0,-1 1 0 0 0,1-1 0 0 0,-1 1 0 0 0,0-1 0 0 0,1 0 0 0 0,-1 1 0 0 0,0 0 0 0 0,1-1 0 0 0,-1 1 0 0 0,0-1 0 0 0,0 1 0 0 0,0-1 0 0 0,1 1 0 0 0,-1-1 0 0 0,0 1 0 0 0,0 0 0 0 0,0-1 0 0 0,0 2 0 0 0,0 1 1 0 0,-1 1 1 0 0,1-1-1 0 0,-1 1 1 0 0,0-1-1 0 0,1 0 1 0 0,-2 1-1 0 0,1-1 1 0 0,0 0-1 0 0,-1 0 1 0 0,1 0-1 0 0,-1 0 0 0 0,0 0 1 0 0,0 0-1 0 0,0 0 1 0 0,0 0-1 0 0,-3 2 1 0 0,-5 4 22 0 0,0-1 0 0 0,-22 15 0 0 0,1-1 39 0 0,28-19 17 0 0,3-4-78 0 0,0 1 1 0 0,0 0 0 0 0,0-1-1 0 0,0 1 1 0 0,0 0-1 0 0,1-1 1 0 0,-1 1-1 0 0,0-1 1 0 0,0 1-1 0 0,0 0 1 0 0,1 0-1 0 0,-1-1 1 0 0,0 1 0 0 0,0 0-1 0 0,1-1 1 0 0,-1 1-1 0 0,0 0 1 0 0,1 0-1 0 0,-1 0 1 0 0,0-1-1 0 0,1 1 1 0 0,-1 0 0 0 0,0 0-1 0 0,1 0 1 0 0,-1 0-1 0 0,1-1 1 0 0,-1 1-1 0 0,0 0 1 0 0,1 0-1 0 0,-1 0 1 0 0,0 0-1 0 0,1 0 1 0 0,0 0 0 0 0,-1 0-3 0 0,1 0 0 0 0,-1 0 0 0 0,1 0 0 0 0,-1 0 1 0 0,1 0-1 0 0,-1 0 0 0 0,1 0 0 0 0,-1 0 0 0 0,1 0 1 0 0,-1 0-1 0 0,0-1 0 0 0,1 1 0 0 0,-1 0 0 0 0,1 0 0 0 0,-1-1 1 0 0,0 1-1 0 0,1 0 0 0 0,-1 0 0 0 0,1-1 0 0 0,-1 1 1 0 0,0-1-1 0 0,1 1 0 0 0,-1 0 0 0 0,0-1 0 0 0,0 1 1 0 0,1-1-1 0 0,-1 1 0 0 0,0 0 0 0 0,0-1 0 0 0,0 1 1 0 0,1-1-1 0 0,-1 1 0 0 0,0-1 0 0 0,0 0 0 0 0,1-1 4 0 0,0 0-1 0 0,0 0 0 0 0,0 0 1 0 0,0 1-1 0 0,1-1 1 0 0,-1 1-1 0 0,1-1 1 0 0,-1 1-1 0 0,1-1 0 0 0,-1 1 1 0 0,1 0-1 0 0,0-1 1 0 0,0 1-1 0 0,0 0 0 0 0,3-1 1 0 0,9-8 8 0 0,-8 1-12 0 0,-5 7 0 0 0,1 1 0 0 0,-1-1 0 0 0,0 1 0 0 0,0-1 0 0 0,1 1 0 0 0,-1 0 0 0 0,1-1 0 0 0,-1 1 0 0 0,1 0 0 0 0,-1 0 0 0 0,1 0 0 0 0,0 0 0 0 0,2-1 0 0 0,18-10-18 0 0,32-15-67 0 0,-50 25 79 0 0,0 0-1 0 0,0 1 1 0 0,0-1 0 0 0,0 1-1 0 0,0 0 1 0 0,0 0-1 0 0,0 1 1 0 0,0-1-1 0 0,1 1 1 0 0,4 0 0 0 0,-8 0 0 0 0,1 0 1 0 0,-1 0-1 0 0,0 1 1 0 0,0-1-1 0 0,0 0 1 0 0,0 1 0 0 0,1-1-1 0 0,-1 1 1 0 0,0 0-1 0 0,0-1 1 0 0,0 1 0 0 0,0 0-1 0 0,0-1 1 0 0,0 1-1 0 0,-1 0 1 0 0,1 0-1 0 0,0 0 1 0 0,0 0 0 0 0,0 0-1 0 0,-1 0 1 0 0,1 0-1 0 0,-1 0 1 0 0,1 0 0 0 0,-1 0-1 0 0,1 0 1 0 0,-1 0-1 0 0,1 0 1 0 0,-1 1 0 0 0,0-1-1 0 0,0 0 1 0 0,0 0-1 0 0,1 0 1 0 0,-1 1-1 0 0,0-1 1 0 0,-1 2 0 0 0,0 4 1 0 0,0-1 1 0 0,0 0-1 0 0,-1 1 1 0 0,0-1-1 0 0,-4 7 1 0 0,2-1 18 0 0,2-6 10 0 0,1-1-1 0 0,0 1 1 0 0,0-1 0 0 0,1 1-1 0 0,0-1 1 0 0,0 9-1 0 0,1 4-342 0 0,-1-18 160 0 0,-1 1 1 0 0,1-1-1 0 0,-1 1 1 0 0,1 0-1 0 0,-1-1 1 0 0,1 1-1 0 0,-1-1 1 0 0,0 1-1 0 0,1-1 1 0 0,-1 1-1 0 0,1-1 1 0 0,-1 0-1 0 0,0 1 1 0 0,1-1-1 0 0,-1 0 1 0 0,0 0-1 0 0,0 1 1 0 0,1-1-1 0 0,-1 0 1 0 0,0 0-1 0 0,0 0 1 0 0,1 0-1 0 0,-1 0 1 0 0,0 0 0 0 0,0 0-1 0 0,0 0 1 0 0,0 0-20 0 0,-2-3-3438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46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0 640 0 0,'-23'4'2161'0'0,"23"1"-560"0"0,-22 0-1041 0 0,22 0-80 0 0,-22 5 241 0 0,0 12 1040 0 0,-23 16 800 0 0,1-5-640 0 0,-1-5-641 0 0,-21 5-159 0 0,21-1-481 0 0,23 1-400 0 0,22-1-400 0 0,44-8-1681 0 0,1-9-2561 0 0,-1-25-1200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47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38 1040 0 0,'-60'4'2233'0'0,"-107"24"0"0"0,135-22-1776 0 0,28-5-309 0 0,0 0 0 0 0,0 0 0 0 0,1 0 0 0 0,-1 1 0 0 0,1 0 0 0 0,-1-1 0 0 0,1 1-1 0 0,-6 5 1 0 0,-5 2 215 0 0,2-4-108 0 0,10-4-229 0 0,1-1 1 0 0,-1 0-1 0 0,0 1 1 0 0,0 0 0 0 0,1-1-1 0 0,-1 1 1 0 0,1 0 0 0 0,-1 0-1 0 0,1 0 1 0 0,-1 0-1 0 0,1 0 1 0 0,-1 0 0 0 0,1 0-1 0 0,0 0 1 0 0,0 1 0 0 0,0-1-1 0 0,-1 0 1 0 0,1 1-1 0 0,0-1 1 0 0,1 1 0 0 0,-1-1-1 0 0,0 1 1 0 0,-1 3 0 0 0,2-5-21 0 0,0 1 0 0 0,0-1 0 0 0,0 1 1 0 0,0-1-1 0 0,0 1 0 0 0,0-1 0 0 0,0 1 1 0 0,0 0-1 0 0,0-1 0 0 0,0 1 1 0 0,-1-1-1 0 0,1 1 0 0 0,0-1 0 0 0,0 1 1 0 0,-1-1-1 0 0,1 0 0 0 0,0 1 0 0 0,-1-1 1 0 0,1 1-1 0 0,-1-1 0 0 0,1 0 0 0 0,0 1 1 0 0,-1-1-1 0 0,1 0 0 0 0,-1 1 1 0 0,1-1-1 0 0,-1 0 0 0 0,1 1 0 0 0,-1-1 1 0 0,1 0-1 0 0,-1 0 0 0 0,1 0 0 0 0,-1 0 1 0 0,0 1-1 0 0,0-1-1 0 0,1 0 1 0 0,-1 0 0 0 0,1 0 0 0 0,-1 1 0 0 0,1-1 0 0 0,-1 0 0 0 0,0 0 0 0 0,1 1 0 0 0,-1-1-1 0 0,1 1 1 0 0,0-1 0 0 0,-1 0 0 0 0,1 1 0 0 0,-1-1 0 0 0,1 1 0 0 0,0-1 0 0 0,-1 1 0 0 0,1-1 0 0 0,0 1-1 0 0,-1-1 1 0 0,1 1 0 0 0,0 0 0 0 0,0-1 0 0 0,-1 1 0 0 0,1-1 0 0 0,0 1 0 0 0,0-1 0 0 0,0 1 0 0 0,0 0-1 0 0,0-1 1 0 0,0 1 0 0 0,0 0 0 0 0,0 3 9 0 0,0 1 0 0 0,0-1 0 0 0,1 0 0 0 0,-1 0 0 0 0,1 0 0 0 0,0 0 0 0 0,0 0 0 0 0,1 0 0 0 0,-1 0 0 0 0,1 0 0 0 0,-1-1 1 0 0,1 1-1 0 0,1-1 0 0 0,-1 1 0 0 0,0-1 0 0 0,1 0 0 0 0,0 1 0 0 0,3 2 0 0 0,-1-2 13 0 0,0 0 0 0 0,1-1 0 0 0,0 0 0 0 0,-1 0 1 0 0,1 0-1 0 0,0 0 0 0 0,0-1 0 0 0,0 0 0 0 0,1-1 1 0 0,11 3-1 0 0,2-3 81 0 0,1 0 0 0 0,0-1 1 0 0,-1 0-1 0 0,1-2 0 0 0,-1-1 0 0 0,39-9 1 0 0,-34 4 66 0 0,-1-1 1 0 0,0-1 0 0 0,-1-1 0 0 0,0-2-1 0 0,0 0 1 0 0,-1-1 0 0 0,25-21 0 0 0,-40 29-138 0 0,-1 0 0 0 0,0 0 0 0 0,-1 0-1 0 0,10-13 1 0 0,-14 17-36 0 0,0 0-1 0 0,1-1 1 0 0,-1 1-1 0 0,0 0 0 0 0,0-1 1 0 0,0 1-1 0 0,0-1 1 0 0,-1 1-1 0 0,1-1 0 0 0,-1 1 1 0 0,1-1-1 0 0,-1 0 0 0 0,0 1 1 0 0,0-1-1 0 0,0 1 1 0 0,0-1-1 0 0,-1 0 0 0 0,-1-4 1 0 0,1 4-21 0 0,0 1 0 0 0,-1-1 0 0 0,1 1 0 0 0,-1 0 1 0 0,0 0-1 0 0,0-1 0 0 0,0 1 0 0 0,0 0 0 0 0,0 1 0 0 0,0-1 1 0 0,0 0-1 0 0,-1 1 0 0 0,1-1 0 0 0,-1 1 0 0 0,1-1 0 0 0,-1 1 1 0 0,0 0-1 0 0,-3-1 0 0 0,-7-1-238 0 0,1 0 0 0 0,-23-3 0 0 0,13 5-376 0 0,0 1 0 0 0,1 0 0 0 0,-1 2 0 0 0,0 0 0 0 0,1 2 0 0 0,-22 5 1 0 0,39-8 465 0 0,-63 13-2355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47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1521 0 0,'22'-5'4162'0'0,"0"5"-2962"0"0,0 0-159 0 0,23 5-321 0 0,22 0-320 0 0,-5 4-1040 0 0,27 1-2001 0 0,-45-6-1201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48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551 1 400 0 0,'0'4'1121'0'0,"23"2"-81"0"0,-23-2-159 0 0,0 4-81 0 0,17 2-160 0 0,-17 14 401 0 0,0 27 639 0 0,0-8-239 0 0,-17-6-560 0 0,-6-4-241 0 0,-21 0 0 0 0,-1 0-480 0 0,1-5-160 0 0,-23 4-400 0 0,1 1-801 0 0,-23-5-879 0 0,-22-4-882 0 0,26-11-1520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48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13 320 0 0,'-41'-8'3402'0'0,"37"4"1402"0"0,4 8-1124 0 0,34-3-2476 0 0,49 9 1 0 0,-9 0-3872 0 0,-56-9 298 0 0,0 0 1 0 0,22-3-1 0 0,-25 0-219 0 0,-30 1 414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49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 1841 0 0,'0'-4'1761'0'0,"22"4"-1"0"0,23 0 81 0 0,-1 0-240 0 0,1-6-320 0 0,-1 6-881 0 0,1-4-1121 0 0,-1-1-1119 0 0,-22-9-882 0 0,1-10-319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50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36 400 0 0,'0'0'2415'0'0,"4"0"-1668"0"0,206-4 2801 0 0,-191 1-3401 0 0,-16 1-121 0 0,-2 2-19 0 0,-1 0-1 0 0,0 0 1 0 0,1-1-1 0 0,-1 1 1 0 0,0 0 0 0 0,1 0-1 0 0,-1-1 1 0 0,0 1-1 0 0,0 0 1 0 0,0-1-1 0 0,1 1 1 0 0,-1 0-1 0 0,0-1 1 0 0,0 1-1 0 0,0 0 1 0 0,0-1-1 0 0,1 1 1 0 0,-1 0-1 0 0,0-1 1 0 0,0 1-1 0 0,0 0 1 0 0,0-1-1 0 0,0 1 1 0 0,0-1 0 0 0,0 1-1 0 0,0 0 1 0 0,0-1-1 0 0,0 1 1 0 0,0 0-1 0 0,-1-1 1 0 0,1 1-1 0 0,0 0 1 0 0,0-1-1 0 0,0 1 1 0 0,0 0-1 0 0,0-1 1 0 0,-1 1-1 0 0,1 0 1 0 0,0-1-1 0 0,0 1 1 0 0,-1 0-1 0 0,1 0 1 0 0,0-1 0 0 0,0 1-1 0 0,-1 0 1 0 0,0-1-1 0 0,-6-1 0 0 0,0-1 0 0 0,-1 1-1 0 0,1 1 1 0 0,-1-1 0 0 0,0 1-1 0 0,0 0 1 0 0,-13 1 0 0 0,-62 7 118 0 0,67-5-94 0 0,-150 29 584 0 0,158-29-486 0 0,1 0 1 0 0,0 0-1 0 0,0 1 1 0 0,0 0-1 0 0,1 1 0 0 0,-1-1 1 0 0,1 1-1 0 0,0 1 1 0 0,0-1-1 0 0,0 1 0 0 0,0 0 1 0 0,1 0-1 0 0,0 1 1 0 0,0-1-1 0 0,1 1 1 0 0,-7 10-1 0 0,9-13-25 0 0,1 0-1 0 0,0 0 1 0 0,-1 0 0 0 0,1 1-1 0 0,1-1 1 0 0,-1 0 0 0 0,0 0-1 0 0,1 1 1 0 0,-1-1 0 0 0,1 0-1 0 0,0 1 1 0 0,0-1 0 0 0,1 0 0 0 0,-1 1-1 0 0,2 4 1 0 0,-1-4-53 0 0,1-1 0 0 0,-1 1 0 0 0,1-1 1 0 0,0 1-1 0 0,0-1 0 0 0,1 0 0 0 0,-1 0 0 0 0,1 0 0 0 0,-1 0 1 0 0,1 0-1 0 0,0 0 0 0 0,0-1 0 0 0,0 1 0 0 0,0-1 0 0 0,7 3 1 0 0,2 1-138 0 0,-1-1-1 0 0,1 0 1 0 0,0-1 0 0 0,0 0 0 0 0,1-1 0 0 0,-1 0 0 0 0,22 1 0 0 0,-23-3-912 0 0,1 0 0 0 0,0-1 1 0 0,-1-1-1 0 0,1 0 1 0 0,0 0-1 0 0,-1-1 0 0 0,1-1 1 0 0,18-6-1 0 0,-8-1-1389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51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74 720 0 0,'4'-15'3197'0'0,"-4"14"-3162"0"0,1 1 0 0 0,-1-1 0 0 0,1 1-1 0 0,0-1 1 0 0,0 0 0 0 0,-1 1 0 0 0,1-1 0 0 0,0 1 0 0 0,0 0-1 0 0,-1-1 1 0 0,1 1 0 0 0,0 0 0 0 0,0-1 0 0 0,0 1-1 0 0,0 0 1 0 0,1 0 0 0 0,-1-1 18 0 0,-1 1-30 0 0,0 0 1 0 0,0 0-1 0 0,-1 0 0 0 0,1 0 1 0 0,0 0-1 0 0,0 0 0 0 0,0 0 1 0 0,0 0-1 0 0,0 0 1 0 0,0-1-1 0 0,0 1 0 0 0,0 0 1 0 0,-1 0-1 0 0,1 0 0 0 0,0 0 1 0 0,0 0-1 0 0,0 0 0 0 0,0-1 1 0 0,0 1-1 0 0,0 0 0 0 0,0 0 1 0 0,0 0-1 0 0,0 0 0 0 0,0 0 1 0 0,0 0-1 0 0,0-1 0 0 0,0 1 1 0 0,0 0-1 0 0,0 0 0 0 0,0 0 1 0 0,0 0-1 0 0,0 0 0 0 0,0-1 1 0 0,0 1-1 0 0,0 0 0 0 0,0 0 1 0 0,0 0-1 0 0,0 0 1 0 0,0 0-1 0 0,1 0 0 0 0,-1-1 1 0 0,0 1-1 0 0,0 0 0 0 0,0 0 1 0 0,0 0-1 0 0,0 0 0 0 0,0 0 1 0 0,0 0-1 0 0,0 0 0 0 0,1 0 1 0 0,-1-1-1 0 0,-16-1 664 0 0,1-1 0 0 0,-1 2 0 0 0,0 0 0 0 0,0 1 0 0 0,0 1 0 0 0,1 0 0 0 0,-1 1 0 0 0,0 0 0 0 0,-16 6 0 0 0,30-7-666 0 0,-1 0 1 0 0,1-1 0 0 0,0 1-1 0 0,0 1 1 0 0,0-1 0 0 0,-1 0 0 0 0,1 0-1 0 0,0 1 1 0 0,1-1 0 0 0,-1 1-1 0 0,0 0 1 0 0,0-1 0 0 0,1 1-1 0 0,-1 0 1 0 0,1 0 0 0 0,0 0-1 0 0,-1 0 1 0 0,1 0 0 0 0,0 0-1 0 0,0 1 1 0 0,0-1 0 0 0,1 0-1 0 0,-1 1 1 0 0,0-1 0 0 0,1 0-1 0 0,-1 1 1 0 0,1-1 0 0 0,0 1-1 0 0,0-1 1 0 0,0 0 0 0 0,0 1-1 0 0,1-1 1 0 0,-1 1 0 0 0,0-1-1 0 0,1 0 1 0 0,0 1 0 0 0,0-1 0 0 0,-1 0-1 0 0,1 0 1 0 0,0 1 0 0 0,1-1-1 0 0,-1 0 1 0 0,0 0 0 0 0,1 0-1 0 0,-1 0 1 0 0,1-1 0 0 0,2 3-1 0 0,-1 0 3 0 0,0-1 0 0 0,1 0 0 0 0,0 1 0 0 0,0-1 0 0 0,0-1 0 0 0,0 1 0 0 0,0-1 0 0 0,0 1 0 0 0,1-1 0 0 0,-1 0 0 0 0,1-1 0 0 0,-1 1 0 0 0,1-1 0 0 0,0 0 0 0 0,0 0 0 0 0,0-1 0 0 0,-1 1 0 0 0,1-1 0 0 0,6 0 0 0 0,7 0-62 0 0,-1-1-1 0 0,33-5 0 0 0,-46 5 61 0 0,1 0 0 0 0,-1 0 0 0 0,1 0-1 0 0,-1-1 1 0 0,0 1 0 0 0,1-1 0 0 0,-1 0-1 0 0,0-1 1 0 0,0 1 0 0 0,-1-1-1 0 0,1 1 1 0 0,0-1 0 0 0,-1 0 0 0 0,0 0-1 0 0,1-1 1 0 0,3-5 0 0 0,7-10 98 0 0,-10 15-163 0 0,-1 0 1 0 0,1-1-1 0 0,-1 0 0 0 0,0 1 1 0 0,0-1-1 0 0,-1 0 0 0 0,3-8 1 0 0,-4 12-12 0 0,-1-1 1 0 0,0 0-1 0 0,0 1 1 0 0,0-1-1 0 0,0 1 0 0 0,0-1 1 0 0,0 1-1 0 0,-1-1 1 0 0,1 0-1 0 0,0 1 1 0 0,-1-1-1 0 0,1 1 1 0 0,-1-1-1 0 0,0 1 1 0 0,1-1-1 0 0,-1 1 1 0 0,0 0-1 0 0,0-1 1 0 0,0 1-1 0 0,0 0 1 0 0,0 0-1 0 0,0 0 1 0 0,0 0-1 0 0,0-1 1 0 0,-1 2-1 0 0,1-1 1 0 0,0 0-1 0 0,-1 0 0 0 0,1 0 1 0 0,-1 0-1 0 0,1 1 1 0 0,-3-2-1 0 0,-7-2-829 0 0,1-1 0 0 0,-1 1 0 0 0,0 0 0 0 0,1 1 0 0 0,-2 1 0 0 0,1 0 0 0 0,0 0 0 0 0,0 1 0 0 0,-21 0 0 0 0,10 5-1759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51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1 80 0 0,'-63'14'5149'0'0,"63"-14"-5098"0"0,1 0 0 0 0,-1 0-1 0 0,0 0 1 0 0,0 0 0 0 0,0 0 0 0 0,1 0-1 0 0,-1 0 1 0 0,0 0 0 0 0,0 0 0 0 0,0 0-1 0 0,1 0 1 0 0,-1 0 0 0 0,0 0 0 0 0,0 1-1 0 0,0-1 1 0 0,0 0 0 0 0,1 0 0 0 0,-1 0-1 0 0,0 0 1 0 0,0 0 0 0 0,0 0 0 0 0,0 1-1 0 0,0-1 1 0 0,0 0 0 0 0,1 0 0 0 0,-1 0-1 0 0,0 1 1 0 0,0-1 0 0 0,0 0 0 0 0,0 0-1 0 0,0 0 1 0 0,0 0 0 0 0,0 1 0 0 0,0-1-1 0 0,0 0 1 0 0,0 0 0 0 0,0 1 0 0 0,0-1-1 0 0,0 0 1 0 0,0 0 0 0 0,0 0 0 0 0,0 1-1 0 0,0-1 1 0 0,0 0 0 0 0,0 0 0 0 0,0 0-1 0 0,0 0 1 0 0,0 1 0 0 0,0-1 0 0 0,-1 0-1 0 0,1 0 1 0 0,0 0 0 0 0,0 0 0 0 0,0 1-1 0 0,0-1 1 0 0,0 0 0 0 0,0 0 0 0 0,-1 0-1 0 0,1 0 1 0 0,0 0 0 0 0,0 1 0 0 0,0-1-1 0 0,-1 0 1 0 0,1 0 0 0 0,0 0 0 0 0,0 0-1 0 0,20 5 1779 0 0,22-3 740 0 0,58 10 0 0 0,7 2-1010 0 0,-9-7-889 0 0,0-5 0 0 0,1-4 0 0 0,127-19 1 0 0,-161 14-1800 0 0,-10 2-1585 0 0,-5-6-3901 0 0,-42 6 438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52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0 880 0 0,'0'0'1361'0'0,"0"6"-80"0"0,0-2-1 0 0,-22 10 401 0 0,-1 23 960 0 0,-21 15-80 0 0,22-9-1440 0 0,0-16-881 0 0,22 1-240 0 0,0-4 80 0 0,0 4-160 0 0,-23-5-961 0 0,23 5-1200 0 0,-22-9-1280 0 0,22-14-881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52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1201 0 0,'0'4'1920'0'0,"-22"-4"1"0"0,44 0 1441 0 0,0 0-1921 0 0,23 0-321 0 0,-1 0-320 0 0,45 4-319 0 0,-22-4-641 0 0,44 6-1121 0 0,-45-6-320 0 0,-21 0-240 0 0,-5 0-720 0 0,-18 0 80 0 0,0 0 320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53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1 2081 0 0,'-23'36'5603'0'0,"-43"17"479"0"0,-1-2-3200 0 0,23-9-2162 0 0,26-5-560 0 0,18-3 80 0 0,-22-12-160 0 0,44-12-880 0 0,-4-5-2882 0 0,4-10-2401 0 0,0-14-160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55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53 1441 0 0,'0'-1'141'0'0,"1"0"0"0"0,-1 0 0 0 0,1 0 0 0 0,-1 0 0 0 0,1 0 0 0 0,-1 0 0 0 0,1 0 0 0 0,-1 0 0 0 0,1 0 0 0 0,0 0 1 0 0,0 1-1 0 0,-1-1 0 0 0,1 0 0 0 0,0 1 0 0 0,0-1 0 0 0,0 0 0 0 0,0 1 0 0 0,0-1 0 0 0,0 1 0 0 0,0-1 0 0 0,0 1 0 0 0,0 0 1 0 0,0-1-1 0 0,0 1 0 0 0,1 0 0 0 0,36-9 94 0 0,-30 8 24 0 0,49-9 488 0 0,1 3 0 0 0,85 0 0 0 0,-228 8-587 0 0,-1 4 0 0 0,-112 22 0 0 0,172-23 89 0 0,0 1 0 0 0,0 2 0 0 0,1 0 0 0 0,0 1 0 0 0,-44 23 0 0 0,67-29-216 0 0,-1-1 0 0 0,1 1-1 0 0,0 0 1 0 0,0 1 0 0 0,0-1 0 0 0,0 0 0 0 0,0 1 0 0 0,1-1 0 0 0,-1 1-1 0 0,0-1 1 0 0,1 1 0 0 0,0 0 0 0 0,0-1 0 0 0,0 1 0 0 0,0 0-1 0 0,0 0 1 0 0,1 0 0 0 0,-1 0 0 0 0,1 0 0 0 0,-1 0 0 0 0,1 0 0 0 0,0 0-1 0 0,1 0 1 0 0,-1 0 0 0 0,0 0 0 0 0,2 5 0 0 0,-1-3 3 0 0,0-1-1 0 0,1 1 1 0 0,-1-1 0 0 0,1 0-1 0 0,0 1 1 0 0,1-1 0 0 0,-1 0 0 0 0,0 0-1 0 0,1 0 1 0 0,0-1 0 0 0,0 1-1 0 0,0 0 1 0 0,1-1 0 0 0,-1 0-1 0 0,1 0 1 0 0,7 5 0 0 0,-3-4-327 0 0,1 0 0 0 0,0-1 1 0 0,0 1-1 0 0,1-2 0 0 0,-1 1 1 0 0,0-1-1 0 0,1-1 0 0 0,0 0 1 0 0,-1 0-1 0 0,1-1 0 0 0,18-1 1 0 0,5-4-1409 0 0,0-1-1 0 0,38-13 1 0 0,-50 13 1281 0 0,20-4-1730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55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76 400 0 0,'-7'0'464'0'0,"-56"0"1625"0"0,-81 10 0 0 0,127-8-1872 0 0,5-1 91 0 0,1 0-1 0 0,-1 1 1 0 0,1 0 0 0 0,-1 1-1 0 0,1 1 1 0 0,0-1 0 0 0,0 2-1 0 0,1-1 1 0 0,-1 2 0 0 0,1-1-1 0 0,-11 9 1 0 0,21-14-273 0 0,-1 0 0 0 0,0 1-1 0 0,0-1 1 0 0,1 1 0 0 0,-1-1 0 0 0,0 1 0 0 0,0-1 0 0 0,1 1 0 0 0,-1-1 0 0 0,1 1 0 0 0,-1 0 0 0 0,0-1-1 0 0,1 1 1 0 0,-1 0 0 0 0,1-1 0 0 0,0 1 0 0 0,-1 0 0 0 0,1 0 0 0 0,-1 0 0 0 0,1-1 0 0 0,0 1 0 0 0,0 0-1 0 0,0 0 1 0 0,-1 0 0 0 0,1 0 0 0 0,0 0 0 0 0,0 0 0 0 0,0-1 0 0 0,0 1 0 0 0,0 0 0 0 0,1 0 0 0 0,-1 0 0 0 0,0 0-1 0 0,0 0 1 0 0,0-1 0 0 0,1 1 0 0 0,-1 0 0 0 0,1 0 0 0 0,-1 0 0 0 0,0-1 0 0 0,1 1 0 0 0,-1 0 0 0 0,1-1-1 0 0,0 1 1 0 0,-1 0 0 0 0,1-1 0 0 0,-1 1 0 0 0,1-1 0 0 0,0 1 0 0 0,0-1 0 0 0,-1 1 0 0 0,1-1 0 0 0,0 1-1 0 0,0-1 1 0 0,0 0 0 0 0,1 1 0 0 0,4 2 12 0 0,0-1 1 0 0,1 1-1 0 0,-1-1 0 0 0,0-1 0 0 0,1 1 1 0 0,0-1-1 0 0,-1 0 0 0 0,11 0 0 0 0,2-2-101 0 0,-1-1 0 0 0,1 0 0 0 0,0-2-1 0 0,-1 0 1 0 0,0-1 0 0 0,0-1 0 0 0,0 0 0 0 0,-1-1-1 0 0,0-1 1 0 0,0-1 0 0 0,-1-1 0 0 0,0 0 0 0 0,0-1 0 0 0,-2 0-1 0 0,25-24 1 0 0,-38 34 22 0 0,1 0 0 0 0,-1-1 0 0 0,0 1 0 0 0,0 0 0 0 0,0 0 0 0 0,0-1 0 0 0,0 1 0 0 0,0-1 0 0 0,0 1 0 0 0,0-1 0 0 0,-1 1 0 0 0,1-1 0 0 0,-1 1 0 0 0,1-1 0 0 0,-1 1 0 0 0,1-1-1 0 0,-1 0 1 0 0,0 1 0 0 0,0-1 0 0 0,0 0 0 0 0,0 1 0 0 0,0-1 0 0 0,0 0 0 0 0,-1-1 0 0 0,1 1-27 0 0,-1 1 0 0 0,0 0 0 0 0,0-1-1 0 0,0 1 1 0 0,0 0 0 0 0,0 0 0 0 0,-1-1 0 0 0,1 1-1 0 0,0 0 1 0 0,-1 0 0 0 0,1 0 0 0 0,0 1 0 0 0,-1-1-1 0 0,1 0 1 0 0,-1 0 0 0 0,1 1 0 0 0,-1-1 0 0 0,1 1-1 0 0,-1 0 1 0 0,0-1 0 0 0,1 1 0 0 0,-1 0 0 0 0,0 0-1 0 0,-2 0 1 0 0,-20-1-1315 0 0,0 1 0 0 0,0 1 0 0 0,-44 8 0 0 0,68-9 1316 0 0,-1 0 1 0 0,1 0-1 0 0,0 1 0 0 0,-1-1 0 0 0,1 0 0 0 0,0 0 1 0 0,-1 0-1 0 0,1 0 0 0 0,0 0 0 0 0,-1 0 0 0 0,1 0 1 0 0,0 1-1 0 0,0-1 0 0 0,-1 0 0 0 0,1 0 0 0 0,0 0 1 0 0,0 1-1 0 0,-1-1 0 0 0,1 0 0 0 0,0 0 0 0 0,0 1 1 0 0,0-1-1 0 0,-1 0 0 0 0,1 0 0 0 0,0 1 0 0 0,0-1 1 0 0,0 0-1 0 0,0 1 0 0 0,0-1 0 0 0,0 0 0 0 0,0 1 1 0 0,-1-1-1 0 0,1 0 0 0 0,0 1 0 0 0,0-1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55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522 1 1040 0 0,'-32'0'656'0'0,"1"1"-1"0"0,0 1 0 0 0,-1 2 1 0 0,1 1-1 0 0,1 1 0 0 0,-1 2 1 0 0,-32 13-1 0 0,48-16-267 0 0,14-5-322 0 0,-1 0 0 0 0,0 1 0 0 0,0-1 0 0 0,1 1 0 0 0,-1-1 0 0 0,0 1 0 0 0,1 0 1 0 0,-1-1-1 0 0,0 1 0 0 0,1 0 0 0 0,-1 0 0 0 0,1 0 0 0 0,0 0 0 0 0,-1 0 0 0 0,1 1 0 0 0,0-1 0 0 0,0 0 0 0 0,-1 1 0 0 0,1-1 0 0 0,0 1 0 0 0,-1 2 0 0 0,2-3-61 0 0,1-1 0 0 0,-1 1 1 0 0,1 0-1 0 0,-1-1 0 0 0,1 1 1 0 0,-1-1-1 0 0,1 1 1 0 0,-1-1-1 0 0,1 1 0 0 0,0-1 1 0 0,-1 1-1 0 0,1-1 0 0 0,0 1 1 0 0,-1-1-1 0 0,1 0 0 0 0,0 1 1 0 0,-1-1-1 0 0,1 0 0 0 0,0 0 1 0 0,0 1-1 0 0,0-1 0 0 0,-1 0 1 0 0,3 0-1 0 0,22 4-12 0 0,-23-4 6 0 0,46 4 9 0 0,-13-2 10 0 0,1 2 0 0 0,-2 1 0 0 0,50 14 0 0 0,-81-18-20 0 0,0 0-1 0 0,-1 0 1 0 0,1 0 0 0 0,0 0 0 0 0,0 1 0 0 0,0-1-1 0 0,-1 1 1 0 0,1-1 0 0 0,-1 1 0 0 0,0 0 0 0 0,1 0 0 0 0,-1 0-1 0 0,0 1 1 0 0,0-1 0 0 0,3 5 0 0 0,-5-6 6 0 0,1 0 1 0 0,-1 0 0 0 0,0 0-1 0 0,0 0 1 0 0,1 0-1 0 0,-1 0 1 0 0,0 0 0 0 0,0 0-1 0 0,0 0 1 0 0,0 0-1 0 0,0 0 1 0 0,0 0 0 0 0,-1 0-1 0 0,1 0 1 0 0,0 0-1 0 0,0 0 1 0 0,-1 0-1 0 0,1 0 1 0 0,-1 1 0 0 0,-1 0 22 0 0,1 0 1 0 0,-1 0 0 0 0,0 1-1 0 0,0-1 1 0 0,0 0 0 0 0,0-1-1 0 0,0 1 1 0 0,0 0 0 0 0,-5 2-1 0 0,-8 5 246 0 0,-1-1 0 0 0,0-1-1 0 0,0-1 1 0 0,-1 0-1 0 0,-22 4 1 0 0,-100 14 2573 0 0,120-22-2539 0 0,1 0 1 0 0,-1-1-1 0 0,0-1 0 0 0,-20-3 0 0 0,31 2-456 0 0,0-1 0 0 0,-1 0 1 0 0,1 0-1 0 0,-15-7 0 0 0,17 6-417 0 0,0 0 0 0 0,1-1 1 0 0,-1 1-1 0 0,1-1 0 0 0,0-1 0 0 0,0 1 0 0 0,-6-7 0 0 0,10 9 280 0 0,-1 1-1 0 0,1-1 0 0 0,0 1 0 0 0,-1-1 0 0 0,1 0 1 0 0,0 1-1 0 0,0-1 0 0 0,0 0 0 0 0,0 0 0 0 0,1 0 1 0 0,-1 0-1 0 0,0 0 0 0 0,0-3 0 0 0,2 3-17 0 0,-1 0-1 0 0,1 0 1 0 0,0 0 0 0 0,-1 0-1 0 0,1 0 1 0 0,0 0 0 0 0,0 0-1 0 0,1 0 1 0 0,-1 0-1 0 0,0 0 1 0 0,1 0 0 0 0,1-1-1 0 0,-3 2 234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56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7 320 0 0,'0'0'124'0'0,"1"-1"1"0"0,0 0-1 0 0,-1 1 0 0 0,1-1 0 0 0,-1 1 0 0 0,1-1 1 0 0,0 1-1 0 0,-1 0 0 0 0,1-1 0 0 0,0 1 0 0 0,0-1 0 0 0,-1 1 1 0 0,1 0-1 0 0,0 0 0 0 0,0-1 0 0 0,0 1 0 0 0,-1 0 1 0 0,1 0-1 0 0,0 0 0 0 0,0 0 0 0 0,0 0 0 0 0,0 0 1 0 0,-1 0-1 0 0,1 0 0 0 0,0 1 0 0 0,0-1 0 0 0,0 0 1 0 0,0 1-1 0 0,-5 3 276 0 0,-42 1-123 0 0,36-5-196 0 0,1 0-1 0 0,-1 1 1 0 0,1 0 0 0 0,-18 4-1 0 0,7 1 123 0 0,-26 8 239 0 0,-45 18-1 0 0,75-24-26 0 0,-1 0-1 0 0,1 1 1 0 0,1 1 0 0 0,0 0-1 0 0,0 1 1 0 0,-14 15 0 0 0,23-21-92 0 0,1 1 0 0 0,0 0-1 0 0,0 0 1 0 0,0 0 0 0 0,1 1 0 0 0,0-1 0 0 0,-5 13 0 0 0,8-17-287 0 0,0-1 1 0 0,1 1-1 0 0,-1 0 1 0 0,0 0 0 0 0,1 0-1 0 0,0 0 1 0 0,-1 0-1 0 0,1 0 1 0 0,0 0-1 0 0,0 0 1 0 0,0 0-1 0 0,0 0 1 0 0,0 0-1 0 0,1 0 1 0 0,-1 0 0 0 0,1 0-1 0 0,-1 0 1 0 0,1 0-1 0 0,0 0 1 0 0,-1-1-1 0 0,1 1 1 0 0,0 0-1 0 0,0 0 1 0 0,0-1-1 0 0,1 1 1 0 0,-1-1-1 0 0,0 1 1 0 0,1-1 0 0 0,-1 1-1 0 0,1-1 1 0 0,-1 0-1 0 0,1 0 1 0 0,-1 1-1 0 0,1-1 1 0 0,0 0-1 0 0,2 0 1 0 0,3 2-173 0 0,0-1 0 0 0,0 1-1 0 0,0-2 1 0 0,0 1 0 0 0,0-1 0 0 0,0 0 0 0 0,1-1 0 0 0,-1 1-1 0 0,0-2 1 0 0,0 1 0 0 0,13-3 0 0 0,-3 0-1230 0 0,-1-1 1 0 0,1 0-1 0 0,27-13 0 0 0,0-9-2382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57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585 14 320 0 0,'-26'2'1112'0'0,"0"1"0"0"0,0 1 0 0 0,-38 11 0 0 0,25-5-638 0 0,-242 77 5396 0 0,174-35-2442 0 0,106-52-3405 0 0,0 0-1 0 0,1 0 1 0 0,-1 0 0 0 0,0 0-1 0 0,1 0 1 0 0,-1 0-1 0 0,1 0 1 0 0,-1 1 0 0 0,0-1-1 0 0,1 0 1 0 0,-1 0 0 0 0,1 1-1 0 0,-1-1 1 0 0,1 0 0 0 0,-1 1-1 0 0,1-1 1 0 0,-1 1-1 0 0,1-1 1 0 0,-1 0 0 0 0,1 1-1 0 0,-1-1 1 0 0,1 1 0 0 0,0-1-1 0 0,-1 1 1 0 0,1 0 0 0 0,0-1-1 0 0,-1 1 1 0 0,1-1-1 0 0,0 1 1 0 0,0 0 0 0 0,0-1-1 0 0,-1 1 1 0 0,1-1 0 0 0,0 2-1 0 0,1-1 0 0 0,0 1 1 0 0,0-1-1 0 0,0 0 0 0 0,0 0 0 0 0,0 0 0 0 0,0 0 1 0 0,0 0-1 0 0,1 0 0 0 0,-1 0 0 0 0,0-1 0 0 0,1 1 1 0 0,-1 0-1 0 0,3 0 0 0 0,6 3 6 0 0,0 0-1 0 0,0-1 1 0 0,20 4 0 0 0,-2-5-50 0 0,-1-1 0 0 0,43-4 0 0 0,-69 3 21 0 0,18-2-6 0 0,0-1 1 0 0,0 0-1 0 0,0-2 0 0 0,0 0 0 0 0,30-13 0 0 0,-9 3 48 0 0,-25 10-26 0 0,-2 1 23 0 0,-1 0 0 0 0,0-1 0 0 0,0 0 0 0 0,0-1 1 0 0,-1-1-1 0 0,0 1 0 0 0,21-18 0 0 0,-24 17 9 0 0,0 1 11 0 0,-1-1 1 0 0,1-1 0 0 0,11-14 0 0 0,-18 21-56 0 0,-1 0 0 0 0,1 0 0 0 0,0 1 0 0 0,-1-1 0 0 0,1 0 0 0 0,0 0 0 0 0,-1 0 0 0 0,1 0 1 0 0,-1 0-1 0 0,0 0 0 0 0,1 0 0 0 0,-1 0 0 0 0,0 0 0 0 0,0 0 0 0 0,1 0 0 0 0,-1 0 0 0 0,0 0 0 0 0,0 0 1 0 0,0 0-1 0 0,0 0 0 0 0,0 0 0 0 0,-1 0 0 0 0,1 0 0 0 0,0 0 0 0 0,0 0 0 0 0,-1 0 0 0 0,1 0 0 0 0,0 0 0 0 0,-1 0 1 0 0,1 0-1 0 0,-1 0 0 0 0,1 0 0 0 0,-1 0 0 0 0,0 1 0 0 0,1-1 0 0 0,-1 0 0 0 0,0 0 0 0 0,0 1 0 0 0,1-1 1 0 0,-1 0-1 0 0,0 1 0 0 0,0-1 0 0 0,0 1 0 0 0,0-1 0 0 0,0 1 0 0 0,-2-1 0 0 0,-19-5-801 0 0,0 0 0 0 0,-1 2 0 0 0,1 1 1 0 0,-1 0-1 0 0,-30 2 0 0 0,26-1-751 0 0,-21 2-2053 0 0,3 5-333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57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23 100 720 0 0,'-22'-10'2642'0'0,"22"6"-802"0"0,0-10-319 0 0,0 4-320 0 0,22-4-161 0 0,22 5-320 0 0,-21-1-319 0 0,43 0-641 0 0,1 6-721 0 0,0 0-560 0 0,21 4-880 0 0,-21-6-240 0 0,-5 2 400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58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374 0 2241 0 0,'0'5'2321'0'0,"-22"-1"-80"0"0,-1 6 240 0 0,-21 36 1601 0 0,22-3-1841 0 0,-1-6-1601 0 0,-21-5-399 0 0,22 6-1 0 0,-23 5 240 0 0,23-6-160 0 0,-22-5-240 0 0,22-4-160 0 0,-18-4-800 0 0,40-9-2962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58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0 800 0 0,'0'0'1201'0'0,"22"0"-81"0"0,0 4-319 0 0,0-4-161 0 0,23 9-320 0 0,-23-3-400 0 0,22 2-1040 0 0,1-2-801 0 0,-23-2 240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59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58 1121 0 0,'-22'-5'4001'0'0,"22"1"-2400"0"0,22-2-961 0 0,0 2 1 0 0,22 0-241 0 0,1-2-480 0 0,44-2-801 0 0,0-2-1600 0 0,0 0-480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59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74 1281 0 0,'0'0'66'0'0,"0"0"0"0"0,0 0 1 0 0,0 0-1 0 0,0-1 1 0 0,-1 1-1 0 0,1 0 1 0 0,0 0-1 0 0,0 0 0 0 0,0-1 1 0 0,0 1-1 0 0,0 0 1 0 0,0 0-1 0 0,0-1 0 0 0,0 1 1 0 0,0 0-1 0 0,0 0 1 0 0,0 0-1 0 0,0-1 1 0 0,0 1-1 0 0,0 0 0 0 0,0 0 1 0 0,0 0-1 0 0,1-1 1 0 0,-1 1-1 0 0,0 0 0 0 0,0 0 1 0 0,0 0-1 0 0,0-1 1 0 0,0 1-1 0 0,0 0 1 0 0,1 0-1 0 0,-1 0 0 0 0,0 0 1 0 0,0 0-1 0 0,0-1 1 0 0,0 1-1 0 0,1 0 1 0 0,-1 0-1 0 0,0 0 0 0 0,0 0 1 0 0,0 0-1 0 0,0 0 1 0 0,1 0-1 0 0,-1 0 0 0 0,0 0 1 0 0,0 0-1 0 0,1-1 1 0 0,191-32 2814 0 0,-178 31-2926 0 0,0-1-1 0 0,0-1 1 0 0,0 0 0 0 0,16-7-1 0 0,-31 11 37 0 0,1 0 0 0 0,0 0-1 0 0,0 0 1 0 0,0 0 0 0 0,0 0-1 0 0,-1 0 1 0 0,1 0 0 0 0,0 0 0 0 0,0 0-1 0 0,0-1 1 0 0,0 1 0 0 0,0 0-1 0 0,0 0 1 0 0,-1 0 0 0 0,1 0 0 0 0,0 0-1 0 0,0 0 1 0 0,0-1 0 0 0,0 1-1 0 0,0 0 1 0 0,0 0 0 0 0,0 0-1 0 0,0 0 1 0 0,0 0 0 0 0,-1-1 0 0 0,1 1-1 0 0,0 0 1 0 0,0 0 0 0 0,0 0-1 0 0,0 0 1 0 0,0-1 0 0 0,0 1-1 0 0,0 0 1 0 0,0 0 0 0 0,0 0 0 0 0,0 0-1 0 0,0-1 1 0 0,1 1 0 0 0,-1 0-1 0 0,0 0 1 0 0,0 0 0 0 0,0 0-1 0 0,0 0 1 0 0,0-1 0 0 0,0 1 0 0 0,0 0-1 0 0,0 0 1 0 0,0 0 0 0 0,0 0-1 0 0,1 0 1 0 0,-1-1 0 0 0,0 1 0 0 0,0 0-1 0 0,0 0 1 0 0,0 0 0 0 0,0 0-1 0 0,1 0 1 0 0,-16-2-79 0 0,-43 10 513 0 0,1 2-1 0 0,0 3 0 0 0,1 2 0 0 0,-93 38 0 0 0,141-49-135 0 0,1 0-1 0 0,-1 0 1 0 0,1 1-1 0 0,0 0 1 0 0,0 0-1 0 0,0 1 1 0 0,-9 10-1 0 0,15-15-215 0 0,0 0 1 0 0,0-1-1 0 0,1 1 1 0 0,-1 0-1 0 0,0 0 1 0 0,0 0-1 0 0,0 0 0 0 0,1 1 1 0 0,-1-1-1 0 0,1 0 1 0 0,-1 0-1 0 0,1 0 1 0 0,-1 1-1 0 0,1-1 0 0 0,0 0 1 0 0,-1 0-1 0 0,1 1 1 0 0,0-1-1 0 0,0 0 1 0 0,0 0-1 0 0,0 1 0 0 0,0-1 1 0 0,0 0-1 0 0,0 1 1 0 0,1-1-1 0 0,-1 0 1 0 0,0 0-1 0 0,1 0 0 0 0,0 2 1 0 0,2 2 101 0 0,1 0 0 0 0,0 0 0 0 0,0-1 0 0 0,0 0 0 0 0,1 1 0 0 0,5 3 0 0 0,4 2-155 0 0,0-1-1 0 0,1 0 0 0 0,0-1 1 0 0,1-1-1 0 0,-1 0 0 0 0,1-1 1 0 0,0-1-1 0 0,1 0 1 0 0,25 3-1 0 0,-7-2-1148 0 0,0-2 0 0 0,1-2 0 0 0,44-2 0 0 0,-66-1-414 0 0,0-1 0 0 0,26-6 0 0 0,7-6-3459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00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336 19 1281 0 0,'4'-1'321'0'0,"-3"1"-238"0"0,0-1-1 0 0,0 1 1 0 0,0 0-1 0 0,0 0 1 0 0,0-1-1 0 0,0 1 1 0 0,0-1-1 0 0,0 1 1 0 0,0-1-1 0 0,0 1 1 0 0,0-1-1 0 0,-1 0 1 0 0,1 1-1 0 0,0-1 1 0 0,0 0-1 0 0,-1 1 1 0 0,1-1-1 0 0,0 0 1 0 0,-1 0-1 0 0,1-1 1 0 0,0 2-42 0 0,-1-1 1 0 0,0 1 0 0 0,1 0-1 0 0,-1-1 1 0 0,1 1-1 0 0,-1 0 1 0 0,0-1-1 0 0,1 1 1 0 0,-1 0-1 0 0,1-1 1 0 0,-1 1 0 0 0,1 0-1 0 0,-1 0 1 0 0,1 0-1 0 0,-1-1 1 0 0,1 1-1 0 0,-1 0 1 0 0,1 0-1 0 0,0 0 1 0 0,-1 0 0 0 0,1 0-1 0 0,-1 0 1 0 0,1 0-1 0 0,-1 0 1 0 0,1 0-1 0 0,-1 0 1 0 0,1 1-1 0 0,-1-1 1 0 0,1 0 0 0 0,-1 0-1 0 0,1 0 1 0 0,-1 1-1 0 0,1-1 1 0 0,-1 0-1 0 0,1 1 1 0 0,-1-1-1 0 0,1 0 1 0 0,-1 1 0 0 0,0-1-1 0 0,1 0 1 0 0,-1 1-1 0 0,0-1 1 0 0,1 1-1 0 0,-1-1 1 0 0,0 1 0 0 0,0-1-1 0 0,1 1 1 0 0,-1-1-1 0 0,0 1 1 0 0,0-1-1 0 0,1 1 1 0 0,-1 1-12 0 0,0 0-1 0 0,0-1 1 0 0,0 1 0 0 0,0 0 0 0 0,1-1 0 0 0,-1 1-1 0 0,1 0 1 0 0,-1-1 0 0 0,1 1 0 0 0,0-1 0 0 0,-1 1-1 0 0,1-1 1 0 0,0 1 0 0 0,0-1 0 0 0,0 0 0 0 0,1 2-1 0 0,0-2 2 0 0,-1 1 0 0 0,0-1-1 0 0,0 1 1 0 0,0-1 0 0 0,0 1-1 0 0,0-1 1 0 0,-1 1-1 0 0,1 0 1 0 0,0-1 0 0 0,-1 1-1 0 0,1 0 1 0 0,-1 0 0 0 0,0-1-1 0 0,1 1 1 0 0,-1 0-1 0 0,0 2 1 0 0,0-1 87 0 0,0 1-1 0 0,0 0 1 0 0,0-1 0 0 0,0 1-1 0 0,-1 0 1 0 0,1-1 0 0 0,-1 1 0 0 0,0 0-1 0 0,0-1 1 0 0,0 1 0 0 0,-1-1-1 0 0,1 1 1 0 0,-1-1 0 0 0,0 0-1 0 0,0 0 1 0 0,-3 4 0 0 0,3 3 308 0 0,2-9-386 0 0,0 0 0 0 0,0-1 0 0 0,0 1 0 0 0,0 0 0 0 0,0-1 0 0 0,0 1 0 0 0,-1 0 0 0 0,1-1 0 0 0,0 1 0 0 0,0 0 0 0 0,0-1 1 0 0,-1 1-1 0 0,1-1 0 0 0,0 1 0 0 0,-1 0 0 0 0,1-1 0 0 0,-1 1 0 0 0,1-1 0 0 0,-1 1 0 0 0,-14 0 120 0 0,11-1 14 0 0,4-2 192 0 0,0 1-350 0 0,1 0 0 0 0,-1 0 0 0 0,0 1 1 0 0,0-1-1 0 0,0 0 0 0 0,0 0 0 0 0,0 0 1 0 0,0 1-1 0 0,0-1 0 0 0,-1 0 0 0 0,1 0 1 0 0,0 1-1 0 0,0-1 0 0 0,0 0 0 0 0,-1 1 0 0 0,1-1 1 0 0,-1 0-1 0 0,1 1 0 0 0,0-1 0 0 0,-1 0 1 0 0,-12-4 17 0 0,1 2 1 0 0,0 0 0 0 0,-1 0-1 0 0,0 1 1 0 0,1 1 0 0 0,-1 0-1 0 0,0 1 1 0 0,0 0 0 0 0,-16 3-1 0 0,0 1 140 0 0,-1 1-1 0 0,-50 15 1 0 0,71-17-49 0 0,-1 1 0 0 0,1-1 1 0 0,0 1-1 0 0,-13 8 1 0 0,21-11-71 0 0,-1 1 0 0 0,1-1 1 0 0,0 0-1 0 0,0 1 0 0 0,0-1 0 0 0,0 0 1 0 0,0 1-1 0 0,0-1 0 0 0,1 1 1 0 0,-1 0-1 0 0,0-1 0 0 0,1 1 1 0 0,-1-1-1 0 0,1 1 0 0 0,0 0 0 0 0,-1 0 1 0 0,1-1-1 0 0,0 1 0 0 0,0 0 1 0 0,0-1-1 0 0,0 1 0 0 0,1 0 1 0 0,-1-1-1 0 0,0 1 0 0 0,1 0 1 0 0,-1-1-1 0 0,1 1 0 0 0,-1 0 0 0 0,1-1 1 0 0,0 1-1 0 0,0-1 0 0 0,0 1 1 0 0,0-1-1 0 0,0 1 0 0 0,0-1 1 0 0,0 0-1 0 0,0 0 0 0 0,0 1 0 0 0,1-1 1 0 0,-1 0-1 0 0,0 0 0 0 0,1 0 1 0 0,-1 0-1 0 0,1-1 0 0 0,-1 1 1 0 0,1 0-1 0 0,2 0 0 0 0,16 5-110 0 0,1-1 0 0 0,-1-1 1 0 0,1-1-1 0 0,0 0 0 0 0,27-1 0 0 0,-15-2-1565 0 0,-1-2 0 0 0,55-10 0 0 0,-60 6-1394 0 0,36-15 0 0 0,-60 20 2813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01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5 720 0 0,'-3'0'2255'0'0,"-8"0"-708"0"0,8 0 201 0 0,13 2 4144 0 0,42 10-2860 0 0,182 22-59 0 0,-157-26-2411 0 0,493 21 852 0 0,-507-29-1436 0 0,63-3 377 0 0,-108 2-1332 0 0,0-2 1 0 0,-1 0-1 0 0,1-1 1 0 0,32-12 0 0 0,-46 15 401 0 0,-1-1 0 0 0,1 1 0 0 0,-1-1 0 0 0,0 0 0 0 0,1 0 0 0 0,-1 0 0 0 0,0-1 0 0 0,0 1 0 0 0,4-5 1 0 0,-6 5 55 0 0,0 0 1 0 0,0 0 0 0 0,0 0-1 0 0,0 0 1 0 0,0-1 0 0 0,-1 1-1 0 0,1 0 1 0 0,-1 0 0 0 0,0-1 0 0 0,1 1-1 0 0,-1 0 1 0 0,-1-4 0 0 0,1 3-188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01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1 1121 0 0,'0'6'2561'0'0,"0"-2"-1441"0"0,-22 10 161 0 0,0 23 720 0 0,-22 9 320 0 0,21-12-881 0 0,-21 3-559 0 0,22 1-401 0 0,-23 3-80 0 0,1-2-320 0 0,22-11-160 0 0,22-5-560 0 0,0-14-1281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02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1681 0 0,'0'0'1520'0'0,"0"4"-159"0"0,22 1-240 0 0,0 0-161 0 0,22-5-160 0 0,23 4-319 0 0,44-4-321 0 0,0 0-881 0 0,-4-9-639 0 0,-40 0-881 0 0,-1-1-1121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02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0 720 0 0,'-67'47'4963'0'0,"23"-15"-2162"0"0,21 7-960 0 0,1 7-241 0 0,0-3 161 0 0,-22-6-240 0 0,21-5-881 0 0,1-4-560 0 0,22-9-320 0 0,45-9-1761 0 0,-45-15-3201 0 0,22-13-1121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03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 2081 0 0,'-18'-1'1353'0'0,"7"1"-474"0"0,0 1 0 0 0,0-1 1 0 0,0 2-1 0 0,-12 2 0 0 0,41-4 2848 0 0,27-2-3025 0 0,-20-1-67 0 0,46 1 1 0 0,-46 3-440 0 0,419 8-1036 0 0,-398-11-479 0 0,-37 1 177 0 0,0 1 0 0 0,1 0-1 0 0,-1 1 1 0 0,19 2 0 0 0,-24 1-3033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03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1 720 0 0,'0'8'1361'0'0,"-23"12"0"0"0,-21 35 399 0 0,4 2-639 0 0,40-15-321 0 0,0 5-320 0 0,-22 0-319 0 0,44-9-161 0 0,-22-11-1201 0 0,18-17-1440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04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92 640 0 0,'6'0'406'0'0,"-6"0"-339"0"0,1 0 1 0 0,-1 1-1 0 0,1-1 0 0 0,-1 0 0 0 0,1 0 0 0 0,-1 0 0 0 0,1 0 1 0 0,-1 0-1 0 0,1 0 0 0 0,-1 0 0 0 0,1 0 0 0 0,-1 0 0 0 0,1 0 1 0 0,-1 0-1 0 0,1 0 0 0 0,-1 0 0 0 0,1 0 0 0 0,-1 0 0 0 0,0-1 1 0 0,1 1-1 0 0,-1 0 0 0 0,1 0 0 0 0,-1-1 0 0 0,1 1 0 0 0,-1 0 0 0 0,0 0 1 0 0,1-1-1 0 0,-1 1 0 0 0,1-1 0 0 0,-1 1 0 0 0,0 0 0 0 0,0-1 1 0 0,1 1-1 0 0,-1-1 0 0 0,0 1 0 0 0,0 0 0 0 0,1-1 0 0 0,-1 1 1 0 0,0-1-1 0 0,0 1 0 0 0,0-1 0 0 0,0 1 0 0 0,0-1 0 0 0,0 0 1 0 0,1 0-31 0 0,-1 1 0 0 0,1-1 0 0 0,-1 0 0 0 0,1 1 0 0 0,-1-1 0 0 0,1 1 1 0 0,-1-1-1 0 0,1 1 0 0 0,-1-1 0 0 0,1 1 0 0 0,0-1 0 0 0,-1 1 0 0 0,1-1 1 0 0,0 1-1 0 0,-1 0 0 0 0,1 0 0 0 0,0-1 0 0 0,0 1 0 0 0,1 0 1 0 0,10-6 352 0 0,-8 4-281 0 0,-3 2-81 0 0,0 0 1 0 0,0 0-1 0 0,-1-1 1 0 0,1 1-1 0 0,0 0 1 0 0,-1-1-1 0 0,1 1 1 0 0,0 0-1 0 0,-1-1 1 0 0,1 1-1 0 0,0-1 1 0 0,-1 1-1 0 0,1-1 1 0 0,-1 1 0 0 0,1-1-1 0 0,-1 1 1 0 0,1-1-1 0 0,-1 0 1 0 0,1 1-1 0 0,-1-1 1 0 0,0 1-1 0 0,1-1 1 0 0,-1 0-1 0 0,0 0 1 0 0,0 1-1 0 0,1-1 1 0 0,-1-1-1 0 0,-22 2 1080 0 0,7 3-655 0 0,0 1 0 0 0,0 0 0 0 0,1 1 0 0 0,0 1 0 0 0,0 0 0 0 0,-23 14 0 0 0,31-17-303 0 0,-3 2 200 0 0,-1 1-1 0 0,1-1 1 0 0,-12 12 0 0 0,20-17-324 0 0,0 1 1 0 0,0-1-1 0 0,1 1 0 0 0,-1-1 1 0 0,0 1-1 0 0,1-1 1 0 0,-1 1-1 0 0,0-1 1 0 0,1 1-1 0 0,-1 0 1 0 0,1-1-1 0 0,-1 1 1 0 0,1 0-1 0 0,0 0 1 0 0,-1-1-1 0 0,1 1 1 0 0,-1 0-1 0 0,1 0 1 0 0,0 0-1 0 0,0-1 1 0 0,0 1-1 0 0,-1 0 1 0 0,1 0-1 0 0,0 0 1 0 0,0 0-1 0 0,0-1 1 0 0,0 1-1 0 0,0 0 1 0 0,0 0-1 0 0,1 0 1 0 0,-1 0-1 0 0,0 0 1 0 0,0-1-1 0 0,1 1 1 0 0,-1 0-1 0 0,0 0 0 0 0,1-1 1 0 0,-1 1-1 0 0,1 0 1 0 0,-1 0-1 0 0,1-1 1 0 0,-1 1-1 0 0,1-1 1 0 0,-1 1-1 0 0,1 0 1 0 0,0-1-1 0 0,-1 1 1 0 0,1-1-1 0 0,0 1 1 0 0,0-1-1 0 0,-1 0 1 0 0,1 1-1 0 0,0-1 1 0 0,0 0-1 0 0,0 1 1 0 0,1-1-1 0 0,12 5 2 0 0,0 0 1 0 0,1-2-1 0 0,0 0 0 0 0,0 0 1 0 0,17 0-1 0 0,-21-2-30 0 0,0-1-1 0 0,-1 0 0 0 0,1 0 1 0 0,0-1-1 0 0,0-1 1 0 0,-1 0-1 0 0,1 0 0 0 0,15-7 1 0 0,-10 1-133 0 0,-1 0 0 0 0,0-1 0 0 0,-1-1 0 0 0,0-1 0 0 0,0 0 0 0 0,-1 0-1 0 0,16-20 1 0 0,-27 29 102 0 0,0 0 0 0 0,0 0-1 0 0,0 0 1 0 0,0 0 0 0 0,-1-1-1 0 0,1 1 1 0 0,-1-1 0 0 0,1 1-1 0 0,-1-1 1 0 0,0 0 0 0 0,0 1-1 0 0,0-1 1 0 0,0 0 0 0 0,-1 0-1 0 0,1 1 1 0 0,-1-1-1 0 0,0 0 1 0 0,1 0 0 0 0,-2-5-1 0 0,1 6 25 0 0,0 1 0 0 0,-1 0 0 0 0,1 0 0 0 0,-1 0 0 0 0,1 0-1 0 0,-1 0 1 0 0,1 0 0 0 0,-1 0 0 0 0,1 0 0 0 0,-1 0-1 0 0,0 0 1 0 0,0 0 0 0 0,0 1 0 0 0,1-1 0 0 0,-1 0 0 0 0,0 0-1 0 0,0 1 1 0 0,0-1 0 0 0,0 0 0 0 0,0 1 0 0 0,0-1 0 0 0,0 1-1 0 0,0 0 1 0 0,-1-1 0 0 0,1 1 0 0 0,0 0 0 0 0,0 0 0 0 0,0-1-1 0 0,0 1 1 0 0,-3 0 0 0 0,1 0 11 0 0,0 0 1 0 0,0-1-1 0 0,0 1 1 0 0,0 1-1 0 0,0-1 0 0 0,0 0 1 0 0,0 1-1 0 0,0-1 0 0 0,0 1 1 0 0,0 0-1 0 0,0 0 1 0 0,-3 2-1 0 0,5-3-2 0 0,0 1 0 0 0,0-1 0 0 0,0 0 1 0 0,1 1-1 0 0,-1-1 0 0 0,0 1 0 0 0,0 0 0 0 0,1-1 1 0 0,-1 1-1 0 0,0 0 0 0 0,1-1 0 0 0,-1 1 0 0 0,1 0 0 0 0,-1 0 1 0 0,1-1-1 0 0,-1 1 0 0 0,1 0 0 0 0,-1 0 0 0 0,1 0 0 0 0,0 0 1 0 0,-1 0-1 0 0,1-1 0 0 0,0 1 0 0 0,0 0 0 0 0,0 2 0 0 0,1-1-5 0 0,0 1 0 0 0,0-1 0 0 0,0 0-1 0 0,0 0 1 0 0,0 1 0 0 0,1-1 0 0 0,0 0-1 0 0,-1 0 1 0 0,1 0 0 0 0,3 2 0 0 0,14 14 59 0 0,1-1 0 0 0,1 0 0 0 0,39 23 0 0 0,-51-34-44 0 0,-7-5 17 0 0,-1-1 0 0 0,1 1-1 0 0,0 0 1 0 0,-1 0 0 0 0,1 0-1 0 0,-1 1 1 0 0,0-1 0 0 0,1 0-1 0 0,-1 1 1 0 0,0-1 0 0 0,0 0 0 0 0,0 1-1 0 0,0 0 1 0 0,0-1 0 0 0,0 1-1 0 0,0-1 1 0 0,0 1 0 0 0,-1 0-1 0 0,1 0 1 0 0,-1-1 0 0 0,1 1-1 0 0,-1 0 1 0 0,0 0 0 0 0,0 0-1 0 0,1 0 1 0 0,-1 0 0 0 0,-1-1-1 0 0,1 1 1 0 0,0 0 0 0 0,0 0-1 0 0,-1 0 1 0 0,1-1 0 0 0,-1 1-1 0 0,1 0 1 0 0,-1 0 0 0 0,0-1 0 0 0,0 1-1 0 0,0 0 1 0 0,0-1 0 0 0,0 1-1 0 0,0-1 1 0 0,0 1 0 0 0,0-1-1 0 0,0 0 1 0 0,-1 1 0 0 0,1-1-1 0 0,-1 0 1 0 0,1 0 0 0 0,-1 0-1 0 0,1 0 1 0 0,-1 0 0 0 0,0 0-1 0 0,-2 0 1 0 0,-32 15 520 0 0,0-2 0 0 0,-2-2 0 0 0,1-1 0 0 0,-45 6 0 0 0,71-15-425 0 0,0-1 0 0 0,0 0 1 0 0,0 0-1 0 0,0-1 0 0 0,-17-2 0 0 0,25 2-257 0 0,0-1 0 0 0,0 0 0 0 0,0 1 0 0 0,0-1-1 0 0,0 0 1 0 0,0 0 0 0 0,0-1 0 0 0,0 1-1 0 0,1 0 1 0 0,-1-1 0 0 0,1 0 0 0 0,-1 0 0 0 0,1 1-1 0 0,0-2 1 0 0,-1 1 0 0 0,1 0 0 0 0,0 0-1 0 0,0-1 1 0 0,1 1 0 0 0,-1-1 0 0 0,-2-4 0 0 0,-2-6-1460 0 0,4 10 980 0 0,0-1 0 0 0,0 1-1 0 0,1-1 1 0 0,0 1-1 0 0,0-1 1 0 0,0 1-1 0 0,0-1 1 0 0,0 0 0 0 0,1 0-1 0 0,-1-5 1 0 0,1-26-3280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05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311 14 160 0 0,'0'-4'1281'0'0,"22"4"-81"0"0,-22-4-239 0 0,0-2-161 0 0,-22 12-240 0 0,0 2-80 0 0,-67 26 561 0 0,0 3 1120 0 0,45-4 240 0 0,21-15-80 0 0,1-4-560 0 0,0-4-1041 0 0,44 4-720 0 0,23 0-960 0 0,21-5-2802 0 0,1-18-1360 0 0,-45-9 720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06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293 0 480 0 0,'0'0'774'0'0,"0"1"-685"0"0,0-1-1 0 0,0 1 1 0 0,0-1 0 0 0,1 1 0 0 0,-1-1 0 0 0,0 1-1 0 0,0-1 1 0 0,0 1 0 0 0,0-1 0 0 0,0 1-1 0 0,0-1 1 0 0,0 1 0 0 0,0-1 0 0 0,-1 1 0 0 0,1-1-1 0 0,0 1 1 0 0,0-1 0 0 0,0 1 0 0 0,0-1-1 0 0,-1 1 1 0 0,1-1 0 0 0,0 0 0 0 0,0 1 0 0 0,-1-1-1 0 0,1 1 1 0 0,0-1 0 0 0,-1 0 0 0 0,0 1-1 0 0,-55 27 760 0 0,1 2-335 0 0,40-24-388 0 0,-2 1 238 0 0,1 1 0 0 0,0 0 1 0 0,0 2-1 0 0,0-1 0 0 0,1 2 1 0 0,-26 23-1 0 0,38-29-147 0 0,0-1 0 0 0,0 1-1 0 0,0 0 1 0 0,1 1 0 0 0,0-1 0 0 0,0 0 0 0 0,0 0-1 0 0,1 1 1 0 0,-1 0 0 0 0,1-1 0 0 0,0 9 0 0 0,1-11-155 0 0,-1-1 0 0 0,1 1 0 0 0,0 0 1 0 0,0 0-1 0 0,0 0 0 0 0,1 0 1 0 0,-1 0-1 0 0,1 0 0 0 0,0 0 0 0 0,-1 0 1 0 0,1-1-1 0 0,0 1 0 0 0,1 0 1 0 0,-1 0-1 0 0,0-1 0 0 0,1 1 1 0 0,0-1-1 0 0,-1 0 0 0 0,1 1 0 0 0,0-1 1 0 0,0 0-1 0 0,0 0 0 0 0,1 0 1 0 0,2 2-1 0 0,7 1-32 0 0,0 0 1 0 0,0-1 0 0 0,1 0-1 0 0,-1-1 1 0 0,1-1-1 0 0,0 0 1 0 0,0 0 0 0 0,0-2-1 0 0,-1 1 1 0 0,15-2-1 0 0,-4-1-11 0 0,1-1 0 0 0,-1 0-1 0 0,0-2 1 0 0,36-11-1 0 0,-48 12 0 0 0,1 0 0 0 0,-1-1 0 0 0,0 0 0 0 0,0-1 0 0 0,16-10-1 0 0,-24 13-4 0 0,-1 0 0 0 0,1 1-1 0 0,0-1 1 0 0,-1 0 0 0 0,0 0-1 0 0,0 0 1 0 0,0-1-1 0 0,0 1 1 0 0,0 0 0 0 0,0-1-1 0 0,-1 1 1 0 0,0-1-1 0 0,0 0 1 0 0,0 1 0 0 0,0-1-1 0 0,0 0 1 0 0,-1 0 0 0 0,0 0-1 0 0,0-6 1 0 0,0-3 12 0 0,1 5-14 0 0,-1 0 1 0 0,0 0-1 0 0,-1 0 1 0 0,0-1-1 0 0,-2-7 0 0 0,2 13-6 0 0,0 1 0 0 0,0 0 0 0 0,-1 0 0 0 0,1-1 0 0 0,0 1 0 0 0,-1 0-1 0 0,1 0 1 0 0,-1 0 0 0 0,1 1 0 0 0,-1-1 0 0 0,0 0 0 0 0,0 1 0 0 0,0-1 0 0 0,0 1-1 0 0,0-1 1 0 0,0 1 0 0 0,-1 0 0 0 0,-3-2 0 0 0,-14-5 99 0 0,1 1 0 0 0,-23-5 1 0 0,35 10-610 0 0,0 1 0 0 0,0 0 0 0 0,0 0 1 0 0,0 1-1 0 0,0 0 0 0 0,0 0 0 0 0,0 0 1 0 0,-12 3-1 0 0,19-3 452 0 0,0 0-1 0 0,0 0 1 0 0,0 1-1 0 0,0-1 1 0 0,0 0 0 0 0,0 0-1 0 0,0 0 1 0 0,0 0 0 0 0,0 0-1 0 0,0 0 1 0 0,0 1 0 0 0,-1-1-1 0 0,1 0 1 0 0,0 0-1 0 0,1 0 1 0 0,-1 0 0 0 0,0 0-1 0 0,0 1 1 0 0,0-1 0 0 0,0 0-1 0 0,0 0 1 0 0,0 0 0 0 0,0 0-1 0 0,0 0 1 0 0,0 0-1 0 0,0 1 1 0 0,0-1 0 0 0,0 0-1 0 0,0 0 1 0 0,0 0 0 0 0,0 0-1 0 0,1 0 1 0 0,-1 0 0 0 0,0 0-1 0 0,0 0 1 0 0,0 1-1 0 0,0-1 1 0 0,0 0 0 0 0,0 0-1 0 0,0 0 1 0 0,1 0 0 0 0,-1 0-1 0 0,0 0 1 0 0,0 0 0 0 0,0 0-1 0 0,0 0 1 0 0,0 0-1 0 0,1 0 1 0 0,-1 0 0 0 0,0 0-1 0 0,0 0 1 0 0,0 0 0 0 0,0 0-1 0 0,0 0 1 0 0,0 0-1 0 0,1 0 1 0 0,-1 0 0 0 0,0 0-1 0 0,0 0 1 0 0,0 0 0 0 0,0-1-1 0 0,11 5-1182 0 0,-7-3-1438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06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15 2481 0 0,'-22'4'4002'0'0,"22"2"-2241"0"0,22-6-1361 0 0,22 0-160 0 0,1 0-160 0 0,-1-6-320 0 0,-4 6-560 0 0,-18-4-401 0 0,23-1-640 0 0,-23 1-320 0 0,0-1 80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07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37 800 0 0,'0'-2'106'0'0,"1"0"-1"0"0,0 0 0 0 0,-1 1 0 0 0,1-1 1 0 0,0 0-1 0 0,0 1 0 0 0,0-1 0 0 0,0 0 0 0 0,0 1 1 0 0,1-1-1 0 0,-1 1 0 0 0,0 0 0 0 0,1-1 1 0 0,-1 1-1 0 0,1 0 0 0 0,-1 0 0 0 0,1 0 1 0 0,0 0-1 0 0,-1 0 0 0 0,1 0 0 0 0,0 0 0 0 0,0 1 1 0 0,-1-1-1 0 0,1 1 0 0 0,0-1 0 0 0,0 1 1 0 0,0 0-1 0 0,4-1 0 0 0,0 0 38 0 0,1 0-1 0 0,-1 1 1 0 0,1-1 0 0 0,0 1-1 0 0,0 1 1 0 0,-1-1-1 0 0,1 1 1 0 0,7 2 0 0 0,7 5 209 0 0,-1 0 1 0 0,0 2-1 0 0,0 1 1 0 0,-1 0-1 0 0,0 1 1 0 0,32 29-1 0 0,-46-38-285 0 0,0 2 0 0 0,0-1 0 0 0,-1 0-1 0 0,0 1 1 0 0,0 0 0 0 0,0 0 0 0 0,-1 0 0 0 0,0 1-1 0 0,5 8 1 0 0,-7-10 24 0 0,0 0-1 0 0,0 1 1 0 0,0-1 0 0 0,0 0-1 0 0,-1 1 1 0 0,1-1 0 0 0,-1 1-1 0 0,0-1 1 0 0,0 0 0 0 0,-1 1-1 0 0,0-1 1 0 0,1 0 0 0 0,-1 1-1 0 0,-3 6 1 0 0,0-2 157 0 0,-1 0-1 0 0,0 0 1 0 0,-1 0 0 0 0,0-1-1 0 0,0 1 1 0 0,-1-1 0 0 0,0-1-1 0 0,-14 13 1 0 0,10-10-22 0 0,-14 12-92 0 0,-2-2 1 0 0,-1-1-1 0 0,0-1 1 0 0,-1-1-1 0 0,-38 16 1 0 0,54-27-142 0 0,-19 10-94 0 0,18-9-134 0 0,0 0 0 0 0,0-1 0 0 0,-23 7 0 0 0,35-12-42 0 0,0-1 0 0 0,0 1 0 0 0,0 0 0 0 0,0-1-1 0 0,0 0 1 0 0,0 0 0 0 0,0 1 0 0 0,-1-1-1 0 0,1 0 1 0 0,0-1 0 0 0,0 1 0 0 0,0 0-1 0 0,0-1 1 0 0,0 1 0 0 0,0-1 0 0 0,0 1 0 0 0,0-1-1 0 0,1 0 1 0 0,-1 0 0 0 0,0 0 0 0 0,0 0-1 0 0,-3-2 1 0 0,2-11-4152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07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20 1521 0 0,'-23'-6'1921'0'0,"23"2"79"0"0,-22 4 1 0 0,22-4 3122 0 0,22 4-4803 0 0,-22-6-240 0 0,45 6-400 0 0,-23 0-401 0 0,0 0-479 0 0,23 6-241 0 0,-23-6-240 0 0,0 4-480 0 0,0 0-320 0 0,-22 2 320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08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9 2721 0 0,'-22'-4'2321'0'0,"44"4"-1520"0"0,-22-4-321 0 0,22 4 160 0 0,0 0 0 0 0,1 4 1 0 0,21-4-241 0 0,1 10-640 0 0,39-2-1521 0 0,27 2-1761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08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350 25 240 0 0,'22'-3'766'0'0,"0"1"0"0"0,0 0 0 0 0,0 2 0 0 0,0 0 0 0 0,0 2 1 0 0,42 8-1 0 0,-60-8-700 0 0,-4 1-66 0 0,-7-7-146 0 0,-16-1 86 0 0,-5-3 307 0 0,1 2 0 0 0,-1 1-1 0 0,0 2 1 0 0,0 1 0 0 0,-1 0-1 0 0,-43 5 1 0 0,40 3 292 0 0,1 0 1 0 0,0 3-1 0 0,0 0 0 0 0,1 2 0 0 0,1 1 1 0 0,-42 24-1 0 0,69-36-488 0 0,1 1 0 0 0,-1 0 0 0 0,1 0 0 0 0,-1 0 0 0 0,1 0 0 0 0,-1 0 0 0 0,1 1 0 0 0,0-1 0 0 0,-1 0 0 0 0,1 0 0 0 0,0 1 1 0 0,0-1-1 0 0,0 1 0 0 0,0-1 0 0 0,0 1 0 0 0,1 0 0 0 0,-1-1 0 0 0,0 1 0 0 0,1 0 0 0 0,-1-1 0 0 0,1 1 0 0 0,0 0 0 0 0,-1 0 0 0 0,1 0 0 0 0,0-1 0 0 0,0 1 0 0 0,0 0 0 0 0,0 0 0 0 0,1 0 0 0 0,-1-1 0 0 0,0 1 0 0 0,2 2 0 0 0,-1 0 3 0 0,0-1 0 0 0,1 0 0 0 0,0 0 0 0 0,0 0 0 0 0,0 0 0 0 0,0-1 0 0 0,0 1 0 0 0,1 0 0 0 0,-1-1 0 0 0,1 0 0 0 0,-1 1 0 0 0,1-1-1 0 0,0 0 1 0 0,0 0 0 0 0,0-1 0 0 0,5 3 0 0 0,3 0-39 0 0,0-1-1 0 0,0 0 1 0 0,0 0-1 0 0,1-1 1 0 0,-1 0-1 0 0,1-1 0 0 0,14-1 1 0 0,89-10-931 0 0,-95 8 409 0 0,62-8-2988 0 0,-12-7-1267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09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24 1040 0 0,'-4'-1'1094'0'0,"-40"-3"1501"0"0,-1 2-1 0 0,0 2 1 0 0,-53 7-1 0 0,82-5-2110 0 0,1-1 0 0 0,-31 8 0 0 0,38-6-335 0 0,6-3-114 0 0,0 1 0 0 0,0-1 0 0 0,0 1 0 0 0,0 0 0 0 0,0 0-1 0 0,0 0 1 0 0,1 0 0 0 0,-1 0 0 0 0,0 1 0 0 0,1-1 0 0 0,-1 0 0 0 0,1 1 0 0 0,-1-1 0 0 0,1 1 0 0 0,0-1-1 0 0,-2 3 1 0 0,3-3-26 0 0,-1 0 0 0 0,1 0 0 0 0,0-1 0 0 0,-1 1 0 0 0,1 0 0 0 0,0 0 0 0 0,0 0 0 0 0,-1 0 0 0 0,1 0 0 0 0,0 0 0 0 0,0 0 0 0 0,0 0 0 0 0,0-1 0 0 0,0 1 0 0 0,0 0 0 0 0,1 0 0 0 0,-1 0 0 0 0,0 0 0 0 0,0 0 0 0 0,1 0 0 0 0,-1 0 0 0 0,0 0 0 0 0,1-1 0 0 0,-1 1 0 0 0,1 0 0 0 0,-1 0-1 0 0,1-1 1 0 0,-1 1 0 0 0,1 0 0 0 0,0-1 0 0 0,-1 1 0 0 0,1 0 0 0 0,0-1 0 0 0,0 1 0 0 0,12 6-25 0 0,0 0-1 0 0,0-1 0 0 0,0-1 1 0 0,1-1-1 0 0,0 1 0 0 0,0-2 0 0 0,18 3 1 0 0,-24-6 14 0 0,-1 0 0 0 0,1 0 0 0 0,-1 0 0 0 0,1-1 0 0 0,-1 0 0 0 0,1-1 0 0 0,-1 0 0 0 0,0 0 0 0 0,0 0-1 0 0,0-1 1 0 0,0 0 0 0 0,0 0 0 0 0,6-5 0 0 0,-10 6-9 0 0,-1 2-55 0 0,-1 0 1 0 0,0-1-1 0 0,0 1 1 0 0,0-1-1 0 0,0 1 1 0 0,0-1-1 0 0,0 0 1 0 0,0 1 0 0 0,0-1-1 0 0,0 0 1 0 0,0 0-1 0 0,0 0 1 0 0,0 0-1 0 0,0 0 1 0 0,-1 0-1 0 0,1 0 1 0 0,0 0-1 0 0,-1 0 1 0 0,1 0-1 0 0,-1 0 1 0 0,1 0-1 0 0,-1 0 1 0 0,1 0-1 0 0,-1-1 1 0 0,0 1 0 0 0,1 0-1 0 0,-1 0 1 0 0,0 0-1 0 0,0-1 1 0 0,0 1-1 0 0,0 0 1 0 0,0 0-1 0 0,0-1 1 0 0,-1 1-1 0 0,1 0 1 0 0,0 0-1 0 0,-1 0 1 0 0,1-1-1 0 0,-1-1 1 0 0,-2 0-486 0 0,0-1 0 0 0,0 0 0 0 0,0 1 0 0 0,0 0 0 0 0,0 0 0 0 0,-1 0 0 0 0,0 0 0 0 0,1 0 0 0 0,-1 1 0 0 0,0-1 0 0 0,-7-2 0 0 0,-49-17-4345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09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1201 0 0,'0'-1'86'0'0,"0"1"0"0"0,0 0 0 0 0,0 0 1 0 0,-1-1-1 0 0,1 1 0 0 0,0 0 0 0 0,0 0 0 0 0,0-1 1 0 0,0 1-1 0 0,0 0 0 0 0,0 0 0 0 0,0-1 1 0 0,0 1-1 0 0,0 0 0 0 0,0 0 0 0 0,0-1 1 0 0,0 1-1 0 0,0 0 0 0 0,0 0 0 0 0,0-1 1 0 0,1 1-1 0 0,-1 0 0 0 0,0 0 0 0 0,0-1 1 0 0,0 1-1 0 0,0 0 0 0 0,0 0 0 0 0,0 0 1 0 0,1-1-1 0 0,-1 1 0 0 0,0 0 0 0 0,0 0 1 0 0,0 0-1 0 0,1 0 0 0 0,-1-1 0 0 0,0 1 0 0 0,0 0 1 0 0,0 0-1 0 0,1 0 0 0 0,-1 0 0 0 0,0 0 1 0 0,1 0-1 0 0,14-1 761 0 0,-12 7 3001 0 0,-2-5-3777 0 0,-1-1-1 0 0,0 0 0 0 0,0 1 0 0 0,1-1 0 0 0,-1 1 0 0 0,1-1 0 0 0,-1 1 1 0 0,0-1-1 0 0,1 0 0 0 0,-1 1 0 0 0,1-1 0 0 0,-1 0 0 0 0,1 1 0 0 0,-1-1 1 0 0,1 0-1 0 0,-1 0 0 0 0,1 0 0 0 0,-1 1 0 0 0,1-1 0 0 0,0 0 0 0 0,-1 0 1 0 0,1 0-1 0 0,-1 0 0 0 0,1 0 0 0 0,-1 0 0 0 0,1 0 0 0 0,0 0 0 0 0,0 0 1 0 0,14 2 1576 0 0,20 5-460 0 0,56 4 1 0 0,51-1 526 0 0,241-16 0 0 0,-25-43-1617 0 0,-169 21-301 0 0,-109 21-2865 0 0,-51 7-5714 0 0,-23 0 6082 0 0,-24 0-1008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10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83 160 0 0,'20'2'1570'0'0,"-16"-1"-1248"0"0,0 0-1 0 0,0-1 1 0 0,0 1 0 0 0,0-1 0 0 0,0 0-1 0 0,0-1 1 0 0,0 1 0 0 0,0 0 0 0 0,0-1-1 0 0,6-2 1 0 0,1-1-55 0 0,-7 2-157 0 0,0 1 0 0 0,0-1 0 0 0,0 0 0 0 0,-1 0 0 0 0,1 0 0 0 0,-1-1 0 0 0,5-3 0 0 0,29-22 1171 0 0,-37 28-1265 0 0,0-1 0 0 0,0 1 0 0 0,1 0 1 0 0,-1-1-1 0 0,0 1 0 0 0,0 0 0 0 0,0 0 0 0 0,0-1 1 0 0,0 1-1 0 0,0 0 0 0 0,0-1 0 0 0,1 1 0 0 0,-1-1 1 0 0,0 1-1 0 0,0 0 0 0 0,0-1 0 0 0,0 1 0 0 0,0 0 1 0 0,-1-1-1 0 0,1 1 0 0 0,0 0 0 0 0,0-1 0 0 0,0 1 1 0 0,0 0-1 0 0,0-1 0 0 0,0 1 0 0 0,0 0 0 0 0,-1 0 1 0 0,1-1-1 0 0,0 1 0 0 0,0 0 0 0 0,-1-1 0 0 0,1 1 1 0 0,0 0-1 0 0,0 0 0 0 0,-1 0 0 0 0,1-1 0 0 0,0 1 1 0 0,0 0-1 0 0,-1 0 0 0 0,1 0 0 0 0,0-1 0 0 0,-1 1 1 0 0,-17-10 1271 0 0,10 8-954 0 0,1 0 0 0 0,0 1 0 0 0,0 0 0 0 0,-1 0 1 0 0,1 0-1 0 0,0 1 0 0 0,-1 0 0 0 0,-8 2 0 0 0,-58 10 1528 0 0,67-10-1780 0 0,0 0 1 0 0,0 1 0 0 0,0 0-1 0 0,0 0 1 0 0,1 0 0 0 0,-1 1 0 0 0,1 0-1 0 0,0 0 1 0 0,0 1 0 0 0,0-1-1 0 0,0 1 1 0 0,1 1 0 0 0,0-1 0 0 0,0 1-1 0 0,0 0 1 0 0,1 0 0 0 0,0 0-1 0 0,0 1 1 0 0,-4 10 0 0 0,4-9-69 0 0,3-7-12 0 0,1 0 0 0 0,-1 0 0 0 0,1 0 0 0 0,-1 0 0 0 0,1 0 0 0 0,-1 0 0 0 0,1 0 0 0 0,-1 0 0 0 0,1 0 0 0 0,0 0 0 0 0,0 0 0 0 0,-1 0 0 0 0,1 0 0 0 0,0 1 0 0 0,0-1 0 0 0,0 0 0 0 0,0 0 0 0 0,1 0 0 0 0,-1 0 0 0 0,0 0 1 0 0,0 0-1 0 0,1 0 0 0 0,-1 0 0 0 0,0 0 0 0 0,1 0 0 0 0,-1 0 0 0 0,1 0 0 0 0,-1 0 0 0 0,1 0 0 0 0,0 0 0 0 0,-1 0 0 0 0,1 0 0 0 0,0-1 0 0 0,0 1 0 0 0,0 0 0 0 0,0 0 0 0 0,-1-1 0 0 0,3 2 0 0 0,4 4-3 0 0,0 1 0 0 0,1-1 1 0 0,0 0-1 0 0,0-1 0 0 0,0 0 0 0 0,1 0 0 0 0,0-1 0 0 0,0 0 1 0 0,0 0-1 0 0,1-1 0 0 0,-1-1 0 0 0,1 1 0 0 0,-1-1 0 0 0,1-1 1 0 0,15 1-1 0 0,107 1-1628 0 0,-98-4-1965 0 0,55-11-1 0 0,-56-1-100 0 0,8-6 307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11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19 257 1201 0 0,'-4'1'640'0'0,"-10"1"-166"0"0,28-5-68 0 0,-14 3-298 0 0,1-1 0 0 0,-1 0 0 0 0,1 1 0 0 0,-1-1 0 0 0,1 0 0 0 0,-1 0-1 0 0,0 1 1 0 0,1-1 0 0 0,-1 0 0 0 0,0 0 0 0 0,0 0 0 0 0,0 1 0 0 0,0-1 0 0 0,0 0 0 0 0,0 0-1 0 0,0 0 1 0 0,0 0 0 0 0,0-1 0 0 0,3-13 1764 0 0,3 13-1490 0 0,-5 2-336 0 0,-1-1 1 0 0,1 1 0 0 0,-1 0 0 0 0,1 0 0 0 0,0 0 0 0 0,-1 0-1 0 0,1 0 1 0 0,-1-1 0 0 0,1 1 0 0 0,-1 0 0 0 0,1-1 0 0 0,-1 1 0 0 0,1 0-1 0 0,-1-1 1 0 0,1 1 0 0 0,-1 0 0 0 0,0-1 0 0 0,1 1 0 0 0,-1-1-1 0 0,0 1 1 0 0,1-1 0 0 0,-1 1 0 0 0,0-1 0 0 0,1 1 0 0 0,-1-1 0 0 0,0 1-1 0 0,0-1 1 0 0,0 1 0 0 0,1-1 0 0 0,-1 0 0 0 0,0 1 0 0 0,0-1-1 0 0,0 0 1 0 0,1-2 61 0 0,0 1 0 0 0,-1 0 0 0 0,2 0 0 0 0,-1-1 0 0 0,0 1 0 0 0,0 0 0 0 0,1 0 0 0 0,-1 0-1 0 0,1 0 1 0 0,0 0 0 0 0,-1 0 0 0 0,1 1 0 0 0,0-1 0 0 0,0 1 0 0 0,0-1 0 0 0,0 1 0 0 0,1 0 0 0 0,-1 0 0 0 0,3-2 0 0 0,-2 2-6 0 0,0-1 0 0 0,1-1 0 0 0,-1 1 0 0 0,0 0 0 0 0,0-1 0 0 0,0 1 0 0 0,3-5 0 0 0,1-6 257 0 0,-6 11-313 0 0,0 0 0 0 0,0 0 0 0 0,0 0 1 0 0,1 0-1 0 0,-1 0 0 0 0,1 0 0 0 0,-1 0 0 0 0,1 0 1 0 0,0 1-1 0 0,3-3 0 0 0,36-35 541 0 0,-33 30-558 0 0,-8 9-36 0 0,0-1-1 0 0,1 1 1 0 0,-1-1-1 0 0,1 1 1 0 0,-1 0-1 0 0,0-1 1 0 0,1 1-1 0 0,-1-1 1 0 0,1 1-1 0 0,-1 0 1 0 0,1 0-1 0 0,-1-1 1 0 0,1 1-1 0 0,-1 0 1 0 0,1 0-1 0 0,-1 0 1 0 0,1-1-1 0 0,0 1 1 0 0,-1 0-1 0 0,1 0 1 0 0,-1 0-1 0 0,1 0 1 0 0,-1 0-1 0 0,1 0 1 0 0,-1 0-1 0 0,2 1 1 0 0,-1 0-44 0 0,-1 1 0 0 0,1 0 0 0 0,-1-1 1 0 0,1 1-1 0 0,-1 0 0 0 0,1 0 1 0 0,-1 0-1 0 0,0-1 0 0 0,0 1 1 0 0,0 0-1 0 0,0 0 0 0 0,0 0 1 0 0,0 0-1 0 0,-1-1 0 0 0,1 1 1 0 0,-1 0-1 0 0,1 0 0 0 0,-1-1 0 0 0,0 3 1 0 0,-3-3 109 0 0,4-1-89 0 0,0 0 0 0 0,-1 1-1 0 0,1-1 1 0 0,0 0 0 0 0,-1 0-1 0 0,1 0 1 0 0,0 1-1 0 0,-1-1 1 0 0,1 0 0 0 0,0 0-1 0 0,-1 0 1 0 0,1 0-1 0 0,0 0 1 0 0,-1 0 0 0 0,1 1-1 0 0,-1-1 1 0 0,1 0-1 0 0,0 0 1 0 0,-1 0 0 0 0,1 0-1 0 0,0-1 1 0 0,-1 1-1 0 0,1 0 1 0 0,-1 0 0 0 0,1 0-1 0 0,0 0 1 0 0,-1 0 0 0 0,1 0-1 0 0,0 0 1 0 0,-1-1-1 0 0,1 1 1 0 0,0 0 0 0 0,-1 0-1 0 0,1-1 1 0 0,0 1-1 0 0,0 0 1 0 0,-1 0 0 0 0,1-1-1 0 0,0 1 1 0 0,0 0-1 0 0,-1-1 1 0 0,1 1 0 0 0,0 0-1 0 0,0-1 1 0 0,0 1-1 0 0,0 0 1 0 0,0-1 0 0 0,-1 1-1 0 0,1 0 1 0 0,0-1-1 0 0,0 0 1 0 0,0 0-95 0 0,0 0-1 0 0,0 0 1 0 0,0 0-1 0 0,-1 0 1 0 0,1 0-1 0 0,0 0 1 0 0,-1 0-1 0 0,1 0 1 0 0,0 0 0 0 0,-1 0-1 0 0,0 1 1 0 0,1-1-1 0 0,-1 0 1 0 0,1 0-1 0 0,-1 0 1 0 0,0 0-1 0 0,0 1 1 0 0,1-1-1 0 0,-2-1 1 0 0,1 2 32 0 0,0-1-1 0 0,0 0 1 0 0,0 0 0 0 0,0 1-1 0 0,0-1 1 0 0,1 0 0 0 0,-1 0-1 0 0,0 0 1 0 0,1 0 0 0 0,-1 0 0 0 0,1 0-1 0 0,-1 0 1 0 0,1 0 0 0 0,-1 0-1 0 0,1-1 1 0 0,0 1 0 0 0,-1 0-1 0 0,1 0 1 0 0,0-2 0 0 0,2-30-2326 0 0,-1 31 2363 0 0,-1 1 0 0 0,1 0 1 0 0,0-1-1 0 0,-1 1 1 0 0,1 0-1 0 0,0 0 1 0 0,0 0-1 0 0,0 0 1 0 0,0-1-1 0 0,0 1 0 0 0,0 0 1 0 0,0 0-1 0 0,0 1 1 0 0,0-1-1 0 0,3-1 1 0 0,-19 5-1226 0 0,11 3 467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12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0 960 0 0,'0'0'3415'0'0,"0"1"-3348"0"0,-1-1 1 0 0,1 0-1 0 0,0 1 0 0 0,0-1 0 0 0,0 0 0 0 0,0 1 0 0 0,0-1 0 0 0,0 1 0 0 0,0-1 0 0 0,0 0 0 0 0,0 1 0 0 0,0-1 1 0 0,0 0-1 0 0,0 1 0 0 0,0-1 0 0 0,0 1 0 0 0,0-1 0 0 0,0 0 0 0 0,1 1 0 0 0,-1-1 0 0 0,0 0 0 0 0,0 1 0 0 0,0-1 0 0 0,0 0 1 0 0,1 1-1 0 0,-1-1 0 0 0,0 0 0 0 0,0 0 0 0 0,1 1 0 0 0,-1-1 0 0 0,0 0 0 0 0,1 0 0 0 0,-1 1 0 0 0,104 93 2841 0 0,-102-92-2888 0 0,1 0-1 0 0,-1 0 0 0 0,0 0 0 0 0,-1 0 1 0 0,1 0-1 0 0,0 0 0 0 0,0 1 1 0 0,-1-1-1 0 0,0 1 0 0 0,1-1 0 0 0,-1 1 1 0 0,0-1-1 0 0,0 1 0 0 0,0 0 0 0 0,0-1 1 0 0,-1 1-1 0 0,1 5 0 0 0,1-5 5 0 0,-1 0 0 0 0,1 0 0 0 0,0-1-1 0 0,0 1 1 0 0,0-1 0 0 0,0 1 0 0 0,1-1-1 0 0,-1 0 1 0 0,1 1 0 0 0,-1-1 0 0 0,1-1 0 0 0,0 1-1 0 0,0 0 1 0 0,3 1 0 0 0,-3-1 19 0 0,1 3 37 0 0,-4-1-66 0 0,-4-13-28 0 0,-7 3-1 0 0,-1 0-1 0 0,1 1 0 0 0,-1 0 0 0 0,0 1 0 0 0,-1 1 0 0 0,1 0 1 0 0,0 0-1 0 0,-1 1 0 0 0,-16 0 0 0 0,5 1 234 0 0,1 1 1 0 0,-1 2-1 0 0,0 0 1 0 0,-26 6-1 0 0,31 0 744 0 0,19-8-930 0 0,0 0 0 0 0,0 1 1 0 0,0-1-1 0 0,0 0 0 0 0,0 0 1 0 0,0 1-1 0 0,-1-1 0 0 0,1 0 1 0 0,1 0-1 0 0,-1 1 0 0 0,0-1 1 0 0,0 0-1 0 0,0 1 0 0 0,0-1 1 0 0,0 0-1 0 0,0 0 0 0 0,0 0 1 0 0,0 1-1 0 0,0-1 0 0 0,0 0 0 0 0,0 0 1 0 0,1 1-1 0 0,-1-1 0 0 0,0 0 1 0 0,0 0-1 0 0,0 0 0 0 0,1 1 1 0 0,-1-1-1 0 0,0 0 0 0 0,0 0 1 0 0,0 0-1 0 0,1 0 0 0 0,-1 0 1 0 0,0 1-1 0 0,0-1 0 0 0,1 0 1 0 0,-1 0-1 0 0,30 11 833 0 0,-30-11-878 0 0,25 6 25 0 0,1-1 1 0 0,34 3 0 0 0,-10-6-2440 0 0,55-4 0 0 0,-89 1 1572 0 0,-10 1 337 0 0,1 0 0 0 0,-1 0 1 0 0,0-1-1 0 0,0 0 0 0 0,0 0 1 0 0,0-1-1 0 0,0 0 0 0 0,0 0 1 0 0,-1 0-1 0 0,8-4 0 0 0,9-7-2243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36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841 10 800 0 0,'-29'0'1091'0'0,"-2"-1"-203"0"0,-1 2 0 0 0,1 1 0 0 0,-54 10-1 0 0,-22 7 221 0 0,70-15-855 0 0,20 5 33 0 0,8-3-265 0 0,-161 50 59 0 0,145-44-73 0 0,-38 24-1 0 0,59-30-6 0 0,0 1 0 0 0,0-6 20 0 0,3-1-14 0 0,0 0 1 0 0,1 0-1 0 0,-1 0 1 0 0,1 0-1 0 0,-1 0 1 0 0,1 1-1 0 0,-1-1 1 0 0,1 0-1 0 0,-1 0 1 0 0,1 0-1 0 0,-1 0 1 0 0,1 1-1 0 0,-1-1 1 0 0,1 0-1 0 0,-1 1 1 0 0,1-1-1 0 0,-1 0 1 0 0,1 1-1 0 0,-1-1 1 0 0,1 0-1 0 0,0 1 1 0 0,-1-1-1 0 0,1 1 1 0 0,0-1-1 0 0,-1 1 1 0 0,1-1-1 0 0,0 1 1 0 0,0-1-1 0 0,-1 1 1 0 0,1-1-1 0 0,0 1 1 0 0,0-1-1 0 0,0 1 1 0 0,0-1-1 0 0,0 2 1 0 0,0-2 2 0 0,0 0 0 0 0,0 1 0 0 0,0-1 0 0 0,-1 0 1 0 0,1 1-1 0 0,0-1 0 0 0,0 0 0 0 0,0 0 0 0 0,0 1 0 0 0,0-1 1 0 0,0 0-1 0 0,-1 1 0 0 0,1-1 0 0 0,0 0 0 0 0,0 0 0 0 0,0 1 1 0 0,-1-1-1 0 0,1 0 0 0 0,0 0 0 0 0,-1 1 0 0 0,1-1 0 0 0,0 0 0 0 0,0 0 1 0 0,-1 0-1 0 0,1 0 0 0 0,0 1 0 0 0,-1-1 0 0 0,1 0 0 0 0,0 0 1 0 0,-1 0-1 0 0,1 0 0 0 0,0 0 0 0 0,-1 0 0 0 0,1 0 0 0 0,0 0 1 0 0,-1 0-1 0 0,1 0 0 0 0,-1 0 0 0 0,1 0-3 0 0,-1 0 1 0 0,1 0-1 0 0,-1 0 0 0 0,1 0 0 0 0,-1 0 1 0 0,1 0-1 0 0,-1 0 0 0 0,1 0 0 0 0,-1 0 1 0 0,1 0-1 0 0,-1 1 0 0 0,1-1 0 0 0,-1 0 1 0 0,1 0-1 0 0,0 0 0 0 0,-1 1 0 0 0,1-1 1 0 0,-1 0-1 0 0,1 1 0 0 0,0-1 0 0 0,-1 0 1 0 0,1 1-1 0 0,0-1 0 0 0,-1 0 0 0 0,1 1 1 0 0,0-1-1 0 0,0 1 0 0 0,-1-1 0 0 0,1 1 1 0 0,0-1-1 0 0,0 0 0 0 0,0 1 0 0 0,0-1 1 0 0,0 1-1 0 0,-1-1 0 0 0,1 1 0 0 0,0-1 1 0 0,0 1-1 0 0,0-1 0 0 0,0 2 0 0 0,1 0-5 0 0,-1 0 0 0 0,0 0-1 0 0,-1 0 1 0 0,1 1-1 0 0,0-1 1 0 0,-1 0-1 0 0,1 0 1 0 0,-1 0 0 0 0,1 0-1 0 0,-1 1 1 0 0,0-1-1 0 0,0 0 1 0 0,0 0-1 0 0,0-1 1 0 0,0 1 0 0 0,-1 0-1 0 0,1 0 1 0 0,-1-1-1 0 0,1 1 1 0 0,-1 0 0 0 0,1-1-1 0 0,-4 2 1 0 0,-6 9 28 0 0,1-1-1 0 0,0 2 1 0 0,-12 19 0 0 0,15-21-39 0 0,0 0 1 0 0,-1-1-1 0 0,0 0 0 0 0,-16 15 0 0 0,23-24 10 0 0,0 0 0 0 0,1 0 0 0 0,-1 0 0 0 0,1 0 0 0 0,-1 0 0 0 0,1 0 0 0 0,0 0 0 0 0,-1 0 0 0 0,1 0 0 0 0,0 0 0 0 0,0 1 0 0 0,-1-1 0 0 0,1 0 0 0 0,0 0 0 0 0,0 0 0 0 0,0 0 0 0 0,0 0 0 0 0,1 0 0 0 0,-1 1 0 0 0,0-1 0 0 0,0 0 0 0 0,1 1 0 0 0,0-1 1 0 0,-1 0-1 0 0,0 0 1 0 0,0 0-1 0 0,1 0 1 0 0,-1 1 0 0 0,0-1-1 0 0,0 0 1 0 0,0 0-1 0 0,0 0 1 0 0,0 0 0 0 0,0 0-1 0 0,0 0 1 0 0,-1 0-1 0 0,1 1 1 0 0,0-1 0 0 0,-1 0-1 0 0,1 0 1 0 0,-1 0-1 0 0,1 0 1 0 0,-1 0 0 0 0,1 0-1 0 0,-2 1 1 0 0,-2 1 26 0 0,3-2-34 0 0,0 0 0 0 0,0 0 0 0 0,0 0 0 0 0,0 0 0 0 0,0 0 0 0 0,0 0 0 0 0,0 0 0 0 0,0 0 0 0 0,0 0 0 0 0,0 0 1 0 0,1 0-1 0 0,-1 0 0 0 0,1 1 0 0 0,-1-1 0 0 0,1 0 0 0 0,-1 0 0 0 0,1 1 0 0 0,0-1 0 0 0,-1 0 0 0 0,1 1 0 0 0,0-1 0 0 0,0 0 0 0 0,0 1 0 0 0,0-1 1 0 0,0 0-1 0 0,1 3 0 0 0,-1-2 5 0 0,-1-1 0 0 0,1 1 0 0 0,0 0 1 0 0,0 0-1 0 0,0 0 0 0 0,0-1 0 0 0,1 1 1 0 0,-1 0-1 0 0,0 0 0 0 0,1-1 0 0 0,-1 1 0 0 0,1 0 1 0 0,0-1-1 0 0,0 1 0 0 0,-1 0 0 0 0,1-1 1 0 0,0 1-1 0 0,0-1 0 0 0,0 1 0 0 0,1-1 1 0 0,-1 0-1 0 0,2 3 0 0 0,1 0-24 0 0,-3-3 22 0 0,-1 0 1 0 0,1 0-1 0 0,-1 0 1 0 0,1 0-1 0 0,-1 0 1 0 0,0 0-1 0 0,1 0 1 0 0,-1 0-1 0 0,0 0 1 0 0,0 0-1 0 0,0 0 0 0 0,0 0 1 0 0,0 0-1 0 0,0 0 1 0 0,0 0-1 0 0,-1 3 1 0 0,1-4 1 0 0,0 1 0 0 0,0 0 0 0 0,0 0 0 0 0,0 0 0 0 0,-1 0 0 0 0,1 0 0 0 0,0-1 0 0 0,0 1 0 0 0,1 0-1 0 0,-1 0 1 0 0,0 0 0 0 0,0 0 0 0 0,0 0 0 0 0,0 0 0 0 0,1-1 0 0 0,-1 1 0 0 0,0 0 0 0 0,1 0 0 0 0,-1-1 0 0 0,1 1 0 0 0,-1 0 0 0 0,2 1 0 0 0,0-1-11 0 0,-1-1 9 0 0,0 0 1 0 0,0 0-1 0 0,0 0 1 0 0,0 0-1 0 0,0 1 1 0 0,0-1-1 0 0,-1 0 1 0 0,1 1-1 0 0,0-1 1 0 0,0 1-1 0 0,0-1 1 0 0,-1 1-1 0 0,1-1 1 0 0,0 1-1 0 0,0 0 1 0 0,-1-1-1 0 0,1 1 1 0 0,0 1-1 0 0,2 0-2 0 0,0 0 0 0 0,0 0-1 0 0,0 0 1 0 0,0 0 0 0 0,0-1-1 0 0,0 1 1 0 0,1-1 0 0 0,-1 0-1 0 0,5 1 1 0 0,-3-1 3 0 0,47 18-64 0 0,-34-14 53 0 0,71 14 28 0 0,-53-12-21 0 0,58 19 0 0 0,-88-23 5 0 0,1 0-1 0 0,-1 0 0 0 0,0 1 1 0 0,0 0-1 0 0,8 7 0 0 0,-8-6 9 0 0,1-1 0 0 0,-1 1 0 0 0,1-1 0 0 0,14 6 0 0 0,-12-5 35 0 0,-5-3-46 0 0,-1 0 1 0 0,1 0-1 0 0,0-1 1 0 0,0 1-1 0 0,0-1 0 0 0,0 0 1 0 0,0 0-1 0 0,0-1 1 0 0,0 1-1 0 0,1-1 1 0 0,5 0-1 0 0,34 4 5 0 0,49 6 81 0 0,-88-10-84 0 0,31 5 19 0 0,-14 0 51 0 0,14-3 116 0 0,-32-3-140 0 0,4-4 224 0 0,81-9 1160 0 0,-52 9-880 0 0,-33 4-440 0 0,17-2 267 0 0,4-2-171 0 0,0 0 0 0 0,-1-2 1 0 0,35-15-1 0 0,-8 4 27 0 0,-38 15-162 0 0,1-2 1 0 0,-1 0-1 0 0,0 0 1 0 0,-1-1-1 0 0,20-13 1 0 0,-6 5 11 0 0,-22 11-67 0 0,11 2 27 0 0,-11 1-93 0 0,-4 1-14 0 0,-1-1 68 0 0,1 0 0 0 0,-1 1 0 0 0,1-1 0 0 0,-1 0 0 0 0,1 1 0 0 0,0-1 0 0 0,-1 0 0 0 0,1 1 1 0 0,-1-1-1 0 0,1 0 0 0 0,-1 0 0 0 0,0 0 0 0 0,1 1 0 0 0,-1-1 0 0 0,1 0 0 0 0,-1 0 0 0 0,1 0 0 0 0,-1 0 0 0 0,1 0 0 0 0,-1 0 0 0 0,0 0 0 0 0,1 0 0 0 0,-1 0 1 0 0,1-1-1 0 0,-2 1 0 0 0,-6 1 118 0 0,9-1-105 0 0,-1 1 0 0 0,1-1 1 0 0,-1 1-1 0 0,1-1 0 0 0,-1 1 1 0 0,1-1-1 0 0,-1 0 1 0 0,1 1-1 0 0,-1-1 0 0 0,1 0 1 0 0,-1 0-1 0 0,1 1 0 0 0,0-1 1 0 0,-1 0-1 0 0,1 0 0 0 0,-1 0 1 0 0,1 0-1 0 0,0 0 1 0 0,-1 0-1 0 0,1 0 0 0 0,0 0 1 0 0,-1 0-1 0 0,1 0 0 0 0,-1 0 1 0 0,1 0-1 0 0,0 0 1 0 0,-1-1-1 0 0,1 1 0 0 0,-1 0 1 0 0,1 0-1 0 0,0-1 0 0 0,-1 1 1 0 0,1 0-1 0 0,-1-1 0 0 0,1 1 1 0 0,-1 0-1 0 0,1-1 1 0 0,0 0-1 0 0,-1 0 66 0 0,-1 1-72 0 0,1-1 1 0 0,0 1-1 0 0,0 0 1 0 0,0 0-1 0 0,0-1 0 0 0,0 1 1 0 0,0 0-1 0 0,0-1 1 0 0,0 1-1 0 0,0 0 1 0 0,0 0-1 0 0,0-1 0 0 0,0 1 1 0 0,0 0-1 0 0,0-1 1 0 0,0 1-1 0 0,0 0 1 0 0,0-1-1 0 0,0 1 0 0 0,0 0 1 0 0,0 0-1 0 0,0-1 1 0 0,1 1-1 0 0,-1 0 1 0 0,0-1-1 0 0,0 1 0 0 0,0 0 1 0 0,1 0-1 0 0,-1 0 1 0 0,0-1-1 0 0,0 1 1 0 0,0 0-1 0 0,1 0 0 0 0,-1 0 1 0 0,0-1-1 0 0,0 1 1 0 0,1 0-1 0 0,1-1-19 0 0,-1 1 27 0 0,0-1 0 0 0,0 1 1 0 0,0 0-1 0 0,0-1 1 0 0,0 1-1 0 0,-1-1 0 0 0,1 1 1 0 0,0-1-1 0 0,0 1 0 0 0,-1-1 1 0 0,1 1-1 0 0,0-1 1 0 0,-1 0-1 0 0,1 1 0 0 0,0-1 1 0 0,-1 0-1 0 0,1 0 1 0 0,-1 0-1 0 0,1 1 0 0 0,-1-1 1 0 0,0 0-1 0 0,1 0 1 0 0,-1 0-1 0 0,0 0 0 0 0,0 0 1 0 0,1 0-1 0 0,-1 0 1 0 0,0 0-1 0 0,0-1 0 0 0,2-2 33 0 0,0 0 0 0 0,0 0 0 0 0,0 0-1 0 0,1 0 1 0 0,-1 0 0 0 0,1 1 0 0 0,0 0-1 0 0,1-1 1 0 0,-1 1 0 0 0,6-4 0 0 0,4-6 55 0 0,46-27 202 0 0,-58 40-303 0 0,-1 0-1 0 0,0 0 0 0 0,1-1 0 0 0,-1 1 0 0 0,0 0 0 0 0,0-1 0 0 0,1 1 0 0 0,-1-1 0 0 0,0 1 0 0 0,0 0 0 0 0,0-1 1 0 0,1 1-1 0 0,-1 0 0 0 0,0-1 0 0 0,0 1 0 0 0,0-1 0 0 0,0 1 0 0 0,0-1 0 0 0,0 1 0 0 0,0 0 0 0 0,0-1 1 0 0,0 1-1 0 0,0-1 0 0 0,0 1 0 0 0,0-1 0 0 0,0 0 0 0 0,0 1-1 0 0,0 0 0 0 0,-1 0 0 0 0,1-1 0 0 0,0 1 0 0 0,0 0 0 0 0,0 0 0 0 0,0-1 0 0 0,0 1 0 0 0,0 0 0 0 0,0 0 0 0 0,0-1 0 0 0,0 1 0 0 0,0 0 0 0 0,0 0 0 0 0,0-1-1 0 0,1 1 1 0 0,-1 0 0 0 0,0 0 0 0 0,0-1 0 0 0,0 1 0 0 0,0 0 0 0 0,0 0 0 0 0,0-1 0 0 0,1 1 0 0 0,-1 0 0 0 0,0 0 0 0 0,0 0 0 0 0,0-1 0 0 0,0 1 0 0 0,1 0 0 0 0,-1 0 0 0 0,0 0 0 0 0,0 0 0 0 0,1-1 0 0 0,-1 1 0 0 0,0 0 0 0 0,1 0 0 0 0,4-1-2 0 0,2-1-2 0 0,-12 0 9 0 0,-2 1 5 0 0,6 0-11 0 0,1 1-1 0 0,-1-1 0 0 0,1 0 1 0 0,-1 1-1 0 0,1-1 0 0 0,0 0 1 0 0,-1 0-1 0 0,1 1 1 0 0,0-1-1 0 0,-1 0 0 0 0,1 0 1 0 0,0 0-1 0 0,0 1 1 0 0,0-1-1 0 0,0 0 0 0 0,0 0 1 0 0,0 0-1 0 0,0 0 1 0 0,0 0-1 0 0,0 1 0 0 0,1-3 1 0 0,-1 3 4 0 0,-1-1-1 0 0,1 0 1 0 0,0 0 0 0 0,0 0 0 0 0,0 0 0 0 0,0 0 0 0 0,0 0 0 0 0,0 0-1 0 0,0 0 1 0 0,0 1 0 0 0,1-1 0 0 0,-1 0 0 0 0,0 0 0 0 0,0 0-1 0 0,1 0 1 0 0,-1 0 0 0 0,1 1 0 0 0,-1-1 0 0 0,1 0 0 0 0,-1 0 0 0 0,1 0-1 0 0,-1 1 1 0 0,1-1 0 0 0,-1 0 0 0 0,1 1 0 0 0,0-1 0 0 0,0 1-1 0 0,-1-1 1 0 0,1 1 0 0 0,0-1 0 0 0,0 1 0 0 0,-1-1 0 0 0,1 1 0 0 0,0 0-1 0 0,0-1 1 0 0,2 1 0 0 0,-2-1 1 0 0,0-2 15 0 0,0 0 0 0 0,0-1 0 0 0,0 1 0 0 0,-1 0 0 0 0,0-1 0 0 0,1 1 0 0 0,-2-6 0 0 0,1-52-87 0 0,0 60 67 0 0,0 1 0 0 0,0-1 0 0 0,0 1 0 0 0,0 0 0 0 0,0-1 0 0 0,-1 1 0 0 0,1-1 0 0 0,0 1 0 0 0,0 0 0 0 0,0-1 0 0 0,-1 1 0 0 0,1 0 0 0 0,0 0 0 0 0,0-1 0 0 0,-1 1 0 0 0,1 0 0 0 0,0-1 0 0 0,-1 1 0 0 0,1 0 0 0 0,0 0 0 0 0,-1 0 0 0 0,1-1 0 0 0,0 1 0 0 0,-1 0 0 0 0,1 0 0 0 0,0 0 0 0 0,-1 0 0 0 0,1 0 0 0 0,-1 0 0 0 0,1 0 0 0 0,-1-1 0 0 0,1 1 0 0 0,-1 0 0 0 0,0 0 0 0 0,1 0 0 0 0,-1 0 0 0 0,0 0 0 0 0,1-1 0 0 0,-1 1 0 0 0,1 0 0 0 0,-1 0 0 0 0,1-1 0 0 0,-1 1 0 0 0,1 0 0 0 0,-1-1 0 0 0,1 1 0 0 0,-1-1 0 0 0,1 1 0 0 0,-1-1 0 0 0,1 1 0 0 0,0-1 0 0 0,-1 1 0 0 0,1-1 0 0 0,0 1 0 0 0,-1-1 0 0 0,1 1 0 0 0,0-1 0 0 0,0 0 0 0 0,-1 1 0 0 0,1-1 0 0 0,0 1 0 0 0,0-1 0 0 0,0 0 0 0 0,0 1 0 0 0,0-2 0 0 0,0 1 0 0 0,0 1 0 0 0,0 0 0 0 0,0-1 0 0 0,0 1 1 0 0,0-1-1 0 0,0 1 0 0 0,0-1 0 0 0,0 1 0 0 0,0 0 0 0 0,0-1 0 0 0,-1 1 1 0 0,1-1-1 0 0,0 1 0 0 0,0 0 0 0 0,0-1 0 0 0,-1 1 0 0 0,1-1 0 0 0,0 1 1 0 0,0 0-1 0 0,-1-1 0 0 0,1 1 0 0 0,0 0 0 0 0,-1 0 0 0 0,1-1 0 0 0,0 1 1 0 0,-1 0-1 0 0,1 0 0 0 0,-1-1 0 0 0,1 1 0 0 0,0 0 0 0 0,-1 0 0 0 0,1 0 1 0 0,-1 0-1 0 0,1 0 0 0 0,0-1 0 0 0,-1 1 0 0 0,1 0 0 0 0,-1 0 0 0 0,1 0 1 0 0,-1 0-1 0 0,0 0-2 0 0,1 0 0 0 0,0 0 0 0 0,-1 0 1 0 0,1 0-1 0 0,-1 0 0 0 0,1 0 0 0 0,-1 0 1 0 0,1 0-1 0 0,-1 0 0 0 0,1 0 0 0 0,0 0 1 0 0,-1-1-1 0 0,1 1 0 0 0,-1 0 0 0 0,1 0 0 0 0,0 0 1 0 0,-1-1-1 0 0,1 1 0 0 0,0 0 0 0 0,-1-1 1 0 0,1 1-1 0 0,0 0 0 0 0,0-1 0 0 0,-1 1 1 0 0,1 0-1 0 0,0-1 0 0 0,0 1 0 0 0,-1 0 0 0 0,1-1 1 0 0,0 1-1 0 0,0-1 0 0 0,0 1 0 0 0,0-1 1 0 0,0 1-1 0 0,0 0 0 0 0,0-1 0 0 0,0 1 1 0 0,0-1-1 0 0,0 1 0 0 0,0-1 0 0 0,-1 0 1 0 0,1 0 1 0 0,-1 0-1 0 0,0 0 0 0 0,1 1 1 0 0,-1-1-1 0 0,0 0 0 0 0,0 0 0 0 0,1 1 1 0 0,-1-1-1 0 0,0 0 0 0 0,0 1 0 0 0,0-1 1 0 0,0 1-1 0 0,0-1 0 0 0,0 1 1 0 0,0 0-1 0 0,0-1 0 0 0,0 1 0 0 0,0 0 1 0 0,0 0-1 0 0,0-1 0 0 0,-1 1 1 0 0,1 0 0 0 0,-1 0 0 0 0,1 0 0 0 0,0 0 0 0 0,0 0 0 0 0,0-1 0 0 0,0 1 0 0 0,0 0 1 0 0,0-1-1 0 0,0 1 0 0 0,0-1 0 0 0,0 1 0 0 0,0-1 0 0 0,0 1 0 0 0,0-1 1 0 0,0 0-1 0 0,0 0 0 0 0,0 1 0 0 0,1-1 0 0 0,-1 0 0 0 0,0 0 0 0 0,0 0 1 0 0,1 0-1 0 0,-2-2 0 0 0,1 2 5 0 0,1 0-1 0 0,-1 0 1 0 0,0 0-1 0 0,0 0 1 0 0,0 0 0 0 0,0 1-1 0 0,0-1 1 0 0,-1 0 0 0 0,1 0-1 0 0,0 1 1 0 0,0-1 0 0 0,0 0-1 0 0,-1 1 1 0 0,1-1 0 0 0,0 1-1 0 0,-3-1 1 0 0,-1 0 9 0 0,-147-52 853 0 0,86 31-467 0 0,-1-7-13 0 0,16 12-326 0 0,10 2 105 0 0,4 10-206 0 0,15 1 106 0 0,20 1-62 0 0,0 1 6 0 0,-35-13 124 0 0,30 6-41 0 0,2 7-65 0 0,4 2-22 0 0,1 0-1 0 0,-1 0 1 0 0,0 0-1 0 0,1 0 1 0 0,-1 0-1 0 0,1 0 1 0 0,-1 0 0 0 0,1 0-1 0 0,-1 0 1 0 0,1-1-1 0 0,-1 1 1 0 0,1 0-1 0 0,-1 0 1 0 0,1-1-1 0 0,-1 1 1 0 0,1 0-1 0 0,0-1 1 0 0,-1 1-1 0 0,1-1 1 0 0,-1 1-1 0 0,1 0 1 0 0,0-1-1 0 0,-1 1 1 0 0,1-1-1 0 0,0 1 1 0 0,0-1-1 0 0,-1 1 1 0 0,1-1-1 0 0,0 1 1 0 0,0-1-1 0 0,0 1 1 0 0,0-1-1 0 0,0 1 1 0 0,-1-1-1 0 0,1 0 1 0 0,3-1 1 0 0,-3 2-11 0 0,-29-12 161 0 0,3 2-143 0 0,21 10-12 0 0,-1 1 8 0 0,3-1 57 0 0,3-1 13 0 0,0-2 0 0 0,-22-4 147 0 0,23-8-39 0 0,-1 8-662 0 0,-24 16-13633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20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8 1201 0 0,'-43'-4'1872'0'0,"36"3"-1653"0"0,0 0 1 0 0,0 0-1 0 0,1 1 1 0 0,-1 0-1 0 0,0 0 1 0 0,0 0-1 0 0,-10 3 1 0 0,3 0 1226 0 0,9-2-253 0 0,10-1-182 0 0,2 0-459 0 0,-3 0 2089 0 0,-8 0-1907 0 0,-11 5 1907 0 0,251-2 2130 0 0,113 12-2779 0 0,-329-14-1921 0 0,29 1 168 0 0,0 1 0 0 0,81 18-1 0 0,-113-21-1272 0 0,-17 0 831 0 0,0 0 0 0 0,0 0 0 0 0,0 0 0 0 0,1 0-1 0 0,-1-1 1 0 0,0 1 0 0 0,0 0 0 0 0,0 0 0 0 0,0 0 0 0 0,0-1-1 0 0,1 1 1 0 0,-1 0 0 0 0,0 0 0 0 0,0 0 0 0 0,0-1 0 0 0,0 1-1 0 0,0 0 1 0 0,0 0 0 0 0,0-1 0 0 0,0 1 0 0 0,0 0 0 0 0,0 0-1 0 0,0-1 1 0 0,0 1 0 0 0,0 0 0 0 0,0 0 0 0 0,0-1 0 0 0,0 1-1 0 0,0 0 1 0 0,0 0 0 0 0,0 0 0 0 0,0-1 0 0 0,-1 1 0 0 0,1 0-1 0 0,-9-13-8066 0 0,3 6 7624 0 0,2-3-2809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21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5 800 0 0,'0'0'2228'0'0,"0"-5"760"0"0,0 23-2050 0 0,-1-1 1 0 0,-1 1-1 0 0,0-1 0 0 0,-1 0 0 0 0,-8 22 0 0 0,10-32-787 0 0,0-1-1 0 0,0 1 0 0 0,1-1 0 0 0,0 1 0 0 0,1 8 1 0 0,-1-10-63 0 0,1 0-1 0 0,-1-1 1 0 0,0 1 0 0 0,0 0 0 0 0,-1 0 0 0 0,1 0 0 0 0,-1 0-1 0 0,0 0 1 0 0,-1 0 0 0 0,-3 8 0 0 0,-9 7 147 0 0,12-18-189 0 0,0 1 1 0 0,0 0-1 0 0,-1-1 1 0 0,2 1 0 0 0,-1 0-1 0 0,0 0 1 0 0,0 1-1 0 0,1-1 1 0 0,0 0 0 0 0,0 1-1 0 0,0-1 1 0 0,0 0-1 0 0,0 1 1 0 0,0 6 0 0 0,2 1 86 0 0,-1-9-112 0 0,0 0-1 0 0,0 0 1 0 0,0 0-1 0 0,0 0 1 0 0,0 0-1 0 0,0 0 1 0 0,0 1-1 0 0,-1-1 1 0 0,1 0-1 0 0,-1 0 1 0 0,1 0-1 0 0,-3 3 1 0 0,-3 2-56 0 0,3-2-368 0 0,16-7-960 0 0,-10 1 767 0 0,0 0 1 0 0,0 0-1 0 0,0 0 1 0 0,0 0-1 0 0,0-1 1 0 0,-1 1-1 0 0,1-1 1 0 0,0 0-1 0 0,-1 0 1 0 0,1 0-1 0 0,-1 0 1 0 0,0 0-1 0 0,4-5 1 0 0,-2-11-3154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17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15 160 0 0,'0'-10'1281'0'0,"-22"10"-721"0"0,-1 0-240 0 0,1-4-80 0 0,0 4-160 0 0,0 0 0 0 0,0 0-80 0 0,-23 0 0 0 0,23 4 0 0 0,-18 2-160 0 0,18-2-160 0 0,0 0-160 0 0,-1 11-561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18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109 144 880 0 0,'19'-12'1471'0'0,"37"-17"0"0"0,-52 27-1396 0 0,1 0 1 0 0,-1 0-1 0 0,0 1 0 0 0,1-1 0 0 0,0 1 0 0 0,-1 0 0 0 0,1 1 0 0 0,0-1 0 0 0,-1 1 0 0 0,1 0 1 0 0,0 0-1 0 0,0 0 0 0 0,-1 1 0 0 0,9 1 0 0 0,-11-1-74 0 0,-1-1 0 0 0,0 0 0 0 0,0 1-1 0 0,0-1 1 0 0,1 1 0 0 0,-1-1 0 0 0,0 1 0 0 0,0 0 0 0 0,0-1 0 0 0,0 1-1 0 0,0 0 1 0 0,0 0 0 0 0,0 0 0 0 0,0 0 0 0 0,0 0 0 0 0,0 0 0 0 0,-1 0 0 0 0,1 0-1 0 0,0 0 1 0 0,-1 0 0 0 0,1 0 0 0 0,-1 1 0 0 0,1-1 0 0 0,-1 0 0 0 0,0 0 0 0 0,1 1-1 0 0,-1-1 1 0 0,0 0 0 0 0,0 1 0 0 0,0-1 0 0 0,0 0 0 0 0,0 0 0 0 0,0 1 0 0 0,0-1-1 0 0,0 0 1 0 0,0 1 0 0 0,-1-1 0 0 0,1 0 0 0 0,-1 0 0 0 0,1 1 0 0 0,-1-1-1 0 0,1 0 1 0 0,-2 1 0 0 0,-1 5 25 0 0,-1-1-1 0 0,-1 0 0 0 0,1 0 1 0 0,-1-1-1 0 0,-7 7 0 0 0,11-11-15 0 0,-43 38 790 0 0,43-39-735 0 0,1 1 0 0 0,-1-1 0 0 0,1 1-1 0 0,-1-1 1 0 0,1 1 0 0 0,-1-1 0 0 0,0 0-1 0 0,1 1 1 0 0,-1-1 0 0 0,1 0 0 0 0,-1 0-1 0 0,0 0 1 0 0,0 1 0 0 0,1-1 0 0 0,-1 0-1 0 0,0 0 1 0 0,1 0 0 0 0,-1 0 0 0 0,0 0-1 0 0,1 0 1 0 0,-1 0 0 0 0,0 0 0 0 0,0 0-1 0 0,1-1 1 0 0,-1 1 0 0 0,0 0 0 0 0,1 0-1 0 0,-1-1 1 0 0,0 1 0 0 0,1 0-1 0 0,-1-1 1 0 0,1 1 0 0 0,-1 0 0 0 0,1-1-1 0 0,-1 1 1 0 0,1-1 0 0 0,-1 1 0 0 0,1-1-1 0 0,-1 0 1 0 0,0 0 0 0 0,1 0-30 0 0,1 0 0 0 0,-1 0 0 0 0,1 1 0 0 0,-1-1 1 0 0,1 0-1 0 0,-1 0 0 0 0,1 1 0 0 0,0-1 0 0 0,-1 0 0 0 0,1 1 0 0 0,0-1 0 0 0,-1 1 1 0 0,1-1-1 0 0,0 1 0 0 0,0-1 0 0 0,0 1 0 0 0,1-1 0 0 0,4-3 93 0 0,3-12 191 0 0,-7 13-284 0 0,-1 0-1 0 0,1 1 0 0 0,-1-1 0 0 0,1 1 0 0 0,0-1 1 0 0,0 1-1 0 0,0 0 0 0 0,4-4 0 0 0,86-62 404 0 0,-32 27-316 0 0,-50 34-143 0 0,0 0 0 0 0,0 1 0 0 0,1 1-1 0 0,0-1 1 0 0,0 2 0 0 0,0 0 0 0 0,16-4-1 0 0,-23 7 15 0 0,0 0 0 0 0,0 0 0 0 0,0 1 0 0 0,0-1 0 0 0,0 1 0 0 0,0 0 0 0 0,0 0 0 0 0,0 0 0 0 0,0 1 0 0 0,0-1 0 0 0,0 1 0 0 0,0 0 0 0 0,0 0 0 0 0,0 1 0 0 0,-1-1 0 0 0,1 1 0 0 0,0 0 0 0 0,-1 0 0 0 0,1 0 0 0 0,-1 0 0 0 0,0 1 0 0 0,0-1-1 0 0,0 1 1 0 0,0 0 0 0 0,0 0 0 0 0,3 4 0 0 0,-2-2 11 0 0,0 1-1 0 0,0 0 1 0 0,-1 0-1 0 0,0 0 1 0 0,0 0-1 0 0,-1 0 1 0 0,1 1-1 0 0,-1-1 1 0 0,0 1-1 0 0,-1 0 1 0 0,0-1-1 0 0,0 1 1 0 0,-1 0-1 0 0,1 0 1 0 0,-1 0 0 0 0,-1-1-1 0 0,1 1 1 0 0,-3 7-1 0 0,-3 3 13 0 0,-2-1 1 0 0,0 1-1 0 0,-1-1 0 0 0,-1-1 1 0 0,0 0-1 0 0,-1-1 0 0 0,0 0 0 0 0,-16 14 1 0 0,-39 33 143 0 0,64-60-147 0 0,-1 0 0 0 0,1 1 0 0 0,0-1 1 0 0,0 0-1 0 0,-1 0 0 0 0,1 0 0 0 0,0 0 1 0 0,-1-1-1 0 0,1 1 0 0 0,-1-1 0 0 0,1 1 0 0 0,-1-1 1 0 0,1 0-1 0 0,-1 0 0 0 0,0 0 0 0 0,1 0 0 0 0,-1-1 1 0 0,1 1-1 0 0,-1-1 0 0 0,1 1 0 0 0,-1-1 0 0 0,1 0 1 0 0,0 0-1 0 0,-5-2 0 0 0,4 1-13 0 0,-1 0 1 0 0,1 0-1 0 0,0-1 0 0 0,0 1 0 0 0,0-1 0 0 0,0 1 1 0 0,1-1-1 0 0,-1 0 0 0 0,1 0 0 0 0,-1 0 0 0 0,1 0 1 0 0,0 0-1 0 0,0-1 0 0 0,0 1 0 0 0,-1-5 0 0 0,1-3 50 0 0,0-1 0 0 0,1 1 0 0 0,0-1 0 0 0,1 0 0 0 0,1-18 0 0 0,1-2 184 0 0,-2 24-222 0 0,0 0 0 0 0,1 0 0 0 0,1-1 0 0 0,0 1 0 0 0,0 0 0 0 0,0 0 0 0 0,1 1 0 0 0,0-1 0 0 0,8-13 0 0 0,-10 18-18 0 0,1 1 0 0 0,0 0 0 0 0,-1 0-1 0 0,1 0 1 0 0,0 0 0 0 0,0 1 0 0 0,1-1 0 0 0,-1 1 0 0 0,0-1 0 0 0,1 1-1 0 0,-1 0 1 0 0,0-1 0 0 0,1 1 0 0 0,0 0 0 0 0,-1 1 0 0 0,1-1 0 0 0,-1 0-1 0 0,6 0 1 0 0,-2 1-9 0 0,0-1 0 0 0,0 1 0 0 0,0 0-1 0 0,0 0 1 0 0,0 0 0 0 0,0 1 0 0 0,0 0 0 0 0,6 2 0 0 0,-1 1 69 0 0,0 1 1 0 0,-1 0 0 0 0,0 0-1 0 0,0 1 1 0 0,0 1 0 0 0,0-1-1 0 0,-1 2 1 0 0,0-1 0 0 0,-1 1-1 0 0,1 1 1 0 0,-2-1 0 0 0,1 1 0 0 0,-1 1-1 0 0,-1-1 1 0 0,1 1 0 0 0,-2 0-1 0 0,1 1 1 0 0,-2-1 0 0 0,6 15-1 0 0,-9-19-7 0 0,0 0-1 0 0,0 0 1 0 0,0 0-1 0 0,-1 0 0 0 0,0 0 1 0 0,0 1-1 0 0,-1-1 1 0 0,1 0-1 0 0,-1 0 0 0 0,-1 0 1 0 0,1 0-1 0 0,-1-1 0 0 0,0 1 1 0 0,0 0-1 0 0,-1-1 1 0 0,-5 10-1 0 0,-4 3 152 0 0,0-1 0 0 0,-2 0-1 0 0,-19 20 1 0 0,22-25-97 0 0,-18 19 498 0 0,-62 51 1 0 0,82-75-436 0 0,0 0 1 0 0,-1 0 0 0 0,0-1-1 0 0,0 0 1 0 0,0-1 0 0 0,-1-1-1 0 0,0 1 1 0 0,0-2 0 0 0,0 1 0 0 0,-1-1-1 0 0,-14 1 1 0 0,23-4-147 0 0,-1 0 1 0 0,0 0-1 0 0,0-1 0 0 0,0 1 1 0 0,1-1-1 0 0,-1 0 1 0 0,0 0-1 0 0,1 0 0 0 0,-1 0 1 0 0,0-1-1 0 0,1 0 0 0 0,0 1 1 0 0,-1-1-1 0 0,1-1 1 0 0,0 1-1 0 0,-4-3 0 0 0,-3-3-23 0 0,4 3 8 0 0,0 0 0 0 0,1 0-1 0 0,0-1 1 0 0,-1 1 0 0 0,2-1 0 0 0,-1-1 0 0 0,1 1 0 0 0,0-1 0 0 0,0 1 0 0 0,1-1 0 0 0,-1 0 0 0 0,2-1 0 0 0,-1 1 0 0 0,1 0-1 0 0,0-1 1 0 0,1 1 0 0 0,-1-1 0 0 0,2 0 0 0 0,-1 1 0 0 0,1-1 0 0 0,0 0 0 0 0,1 0 0 0 0,-1 1 0 0 0,2-1 0 0 0,-1 1 0 0 0,1-1-1 0 0,0 1 1 0 0,1-1 0 0 0,-1 1 0 0 0,1 0 0 0 0,6-9 0 0 0,-7 11-40 0 0,1-1 0 0 0,1 0 1 0 0,-1 1-1 0 0,0 0 0 0 0,1 0 0 0 0,0 0 0 0 0,1 0 1 0 0,-1 1-1 0 0,1-1 0 0 0,0 1 0 0 0,0 0 0 0 0,0 1 0 0 0,0-1 1 0 0,0 1-1 0 0,1 0 0 0 0,0 0 0 0 0,0 1 0 0 0,0 0 1 0 0,0 0-1 0 0,0 0 0 0 0,0 1 0 0 0,0 0 0 0 0,0 0 0 0 0,11 0 1 0 0,-4 0-2 0 0,-1 2 0 0 0,0-1 1 0 0,1 2-1 0 0,-1-1 0 0 0,0 2 1 0 0,0 0-1 0 0,0 0 0 0 0,0 1 1 0 0,0 0-1 0 0,-1 1 1 0 0,13 8-1 0 0,-20-11 34 0 0,1 1 1 0 0,-1 0 0 0 0,0 0-1 0 0,1 0 1 0 0,-1 1 0 0 0,-1-1-1 0 0,1 1 1 0 0,-1 0-1 0 0,1 0 1 0 0,-1 1 0 0 0,0-1-1 0 0,-1 0 1 0 0,1 1-1 0 0,-1 0 1 0 0,0 0 0 0 0,0 0-1 0 0,0-1 1 0 0,-1 2-1 0 0,0-1 1 0 0,0 0 0 0 0,0 0-1 0 0,0 0 1 0 0,-1 1-1 0 0,0-1 1 0 0,0 0 0 0 0,0 0-1 0 0,-2 9 1 0 0,-1-5 45 0 0,1-1 0 0 0,-1 0 0 0 0,-1 1 0 0 0,0-1 0 0 0,0 0 0 0 0,0-1 0 0 0,-1 1 0 0 0,0-1 0 0 0,-1 0 0 0 0,1 0 0 0 0,-1 0 0 0 0,-1-1 0 0 0,1 0 1 0 0,-1 0-1 0 0,0-1 0 0 0,0 0 0 0 0,-1 0 0 0 0,0-1 0 0 0,-12 6 0 0 0,9-5 45 0 0,-1 0-1 0 0,0-1 1 0 0,0 0-1 0 0,-1-1 1 0 0,1 0 0 0 0,-1-1-1 0 0,1 0 1 0 0,-1-1 0 0 0,0-1-1 0 0,0 0 1 0 0,1 0 0 0 0,-1-2-1 0 0,-13-2 1 0 0,14 0-39 0 0,1 0 1 0 0,-1-1-1 0 0,1-1 0 0 0,0 0 0 0 0,0 0 1 0 0,0-1-1 0 0,1 0 0 0 0,0-1 0 0 0,1 0 1 0 0,-1-1-1 0 0,2 0 0 0 0,-1 0 1 0 0,1-1-1 0 0,1 0 0 0 0,0-1 0 0 0,0 1 1 0 0,1-1-1 0 0,0-1 0 0 0,1 1 1 0 0,-6-19-1 0 0,10 28-155 0 0,0 0 0 0 0,1 0-1 0 0,-1-1 1 0 0,0 1 0 0 0,1 0 0 0 0,-1-1 0 0 0,1 1 0 0 0,0-1 0 0 0,0 1-1 0 0,0 0 1 0 0,0-1 0 0 0,0 1 0 0 0,0-1 0 0 0,1 1 0 0 0,-1-1 0 0 0,1 1-1 0 0,0 0 1 0 0,-1 0 0 0 0,1-1 0 0 0,0 1 0 0 0,1 0 0 0 0,-1 0 0 0 0,0 0 0 0 0,0 0-1 0 0,1 0 1 0 0,2-2 0 0 0,2 0-826 0 0,0 0 0 0 0,0 1 1 0 0,1-1-1 0 0,-1 2 0 0 0,1-1 0 0 0,0 1 0 0 0,11-3 0 0 0,-6 2-36 0 0,72-23-6475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38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 80 0 0,'0'0'1601'0'0,"-22"4"-321"0"0,22 1 561 0 0,-22-5-2241 0 0,22-5-961 0 0,0 1-319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46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 1601 0 0,'0'0'1320'0'0,"-4"0"-186"0"0,-4 0-1234 0 0,-21 0 8030 0 0,25 0-6942 0 0,4 0-963 0 0,0 0 1 0 0,1 0-1 0 0,-1 0 1 0 0,0 0 0 0 0,0 0-1 0 0,0 0 1 0 0,0 0-1 0 0,0 0 1 0 0,0 0 0 0 0,0-1-1 0 0,0 1 1 0 0,1 0-1 0 0,-1 0 1 0 0,0 0 0 0 0,0 0-1 0 0,0 0 1 0 0,0 0-1 0 0,0 1 1 0 0,0-1 0 0 0,0 0-1 0 0,1 0 1 0 0,-1 0-1 0 0,0 0 1 0 0,0 0 0 0 0,0 0-1 0 0,0 0 1 0 0,0 0-1 0 0,0 0 1 0 0,0 0 0 0 0,0 0-1 0 0,1 0 1 0 0,-1 0-1 0 0,0 0 1 0 0,0 0 0 0 0,0 1-1 0 0,0-1 1 0 0,0 0-1 0 0,0 0 1 0 0,0 0 0 0 0,0 0-1 0 0,0 0 1 0 0,0 0-1 0 0,0 0 1 0 0,0 0 0 0 0,0 1-1 0 0,0-1 1 0 0,0 0-1 0 0,0 0 1 0 0,0 0 0 0 0,0 0-1 0 0,0 0 1 0 0,0 0 0 0 0,0 0-1 0 0,0 1 1 0 0,0-1-1 0 0,0 0 1 0 0,0 0 0 0 0,0 0-1 0 0,0 0 1 0 0,0 0-1 0 0,0 1 1 0 0,138 18 2334 0 0,-56-8-3257 0 0,-3 2-3514 0 0,-77-13 4207 0 0,-1 1 0 0 0,0-1-1 0 0,1 0 1 0 0,-1 1 0 0 0,1-1 0 0 0,-1 1 0 0 0,0-1-1 0 0,1 1 1 0 0,-1 0 0 0 0,0-1 0 0 0,0 1 0 0 0,1 0-1 0 0,0 2 1 0 0,8 4-3300 0 0,8-2 196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46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23 1201 0 0,'0'0'2161'0'0,"-22"-4"480"0"0,44 4-1121 0 0,1-5-639 0 0,21 5-81 0 0,0 0-159 0 0,-4 0-161 0 0,5 0-160 0 0,-1 0-720 0 0,-21 0-801 0 0,21-4-400 0 0,-22 4-560 0 0,0-6-240 0 0,-22 2 80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56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56 880 0 0,'4'-1'392'0'0,"1"1"-1"0"0,-1-1 1 0 0,1 0-1 0 0,-1 0 0 0 0,0 0 1 0 0,0 0-1 0 0,0-1 1 0 0,0 0-1 0 0,0 0 1 0 0,0 0-1 0 0,4-3 0 0 0,-1 1-164 0 0,0 0-1 0 0,0 1 1 0 0,0 0-1 0 0,0 0 1 0 0,14-3 0 0 0,14 0 230 0 0,0 2 1 0 0,47 1 0 0 0,-19 11-980 0 0,-18-2-4238 0 0,-42-6 2692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57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81 1361 0 0,'-7'0'489'0'0,"-5"-2"800"0"0,8-7 3029 0 0,6 8-4061 0 0,0-1-1 0 0,-1 1 1 0 0,1 0 0 0 0,0 0 0 0 0,0 0 0 0 0,0 0-1 0 0,0 0 1 0 0,-1 0 0 0 0,1 0 0 0 0,4 0 0 0 0,-4 0 399 0 0,19-4-99 0 0,-1 0 0 0 0,1 2 0 0 0,0 1 0 0 0,0 0 0 0 0,0 2 0 0 0,24 2 0 0 0,0-2-374 0 0,-20 1-433 0 0,66-4-3092 0 0,-82 2 2479 0 0,-1 0 1 0 0,1-1 0 0 0,-1 0 0 0 0,0 0 0 0 0,0-1 0 0 0,0 0 0 0 0,0 0-1 0 0,9-6 1 0 0,6-5-2166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48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1 135 960 0 0,'40'-20'2695'0'0,"138"-73"-1308"0"0,-170 89-1163 0 0,1 0 1 0 0,1 0-1 0 0,-1 1 0 0 0,18-4 0 0 0,-42 14 1777 0 0,15-7-1991 0 0,0 0 1 0 0,0 0-1 0 0,0 0 0 0 0,0 0 1 0 0,0 0-1 0 0,0 0 1 0 0,0 0-1 0 0,0 0 1 0 0,0 1-1 0 0,0-1 0 0 0,0 0 1 0 0,0 0-1 0 0,0 0 1 0 0,0 0-1 0 0,0 0 1 0 0,0 0-1 0 0,0 0 0 0 0,0 1 1 0 0,0-1-1 0 0,0 0 1 0 0,0 0-1 0 0,0 0 1 0 0,0 0-1 0 0,0 0 0 0 0,0 0 1 0 0,0 0-1 0 0,0 0 1 0 0,0 1-1 0 0,0-1 1 0 0,0 0-1 0 0,-1 0 0 0 0,1 0 1 0 0,0 0-1 0 0,0 0 1 0 0,0 0-1 0 0,0 0 1 0 0,0 0-1 0 0,0 0 0 0 0,0 0 1 0 0,0 0-1 0 0,0 0 1 0 0,-1 0-1 0 0,1 0 1 0 0,0 0-1 0 0,0 0 0 0 0,0 0 1 0 0,0 0-1 0 0,0 0 1 0 0,0 0-1 0 0,0 0 1 0 0,0 0-1 0 0,-1 0 0 0 0,1 0 1 0 0,0 0-1 0 0,0 0 1 0 0,0 0-1 0 0,0 0 1 0 0,0 0-1 0 0,0 0 0 0 0,-1 2 49 0 0,-17-1 604 0 0,14-1-743 0 0,8 0-53 0 0,-2 0 131 0 0,-2 0-4 0 0,0-1 1 0 0,1 1 0 0 0,-1 0-1 0 0,1 0 1 0 0,-1 0 0 0 0,1 0-1 0 0,-1 0 1 0 0,1 0 0 0 0,-1 0-1 0 0,1 0 1 0 0,-1 0 0 0 0,1 0 0 0 0,-1 0-1 0 0,1 0 1 0 0,-1 0 0 0 0,1 0-1 0 0,-1 0 1 0 0,1 0 0 0 0,-1 0-1 0 0,1 1 1 0 0,-1-1 0 0 0,1 0 0 0 0,-1 0-1 0 0,0 1 1 0 0,1-1 0 0 0,-1 0-1 0 0,1 0 1 0 0,-1 1 0 0 0,0-1-1 0 0,1 1 1 0 0,-1-1 0 0 0,0 0-1 0 0,0 1 1 0 0,1-1 0 0 0,-1 1 0 0 0,0-1-1 0 0,0 1 1 0 0,1-1 0 0 0,-1 0-1 0 0,0 1 1 0 0,0-1 0 0 0,0 1-1 0 0,0-1 1 0 0,0 1 0 0 0,0-1 0 0 0,0 1-1 0 0,0-1 1 0 0,0 1 0 0 0,0-1-1 0 0,0 1 1 0 0,0-1 0 0 0,0 1-1 0 0,0-1 1 0 0,0 1 0 0 0,-1-1 0 0 0,1 1-1 0 0,0-1 1 0 0,0 1 0 0 0,0-1-1 0 0,-1 0 1 0 0,1 1 0 0 0,0-1-1 0 0,-1 1 1 0 0,0 0 0 0 0,-5 15-34 0 0,0 0 0 0 0,1 1 0 0 0,-5 34 0 0 0,-7 26 141 0 0,11-59-126 0 0,3-10-92 0 0,1 1-1 0 0,0 0 0 0 0,0 0 1 0 0,0-1-1 0 0,1 1 1 0 0,0 10-1 0 0,4-38-3841 0 0,7 3 2379 0 0,-4 9 940 0 0,-2-7-842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49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62 240 0 0,'0'-1'52'0'0,"0"1"1"0"0,0-1-1 0 0,0 1 0 0 0,0 0 1 0 0,0-1-1 0 0,-1 1 0 0 0,1-1 0 0 0,0 1 1 0 0,0 0-1 0 0,0-1 0 0 0,-1 1 0 0 0,1 0 1 0 0,0-1-1 0 0,-1 1 0 0 0,1 0 1 0 0,0-1-1 0 0,-1 1 0 0 0,1 0 0 0 0,0 0 1 0 0,-1 0-1 0 0,1-1 0 0 0,-1 1 1 0 0,1 0-1 0 0,0 0 0 0 0,-1 0 0 0 0,1 0 1 0 0,-1 0-1 0 0,1 0 0 0 0,0-1 1 0 0,-1 1-1 0 0,1 0 0 0 0,-1 0 0 0 0,1 0 1 0 0,-1 1-1 0 0,-25 1 817 0 0,-18 10-433 0 0,-22 19 17 0 0,61-28-419 0 0,0 0 0 0 0,1 0 0 0 0,-1 0-1 0 0,1 1 1 0 0,0-1 0 0 0,0 1-1 0 0,0 0 1 0 0,1 0 0 0 0,-1 1-1 0 0,1-1 1 0 0,0 1 0 0 0,0 0-1 0 0,-2 6 1 0 0,-13 19 375 0 0,14-25-307 0 0,-10 15 30 0 0,13-19-128 0 0,1 0 0 0 0,0-1 0 0 0,-1 1 0 0 0,1 0 1 0 0,0 0-1 0 0,0 0 0 0 0,0 0 0 0 0,-1 0 0 0 0,1 0 1 0 0,0 0-1 0 0,0 0 0 0 0,0-1 0 0 0,1 1 0 0 0,-1 0 0 0 0,0 0 1 0 0,0 0-1 0 0,0 0 0 0 0,1 0 0 0 0,-1 0 0 0 0,0 0 1 0 0,1-1-1 0 0,-1 1 0 0 0,1 0 0 0 0,-1 0 0 0 0,1-1 0 0 0,0 2 1 0 0,3 2 17 0 0,0-1 1 0 0,0 0 0 0 0,1 0 0 0 0,-1-1-1 0 0,0 1 1 0 0,1-1 0 0 0,0 0 0 0 0,0 0-1 0 0,0 0 1 0 0,0-1 0 0 0,0 0 0 0 0,0 0 0 0 0,0 0-1 0 0,8 0 1 0 0,13 0 120 0 0,43-3 0 0 0,-68 2-143 0 0,13-1-14 0 0,-1 0 1 0 0,1 0 0 0 0,-1-1-1 0 0,0-1 1 0 0,0 0 0 0 0,0-1-1 0 0,0-1 1 0 0,0 0 0 0 0,-1 0-1 0 0,0-1 1 0 0,0-1 0 0 0,-1 0-1 0 0,0-1 1 0 0,0 0 0 0 0,0-1-1 0 0,-1 0 1 0 0,17-20-1 0 0,-25 27 1 0 0,0-1 0 0 0,0 1 0 0 0,0-1 0 0 0,-1 0 0 0 0,0 0-1 0 0,1 0 1 0 0,-1 0 0 0 0,0 0 0 0 0,0 0 0 0 0,-1 0 0 0 0,1 0-1 0 0,-1 0 1 0 0,1 0 0 0 0,-1 0 0 0 0,0 0 0 0 0,0 0 0 0 0,0 0-1 0 0,-1-1 1 0 0,1 1 0 0 0,-1 0 0 0 0,0 0 0 0 0,0 0 0 0 0,0 0-1 0 0,-1-3 1 0 0,-2-1-3 0 0,0 0-1 0 0,-1 0 0 0 0,0 0 0 0 0,0 1 0 0 0,0 0 1 0 0,-1 0-1 0 0,0 0 0 0 0,-8-6 0 0 0,11 10 6 0 0,-1 0 0 0 0,1 0-1 0 0,-1 1 1 0 0,0-1 0 0 0,1 1-1 0 0,-1 0 1 0 0,0 0 0 0 0,0 0-1 0 0,0 0 1 0 0,0 1 0 0 0,0 0-1 0 0,0-1 1 0 0,0 1 0 0 0,0 1-1 0 0,1-1 1 0 0,-1 1 0 0 0,0-1-1 0 0,0 1 1 0 0,-5 2 0 0 0,8-2-9 0 0,0-1 0 0 0,1 1 1 0 0,-1 0-1 0 0,1-1 0 0 0,0 1 1 0 0,-1 0-1 0 0,1-1 1 0 0,-1 1-1 0 0,1 0 0 0 0,0 0 1 0 0,0-1-1 0 0,-1 1 1 0 0,1 0-1 0 0,0 0 0 0 0,0-1 1 0 0,0 1-1 0 0,0 0 1 0 0,0 0-1 0 0,0 0 0 0 0,0-1 1 0 0,0 1-1 0 0,0 0 1 0 0,1 1-1 0 0,4 17-1057 0 0,13 4-830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49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54 560 0 0,'-3'0'694'0'0,"-11"0"-435"0"0,0 0-1 0 0,0 2 1 0 0,0-1 0 0 0,1 2 0 0 0,-1 0 0 0 0,1 0-1 0 0,0 1 1 0 0,-1 1 0 0 0,2 0 0 0 0,-1 1 0 0 0,1 0-1 0 0,0 1 1 0 0,0 0 0 0 0,-18 16 0 0 0,28-22-236 0 0,0 1 1 0 0,0-1-1 0 0,0 1 1 0 0,0 0-1 0 0,1-1 0 0 0,-1 1 1 0 0,1 0-1 0 0,-1 0 1 0 0,1 0-1 0 0,0 0 1 0 0,0 0-1 0 0,0 0 1 0 0,0 1-1 0 0,0-1 1 0 0,0 0-1 0 0,1 0 1 0 0,-1 1-1 0 0,1-1 0 0 0,-1 0 1 0 0,1 1-1 0 0,0-1 1 0 0,0 1-1 0 0,0-1 1 0 0,0 0-1 0 0,1 1 1 0 0,-1-1-1 0 0,1 0 1 0 0,-1 1-1 0 0,3 3 1 0 0,-2-3-29 0 0,1 0 1 0 0,0 0-1 0 0,0 0 1 0 0,0-1-1 0 0,1 1 1 0 0,-1-1-1 0 0,1 0 1 0 0,-1 0-1 0 0,1 0 1 0 0,0 0-1 0 0,0 0 1 0 0,0 0-1 0 0,0-1 0 0 0,0 1 1 0 0,0-1-1 0 0,0 0 1 0 0,1 0-1 0 0,-1 0 1 0 0,0 0-1 0 0,0-1 1 0 0,1 1-1 0 0,3-1 1 0 0,4 1-90 0 0,1-1-1 0 0,-1 0 1 0 0,1-1 0 0 0,-1 0-1 0 0,0 0 1 0 0,0-1 0 0 0,1-1-1 0 0,-1 0 1 0 0,-1-1 0 0 0,1 0-1 0 0,0 0 1 0 0,-1-1 0 0 0,16-11-1 0 0,-22 12 91 0 0,0 0 0 0 0,0 0-1 0 0,-1 0 1 0 0,1-1 0 0 0,-1 0-1 0 0,-1 0 1 0 0,1 0 0 0 0,0 0-1 0 0,2-8 1 0 0,1-1-33 0 0,-5 12 39 0 0,-1 0-1 0 0,0 0 0 0 0,1 1 1 0 0,-1-1-1 0 0,0 0 0 0 0,0 1 1 0 0,0-1-1 0 0,0 0 1 0 0,0 0-1 0 0,-1 1 0 0 0,1-1 1 0 0,0 0-1 0 0,-1 0 0 0 0,1 1 1 0 0,-1-1-1 0 0,0 1 0 0 0,1-1 1 0 0,-1 0-1 0 0,0 1 1 0 0,0 0-1 0 0,0-1 0 0 0,0 1 1 0 0,-2-2-1 0 0,0-2 6 0 0,-2 1 0 0 0,1 0-1 0 0,0-1 1 0 0,-1 1 0 0 0,0 1 0 0 0,-7-5-1 0 0,-4-1 33 0 0,-1 1-1 0 0,0 1 0 0 0,-31-9 0 0 0,41 13-33 0 0,-1 1 0 0 0,0 0 0 0 0,-1 1 0 0 0,1 0 1 0 0,0 0-1 0 0,0 1 0 0 0,0 0 0 0 0,-1 0 0 0 0,1 1 0 0 0,0 0 0 0 0,-12 3 0 0 0,20-3-46 0 0,0-1 1 0 0,-1 0 0 0 0,1 0-1 0 0,0 1 1 0 0,-1-1 0 0 0,1 0-1 0 0,0 1 1 0 0,0-1 0 0 0,-1 0-1 0 0,1 1 1 0 0,0-1 0 0 0,0 0 0 0 0,-1 1-1 0 0,1-1 1 0 0,0 0 0 0 0,0 1-1 0 0,0-1 1 0 0,0 1 0 0 0,0-1-1 0 0,0 0 1 0 0,0 1 0 0 0,0-1-1 0 0,0 1 1 0 0,0-1 0 0 0,0 0-1 0 0,0 1 1 0 0,0-1 0 0 0,0 1-1 0 0,0-1 1 0 0,0 1 0 0 0,1 2-965 0 0,-1 1-649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50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2 320 0 0,'-6'-1'180'0'0,"6"1"-98"0"0,-1 0 1 0 0,1 0 0 0 0,-1 0 0 0 0,1-1 0 0 0,-1 1-1 0 0,1 0 1 0 0,-1 0 0 0 0,1 0 0 0 0,-1 0 0 0 0,1 0-1 0 0,-1 0 1 0 0,1 0 0 0 0,-1 0 0 0 0,1 0 0 0 0,0 0-1 0 0,-1 0 1 0 0,1 1 0 0 0,-1-1 0 0 0,1 0 0 0 0,-1 0-1 0 0,1 0 1 0 0,-1 1 0 0 0,1-1 0 0 0,0 0 0 0 0,-1 0 0 0 0,1 1-1 0 0,-1-1 1 0 0,1 0 0 0 0,0 1 0 0 0,-1-1 0 0 0,1 0-1 0 0,0 1 1 0 0,0-1 0 0 0,-1 1 0 0 0,1-1 0 0 0,0 0-1 0 0,0 1 1 0 0,0-1 0 0 0,-1 1 0 0 0,1-1 0 0 0,0 1-1 0 0,0-1 1 0 0,0 1 0 0 0,0-1 0 0 0,0 2 0 0 0,0-2-55 0 0,0 0 1 0 0,0 1 0 0 0,-1-1 0 0 0,1 0-1 0 0,0 1 1 0 0,0-1 0 0 0,0 0 0 0 0,0 1-1 0 0,-1-1 1 0 0,1 0 0 0 0,0 1 0 0 0,0-1-1 0 0,-1 0 1 0 0,1 1 0 0 0,0-1 0 0 0,-1 0-1 0 0,1 0 1 0 0,0 1 0 0 0,-1-1-1 0 0,1 0 1 0 0,0 0 0 0 0,-1 0 0 0 0,1 0-1 0 0,0 1 1 0 0,-1-1 0 0 0,1 0 0 0 0,0 0-1 0 0,-1 0 1 0 0,1 0 0 0 0,-1 0 0 0 0,0 0-1 0 0,-4 3 186 0 0,10 1 30 0 0,-5-4-224 0 0,1 0 0 0 0,-1 1 0 0 0,1-1 0 0 0,-1 0 0 0 0,1 0 0 0 0,0 1-1 0 0,-1-1 1 0 0,1 1 0 0 0,-1-1 0 0 0,0 0 0 0 0,1 1 0 0 0,-1-1 0 0 0,1 1 0 0 0,-1-1-1 0 0,0 1 1 0 0,1-1 0 0 0,-1 1 0 0 0,0-1 0 0 0,1 1 0 0 0,-1 0 0 0 0,0-1 0 0 0,0 1-1 0 0,0-1 1 0 0,1 1 0 0 0,-1 0 0 0 0,0-1 0 0 0,0 2 0 0 0,1 0 41 0 0,0 0 0 0 0,0 1 0 0 0,0-1 0 0 0,1 0 1 0 0,-1 0-1 0 0,1 0 0 0 0,-1 0 0 0 0,1 0 0 0 0,0 0 0 0 0,3 2 0 0 0,2 3 134 0 0,-4-4-150 0 0,2 2 29 0 0,0 1 0 0 0,0-1-1 0 0,0 0 1 0 0,12 7-1 0 0,4 5-4 0 0,-20-15-85 0 0,1 0 0 0 0,-1-1 0 0 0,1 1 0 0 0,0-1 0 0 0,0 1 0 0 0,0-1 0 0 0,0 1 0 0 0,0-1 1 0 0,0 0-1 0 0,4 1 0 0 0,35 13-1972 0 0,-38-11 467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51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1 163 1361 0 0,'40'-37'1520'0'0,"27"-9"1"0"0,21 3-160 0 0,-43 19-481 0 0,-1 16-400 0 0,-21 3-400 0 0,-1 5-240 0 0,0 0-1040 0 0,-22 5-2082 0 0,0-1 1361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53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23 232 1601 0 0,'-4'0'1147'0'0,"4"0"-948"0"0,-1 0-80 0 0,0-1 0 0 0,1 1 0 0 0,-1 0-1 0 0,0 0 1 0 0,0 0 0 0 0,0 0 0 0 0,0 0 0 0 0,0 0 0 0 0,1 0-1 0 0,-1 0 1 0 0,0 1 0 0 0,0-1 0 0 0,0 0 0 0 0,0 0 0 0 0,1 1-1 0 0,-1-1 1 0 0,0 0 0 0 0,0 1 0 0 0,1-1 0 0 0,-2 1-1 0 0,2 0 123 0 0,0 0 153 0 0,0 0-364 0 0,0-1 1 0 0,0 0-1 0 0,-1 1 0 0 0,1-1 0 0 0,0 1 0 0 0,0-1 0 0 0,0 0 1 0 0,0 1-1 0 0,0-1 0 0 0,0 0 0 0 0,0 1 0 0 0,0-1 1 0 0,0 0-1 0 0,1 1 0 0 0,-1-1 0 0 0,0 0 0 0 0,0 1 1 0 0,0-1-1 0 0,0 0 0 0 0,0 1 0 0 0,1-1 0 0 0,-1 0 1 0 0,0 1-1 0 0,0-1 0 0 0,0 0 0 0 0,1 0 0 0 0,-1 1 0 0 0,0-1 1 0 0,1 0-1 0 0,-1 0 0 0 0,1 1 0 0 0,239 85 3572 0 0,-236-85-3590 0 0,0 0-1 0 0,0 0 1 0 0,0-1 0 0 0,0 1 0 0 0,0-1-1 0 0,0 0 1 0 0,0 0 0 0 0,0 0 0 0 0,0-1-1 0 0,-1 0 1 0 0,1 1 0 0 0,0-1 0 0 0,0-1-1 0 0,0 1 1 0 0,-1 0 0 0 0,1-1 0 0 0,0 0-1 0 0,-1 0 1 0 0,0 0 0 0 0,1 0 0 0 0,-1-1 0 0 0,0 1-1 0 0,0-1 1 0 0,0 0 0 0 0,-1 1 0 0 0,1-1-1 0 0,4-7 1 0 0,4-7-18 0 0,1-1-1 0 0,-2-1 0 0 0,-1 1 1 0 0,8-22-1 0 0,-6 15-49 0 0,-8 17 44 0 0,1 0 0 0 0,-1 0 0 0 0,0-1 0 0 0,-1 1 0 0 0,0-1 0 0 0,0 1 0 0 0,-1-1 0 0 0,0 0 0 0 0,0-15 0 0 0,-1 23-1 0 0,0 1 0 0 0,0-1 0 0 0,0 0 0 0 0,0 0 0 0 0,0 0 0 0 0,-1 0 0 0 0,1 0 0 0 0,0 0 0 0 0,0 0 0 0 0,-1 1-1 0 0,1-1 1 0 0,-1 0 0 0 0,1 0 0 0 0,-1 0 0 0 0,1 1 0 0 0,-1-1 0 0 0,1 0 0 0 0,-1 1 0 0 0,1-1 0 0 0,-1 0 0 0 0,0 1 0 0 0,0-1 0 0 0,1 1 0 0 0,-2-1 0 0 0,1 0 34 0 0,0 1 0 0 0,1-1 0 0 0,-1 1 0 0 0,0-1 0 0 0,0 0 0 0 0,1 1 0 0 0,-1-1 0 0 0,0 0 0 0 0,1 0 0 0 0,-1 1 0 0 0,1-1 0 0 0,-1 0 0 0 0,1 0 1 0 0,-1 0-1 0 0,1 0 0 0 0,0 0 0 0 0,-1 0 0 0 0,1 1 0 0 0,0-1 0 0 0,0 0 0 0 0,0 0 0 0 0,0 0 0 0 0,0 0 0 0 0,0-2 2148 0 0,3 3-2063 0 0,79-15 695 0 0,-4 13-417 0 0,97 11-1 0 0,-76-2-2698 0 0,-33-10-7022 0 0,-63 3 6602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54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33 1361 0 0,'-41'-11'2961'0'0,"40"11"-2916"0"0,1 0-1 0 0,0 0 1 0 0,0-1-1 0 0,-1 1 1 0 0,1 0-1 0 0,0 0 1 0 0,0 0-1 0 0,-1-1 1 0 0,1 1 0 0 0,0 0-1 0 0,0 0 1 0 0,0-1-1 0 0,-1 1 1 0 0,1 0-1 0 0,0-1 1 0 0,0 1-1 0 0,0 0 1 0 0,0-1 0 0 0,0 1-1 0 0,0 0 1 0 0,-1-1-1 0 0,1 1 1 0 0,0 0-1 0 0,0-1 1 0 0,0 1-1 0 0,0 0 1 0 0,0-1-1 0 0,0 1 1 0 0,0 0 0 0 0,1-1-1 0 0,-1 1 1 0 0,0 0-1 0 0,0-1 1 0 0,0 1-1 0 0,0 0 1 0 0,0-1-1 0 0,0 1 1 0 0,1 0 0 0 0,-1 0-1 0 0,0-1 1 0 0,0 1-1 0 0,1 0 1 0 0,-1-1-1 0 0,0 1 1 0 0,0 0-1 0 0,1 0 1 0 0,-1 0 0 0 0,0-1-1 0 0,1 1 1 0 0,64-7 987 0 0,-60 7-968 0 0,0 0 0 0 0,0 0-1 0 0,0 1 1 0 0,0-1 0 0 0,0 1 0 0 0,0 0 0 0 0,0 1-1 0 0,0-1 1 0 0,0 1 0 0 0,6 3 0 0 0,-11-5-38 0 0,1 1 1 0 0,-1-1 0 0 0,1 0-1 0 0,-1 1 1 0 0,1-1-1 0 0,-1 1 1 0 0,0-1 0 0 0,1 1-1 0 0,-1-1 1 0 0,0 1 0 0 0,1-1-1 0 0,-1 1 1 0 0,0-1-1 0 0,1 1 1 0 0,-1-1 0 0 0,0 1-1 0 0,0 0 1 0 0,0-1-1 0 0,0 1 1 0 0,0-1 0 0 0,1 1-1 0 0,-1 0 1 0 0,0-1-1 0 0,0 1 1 0 0,0 0 0 0 0,-1-1-1 0 0,1 1 1 0 0,0-1-1 0 0,0 1 1 0 0,0 0 0 0 0,0-1-1 0 0,-1 1 1 0 0,1-1 0 0 0,0 1-1 0 0,0-1 1 0 0,-1 1-1 0 0,1-1 1 0 0,0 1 0 0 0,-1-1-1 0 0,1 1 1 0 0,-1-1-1 0 0,1 1 1 0 0,-1-1 0 0 0,0 1-1 0 0,-22 17 1231 0 0,19-15-1116 0 0,-1-1 0 0 0,0-1-1 0 0,0 1 1 0 0,0-1 0 0 0,0 0 0 0 0,0 0-1 0 0,0 0 1 0 0,-6 0 0 0 0,-49 0 1311 0 0,45-1-1009 0 0,51-2-332 0 0,-9 4-182 0 0,3 3 57 0 0,-19-3 17 0 0,-1 0 1 0 0,0 0-1 0 0,14 5 1 0 0,-24-5 48 0 0,1-1 0 0 0,0 1 1 0 0,-1-1-1 0 0,1 1 0 0 0,-1-1 1 0 0,1 1-1 0 0,-1 0 0 0 0,0-1 1 0 0,0 1-1 0 0,1-1 0 0 0,-1 1 1 0 0,0 0-1 0 0,-1-1 0 0 0,1 1 1 0 0,0 0-1 0 0,0-1 0 0 0,-1 1 1 0 0,1-1-1 0 0,-1 1 0 0 0,1 0 1 0 0,-1-1-1 0 0,0 0 0 0 0,0 1 1 0 0,0-1-1 0 0,-1 3 0 0 0,-6 1 81 0 0,0 0 0 0 0,0-1 0 0 0,-1 1 0 0 0,0-2 0 0 0,1 1 0 0 0,-1-1 0 0 0,-10 2 0 0 0,-5 1-478 0 0,-41 4 0 0 0,59-9-31 0 0,0-1 0 0 0,-1 0 0 0 0,1 0 0 0 0,-1-1 0 0 0,1 0 0 0 0,-12-3 0 0 0,-33-17-6278 0 0,40 15 5082 0 0,-30-13-1963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54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43 800 0 0,'-5'1'373'0'0,"-1"0"-1"0"0,0 0 0 0 0,0-1 0 0 0,0 1 0 0 0,0-1 1 0 0,0-1-1 0 0,1 1 0 0 0,-11-3 0 0 0,15 3-373 0 0,87-4 8711 0 0,14 4-6945 0 0,280-5 232 0 0,-300-3-2045 0 0,-19 2-2932 0 0,-55 5 2336 0 0,28-3-1818 0 0,-7-5-4090 0 0,-9 4 3657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55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80 2241 0 0,'-14'-1'958'0'0,"12"-1"-153"0"0,22-6 164 0 0,-1 1-980 0 0,14-10 331 0 0,-21 11-178 0 0,0 0-1 0 0,1 1 0 0 0,-1 0 1 0 0,17-3-1 0 0,-18 5-58 0 0,1 0 9 0 0,0 0 0 0 0,1 1 0 0 0,-1 0-1 0 0,0 1 1 0 0,1 0 0 0 0,0 1 0 0 0,-1 1-1 0 0,1 0 1 0 0,15 3 0 0 0,-26-3-47 0 0,-1 0 1 0 0,1 0-1 0 0,0 0 0 0 0,-1 0 1 0 0,1 1-1 0 0,-1-1 1 0 0,1 1-1 0 0,-1-1 0 0 0,1 1 1 0 0,-1-1-1 0 0,0 1 1 0 0,0 0-1 0 0,0-1 0 0 0,0 1 1 0 0,0 0-1 0 0,0 0 0 0 0,-1 0 1 0 0,1 0-1 0 0,0 0 1 0 0,-1 0-1 0 0,0 0 0 0 0,1 0 1 0 0,-1 0-1 0 0,0 0 1 0 0,0 0-1 0 0,0 0 0 0 0,0 0 1 0 0,-1 0-1 0 0,1 0 1 0 0,0 0-1 0 0,-2 2 0 0 0,1 3 114 0 0,0 1 0 0 0,-1-1-1 0 0,0 0 1 0 0,-1 0-1 0 0,1 0 1 0 0,-2 0 0 0 0,-4 9-1 0 0,1-6 111 0 0,0-1 0 0 0,-1-1-1 0 0,0 1 1 0 0,0-1 0 0 0,-1 0-1 0 0,0-1 1 0 0,-1 0 0 0 0,-15 9 0 0 0,3-5 138 0 0,-1 0 1 0 0,-33 10 0 0 0,25-7-129 0 0,26-11-174 0 0,-1-1-1 0 0,1 1 0 0 0,0-1 0 0 0,-1 0 0 0 0,0 0 0 0 0,1-1 0 0 0,-1 0 0 0 0,0 0 0 0 0,-9 1 0 0 0,-45-3-24 0 0,60-1-86 0 0,-1 0 0 0 0,0 0-1 0 0,0 0 1 0 0,1 0 0 0 0,0-1 0 0 0,-1 1-1 0 0,1 0 1 0 0,0 0 0 0 0,0 0-1 0 0,0-1 1 0 0,0 1 0 0 0,0 0-1 0 0,0 0 1 0 0,1 0 0 0 0,-1 0-1 0 0,1 0 1 0 0,0-1 0 0 0,0-1-1 0 0,6 1-9 0 0,0 0 0 0 0,-1 0 0 0 0,1 1 0 0 0,0 0 0 0 0,0 0 0 0 0,0 0 0 0 0,0 1 0 0 0,11-1 0 0 0,65 1 107 0 0,149 18 230 0 0,-83-4-575 0 0,-134-12-185 0 0,0 0 0 0 0,0 0 0 0 0,0-2 0 0 0,-1 0 0 0 0,1-1 1 0 0,0 0-1 0 0,0-1 0 0 0,-1 0 0 0 0,16-7 0 0 0,18-16-4216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58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58 800 0 0,'1'-1'123'0'0,"-1"0"0"0"0,1 0-1 0 0,-1-1 1 0 0,1 1 0 0 0,0 0-1 0 0,-1 0 1 0 0,1 0-1 0 0,0 0 1 0 0,0 0 0 0 0,0 0-1 0 0,0 0 1 0 0,0 0 0 0 0,0 1-1 0 0,0-1 1 0 0,0 0 0 0 0,0 1-1 0 0,0-1 1 0 0,0 0-1 0 0,0 1 1 0 0,1-1 0 0 0,-1 1-1 0 0,0 0 1 0 0,0-1 0 0 0,1 1-1 0 0,-1 0 1 0 0,0 0 0 0 0,1 0-1 0 0,-1 0 1 0 0,0 0-1 0 0,3 0 1 0 0,55 1 798 0 0,-12 7-511 0 0,-27-4 18 0 0,0-1 0 0 0,26 1 0 0 0,-45-4-389 0 0,-1 0 1 0 0,1 1-1 0 0,-1-1 1 0 0,1 0-1 0 0,-1 0 0 0 0,1 0 1 0 0,-1 0-1 0 0,1 0 1 0 0,-1 0-1 0 0,1 0 1 0 0,-1 0-1 0 0,1 0 1 0 0,-1 0-1 0 0,1-1 1 0 0,-1 1-1 0 0,1 0 1 0 0,-1 0-1 0 0,1 0 1 0 0,-1-1-1 0 0,1 1 1 0 0,-1 0-1 0 0,1-1 0 0 0,-1 1 1 0 0,1 0-1 0 0,-1-1 1 0 0,0 1-1 0 0,1 0 1 0 0,-1-1-1 0 0,0 1 1 0 0,1-1-1 0 0,-1 1 1 0 0,0-1-1 0 0,0 1 1 0 0,1-1-1 0 0,-1 1 1 0 0,0-1-1 0 0,0 1 1 0 0,0-1-1 0 0,0 1 0 0 0,0-1 1 0 0,0-1 48 0 0,-1 1 0 0 0,1 0-1 0 0,-1 0 1 0 0,0 0 0 0 0,1 0 0 0 0,-1 0 0 0 0,0 0 0 0 0,0 0-1 0 0,0 0 1 0 0,0 0 0 0 0,0 0 0 0 0,0 0 0 0 0,0 1 0 0 0,0-1-1 0 0,0 0 1 0 0,0 1 0 0 0,0-1 0 0 0,-1 1 0 0 0,-1-1 0 0 0,-11-5 285 0 0,-1 0 0 0 0,-1 2 0 0 0,1 0 0 0 0,-1 1 0 0 0,1 0 0 0 0,-1 1 1 0 0,-31 1-1 0 0,40 1-280 0 0,-1 1-1 0 0,1-1 1 0 0,-1 2 0 0 0,1-1 0 0 0,0 1 0 0 0,0 0-1 0 0,-1 0 1 0 0,2 1 0 0 0,-1 0 0 0 0,0 1 0 0 0,1-1 0 0 0,-1 1-1 0 0,1 0 1 0 0,0 1 0 0 0,0 0 0 0 0,1-1 0 0 0,-1 2 0 0 0,-8 9-1 0 0,13-13-75 0 0,0 0-1 0 0,0 0 0 0 0,0 0 1 0 0,0 0-1 0 0,0 0 1 0 0,0 0-1 0 0,0 0 0 0 0,1 0 1 0 0,-1 0-1 0 0,1 0 0 0 0,-1 0 1 0 0,1 1-1 0 0,0-1 0 0 0,0 0 1 0 0,0 0-1 0 0,0 0 1 0 0,0 1-1 0 0,0-1 0 0 0,1 0 1 0 0,-1 0-1 0 0,1 0 0 0 0,-1 0 1 0 0,1 0-1 0 0,1 3 0 0 0,0-3-20 0 0,-1 1 0 0 0,1-1 0 0 0,0 0 0 0 0,0 1 1 0 0,0-1-1 0 0,0 0 0 0 0,0 0 0 0 0,1 0 0 0 0,-1 0 0 0 0,1-1 0 0 0,-1 1 0 0 0,1-1 0 0 0,-1 1 0 0 0,1-1 0 0 0,0 0 0 0 0,0 0 0 0 0,0 0 0 0 0,5 1 0 0 0,18 1 35 0 0,35 0 1 0 0,4 0-2 0 0,-27 2-68 0 0,-28-5 15 0 0,0 1 0 0 0,0 0 0 0 0,0 1-1 0 0,0 0 1 0 0,-1 0 0 0 0,1 1 0 0 0,0 0 0 0 0,-1 1-1 0 0,0 0 1 0 0,11 7 0 0 0,-19-10 51 0 0,0 1 0 0 0,-1-1 0 0 0,1 1 0 0 0,0-1 1 0 0,-1 1-1 0 0,1-1 0 0 0,-1 1 0 0 0,0-1 0 0 0,0 1 0 0 0,0 0 1 0 0,0-1-1 0 0,0 1 0 0 0,0-1 0 0 0,0 1 0 0 0,0 0 0 0 0,0-1 0 0 0,-1 1 1 0 0,1-1-1 0 0,-1 1 0 0 0,1-1 0 0 0,-1 1 0 0 0,0-1 0 0 0,1 1 1 0 0,-1-1-1 0 0,0 1 0 0 0,-1 1 0 0 0,-15 8 692 0 0,1-1 1 0 0,-2-1-1 0 0,-31 14 0 0 0,40-21-754 0 0,0 0 0 0 0,0-1-1 0 0,0 1 1 0 0,0-2-1 0 0,0 1 1 0 0,0-2-1 0 0,0 1 1 0 0,0-1 0 0 0,0 0-1 0 0,-9-3 1 0 0,5 1-728 0 0,-1-1 0 0 0,1 0 0 0 0,1 0 0 0 0,-25-13 0 0 0,37 16 651 0 0,-1 1 0 0 0,1 0 0 0 0,-1-1 0 0 0,0 1 0 0 0,1-1 0 0 0,-1 1 0 0 0,1-1 0 0 0,0 1 0 0 0,-1-1 0 0 0,1 1 0 0 0,-1-1 0 0 0,1 1 0 0 0,0-1 0 0 0,-1 0 0 0 0,1 1 0 0 0,0-1 0 0 0,0 0 0 0 0,-1 1 0 0 0,1-1 0 0 0,0 0 0 0 0,0 1 0 0 0,0-1 0 0 0,0 0-1 0 0,0 1 1 0 0,0-2 0 0 0,-3-11-2565 0 0,-15-9-1806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58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282 109 1601 0 0,'-10'4'1061'0'0,"0"0"1"0"0,-1-1-1 0 0,-19 3 1 0 0,22-5-556 0 0,0 1 0 0 0,-1 0 1 0 0,1 0-1 0 0,0 1 1 0 0,0 0-1 0 0,0 0 0 0 0,-11 7 1 0 0,-27 12 1099 0 0,34-17-1234 0 0,2 0 0 0 0,-1 0 0 0 0,-17 12 1 0 0,20-12-98 0 0,-15 10 176 0 0,23-15-423 0 0,0 0 1 0 0,-1 0 0 0 0,1 0-1 0 0,-1 1 1 0 0,1-1 0 0 0,-1 0-1 0 0,1 0 1 0 0,0 1 0 0 0,-1-1 0 0 0,1 0-1 0 0,0 1 1 0 0,-1-1 0 0 0,1 0-1 0 0,0 1 1 0 0,0-1 0 0 0,-1 1-1 0 0,1-1 1 0 0,0 1 0 0 0,0-1-1 0 0,0 0 1 0 0,-1 1 0 0 0,1-1-1 0 0,0 1 1 0 0,0-1 0 0 0,0 1 0 0 0,0-1-1 0 0,0 1 1 0 0,0-1 0 0 0,0 1-1 0 0,0-1 1 0 0,0 1 0 0 0,0-1-1 0 0,0 0 1 0 0,0 1 0 0 0,1-1-1 0 0,-1 1 1 0 0,6 4 105 0 0,1 0 1 0 0,0 0-1 0 0,0-1 0 0 0,0 0 1 0 0,0 0-1 0 0,0-1 0 0 0,12 4 0 0 0,58 15 299 0 0,-58-18-392 0 0,0-1 1 0 0,-1 0-1 0 0,1-2 0 0 0,0-1 0 0 0,25-2 0 0 0,80-15-393 0 0,-123 17 351 0 0,9-2-42 0 0,-1 0 0 0 0,0-1 0 0 0,-1 0 1 0 0,1 0-1 0 0,0-1 0 0 0,11-6 0 0 0,-18 9 35 0 0,1-1 0 0 0,0 0 0 0 0,-1 1 0 0 0,0-1-1 0 0,1 0 1 0 0,-1 0 0 0 0,0 0 0 0 0,0-1-1 0 0,0 1 1 0 0,0 0 0 0 0,-1-1 0 0 0,1 0 0 0 0,0 1-1 0 0,-1-1 1 0 0,0 0 0 0 0,0 1 0 0 0,0-1-1 0 0,0 0 1 0 0,0 0 0 0 0,-1 0 0 0 0,1-5 0 0 0,-1-1 15 0 0,-1 0 0 0 0,-1 0 1 0 0,0 1-1 0 0,0-1 1 0 0,-1 1-1 0 0,0 0 1 0 0,0 0-1 0 0,-1 0 1 0 0,0 0-1 0 0,0 0 1 0 0,-1 1-1 0 0,0 0 1 0 0,0 0-1 0 0,-1 0 1 0 0,0 0-1 0 0,0 1 1 0 0,-1 0-1 0 0,1 0 0 0 0,-1 1 1 0 0,-1 0-1 0 0,1 0 1 0 0,-1 1-1 0 0,1 0 1 0 0,-11-4-1 0 0,-7 0-61 0 0,-1 1-1 0 0,-40-6 1 0 0,53 11-388 0 0,0 2-1 0 0,-25 1 1 0 0,30-1-452 0 0,0 2 0 0 0,-1-1-1 0 0,1 1 1 0 0,0 1-1 0 0,-11 4 1 0 0,18-7 634 0 0,0 1 0 0 0,0-1 1 0 0,0 0-1 0 0,0 1 0 0 0,0-1 0 0 0,0 1 1 0 0,1-1-1 0 0,-1 1 0 0 0,0 0 1 0 0,0-1-1 0 0,0 1 0 0 0,1 0 0 0 0,-1 0 1 0 0,0 0-1 0 0,1-1 0 0 0,-2 3 0 0 0,3-2 53 0 0,-1-1-1 0 0,1 1 1 0 0,0 0-1 0 0,-1-1 1 0 0,1 1-1 0 0,0 0 1 0 0,-1-1-1 0 0,1 1 1 0 0,0-1-1 0 0,0 1 1 0 0,-1-1-1 0 0,1 1 1 0 0,0-1-1 0 0,0 0 1 0 0,0 0-1 0 0,0 1 1 0 0,1-1-1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59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15 720 0 0,'0'-1'116'0'0,"0"1"0"0"0,0-1 0 0 0,-1 0-1 0 0,1 0 1 0 0,0 1 0 0 0,-1-1 0 0 0,1 0-1 0 0,-1 0 1 0 0,1 1 0 0 0,-1-1-1 0 0,1 1 1 0 0,-1-1 0 0 0,0 0 0 0 0,1 1-1 0 0,-1-1 1 0 0,1 1 0 0 0,-1-1 0 0 0,0 1-1 0 0,0 0 1 0 0,1-1 0 0 0,-1 1 0 0 0,0 0-1 0 0,0-1 1 0 0,0 1 0 0 0,1 0 0 0 0,-1 0-1 0 0,0 0 1 0 0,0 0 0 0 0,0 0 0 0 0,1 0-1 0 0,-1 0 1 0 0,0 0 0 0 0,-1 0-1 0 0,2 1 157 0 0,0 0-261 0 0,0-1 0 0 0,0 0 0 0 0,0 0 0 0 0,0 0 0 0 0,0 0 0 0 0,0 0 0 0 0,1 0 0 0 0,-1 0 0 0 0,0 1 0 0 0,0-1 0 0 0,0 0 0 0 0,0 0 0 0 0,0 0 0 0 0,0 0 0 0 0,0 0 0 0 0,0 0 0 0 0,0 1 0 0 0,0-1-1 0 0,-1 0 1 0 0,1 0 0 0 0,0 0 0 0 0,0 0 0 0 0,0 0 0 0 0,0 0 0 0 0,0 1 0 0 0,0-1 0 0 0,0 0 0 0 0,0 0 0 0 0,0 0 0 0 0,0 0 0 0 0,0 0 0 0 0,0 0 0 0 0,0 0 0 0 0,-1 0 0 0 0,1 0 0 0 0,0 1 0 0 0,0-1 0 0 0,0 0-1 0 0,0 0 1 0 0,0 0 0 0 0,0 0 0 0 0,0 0 0 0 0,-1 0 0 0 0,1 0 0 0 0,0 0 0 0 0,0 0 0 0 0,0 0 0 0 0,0 0 0 0 0,0 0 0 0 0,0 0 0 0 0,-1 0 0 0 0,1 0 0 0 0,0 0 0 0 0,0 0 0 0 0,0 0 0 0 0,0 0 0 0 0,-1 0 0 0 0,-58 5 4311 0 0,49-2-5234 0 0,9-3 737 0 0,1 1 0 0 0,-1-1 0 0 0,0 0 0 0 0,0 1 0 0 0,0-1 0 0 0,0 0 0 0 0,1 0 0 0 0,-1 0 0 0 0,0 0 0 0 0,0 0 0 0 0,0 0 0 0 0,0 0 0 0 0,1 0 0 0 0,-1 0 1 0 0,0 0-1 0 0,0-1 0 0 0,0 1 0 0 0,0 0 0 0 0,1 0 0 0 0,-1-1 0 0 0,0 1 0 0 0,0-1 0 0 0,-18-6-2693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00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67 276 160 0 0,'0'0'1014'0'0,"-4"1"-134"0"0,1 0-731 0 0,0 0-1 0 0,0 1 1 0 0,0-1-1 0 0,1 1 1 0 0,-1 0-1 0 0,0 0 1 0 0,0 0-1 0 0,1 0 1 0 0,-1 0-1 0 0,1 1 1 0 0,0-1-1 0 0,0 1 0 0 0,0-1 1 0 0,0 1-1 0 0,0 0 1 0 0,-1 3-1 0 0,0 0-75 0 0,0-1 1 0 0,1 0-1 0 0,-1 0 0 0 0,1 1 0 0 0,1-1 0 0 0,-1 1 0 0 0,1 0 0 0 0,0-1 0 0 0,0 8 0 0 0,1-9 34 0 0,0 0 0 0 0,1-1 0 0 0,-1 1 1 0 0,1 0-1 0 0,0 0 0 0 0,0-1 0 0 0,1 1 0 0 0,-1-1 0 0 0,1 1 0 0 0,4 5 0 0 0,4 13 609 0 0,-5-15-526 0 0,0 1-1 0 0,0-1 1 0 0,0 0-1 0 0,1 0 1 0 0,0 0-1 0 0,1-1 1 0 0,-1 0-1 0 0,1 0 1 0 0,0-1-1 0 0,12 8 1 0 0,6 5 553 0 0,-20-15-653 0 0,0 0 0 0 0,0 0-1 0 0,0-1 1 0 0,0 0 0 0 0,1 0-1 0 0,-1 0 1 0 0,1 0 0 0 0,-1-1-1 0 0,1 0 1 0 0,-1 0 0 0 0,1 0-1 0 0,0-1 1 0 0,-1 0 0 0 0,1 0-1 0 0,0 0 1 0 0,-1-1 0 0 0,11-2-1 0 0,-16 3-33 0 0,1-1 0 0 0,-1 0 0 0 0,1 1 0 0 0,-1-1 0 0 0,1 0 0 0 0,-1 1-1 0 0,0-1 1 0 0,1 0 0 0 0,-1 1 0 0 0,0-1 0 0 0,0 0 0 0 0,1 0 0 0 0,-1 1-1 0 0,0-1 1 0 0,0 0 0 0 0,0 0 0 0 0,0 0 0 0 0,0 1 0 0 0,0-1 0 0 0,0-1-1 0 0,2-13 440 0 0,27-60 651 0 0,-13 29-718 0 0,-16 44-413 0 0,44-127 610 0 0,-7 19-78 0 0,-34 100-440 0 0,1-1-1 0 0,0 0 1 0 0,7-12 0 0 0,-10 21-67 0 0,0 1-1 0 0,0-1 1 0 0,-1 0 0 0 0,1 1-1 0 0,-1-1 1 0 0,0 0 0 0 0,1 0 0 0 0,-1 1-1 0 0,0-1 1 0 0,0 0 0 0 0,0 0-1 0 0,0 0 1 0 0,-1-1 0 0 0,1-5 484 0 0,0 8 143 0 0,0 3 31 0 0,0-3-646 0 0,0 1-1 0 0,0 0 0 0 0,0-1 1 0 0,-1 1-1 0 0,1 0 0 0 0,0-1 1 0 0,0 1-1 0 0,0 0 0 0 0,1-1 1 0 0,-1 1-1 0 0,0 0 0 0 0,0-1 1 0 0,0 1-1 0 0,0 0 0 0 0,1-1 1 0 0,-1 1-1 0 0,0 0 0 0 0,1-1 1 0 0,-1 1-1 0 0,0-1 1 0 0,2 2-1 0 0,13 2 160 0 0,0-1 0 0 0,0-1 0 0 0,0 0-1 0 0,0-1 1 0 0,0-1 0 0 0,0 0 0 0 0,16-3 0 0 0,111-16-391 0 0,-91 10-1717 0 0,50-16 0 0 0,-76 16-2609 0 0,45-21 0 0 0,-52 21 264 0 0,-14 3 587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00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16 1040 0 0,'-1'-1'189'0'0,"1"0"0"0"0,0 0 0 0 0,-1 0 0 0 0,0 1 0 0 0,1-1 0 0 0,-1 0 0 0 0,0 0 0 0 0,1 1 0 0 0,-1-1-1 0 0,0 0 1 0 0,0 1 0 0 0,1-1 0 0 0,-1 1 0 0 0,0-1 0 0 0,-2 0 0 0 0,-1-2 176 0 0,17 5 76 0 0,10 2 63 0 0,50 11 129 0 0,-66-14-613 0 0,0 2-1 0 0,-1-1 1 0 0,1 0 0 0 0,0 1-1 0 0,-1 1 1 0 0,0-1-1 0 0,8 6 1 0 0,-14-9-17 0 0,0 0 1 0 0,1 0 0 0 0,-1 1-1 0 0,0-1 1 0 0,0 0 0 0 0,1 0-1 0 0,-1 1 1 0 0,0-1-1 0 0,0 0 1 0 0,1 1 0 0 0,-1-1-1 0 0,0 0 1 0 0,0 1-1 0 0,0-1 1 0 0,0 0 0 0 0,1 1-1 0 0,-1-1 1 0 0,0 0-1 0 0,0 1 1 0 0,0-1 0 0 0,0 0-1 0 0,0 1 1 0 0,0-1 0 0 0,0 0-1 0 0,0 1 1 0 0,0-1-1 0 0,0 1 1 0 0,0-1 0 0 0,0 0-1 0 0,-1 1 1 0 0,1-1-1 0 0,0 0 1 0 0,0 1 0 0 0,0-1-1 0 0,0 0 1 0 0,-1 1 0 0 0,1-1-1 0 0,0 0 1 0 0,0 1-1 0 0,0-1 1 0 0,-1 0 0 0 0,1 0-1 0 0,0 1 1 0 0,-1-1-1 0 0,1 0 1 0 0,0 0 0 0 0,-1 0-1 0 0,1 1 1 0 0,0-1 0 0 0,-1 0-1 0 0,-16 8 133 0 0,10-6-48 0 0,-1-1 1 0 0,1 0-1 0 0,-1 0 1 0 0,1 0-1 0 0,-1-1 1 0 0,-11-1 0 0 0,-2 1 665 0 0,17 0 6 0 0,6-1-770 0 0,0 1 0 0 0,0-1 1 0 0,-1 1-1 0 0,1-1 0 0 0,0 1 0 0 0,0 0 0 0 0,0 0 0 0 0,0-1 0 0 0,0 1 0 0 0,2 1 0 0 0,-1-1-1 0 0,15 0 63 0 0,-1 2-1 0 0,0 0 0 0 0,1 0 0 0 0,-1 2 1 0 0,0 0-1 0 0,-1 1 0 0 0,1 1 1 0 0,-1 0-1 0 0,0 1 0 0 0,0 1 1 0 0,-1 0-1 0 0,22 17 0 0 0,-35-23 42 0 0,1 0-1 0 0,-1-1 1 0 0,-1 1-1 0 0,1 0 1 0 0,0 0-1 0 0,0 1 1 0 0,-1-1-1 0 0,1 0 1 0 0,-1 0-1 0 0,0 1 1 0 0,0-1-1 0 0,0 1 1 0 0,1 2-1 0 0,-2-3-35 0 0,0-1-1 0 0,0 0 0 0 0,0 0 0 0 0,0 1 1 0 0,0-1-1 0 0,0 0 0 0 0,-1 0 0 0 0,1 0 0 0 0,0 1 1 0 0,-1-1-1 0 0,1 0 0 0 0,-1 0 0 0 0,0 0 1 0 0,1 0-1 0 0,-1 0 0 0 0,0 0 0 0 0,1 0 1 0 0,-1 0-1 0 0,0 0 0 0 0,0 0 0 0 0,0 0 1 0 0,0 0-1 0 0,0-1 0 0 0,0 1 0 0 0,0 0 1 0 0,0-1-1 0 0,0 1 0 0 0,-1-1 0 0 0,1 1 0 0 0,0-1 1 0 0,-2 1-1 0 0,-28 11 122 0 0,-1-1 0 0 0,-42 9 0 0 0,54-15-240 0 0,-1-2 1 0 0,0 0-1 0 0,0-1 1 0 0,-21-2 0 0 0,26 0-696 0 0,-1-2 0 0 0,1 0 0 0 0,-17-4 0 0 0,0-8-2872 0 0,-4-8 121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01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1 314 160 0 0,'2'-14'5898'0'0,"9"0"-3772"0"0,2-1-105 0 0,4-9 106 0 0,29-31 1 0 0,-41 48-2009 0 0,-1 0 0 0 0,0 0 0 0 0,0 0-1 0 0,0-1 1 0 0,-1 0 0 0 0,0 0 0 0 0,0 0 0 0 0,2-14 0 0 0,0 3 12 0 0,-4 16-121 0 0,0 1 0 0 0,0-1 0 0 0,0 0 1 0 0,-1 0-1 0 0,1 0 0 0 0,-1 1 0 0 0,0-1 1 0 0,0 0-1 0 0,0 0 0 0 0,0 0 0 0 0,0 0 1 0 0,-1 1-1 0 0,1-1 0 0 0,-1 0 0 0 0,0 0 1 0 0,0 1-1 0 0,0-1 0 0 0,0 0 0 0 0,0 1 1 0 0,-1-1-1 0 0,1 1 0 0 0,-1-1 1 0 0,1 1-1 0 0,-1 0 0 0 0,-2-3 0 0 0,-5-8 24 0 0,5 8-75 0 0,-9 4-98 0 0,9 6-22 0 0,3-4 167 0 0,-1 0 0 0 0,1 0-1 0 0,0-1 1 0 0,0 1 0 0 0,0 0-1 0 0,0 0 1 0 0,0 0 0 0 0,0 0-1 0 0,0 0 1 0 0,0 1-1 0 0,0-1 1 0 0,1 0 0 0 0,-1 0-1 0 0,0 1 1 0 0,0 1 0 0 0,-2 31 290 0 0,3-22-197 0 0,-1-8-69 0 0,1 0 0 0 0,0 1 1 0 0,0-1-1 0 0,0 0 0 0 0,0 0 0 0 0,1 0 0 0 0,-1 0 0 0 0,1 0 0 0 0,2 6 1 0 0,8 11 69 0 0,-8-15-57 0 0,0 0 0 0 0,0 0 0 0 0,0 0 0 0 0,0-1 0 0 0,1 0 0 0 0,0 1 0 0 0,0-1-1 0 0,0-1 1 0 0,1 1 0 0 0,0-1 0 0 0,0 1 0 0 0,0-1 0 0 0,0-1 0 0 0,1 1 0 0 0,10 5 0 0 0,64 18 424 0 0,-71-25-332 0 0,0 0 0 0 0,0 0-1 0 0,0-1 1 0 0,0-1 0 0 0,1 1 0 0 0,-1-1 0 0 0,0-1 0 0 0,11-2-1 0 0,0-1 373 0 0,0-2 0 0 0,-1 0 0 0 0,33-16 0 0 0,39-22 711 0 0,141-66-195 0 0,-227 107-1355 0 0,1 0 0 0 0,0 1-1 0 0,0 0 1 0 0,0 0 0 0 0,0 0 0 0 0,0 1 0 0 0,0 0 0 0 0,1 0 0 0 0,5 1-1 0 0,-5-5-3775 0 0,-6 5 3056 0 0,12-1 158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03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485 1 960 0 0,'0'1'204'0'0,"0"1"0"0"0,1 0-1 0 0,-1 0 1 0 0,0 0 0 0 0,0-1-1 0 0,0 1 1 0 0,0 0 0 0 0,-1 0-1 0 0,1-1 1 0 0,0 1 0 0 0,-1 0-1 0 0,1 0 1 0 0,-1-1 0 0 0,-1 4-1 0 0,-10-1 66 0 0,1 0 0 0 0,-1 2 0 0 0,1-1 0 0 0,-15 11 0 0 0,-27 13 827 0 0,31-19-688 0 0,2 0 0 0 0,-1 1 0 0 0,1 1 0 0 0,1 1-1 0 0,0 1 1 0 0,-19 19 0 0 0,34-31-332 0 0,0 1 0 0 0,0-1 0 0 0,-1 0 0 0 0,1 0 0 0 0,-8 3 0 0 0,8-4-12 0 0,0 2 96 0 0,4-2-155 0 0,-1 0-1 0 0,1 0 1 0 0,0-1-1 0 0,-1 1 1 0 0,1 0-1 0 0,0 0 1 0 0,-1 0-1 0 0,1 0 1 0 0,-1 0-1 0 0,1-1 1 0 0,-1 1-1 0 0,0 0 1 0 0,1 0-1 0 0,-1-1 1 0 0,0 1-1 0 0,0-1 1 0 0,1 1-1 0 0,-1 0 1 0 0,0-1-1 0 0,0 1 1 0 0,-1-1-1 0 0,-27 14-13 0 0,1-2 79 0 0,12-3-70 0 0,-1-1 0 0 0,-31 11 0 0 0,44-17-53 0 0,4 1 13 0 0,1-2 15 0 0,0-1 0 0 0,-1 1 0 0 0,1-1 0 0 0,0 1 0 0 0,0-1 1 0 0,0 1-1 0 0,-1-1 0 0 0,1 0 0 0 0,0 1 0 0 0,0-1 0 0 0,0 0 0 0 0,0 0 0 0 0,0 1 0 0 0,0-1 1 0 0,-1 0-1 0 0,1 0 0 0 0,0 0 0 0 0,0 0 0 0 0,2 0 0 0 0,26-2-2372 0 0,-23 1 1864 0 0,-1 0-1 0 0,0-1 1 0 0,0 1-1 0 0,1-1 0 0 0,-2-1 1 0 0,6-2-1 0 0,12-12-1613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07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971 154 720 0 0,'-3'-2'1067'0'0,"2"2"-1009"0"0,0 0 0 0 0,0-1-1 0 0,0 1 1 0 0,0-1-1 0 0,0 1 1 0 0,0-1 0 0 0,0 0-1 0 0,0 1 1 0 0,0-1-1 0 0,1 0 1 0 0,-1 0 0 0 0,0 1-1 0 0,1-1 1 0 0,-1 0-1 0 0,0 0 1 0 0,1 0 0 0 0,-1 0-1 0 0,1 0 1 0 0,-1 0-1 0 0,0-2 1 0 0,-1-27 516 0 0,2 23-650 0 0,0 6 68 0 0,0 0 0 0 0,0 0-1 0 0,0 1 1 0 0,0-1 0 0 0,0 0 0 0 0,-1 0 0 0 0,1 0-1 0 0,0 0 1 0 0,-1 0 0 0 0,1 0 0 0 0,0 0 0 0 0,-1 1-1 0 0,1-1 1 0 0,-1 0 0 0 0,1 0 0 0 0,-1 1 0 0 0,0-1-1 0 0,1 0 1 0 0,-1 1 0 0 0,0-1 0 0 0,1 0 0 0 0,-1 1-1 0 0,-1-1 1 0 0,1 0-2 0 0,0 1 0 0 0,0-1 0 0 0,1 1 0 0 0,-1-1 0 0 0,0 1-1 0 0,1-1 1 0 0,-1 0 0 0 0,1 1 0 0 0,-1-1 0 0 0,1 0 0 0 0,-1 1 0 0 0,1-1-1 0 0,-1 0 1 0 0,1 0 0 0 0,-1 0 0 0 0,1 1 0 0 0,0-1 0 0 0,0 0-1 0 0,-1 0 1 0 0,1 0 0 0 0,0 0 0 0 0,0 1 0 0 0,0-3 0 0 0,0 2 11 0 0,-1 0 1 0 0,1 0 0 0 0,-1-1-1 0 0,1 1 1 0 0,-1 0 0 0 0,1 0-1 0 0,-1 0 1 0 0,0 0 0 0 0,0 0-1 0 0,1 0 1 0 0,-1 0 0 0 0,0 0-1 0 0,0 0 1 0 0,0 0 0 0 0,0 0-1 0 0,0 0 1 0 0,0 1 0 0 0,0-1-1 0 0,0 0 1 0 0,-1 1 0 0 0,1-1-1 0 0,0 1 1 0 0,0-1 0 0 0,0 1-1 0 0,-1 0 1 0 0,1-1 0 0 0,-2 1-1 0 0,-40-5 1327 0 0,22 4 933 0 0,-40-6 0 0 0,13-5-2193 0 0,39 10-50 0 0,1-1 0 0 0,0 1 0 0 0,-1 0 0 0 0,1 1 0 0 0,-1 0 0 0 0,1 0 0 0 0,-1 1 0 0 0,0 0 0 0 0,1 1 0 0 0,-14 2 1 0 0,-35 6 877 0 0,-19 5 348 0 0,69-13-1163 0 0,1 1 0 0 0,-1 0 0 0 0,0 1 0 0 0,1 0 0 0 0,0 0 0 0 0,-1 0 0 0 0,-10 9-1 0 0,-9 16-13 0 0,-22 28-53 0 0,42-51 19 0 0,0-1 1 0 0,0 0 0 0 0,-1 0 0 0 0,0 0 0 0 0,-11 3-1 0 0,9-3 5 0 0,-39 30 509 0 0,42-32-511 0 0,1 0 0 0 0,0 1 0 0 0,0 0 0 0 0,0 0 1 0 0,0 0-1 0 0,1 1 0 0 0,-1 0 0 0 0,1 0 0 0 0,0 0 1 0 0,0 0-1 0 0,0 0 0 0 0,1 1 0 0 0,-4 5 0 0 0,4-6-31 0 0,1-1 0 0 0,-1 0 0 0 0,1 0 0 0 0,-1 0 0 0 0,0-1 0 0 0,0 1 0 0 0,0-1 0 0 0,0 0 0 0 0,-1 1 0 0 0,1-1-1 0 0,-1-1 1 0 0,-4 3 0 0 0,2-1 0 0 0,0 0 0 0 0,0 1 0 0 0,0-1 0 0 0,0 1 0 0 0,-6 6 0 0 0,-6 7 29 0 0,5-6 48 0 0,1 1-1 0 0,0 0 1 0 0,-18 24-1 0 0,29-31-67 0 0,0-1 1 0 0,0 0-1 0 0,0 0 0 0 0,0 1 0 0 0,1-1 1 0 0,-1 0-1 0 0,1 1 0 0 0,0-1 0 0 0,2 8 1 0 0,-1 3-11 0 0,-1-14-7 0 0,1 1-1 0 0,-1 0 1 0 0,1-1 0 0 0,0 1 0 0 0,0 0 0 0 0,0-1-1 0 0,0 1 1 0 0,0-1 0 0 0,0 0 0 0 0,0 1 0 0 0,1-1 0 0 0,-1 0-1 0 0,0 0 1 0 0,1 0 0 0 0,-1 0 0 0 0,1 0 0 0 0,-1 0-1 0 0,1 0 1 0 0,3 1 0 0 0,9 8 133 0 0,1 11-173 0 0,-12-15 51 0 0,1-1 1 0 0,-1 0-1 0 0,1-1 0 0 0,0 1 0 0 0,0-1 0 0 0,7 7 0 0 0,-2-5-6 0 0,-1 0 1 0 0,-1 1-1 0 0,14 16 1 0 0,-19-21-14 0 0,1 1 0 0 0,-1 1 0 0 0,0-1 0 0 0,0 0 0 0 0,0 1 0 0 0,-1-1 0 0 0,1 0 0 0 0,-1 1-1 0 0,1 0 1 0 0,-1-1 0 0 0,-1 1 0 0 0,2 7 0 0 0,-2-10 6 0 0,0 1 0 0 0,1-1 0 0 0,-1 0 0 0 0,0 1 0 0 0,1-1 0 0 0,-1 0 0 0 0,1 1 0 0 0,-1-1 0 0 0,1 0 0 0 0,-1 0-1 0 0,1 1 1 0 0,0-1 0 0 0,0 0 0 0 0,0 0 0 0 0,0 0 0 0 0,0 0 0 0 0,0 0 0 0 0,0 0 0 0 0,0 0 0 0 0,0 0 0 0 0,0-1 0 0 0,0 1-1 0 0,1 0 1 0 0,-1-1 0 0 0,0 1 0 0 0,0-1 0 0 0,2 1 0 0 0,14 10 67 0 0,-16-9-70 0 0,1-1 0 0 0,0 1 0 0 0,0 0-1 0 0,0 0 1 0 0,0-1 0 0 0,0 1 0 0 0,0-1 0 0 0,0 0-1 0 0,1 0 1 0 0,-1 1 0 0 0,0-1 0 0 0,1-1-1 0 0,-1 1 1 0 0,1 0 0 0 0,-1-1 0 0 0,6 1 0 0 0,-6 0 1 0 0,28 4-4 0 0,0-1 0 0 0,1-1 0 0 0,0-1 1 0 0,-1-2-1 0 0,55-7 0 0 0,149-38 593 0 0,-199 37-472 0 0,29-3-36 0 0,-39 8-68 0 0,-15 1 14 0 0,0 2-1 0 0,0-1 1 0 0,16 2 0 0 0,-24 0-10 0 0,0-1 0 0 0,0 0-1 0 0,0 0 1 0 0,0 0 0 0 0,0 0-1 0 0,0 0 1 0 0,0-1-1 0 0,0 1 1 0 0,0 0 0 0 0,0-1-1 0 0,-1 0 1 0 0,1 1 0 0 0,0-1-1 0 0,0 0 1 0 0,0 0 0 0 0,-1 0-1 0 0,4-2 1 0 0,1 0 34 0 0,1-1-1 0 0,0 1 1 0 0,0 1-1 0 0,15-4 1 0 0,-14 4-27 0 0,1-1 0 0 0,-1 0 0 0 0,0 0 0 0 0,1-1 0 0 0,7-4 0 0 0,13-8 32 0 0,-23 13-35 0 0,-1 1 0 0 0,0-1 1 0 0,0 0-1 0 0,0 0 1 0 0,-1-1-1 0 0,8-6 0 0 0,-10 7 22 0 0,0 0 0 0 0,0 0 0 0 0,0 0-1 0 0,0 0 1 0 0,-1 0 0 0 0,1 0-1 0 0,-1-1 1 0 0,0 1 0 0 0,0 0-1 0 0,0-1 1 0 0,-1 1 0 0 0,1-1-1 0 0,-1 1 1 0 0,0-1 0 0 0,0-4 0 0 0,-2-18 158 0 0,-9-45 0 0 0,5 37-142 0 0,4 15-36 0 0,1 9-2 0 0,-1-1 1 0 0,1 1-1 0 0,-1 0 0 0 0,-1 0 0 0 0,0 0 0 0 0,0 0 0 0 0,-1 0 1 0 0,-1 0-1 0 0,1 1 0 0 0,-1 0 0 0 0,-11-15 0 0 0,2 9 28 0 0,-1 0-1 0 0,0 1 0 0 0,0 0 1 0 0,-1 1-1 0 0,-1 1 0 0 0,-27-15 1 0 0,18 14 57 0 0,1 0 1 0 0,-1 2-1 0 0,-1 1 1 0 0,-37-10 0 0 0,54 19-444 0 0,1 1 1 0 0,-1-1 0 0 0,0 2-1 0 0,0-1 1 0 0,1 1 0 0 0,-1 1 0 0 0,1-1-1 0 0,-1 2 1 0 0,1-1 0 0 0,-15 7 0 0 0,-7 1-3352 0 0,5-1-1947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23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760 95 560 0 0,'0'-10'9378'0'0,"0"10"-9359"0"0,1-1-1 0 0,-1 1 1 0 0,1-1 0 0 0,-1 1 0 0 0,1-1 0 0 0,0 1-1 0 0,-1 0 1 0 0,1-1 0 0 0,0 1 0 0 0,-1 0 0 0 0,1-1 0 0 0,0 1-1 0 0,-1 0 1 0 0,1 0 0 0 0,0 0 0 0 0,0 0 0 0 0,-1 0-1 0 0,1 0 1 0 0,0 0 0 0 0,-1 0 0 0 0,1 0 0 0 0,0 0-1 0 0,0 0 1 0 0,1 1 0 0 0,2-1 231 0 0,-4-1 32 0 0,0 0-239 0 0,0 1-1 0 0,0 0 1 0 0,0-1-1 0 0,0 1 1 0 0,0 0 0 0 0,0-1-1 0 0,0 1 1 0 0,0 0 0 0 0,0 0-1 0 0,0-1 1 0 0,0 1 0 0 0,0 0-1 0 0,0-1 1 0 0,0 1-1 0 0,0 0 1 0 0,-1-1 0 0 0,1 1-1 0 0,0 0 1 0 0,0-1 0 0 0,0 1-1 0 0,0 0 1 0 0,-1 0-1 0 0,1-1 1 0 0,0 1 0 0 0,0 0-1 0 0,-1 0 1 0 0,1 0 0 0 0,0-1-1 0 0,-1 1 1 0 0,-1-1 32 0 0,1 2-59 0 0,0-1-1 0 0,1 0 0 0 0,-1 0 1 0 0,0 0-1 0 0,1 0 0 0 0,-1-1 1 0 0,0 1-1 0 0,1 0 0 0 0,-1 0 1 0 0,1 0-1 0 0,-1 0 0 0 0,0-1 1 0 0,1 1-1 0 0,-1 0 0 0 0,1-1 1 0 0,-1 1-1 0 0,1 0 0 0 0,-1-1 1 0 0,1 1-1 0 0,-1-1 0 0 0,1 1 1 0 0,-1-1-1 0 0,1 1 0 0 0,-1-1 1 0 0,1 1-1 0 0,0-1 0 0 0,-1 1 1 0 0,1-2-1 0 0,0 2-11 0 0,-1-1 0 0 0,1 1 0 0 0,0 0 0 0 0,0-1 0 0 0,0 1 0 0 0,0 0 0 0 0,0-1 0 0 0,-1 1-1 0 0,1 0 1 0 0,0-1 0 0 0,0 1 0 0 0,0 0 0 0 0,-1 0 0 0 0,1-1 0 0 0,0 1 0 0 0,-1 0 0 0 0,1 0 0 0 0,0-1 0 0 0,-1 1 0 0 0,1 0 0 0 0,0 0 0 0 0,-1 0-1 0 0,1 0 1 0 0,0-1 0 0 0,-1 1 0 0 0,1 0 0 0 0,0 0 0 0 0,-1 0 0 0 0,1 0 0 0 0,-1 0 0 0 0,0 0-1 0 0,1 0 0 0 0,-1 0 0 0 0,0 0 0 0 0,1-1 0 0 0,-1 1 0 0 0,1 0 0 0 0,-1 0 1 0 0,0-1-1 0 0,1 1 0 0 0,-1 0 0 0 0,1-1 0 0 0,-1 1 0 0 0,1 0 0 0 0,-1-1 0 0 0,1 1 0 0 0,-1-1 0 0 0,1 1 0 0 0,-1-1 1 0 0,1 1-1 0 0,0-1 0 0 0,-1 1 0 0 0,1-1 0 0 0,0 1 0 0 0,0-1 0 0 0,-1 0 0 0 0,1 1 0 0 0,0-1 0 0 0,0 1 0 0 0,0-1 1 0 0,0 0-1 0 0,-1 1 0 0 0,1-1 0 0 0,0-1 0 0 0,0 2-5 0 0,0-1 0 0 0,0 1 0 0 0,-1 0 0 0 0,1-1 0 0 0,0 1 0 0 0,-1-1 1 0 0,1 1-1 0 0,0 0 0 0 0,-1-1 0 0 0,1 1 0 0 0,-1 0 0 0 0,1-1 0 0 0,-1 1 0 0 0,1 0 0 0 0,0-1 0 0 0,-1 1 0 0 0,1 0 0 0 0,-1 0 1 0 0,1 0-1 0 0,-1 0 0 0 0,0 0 0 0 0,1-1 0 0 0,-1 1 0 0 0,0 0 0 0 0,1 0 0 0 0,-1 0-1 0 0,1 1 1 0 0,0-1-1 0 0,-1 0 1 0 0,1 0-1 0 0,-1 0 1 0 0,1-1-1 0 0,0 1 1 0 0,-1 0-1 0 0,1 0 1 0 0,-1 0-1 0 0,1 0 1 0 0,0 0-1 0 0,-1 0 1 0 0,1-1-1 0 0,0 1 1 0 0,-1 0-1 0 0,1 0 1 0 0,0 0-1 0 0,-1-1 1 0 0,1 1-1 0 0,0 0 1 0 0,-1-1-1 0 0,1 1 1 0 0,0 0-1 0 0,0-1 1 0 0,-1 1-1 0 0,1 0 1 0 0,0-1-1 0 0,0 1 1 0 0,0 0-1 0 0,-1-1 1 0 0,1 1-1 0 0,0 0 1 0 0,0-1-1 0 0,0 1 1 0 0,0-1-1 0 0,0 1 1 0 0,0 0-1 0 0,0-1 1 0 0,0 1-1 0 0,0-1 1 0 0,0 1-1 0 0,0-1 1 0 0,-22 1 15 0 0,3-1 294 0 0,-2-2-187 0 0,-1 1 0 0 0,0 1 0 0 0,0 1 0 0 0,0 1 0 0 0,0 1 0 0 0,1 1 0 0 0,-26 7 0 0 0,3 4 67 0 0,12-6-107 0 0,0 2 0 0 0,1 1-1 0 0,1 2 1 0 0,-53 29 0 0 0,20-10 202 0 0,32-18-160 0 0,22-11-96 0 0,0 0 1 0 0,0 1-1 0 0,0 0 1 0 0,0 1-1 0 0,1 0 0 0 0,0 0 1 0 0,0 0-1 0 0,-13 13 1 0 0,20-17-20 0 0,0 1 6 0 0,0-1 1 0 0,0 1 0 0 0,0-1 0 0 0,0 0 0 0 0,0 1-1 0 0,-1-1 1 0 0,1 0 0 0 0,-1 1 0 0 0,1-1 0 0 0,-1 0-1 0 0,1 0 1 0 0,-1 0 0 0 0,-2 1 0 0 0,-1 4-84 0 0,2 0-60 0 0,-6 1 75 0 0,15-5 43 0 0,-4-2 6 0 0,1 0 1 0 0,-1 1 0 0 0,0-1-1 0 0,1 0 1 0 0,-1 1 0 0 0,0 0 0 0 0,0-1-1 0 0,0 1 1 0 0,3 2 0 0 0,13 9 55 0 0,-1 1 0 0 0,-1 0 0 0 0,18 19 0 0 0,-31-21-26 0 0,1 2 5 0 0,2-9-29 0 0,-6-4 0 0 0,1 1 0 0 0,0-1 0 0 0,0 1 0 0 0,0-1 0 0 0,-1 1 0 0 0,1-1 0 0 0,0 1 0 0 0,0 0 0 0 0,-1-1 0 0 0,1 1 0 0 0,-1 0 0 0 0,1-1 0 0 0,-1 1 0 0 0,1 0 0 0 0,-1 0 0 0 0,1 0 0 0 0,-1 0 0 0 0,1-1 0 0 0,-1 1 0 0 0,0 0 0 0 0,0 0 0 0 0,1 0 0 0 0,-1 0 0 0 0,0 1 0 0 0,0-1 0 0 0,0 0 0 0 0,0 0 0 0 0,0-1 0 0 0,0 1 0 0 0,0 0 0 0 0,1 0 0 0 0,-1-1 0 0 0,0 1 0 0 0,1 0 0 0 0,-1-1 0 0 0,0 1 0 0 0,1 0 0 0 0,-1-1 0 0 0,1 1 0 0 0,-1 0 0 0 0,1-1 0 0 0,-1 1 0 0 0,1-1 0 0 0,-1 1 0 0 0,1-1 0 0 0,0 1 0 0 0,-1-1 0 0 0,1 1 0 0 0,0-1 0 0 0,1 1 0 0 0,-2-1 0 0 0,1 0 0 0 0,-1 1 0 0 0,1-1 0 0 0,0 0 0 0 0,-1 1 0 0 0,1-1 0 0 0,-1 1 0 0 0,1-1 0 0 0,-1 1 0 0 0,1-1 0 0 0,-1 1 0 0 0,1-1 0 0 0,-1 1 0 0 0,1-1 0 0 0,-1 1 0 0 0,0-1 0 0 0,1 1 0 0 0,-1 0 0 0 0,0-1 0 0 0,0 1 0 0 0,1 0 0 0 0,-1-1 0 0 0,0 1 0 0 0,0 0 0 0 0,0 0 0 0 0,0 0 1 0 0,0-1 0 0 0,0 1 1 0 0,0-1-1 0 0,0 1 0 0 0,1-1 0 0 0,-1 1 1 0 0,0-1-1 0 0,0 1 0 0 0,0-1 0 0 0,1 0 0 0 0,-1 1 1 0 0,0-1-1 0 0,0 1 0 0 0,1-1 0 0 0,-1 0 0 0 0,0 1 1 0 0,1-1-1 0 0,-1 0 0 0 0,1 1 0 0 0,-1-1 1 0 0,0 0-1 0 0,1 0 0 0 0,-1 1 0 0 0,1-1 0 0 0,-1 0 1 0 0,1 0-1 0 0,-1 0 0 0 0,0 0 0 0 0,1 1 0 0 0,-1-1 1 0 0,1 0-1 0 0,-1 0 0 0 0,2 0 0 0 0,-2 0 0 0 0,0 0 1 0 0,1 0-1 0 0,-1 0 0 0 0,1 0 0 0 0,-1 0 0 0 0,1 0 0 0 0,-1 0 1 0 0,1 0-1 0 0,-1 1 0 0 0,0-1 0 0 0,1 0 0 0 0,-1 0 1 0 0,1 0-1 0 0,-1 1 0 0 0,0-1 0 0 0,1 0 0 0 0,-1 1 0 0 0,0-1 1 0 0,1 0-1 0 0,-1 1 0 0 0,0-1 0 0 0,0 0 0 0 0,1 1 1 0 0,-1-1-1 0 0,0 0 0 0 0,0 1 0 0 0,1-1 0 0 0,-1 1 0 0 0,0-1 1 0 0,0 1-1 0 0,0-1 0 0 0,0 1 0 0 0,26 17-54 0 0,59 35 106 0 0,-76-47-62 0 0,0 1-1 0 0,-1 0 1 0 0,11 13 0 0 0,-17-17 5 0 0,0 0 0 0 0,1 0 0 0 0,-1 0 0 0 0,0 0 0 0 0,-1 0 0 0 0,1 0 0 0 0,0 0 0 0 0,-1 1 0 0 0,0-1 0 0 0,0 1 0 0 0,0-1 0 0 0,0 1 0 0 0,0 5 0 0 0,-1-9 3 0 0,0 1 1 0 0,0-1-1 0 0,0 0 1 0 0,0 1 0 0 0,0-1-1 0 0,0 1 1 0 0,0-1-1 0 0,0 0 1 0 0,0 1-1 0 0,0-1 1 0 0,0 1 0 0 0,0-1-1 0 0,0 0 1 0 0,0 1-1 0 0,1-1 1 0 0,-1 0-1 0 0,0 1 1 0 0,0-1 0 0 0,0 0-1 0 0,1 1 1 0 0,-1-1-1 0 0,0 0 1 0 0,0 1-1 0 0,1-1 1 0 0,-1 0 0 0 0,0 0-1 0 0,0 1 1 0 0,1-1-1 0 0,-1 0 1 0 0,0 0-1 0 0,1 0 1 0 0,-1 1 0 0 0,1-1-1 0 0,-1 0 1 0 0,0 0-1 0 0,1 0 1 0 0,-1 0-1 0 0,0 0 1 0 0,1 0 0 0 0,-1 0-1 0 0,1 0 1 0 0,-1 0-1 0 0,0 0 1 0 0,1 0-1 0 0,-1 0 1 0 0,1 0 0 0 0,-1 0-1 0 0,1 0-1 0 0,-1 0-1 0 0,1 0 1 0 0,-1 0 0 0 0,0 0-1 0 0,1 0 1 0 0,-1 0 0 0 0,0 0-1 0 0,1 0 1 0 0,-1 0 0 0 0,0 0-1 0 0,1 0 1 0 0,-1 0 0 0 0,1 0-1 0 0,-1 0 1 0 0,0 0 0 0 0,1 0-1 0 0,-1 0 1 0 0,0 1 0 0 0,0-1-1 0 0,1 0 1 0 0,-1 0-1 0 0,0 0 1 0 0,1 1 0 0 0,-1-1-1 0 0,0 0 1 0 0,0 0 0 0 0,1 1-1 0 0,-1-1 1 0 0,0 0 0 0 0,0 0-1 0 0,0 1 1 0 0,1-1 0 0 0,-1 0-1 0 0,0 1 1 0 0,0-1 0 0 0,0 0-1 0 0,0 1 1 0 0,0-1-1 0 0,0 1 1 0 0,0-1 0 0 0,1 0-1 0 0,-1 1 1 0 0,0-1 0 0 0,0 0-1 0 0,-1 1 1 0 0,1-1 0 0 0,0 1-1 0 0,-2 0-8 0 0,7 2 6 0 0,18 7-85 0 0,-11-6 18 0 0,17 6 64 0 0,-29-9 11 0 0,1-1 0 0 0,-1 1 0 0 0,1-1 0 0 0,0 1 1 0 0,-1-1-1 0 0,1 0 0 0 0,-1 1 0 0 0,1-1 0 0 0,0 1 1 0 0,-1-1-1 0 0,1 0 0 0 0,0 0 0 0 0,-1 1 0 0 0,1-1 1 0 0,0 0-1 0 0,0 0 0 0 0,-1 0 0 0 0,1 0 0 0 0,1 0 0 0 0,10 3 27 0 0,-10-2-30 0 0,0 0-1 0 0,0 0 1 0 0,0 0 0 0 0,0 0-1 0 0,0 0 1 0 0,1 0 0 0 0,-1-1-1 0 0,0 1 1 0 0,0-1 0 0 0,1 1-1 0 0,-1-1 1 0 0,4 0 0 0 0,-1 0-9 0 0,14 6 14 0 0,-13-4 4 0 0,0 0 0 0 0,0 0 0 0 0,1-1-1 0 0,-1 0 1 0 0,1 0 0 0 0,6 0-1 0 0,72 11 99 0 0,-79-11-103 0 0,-1-1 0 0 0,1 1 0 0 0,0-1 0 0 0,0 0 0 0 0,10-2 0 0 0,28-3-28 0 0,-29 4-5 0 0,0-1 0 0 0,1-1 0 0 0,-1 0 0 0 0,0 0 1 0 0,16-7-1 0 0,-24 1 122 0 0,-6 9-77 0 0,0 0-8 0 0,0 0-1 0 0,0 0 0 0 0,0 0 0 0 0,0 0 0 0 0,-1 0 1 0 0,1 0-1 0 0,0 0 0 0 0,0 0 0 0 0,0-1 0 0 0,0 1 0 0 0,0 0 1 0 0,-1 0-1 0 0,1-1 0 0 0,0 1 0 0 0,0 0 0 0 0,0-1 1 0 0,-1 1-1 0 0,1-1 0 0 0,1 0 0 0 0,0-1 12 0 0,-1 1 0 0 0,1 0 0 0 0,0 0-1 0 0,-1-1 1 0 0,1 1 0 0 0,0 1 0 0 0,0-1 0 0 0,0 0 0 0 0,0 0-1 0 0,0 1 1 0 0,0-1 0 0 0,0 1 0 0 0,4-1 0 0 0,5-1 64 0 0,-11 1-72 0 0,6-3 61 0 0,0 0-1 0 0,1 1 1 0 0,-1 0-1 0 0,0 0 1 0 0,11-3-1 0 0,46-11 183 0 0,-60 16-81 0 0,1 1-26 0 0,37 0 413 0 0,0-15-227 0 0,3-20-26 0 0,4-5 120 0 0,-47 40-403 0 0,0 0 0 0 0,0-1 0 0 0,-1 1 1 0 0,1-1-1 0 0,0 0 0 0 0,0 1 0 0 0,0-1 0 0 0,0 0 0 0 0,0 1 0 0 0,-1-1 0 0 0,1 0 1 0 0,0 0-1 0 0,-1 0 0 0 0,1 1 0 0 0,0-1 0 0 0,-1 0 0 0 0,1-2 0 0 0,-1 2 3 0 0,-1 0-1 0 0,1 0 0 0 0,-1 0 0 0 0,0 0 0 0 0,1 0 1 0 0,-1 0-1 0 0,0 0 0 0 0,0 0 0 0 0,0 1 1 0 0,0-1-1 0 0,0 0 0 0 0,0 1 0 0 0,0-1 0 0 0,0 0 1 0 0,-1 0-1 0 0,1 1-9 0 0,1-1 0 0 0,-1 1 0 0 0,1-1 1 0 0,-1 1-1 0 0,1-1 0 0 0,0 1 0 0 0,-1-1 1 0 0,1 0-1 0 0,0 1 0 0 0,-1-1 0 0 0,1 0 0 0 0,0 1 1 0 0,0-1-1 0 0,0 0 0 0 0,-1 1 0 0 0,1-1 0 0 0,0 0 1 0 0,0 1-1 0 0,0-1 0 0 0,0 0 0 0 0,0 1 0 0 0,1-1 1 0 0,-1 0-1 0 0,0 1 0 0 0,0-1 0 0 0,0 0 1 0 0,1 0-2 0 0,-1 0-1 0 0,0 0 1 0 0,0 0 0 0 0,0 0 0 0 0,1 0 0 0 0,-1 0 0 0 0,0 0 0 0 0,-1 0 0 0 0,1 0 0 0 0,0 0 0 0 0,0 0 0 0 0,0 1 0 0 0,0-1 0 0 0,-1 0 0 0 0,1 0 0 0 0,0 0 0 0 0,-1 0 0 0 0,1 0 0 0 0,-1 1 0 0 0,0-2 0 0 0,1 2-14 0 0,-2-2 4 0 0,1 1-1 0 0,-1-1 0 0 0,0 1 1 0 0,1-1-1 0 0,0 0 0 0 0,-1 0 1 0 0,1 0-1 0 0,0 1 0 0 0,0-1 1 0 0,0 0-1 0 0,0 0 1 0 0,1 0-1 0 0,-1-1 0 0 0,0 1 1 0 0,1 0-1 0 0,0 0 0 0 0,-1 0 1 0 0,1 0-1 0 0,0-1 1 0 0,0 1-1 0 0,1-4 0 0 0,-1-9-188 0 0,1 11 118 0 0,-1 0 0 0 0,1 0 1 0 0,-1-1-1 0 0,0 1 1 0 0,-1 0-1 0 0,1 0 1 0 0,-1-1-1 0 0,1 1 1 0 0,-1 0-1 0 0,-2-4 1 0 0,-4-1-35 0 0,6 8 86 0 0,0 0 0 0 0,0 0 0 0 0,0 0 0 0 0,0 0 0 0 0,0 0 0 0 0,0 0 0 0 0,1-1 0 0 0,-1 1 0 0 0,0 0 0 0 0,1 0-1 0 0,-1-1 1 0 0,1 1 0 0 0,-1 0 0 0 0,1-1 0 0 0,0 1 0 0 0,0 0 0 0 0,-1-3 0 0 0,1 3 6 0 0,0 0 0 0 0,0 1 0 0 0,0-1 0 0 0,0 0 0 0 0,0 0 0 0 0,0 0 0 0 0,0 1 0 0 0,-1-1 0 0 0,1 0 0 0 0,0 0 0 0 0,-1 1 0 0 0,1-1 0 0 0,-1 0 0 0 0,1 0 0 0 0,-1 1 0 0 0,1-1 0 0 0,-1 0 0 0 0,1 1 0 0 0,-1-1 0 0 0,1 1 0 0 0,-1-1 0 0 0,-1 0 0 0 0,2 1 0 0 0,-1-1 1 0 0,0 1-1 0 0,1-1 0 0 0,-1 1 0 0 0,1-1 0 0 0,-1 1 0 0 0,1-1 0 0 0,-1 1 0 0 0,1-1 0 0 0,-1 0 0 0 0,1 1 0 0 0,0-1 0 0 0,-1 0 0 0 0,1 1 0 0 0,0-1 0 0 0,-1 0 0 0 0,1 0 1 0 0,0 1-1 0 0,0-1 0 0 0,0 0 0 0 0,0 0 0 0 0,0 0 0 0 0,-1-2 9 0 0,0 1 1 0 0,0 0-1 0 0,-1 0 1 0 0,1 0-1 0 0,0 0 0 0 0,-1 0 1 0 0,1 0-1 0 0,-1 1 1 0 0,1-1-1 0 0,-1 0 1 0 0,0 1-1 0 0,0-1 0 0 0,0 1 1 0 0,-4-3-1 0 0,-16-15 29 0 0,-12-11 193 0 0,28 25-153 0 0,0 0-1 0 0,0 0 1 0 0,1 0 0 0 0,-1 0 0 0 0,1-1 0 0 0,-8-11 0 0 0,10 12-21 0 0,1 0-1 0 0,-1 0 1 0 0,-1 0 0 0 0,1 0-1 0 0,-1 1 1 0 0,1-1 0 0 0,-1 1 0 0 0,-1 0-1 0 0,1 1 1 0 0,-9-7 0 0 0,-11-9 158 0 0,17 14-93 0 0,0-1 0 0 0,0 1 0 0 0,0 0 1 0 0,-1 0-1 0 0,0 0 0 0 0,0 1 1 0 0,0 1-1 0 0,-1 0 0 0 0,-9-3 0 0 0,13 5-32 0 0,4 1-67 0 0,0 0 1 0 0,1 0-1 0 0,-1 0 0 0 0,0 0 1 0 0,1 0-1 0 0,-1 0 1 0 0,0 0-1 0 0,1 0 0 0 0,-1-1 1 0 0,0 1-1 0 0,1 0 1 0 0,-1 0-1 0 0,1-1 1 0 0,-1 1-1 0 0,1 0 0 0 0,-1-1 1 0 0,0 1-1 0 0,1 0 1 0 0,-1-1-1 0 0,1 1 0 0 0,-1-1 1 0 0,1 1-1 0 0,0-1 1 0 0,-1 1-1 0 0,1-1 0 0 0,-1 1 1 0 0,1-1-1 0 0,0 0 1 0 0,0 1-1 0 0,-1-1 0 0 0,1 1 1 0 0,0-1-1 0 0,-1 0 1 0 0,1 0 89 0 0,-18-4-132 0 0,14 4-695 0 0,-14 2-4654 0 0,7 5 12 0 0,-26 7-1973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29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34 128 2001 0 0,'14'-6'817'0'0,"-9"5"-501"0"0,0-1 0 0 0,-1 1-1 0 0,1-2 1 0 0,0 1 0 0 0,-1 0 0 0 0,0-1 0 0 0,1 0-1 0 0,-1 0 1 0 0,4-4 0 0 0,1-2 8 0 0,0 0-1 0 0,1 0 1 0 0,0 1-1 0 0,0 0 0 0 0,0 1 1 0 0,1 0-1 0 0,13-6 1 0 0,17-11-17 0 0,-41 24-307 0 0,0-1 1 0 0,0 1-1 0 0,0 0 1 0 0,0 0-1 0 0,1 0 1 0 0,-1 0-1 0 0,0 0 1 0 0,0 0-1 0 0,0 0 1 0 0,1 0-1 0 0,-1 0 1 0 0,0 1-1 0 0,0-1 1 0 0,0 0-1 0 0,0 0 1 0 0,1 0-1 0 0,-1 0 1 0 0,0 0-1 0 0,0 0 1 0 0,0 0-1 0 0,0 0 1 0 0,1 0-1 0 0,-1 1 1 0 0,0-1-1 0 0,0 0 1 0 0,0 0-1 0 0,0 0 1 0 0,0 0-1 0 0,0 0 1 0 0,1 1-1 0 0,-1-1 1 0 0,0 0-1 0 0,0 0 1 0 0,0 0-1 0 0,0 0 1 0 0,0 1-1 0 0,0-1 1 0 0,0 0-1 0 0,0 0 1 0 0,0 0-1 0 0,0 0 1 0 0,0 1-1 0 0,0-1 1 0 0,0 0-1 0 0,0 0 1 0 0,0 0-1 0 0,0 1 1 0 0,0-1-1 0 0,0 0 1 0 0,0 0-1 0 0,0 1 1 0 0,-9 23 253 0 0,-14 11-93 0 0,-1-2 0 0 0,-29 31 1 0 0,-14 17 101 0 0,61-72-208 0 0,0 0 1 0 0,1 0-1 0 0,0 1 1 0 0,0 0-1 0 0,1 0 1 0 0,1 0-1 0 0,-1 0 0 0 0,2 1 1 0 0,-3 14-1 0 0,-2 6-89 0 0,7-29 33 0 0,-2 2-15 0 0,1 0 0 0 0,0 0 0 0 0,0 1 1 0 0,0-1-1 0 0,0 0 0 0 0,1 1 0 0 0,0-1 1 0 0,0 1-1 0 0,0-1 0 0 0,0 0 0 0 0,1 1 1 0 0,-1-1-1 0 0,1 0 0 0 0,0 1 0 0 0,3 6 1 0 0,0-2-178 0 0,-4-8 111 0 0,0 0 0 0 0,0 0 0 0 0,0 0 0 0 0,1 0-1 0 0,-1 0 1 0 0,0 0 0 0 0,1 0 0 0 0,-1-1 0 0 0,1 1 0 0 0,-1 0 0 0 0,1 0 0 0 0,-1 0 0 0 0,1-1 0 0 0,0 1 0 0 0,-1 0-1 0 0,1 0 1 0 0,0-1 0 0 0,0 1 0 0 0,-1-1 0 0 0,1 1 0 0 0,0-1 0 0 0,0 1 0 0 0,0-1 0 0 0,0 1 0 0 0,0-1-1 0 0,0 0 1 0 0,0 1 0 0 0,0-1 0 0 0,-1 0 0 0 0,1 0 0 0 0,0 0 0 0 0,0 0 0 0 0,0 0 0 0 0,0 0 0 0 0,2 0 0 0 0,38-2-3573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30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80 640 0 0,'-6'0'234'0'0,"6"0"-195"0"0,-1 1 0 0 0,1-1 0 0 0,-1 0 0 0 0,1 0 0 0 0,-1 0 0 0 0,1 0 0 0 0,-1 0 0 0 0,1 0 0 0 0,-1 0 0 0 0,1 0 0 0 0,-1 0 0 0 0,1 0 0 0 0,-1 0 0 0 0,1 0 0 0 0,-1 0 0 0 0,1 0 0 0 0,-1 0 0 0 0,1 0 0 0 0,0-1 0 0 0,-1 1 0 0 0,1 0 0 0 0,-1 0 0 0 0,1 0 0 0 0,-1-1 0 0 0,1 1 0 0 0,0 0-1 0 0,-1-1 1 0 0,1 1 0 0 0,0 0 0 0 0,-1-1 0 0 0,1 1 0 0 0,0-1 0 0 0,-1 1 0 0 0,1 0 0 0 0,0-1 0 0 0,0 1 0 0 0,-1-1 0 0 0,1 1 0 0 0,0-1 0 0 0,0 1 0 0 0,0-1 0 0 0,0 1 0 0 0,0-1 0 0 0,0 0 0 0 0,-1 0 10 0 0,-1 1 0 0 0,1-1 1 0 0,0 1-1 0 0,0-1 0 0 0,0 1 0 0 0,0-1 1 0 0,-1 1-1 0 0,1-1 0 0 0,0 1 0 0 0,0 0 0 0 0,0 0 1 0 0,-1 0-1 0 0,1 0 0 0 0,0 0 0 0 0,-1 0 1 0 0,1 0-1 0 0,0 0 0 0 0,0 0 0 0 0,0 1 1 0 0,-1-1-1 0 0,-1 1 0 0 0,-34 6 768 0 0,36-6-756 0 0,-2-1 73 0 0,1 0-1 0 0,-1 1 1 0 0,0 0 0 0 0,1 0 0 0 0,-1 0-1 0 0,1 0 1 0 0,-1 0 0 0 0,1 0 0 0 0,-1 1-1 0 0,1-1 1 0 0,0 1 0 0 0,0 0 0 0 0,0 0-1 0 0,0-1 1 0 0,0 1 0 0 0,-3 4 0 0 0,0 0 433 0 0,-10 3 380 0 0,15-9-895 0 0,-1 0-1 0 0,1 0 1 0 0,0 1-1 0 0,0-1 1 0 0,-1 0-1 0 0,1 0 1 0 0,0 0-1 0 0,0 0 1 0 0,0 0-1 0 0,-1 1 1 0 0,1-1-1 0 0,0 0 0 0 0,0 0 1 0 0,0 0-1 0 0,0 1 1 0 0,-1-1-1 0 0,1 0 1 0 0,0 0-1 0 0,0 1 1 0 0,0-1-1 0 0,0 0 1 0 0,0 0-1 0 0,0 1 1 0 0,0-1-1 0 0,0 0 1 0 0,0 1-1 0 0,0-1 1 0 0,0 0-1 0 0,0 0 1 0 0,0 1-1 0 0,0-1 1 0 0,0 0-1 0 0,0 0 1 0 0,0 1-1 0 0,0-1 1 0 0,0 1-1 0 0,0-1-47 0 0,0 0 1 0 0,0 0-1 0 0,1 0 0 0 0,-1 1 1 0 0,0-1-1 0 0,0 0 0 0 0,0 0 1 0 0,0 0-1 0 0,0 1 0 0 0,0-1 1 0 0,0 0-1 0 0,0 0 0 0 0,0 0 1 0 0,0 0-1 0 0,0 1 0 0 0,0-1 0 0 0,0 0 1 0 0,0 0-1 0 0,0 0 0 0 0,0 0 1 0 0,-1 1-1 0 0,1-1 0 0 0,0 0 1 0 0,0 0-1 0 0,0 0 0 0 0,0 0 1 0 0,0 1-1 0 0,0-1 0 0 0,0 0 1 0 0,0 0-1 0 0,-1 0 0 0 0,1 0 0 0 0,0 0 1 0 0,0 0-1 0 0,0 1 0 0 0,0-1 1 0 0,-1 0-1 0 0,1 0 0 0 0,0 0 1 0 0,0 0-1 0 0,0 0 0 0 0,0 0 1 0 0,-1 0-1 0 0,1 0 0 0 0,0 0 1 0 0,0 0-1 0 0,-6 1 16 0 0,4-1-16 0 0,1 0-1 0 0,0 0 1 0 0,-1 0 0 0 0,1 0-1 0 0,0 0 1 0 0,-1 1 0 0 0,1-1-1 0 0,0 0 1 0 0,-1 1 0 0 0,1-1-1 0 0,0 1 1 0 0,-1-1 0 0 0,1 1-1 0 0,0-1 1 0 0,0 1 0 0 0,0 0 0 0 0,0 0-1 0 0,0 0 1 0 0,0 0 0 0 0,0 0-1 0 0,0 0 1 0 0,0 0 0 0 0,0 0-1 0 0,0 0 1 0 0,0 0 0 0 0,1 0-1 0 0,-1 0 1 0 0,1 1 0 0 0,-1-1-1 0 0,0 0 1 0 0,1 1 0 0 0,0-1-1 0 0,-1 0 1 0 0,1 1 0 0 0,0-1 0 0 0,0 0-1 0 0,0 2 1 0 0,0-2-5 0 0,0-1-1 0 0,0 1 1 0 0,0-1 0 0 0,0 0 0 0 0,0 1 0 0 0,1-1-1 0 0,-1 0 1 0 0,0 1 0 0 0,0-1 0 0 0,0 0-1 0 0,1 1 1 0 0,-1-1 0 0 0,0 0 0 0 0,1 0 0 0 0,-1 1-1 0 0,0-1 1 0 0,0 0 0 0 0,1 0 0 0 0,-1 1-1 0 0,0-1 1 0 0,1 0 0 0 0,-1 0 0 0 0,0 0 0 0 0,1 0-1 0 0,-1 1 1 0 0,1-1 0 0 0,-1 0 0 0 0,0 0-1 0 0,1 0 1 0 0,-1 0 0 0 0,1 0 0 0 0,-1 0 0 0 0,1 0-1 0 0,-1 0 3 0 0,1 0 1 0 0,-1 0-1 0 0,1 0 0 0 0,-1 0 0 0 0,1 0 0 0 0,-1 0 1 0 0,1 0-1 0 0,-1 0 0 0 0,1 0 0 0 0,-1 1 0 0 0,1-1 1 0 0,-1 0-1 0 0,0 0 0 0 0,1 0 0 0 0,-1 1 0 0 0,1-1 0 0 0,-1 0 1 0 0,0 1-1 0 0,1-1 0 0 0,-1 0 0 0 0,0 1 0 0 0,1-1 1 0 0,-1 0-1 0 0,0 1 0 0 0,1-1 0 0 0,-1 1 0 0 0,0-1 1 0 0,0 1-1 0 0,0-1 0 0 0,0 1 0 0 0,1-1 0 0 0,-1 0 0 0 0,0 1 1 0 0,0 0-1 0 0,4 5 12 0 0,14-2 41 0 0,-13-3-50 0 0,0 0 1 0 0,0-1-1 0 0,-1 0 1 0 0,1 0-1 0 0,0 0 1 0 0,0 0-1 0 0,0-1 1 0 0,7-1-1 0 0,4-1 36 0 0,6 3 167 0 0,0-2 1 0 0,0 0 0 0 0,0-2-1 0 0,0 0 1 0 0,-1-1 0 0 0,26-10 0 0 0,-46 14-173 0 0,0 0 1 0 0,1 1 0 0 0,-1-1 0 0 0,0 0 0 0 0,1 0-1 0 0,-1 0 1 0 0,0 0 0 0 0,0 0 0 0 0,0 0 0 0 0,0 0-1 0 0,0 0 1 0 0,0 0 0 0 0,0-1 0 0 0,0 1-1 0 0,0 0 1 0 0,-1-1 0 0 0,1 1 0 0 0,0 0 0 0 0,-1-1-1 0 0,1 1 1 0 0,-1-3 0 0 0,2-35 726 0 0,-3 20-564 0 0,1 16-221 0 0,-1-1 0 0 0,1 1 0 0 0,-1 0 0 0 0,0 0 0 0 0,0 0 0 0 0,0 0 0 0 0,0 0 0 0 0,0 0-1 0 0,0 0 1 0 0,-1 1 0 0 0,0-1 0 0 0,1 0 0 0 0,-1 1 0 0 0,0-1 0 0 0,0 1 0 0 0,-1 0 0 0 0,1 0 0 0 0,0 0 0 0 0,-1 0 0 0 0,1 0 0 0 0,-1 0 0 0 0,0 0 0 0 0,0 1-1 0 0,1-1 1 0 0,-1 1 0 0 0,0 0 0 0 0,0 0 0 0 0,0 0 0 0 0,0 0 0 0 0,-1 1 0 0 0,1-1 0 0 0,0 1 0 0 0,0 0 0 0 0,0 0 0 0 0,0 0 0 0 0,0 0 0 0 0,-1 1 0 0 0,1-1-1 0 0,0 1 1 0 0,0-1 0 0 0,0 1 0 0 0,0 0 0 0 0,0 1 0 0 0,0-1 0 0 0,0 0 0 0 0,1 1 0 0 0,-4 1 0 0 0,-20 10-753 0 0,-3 4-819 0 0,28-16 1283 0 0,0-1-1 0 0,1 1 1 0 0,-1 0 0 0 0,1-1 0 0 0,-1 1 0 0 0,1 0 0 0 0,-1-1-1 0 0,1 1 1 0 0,-1 0 0 0 0,1 0 0 0 0,-1 0 0 0 0,1-1-1 0 0,0 1 1 0 0,0 0 0 0 0,-1 0 0 0 0,1 0 0 0 0,0 1 0 0 0,0-2 256 0 0,0-1 1 0 0,1 1 0 0 0,-1-1 0 0 0,0 0 0 0 0,0 1 0 0 0,1-1 0 0 0,-1 1 0 0 0,0-1 0 0 0,0 1-1 0 0,1-1 1 0 0,-1 1 0 0 0,1-1 0 0 0,-1 1 0 0 0,1-1 0 0 0,-1 1 0 0 0,1-1 0 0 0,-1 1-1 0 0,1 0 1 0 0,-1-1 0 0 0,1 1 0 0 0,-1 0 0 0 0,1-1 0 0 0,-1 1 0 0 0,1 0 0 0 0,0 0-1 0 0,-1 0 1 0 0,1 0 0 0 0,-1-1 0 0 0,1 1 0 0 0,0 0 0 0 0,-1 0 0 0 0,2 0 0 0 0,1 0-114 0 0,19-9-84 0 0,-18 8 679 0 0,0 3 386 0 0,8 1-857 0 0,-12-3 110 0 0,0 0 1 0 0,0 0 0 0 0,0 1 0 0 0,0-1 0 0 0,0 0 0 0 0,0 0-1 0 0,0 0 1 0 0,0 0 0 0 0,0 0 0 0 0,0 0 0 0 0,0 0 0 0 0,0 0-1 0 0,0 0 1 0 0,0 0 0 0 0,0 1 0 0 0,0-1 0 0 0,0 0 0 0 0,0 0-1 0 0,0 0 1 0 0,0 0 0 0 0,0 0 0 0 0,0 0 0 0 0,0 0 0 0 0,0 0-1 0 0,0 0 1 0 0,0 0 0 0 0,0 1 0 0 0,0-1 0 0 0,0 0 0 0 0,0 0-1 0 0,0 0 1 0 0,0 0 0 0 0,0 0 0 0 0,0 0 0 0 0,1 0 0 0 0,-1 0-1 0 0,0 0 1 0 0,0 0 0 0 0,0 0 0 0 0,0 0 0 0 0,0 0 0 0 0,0 0-1 0 0,0 0 1 0 0,0 0 0 0 0,0 0 0 0 0,0 0 0 0 0,1 0 0 0 0,-1 0-1 0 0,0 0 1 0 0,0 0 0 0 0,0 0 0 0 0,0 0 0 0 0,-37 0 2265 0 0,34 0-2342 0 0,-1-1 0 0 0,1 1 0 0 0,-1 0 0 0 0,1 0 0 0 0,-1 0-1 0 0,0 0 1 0 0,1 1 0 0 0,-1-1 0 0 0,1 1 0 0 0,-1 0 0 0 0,1 0 0 0 0,-7 3 0 0 0,-8 4-55 0 0,-12 5 51 0 0,29-13 15 0 0,0 1 0 0 0,0-1 0 0 0,0 1 0 0 0,0-1 1 0 0,1 1-1 0 0,-1 0 0 0 0,0-1 0 0 0,0 1 0 0 0,0 0 0 0 0,1 0 0 0 0,-1 0 0 0 0,0 0 0 0 0,1 0 0 0 0,-1 0 0 0 0,1 0 0 0 0,-1 0 0 0 0,1 0 0 0 0,-1 0 0 0 0,1 0 0 0 0,0 0 0 0 0,-1 2 0 0 0,1-1 0 0 0,-1 0-1 0 0,1 0 0 0 0,-1 0 1 0 0,0-1-1 0 0,0 1 0 0 0,0 0 1 0 0,0 0-1 0 0,0-1 0 0 0,0 1 1 0 0,0 0-1 0 0,0-1 0 0 0,-1 1 1 0 0,1-1-1 0 0,-1 1 0 0 0,1-1 1 0 0,-1 0-1 0 0,1 0 0 0 0,-1 0 1 0 0,-3 2-1 0 0,-9 2-52 0 0,10-2 26 0 0,4-2-133 0 0,0-4-2601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31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374 79 160 0 0,'-2'-2'220'0'0,"0"1"1"0"0,0-1-1 0 0,0 1 0 0 0,0 0 1 0 0,0 0-1 0 0,0 0 0 0 0,0 0 1 0 0,-1 0-1 0 0,1 0 0 0 0,-5 0 1 0 0,-5-4 463 0 0,0-1-208 0 0,0 1-1 0 0,0 0 1 0 0,-1 1-1 0 0,1 0 0 0 0,-1 1 1 0 0,0 1-1 0 0,0 0 1 0 0,0 0-1 0 0,0 2 1 0 0,0-1-1 0 0,0 2 1 0 0,0 0-1 0 0,-18 3 1 0 0,24-2-262 0 0,1 0 0 0 0,-1 1 0 0 0,1-1 1 0 0,0 1-1 0 0,0 1 0 0 0,-10 6 1 0 0,-23 11 205 0 0,37-21-407 0 0,0 1-1 0 0,0 0 1 0 0,-1 0 0 0 0,1 0-1 0 0,0 0 1 0 0,0 0-1 0 0,0 0 1 0 0,0 0-1 0 0,0 1 1 0 0,0-1-1 0 0,0 1 1 0 0,0-1-1 0 0,1 1 1 0 0,-1 0-1 0 0,1 0 1 0 0,-1 0-1 0 0,1 0 1 0 0,-2 4-1 0 0,1-1 2 0 0,0 1 0 0 0,1 0-1 0 0,0 0 1 0 0,0 0 0 0 0,1 0-1 0 0,0 12 1 0 0,0-16-12 0 0,-1 0 0 0 0,1 0 0 0 0,0 0 0 0 0,0 0 1 0 0,0-1-1 0 0,1 1 0 0 0,-1 0 0 0 0,0 0 0 0 0,1 0 0 0 0,-1 0 0 0 0,1 0 0 0 0,-1 0 0 0 0,1 0 1 0 0,0-1-1 0 0,0 1 0 0 0,0 0 0 0 0,0-1 0 0 0,0 1 0 0 0,0-1 0 0 0,1 1 0 0 0,-1-1 1 0 0,0 1-1 0 0,1-1 0 0 0,-1 0 0 0 0,1 0 0 0 0,-1 1 0 0 0,1-1 0 0 0,2 0 0 0 0,12 11-10 0 0,-13-10 0 0 0,1 1-1 0 0,0-1 1 0 0,-1 0 0 0 0,1-1-1 0 0,0 1 1 0 0,0-1-1 0 0,0 1 1 0 0,0-1-1 0 0,0-1 1 0 0,1 1 0 0 0,-1 0-1 0 0,0-1 1 0 0,5 0-1 0 0,55-5-161 0 0,-51 3 98 0 0,-1 1 57 0 0,44-10-68 0 0,-52 10 96 0 0,0-1 0 0 0,0 0-1 0 0,0 1 1 0 0,0-1-1 0 0,-1-1 1 0 0,1 1 0 0 0,-1 0-1 0 0,1-1 1 0 0,-1 0-1 0 0,0 0 1 0 0,4-4-1 0 0,7-7 73 0 0,-12 13-59 0 0,-1 0-1 0 0,1-1 0 0 0,-1 1 0 0 0,1 0 1 0 0,-1-1-1 0 0,1 0 0 0 0,-1 1 0 0 0,0-1 1 0 0,0 0-1 0 0,1 1 0 0 0,-1-1 0 0 0,-1 0 1 0 0,1 0-1 0 0,0 0 0 0 0,0 0 0 0 0,-1 0 1 0 0,1 0-1 0 0,-1 0 0 0 0,1 0 0 0 0,-1 0 1 0 0,0-4-1 0 0,0 0 59 0 0,0 3-56 0 0,1 0 0 0 0,-1 0-1 0 0,0 0 1 0 0,0 0 0 0 0,0 0 0 0 0,-1 0 0 0 0,1 0-1 0 0,-1 0 1 0 0,0 0 0 0 0,0 0 0 0 0,0 0 0 0 0,0 0-1 0 0,0 1 1 0 0,0-1 0 0 0,-1 0 0 0 0,1 1 0 0 0,-1-1-1 0 0,0 1 1 0 0,-3-4 0 0 0,-2 0-54 0 0,0-2-159 0 0,-1 0 0 0 0,0 1-1 0 0,0 0 1 0 0,-1 1 0 0 0,0-1 0 0 0,0 2 0 0 0,-17-9 0 0 0,23 14-371 0 0,1-1 1 0 0,0 1 0 0 0,0 0 0 0 0,-1 0-1 0 0,1 0 1 0 0,0 1 0 0 0,0-1 0 0 0,-1 0-1 0 0,1 1 1 0 0,0 0 0 0 0,0-1 0 0 0,0 1-1 0 0,0 0 1 0 0,0 0 0 0 0,-3 1 0 0 0,2 8-2100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32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44 640 0 0,'0'0'83'0'0,"0"-1"0"0"0,0 1 0 0 0,0-1 0 0 0,0 1 0 0 0,1-1 0 0 0,-1 0-1 0 0,0 1 1 0 0,0-1 0 0 0,0 1 0 0 0,0-1 0 0 0,0 0 0 0 0,0 1 0 0 0,-1-1-1 0 0,1 0 1 0 0,0 1 0 0 0,0-1 0 0 0,0 1 0 0 0,0-1 0 0 0,-1 1 0 0 0,1-1 0 0 0,0 1-1 0 0,-1-1 1 0 0,1 0 0 0 0,0 1 0 0 0,-1 0 0 0 0,1-1 0 0 0,-1 1 0 0 0,1-1-1 0 0,0 1 1 0 0,-1-1 0 0 0,1 1 0 0 0,-1 0 0 0 0,0-1 0 0 0,1 1 0 0 0,-1 0 0 0 0,1 0-1 0 0,-1-1 1 0 0,1 1 0 0 0,-1 0 0 0 0,0 0 0 0 0,1 0 0 0 0,-1 0 0 0 0,1 0-1 0 0,-2 0 1 0 0,-3-1-50 0 0,1-3 34 0 0,4 0 1467 0 0,1 4-1499 0 0,-1-1 0 0 0,0 1 1 0 0,1 0-1 0 0,-1-1 0 0 0,0 1 1 0 0,1-1-1 0 0,-1 1 0 0 0,1 0 1 0 0,-1 0-1 0 0,1-1 0 0 0,-1 1 1 0 0,0 0-1 0 0,1 0 0 0 0,-1-1 1 0 0,1 1-1 0 0,-1 0 0 0 0,1 0 1 0 0,0 0-1 0 0,-1 0 0 0 0,1 0 1 0 0,-1 0-1 0 0,1 0 0 0 0,-1 0 1 0 0,1 0-1 0 0,-1 0 0 0 0,1 0 1 0 0,-1 0-1 0 0,1 0 0 0 0,-1 0 0 0 0,1 0 1 0 0,-1 1-1 0 0,1-1 0 0 0,-1 0 1 0 0,1 0-1 0 0,-1 1 0 0 0,1-1 1 0 0,-1 0-1 0 0,0 1 0 0 0,1-1 1 0 0,-1 0-1 0 0,1 1 0 0 0,-1-1 1 0 0,0 1-1 0 0,1-1 0 0 0,-1 0 1 0 0,0 1-1 0 0,0-1 0 0 0,1 1 1 0 0,-1-1-1 0 0,0 1 0 0 0,0-1 1 0 0,0 1-1 0 0,1 0 0 0 0,-1 0-28 0 0,1 0 0 0 0,0 0 0 0 0,0 0 0 0 0,0 0 0 0 0,0 0 0 0 0,0-1 0 0 0,0 1 0 0 0,0 0 0 0 0,1-1 0 0 0,-1 1 0 0 0,0 0 0 0 0,0-1 0 0 0,0 0 0 0 0,1 1 0 0 0,-1-1 0 0 0,0 0 0 0 0,2 1 0 0 0,34 7 127 0 0,-26-5-127 0 0,-8-4-8 0 0,0 0-1 0 0,1 1 1 0 0,-1-1 0 0 0,0 0-1 0 0,0-1 1 0 0,0 1 0 0 0,0 0-1 0 0,-1-1 1 0 0,4-2 0 0 0,-10 3 1 0 0,4 1 0 0 0,-1 0 0 0 0,0 0 0 0 0,1 0 0 0 0,-1 0 0 0 0,1 0 0 0 0,-1 0 0 0 0,1-1 0 0 0,-1 1 0 0 0,0 0 0 0 0,1 0 0 0 0,-1-1 0 0 0,1 1 0 0 0,-1 0 0 0 0,1-1 0 0 0,-1 1 0 0 0,1 0 0 0 0,-1-1 0 0 0,1 1 0 0 0,0-1 0 0 0,-1 1 0 0 0,1 0 0 0 0,-1-1 0 0 0,1 1 0 0 0,0-1 0 0 0,-1 1 0 0 0,1-1 0 0 0,0 0 0 0 0,0 1 0 0 0,0-1 0 0 0,-1 1 0 0 0,1-1 0 0 0,0 1 0 0 0,0-2 0 0 0,-1 1 0 0 0,1 0 0 0 0,-1 0 0 0 0,0 0 0 0 0,1 0 0 0 0,-1 1 0 0 0,0-1 0 0 0,0 0 0 0 0,0 0 0 0 0,0 1 0 0 0,0-1 0 0 0,0 0 0 0 0,0 1 0 0 0,0-1 0 0 0,0 1 0 0 0,0-1 0 0 0,0 1 0 0 0,0 0 0 0 0,0-1 0 0 0,-1 1 0 0 0,-1 0 0 0 0,-11-1 13 0 0,4 1 76 0 0,10 0-77 0 0,-1-1-1 0 0,1 1 1 0 0,0 0-1 0 0,-1 0 1 0 0,1 0-1 0 0,-1-1 1 0 0,1 1-1 0 0,-1 0 1 0 0,1 0-1 0 0,-1 0 1 0 0,1 0-1 0 0,-1 0 1 0 0,1 0-1 0 0,0 0 1 0 0,-1 0-1 0 0,1 0 0 0 0,-1 0 1 0 0,1 1-1 0 0,-1-1 1 0 0,1 0-1 0 0,-1 0 1 0 0,1 0-1 0 0,-1 0 1 0 0,1 1-1 0 0,0-1 1 0 0,-1 0-1 0 0,1 0 1 0 0,0 1-1 0 0,-1-1 1 0 0,1 0-1 0 0,0 1 1 0 0,-1-1-1 0 0,1 0 1 0 0,0 1-1 0 0,-1-1 1 0 0,1 1-1 0 0,0-1 1 0 0,0 0-1 0 0,0 1 1 0 0,-1-1-1 0 0,1 1 0 0 0,0-1 1 0 0,0 1-1 0 0,0-1 1 0 0,0 0-1 0 0,0 1 1 0 0,0 0-1 0 0,18 5 403 0 0,-17-5-381 0 0,-1-1-1 0 0,1 1 1 0 0,-1 0-1 0 0,1-1 1 0 0,-1 1 0 0 0,1 0-1 0 0,-1 0 1 0 0,0-1 0 0 0,1 1-1 0 0,-1 0 1 0 0,0 0 0 0 0,0 0-1 0 0,1-1 1 0 0,-1 1 0 0 0,0 0-1 0 0,0 0 1 0 0,0 0 0 0 0,0 1-1 0 0,2 11 415 0 0,10 19 667 0 0,-10-25-948 0 0,0-1 0 0 0,0 1 1 0 0,1-1-1 0 0,0 0 0 0 0,0 0 0 0 0,0 0 0 0 0,1 0 0 0 0,0 0 1 0 0,0-1-1 0 0,1 0 0 0 0,6 7 0 0 0,2 1-175 0 0,-11-11-64 0 0,0-1 0 0 0,-1 1 0 0 0,1 0-1 0 0,0 0 1 0 0,0-1 0 0 0,0 1 0 0 0,1-1 0 0 0,-1 1-1 0 0,0-1 1 0 0,1 0 0 0 0,-1 0 0 0 0,5 1 0 0 0,-5-2-249 0 0,23 5-1664 0 0,-24-5 1816 0 0,-1 1 0 0 0,1-1 0 0 0,-1 0 0 0 0,1 0 0 0 0,-1 0 0 0 0,1 0 0 0 0,0 0 0 0 0,-1 0 0 0 0,1 0 0 0 0,-1 0 0 0 0,1 0 0 0 0,0 0 0 0 0,-1 0 0 0 0,1 0 0 0 0,-1 0 0 0 0,1 0 0 0 0,-1 0 0 0 0,1-1 0 0 0,0 1 0 0 0,-1 0 0 0 0,1 0 1 0 0,-1-1-1 0 0,1 1 0 0 0,-1 0 0 0 0,1-1 0 0 0,-1 1 0 0 0,0 0 0 0 0,1-1 0 0 0,-1 1 0 0 0,1-1 0 0 0,-5-1-2258 0 0,-14-1 227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32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1 112 640 0 0,'0'-9'1441'0'0,"22"-5"-80"0"0,0 0-321 0 0,1 4-240 0 0,-1-4-399 0 0,0 0-481 0 0,0 5-481 0 0,-4 0-559 0 0,-18-1-561 0 0,22 1 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33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0 240 0 0,'0'6'800'0'0,"0"8"161"0"0,22 13 560 0 0,-22 29 880 0 0,0-13-721 0 0,-22-21-959 0 0,22-7-801 0 0,0-10-1201 0 0,0-10-1840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24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6 400 0 0,'-10'3'364'0'0,"0"0"-1"0"0,0 0 1 0 0,-18 1-1 0 0,1 0 704 0 0,23-3-466 0 0,-14 3 52 0 0,14-4 68 0 0,22 5 79 0 0,-14-4 240 0 0,-4-5 1329 0 0,0 7-1790 0 0,0-2-432 0 0,4-6-40 0 0,81-9 1467 0 0,26 0-200 0 0,-108 14-1334 0 0,-1 0 0 0 0,1 0 0 0 0,0 0 0 0 0,0 0 0 0 0,-1 0-1 0 0,1 1 1 0 0,0-1 0 0 0,4 2 0 0 0,-2 0 71 0 0,1-1 1 0 0,-1 0-1 0 0,1 0 0 0 0,0 0 1 0 0,7-1-1 0 0,-7 0-70 0 0,54 5 345 0 0,4 5-161 0 0,258 36 30 0 0,-301-43-1481 0 0,-35-6-9487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24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19 480 0 0,'-1'0'103'0'0,"-16"-6"626"0"0,17 6-694 0 0,-1 0 0 0 0,1 0 1 0 0,0 0-1 0 0,0 0 0 0 0,-1 0 0 0 0,1 0 0 0 0,0 0 0 0 0,-1 0 0 0 0,1 0 1 0 0,0-1-1 0 0,-1 1 0 0 0,1 0 0 0 0,0 0 0 0 0,0 0 0 0 0,-1-1 0 0 0,1 1 1 0 0,0 0-1 0 0,0 0 0 0 0,-1-1 0 0 0,1 1 0 0 0,0 0 0 0 0,0 0 0 0 0,0-1 1 0 0,0 1-1 0 0,-1 0 0 0 0,1-1 0 0 0,0 1 0 0 0,0 0 0 0 0,0-1 0 0 0,0 1 1 0 0,0 0-1 0 0,0 0 0 0 0,0-1 0 0 0,0 1 0 0 0,0 0 0 0 0,0-1 0 0 0,0 1 1 0 0,0 0-1 0 0,0-1 0 0 0,0 1 0 0 0,0 0 0 0 0,0-1 0 0 0,1 1 0 0 0,-1 0 1 0 0,0-1-1 0 0,0 1 0 0 0,0 0 0 0 0,0-1 0 0 0,1 1 0 0 0,-1 0 0 0 0,0 0 1 0 0,0-1-1 0 0,-22 8 85 0 0,19-5-110 0 0,-1 0 0 0 0,1 1 1 0 0,0 0-1 0 0,0 0 0 0 0,0 0 0 0 0,0 0 0 0 0,0 0 1 0 0,1 0-1 0 0,-1 1 0 0 0,-1 3 0 0 0,-10 12 51 0 0,0-1 161 0 0,1 1 0 0 0,-18 33 1 0 0,26-43-100 0 0,1 1 0 0 0,0-1 0 0 0,1 1 0 0 0,0 0 0 0 0,0 0 0 0 0,1 0 0 0 0,1 1 0 0 0,-1 16 0 0 0,1 9 63 0 0,1 38 201 0 0,0-70-401 0 0,0 1-1 0 0,1-1 1 0 0,0 0 0 0 0,0 0 0 0 0,0-1 0 0 0,0 1-1 0 0,0 0 1 0 0,1 0 0 0 0,0 0 0 0 0,0-1 0 0 0,0 1-1 0 0,0-1 1 0 0,5 7 0 0 0,-6-9-84 0 0,0 0 1 0 0,0 0-1 0 0,0-1 1 0 0,1 1 0 0 0,-1 0-1 0 0,0 0 1 0 0,0 0-1 0 0,1-1 1 0 0,-1 1-1 0 0,0-1 1 0 0,1 1-1 0 0,2 0 1 0 0,-4-1 24 0 0,0 0 0 0 0,0 0 1 0 0,1 0-1 0 0,-1 0 0 0 0,0 0 0 0 0,0-1 1 0 0,0 1-1 0 0,0 0 0 0 0,1 0 1 0 0,-1 0-1 0 0,0 0 0 0 0,0 0 1 0 0,0 0-1 0 0,0-1 0 0 0,1 1 0 0 0,-1 0 1 0 0,0 0-1 0 0,0 0 0 0 0,0 0 1 0 0,0-1-1 0 0,0 1 0 0 0,0 0 1 0 0,0 0-1 0 0,1 0 0 0 0,-1-1 0 0 0,0 1 1 0 0,0 0-1 0 0,0 0 0 0 0,0 0 1 0 0,0-1-1 0 0,0 1 0 0 0,0 0 1 0 0,0 0-1 0 0,0 0 0 0 0,0-1 0 0 0,0 1 1 0 0,0 0-1 0 0,0 0 0 0 0,-1-1 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25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29 80 0 0,'0'0'46'0'0,"1"0"1"0"0,-1-1-1 0 0,0 1 1 0 0,0 0-1 0 0,0 0 1 0 0,0 0-1 0 0,0 0 1 0 0,0 0-1 0 0,0 0 0 0 0,0-1 1 0 0,0 1-1 0 0,0 0 1 0 0,0 0-1 0 0,0 0 1 0 0,0 0-1 0 0,0 0 1 0 0,0-1-1 0 0,0 1 0 0 0,0 0 1 0 0,0 0-1 0 0,0 0 1 0 0,0 0-1 0 0,0 0 1 0 0,0 0-1 0 0,0-1 1 0 0,0 1-1 0 0,0 0 0 0 0,0 0 1 0 0,0 0-1 0 0,-1 0 1 0 0,1 0-1 0 0,0 0 1 0 0,0-1-1 0 0,0 1 0 0 0,0 0 1 0 0,0 0-1 0 0,0 0 1 0 0,0 0-1 0 0,0 0 1 0 0,-1 0-1 0 0,1 0 1 0 0,0 0-1 0 0,0 0 0 0 0,0 0 1 0 0,0 0-1 0 0,0 0 1 0 0,-1 0-1 0 0,1 0 1 0 0,0 0-1 0 0,0 0 1 0 0,0 0-1 0 0,0 0 0 0 0,-1 0 1 0 0,-6-4 359 0 0,9 4 172 0 0,-1 1-528 0 0,-1 0 0 0 0,1 0 1 0 0,0 0-1 0 0,0-1 0 0 0,-1 1 1 0 0,1 0-1 0 0,-1 0 0 0 0,1 0 1 0 0,-1 0-1 0 0,1 0 0 0 0,-1 0 1 0 0,1 0-1 0 0,-1 1 0 0 0,0-1 1 0 0,0 0-1 0 0,0 0 0 0 0,1 0 1 0 0,-1 0-1 0 0,0 0 0 0 0,-1 2 1 0 0,2 17 347 0 0,0-14-254 0 0,0-1 0 0 0,-1 1 0 0 0,0-1 0 0 0,-1 1 0 0 0,1-1 0 0 0,-1 1 0 0 0,0-1 0 0 0,-2 7 0 0 0,0-5 60 0 0,1 1 1 0 0,-1-1 0 0 0,1 1-1 0 0,1 0 1 0 0,-1-1-1 0 0,1 1 1 0 0,1 0-1 0 0,0 10 1 0 0,0-17-192 0 0,0-1 1 0 0,0 1 0 0 0,0-1-1 0 0,0 1 1 0 0,0 0 0 0 0,1-1-1 0 0,-1 1 1 0 0,0-1-1 0 0,0 1 1 0 0,1-1 0 0 0,-1 1-1 0 0,1-1 1 0 0,-1 1 0 0 0,0-1-1 0 0,1 1 1 0 0,-1-1 0 0 0,1 0-1 0 0,-1 1 1 0 0,1-1 0 0 0,-1 0-1 0 0,1 1 1 0 0,-1-1-1 0 0,1 0 1 0 0,-1 0 0 0 0,1 1-1 0 0,-1-1 1 0 0,1 0 0 0 0,0 0-1 0 0,-1 0 1 0 0,1 0 0 0 0,0 0-1 0 0,0 1 4 0 0,2-1 90 0 0,-2-1-84 0 0,0 0 1 0 0,0-1-1 0 0,-1 1 1 0 0,1 0-1 0 0,0 0 1 0 0,0 0-1 0 0,0 0 0 0 0,0 0 1 0 0,1 0-1 0 0,-1 0 1 0 0,0 0-1 0 0,0 0 1 0 0,0 0-1 0 0,1 1 1 0 0,-1-1-1 0 0,1 0 0 0 0,-1 1 1 0 0,3-1-1 0 0,17-11 319 0 0,15-19 552 0 0,-24 21-316 0 0,0-1 0 0 0,17-18 0 0 0,-25 24-402 0 0,1 1 0 0 0,0-1 0 0 0,0 1 0 0 0,0 0 0 0 0,0 0 0 0 0,1 0 0 0 0,11-5 0 0 0,20-13 510 0 0,-30 17-968 0 0,1 0-1 0 0,0 0 1 0 0,0 1 0 0 0,1 0-1 0 0,14-5 1 0 0,-19 5-3766 0 0,-12 1-921 0 0,-29 3 2007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26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15 480 0 0,'0'0'2108'0'0,"3"0"-1428"0"0,127 8 2188 0 0,-69-6-2458 0 0,31 0 229 0 0,-82-3-1003 0 0,1 1 1 0 0,-1-2 0 0 0,0 0 0 0 0,0 0 0 0 0,0-1-1 0 0,12-5 1 0 0,-18 4-1264 0 0,-4 0-187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27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20 640 0 0,'0'-1'136'0'0,"1"0"-1"0"0,0-1 0 0 0,-1 1 1 0 0,1 0-1 0 0,0 0 0 0 0,0 0 0 0 0,0 1 1 0 0,0-1-1 0 0,0 0 0 0 0,0 0 1 0 0,0 0-1 0 0,0 1 0 0 0,0-1 1 0 0,1 1-1 0 0,-1-1 0 0 0,0 1 1 0 0,0-1-1 0 0,0 1 0 0 0,1-1 1 0 0,-1 1-1 0 0,0 0 0 0 0,1 0 0 0 0,-1 0 1 0 0,2 0-1 0 0,35-4 724 0 0,70 10 1073 0 0,-69-3-2311 0 0,55-1 0 0 0,-31-7-2956 0 0,-56 5 1334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40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9 240 0 0,'0'0'1521'0'0,"22"5"1360"0"0,-22-10-4402 0 0,0-4-1520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31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1 252 1921 0 0,'5'-1'3445'0'0,"8"-3"-3048"0"0,-8-3 200 0 0,-2 0-327 0 0,35-24 458 0 0,-29 25-630 0 0,0-1 0 0 0,-1 0 0 0 0,13-13 0 0 0,14-24 85 0 0,-19 24-115 0 0,0 0 0 0 0,21-19 0 0 0,3 8-55 0 0,-33 23-79 0 0,-7 18 92 0 0,0-8 3 0 0,0 0-1 0 0,-1 0 1 0 0,1-1 0 0 0,0 1-1 0 0,-1 0 1 0 0,0 0-1 0 0,1-1 1 0 0,-1 1-1 0 0,0 0 1 0 0,0-1-1 0 0,0 1 1 0 0,0-1 0 0 0,0 1-1 0 0,0-1 1 0 0,-2 2-1 0 0,-9 13 182 0 0,-33 62 554 0 0,29-48-432 0 0,-1 0 1 0 0,-35 45-1 0 0,-51 39 535 0 0,98-106-1317 0 0,5-8 304 0 0,0 1-1 0 0,0-1 1 0 0,0 0-1 0 0,0 0 1 0 0,0 1-1 0 0,0-1 1 0 0,0 0-1 0 0,0 0 1 0 0,0 0-1 0 0,0 1 1 0 0,0-1-1 0 0,0 0 1 0 0,0 0-1 0 0,0 1 1 0 0,0-1-1 0 0,0 0 1 0 0,1 0-1 0 0,-1 0 1 0 0,0 1-1 0 0,0-1 1 0 0,0 0-1 0 0,0 0 1 0 0,0 0 0 0 0,0 0-1 0 0,1 1 1 0 0,-1-1-1 0 0,0 0 1 0 0,0 0-1 0 0,0 0 1 0 0,0 0-1 0 0,1 0 1 0 0,-1 1-1 0 0,0-1 1 0 0,0 0-1 0 0,0 0 1 0 0,1 0-1 0 0,-1 0 1 0 0,0 0-1 0 0,1 0 1 0 0,17-3-3429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31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244 168 560 0 0,'0'1'26'0'0,"0"-1"-1"0"0,0 0 1 0 0,0 1-1 0 0,0-1 1 0 0,0 0-1 0 0,0 0 1 0 0,0 1 0 0 0,0-1-1 0 0,-1 0 1 0 0,1 0-1 0 0,0 1 1 0 0,0-1-1 0 0,0 0 1 0 0,0 0-1 0 0,-1 1 1 0 0,1-1-1 0 0,0 0 1 0 0,0 0-1 0 0,0 0 1 0 0,-1 0 0 0 0,1 1-1 0 0,0-1 1 0 0,0 0-1 0 0,-1 0 1 0 0,1 0-1 0 0,0 0 1 0 0,-1 0-1 0 0,1 0 1 0 0,0 0-1 0 0,0 0 1 0 0,-1 1-1 0 0,1-1 1 0 0,0 0-1 0 0,-1 0 1 0 0,-26 9 503 0 0,0 1 0 0 0,1 1 0 0 0,1 2 1 0 0,0 0-1 0 0,-34 25 0 0 0,55-34-449 0 0,-1 0 1 0 0,1 0 0 0 0,0 1 0 0 0,0-1-1 0 0,1 1 1 0 0,-1 0 0 0 0,-4 9-1 0 0,0 0 88 0 0,7-14-160 0 0,1 0-1 0 0,0 1 1 0 0,-1-1-1 0 0,1 1 1 0 0,0-1-1 0 0,0 1 1 0 0,0-1-1 0 0,-1 1 1 0 0,1-1-1 0 0,0 1 1 0 0,0-1-1 0 0,0 1 0 0 0,0-1 1 0 0,0 1-1 0 0,0-1 1 0 0,0 1-1 0 0,0-1 1 0 0,0 1-1 0 0,0-1 1 0 0,0 1-1 0 0,0-1 1 0 0,0 1-1 0 0,0-1 0 0 0,1 1 1 0 0,-1-1-1 0 0,0 1 1 0 0,0-1-1 0 0,1 1 1 0 0,-1-1-1 0 0,0 0 1 0 0,1 1-1 0 0,18 10 99 0 0,23-1 0 0 0,-40-9-90 0 0,16 0 26 0 0,0 0 0 0 0,0-1 0 0 0,0 0 0 0 0,0-2 0 0 0,0 0 0 0 0,0-1 0 0 0,0-1 0 0 0,22-7-1 0 0,3-4 154 0 0,-1-2-1 0 0,40-22 1 0 0,-58 26-121 0 0,-1 0 1 0 0,-1-2-1 0 0,39-31 1 0 0,-55 41-80 0 0,0-1 1 0 0,0 1 0 0 0,-1-1 0 0 0,0 0 0 0 0,0 0 0 0 0,0-1-1 0 0,-1 0 1 0 0,0 0 0 0 0,0 0 0 0 0,0 0 0 0 0,-1 0-1 0 0,0-1 1 0 0,-1 1 0 0 0,1-1 0 0 0,-2 0 0 0 0,3-13 0 0 0,-5 18-28 0 0,1 1 0 0 0,-1-1 1 0 0,0 1-1 0 0,0 0 0 0 0,0-1 1 0 0,0 1-1 0 0,0 0 0 0 0,0 0 1 0 0,0 0-1 0 0,-1-1 0 0 0,1 1 1 0 0,-1 1-1 0 0,0-1 0 0 0,1 0 1 0 0,-1 0-1 0 0,0 1 0 0 0,0-1 1 0 0,0 1-1 0 0,0-1 0 0 0,0 1 1 0 0,-1 0-1 0 0,1 0 0 0 0,0 0 1 0 0,-1 0-1 0 0,1 0 0 0 0,0 1 1 0 0,-4-2-1 0 0,-4 0-132 0 0,0-1 1 0 0,0 2 0 0 0,-1-1-1 0 0,1 1 1 0 0,-20 1-1 0 0,25 0 92 0 0,-3 0-67 0 0,0 1 0 0 0,0-1 0 0 0,0 1 0 0 0,1 1-1 0 0,-1-1 1 0 0,0 1 0 0 0,1 1 0 0 0,-1-1 0 0 0,1 1 0 0 0,0 1-1 0 0,0-1 1 0 0,-11 8 0 0 0,-23 16-2409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32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379 150 480 0 0,'0'0'64'0'0,"0"-1"0"0"0,0 1-1 0 0,0-1 1 0 0,0 0 0 0 0,0 1 0 0 0,-1-1-1 0 0,1 1 1 0 0,0-1 0 0 0,0 1 0 0 0,-1-1-1 0 0,1 0 1 0 0,-1 1 0 0 0,1 0 0 0 0,0-1-1 0 0,-1 1 1 0 0,1-1 0 0 0,-1 1 0 0 0,1-1-1 0 0,-1 1 1 0 0,1 0 0 0 0,-1-1 0 0 0,1 1-1 0 0,-1 0 1 0 0,1 0 0 0 0,-1-1 0 0 0,0 1-1 0 0,1 0 1 0 0,-1 0 0 0 0,1 0 0 0 0,-1 0-1 0 0,0 0 1 0 0,1 0 0 0 0,-1 0-1 0 0,0 0 1 0 0,-2-1 173 0 0,-4-8 977 0 0,0 9-1021 0 0,0 0 1 0 0,0 0-1 0 0,1 0 0 0 0,-14 3 1 0 0,-4 0 440 0 0,-160 39 2649 0 0,139-30-2805 0 0,41-12-417 0 0,1 1-1 0 0,0-1 0 0 0,1 1 1 0 0,-1 0-1 0 0,0 0 0 0 0,0 0 1 0 0,0 1-1 0 0,0-1 0 0 0,1 1 1 0 0,-1-1-1 0 0,1 1 0 0 0,-1 0 1 0 0,1 0-1 0 0,0 0 0 0 0,-4 4 1 0 0,5-3-8 0 0,0 0 0 0 0,0 0 0 0 0,0 0 0 0 0,0 1 1 0 0,1-1-1 0 0,-1 0 0 0 0,1 1 0 0 0,0-1 0 0 0,0 0 1 0 0,1 6-1 0 0,-1 5 77 0 0,0-14-125 0 0,0 1-1 0 0,-1 0 1 0 0,1-1-1 0 0,1 1 1 0 0,-1 0 0 0 0,0-1-1 0 0,0 1 1 0 0,0 0-1 0 0,0-1 1 0 0,0 1 0 0 0,1 0-1 0 0,-1-1 1 0 0,0 1-1 0 0,0-1 1 0 0,1 1 0 0 0,-1 0-1 0 0,0-1 1 0 0,1 1-1 0 0,-1-1 1 0 0,1 1-1 0 0,-1-1 1 0 0,1 1 0 0 0,-1-1-1 0 0,1 0 1 0 0,-1 1-1 0 0,1-1 1 0 0,-1 0 0 0 0,1 1-1 0 0,0-1 1 0 0,-1 0-1 0 0,2 1 1 0 0,17 5-3 0 0,0-1-1 0 0,1-1 1 0 0,-1-1 0 0 0,1 0-1 0 0,0-1 1 0 0,0-2 0 0 0,21-1-1 0 0,143-16-428 0 0,-142 11 218 0 0,0-1 0 0 0,-1-2 0 0 0,0-2 0 0 0,0-2 0 0 0,41-19 0 0 0,-78 31 192 0 0,-1-1 0 0 0,1 0 0 0 0,-1 0 0 0 0,1 0 0 0 0,-1 0 0 0 0,1 0 0 0 0,-1-1 0 0 0,4-4 0 0 0,-5 5 9 0 0,-1-1 1 0 0,0 0-1 0 0,0 1 0 0 0,0-1 1 0 0,0 0-1 0 0,0 0 0 0 0,0 0 0 0 0,-1 0 1 0 0,0 0-1 0 0,1 0 0 0 0,-1 0 1 0 0,-1-6-1 0 0,2 0-20 0 0,-1 7 11 0 0,1 0 0 0 0,-1 0 0 0 0,0 1 0 0 0,0-1 0 0 0,0 0 1 0 0,0 0-1 0 0,0 0 0 0 0,-1 0 0 0 0,1 1 0 0 0,0-1 0 0 0,-1 0 0 0 0,1 0 0 0 0,-1 1 0 0 0,0-1 0 0 0,0 0 0 0 0,1 1 0 0 0,-1-1 0 0 0,0 0 1 0 0,0 1-1 0 0,-1 0 0 0 0,-1-3 0 0 0,-11-6-290 0 0,0 0 0 0 0,0 1 0 0 0,-1 1 1 0 0,-1 0-1 0 0,1 1 0 0 0,-1 0 0 0 0,-1 2 0 0 0,-28-7 1 0 0,-109-3-1869 0 0,142 14 1868 0 0,-18-4-1640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33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0 720 0 0,'0'0'1027'0'0,"0"26"3882"0"0,1-24-4799 0 0,-1 0 0 0 0,1 0-1 0 0,-1 0 1 0 0,1 0 0 0 0,0 0-1 0 0,0 0 1 0 0,0 0 0 0 0,0 0-1 0 0,1 0 1 0 0,-1 0 0 0 0,0 0-1 0 0,1-1 1 0 0,-1 1 0 0 0,1-1-1 0 0,-1 1 1 0 0,1-1 0 0 0,3 2-1 0 0,38 25 1348 0 0,-25-17-1019 0 0,4 3 107 0 0,36 19-1 0 0,-23-15-966 0 0,-32-17 417 0 0,-2-1-190 0 0,0 1 0 0 0,0-1 1 0 0,0 1-1 0 0,0-1 1 0 0,0 1-1 0 0,0-1 0 0 0,0 1 1 0 0,0-1-1 0 0,0 1 1 0 0,0 0-1 0 0,-1 0 1 0 0,1-1-1 0 0,0 1 0 0 0,0 0 1 0 0,-1 0-1 0 0,1 0 1 0 0,0 0-1 0 0,-1 0 1 0 0,1 0-1 0 0,-1 0 0 0 0,1 0 1 0 0,-1 0-1 0 0,0 0 1 0 0,1 0-1 0 0,-1 0 0 0 0,0 0 1 0 0,0 0-1 0 0,0 0 1 0 0,0 2-1 0 0,-3-1-2299 0 0,-16-2 119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33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0 151 1121 0 0,'0'-5'1440'0'0,"23"-4"-159"0"0,-1 0-161 0 0,0-1-159 0 0,22-4-241 0 0,1 4-160 0 0,-1-8-480 0 0,1 4-480 0 0,-1-5-640 0 0,-22 5-641 0 0,1 0-320 0 0,-1 0 160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33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1 800 0 0,'-22'32'2241'0'0,"22"15"-320"0"0,0 0-1441 0 0,0-9-480 0 0,0 3 0 0 0,0-3 161 0 0,0-5-161 0 0,22-9-80 0 0,-22-16-561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40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677 108 80 0 0,'0'0'42'0'0,"0"-1"0"0"0,0 1 0 0 0,0-1 0 0 0,0 1 0 0 0,1-1 0 0 0,-1 1 0 0 0,0-1 0 0 0,0 1 0 0 0,0-1 0 0 0,0 1 0 0 0,1-1 0 0 0,-1 1 0 0 0,0-1 0 0 0,1 1 0 0 0,-1 0 0 0 0,0-1 0 0 0,1 1 0 0 0,-1-1 0 0 0,0 1 0 0 0,1 0 0 0 0,-1 0 0 0 0,1-1 0 0 0,-1 1 0 0 0,1 0 0 0 0,-1 0 0 0 0,0-1 0 0 0,1 1 0 0 0,-1 0 0 0 0,1 0 0 0 0,-1 0 0 0 0,1 0 0 0 0,-1 0 0 0 0,1-1-1 0 0,-1 1 1 0 0,2 0 0 0 0,-2 1-2 0 0,1-1-1 0 0,-1 0 1 0 0,0 0-1 0 0,1 0 1 0 0,-1 0 0 0 0,0-1-1 0 0,1 1 1 0 0,-1 0-1 0 0,1 0 1 0 0,-1 0-1 0 0,0 0 1 0 0,1 0-1 0 0,-1 0 1 0 0,0 0-1 0 0,0-1 1 0 0,1 1-1 0 0,-1 0 1 0 0,0 0-1 0 0,1-1 1 0 0,-1 1-1 0 0,0 0 1 0 0,0 0-1 0 0,1-1 1 0 0,-1 1-1 0 0,0 0 1 0 0,0 0-1 0 0,0-1 1 0 0,1 1-1 0 0,-1 0 1 0 0,0-1-1 0 0,0 1 1 0 0,0 0-1 0 0,0-1 1 0 0,0 0-13 0 0,0 1 0 0 0,1-1 0 0 0,-1 1-1 0 0,0 0 1 0 0,0-1 0 0 0,0 1 0 0 0,0-1 0 0 0,0 1 0 0 0,1 0 0 0 0,-1-1 0 0 0,0 1 0 0 0,0 0 0 0 0,1-1 0 0 0,-1 1 0 0 0,0 0 0 0 0,1-1 0 0 0,-1 1 0 0 0,0 0 0 0 0,1 0 0 0 0,-1-1-1 0 0,0 1 1 0 0,1 0 0 0 0,-1 0 0 0 0,1 0 0 0 0,-1-1 0 0 0,0 1 0 0 0,1 0 0 0 0,-1 0 0 0 0,1 0 0 0 0,-1 0 0 0 0,0 0 0 0 0,2 0 0 0 0,-2 0-1 0 0,1 0 1 0 0,-1 0-1 0 0,1 0 0 0 0,-1 0 1 0 0,1 0-1 0 0,-1-1 1 0 0,1 1-1 0 0,-1 0 1 0 0,1 0-1 0 0,-1 0 0 0 0,1-1 1 0 0,-1 1-1 0 0,0 0 1 0 0,1 0-1 0 0,-1-1 1 0 0,1 1-1 0 0,-1 0 0 0 0,0-1 1 0 0,1 1-1 0 0,-1 0 1 0 0,0-1-1 0 0,1 1 1 0 0,-1-1-1 0 0,0 1 0 0 0,0-1 1 0 0,1 1-1 0 0,-1 0 1 0 0,0-1-1 0 0,0 1 0 0 0,0-1 1 0 0,0 1-1 0 0,0-1 1 0 0,1 0-1 0 0,-1 0-14 0 0,0 1 0 0 0,0-1 0 0 0,0 1 0 0 0,0 0 0 0 0,0-1 0 0 0,0 1 0 0 0,0-1 0 0 0,0 1 0 0 0,0 0 0 0 0,0-1 0 0 0,1 1 0 0 0,-1-1 0 0 0,0 1 0 0 0,0 0 0 0 0,0-1 0 0 0,1 1 0 0 0,-1 0 0 0 0,0-1 0 0 0,1 1 0 0 0,-1 0 0 0 0,0 0 0 0 0,1-1 0 0 0,-1 1 0 0 0,0 0 0 0 0,1 0 0 0 0,-1-1 0 0 0,0 1 0 0 0,1 0 0 0 0,-1 0 0 0 0,1 0 0 0 0,-1 0 0 0 0,0 0 0 0 0,1 0 0 0 0,0-1 0 0 0,0 1 25 0 0,-1 0 1 0 0,1 0 0 0 0,0 0-1 0 0,-1 0 1 0 0,1 0-1 0 0,-1-1 1 0 0,1 1 0 0 0,-1 0-1 0 0,1-1 1 0 0,0 1 0 0 0,-1 0-1 0 0,1-1 1 0 0,-1 1-1 0 0,1-1 1 0 0,-1 1 0 0 0,0 0-1 0 0,1-1 1 0 0,-1 0 0 0 0,1 1-1 0 0,-1-1 1 0 0,0 1 0 0 0,1-1-1 0 0,-1 1 1 0 0,0-1-1 0 0,0 1 1 0 0,0-1 0 0 0,1 0-1 0 0,-1 1 1 0 0,0-1 0 0 0,0 0-1 0 0,0 1 1 0 0,0-1-1 0 0,0 0 1 0 0,0 1 0 0 0,0-2-1 0 0,0 1 34 0 0,0-1 0 0 0,0 1 0 0 0,0 0-1 0 0,0-1 1 0 0,0 1 0 0 0,0 0 0 0 0,0-1-1 0 0,-1 1 1 0 0,1-1 0 0 0,-1 1 0 0 0,1 0 0 0 0,-1 0-1 0 0,1-1 1 0 0,-1 1 0 0 0,1 0 0 0 0,-1 0-1 0 0,0 0 1 0 0,-1-2 0 0 0,-24-6 24 0 0,15 7-27 0 0,-1 0 2 0 0,-1 1 0 0 0,1 0-1 0 0,-1 1 1 0 0,0 0 0 0 0,1 1 0 0 0,-1 0 0 0 0,-15 4 0 0 0,-14 2 304 0 0,19-5-223 0 0,-92 15 1531 0 0,106-15-1491 0 0,-1 0-1 0 0,1 0 1 0 0,0 1 0 0 0,0 0-1 0 0,0 1 1 0 0,0 0-1 0 0,0 0 1 0 0,-13 11 0 0 0,21-15-190 0 0,1 0 1 0 0,0 0 0 0 0,0 0 0 0 0,-1 1-1 0 0,1-1 1 0 0,0 0 0 0 0,0 0-1 0 0,0 0 1 0 0,-1 1 0 0 0,1-1 0 0 0,0 0-1 0 0,0 0 1 0 0,0 1 0 0 0,0-1-1 0 0,0 0 1 0 0,-1 0 0 0 0,1 1 0 0 0,0-1-1 0 0,0 0 1 0 0,0 0 0 0 0,0 1-1 0 0,0-1 1 0 0,0 0 0 0 0,0 0-1 0 0,0 1 1 0 0,0-1 0 0 0,0 0 0 0 0,0 1-1 0 0,0-1 1 0 0,0 0 0 0 0,0 0-1 0 0,1 1 1 0 0,-1-1 0 0 0,0 0 0 0 0,0 0-1 0 0,0 1 1 0 0,0-1 0 0 0,0 0-1 0 0,0 0 1 0 0,1 1 0 0 0,-1-1 0 0 0,0 0-1 0 0,0 0 1 0 0,0 0 0 0 0,1 1-1 0 0,-1-1 1 0 0,0 0 0 0 0,0 0 0 0 0,1 0-1 0 0,-1 0 1 0 0,0 0 0 0 0,0 0-1 0 0,1 1 1 0 0,-1-1 0 0 0,17 5 50 0 0,15 0-69 0 0,43 1 0 0 0,-63-6-39 0 0,1 1 1 0 0,-1 0-1 0 0,0 1 0 0 0,1 0 0 0 0,-1 1 1 0 0,0 1-1 0 0,13 4 0 0 0,-23-7 38 0 0,1 0 1 0 0,-1 0-1 0 0,1 1 0 0 0,-1-1 0 0 0,0 1 0 0 0,0-1 0 0 0,1 1 0 0 0,-1 0 1 0 0,0-1-1 0 0,0 1 0 0 0,3 4 0 0 0,-5-5 17 0 0,0 0 1 0 0,1 0-1 0 0,-1 0 0 0 0,1 0 1 0 0,-1 0-1 0 0,0 0 0 0 0,0 0 1 0 0,0 0-1 0 0,0 0 0 0 0,0 0 1 0 0,0 0-1 0 0,0 0 0 0 0,0 0 1 0 0,0 0-1 0 0,0 0 0 0 0,0-1 1 0 0,0 1-1 0 0,-1 0 0 0 0,1 0 1 0 0,0 0-1 0 0,-1 0 0 0 0,0 1 1 0 0,-4 5 35 0 0,0-1-1 0 0,-1 0 1 0 0,0 0 0 0 0,0-1-1 0 0,0 0 1 0 0,-14 9 0 0 0,0-2 162 0 0,0 0 1 0 0,0-1 0 0 0,-1-1-1 0 0,-38 12 1 0 0,-94 19 1496 0 0,75-23-962 0 0,60-13-633 0 0,8-2-70 0 0,-1 0 0 0 0,1 0 0 0 0,-1-1 0 0 0,0 0 0 0 0,0-1 0 0 0,1-1 1 0 0,-1 1-1 0 0,-19-3 0 0 0,29 2-102 0 0,1 0-1 0 0,-1 0 1 0 0,1 0 0 0 0,-1 0 0 0 0,0-1 0 0 0,1 1 0 0 0,-1 0 0 0 0,1 0-1 0 0,-1 0 1 0 0,1 0 0 0 0,-1-1 0 0 0,1 1 0 0 0,-1 0 0 0 0,1-1 0 0 0,-1 1 0 0 0,1 0-1 0 0,-1-1 1 0 0,1 1 0 0 0,-1 0 0 0 0,1-1 0 0 0,-1 1 0 0 0,1-1 0 0 0,0 1-1 0 0,-1-1 1 0 0,1 1 0 0 0,0-1 0 0 0,0 1 0 0 0,-1-1 0 0 0,1 1 0 0 0,0-1 0 0 0,0 0-1 0 0,0 1 1 0 0,0-1 0 0 0,0 1 0 0 0,0-2 0 0 0,10-20-3791 0 0,-6 15 2811 0 0,18-34-5737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41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75 1521 0 0,'-12'3'1165'0'0,"-1"0"0"0"0,-25 1 0 0 0,35-4-952 0 0,-1 0 107 0 0,-2 0-8 0 0,12-1 203 0 0,16-1 111 0 0,-18 2-825 0 0,62-6 119 0 0,-39 5 55 0 0,9-3-43 0 0,-35 2 56 0 0,0 0 0 0 0,0 0 0 0 0,-1 0 0 0 0,1 0 0 0 0,-1 0 0 0 0,1 0 0 0 0,-1 0 0 0 0,0 0 0 0 0,0 0 0 0 0,0-1 0 0 0,0 1 0 0 0,0 0 1 0 0,0 0-1 0 0,-1 0 0 0 0,1 0 0 0 0,-1 0 0 0 0,0 0 0 0 0,-1-3 0 0 0,-2 1 16 0 0,-1 1 0 0 0,0 0 1 0 0,0 0-1 0 0,-1 1 0 0 0,1-1 0 0 0,0 1 1 0 0,-1 0-1 0 0,1 0 0 0 0,-1 1 0 0 0,0 0 1 0 0,0 0-1 0 0,1 0 0 0 0,-1 1 0 0 0,0 0 1 0 0,0 0-1 0 0,0 0 0 0 0,0 1 0 0 0,1 0 1 0 0,-1 0-1 0 0,0 0 0 0 0,-7 3 0 0 0,-11 3 268 0 0,9-3 14 0 0,1 1 0 0 0,-1 0 0 0 0,-14 8 0 0 0,27-12-212 0 0,0 0-1 0 0,-1 0 1 0 0,1 0 0 0 0,0 1 0 0 0,0-1 0 0 0,0 1 0 0 0,0 0 0 0 0,0 0-1 0 0,0-1 1 0 0,0 1 0 0 0,1 0 0 0 0,-1 1 0 0 0,1-1 0 0 0,-1 0 0 0 0,1 0 0 0 0,0 1-1 0 0,0-1 1 0 0,0 0 0 0 0,0 1 0 0 0,0-1 0 0 0,1 1 0 0 0,-1 0 0 0 0,0 3-1 0 0,1 6 316 0 0,0-7-241 0 0,0-1 0 0 0,0 1 1 0 0,0 0-1 0 0,1 0 0 0 0,-1-1 1 0 0,1 1-1 0 0,0 0 1 0 0,2 4-1 0 0,-2-6-138 0 0,1-1 1 0 0,-1 0-1 0 0,1 0 0 0 0,0 0 1 0 0,0 0-1 0 0,0-1 1 0 0,0 1-1 0 0,0 0 0 0 0,0-1 1 0 0,0 0-1 0 0,0 1 1 0 0,0-1-1 0 0,1 0 0 0 0,-1 0 1 0 0,1 0-1 0 0,-1 0 1 0 0,1 0-1 0 0,3 0 0 0 0,1 0-372 0 0,1 0 0 0 0,0 0 0 0 0,-1-1 0 0 0,1 0 0 0 0,0 0 0 0 0,0 0 0 0 0,-1-1 0 0 0,1-1 0 0 0,10-2 0 0 0,-1-1-951 0 0,0 0 1 0 0,-1-2-1 0 0,21-10 1 0 0,7-9-1183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41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23 186 1921 0 0,'-6'3'373'0'0,"-6"1"871"0"0,11-5-1212 0 0,1 1 1 0 0,0-1-1 0 0,-1 0 0 0 0,1 1 0 0 0,-1-1 1 0 0,1 0-1 0 0,0 1 0 0 0,-1-1 0 0 0,1 0 1 0 0,0 1-1 0 0,0-1 0 0 0,0 0 0 0 0,0 0 1 0 0,0 1-1 0 0,-1-1 0 0 0,1 0 0 0 0,0 1 1 0 0,1-1-1 0 0,-1 0 0 0 0,0-1 0 0 0,1-2 10 0 0,1 0-1 0 0,-1-1 1 0 0,1 1-1 0 0,0 0 1 0 0,0 1-1 0 0,0-1 1 0 0,1 0-1 0 0,-1 1 1 0 0,7-7-1 0 0,6-11 211 0 0,0-14 187 0 0,-11 26-132 0 0,0-1-1 0 0,0 1 1 0 0,9-14 0 0 0,-11 21-273 0 0,-1 0-1 0 0,1 0 1 0 0,-1 1 0 0 0,1-1 0 0 0,-1 1-1 0 0,1-1 1 0 0,0 1 0 0 0,0-1 0 0 0,0 1-1 0 0,0 0 1 0 0,0 0 0 0 0,0 0 0 0 0,0 0-1 0 0,0 0 1 0 0,0 0 0 0 0,0 1 0 0 0,1-1-1 0 0,-1 1 1 0 0,0 0 0 0 0,4-1 0 0 0,-4 1-41 0 0,0 0 0 0 0,0 0 1 0 0,-1 0-1 0 0,1 0 1 0 0,0 0-1 0 0,0 0 1 0 0,-1 0-1 0 0,1 1 0 0 0,0-1 1 0 0,0 1-1 0 0,-1-1 1 0 0,1 1-1 0 0,0 0 1 0 0,-1 0-1 0 0,1 0 0 0 0,-1 0 1 0 0,1 0-1 0 0,-1 0 1 0 0,1 0-1 0 0,-1 0 0 0 0,0 0 1 0 0,0 1-1 0 0,0-1 1 0 0,1 0-1 0 0,-1 1 1 0 0,0-1-1 0 0,0 3 0 0 0,1 1-25 0 0,-1 1 0 0 0,0-1 0 0 0,0 1-1 0 0,0-1 1 0 0,-1 1 0 0 0,0-1 0 0 0,0 7-1 0 0,-1 3 9 0 0,2-14 27 0 0,-1 1-1 0 0,0-1 1 0 0,0 1 0 0 0,0-1 0 0 0,0 0-1 0 0,0 1 1 0 0,-1-1 0 0 0,1 1 0 0 0,0-1-1 0 0,-1 1 1 0 0,1-1 0 0 0,-1 0 0 0 0,1 1-1 0 0,-1-1 1 0 0,1 0 0 0 0,-1 0 0 0 0,0 1-1 0 0,0-1 1 0 0,0 0 0 0 0,0 0 0 0 0,0 0-1 0 0,0 0 1 0 0,0 0 0 0 0,0 0 0 0 0,0 0 0 0 0,0 0-1 0 0,0-1 1 0 0,-2 2 0 0 0,-1 4 443 0 0,0-3-78 0 0,3-3-336 0 0,-1 0 1 0 0,1-1-1 0 0,-1 1 1 0 0,1 0 0 0 0,-1 0-1 0 0,1-1 1 0 0,0 1 0 0 0,-1-1-1 0 0,1 1 1 0 0,0-1 0 0 0,-1 0-1 0 0,1 0 1 0 0,0 1 0 0 0,-1-1-1 0 0,1 0 1 0 0,0 0 0 0 0,0 0-1 0 0,0 0 1 0 0,0 0 0 0 0,0-1-1 0 0,0 1 1 0 0,0 0 0 0 0,1 0-1 0 0,-1-1 1 0 0,0 1 0 0 0,0-3-1 0 0,-1-1 14 0 0,0-1-1 0 0,1 0 1 0 0,0 1-1 0 0,0-1 1 0 0,0 0 0 0 0,1-10-1 0 0,0 15-40 0 0,0 0 0 0 0,0 0 0 0 0,0 0 0 0 0,0 0 0 0 0,0 0 0 0 0,1 0 0 0 0,-1 0 0 0 0,1 0 0 0 0,-1 0 0 0 0,0 0 0 0 0,1 0 0 0 0,-1 0 0 0 0,1 0 0 0 0,0 0 0 0 0,-1 1 0 0 0,1-1 0 0 0,0 0 0 0 0,0 0 0 0 0,-1 1 0 0 0,1-1 0 0 0,2-1 0 0 0,-3 2-3 0 0,1-1 1 0 0,0 1-1 0 0,0-1 0 0 0,-1 1 1 0 0,1-1-1 0 0,-1 1 0 0 0,1-1 0 0 0,0 0 1 0 0,-1 1-1 0 0,1-1 0 0 0,-1 0 0 0 0,0 1 1 0 0,1-1-1 0 0,-1 0 0 0 0,1 0 1 0 0,-1 1-1 0 0,0-1 0 0 0,0 0 0 0 0,0 0 1 0 0,1 0-1 0 0,-1-1 0 0 0,0 2-4 0 0,0-1 0 0 0,1 1-1 0 0,-1-1 1 0 0,1 0 0 0 0,-1 1 0 0 0,0-1 0 0 0,1 1-1 0 0,-1-1 1 0 0,1 1 0 0 0,-1 0 0 0 0,1-1 0 0 0,-1 1-1 0 0,1-1 1 0 0,0 1 0 0 0,-1 0 0 0 0,1 0-1 0 0,-1-1 1 0 0,1 1 0 0 0,0 0 0 0 0,-1 0 0 0 0,1 0-1 0 0,0-1 1 0 0,-1 1 0 0 0,1 0 0 0 0,0 0-1 0 0,-1 0 1 0 0,1 0 0 0 0,0 0 0 0 0,-1 0 0 0 0,1 1-1 0 0,0-1 1 0 0,0 0 0 0 0,24 4-72 0 0,-16 0 85 0 0,-1 1 0 0 0,0 0-1 0 0,0 0 1 0 0,-1 1 0 0 0,1-1-1 0 0,-1 2 1 0 0,-1-1 0 0 0,1 1-1 0 0,-1 0 1 0 0,0 0 0 0 0,-1 1-1 0 0,1 0 1 0 0,-2 0 0 0 0,9 17-1 0 0,-9 10 565 0 0,-4-23-1312 0 0,3-24-5810 0 0,16-1 4759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42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533 50 1201 0 0,'0'-3'276'0'0,"0"0"0"0"0,1 0 1 0 0,-2 0-1 0 0,1 1 1 0 0,0-1-1 0 0,0 0 1 0 0,-1 0-1 0 0,0 0 0 0 0,1 0 1 0 0,-1 1-1 0 0,0-1 1 0 0,-3-4-1 0 0,3 6-155 0 0,-1 0 0 0 0,1 0 0 0 0,-1 0 0 0 0,1 0 0 0 0,-1 0 0 0 0,0 1 0 0 0,1-1 0 0 0,-1 1 0 0 0,0-1 0 0 0,1 1 0 0 0,-1 0 0 0 0,0 0 0 0 0,0-1 0 0 0,1 1 0 0 0,-1 0 0 0 0,0 1 0 0 0,1-1 0 0 0,-1 0 0 0 0,0 0 0 0 0,0 1 0 0 0,1-1 0 0 0,-3 2 0 0 0,-27 6 1088 0 0,1 1-1 0 0,0 2 1 0 0,1 0 0 0 0,0 3 0 0 0,-42 25 0 0 0,34-15-318 0 0,1 1 0 0 0,2 2 1 0 0,-50 48-1 0 0,75-65-643 0 0,0 0 0 0 0,0 0 0 0 0,1 2 0 0 0,1-1 0 0 0,-9 17 0 0 0,13-23-228 0 0,1-1-1 0 0,0 1 1 0 0,0 0-1 0 0,1 0 1 0 0,-1-1 0 0 0,1 1-1 0 0,0 0 1 0 0,1 0-1 0 0,-1 0 1 0 0,1 0 0 0 0,0 0-1 0 0,0 0 1 0 0,0 0 0 0 0,1 0-1 0 0,0 0 1 0 0,0 0-1 0 0,3 8 1 0 0,-3-11-193 0 0,1 1 0 0 0,-1-1 0 0 0,1 0 0 0 0,0 0 0 0 0,0 0 0 0 0,0 0 0 0 0,0 0 0 0 0,0 0 0 0 0,0-1 0 0 0,0 1 0 0 0,1-1 0 0 0,-1 1-1 0 0,0-1 1 0 0,1 0 0 0 0,-1 0 0 0 0,1 0 0 0 0,0 0 0 0 0,-1-1 0 0 0,4 1 0 0 0,2 1-1226 0 0,1-1-1 0 0,-1 0 0 0 0,0 0 1 0 0,1-1-1 0 0,14-2 0 0 0,40-13-6417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43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11 1361 0 0,'-18'-2'1716'0'0,"33"-1"-805"0"0,-8-2-590 0 0,3 6-229 0 0,-16 2 6 0 0,-31 7 134 0 0,3 0 106 0 0,-36 13 1190 0 0,46-16-345 0 0,-39 17 0 0 0,57-22-1071 0 0,0 1-1 0 0,1 0 0 0 0,-1 0 0 0 0,1 1 0 0 0,0 0 1 0 0,0 0-1 0 0,0 0 0 0 0,1 0 0 0 0,0 1 1 0 0,-1 0-1 0 0,-4 7 0 0 0,6 1-90 0 0,-1 3-82 0 0,2-14 55 0 0,1-1 8 0 0,1-1 0 0 0,-1 0 0 0 0,0 1 0 0 0,1-1-1 0 0,-1 1 1 0 0,1-1 0 0 0,-1 0 0 0 0,1 1 0 0 0,-1 0-1 0 0,1-1 1 0 0,-1 1 0 0 0,1-1 0 0 0,-1 1-1 0 0,1-1 1 0 0,0 1 0 0 0,-1 0 0 0 0,1-1 0 0 0,0 1-1 0 0,-1 0 1 0 0,1 0 0 0 0,0-1 0 0 0,0 1 0 0 0,0 0-1 0 0,0-1 1 0 0,0 1 0 0 0,0 0 0 0 0,0 0-1 0 0,0-1 1 0 0,0 1 0 0 0,0 0 0 0 0,0 0 0 0 0,1 0-1 0 0,-1 0 2 0 0,1 0-1 0 0,0 1 0 0 0,-1-1 0 0 0,1 0 0 0 0,-1 0 1 0 0,1 1-1 0 0,-1-1 0 0 0,0 0 0 0 0,0 0 0 0 0,1 1 1 0 0,-1-1-1 0 0,0 0 0 0 0,0 1 0 0 0,0-1 0 0 0,0 0 1 0 0,-1 1-1 0 0,1-1 0 0 0,0 0 0 0 0,0 1 0 0 0,-1-1 1 0 0,1 0-1 0 0,-2 2 0 0 0,-2 26 14 0 0,4-26-20 0 0,0 0 0 0 0,0 0-1 0 0,1 0 1 0 0,-1 0 0 0 0,1-1 0 0 0,0 1-1 0 0,0 0 1 0 0,0 0 0 0 0,0-1 0 0 0,2 4-1 0 0,-2-4 4 0 0,1 0-1 0 0,-1 1 0 0 0,-1-1 0 0 0,1 0 0 0 0,0 0 0 0 0,0 0 1 0 0,-1 1-1 0 0,1-1 0 0 0,-1 0 0 0 0,0 3 0 0 0,0-4 1 0 0,0 0 0 0 0,0 0-1 0 0,1 0 1 0 0,-1 1 0 0 0,0-1-1 0 0,0 0 1 0 0,1 0-1 0 0,-1 0 1 0 0,0 0 0 0 0,1 0-1 0 0,-1 0 1 0 0,1 0-1 0 0,-1 0 1 0 0,1-1 0 0 0,0 1-1 0 0,-1 0 1 0 0,1 0 0 0 0,0 0-1 0 0,0 0 1 0 0,-1-1-1 0 0,1 1 1 0 0,1 0 0 0 0,5 5-21 0 0,-5-2 13 0 0,0-1 0 0 0,1 0-1 0 0,0 0 1 0 0,-1 0 0 0 0,1 0 0 0 0,0 0-1 0 0,0-1 1 0 0,1 1 0 0 0,-1-1 0 0 0,0 0-1 0 0,1 0 1 0 0,5 3 0 0 0,-8-7-12 0 0,0 0 0 0 0,-1 0-1 0 0,1-1 1 0 0,-1 1 0 0 0,1 0 0 0 0,-1 0 0 0 0,0 0-1 0 0,0 0 1 0 0,0 0 0 0 0,0-1 0 0 0,0 1 0 0 0,-1 0 0 0 0,1 0-1 0 0,-1 0 1 0 0,1 0 0 0 0,-2-2 0 0 0,-7-5-75 0 0,0 2-1 0 0,-1 0 1 0 0,0 0 0 0 0,0 0-1 0 0,-1 2 1 0 0,1-1 0 0 0,-15-4-1 0 0,20 8-159 0 0,5 2 185 0 0,0 0 0 0 0,-1-1 1 0 0,1 1-1 0 0,0 0 0 0 0,0 0 0 0 0,0 0 1 0 0,-1 0-1 0 0,1 0 0 0 0,0 0 0 0 0,0 0 1 0 0,0 0-1 0 0,0-1 0 0 0,-1 1 1 0 0,1 0-1 0 0,0 0 0 0 0,0 0 0 0 0,0 0 1 0 0,0-1-1 0 0,0 1 0 0 0,0 0 1 0 0,-1 0-1 0 0,1 0 0 0 0,0 0 0 0 0,0-1 1 0 0,0 1-1 0 0,0 0 0 0 0,0 0 1 0 0,0-1-1 0 0,0 1 0 0 0,0 0 0 0 0,0 0 1 0 0,0 0-1 0 0,0-1 0 0 0,0 1 0 0 0,0 0 1 0 0,0 0-1 0 0,0 0 0 0 0,0-1 1 0 0,0 1-1 0 0,0 0 0 0 0,0 0 0 0 0,0 0 1 0 0,1-1-1 0 0,-1 1 0 0 0,0 0 1 0 0,0 0-1 0 0,0 0 0 0 0,0 0 0 0 0,0-1 1 0 0,1 1-1 0 0,-1 0 0 0 0,0 0 1 0 0,0 0-1 0 0,0 0 0 0 0,0 0 0 0 0,1-1 1 0 0,-1 1-1 0 0,0 0 0 0 0,0 0 0 0 0,0 0 1 0 0,1 0-1 0 0,-1 0 0 0 0,18-9-1956 0 0,0 0 79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43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61 320 0 0,'-21'2'590'0'0,"0"1"1"0"0,1 1-1 0 0,0 1 0 0 0,0 1 0 0 0,0 0 1 0 0,1 2-1 0 0,-32 16 0 0 0,45-21-468 0 0,1 0-1 0 0,0 1 0 0 0,0-1 1 0 0,0 1-1 0 0,1 0 0 0 0,0 1 1 0 0,-1-1-1 0 0,1 1 0 0 0,1 0 0 0 0,-1 0 1 0 0,1 0-1 0 0,0 0 0 0 0,0 0 1 0 0,0 1-1 0 0,-2 6 0 0 0,4-10-56 0 0,1 1 0 0 0,-1-1-1 0 0,1 1 1 0 0,-1 0-1 0 0,1-1 1 0 0,0 1 0 0 0,0 0-1 0 0,0 0 1 0 0,1-1-1 0 0,-1 1 1 0 0,1 0 0 0 0,-1-1-1 0 0,1 1 1 0 0,0-1-1 0 0,0 1 1 0 0,0-1 0 0 0,0 1-1 0 0,0-1 1 0 0,1 0-1 0 0,-1 1 1 0 0,1-1-1 0 0,-1 0 1 0 0,1 0 0 0 0,0 0-1 0 0,0 0 1 0 0,0 0-1 0 0,0-1 1 0 0,0 1 0 0 0,0 0-1 0 0,1-1 1 0 0,-1 0-1 0 0,0 1 1 0 0,1-1 0 0 0,3 1-1 0 0,0 0-84 0 0,1 0 0 0 0,0-1 0 0 0,0 0 0 0 0,0 0 0 0 0,0 0 0 0 0,0-1 0 0 0,0 0 0 0 0,0-1 0 0 0,0 1 0 0 0,0-1 0 0 0,0-1 0 0 0,0 1 0 0 0,-1-1 0 0 0,1 0 0 0 0,0-1 0 0 0,-1 1 0 0 0,7-5 0 0 0,-10 6-8 0 0,1-1-1 0 0,-1 0 0 0 0,1 0 1 0 0,-1 0-1 0 0,0-1 1 0 0,0 1-1 0 0,0-1 1 0 0,0 1-1 0 0,-1-1 1 0 0,1 0-1 0 0,-1 0 1 0 0,1 0-1 0 0,1-5 1 0 0,5-3-93 0 0,2-3-84 0 0,-2 2-48 0 0,1 0 1 0 0,-1-1-1 0 0,13-26 0 0 0,-20 35 132 0 0,-1 1 0 0 0,1-1 0 0 0,-1 0 0 0 0,0 0-1 0 0,0 0 1 0 0,0 0 0 0 0,0 0 0 0 0,-1 0 0 0 0,1 0-1 0 0,-1 0 1 0 0,0 0 0 0 0,-1 0 0 0 0,1 0 0 0 0,-1 0-1 0 0,1 0 1 0 0,-1 0 0 0 0,0 0 0 0 0,-1 0 0 0 0,1 0-1 0 0,-1 0 1 0 0,-2-4 0 0 0,-18-23-2520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44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1 480 0 0,'-37'0'1697'0'0,"1"3"0"0"0,0 1 0 0 0,0 1-1 0 0,-56 16 1 0 0,90-20-1606 0 0,-1 0 0 0 0,0 0 0 0 0,1 0 1 0 0,-1 0-1 0 0,1 1 0 0 0,-1-1 0 0 0,1 1 0 0 0,-1-1 0 0 0,1 1 0 0 0,0 0 0 0 0,0 0 0 0 0,0 0 0 0 0,0 0 1 0 0,0 0-1 0 0,1 1 0 0 0,-1-1 0 0 0,1 0 0 0 0,-1 1 0 0 0,-1 5 0 0 0,-4 5 355 0 0,2-6-234 0 0,0 5 74 0 0,6-11-272 0 0,1 0 0 0 0,-1 0 0 0 0,0 0 0 0 0,0-1 0 0 0,0 1 0 0 0,0 0 0 0 0,1 0 0 0 0,-1-1 0 0 0,0 1 0 0 0,1 0 0 0 0,-1-1 0 0 0,0 0 0 0 0,4 1-1 0 0,19 3-354 0 0,0-1-1 0 0,0-1 1 0 0,0-2 0 0 0,43-4-1 0 0,-64 4 204 0 0,0-1 0 0 0,0 0 1 0 0,0 0-1 0 0,1-1 0 0 0,-1 1 0 0 0,-1-1 1 0 0,1 1-1 0 0,0-1 0 0 0,0 0 0 0 0,4-4 1 0 0,-6 5 42 0 0,0 1 0 0 0,-1-1 0 0 0,1 0-1 0 0,0 0 1 0 0,0 0 0 0 0,0 1 0 0 0,-1-1 0 0 0,1 0 0 0 0,0 0 0 0 0,-1 0 0 0 0,1 0 0 0 0,-1 0 0 0 0,1 0 0 0 0,-1 0 0 0 0,0 0 0 0 0,1-1 0 0 0,-1 1 0 0 0,0 0 0 0 0,0 0 0 0 0,0 0 0 0 0,0 0-1 0 0,0 0 1 0 0,0 0 0 0 0,0-1 0 0 0,0 1 0 0 0,0 0 0 0 0,0 0 0 0 0,-1 0 0 0 0,1 0 0 0 0,0 0 0 0 0,-1 0 0 0 0,1 0 0 0 0,-1 0 0 0 0,-1-2 0 0 0,-13-11-1773 0 0,12 0-119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1:44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0 400 0 0,'0'0'1401'0'0,"-1"1"-1306"0"0,1-1-1 0 0,0 0 1 0 0,0 1 0 0 0,0-1 0 0 0,0 0 0 0 0,0 1 0 0 0,0-1-1 0 0,0 0 1 0 0,0 1 0 0 0,-1-1 0 0 0,1 0 0 0 0,0 1-1 0 0,1-1 1 0 0,-1 0 0 0 0,0 1 0 0 0,0-1 0 0 0,0 0 0 0 0,0 1-1 0 0,0-1 1 0 0,0 0 0 0 0,0 1 0 0 0,0-1 0 0 0,1 0-1 0 0,-1 1 1 0 0,0-1 0 0 0,0 0 0 0 0,0 0 0 0 0,1 1 0 0 0,-1-1-1 0 0,0 0 1 0 0,0 0 0 0 0,1 1 0 0 0,-1-1 0 0 0,0 0-1 0 0,0 0 1 0 0,1 1 0 0 0,34 33 1062 0 0,-23-22-820 0 0,0 0 0 0 0,0 0-1 0 0,-1 1 1 0 0,11 18 0 0 0,-14-17-194 0 0,-1 0 0 0 0,-1 0 0 0 0,0 1 0 0 0,-1 0 0 0 0,-1 0 0 0 0,0 0 0 0 0,-1 0 0 0 0,0 1 0 0 0,-1-1 0 0 0,-1 1 0 0 0,-1 0-1 0 0,0-1 1 0 0,-5 32 0 0 0,3-34-72 0 0,-26 153 997 0 0,21-137-686 0 0,-1 0 0 0 0,-1-1 1 0 0,-26 52-1 0 0,-2-16-222 0 0,29-47-634 0 0,-1-1-1 0 0,0 0 1 0 0,-2 0-1 0 0,0-2 1 0 0,0 1-1 0 0,-18 16 1 0 0,-20 18-3742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41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1 160 0 0,'-22'0'4562'0'0,"44"4"-3922"0"0,-22 2-79 0 0,22 2-161 0 0,1 2-240 0 0,-1 0-640 0 0,-22 4-1281 0 0,22-10-640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25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1 320 0 0,'0'0'4082'0'0,"22"0"-1601"0"0,22 0-1040 0 0,1 0-1 0 0,21 0 1 0 0,1 4-160 0 0,0-4-481 0 0,-1 6-480 0 0,-3-6-880 0 0,-19 4-1121 0 0,-22-4-800 0 0,0-4-320 0 0,1 4 0 0 0,-23-6 239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25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0 800 0 0,'-23'5'881'0'0,"1"5"-81"0"0,22 4 241 0 0,-22 0 159 0 0,22 14 321 0 0,0-1-401 0 0,0 1 1 0 0,0-4 79 0 0,0 5-159 0 0,22-7-321 0 0,-44 2-240 0 0,22-1-239 0 0,22-3-161 0 0,-22-2 0 0 0,22 1-401 0 0,-22-9-1599 0 0,0-2-1602 0 0,-22 2-1600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26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47 158 320 0 0,'0'0'2801'0'0,"-4"0"-2734"0"0,-11 0 427 0 0,16 0-452 0 0,0 0-1 0 0,-1 0 1 0 0,1 0 0 0 0,0 0 0 0 0,-1 0 0 0 0,1 0 0 0 0,0 0-1 0 0,-1 0 1 0 0,1 0 0 0 0,0 0 0 0 0,-1-1 0 0 0,1 1 0 0 0,-1 0 0 0 0,1 0-1 0 0,0-1 1 0 0,-1 1 0 0 0,1 0 0 0 0,-1-1 0 0 0,1 1 0 0 0,-1-1 0 0 0,1 1-1 0 0,-1 0 1 0 0,1-1 0 0 0,-1 1 0 0 0,1-1 0 0 0,-1 1 0 0 0,1-2-1 0 0,1-22 2128 0 0,-2 17-2174 0 0,0 6 19 0 0,0 0 0 0 0,0 0 0 0 0,0-1 0 0 0,0 1 1 0 0,1 0-1 0 0,-1 0 0 0 0,0 0 0 0 0,1 0 0 0 0,-1 0 1 0 0,1 0-1 0 0,-1 0 0 0 0,1 0 0 0 0,-1 0 0 0 0,1 0 1 0 0,0 0-1 0 0,0 0 0 0 0,-1 0 0 0 0,1 0 0 0 0,1-1 0 0 0,-1 2-4 0 0,0-1 0 0 0,0 0 0 0 0,0 0 0 0 0,0 0 0 0 0,0 0-1 0 0,0 0 1 0 0,-1 0 0 0 0,1-1 0 0 0,0 1 0 0 0,-1 0-1 0 0,1 0 1 0 0,-1 0 0 0 0,1-1 0 0 0,-1 1 0 0 0,0 0 0 0 0,1-1-1 0 0,-1 1 1 0 0,0 0 0 0 0,0-3 0 0 0,0-3-4 0 0,2-27 185 0 0,-1 33-179 0 0,-1-1 0 0 0,0 1 0 0 0,1-1 0 0 0,0 1-1 0 0,-1 0 1 0 0,1-1 0 0 0,0 1 0 0 0,0 0 0 0 0,0-1 0 0 0,0 1 0 0 0,0 0 0 0 0,0 0 0 0 0,0 0 0 0 0,0 0 0 0 0,0 0 0 0 0,3-2 0 0 0,0-4 34 0 0,-5 9 108 0 0,1-2-147 0 0,0 0 0 0 0,0 1-1 0 0,0-1 1 0 0,0 1 0 0 0,0-1 0 0 0,0 0 0 0 0,0 1 0 0 0,0-1-1 0 0,-1 1 1 0 0,1-1 0 0 0,0 0 0 0 0,0 1 0 0 0,0-1 0 0 0,-1 0-1 0 0,1 1 1 0 0,0-1 0 0 0,-1 0 0 0 0,1 1 0 0 0,0-1-1 0 0,0 0 1 0 0,-1 0 0 0 0,1 1 0 0 0,-1-1 0 0 0,1 0 0 0 0,0 0-1 0 0,-1 1 1 0 0,1-1 0 0 0,0 0 0 0 0,-1 0 0 0 0,1 0-1 0 0,-1 0 1 0 0,1 0 0 0 0,-1 0 0 0 0,0 0 0 0 0,1 0 0 0 0,-1 1 0 0 0,0-1 0 0 0,1 0 0 0 0,-1 0 0 0 0,1 0 1 0 0,-1 1-1 0 0,0-1 0 0 0,1 0 0 0 0,-1 1 0 0 0,1-1 0 0 0,-1 0 0 0 0,1 1 0 0 0,-1-1 0 0 0,1 0 0 0 0,0 1 1 0 0,-1-1-1 0 0,1 1 0 0 0,-1-1 0 0 0,1 1 0 0 0,0-1 0 0 0,-1 1 0 0 0,1 0 0 0 0,0-1 0 0 0,0 1 0 0 0,0-1 0 0 0,-1 1 1 0 0,1 0-1 0 0,0-1 0 0 0,0 1 0 0 0,0-1 0 0 0,0 1 0 0 0,0 0 0 0 0,0 0 0 0 0,0 1 11 0 0,0 0 0 0 0,-1 0 0 0 0,1 0 0 0 0,0-1 1 0 0,-1 1-1 0 0,1 0 0 0 0,-1-1 0 0 0,0 1 0 0 0,1 0 0 0 0,-1-1 0 0 0,0 1 0 0 0,0-1 0 0 0,0 1 0 0 0,-2 1 0 0 0,2-2-5 0 0,0 1 0 0 0,0-1 0 0 0,0 1 0 0 0,0-1 0 0 0,0 1 1 0 0,0 0-1 0 0,0 0 0 0 0,0-1 0 0 0,1 1 0 0 0,-1 0 0 0 0,1 0 0 0 0,-1 0 0 0 0,1 0 0 0 0,0 2 0 0 0,0-3-7 0 0,0 0-1 0 0,0 0 1 0 0,0 0 0 0 0,-1 0-1 0 0,1 0 1 0 0,0 0 0 0 0,0 0-1 0 0,-1 0 1 0 0,1 0 0 0 0,0 0-1 0 0,-1 0 1 0 0,1 0-1 0 0,-1 0 1 0 0,1-1 0 0 0,-1 1-1 0 0,0 0 1 0 0,1 0 0 0 0,-1-1-1 0 0,0 1 1 0 0,0 0 0 0 0,0 0-1 0 0,0 0 0 0 0,0 0 1 0 0,0 0-1 0 0,0 0 0 0 0,0 0 1 0 0,0 0-1 0 0,0 0 0 0 0,1 0 0 0 0,-1 0 1 0 0,0 0-1 0 0,1 0 0 0 0,-1 0 0 0 0,1 0 1 0 0,-1 0-1 0 0,1 1 0 0 0,-1-1 1 0 0,1 0-1 0 0,0 0 0 0 0,0 1 0 0 0,0-1 1 0 0,0 0-1 0 0,0 2 0 0 0,0-1 2 0 0,0-1 0 0 0,0 0 0 0 0,0 0 1 0 0,0 0-1 0 0,-1 0 0 0 0,1 0 0 0 0,0 0 0 0 0,0 0 0 0 0,-1 0 0 0 0,1 0 0 0 0,-1 0 0 0 0,1 0 0 0 0,-1 0 0 0 0,1 0 0 0 0,-1 0 0 0 0,1 0 0 0 0,-1 0 0 0 0,0 0 1 0 0,0 0-1 0 0,1 0 0 0 0,-1-1 0 0 0,-2 2 0 0 0,3-1-1 0 0,-1-1 0 0 0,0 1 1 0 0,0 0-1 0 0,0 0 0 0 0,0-1 0 0 0,1 1 1 0 0,-1 0-1 0 0,1 0 0 0 0,-1 0 1 0 0,0 0-1 0 0,1 0 0 0 0,-1 0 0 0 0,1 0 1 0 0,0 0-1 0 0,-1 0 0 0 0,1 0 0 0 0,0 0 1 0 0,0 0-1 0 0,-1 0 0 0 0,1 0 1 0 0,0 0-1 0 0,0 2 0 0 0,0-2-4 0 0,0-1 1 0 0,0 1-1 0 0,0-1 0 0 0,0 1 0 0 0,0 0 0 0 0,0-1 1 0 0,0 1-1 0 0,0-1 0 0 0,0 1 0 0 0,1-1 1 0 0,-1 1-1 0 0,0-1 0 0 0,0 1 0 0 0,0 0 0 0 0,1-1 1 0 0,-1 1-1 0 0,0-1 0 0 0,1 0 0 0 0,-1 1 1 0 0,0-1-1 0 0,1 1 0 0 0,-1-1 0 0 0,1 1 0 0 0,-1-1 1 0 0,0 0-1 0 0,1 1 0 0 0,-1-1 0 0 0,1 0 1 0 0,-1 1-1 0 0,1-1 0 0 0,-1 0 0 0 0,1 0 1 0 0,0 0-1 0 0,-1 1 0 0 0,1-1 0 0 0,0 0 0 0 0,1 1 44 0 0,-12 6 13 0 0,9-5-10 0 0,0-1 0 0 0,1 1 0 0 0,-1 0 0 0 0,0 0 1 0 0,1 0-1 0 0,0 0 0 0 0,-1 0 0 0 0,1 0 0 0 0,0 0 0 0 0,0 0 1 0 0,0-1-1 0 0,0 4 0 0 0,1 14 833 0 0,-1-19-883 0 0,0-1 0 0 0,1 1 1 0 0,-1 0-1 0 0,0-1 1 0 0,0 1-1 0 0,0 0 1 0 0,0-1-1 0 0,0 1 1 0 0,0 0-1 0 0,1-1 1 0 0,-1 1-1 0 0,0 0 1 0 0,0 0-1 0 0,0-1 1 0 0,1 1-1 0 0,-1 0 1 0 0,0 0-1 0 0,0 0 1 0 0,1-1-1 0 0,-1 1 1 0 0,0 0-1 0 0,0 0 1 0 0,1 0-1 0 0,-1 0 1 0 0,0-1-1 0 0,1 1 1 0 0,-1 0-1 0 0,0 0 0 0 0,1 0 1 0 0,-1 0-1 0 0,0 0 1 0 0,1 0-1 0 0,-1 0 1 0 0,0 0-1 0 0,1 0 1 0 0,-1 0-1 0 0,1 0 1 0 0,-1 0 2 0 0,1 0 0 0 0,-1 0 0 0 0,1 0 0 0 0,-1 0 1 0 0,1 0-1 0 0,-1 0 0 0 0,1 0 0 0 0,-1 0 0 0 0,1 0 0 0 0,-1 0 1 0 0,1 0-1 0 0,-1-1 0 0 0,0 1 0 0 0,1 0 0 0 0,-1 0 0 0 0,1-1 1 0 0,-1 1-1 0 0,0 0 0 0 0,1-1 0 0 0,-1 1 0 0 0,1 0 0 0 0,-1-1 0 0 0,0 1 1 0 0,1 0-1 0 0,-1-1 0 0 0,0 1 0 0 0,0-1 0 0 0,1 1 0 0 0,-1-1 1 0 0,0 1-1 0 0,0 0 0 0 0,0-1 0 0 0,0 1 0 0 0,0-1 0 0 0,1 1 1 0 0,-1-1-1 0 0,0 1 0 0 0,0-1 0 0 0,0 0 0 0 0,0-54 1906 0 0,3 53-1815 0 0,12-1-40 0 0,-11 3-75 0 0,0-1-1 0 0,0 1 1 0 0,-1 0-1 0 0,1 1 1 0 0,0-1-1 0 0,0 0 0 0 0,0 1 1 0 0,-1 0-1 0 0,1 0 1 0 0,0 0-1 0 0,-1 1 1 0 0,1-1-1 0 0,-1 1 0 0 0,0 0 1 0 0,1-1-1 0 0,-1 2 1 0 0,0-1-1 0 0,0 0 1 0 0,0 1-1 0 0,0-1 0 0 0,-1 1 1 0 0,1 0-1 0 0,-1 0 1 0 0,1 0-1 0 0,2 5 1 0 0,-4-5 37 0 0,0 0 0 0 0,-1 0 1 0 0,1 0-1 0 0,-1 0 0 0 0,0 0 1 0 0,0 0-1 0 0,0 0 1 0 0,0 0-1 0 0,-1 0 0 0 0,1 0 1 0 0,-1 0-1 0 0,1 0 1 0 0,-1 0-1 0 0,0-1 0 0 0,0 1 1 0 0,-1 0-1 0 0,-1 3 1 0 0,1-2 14 0 0,0 1 0 0 0,0 0 1 0 0,1 0-1 0 0,0 0 1 0 0,-1 0-1 0 0,2 0 0 0 0,-2 5 1 0 0,2-4-6 0 0,4 22-213 0 0,-4-28 89 0 0,1 0 0 0 0,-1 1 0 0 0,1-1 0 0 0,0 0 0 0 0,-1 1 0 0 0,1-1 0 0 0,0 0 0 0 0,-1 0 0 0 0,1 1 0 0 0,0-1 0 0 0,-1 0 0 0 0,1 0 0 0 0,0 0 0 0 0,-1 0 0 0 0,1 0 0 0 0,0 0 0 0 0,-1 0 0 0 0,1 0 0 0 0,0-1 0 0 0,0 1 0 0 0,-1 0 0 0 0,1 0 0 0 0,0 0 0 0 0,-1-1 0 0 0,1 1 0 0 0,-1 0 0 0 0,1-1 0 0 0,0 1 0 0 0,-1-1-1 0 0,1 1 1 0 0,-1 0 0 0 0,1-1 0 0 0,-1 1 0 0 0,1-2 0 0 0,0 1 89 0 0,1 0-304 0 0,-1 1 0 0 0,1-1 0 0 0,-1 0 0 0 0,0 0 0 0 0,1 0 0 0 0,-1-1 0 0 0,0 1 0 0 0,0 0 0 0 0,0 0 0 0 0,0-1 0 0 0,0 1 0 0 0,0 0 0 0 0,0-1 0 0 0,0-1-1 0 0,3-3-459 0 0,14-15-1614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27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25 1521 0 0,'-67'-12'19411'0'0,"67"12"-19226"0"0,4-2-746 0 0,36-3 1228 0 0,-7 2-2073 0 0,20 1-8660 0 0,-50 2 6291 0 0,-3 4 200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27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1521 0 0,'0'0'6963'0'0,"22"-5"-4562"0"0,0 1-1441 0 0,1 4-79 0 0,-1 0-321 0 0,0 0-480 0 0,0 4-960 0 0,23-4-1201 0 0,-23 5-961 0 0,-22-10-639 0 0,-22 1 479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42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37 240 0 0,'0'-4'1681'0'0,"0"-1"-801"0"0,0-4-880 0 0,0 4-880 0 0,0-9-481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33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37 720 0 0,'1'1'127'0'0,"-1"0"0"0"0,1 0-1 0 0,-1-1 1 0 0,1 1-1 0 0,-1-1 1 0 0,1 1 0 0 0,-1 0-1 0 0,1-1 1 0 0,0 1 0 0 0,0-1-1 0 0,-1 1 1 0 0,1-1-1 0 0,0 0 1 0 0,0 1 0 0 0,-1-1-1 0 0,1 0 1 0 0,0 1 0 0 0,0-1-1 0 0,0 0 1 0 0,1 0-1 0 0,21 5 269 0 0,-21-5-207 0 0,0 1-188 0 0,1 0 0 0 0,-1-1 1 0 0,1 0-1 0 0,-1 1 0 0 0,0-1 0 0 0,1 0 1 0 0,-1 0-1 0 0,1 0 0 0 0,-1 0 0 0 0,1-1 1 0 0,-1 1-1 0 0,5-2 0 0 0,-6 1-4 0 0,0 0 0 0 0,0 0 0 0 0,0 0-1 0 0,0 0 1 0 0,0-1 0 0 0,0 1 0 0 0,0 0 0 0 0,0 0-1 0 0,-1 0 1 0 0,1-1 0 0 0,-1 1 0 0 0,1 0-1 0 0,-1-1 1 0 0,1 1 0 0 0,-1-1 0 0 0,0 1 0 0 0,0 0-1 0 0,1-1 1 0 0,-1 1 0 0 0,0-1 0 0 0,0 1 0 0 0,-1-3-1 0 0,1 3 11 0 0,-1 0 0 0 0,1 0 0 0 0,-1 1 0 0 0,1-1 0 0 0,-1 0-1 0 0,1 0 1 0 0,-1 1 0 0 0,0-1 0 0 0,1 0 0 0 0,-1 1 0 0 0,0-1-1 0 0,1 0 1 0 0,-1 1 0 0 0,0-1 0 0 0,0 1 0 0 0,0-1 0 0 0,1 1-1 0 0,-1 0 1 0 0,0-1 0 0 0,0 1 0 0 0,0 0 0 0 0,0 0 0 0 0,-2-1 0 0 0,-22-4 334 0 0,11 4-22 0 0,0 1 0 0 0,1 0 0 0 0,-1 1 1 0 0,1 1-1 0 0,-1 0 0 0 0,1 0 0 0 0,-18 7 1 0 0,25-7-176 0 0,1 0 1 0 0,0 1 0 0 0,-1-1 0 0 0,1 1 0 0 0,0 0-1 0 0,0 0 1 0 0,1 1 0 0 0,-8 6 0 0 0,10-7-97 0 0,0-1 1 0 0,0 1 0 0 0,0 0-1 0 0,0 0 1 0 0,0-1-1 0 0,1 1 1 0 0,-1 1 0 0 0,1-1-1 0 0,0 0 1 0 0,0 0 0 0 0,0 0-1 0 0,0 1 1 0 0,1-1-1 0 0,-1 0 1 0 0,1 7 0 0 0,0-8-26 0 0,0 0-1 0 0,0 0 1 0 0,0 0 0 0 0,1 0-1 0 0,-1 0 1 0 0,0 0 0 0 0,1 0 0 0 0,0 0-1 0 0,0 0 1 0 0,-1 0 0 0 0,1-1 0 0 0,0 1-1 0 0,1 0 1 0 0,-1 0 0 0 0,0-1 0 0 0,0 1-1 0 0,1-1 1 0 0,-1 1 0 0 0,3 1 0 0 0,36 19 157 0 0,-10-7-153 0 0,-24-13-184 0 0,-1 1 0 0 0,0-1 0 0 0,1 0 0 0 0,-1-1 1 0 0,1 1-1 0 0,0-1 0 0 0,-1 0 0 0 0,1-1 0 0 0,0 1 0 0 0,0-1 0 0 0,9-1 0 0 0,-4 0-698 0 0,1-1 1 0 0,-1 0-1 0 0,0 0 0 0 0,0-1 0 0 0,12-6 0 0 0,-1 1-985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34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263 196 320 0 0,'-20'-4'1147'0'0,"1"1"1"0"0,-1 1-1 0 0,0 1 0 0 0,0 1 0 0 0,1 0 0 0 0,-1 2 0 0 0,0 0 1 0 0,1 1-1 0 0,-1 1 0 0 0,-27 9 0 0 0,46-12-1099 0 0,0-1 0 0 0,0 0 0 0 0,0 0 0 0 0,0 1 0 0 0,0-1 0 0 0,0 0 0 0 0,1 1 0 0 0,-1-1 0 0 0,0 1 0 0 0,0 0 0 0 0,0-1 0 0 0,1 1 0 0 0,-1-1 0 0 0,0 1 0 0 0,1 0 0 0 0,-1 0 0 0 0,1-1 0 0 0,-1 1 0 0 0,1 0 0 0 0,-1 0 0 0 0,1 0 0 0 0,-1-1 0 0 0,1 1 0 0 0,0 0-1 0 0,-1 0 1 0 0,1 2 0 0 0,0-2-10 0 0,0 1-1 0 0,0 0 0 0 0,1-1 0 0 0,-1 1 0 0 0,1-1 0 0 0,-1 1 0 0 0,1-1 0 0 0,0 0 0 0 0,-1 1 0 0 0,1-1 1 0 0,0 1-1 0 0,0-1 0 0 0,0 0 0 0 0,2 2 0 0 0,0 1-3 0 0,0-1-1 0 0,0 0 1 0 0,1-1-1 0 0,-1 1 1 0 0,1-1-1 0 0,0 1 1 0 0,0-1-1 0 0,-1 0 1 0 0,1 0 0 0 0,1-1-1 0 0,6 3 1 0 0,-2-3-35 0 0,0-1 0 0 0,0 1 0 0 0,0-2 0 0 0,0 1 0 0 0,0-1 0 0 0,0-1 0 0 0,0 1 1 0 0,0-2-1 0 0,0 1 0 0 0,0-1 0 0 0,-1 0 0 0 0,0-1 0 0 0,1 0 0 0 0,11-8 0 0 0,14-8-85 0 0,-1-1-1 0 0,0-2 0 0 0,45-41 0 0 0,-76 61 59 0 0,1 0 1 0 0,0 0-1 0 0,-1 0 0 0 0,0 0 0 0 0,0 0 0 0 0,0 0 0 0 0,0-1 0 0 0,1-3 0 0 0,-2 6 47 0 0,-1-1-1 0 0,0 1 1 0 0,1-1 0 0 0,-1 1-1 0 0,0-1 1 0 0,0 1 0 0 0,0 0 0 0 0,0-1-1 0 0,0 1 1 0 0,0-1 0 0 0,0 1 0 0 0,-1-1-1 0 0,1 1 1 0 0,-1-1 0 0 0,0 0 0 0 0,-1-2-88 0 0,-1 0 0 0 0,0 0 1 0 0,0 0-1 0 0,0 1 1 0 0,0 0-1 0 0,0-1 1 0 0,-1 1-1 0 0,0 0 0 0 0,-6-3 1 0 0,-9-9-1722 0 0,-6 6-1751 0 0,5 7-2269 0 0,2 4 3075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35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312 30 480 0 0,'0'-1'114'0'0,"0"0"0"0"0,0-1-1 0 0,0 1 1 0 0,0 0 0 0 0,0 0-1 0 0,0 0 1 0 0,0 0 0 0 0,0 0 0 0 0,0 0-1 0 0,-1 0 1 0 0,1 0 0 0 0,0 0-1 0 0,-1 0 1 0 0,1 0 0 0 0,-1 0 0 0 0,1 0-1 0 0,-1 0 1 0 0,0 0 0 0 0,1 0-1 0 0,-1 1 1 0 0,0-1 0 0 0,1 0 0 0 0,-1 0-1 0 0,-1 0 1 0 0,-1 0-63 0 0,1 0-1 0 0,-1 0 1 0 0,0 1-1 0 0,0-1 1 0 0,0 1 0 0 0,1 0-1 0 0,-1 0 1 0 0,-4 0-1 0 0,2 0 94 0 0,-15 0 380 0 0,0 1 0 0 0,0 1 1 0 0,0 0-1 0 0,0 1 0 0 0,1 1 0 0 0,0 1 0 0 0,-1 1 1 0 0,2 1-1 0 0,-29 14 0 0 0,46-21-486 0 0,0 0 1 0 0,0 1-1 0 0,0-1 0 0 0,0 1 0 0 0,0 0 0 0 0,0-1 1 0 0,0 1-1 0 0,0 0 0 0 0,0 0 0 0 0,0-1 0 0 0,0 1 0 0 0,1 0 1 0 0,-1 0-1 0 0,0 0 0 0 0,0 0 0 0 0,1 0 0 0 0,-1 0 1 0 0,1 0-1 0 0,-1 0 0 0 0,1 0 0 0 0,0 1 0 0 0,-1-1 1 0 0,1 0-1 0 0,0 0 0 0 0,-1 0 0 0 0,1 2 0 0 0,1-1-35 0 0,-1-1 0 0 0,1 1 0 0 0,0 0-1 0 0,0 0 1 0 0,0-1 0 0 0,0 1 0 0 0,0-1-1 0 0,0 1 1 0 0,0-1 0 0 0,0 1 0 0 0,1-1-1 0 0,-1 0 1 0 0,1 0 0 0 0,-1 1-1 0 0,1-1 1 0 0,-1 0 0 0 0,3 1 0 0 0,1 0-26 0 0,0 0 0 0 0,1 0 0 0 0,-1 0 0 0 0,1 0 0 0 0,-1-1 0 0 0,1 0 0 0 0,7 1 0 0 0,-7-2 16 0 0,0 1 0 0 0,0 0 0 0 0,-1 0 0 0 0,1 1 0 0 0,-1-1 0 0 0,1 1 0 0 0,7 4 0 0 0,-6-2-8 0 0,0-1 0 0 0,1 0 0 0 0,0 0 1 0 0,12 3-1 0 0,-4-1 22 0 0,-16-5-4 0 0,1 0 0 0 0,-1 0 0 0 0,0 0 0 0 0,0 1 0 0 0,0-1 0 0 0,0 0 0 0 0,0 0 0 0 0,0 1 0 0 0,0-1 0 0 0,0 0 0 0 0,0 0 0 0 0,0 1 0 0 0,0-1 0 0 0,0 0 0 0 0,-1 0 1 0 0,1 0-1 0 0,0 1 0 0 0,0-1 0 0 0,0 0 0 0 0,0 0 0 0 0,0 1 0 0 0,0-1 0 0 0,0 0 0 0 0,-1 0 0 0 0,1 0 0 0 0,0 0 0 0 0,0 1 0 0 0,0-1 0 0 0,-1 0 0 0 0,1 0 0 0 0,0 0 0 0 0,0 0 0 0 0,0 0 0 0 0,-1 0 0 0 0,1 1 0 0 0,0-1 0 0 0,0 0 0 0 0,0 0 0 0 0,-1 0 0 0 0,1 0 1 0 0,0 0-1 0 0,0 0 0 0 0,-1 0 0 0 0,1 0 0 0 0,0 0 0 0 0,-13 6 70 0 0,-20 5-171 0 0,-1-2 1 0 0,-55 9-1 0 0,86-18-432 0 0,0 0 0 0 0,0 0 0 0 0,0 0 0 0 0,-1-1 0 0 0,1 1 1 0 0,0-1-1 0 0,0 0 0 0 0,0 0 0 0 0,-5-2 0 0 0,4 1-41 0 0,0-2-1576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36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396 146 480 0 0,'3'0'174'0'0,"0"-1"-1"0"0,-1 0 0 0 0,1 0 1 0 0,0 0-1 0 0,-1 0 1 0 0,1-1-1 0 0,-1 1 1 0 0,1-1-1 0 0,-1 1 0 0 0,0-1 1 0 0,1 0-1 0 0,-1 0 1 0 0,0 0-1 0 0,0 0 0 0 0,-1 0 1 0 0,1 0-1 0 0,2-5 1 0 0,-4 7-143 0 0,0-1 0 0 0,1 1 0 0 0,-1-1 0 0 0,0 1 0 0 0,0-1 0 0 0,0 1 0 0 0,0-1 0 0 0,1 1 0 0 0,-1 0 0 0 0,0-1 0 0 0,0 1 1 0 0,1-1-1 0 0,-1 1 0 0 0,0 0 0 0 0,0-1 0 0 0,1 1 0 0 0,-1 0 0 0 0,1-1 0 0 0,-1 1 0 0 0,0 0 0 0 0,1-1 0 0 0,-1 1 0 0 0,1 0 0 0 0,-1 0 1 0 0,0 0-1 0 0,1-1 0 0 0,-1 1 0 0 0,1 0 0 0 0,-1 0 0 0 0,1 0 0 0 0,-1 0 0 0 0,1 0 0 0 0,0 0 0 0 0,-1 0 8 0 0,1 0 0 0 0,-1 0-1 0 0,1 0 1 0 0,-1 0 0 0 0,1 0 0 0 0,-1 0-1 0 0,0-1 1 0 0,1 1 0 0 0,-1 0-1 0 0,1 0 1 0 0,-1 0 0 0 0,0 0 0 0 0,1-1-1 0 0,-1 1 1 0 0,1 0 0 0 0,-1 0-1 0 0,0-1 1 0 0,1 1 0 0 0,-1 0 0 0 0,0-1-1 0 0,0 1 1 0 0,1 0 0 0 0,-1-1 0 0 0,0 1-1 0 0,0 0 1 0 0,1-1 0 0 0,-1 1-1 0 0,0 0 1 0 0,0-1 0 0 0,0 1 0 0 0,0-1-1 0 0,1 0 1 0 0,-1 1-2 0 0,0-1-1 0 0,-1 1 1 0 0,1 0 0 0 0,0-1 0 0 0,0 1-1 0 0,0 0 1 0 0,0-1 0 0 0,0 1-1 0 0,0 0 1 0 0,0-1 0 0 0,-1 1-1 0 0,1 0 1 0 0,0-1 0 0 0,0 1 0 0 0,0 0-1 0 0,-1 0 1 0 0,1-1 0 0 0,0 1-1 0 0,-1 0 1 0 0,1 0 0 0 0,0 0-1 0 0,0-1 1 0 0,-1 1 0 0 0,1 0 0 0 0,0 0-1 0 0,-1 0 1 0 0,1 0 0 0 0,0 0-1 0 0,-1 0 1 0 0,1-1 0 0 0,0 1-1 0 0,-1 0 1 0 0,1 0 0 0 0,0 0-1 0 0,-1 0 1 0 0,1 0 0 0 0,0 0 0 0 0,-1 1-1 0 0,0-1 24 0 0,1 0-1 0 0,-1 0 1 0 0,1 0 0 0 0,-1 0-1 0 0,1 0 1 0 0,0 0-1 0 0,-1-1 1 0 0,1 1 0 0 0,-1 0-1 0 0,1 0 1 0 0,-1 0-1 0 0,1 0 1 0 0,-1-1 0 0 0,1 1-1 0 0,0 0 1 0 0,-1 0-1 0 0,1 0 1 0 0,-1-1 0 0 0,1 1-1 0 0,0 0 1 0 0,-1-1-1 0 0,1 1 1 0 0,0 0 0 0 0,-1-1-1 0 0,1 1 1 0 0,0-1-1 0 0,0 1 1 0 0,-1 0 0 0 0,1-1-1 0 0,0 1 1 0 0,0-1-1 0 0,0 1 1 0 0,0-1 0 0 0,0 1-1 0 0,-1-1 1 0 0,1 1-1 0 0,0-1 1 0 0,0 1 0 0 0,0-1-1 0 0,0 0 14 0 0,-1 0 0 0 0,1 1 1 0 0,-1-1-1 0 0,0 1 0 0 0,1-1 0 0 0,-1 0 0 0 0,0 1 1 0 0,1-1-1 0 0,-1 1 0 0 0,0 0 0 0 0,0-1 0 0 0,1 1 0 0 0,-1 0 1 0 0,0-1-1 0 0,0 1 0 0 0,0 0 0 0 0,0 0 0 0 0,1 0 0 0 0,-1 0 1 0 0,0 0-1 0 0,-2 0 0 0 0,3 0 51 0 0,-4-1 543 0 0,-14 1 534 0 0,19 0-1229 0 0,-1 0 18 0 0,1 0 0 0 0,0 1 0 0 0,-1-1 0 0 0,1 0 0 0 0,0 0 0 0 0,-1 0 0 0 0,1 0 1 0 0,0 0-1 0 0,-1 0 0 0 0,1 0 0 0 0,0 0 0 0 0,-1 0 0 0 0,1-1 0 0 0,-1 1 0 0 0,1 0 0 0 0,0 0 0 0 0,-1-1 0 0 0,1 1 0 0 0,-1 0 0 0 0,1-1 0 0 0,0 1 0 0 0,-1 0 0 0 0,1-1 0 0 0,-1 1 0 0 0,1-1 0 0 0,-1 1 0 0 0,1-1 0 0 0,0-1-16 0 0,0 1 1 0 0,1 0-1 0 0,-1 0 1 0 0,0 0-1 0 0,0 0 1 0 0,1 0-1 0 0,-1 1 1 0 0,0-1-1 0 0,1 0 1 0 0,-1 1-1 0 0,1-1 1 0 0,2 0-1 0 0,2-2-189 0 0,53-28-198 0 0,-51 21 413 0 0,7 6 0 0 0,-12 7 13 0 0,-21-2 147 0 0,14-1 534 0 0,4 0-688 0 0,0 0 0 0 0,0 0 0 0 0,0 0-1 0 0,0 0 1 0 0,1 0 0 0 0,-1-1 0 0 0,0 1 0 0 0,0 0 0 0 0,0 0 0 0 0,0 0 0 0 0,0 0 0 0 0,0 0 0 0 0,0 0 0 0 0,0-1 0 0 0,0 1 0 0 0,0 0 0 0 0,0 0 0 0 0,0 0 0 0 0,0 0 0 0 0,0 0 0 0 0,0 0 0 0 0,0-1 0 0 0,0 1 0 0 0,0 0 0 0 0,0 0 0 0 0,0 0 0 0 0,0 0 0 0 0,0 0 0 0 0,0 0 0 0 0,0-1 0 0 0,0 1 0 0 0,-1 0 0 0 0,1 0 0 0 0,0 0 0 0 0,0 0 0 0 0,0 0 0 0 0,0 0 0 0 0,0 0 0 0 0,0 0-1 0 0,0-1 1 0 0,0 1 0 0 0,0 0 0 0 0,-1 0 0 0 0,1 0 0 0 0,0 0 0 0 0,0 0 0 0 0,0 0 0 0 0,0 0 0 0 0,0 0 0 0 0,0 0 0 0 0,-1 0 0 0 0,1 0 0 0 0,0 0 0 0 0,0 0 0 0 0,0 0 0 0 0,0 0 0 0 0,0 0 0 0 0,0 0 0 0 0,-1 0 0 0 0,1 0 0 0 0,0 0 0 0 0,0 0 0 0 0,0 0 0 0 0,0 0 0 0 0,0 0 0 0 0,-1 0 0 0 0,-36-1 714 0 0,34 1-613 0 0,1 2-55 0 0,0 0 0 0 0,0-1 1 0 0,0 1-1 0 0,0-1 0 0 0,0 0 0 0 0,-1 1 1 0 0,1-1-1 0 0,0 0 0 0 0,-1 0 0 0 0,1-1 0 0 0,0 1 1 0 0,-5 0-1 0 0,-9 4 163 0 0,-5 5 65 0 0,0 0 0 0 0,0 2 0 0 0,1 0 0 0 0,-26 22 0 0 0,-15 11-70 0 0,-71 50 247 0 0,125-90-423 0 0,-1 0 0 0 0,1 1 0 0 0,0 0 1 0 0,0 0-1 0 0,1 1 0 0 0,0 0 0 0 0,0 0 0 0 0,-6 9 0 0 0,1 2 31 0 0,9-15-75 0 0,1-1 1 0 0,-1 0 0 0 0,1 0-1 0 0,-1 1 1 0 0,1-1-1 0 0,0 1 1 0 0,0-1 0 0 0,0 1-1 0 0,1 0 1 0 0,-1-1-1 0 0,0 1 1 0 0,1 0 0 0 0,-1 4-1 0 0,2-7-5 0 0,-1 1-1 0 0,1 0 0 0 0,-1-1 0 0 0,1 1 0 0 0,-1 0 1 0 0,1-1-1 0 0,0 1 0 0 0,-1 0 0 0 0,1-1 0 0 0,0 1 1 0 0,-1-1-1 0 0,1 1 0 0 0,0-1 0 0 0,0 0 0 0 0,-1 1 1 0 0,1-1-1 0 0,0 0 0 0 0,0 1 0 0 0,0-1 0 0 0,0 0 1 0 0,-1 0-1 0 0,1 0 0 0 0,0 0 0 0 0,0 0 1 0 0,0 0-1 0 0,0 0 0 0 0,0 0 0 0 0,0 0 0 0 0,34-1-627 0 0,-29 1 344 0 0,1 0-753 0 0,0 0 1 0 0,1 0-1 0 0,-1 0 1 0 0,0-1 0 0 0,-1-1-1 0 0,1 1 1 0 0,0-1 0 0 0,0 0-1 0 0,0 0 1 0 0,12-7-1 0 0,3-4-2002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37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1 159 720 0 0,'0'0'39'0'0,"0"1"0"0"0,1-1-1 0 0,-1 1 1 0 0,0-1 0 0 0,1 1-1 0 0,-1-1 1 0 0,1 0 0 0 0,-1 1 0 0 0,1-1-1 0 0,-1 0 1 0 0,1 1 0 0 0,-1-1-1 0 0,1 0 1 0 0,-1 0 0 0 0,1 1-1 0 0,-1-1 1 0 0,1 0 0 0 0,-1 0-1 0 0,1 0 1 0 0,-1 0 0 0 0,1 0 0 0 0,0 0-1 0 0,-1 0 1 0 0,1 0 0 0 0,-1 0-1 0 0,2 0 1 0 0,20 0 559 0 0,-18 0-427 0 0,19 0 830 0 0,-16-5 39 0 0,18-3 454 0 0,-1 0 0 0 0,34-19 0 0 0,-53 24-1335 0 0,-1-1 0 0 0,0 1 0 0 0,0-1-1 0 0,0 0 1 0 0,0 0 0 0 0,-1-1 0 0 0,1 1-1 0 0,-1-1 1 0 0,3-6 0 0 0,-6 10-125 0 0,1-1 1 0 0,-1 1 0 0 0,0 0-1 0 0,0-1 1 0 0,0 1-1 0 0,0 0 1 0 0,0-1 0 0 0,-1 1-1 0 0,1 0 1 0 0,0-1 0 0 0,-1 1-1 0 0,1 0 1 0 0,-1-1-1 0 0,1 1 1 0 0,-1 0 0 0 0,1 0-1 0 0,-1 0 1 0 0,0-1-1 0 0,0 1 1 0 0,0 0 0 0 0,1 0-1 0 0,-1 0 1 0 0,0 0-1 0 0,0 0 1 0 0,-1 1 0 0 0,1-1-1 0 0,0 0 1 0 0,0 0-1 0 0,0 1 1 0 0,-3-2 0 0 0,-39-21 1026 0 0,35 20-1050 0 0,0 1 0 0 0,-1 0 0 0 0,0 1 0 0 0,1 0 0 0 0,-1 0 0 0 0,0 0 0 0 0,1 2 0 0 0,-1-1-1 0 0,0 1 1 0 0,-12 2 0 0 0,20-2-161 0 0,1-1 0 0 0,0 0 0 0 0,-1 1-1 0 0,1-1 1 0 0,0 0 0 0 0,-1 1 0 0 0,1-1-1 0 0,0 1 1 0 0,0-1 0 0 0,-1 0 0 0 0,1 1 0 0 0,0-1-1 0 0,0 1 1 0 0,0-1 0 0 0,0 1 0 0 0,0-1-1 0 0,-1 1 1 0 0,1-1 0 0 0,0 1 0 0 0,0-1-1 0 0,0 1 1 0 0,0-1 0 0 0,0 1 0 0 0,0-1 0 0 0,1 1-1 0 0,-1-1 1 0 0,0 0 0 0 0,0 1 0 0 0,0-1-1 0 0,0 1 1 0 0,0-1 0 0 0,1 1 0 0 0,-1-1-1 0 0,0 1 1 0 0,0-1 0 0 0,1 0 0 0 0,-1 1 0 0 0,0-1-1 0 0,1 0 1 0 0,-1 1 0 0 0,1-1 0 0 0,17 6-2932 0 0,5-2 214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38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9 960 0 0,'-16'6'935'0'0,"0"0"-1"0"0,0-2 0 0 0,0 0 0 0 0,-19 2 0 0 0,18-3-238 0 0,1 0 0 0 0,-1 1 0 0 0,0 0 0 0 0,-16 8 0 0 0,21-7-392 0 0,8-3-179 0 0,0-1 0 0 0,0 1 1 0 0,0 0-1 0 0,0 0 0 0 0,0 0 0 0 0,0 0 0 0 0,0 1 0 0 0,1 0 0 0 0,0 0 0 0 0,-6 5 1 0 0,-14 36 1368 0 0,23-43-1439 0 0,-1 1 0 0 0,0-1 0 0 0,0 1 0 0 0,1-1 0 0 0,-1 1 0 0 0,1 0 0 0 0,-1-1 0 0 0,1 1 0 0 0,0-1 0 0 0,-1 1 0 0 0,1 0 0 0 0,0-1 0 0 0,0 1 1 0 0,0 0-1 0 0,1-1 0 0 0,-1 1 0 0 0,0 0 0 0 0,0-1 0 0 0,1 1 0 0 0,-1 0 0 0 0,1-1 0 0 0,0 1 0 0 0,-1-1 0 0 0,2 2 0 0 0,0 0 6 0 0,1-1 0 0 0,-1 1 0 0 0,0-1 1 0 0,1 0-1 0 0,0 0 0 0 0,-1 0 0 0 0,1 0 0 0 0,0 0 0 0 0,0 0 0 0 0,0-1 0 0 0,4 2 0 0 0,4 1-32 0 0,0-1-1 0 0,0 0 1 0 0,1-1-1 0 0,-1 0 1 0 0,20 1 0 0 0,-26-3-19 0 0,1-1 0 0 0,0 1 1 0 0,0-1-1 0 0,0-1 0 0 0,-1 1 1 0 0,1-1-1 0 0,-1 0 1 0 0,1 0-1 0 0,7-4 0 0 0,-12 5 25 0 0,1 0-1 0 0,0 0 0 0 0,-1 0 0 0 0,1 0 1 0 0,-1 0-1 0 0,1 0 0 0 0,-1 0 1 0 0,0-1-1 0 0,1 1 0 0 0,-1 0 0 0 0,0-1 1 0 0,0 1-1 0 0,0-1 0 0 0,0 0 0 0 0,0 1 1 0 0,0-1-1 0 0,-1 0 0 0 0,1 1 1 0 0,0-1-1 0 0,-1 0 0 0 0,1 0 0 0 0,-1 0 1 0 0,0 0-1 0 0,0 1 0 0 0,0-1 1 0 0,0 0-1 0 0,0 0 0 0 0,0 0 0 0 0,0 0 1 0 0,0 0-1 0 0,-1-1 0 0 0,-40-94 700 0 0,39 92-747 0 0,-1 0 0 0 0,1 0 0 0 0,-1 1 0 0 0,0-1-1 0 0,0 1 1 0 0,-1 0 0 0 0,1 0 0 0 0,-7-5 0 0 0,8 8-76 0 0,0-1-1 0 0,1 1 1 0 0,-2-1-1 0 0,1 1 1 0 0,0 0-1 0 0,0 0 1 0 0,0 0-1 0 0,0 0 1 0 0,-1 1-1 0 0,1-1 1 0 0,0 0-1 0 0,-1 1 1 0 0,1 0-1 0 0,-1-1 1 0 0,1 1-1 0 0,0 0 1 0 0,-1 0-1 0 0,1 1 1 0 0,-4 0-1 0 0,16 6-8848 0 0,-9-7 7885 0 0,2 0-1868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38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351 50 1281 0 0,'0'-1'86'0'0,"-1"0"0"0"0,1-1 0 0 0,0 1 0 0 0,0 0 1 0 0,0 0-1 0 0,-1 0 0 0 0,1 0 0 0 0,-1 0 0 0 0,1 0 0 0 0,-1 1 1 0 0,1-1-1 0 0,-1 0 0 0 0,1 0 0 0 0,-1 0 0 0 0,0 0 1 0 0,0 1-1 0 0,1-1 0 0 0,-1 0 0 0 0,0 0 0 0 0,0 1 1 0 0,0-1-1 0 0,0 1 0 0 0,0-1 0 0 0,0 1 0 0 0,1-1 1 0 0,-1 1-1 0 0,0 0 0 0 0,0-1 0 0 0,-2 1 0 0 0,-13-10 1197 0 0,14 8-1060 0 0,0 1-1 0 0,-1-1 1 0 0,1 1-1 0 0,0-1 1 0 0,0 1-1 0 0,-1 0 1 0 0,1 0-1 0 0,-1 0 1 0 0,1 0-1 0 0,-1 0 1 0 0,1 1-1 0 0,-1-1 1 0 0,1 1-1 0 0,-4-1 1 0 0,-5 1 626 0 0,1-1 1 0 0,0 2 0 0 0,-16 1 0 0 0,9 1 57 0 0,0 0 0 0 0,0 1 0 0 0,1 1 0 0 0,-21 9 0 0 0,33-12-840 0 0,-1 0-1 0 0,0 0 1 0 0,1 0 0 0 0,-1 1-1 0 0,1 0 1 0 0,0 0 0 0 0,0 0-1 0 0,0 0 1 0 0,0 1 0 0 0,0 0 0 0 0,1-1-1 0 0,0 1 1 0 0,0 1 0 0 0,0-1-1 0 0,0 0 1 0 0,0 1 0 0 0,1-1-1 0 0,0 1 1 0 0,-3 8 0 0 0,-11 9-30 0 0,-4 3 59 0 0,20-24-86 0 0,-1 0 1 0 0,0 1-1 0 0,1-1 0 0 0,0 0 1 0 0,-1 0-1 0 0,1 0 0 0 0,0 0 1 0 0,-1 0-1 0 0,1 1 0 0 0,0-1 1 0 0,0 0-1 0 0,0 0 0 0 0,0 1 0 0 0,0-1 1 0 0,0 0-1 0 0,1 0 0 0 0,-1 0 1 0 0,0 0-1 0 0,1 1 0 0 0,-1-1 1 0 0,1 2-1 0 0,2 1 38 0 0,0 0 0 0 0,0 0-1 0 0,1 0 1 0 0,-1-1 0 0 0,1 1 0 0 0,0-1 0 0 0,0 0 0 0 0,0 0-1 0 0,0 0 1 0 0,0 0 0 0 0,1-1 0 0 0,-1 1 0 0 0,1-1 0 0 0,0-1-1 0 0,0 1 1 0 0,0-1 0 0 0,-1 1 0 0 0,1-1 0 0 0,0-1 0 0 0,1 1-1 0 0,-1-1 1 0 0,0 0 0 0 0,9-1 0 0 0,-3 1-29 0 0,1-1-1 0 0,-1-1 1 0 0,1 0-1 0 0,-1-1 1 0 0,0 0 0 0 0,0-1-1 0 0,0 0 1 0 0,0 0-1 0 0,16-10 1 0 0,-24 12-38 0 0,1 0 0 0 0,-1-1 1 0 0,0 1-1 0 0,0 0 0 0 0,0-1 1 0 0,0 0-1 0 0,0 0 0 0 0,-1 0 0 0 0,1 0 1 0 0,-1 0-1 0 0,3-5 0 0 0,-3 3-231 0 0,0 0-1 0 0,-1-1 1 0 0,0 1 0 0 0,0 0-1 0 0,-1 0 1 0 0,1-1 0 0 0,-2-9-1 0 0,2 14 68 0 0,-1 0 0 0 0,0 0 1 0 0,0-1-1 0 0,0 1 0 0 0,-1 0 0 0 0,1-1 0 0 0,0 1 0 0 0,0 0 0 0 0,-1 0 0 0 0,1 0 0 0 0,-1-1 1 0 0,1 1-1 0 0,-1 0 0 0 0,1 0 0 0 0,-1 0 0 0 0,0 0 0 0 0,0 0 0 0 0,1 0 0 0 0,-1 0 0 0 0,0 0 1 0 0,0 0-1 0 0,0 0 0 0 0,0 0 0 0 0,0 1 0 0 0,0-1 0 0 0,0 0 0 0 0,0 1 0 0 0,-1-1 0 0 0,1 1 0 0 0,0-1 1 0 0,0 1-1 0 0,0 0 0 0 0,-1-1 0 0 0,1 1 0 0 0,0 0 0 0 0,0 0 0 0 0,-2 0 0 0 0,-56-11-6246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2:42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57 1121 0 0,'0'8'2721'0'0,"-22"-8"-1681"0"0,44 0 6003 0 0,-44 0-5762 0 0,22-4-321 0 0,22 4-639 0 0,-22-4-1202 0 0,23-2-1520 0 0,-23-12-1120 0 0,0-15-1122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3:04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65 80 0 0,'-4'0'386'0'0,"3"0"-317"0"0,0 0-1 0 0,0 0 0 0 0,1 0 1 0 0,-1 0-1 0 0,0 0 1 0 0,0 0-1 0 0,0 0 0 0 0,1-1 1 0 0,-1 1-1 0 0,0 0 1 0 0,0 0-1 0 0,0-1 0 0 0,1 1 1 0 0,-1-1-1 0 0,0 1 1 0 0,1-1-1 0 0,-1 1 0 0 0,0-1 1 0 0,1 1-1 0 0,-1-1 0 0 0,0 1 1 0 0,1-1-1 0 0,-1-1 1 0 0,1 2 598 0 0,0-19 253 0 0,-1 18-903 0 0,1 0 0 0 0,0 0 0 0 0,-1 0 0 0 0,1 0 0 0 0,-1 0 0 0 0,1 0 0 0 0,-1-1 0 0 0,1 1 0 0 0,-1 0 0 0 0,0 1-1 0 0,1-1 1 0 0,-1 0 0 0 0,0 0 0 0 0,0 0 0 0 0,0 0 0 0 0,0 1 0 0 0,0-1 0 0 0,0 0 0 0 0,0 1 0 0 0,0-1 0 0 0,0 0 0 0 0,0 1 0 0 0,0 0 0 0 0,0-1 0 0 0,-1 1 0 0 0,1 0 0 0 0,0-1 0 0 0,0 1 0 0 0,0 0 0 0 0,0 0-1 0 0,-1 0 1 0 0,1 0 0 0 0,0 0 0 0 0,0 0 0 0 0,-2 1 0 0 0,-4-2 93 0 0,3 1 104 0 0,-18 0 106 0 0,-19 0-67 0 0,38 3-239 0 0,-10-2 29 0 0,6-3-143 0 0,8-1-297 0 0,14-3-683 0 0,-11-2-761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3:15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43 720 0 0,'0'-42'5349'0'0,"0"65"-5015"0"0,1 15-339 0 0,1-26 28 0 0,-1 0 1 0 0,-1 1-1 0 0,0-1 1 0 0,-1 0 0 0 0,-1 0-1 0 0,-3 17 1 0 0,-2-13 20 0 0,5-14-26 0 0,1 1-1 0 0,-1 0 1 0 0,1-1 0 0 0,0 1 0 0 0,0 0 0 0 0,0 0 0 0 0,0 0 0 0 0,1 0-1 0 0,-1 0 1 0 0,1 6 0 0 0,-1-1 53 0 0,0-1 0 0 0,-1 1 0 0 0,0 0 0 0 0,0 0 0 0 0,-1-1 0 0 0,1 1-1 0 0,-2-1 1 0 0,1 0 0 0 0,-1 0 0 0 0,-6 8 0 0 0,4-5-19 0 0,1 0 0 0 0,0 0 0 0 0,0 1 0 0 0,-3 11 1 0 0,5-10-29 0 0,-3 8 41 0 0,0 1-1 0 0,2 0 1 0 0,1 0-1 0 0,-1 28 0 0 0,4-46-66 0 0,1 0 0 0 0,0-1 0 0 0,-1 1-1 0 0,1 0 1 0 0,1 0 0 0 0,-1-1-1 0 0,0 1 1 0 0,1-1 0 0 0,-1 1 0 0 0,1-1-1 0 0,-1 1 1 0 0,1-1 0 0 0,0 0 0 0 0,0 0-1 0 0,0 0 1 0 0,1 0 0 0 0,-1 0-1 0 0,0-1 1 0 0,1 1 0 0 0,-1-1 0 0 0,4 2-1 0 0,-5-2-40 0 0,7-82-90 0 0,29-49 1880 0 0,-36 125-1606 0 0,0 0 0 0 0,0 0 0 0 0,0 0-1 0 0,-1 0 1 0 0,0-10 0 0 0,0 6 175 0 0,0 8-143 0 0,1 1-169 0 0,1 0 1 0 0,0 1-1 0 0,-1-1 0 0 0,1 0 1 0 0,-1 1-1 0 0,1 0 0 0 0,-1-1 0 0 0,1 1 1 0 0,-1 0-1 0 0,1 0 0 0 0,-1 0 1 0 0,1 0-1 0 0,-1 0 0 0 0,0 0 1 0 0,0 0-1 0 0,0 0 0 0 0,1 0 0 0 0,-1 1 1 0 0,0-1-1 0 0,0 1 0 0 0,-1-1 1 0 0,1 0-1 0 0,0 1 0 0 0,0-1 1 0 0,-1 1-1 0 0,1 0 0 0 0,0 1 0 0 0,2 7 61 0 0,0 1-1 0 0,-1 0 1 0 0,1 12-1 0 0,0-7 52 0 0,5 18 115 0 0,-6-26-180 0 0,1 1 1 0 0,-1 0 0 0 0,-1 0 0 0 0,0 0-1 0 0,0-1 1 0 0,0 2 0 0 0,-1-1 0 0 0,-1 0-1 0 0,1 0 1 0 0,-3 10 0 0 0,-2-1 32 0 0,1-6 0 0 0,1 0 1 0 0,1 0 0 0 0,0 0-1 0 0,-1 25 1 0 0,3-37-126 0 0,0 1 1 0 0,0 0-1 0 0,0 0 1 0 0,0 0-1 0 0,0 0 0 0 0,1 0 1 0 0,-1 0-1 0 0,0 0 1 0 0,0 0-1 0 0,1 0 0 0 0,-1 0 1 0 0,1 0-1 0 0,-1-1 1 0 0,1 1-1 0 0,-1 0 1 0 0,1 0-1 0 0,-1-1 0 0 0,1 1 1 0 0,0 0-1 0 0,-1 0 1 0 0,1-1-1 0 0,0 1 1 0 0,0-1-1 0 0,-1 1 0 0 0,1-1 1 0 0,0 1-1 0 0,0-1 1 0 0,0 1-1 0 0,0-1 0 0 0,0 0 1 0 0,-1 0-1 0 0,1 1 1 0 0,0-1-1 0 0,0 0 1 0 0,0 0-1 0 0,0 0 0 0 0,1 0 1 0 0,2 0-404 0 0,0 0-1 0 0,0 0 1 0 0,0-1 0 0 0,0 0 0 0 0,0 1 0 0 0,0-1-1 0 0,4-2 1 0 0,18-14-4345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3:16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1 880 0 0,'-1'-1'61'0'0,"0"1"0"0"0,1 0 0 0 0,-1 0 0 0 0,0 0-1 0 0,0 0 1 0 0,0 0 0 0 0,0 0 0 0 0,0 1-1 0 0,1-1 1 0 0,-1 0 0 0 0,0 0 0 0 0,0 0 0 0 0,0 1-1 0 0,1-1 1 0 0,-1 1 0 0 0,0-1 0 0 0,0 0 0 0 0,1 1-1 0 0,-1-1 1 0 0,0 1 0 0 0,1 0 0 0 0,-1-1 0 0 0,0 1-1 0 0,0 1 1 0 0,-1 21 1193 0 0,2-10-1360 0 0,0-7 230 0 0,1 1 0 0 0,0-1 0 0 0,0 0 0 0 0,0 1 0 0 0,1-1-1 0 0,3 8 1 0 0,-3-8-6 0 0,0 0 1 0 0,0 0-1 0 0,0 1 0 0 0,-1-1 0 0 0,0 1 0 0 0,0 8 0 0 0,-1 206 3244 0 0,0-213-3176 0 0,-1-1 1 0 0,0 1-1 0 0,0 0 1 0 0,-1-1-1 0 0,0 1 1 0 0,0-1-1 0 0,-1 1 0 0 0,0-1 1 0 0,-4 7-1 0 0,-8 20 658 0 0,11-17-532 0 0,1-1 1 0 0,1 0-1 0 0,1 1 1 0 0,0 0-1 0 0,1-1 1 0 0,2 23-1 0 0,0 11-58 0 0,0-19-454 0 0,1 0 1 0 0,1-1-1 0 0,10 31 0 0 0,-11-48-255 0 0,-3-9 146 0 0,1-1 0 0 0,0 1 0 0 0,1-1 0 0 0,-1 0 0 0 0,1 1 0 0 0,-1-1 0 0 0,1 0 0 0 0,0 0 0 0 0,0 0 0 0 0,0-1 0 0 0,3 4 0 0 0,-1-2-716 0 0,1-1 0 0 0,-1 0 0 0 0,1 0 0 0 0,0 0 0 0 0,9 4 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3:16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0 160 0 0,'-66'14'3122'0'0,"21"-10"-1202"0"0,23-4-159 0 0,0 0-80 0 0,22-4-320 0 0,-23 4-81 0 0,23-5-399 0 0,23 5-401 0 0,-1-5-160 0 0,45 1-80 0 0,110 4-80 0 0,41 0-640 0 0,-40 14-2081 0 0,-45 0-2322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3:17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1681 0 0,'0'0'7123'0'0,"22"0"-6483"0"0,1 4-320 0 0,21-4-159 0 0,23 4-642 0 0,-1 2-719 0 0,1-2-1361 0 0,0-4-1521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3:17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2001 0 0,'22'4'1681'0'0,"-22"1"-721"0"0,44 0-160 0 0,1 4 161 0 0,44 5 79 0 0,22-4-559 0 0,22 0-2402 0 0,-49-10-2561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3:18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112 108 80 0 0,'1'-6'384'0'0,"1"0"0"0"0,0 0 0 0 0,1 0 0 0 0,-1 1 0 0 0,1-1 0 0 0,0 1 0 0 0,1 0 0 0 0,-1 0 0 0 0,1 0 1 0 0,8-8-1 0 0,-3 1 327 0 0,-8 10-625 0 0,1 0-1 0 0,-1 0 1 0 0,1 0 0 0 0,0 0 0 0 0,0 0 0 0 0,0 0 0 0 0,0 0 0 0 0,0 1-1 0 0,0-1 1 0 0,0 1 0 0 0,0-1 0 0 0,1 1 0 0 0,-1 0 0 0 0,1 0 0 0 0,4-2 0 0 0,-7 4-82 0 0,1-1 1 0 0,-1 0-1 0 0,1 1 1 0 0,-1-1-1 0 0,0 1 1 0 0,1 0 0 0 0,-1-1-1 0 0,0 1 1 0 0,0-1-1 0 0,1 1 1 0 0,-1-1-1 0 0,0 1 1 0 0,0 0 0 0 0,0-1-1 0 0,0 1 1 0 0,0-1-1 0 0,0 1 1 0 0,0 0-1 0 0,0-1 1 0 0,0 1 0 0 0,0-1-1 0 0,0 1 1 0 0,0 0-1 0 0,0-1 1 0 0,-1 1 0 0 0,1-1-1 0 0,0 1 1 0 0,0-1-1 0 0,-1 1 1 0 0,1 0-1 0 0,0-1 1 0 0,-1 1 0 0 0,1-1-1 0 0,-1 1 1 0 0,-7 9 26 0 0,1 1 0 0 0,0 0 0 0 0,1 0 1 0 0,-7 16-1 0 0,-9 18 79 0 0,17-34-44 0 0,0 0 0 0 0,1 0 0 0 0,-6 21 0 0 0,-10 26 404 0 0,-47 76 1451 0 0,64-129-1830 0 0,0-2-35 0 0,1 1 0 0 0,0 0 0 0 0,0-1 0 0 0,0 1 0 0 0,0 0 0 0 0,1 0 0 0 0,0 0 0 0 0,-1 0 0 0 0,1 0 0 0 0,0 8 0 0 0,1-11-93 0 0,0-1 1 0 0,0 1-1 0 0,0-1 1 0 0,0 1-1 0 0,0-1 1 0 0,0 1-1 0 0,0-1 1 0 0,1 1-1 0 0,-1-1 0 0 0,0 0 1 0 0,0 1-1 0 0,0-1 1 0 0,1 1-1 0 0,-1-1 1 0 0,0 0-1 0 0,1 1 1 0 0,-1-1-1 0 0,0 0 1 0 0,1 1-1 0 0,-1-1 0 0 0,0 0 1 0 0,1 1-1 0 0,-1-1 1 0 0,1 0-1 0 0,-1 0 1 0 0,0 0-1 0 0,1 1 1 0 0,-1-1-1 0 0,1 0 0 0 0,-1 0 1 0 0,1 0-1 0 0,-1 0 1 0 0,1 0-1 0 0,-1 0 1 0 0,1 0-1 0 0,-1 0 1 0 0,1 0-1 0 0,-1 0 1 0 0,1 0-1 0 0,-1 0 0 0 0,0 0 1 0 0,1 0-1 0 0,-1-1 1 0 0,1 1-1 0 0,-1 0 1 0 0,1 0-1 0 0,-1 0 1 0 0,0-1-1 0 0,1 1 0 0 0,-1 0 1 0 0,1 0-1 0 0,-1-1 1 0 0,1 0-1 0 0,2 0-403 0 0,19-8-2762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3:19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7 720 0 0,'-21'0'538'0'0,"0"2"-1"0"0,0 0 0 0 0,0 1 1 0 0,1 1-1 0 0,-1 1 1 0 0,-28 11-1 0 0,46-15-431 0 0,1 1-1 0 0,-1-1 1 0 0,0 0-1 0 0,0 1 1 0 0,1-1 0 0 0,-1 1-1 0 0,1 0 1 0 0,0 0-1 0 0,-1 0 1 0 0,1 0 0 0 0,0 0-1 0 0,0 1 1 0 0,0-1-1 0 0,0 1 1 0 0,1-1-1 0 0,-1 1 1 0 0,-1 4 0 0 0,1 0 204 0 0,1-1 0 0 0,0 1 0 0 0,0-1 0 0 0,0 1 0 0 0,1-1 0 0 0,0 9 0 0 0,0-6 88 0 0,0-7-276 0 0,0 1 0 0 0,1 0 0 0 0,-1-1 1 0 0,1 1-1 0 0,-1-1 0 0 0,1 1 0 0 0,0-1 1 0 0,0 1-1 0 0,0-1 0 0 0,0 0 0 0 0,0 1 0 0 0,0-1 1 0 0,3 2-1 0 0,2 6 208 0 0,-4-6-290 0 0,1 0 0 0 0,-1 0 0 0 0,1-1 0 0 0,0 1 0 0 0,0-1 1 0 0,1 0-1 0 0,-1 0 0 0 0,1 0 0 0 0,-1 0 0 0 0,1-1 0 0 0,0 1 0 0 0,0-1 1 0 0,0 0-1 0 0,0 0 0 0 0,1-1 0 0 0,-1 1 0 0 0,0-1 0 0 0,1 0 0 0 0,-1 0 1 0 0,1 0-1 0 0,-1-1 0 0 0,6 0 0 0 0,4 1-41 0 0,0-2 1 0 0,-1 0 0 0 0,1 0-1 0 0,0-1 1 0 0,26-8-1 0 0,-31 7 72 0 0,1 0 0 0 0,-1-1 0 0 0,0 0 0 0 0,0-1-1 0 0,-1 0 1 0 0,1 0 0 0 0,-1-1 0 0 0,0 0 0 0 0,0 0 0 0 0,-1-1 0 0 0,0 0 0 0 0,0 0-1 0 0,-1-1 1 0 0,0 1 0 0 0,7-12 0 0 0,-12 17-38 0 0,-1 0 1 0 0,0-1-1 0 0,1 1 1 0 0,-1 0-1 0 0,0 0 1 0 0,0 0-1 0 0,0 0 0 0 0,-1-1 1 0 0,1 1-1 0 0,0 0 1 0 0,-1 0-1 0 0,1 0 1 0 0,-1 0-1 0 0,0 0 0 0 0,0 0 1 0 0,0 0-1 0 0,0 0 1 0 0,0 0-1 0 0,0 0 1 0 0,-2-2-1 0 0,-2-3 55 0 0,-1 1 0 0 0,1-1 0 0 0,-13-10 0 0 0,11 12-191 0 0,-1 0 0 0 0,1 1 1 0 0,-1-1-1 0 0,1 2 0 0 0,-1-1 1 0 0,0 1-1 0 0,-1 0 0 0 0,1 1 0 0 0,0 0 1 0 0,-1 0-1 0 0,1 1 0 0 0,-11 0 1 0 0,10 0-544 0 0,1 1 1 0 0,-1 0 0 0 0,1 1 0 0 0,-1 0 0 0 0,1 1 0 0 0,0-1 0 0 0,-12 5-1 0 0,20-6 549 0 0,0 0-1 0 0,-1 0 1 0 0,1 0-1 0 0,0 0 0 0 0,0 1 1 0 0,-1-1-1 0 0,1 0 0 0 0,0 0 1 0 0,0 0-1 0 0,0 0 0 0 0,-1 0 1 0 0,1 1-1 0 0,0-1 1 0 0,0 0-1 0 0,0 0 0 0 0,0 0 1 0 0,0 0-1 0 0,-1 1 0 0 0,1-1 1 0 0,0 0-1 0 0,0 0 0 0 0,0 1 1 0 0,0-1-1 0 0,0 0 1 0 0,0 0-1 0 0,0 0 0 0 0,0 1 1 0 0,0-1-1 0 0,0 0 0 0 0,0 0 1 0 0,0 1-1 0 0,0-1 0 0 0,0 0 1 0 0,0 0-1 0 0,0 1 1 0 0,0-1-1 0 0,0 2-852 0 0,0 3-1451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3:19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307 135 400 0 0,'0'0'1481'0'0,"1"-8"4081"0"0,-6 3-4614 0 0,-6 4-588 0 0,-1 0 1 0 0,0 1 0 0 0,0 0-1 0 0,1 1 1 0 0,-1 1 0 0 0,1-1-1 0 0,-1 2 1 0 0,1 0 0 0 0,-1 0-1 0 0,-10 6 1 0 0,8-4-51 0 0,0 1-1 0 0,0 1 0 0 0,1 0 1 0 0,0 1-1 0 0,0 1 1 0 0,1 0-1 0 0,-20 18 0 0 0,28-23-168 0 0,0 1 0 0 0,0 0-1 0 0,1-1 1 0 0,-1 2-1 0 0,1-1 1 0 0,0 0-1 0 0,0 0 1 0 0,1 1-1 0 0,-1 0 1 0 0,1-1 0 0 0,1 1-1 0 0,-2 6 1 0 0,2-9-115 0 0,1 0 0 0 0,0 0 0 0 0,0 0 1 0 0,1 0-1 0 0,-1-1 0 0 0,0 1 0 0 0,1 0 1 0 0,0 0-1 0 0,0 0 0 0 0,0-1 0 0 0,0 1 0 0 0,0 0 1 0 0,0-1-1 0 0,1 1 0 0 0,-1-1 0 0 0,1 0 1 0 0,-1 1-1 0 0,1-1 0 0 0,0 0 0 0 0,0 0 1 0 0,0 0-1 0 0,1 0 0 0 0,-1 0 0 0 0,0-1 0 0 0,1 1 1 0 0,-1-1-1 0 0,1 1 0 0 0,4 1 0 0 0,7 3-55 0 0,0-1 0 0 0,1-1 0 0 0,-1 0-1 0 0,1 0 1 0 0,0-2 0 0 0,0 1 0 0 0,0-2-1 0 0,0 0 1 0 0,0-1 0 0 0,25-3 0 0 0,-7-2-411 0 0,0-1 0 0 0,-1-2 0 0 0,54-19 0 0 0,-79 24 363 0 0,0 0-1 0 0,0 0 0 0 0,-1-1 0 0 0,1-1 1 0 0,-1 1-1 0 0,1-1 0 0 0,-1 0 1 0 0,-1 0-1 0 0,1-1 0 0 0,-1 1 0 0 0,0-1 1 0 0,0-1-1 0 0,-1 1 0 0 0,0 0 0 0 0,0-1 1 0 0,6-14-1 0 0,-8 15 86 0 0,1 0-1 0 0,-2 0 1 0 0,1 0 0 0 0,-1-1-1 0 0,0 1 1 0 0,0 0 0 0 0,0-1-1 0 0,-1 1 1 0 0,0-1 0 0 0,0 1-1 0 0,-1 0 1 0 0,0-1 0 0 0,0 1-1 0 0,-1 0 1 0 0,1 0 0 0 0,-1-1-1 0 0,-1 1 1 0 0,1 1 0 0 0,-1-1-1 0 0,-6-11 1 0 0,2 9-12 0 0,1 0-1 0 0,-1 1 1 0 0,0 0 0 0 0,-1 0-1 0 0,1 0 1 0 0,-1 1 0 0 0,-1 0-1 0 0,1 0 1 0 0,-1 1 0 0 0,0 0 0 0 0,0 1-1 0 0,-1 0 1 0 0,1 0 0 0 0,-16-3-1 0 0,6 3-35 0 0,0 1 0 0 0,-1 0-1 0 0,1 2 1 0 0,0 0 0 0 0,-1 1-1 0 0,-29 5 1 0 0,43-5-42 0 0,1 1 1 0 0,-1 0-1 0 0,0 0 0 0 0,1 0 0 0 0,0 1 1 0 0,-1 0-1 0 0,1 0 0 0 0,0 0 1 0 0,0 1-1 0 0,0-1 0 0 0,0 1 1 0 0,1 0-1 0 0,-1 1 0 0 0,1-1 0 0 0,-8 9 1 0 0,11-12-24 0 0,1 1-1 0 0,0 0 1 0 0,-1-1 0 0 0,1 1 0 0 0,0 0-1 0 0,0-1 1 0 0,-1 1 0 0 0,1 0 0 0 0,0 0 0 0 0,0-1-1 0 0,0 1 1 0 0,0 0 0 0 0,0-1 0 0 0,0 1-1 0 0,0 0 1 0 0,0 0 0 0 0,0-1 0 0 0,0 1 0 0 0,0 0-1 0 0,1-1 1 0 0,-1 1 0 0 0,0 0 0 0 0,0-1-1 0 0,1 1 1 0 0,-1 0 0 0 0,0-1 0 0 0,1 1 0 0 0,-1 0-1 0 0,2 0 1 0 0,18 16-3822 0 0,21 5-1435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3:20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1121 0 0,'0'-10'1360'0'0,"0"6"1"0"0,22-6-161 0 0,-22 6-239 0 0,22 4-81 0 0,-22 4-160 0 0,22 6-79 0 0,0-1 79 0 0,23 25 481 0 0,-1 16 319 0 0,1-7-559 0 0,-23-11-561 0 0,-22-3-320 0 0,22-1-240 0 0,0-5-961 0 0,1-4-1280 0 0,-23-10-640 0 0,0 1-881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3:21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0 169 1521 0 0,'0'-4'2081'0'0,"23"-2"0"0"0,21-6 0 0 0,0-3-241 0 0,1-9-399 0 0,-1 2-641 0 0,23-7-960 0 0,0 1-2161 0 0,-23 0-2401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3:25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48 127 240 0 0,'-2'-5'5819'0'0,"-2"3"-4671"0"0,-10 1-1794 0 0,12 1 1062 0 0,1-3-53 0 0,2 3-300 0 0,-1 0 1 0 0,0 0-1 0 0,0-1 1 0 0,0 1-1 0 0,0 0 1 0 0,0 0-1 0 0,0 0 1 0 0,0-1-1 0 0,0 1 0 0 0,0 0 1 0 0,0 0-1 0 0,0-1 1 0 0,0 1-1 0 0,0 0 1 0 0,0 0-1 0 0,0-1 1 0 0,0 1-1 0 0,0 0 0 0 0,0 0 1 0 0,0-1-1 0 0,0 1 1 0 0,0 0-1 0 0,0 0 1 0 0,-1 0-1 0 0,1-1 1 0 0,0 1-1 0 0,0 0 0 0 0,0 0 1 0 0,0 0-1 0 0,0-1 1 0 0,-1 1-1 0 0,1 0 1 0 0,0 0-1 0 0,0 0 0 0 0,0 0 1 0 0,-1 0-1 0 0,1 0 1 0 0,0-1-1 0 0,0 1 1 0 0,-1 0-1 0 0,1 0 1 0 0,-1 0-95 0 0,-15-8 963 0 0,16 8-908 0 0,-1 0 0 0 0,1 0 1 0 0,0-1-1 0 0,-1 1 0 0 0,1 0 0 0 0,0 0 0 0 0,0-1 0 0 0,-1 1 0 0 0,1 0 0 0 0,0 0 0 0 0,0-1 1 0 0,-1 1-1 0 0,1 0 0 0 0,0-1 0 0 0,0 1 0 0 0,0 0 0 0 0,0-1 0 0 0,0 1 0 0 0,-1 0 0 0 0,1-1 1 0 0,0 1-1 0 0,0 0 0 0 0,0-1 0 0 0,0 1 0 0 0,0-1 0 0 0,0 1 0 0 0,0 0 0 0 0,0-1 0 0 0,0 1 1 0 0,0 0-1 0 0,1-1 0 0 0,-1 1 0 0 0,0 0 0 0 0,0-1 0 0 0,0 1 0 0 0,0-1 0 0 0,0 1 0 0 0,1 0 0 0 0,-1 0 1 0 0,0-1-1 0 0,0 1 0 0 0,1 0 0 0 0,-1-1 0 0 0,0 1 0 0 0,0 0 0 0 0,1 0 0 0 0,-1 0 0 0 0,0-1 1 0 0,1 1-1 0 0,-1 0 0 0 0,0 0 0 0 0,1 0 0 0 0,-1 0 0 0 0,1-1 0 0 0,4-1 66 0 0,-5 2-76 0 0,1 0 0 0 0,0 0 0 0 0,-1-1 0 0 0,1 1 0 0 0,0 0 0 0 0,0-1 0 0 0,-1 1 0 0 0,1 0 0 0 0,-1-1 0 0 0,1 1 0 0 0,0-1-1 0 0,-1 1 1 0 0,1-1 0 0 0,-1 1 0 0 0,1-1 0 0 0,-1 0 0 0 0,1 1 0 0 0,-1-1 0 0 0,0 0 0 0 0,1 1 0 0 0,-1-1 0 0 0,0 0 0 0 0,1 1 0 0 0,-1-1 0 0 0,0 0 0 0 0,0 0 0 0 0,1 0-1 0 0,-1-1 8 0 0,1 1 0 0 0,0 0 0 0 0,0-1 0 0 0,0 1-1 0 0,0 0 1 0 0,0 0 0 0 0,0 0 0 0 0,0 0 0 0 0,0 0-1 0 0,0 0 1 0 0,0 0 0 0 0,1 0 0 0 0,-1 0-1 0 0,0 1 1 0 0,1-1 0 0 0,-1 1 0 0 0,1-1 0 0 0,1 0-1 0 0,32-12 124 0 0,-30 12-122 0 0,17-8 231 0 0,-18 4 86 0 0,-1 0-198 0 0,34-8 246 0 0,-33 12-293 0 0,-5 28 181 0 0,-1-4 119 0 0,2-1 1 0 0,0 0 0 0 0,7 40 0 0 0,-1-44 27 0 0,0 0 1 0 0,19 33-1 0 0,-23-36-202 0 0,-1-16-255 0 0,-1 1 0 0 0,0 0 0 0 0,0 0 0 0 0,0 0 0 0 0,0 0-1 0 0,0 0 1 0 0,0 0 0 0 0,0 0 0 0 0,1 0 0 0 0,-1 0 0 0 0,0 0 0 0 0,0 0-1 0 0,0 0 1 0 0,0 0 0 0 0,0 0 0 0 0,0 0 0 0 0,1 0 0 0 0,-1 0 0 0 0,0 0-1 0 0,0 0 1 0 0,0 0 0 0 0,0 0 0 0 0,0 0 0 0 0,1 0 0 0 0,-1 0 0 0 0,0 0-1 0 0,0 0 1 0 0,0 0 0 0 0,0 0 0 0 0,0 0 0 0 0,0 0 0 0 0,0 0 0 0 0,1 0-1 0 0,-1 0 1 0 0,0 1 0 0 0,0-1 0 0 0,0 0 0 0 0,0 0 0 0 0,0 0 0 0 0,0 0-1 0 0,0 0 1 0 0,0 0 0 0 0,0 0 0 0 0,0 1 0 0 0,0-1 0 0 0,1 0 0 0 0,-1 0-1 0 0,0 0 1 0 0,0 0 0 0 0,0 0 0 0 0,0 1 0 0 0,0-1 0 0 0,0 0 0 0 0,0 0-1 0 0,0 0 1 0 0,0 0 0 0 0,0 0 0 0 0,0 0 0 0 0,0 1 0 0 0,-1-1 0 0 0,1 0-1 0 0,0 0 1 0 0,0 0 0 0 0,0 0 0 0 0,0 0 0 0 0,0 1 0 0 0,6-5-1219 0 0,-4 3 772 0 0,0 0 0 0 0,1 0 1 0 0,-1 0-1 0 0,0 0 1 0 0,0-1-1 0 0,0 1 0 0 0,0-1 1 0 0,0 1-1 0 0,0-1 1 0 0,0 0-1 0 0,-1 0 0 0 0,1 0 1 0 0,0 0-1 0 0,-1 0 0 0 0,0 0 1 0 0,0 0-1 0 0,1 0 1 0 0,0-3-1 0 0,-2-12-2506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3:33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6 2321 0 0,'0'0'5069'0'0,"-4"0"-2855"0"0,-25 3 2211 0 0,22-4-890 0 0,21-2-2597 0 0,10 0-313 0 0,0 2 0 0 0,0 1 0 0 0,0 0 0 0 0,1 2 1 0 0,36 7-1 0 0,-17-2-94 0 0,-6-2-309 0 0,106 10 695 0 0,-119-14-963 0 0,-1-1-1 0 0,0-1 1 0 0,0-2-1 0 0,25-5 1 0 0,-35 6-1419 0 0,7-2-1140 0 0,-14-2-1932 0 0,-4-4-4144 0 0,-3 5 4199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3:33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61 320 0 0,'-4'0'1534'0'0,"0"0"-1189"0"0,0 0 298 0 0,5-1 94 0 0,0 0-443 0 0,0 0-1 0 0,0 0 0 0 0,0 0 1 0 0,-1 0-1 0 0,1 0 0 0 0,0 0 0 0 0,0 0 1 0 0,-1-1-1 0 0,1 1 0 0 0,0 0 0 0 0,-1 0 1 0 0,1-1-1 0 0,-1 1 0 0 0,0 0 0 0 0,1 0 1 0 0,-1-1-1 0 0,0 1 0 0 0,0 0 0 0 0,0-1 1 0 0,0-1-1 0 0,1 1-142 0 0,0 1 1 0 0,-1 0-1 0 0,1-1 0 0 0,0 1 1 0 0,0-1-1 0 0,0 1 0 0 0,0 0 1 0 0,1 0-1 0 0,-1 0 1 0 0,0 0-1 0 0,1 0 0 0 0,-1 0 1 0 0,0 0-1 0 0,1 0 1 0 0,-1 0-1 0 0,1 1 0 0 0,-1-1 1 0 0,1 0-1 0 0,-1 1 0 0 0,4-1 1 0 0,33-9 2031 0 0,-34 10-2072 0 0,1 0-1 0 0,-1 0 1 0 0,1 0-1 0 0,0 1 1 0 0,-1 0-1 0 0,0 0 0 0 0,1 0 1 0 0,-1 0-1 0 0,1 1 1 0 0,-1-1-1 0 0,0 1 1 0 0,0 0-1 0 0,0 1 1 0 0,0-1-1 0 0,0 1 1 0 0,-1-1-1 0 0,1 1 1 0 0,-1 0-1 0 0,0 0 1 0 0,0 1-1 0 0,6 6 0 0 0,-5-4 18 0 0,0 1-1 0 0,0 0 0 0 0,0-1 0 0 0,-1 1 0 0 0,0 0 0 0 0,0 1 0 0 0,-1-1 0 0 0,0 0 0 0 0,0 1 0 0 0,-1-1 0 0 0,0 1 0 0 0,1 10 0 0 0,-2-14-49 0 0,-1 0 0 0 0,1-1 1 0 0,-1 1-1 0 0,1-1 0 0 0,-1 1 0 0 0,0-1 0 0 0,0 1 0 0 0,-1-1 0 0 0,1 1 0 0 0,-1-1 1 0 0,0 0-1 0 0,1 0 0 0 0,-1 0 0 0 0,-1 0 0 0 0,1 0 0 0 0,0 0 0 0 0,-4 3 0 0 0,-10 12 357 0 0,10-11-352 0 0,0-1 0 0 0,0 0 0 0 0,0-1 0 0 0,-1 1 0 0 0,0-1 1 0 0,0 0-1 0 0,0-1 0 0 0,-1 0 0 0 0,0 0 0 0 0,1-1 0 0 0,-1 1 0 0 0,-1-2 0 0 0,1 1 0 0 0,0-1 0 0 0,-1-1 1 0 0,-14 2-1 0 0,-10-1 164 0 0,0-2 0 0 0,0 0 0 0 0,-35-7 0 0 0,61 6-192 0 0,1 0 0 0 0,-1-1 0 0 0,1 1-1 0 0,0-1 1 0 0,0 0 0 0 0,0-1 0 0 0,0 0 0 0 0,-7-4 0 0 0,31-4 105 0 0,-17 11-164 0 0,-1-1 0 0 0,1 1 0 0 0,0-1 0 0 0,0 1 0 0 0,0-1 0 0 0,-1 1 0 0 0,1-1 0 0 0,0 1 0 0 0,0 0 0 0 0,0 0 0 0 0,0-1 0 0 0,0 1 1 0 0,-1 0-1 0 0,1 0 0 0 0,0 0 0 0 0,0 0 0 0 0,0 0 0 0 0,0 0 0 0 0,0 0 0 0 0,1 0 0 0 0,24 2-60 0 0,177 30 357 0 0,-8-1 186 0 0,-165-28-457 0 0,0-1 0 0 0,0-2-1 0 0,1-1 1 0 0,41-8-1 0 0,-56 7-297 0 0,0-2-1 0 0,0 0 0 0 0,-1-1 1 0 0,0 0-1 0 0,25-13 0 0 0,-30 11-1250 0 0,0 1-1 0 0,-1-1 1 0 0,1 0-1 0 0,15-17 1 0 0,19-25-9185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3:35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74 240 0 0,'-6'0'959'0'0,"0"1"0"0"0,0-1 0 0 0,1-1 1 0 0,-1 1-1 0 0,0-1 0 0 0,1 0 0 0 0,-1 0 0 0 0,1-1 0 0 0,-7-2 0 0 0,11 3-567 0 0,1 1 1 0 0,-1-1-1 0 0,1 0 0 0 0,-1 0 1 0 0,1 1-1 0 0,-1-1 0 0 0,1 0 1 0 0,0 0-1 0 0,-1 0 0 0 0,1 0 1 0 0,0 0-1 0 0,0 0 0 0 0,0 1 1 0 0,0-1-1 0 0,0 0 0 0 0,0 0 1 0 0,0 0-1 0 0,0-2 0 0 0,5-7 3173 0 0,9 4-3014 0 0,1 1 0 0 0,0 1 0 0 0,1 0 0 0 0,-1 1 0 0 0,23-2 0 0 0,85 1-887 0 0,-16 2-5449 0 0,-94 1 3667 0 0,-7 0 918 0 0,1 0 1 0 0,0 0-1 0 0,0 1 1 0 0,0 1-1 0 0,0-1 1 0 0,0 1-1 0 0,0 0 1 0 0,0 0-1 0 0,11 5 1 0 0,4 1-2483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3:36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61 1681 0 0,'-22'4'1921'0'0,"22"2"2721"0"0,-22-6 400 0 0,22-6-2001 0 0,22 6-2080 0 0,0 0 79 0 0,0 0-79 0 0,23 6-81 0 0,21-6-320 0 0,1 0-159 0 0,0-10-481 0 0,-1 0-1841 0 0,1-3-2801 0 0,0-1-1121 0 0,-27-10 801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3:37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374 52 320 0 0,'18'-4'5283'0'0,"-125"-24"626"0"0,89 24-4938 0 0,2 0-55 0 0,-1 0 0 0 0,0 1 0 0 0,0 1-1 0 0,-18 0 1 0 0,32 2-846 0 0,1 0 0 0 0,0 0-1 0 0,0 0 1 0 0,-1 0 0 0 0,1 0 0 0 0,0 1-1 0 0,0-1 1 0 0,0 0 0 0 0,0 1 0 0 0,-1 0-1 0 0,1 0 1 0 0,0 0 0 0 0,0 0 0 0 0,0 0-1 0 0,0 0 1 0 0,1 0 0 0 0,-1 0 0 0 0,0 1-1 0 0,0-1 1 0 0,1 1 0 0 0,-1-1 0 0 0,1 1-1 0 0,-1 0 1 0 0,1 0 0 0 0,0-1 0 0 0,0 1-1 0 0,0 0 1 0 0,0 0 0 0 0,0 0 0 0 0,0 0-1 0 0,0 1 1 0 0,1-1 0 0 0,-1 0 0 0 0,1 0-1 0 0,-1 0 1 0 0,1 0 0 0 0,0 1 0 0 0,0 1-1 0 0,0 78 91 0 0,22-86-79 0 0,-1-4 13 0 0,0 0 0 0 0,19-13 0 0 0,-21 11-48 0 0,1 1 0 0 0,0 0 0 0 0,21-5 0 0 0,-29 11-51 0 0,0 0-1 0 0,0 1 0 0 0,0 0 1 0 0,1 1-1 0 0,-1 1 0 0 0,1 0 0 0 0,-1 0 1 0 0,0 1-1 0 0,23 5 0 0 0,-28-4 14 0 0,1 0 0 0 0,-1 1 0 0 0,0 0 1 0 0,0 0-1 0 0,-1 0 0 0 0,1 1 0 0 0,-1 0 0 0 0,0 0 0 0 0,0 0 0 0 0,0 1 0 0 0,0 0 0 0 0,-1 0 0 0 0,0 1 0 0 0,0 0 0 0 0,0-1 0 0 0,6 13 0 0 0,-9-15 10 0 0,-1-1 0 0 0,0 1 1 0 0,0 0-1 0 0,0 0 0 0 0,0 0 0 0 0,-1 0 0 0 0,1 0 0 0 0,-1 0 0 0 0,1 1 0 0 0,-1-1 0 0 0,0 0 0 0 0,0 0 0 0 0,-1 0 0 0 0,1 0 0 0 0,-1 0 0 0 0,1 0 0 0 0,-1 0 0 0 0,0 0 0 0 0,0 0 0 0 0,0 0 0 0 0,-1 0 0 0 0,1-1 0 0 0,-1 1 0 0 0,1 0 0 0 0,-1-1 0 0 0,-4 5 0 0 0,-3 3 179 0 0,0-1 0 0 0,0 0 0 0 0,-1-1 0 0 0,-17 11 0 0 0,24-16-148 0 0,-8 4 142 0 0,-2 0 0 0 0,1 0 0 0 0,-1-1 0 0 0,0 0 0 0 0,0-2 1 0 0,-1 1-1 0 0,1-2 0 0 0,-16 3 0 0 0,-6-1 169 0 0,-69 0 1 0 0,87-6-364 0 0,0 0 0 0 0,1-1-1 0 0,-1-1 1 0 0,0-1 0 0 0,-21-7 0 0 0,32 10-66 0 0,0-1 1 0 0,0 0-1 0 0,1-1 0 0 0,-1 0 1 0 0,1 1-1 0 0,-1-2 1 0 0,1 1-1 0 0,0-1 1 0 0,0 1-1 0 0,0-2 0 0 0,1 1 1 0 0,-1 0-1 0 0,1-1 1 0 0,0 0-1 0 0,1 0 0 0 0,-1 0 1 0 0,-4-9-1 0 0,7 12-91 0 0,1 0-1 0 0,-1 0 0 0 0,1 0 1 0 0,-1 0-1 0 0,1 0 0 0 0,0 0 0 0 0,0-1 1 0 0,0 1-1 0 0,0 0 0 0 0,0 0 1 0 0,1 0-1 0 0,-1 0 0 0 0,1 0 0 0 0,-1 0 1 0 0,1 0-1 0 0,0 0 0 0 0,-1 0 1 0 0,1 0-1 0 0,0 0 0 0 0,1 0 0 0 0,-1 0 1 0 0,0 1-1 0 0,0-1 0 0 0,2-1 1 0 0,3-3-942 0 0,1 0 0 0 0,-1 0 0 0 0,1 1 0 0 0,11-6 0 0 0,-11 6-29 0 0,34-23-5485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3:38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 95 1281 0 0,'0'-1'373'0'0,"0"0"0"0"0,-1 0 0 0 0,1 0 0 0 0,0 0 0 0 0,-1 0 0 0 0,1 0 1 0 0,0 0-1 0 0,-1 0 0 0 0,1 0 0 0 0,-1 0 0 0 0,1 0 0 0 0,-1 0 0 0 0,0 0 1 0 0,1 1-1 0 0,-1-1 0 0 0,0 0 0 0 0,0 0 0 0 0,0 1 0 0 0,1-1 0 0 0,-1 0 1 0 0,0 1-1 0 0,0-1 0 0 0,0 1 0 0 0,0-1 0 0 0,0 1 0 0 0,-2-1 0 0 0,-3-1 380 0 0,1 1 0 0 0,-1-1-1 0 0,0 1 1 0 0,0 1-1 0 0,-9-1 1 0 0,-3 1 125 0 0,0 0-1 0 0,0 2 1 0 0,-21 4 0 0 0,21-2-388 0 0,2-1-112 0 0,0 0 0 0 0,0 1 0 0 0,1 1 0 0 0,-1 1-1 0 0,1 0 1 0 0,-28 16 0 0 0,40-20-384 0 0,1 0 0 0 0,0 0 0 0 0,0 0 0 0 0,0 0 0 0 0,0 0 0 0 0,1 0 0 0 0,-1 0 0 0 0,1 1 0 0 0,-1-1 0 0 0,1 1 0 0 0,-2 2 0 0 0,3-3 16 0 0,-1-1 1 0 0,1 0-1 0 0,-1 0 0 0 0,1 1 0 0 0,0-1 0 0 0,-1 1 0 0 0,1-1 1 0 0,0 0-1 0 0,0 1 0 0 0,0-1 0 0 0,0 0 0 0 0,0 1 1 0 0,1-1-1 0 0,-1 0 0 0 0,0 1 0 0 0,0-1 0 0 0,1 0 1 0 0,-1 1-1 0 0,1-1 0 0 0,-1 0 0 0 0,1 0 0 0 0,0 1 0 0 0,0-1 1 0 0,-1 0-1 0 0,1 0 0 0 0,0 0 0 0 0,2 2 0 0 0,5 2 59 0 0,0 1 1 0 0,1-1-1 0 0,0 0 0 0 0,0-1 0 0 0,0 0 0 0 0,0-1 0 0 0,19 5 0 0 0,-9-4-37 0 0,0 0 0 0 0,1-1 0 0 0,29 0 0 0 0,82-9-199 0 0,-112 4 179 0 0,-1-1 0 0 0,1 0 0 0 0,-1-1 0 0 0,36-14 0 0 0,-49 16 18 0 0,1-1-1 0 0,-1 0 1 0 0,1 0 0 0 0,-1-1-1 0 0,0 1 1 0 0,0-1 0 0 0,0 0-1 0 0,6-8 1 0 0,-10 10-19 0 0,0 1 0 0 0,1-1 0 0 0,-1 0 0 0 0,0 1-1 0 0,0-1 1 0 0,0 0 0 0 0,0 0 0 0 0,-1 0 0 0 0,1 0 0 0 0,-1 0 0 0 0,1 0-1 0 0,-1 0 1 0 0,1 0 0 0 0,-1 0 0 0 0,0 0 0 0 0,0-1 0 0 0,0 1 0 0 0,0 0-1 0 0,-1 0 1 0 0,1 0 0 0 0,0 0 0 0 0,-1 0 0 0 0,0 0 0 0 0,1 0 0 0 0,-1 0-1 0 0,-1-2 1 0 0,-2-3 22 0 0,-1 0 0 0 0,0 1 0 0 0,0-1-1 0 0,-1 1 1 0 0,1 0 0 0 0,-1 1 0 0 0,-1-1 0 0 0,1 1-1 0 0,-1 0 1 0 0,0 1 0 0 0,-11-6 0 0 0,3 3-50 0 0,-1 0-1 0 0,1 1 1 0 0,-1 1-1 0 0,-29-7 1 0 0,18 9-399 0 0,1 0-1 0 0,-1 2 1 0 0,0 1-1 0 0,1 0 1 0 0,-1 3-1 0 0,1 0 1 0 0,-1 1-1 0 0,-45 15 1 0 0,31-1-3626 0 0,40-18 3885 0 0,1 0 1 0 0,0 0 0 0 0,-1 0-1 0 0,1 0 1 0 0,0 1 0 0 0,-1-1-1 0 0,1 0 1 0 0,0 0 0 0 0,-1 1-1 0 0,1-1 1 0 0,0 0 0 0 0,0 1-1 0 0,-1-1 1 0 0,1 0 0 0 0,0 1-1 0 0,0-1 1 0 0,0 0 0 0 0,-1 1-1 0 0,1-1 1 0 0,0 0-1 0 0,0 1 1 0 0,0-1 0 0 0,0 1-1 0 0,0-1 1 0 0,0 0 0 0 0,0 1-1 0 0,0-1 1 0 0,0 1 0 0 0,0-1-1 0 0,0 0 1 0 0,0 1 0 0 0,0-1-1 0 0,0 1 1 0 0,0-1 0 0 0,0 0-1 0 0,0 1 1 0 0,1-1 0 0 0,-1 0-1 0 0,0 1 1 0 0,0-1-1 0 0,0 1 1 0 0,1-1 0 0 0,18 15-8462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3:39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26 560 0 0,'11'-5'1230'0'0,"1"0"-1"0"0,-1 1 0 0 0,1 1 1 0 0,19-4-1 0 0,-26 6-973 0 0,-1 1 1 0 0,0-1 0 0 0,0 1-1 0 0,1 0 1 0 0,-1 1-1 0 0,0-1 1 0 0,0 1-1 0 0,1 0 1 0 0,-1 0 0 0 0,0 0-1 0 0,0 0 1 0 0,0 1-1 0 0,0 0 1 0 0,0 0-1 0 0,0 0 1 0 0,-1 0 0 0 0,5 4-1 0 0,26 14 261 0 0,-30-18-483 0 0,0 0 1 0 0,1 0-1 0 0,-1 0 1 0 0,0 0-1 0 0,0 1 1 0 0,-1 0 0 0 0,1 0-1 0 0,0 0 1 0 0,-1 0-1 0 0,0 1 1 0 0,0-1-1 0 0,0 1 1 0 0,4 6 0 0 0,-3-3 12 0 0,-1 1 1 0 0,0-1 0 0 0,-1 1-1 0 0,0 0 1 0 0,0 0-1 0 0,0 0 1 0 0,-1 0 0 0 0,0 0-1 0 0,-1 0 1 0 0,0 0 0 0 0,0 0-1 0 0,-1 0 1 0 0,0 0 0 0 0,0 0-1 0 0,-1 0 1 0 0,0 0 0 0 0,0 0-1 0 0,-1 0 1 0 0,0-1-1 0 0,-6 12 1 0 0,7-16 92 0 0,-1 1 0 0 0,0 0 0 0 0,1 0 0 0 0,0 1 0 0 0,0-1 0 0 0,1 0 1 0 0,-1 1-1 0 0,1-1 0 0 0,0 1 0 0 0,0-1 0 0 0,0 1 0 0 0,0 0 0 0 0,1 5 0 0 0,0-7-14 0 0,0-1 1 0 0,0 1-1 0 0,0 0 0 0 0,0-1 1 0 0,-1 1-1 0 0,1-1 1 0 0,-1 1-1 0 0,0 0 0 0 0,0-1 1 0 0,0 1-1 0 0,0-1 0 0 0,0 0 1 0 0,0 1-1 0 0,-1-1 1 0 0,1 0-1 0 0,-1 0 0 0 0,1 0 1 0 0,-3 3-1 0 0,4-5-96 0 0,1 0 0 0 0,-1 0 1 0 0,1 0-1 0 0,0 0 0 0 0,-1 0 0 0 0,1 0 0 0 0,0 0 0 0 0,-1 0 1 0 0,1 0-1 0 0,0 0 0 0 0,-1-1 0 0 0,1 1 0 0 0,0 0 1 0 0,-1 0-1 0 0,1-1 0 0 0,-1 1 0 0 0,1 0 0 0 0,-1-1 0 0 0,1 1 1 0 0,0 0-1 0 0,-1-1 0 0 0,0 1 0 0 0,1-1 0 0 0,-1 1 0 0 0,1-1 1 0 0,-1 1-1 0 0,1-1 0 0 0,-1 1 0 0 0,0-1 0 0 0,1 1 0 0 0,-1-1 1 0 0,0 0-1 0 0,0 1 0 0 0,1-1 0 0 0,-1 1 0 0 0,0-1 0 0 0,0 0 1 0 0,0 1-1 0 0,0-1 0 0 0,0 0 0 0 0,0 0 0 0 0,0-1-25 0 0,0 1 1 0 0,0-1-1 0 0,1 1 0 0 0,-1 0 0 0 0,0-1 0 0 0,0 1 0 0 0,1 0 0 0 0,-1 0 0 0 0,1-1 0 0 0,0 1 1 0 0,-1 0-1 0 0,1 0 0 0 0,0 0 0 0 0,-1 0 0 0 0,1 0 0 0 0,0 0 0 0 0,2-2 0 0 0,8-12-3 0 0,15-33-13 0 0,-16 26-44 0 0,21-29 1 0 0,-13 29-220 0 0,0 1 1 0 0,2 1-1 0 0,39-32 1 0 0,-44 46 59 0 0,-8 10-106 0 0,-1 0 315 0 0,1 0 0 0 0,-1 1-1 0 0,0 0 1 0 0,-1-1-1 0 0,1 2 1 0 0,-1-1 0 0 0,0 1-1 0 0,-1 0 1 0 0,5 6 0 0 0,1 3 80 0 0,0 0 1 0 0,11 26 0 0 0,-14-11 227 0 0,-4 27 146 0 0,-5-20-95 0 0,2-29-189 0 0,-1-11-9 0 0,1-12-92 0 0,-1 10-50 0 0,1-1-1 0 0,0 0 1 0 0,0 0 0 0 0,1 0 0 0 0,0 1-1 0 0,2-11 1 0 0,19-58 79 0 0,-20 67-82 0 0,1 1-1 0 0,-1-1 0 0 0,1 1 1 0 0,0 0-1 0 0,1 0 0 0 0,-1 1 0 0 0,1-1 1 0 0,0 1-1 0 0,1-1 0 0 0,-1 1 1 0 0,1 1-1 0 0,8-7 0 0 0,-11 9-18 0 0,1 0 0 0 0,0 0 1 0 0,0 0-1 0 0,0 0 0 0 0,0 1 0 0 0,1-1 0 0 0,-1 1 1 0 0,0 0-1 0 0,1 0 0 0 0,-1 0 0 0 0,1 0 0 0 0,-1 1 0 0 0,1-1 1 0 0,-1 1-1 0 0,1 0 0 0 0,-1 0 0 0 0,1 0 0 0 0,-1 1 0 0 0,1-1 1 0 0,-1 1-1 0 0,1 0 0 0 0,-1 0 0 0 0,0 0 0 0 0,1 0 0 0 0,-1 0 1 0 0,0 1-1 0 0,0 0 0 0 0,5 3 0 0 0,4 3 45 0 0,-1 1-1 0 0,-1 0 1 0 0,1 1-1 0 0,-2 0 1 0 0,1 1-1 0 0,13 19 1 0 0,-18-22-1 0 0,0 1 1 0 0,0-1-1 0 0,-1 1 1 0 0,0 0-1 0 0,0 1 1 0 0,-1-1-1 0 0,0 1 1 0 0,-1 0-1 0 0,0-1 1 0 0,-1 1-1 0 0,1 14 1 0 0,-2 59-2025 0 0,0-81 1587 0 0,0 0-1 0 0,0 0 1 0 0,0 0 0 0 0,0 0-1 0 0,0 0 1 0 0,0 0-1 0 0,-1 0 1 0 0,1 0 0 0 0,-1 0-1 0 0,-1 2 1 0 0,-16 12-7109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3:44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92 250 160 0 0,'-1'0'181'0'0,"-1"0"-1"0"0,1 1 1 0 0,0 0-1 0 0,0-1 0 0 0,0 1 1 0 0,-1-1-1 0 0,1 1 1 0 0,0 0-1 0 0,0 0 1 0 0,0 0-1 0 0,0 0 1 0 0,0 0-1 0 0,0 0 1 0 0,1 0-1 0 0,-1 0 1 0 0,0 0-1 0 0,0 0 1 0 0,0 2-1 0 0,-2 25 4991 0 0,4-17-4393 0 0,-2-10-697 0 0,1 0 0 0 0,0 0 1 0 0,-1 0-1 0 0,1 0 0 0 0,-1 0 1 0 0,0 0-1 0 0,1 0 1 0 0,-1 0-1 0 0,1-1 0 0 0,-1 1 1 0 0,0 0-1 0 0,0 0 0 0 0,0 0 1 0 0,1-1-1 0 0,-1 1 0 0 0,0-1 1 0 0,0 1-1 0 0,0-1 0 0 0,0 1 1 0 0,-2 0-1 0 0,-27 12 938 0 0,14-7-358 0 0,15-6-621 0 0,1 0 0 0 0,0 0 1 0 0,0 0-1 0 0,-1 0 0 0 0,1 0 1 0 0,0 0-1 0 0,0 0 0 0 0,-1 0 0 0 0,1 0 1 0 0,0 1-1 0 0,0-1 0 0 0,-1 0 0 0 0,1 0 1 0 0,0 0-1 0 0,0 0 0 0 0,0 0 1 0 0,-1 1-1 0 0,1-1 0 0 0,0 0 0 0 0,0 0 1 0 0,0 0-1 0 0,0 0 0 0 0,-1 1 0 0 0,1-1 1 0 0,0 0-1 0 0,0 0 0 0 0,0 1 1 0 0,0-1-1 0 0,0 0 0 0 0,0 0 0 0 0,0 1 1 0 0,0-1-1 0 0,-1 0 0 0 0,1 0 0 0 0,0 1 1 0 0,0-1-1 0 0,0 0 0 0 0,0 0 1 0 0,0 1-1 0 0,0-1 0 0 0,1 0 0 0 0,-1 0 1 0 0,0 1-1 0 0,0-1 0 0 0,0 0 0 0 0,0 0 1 0 0,0 1-1 0 0,0-1 0 0 0,0 0 1 0 0,0 0-1 0 0,1 0 0 0 0,-1 1 0 0 0,0-1 1 0 0,0 0-1 0 0,0 0 0 0 0,0 0 0 0 0,1 1 1 0 0,-1-1-1 0 0,0 0 0 0 0,0 0 1 0 0,0 0-1 0 0,1 0 0 0 0,-1 0 0 0 0,0 0 1 0 0,0 0-1 0 0,1 1 0 0 0,15 2 1643 0 0,-16-3-1649 0 0,1 0 69 0 0,-1 0 0 0 0,0 0 0 0 0,0 0 0 0 0,1 0 0 0 0,-1 0 0 0 0,0-1-1 0 0,0 1 1 0 0,1 0 0 0 0,-1 0 0 0 0,0 0 0 0 0,0 0 0 0 0,0-1 0 0 0,0 1-1 0 0,1 0 1 0 0,-1 0 0 0 0,0 0 0 0 0,0-1 0 0 0,0 1 0 0 0,0 0 0 0 0,0 0 0 0 0,0-1-1 0 0,1 1 1 0 0,-1 0 0 0 0,0 0 0 0 0,0-1 0 0 0,0 1 0 0 0,0 0 0 0 0,0 0 0 0 0,0-1-1 0 0,0 1 1 0 0,0 0 0 0 0,0 0 0 0 0,0-1 0 0 0,0 1 0 0 0,0 0 0 0 0,0 0 0 0 0,-1-1-1 0 0,5-10 1138 0 0,0 9-1111 0 0,-4 2-109 0 0,1 0 0 0 0,0 0 1 0 0,0-1-1 0 0,-1 1 1 0 0,1 0-1 0 0,0-1 1 0 0,0 1-1 0 0,-1 0 0 0 0,1-1 1 0 0,-1 1-1 0 0,1-1 1 0 0,0 1-1 0 0,-1-1 0 0 0,1 1 1 0 0,-1-1-1 0 0,1 0 1 0 0,-1 1-1 0 0,1-1 1 0 0,-1 0-1 0 0,0 1 0 0 0,1-1 1 0 0,-1 0-1 0 0,0 0 1 0 0,1 1-1 0 0,-1-1 0 0 0,0 0 1 0 0,0 0-1 0 0,0-1 1 0 0,1-1 30 0 0,1-1 0 0 0,-1 0-1 0 0,0 1 1 0 0,1-1 0 0 0,0 1 0 0 0,0 0 0 0 0,0-1 0 0 0,0 1 0 0 0,1 0 0 0 0,-1 0 0 0 0,1 0 0 0 0,-1 1 0 0 0,1-1 0 0 0,0 1 0 0 0,4-3 0 0 0,18-22 174 0 0,-19 18-145 0 0,-3 3-32 0 0,0 0 0 0 0,1 0 1 0 0,0 1-1 0 0,1-1 1 0 0,-1 1-1 0 0,1 0 1 0 0,9-8-1 0 0,-10 10-28 0 0,-1-1-1 0 0,1 1 1 0 0,-1-1 0 0 0,0 0 0 0 0,-1 0-1 0 0,3-4 1 0 0,-2 4-15 0 0,-1 0 0 0 0,1 0 0 0 0,0 0 0 0 0,0 0 0 0 0,0 0 0 0 0,5-3 0 0 0,-3 5-5 0 0,-4 1-1 0 0,0 1 1 0 0,0 0 0 0 0,-1 0-1 0 0,1-1 1 0 0,0 1 0 0 0,-1 0-1 0 0,1-1 1 0 0,-1 1-1 0 0,1-1 1 0 0,0 1 0 0 0,-1 0-1 0 0,1-1 1 0 0,-1 0 0 0 0,1 1-1 0 0,-1-1 1 0 0,0 1-1 0 0,1-1 1 0 0,-1 1 0 0 0,1-1-1 0 0,-1 0 1 0 0,0 1 0 0 0,0-1-1 0 0,1 0 1 0 0,-1 1-1 0 0,0-1 1 0 0,0 0 0 0 0,0 0-1 0 0,0 1 1 0 0,0-1 0 0 0,0 0-1 0 0,0 1 1 0 0,0-1-1 0 0,0-1 1 0 0,19 1-53 0 0,-19 0 54 0 0,0 1 0 0 0,0 0 1 0 0,0 0-1 0 0,1 0 1 0 0,-1 0-1 0 0,0 0 0 0 0,0 0 1 0 0,0 0-1 0 0,0 0 0 0 0,1 0 1 0 0,-1 0-1 0 0,0 0 0 0 0,0 0 1 0 0,0-1-1 0 0,0 1 1 0 0,0 0-1 0 0,1 0 0 0 0,-1 0 1 0 0,0 0-1 0 0,0 0 0 0 0,0 0 1 0 0,0-1-1 0 0,0 1 1 0 0,0 0-1 0 0,0 0 0 0 0,0 0 1 0 0,0-1-1 0 0,1 1 0 0 0,-1 0 1 0 0,0 0-1 0 0,0 0 0 0 0,0 0 1 0 0,0-1-1 0 0,0 1 1 0 0,0 0-1 0 0,0 0 0 0 0,0 0 1 0 0,0-1-1 0 0,0 1 0 0 0,0 0 1 0 0,-1 0-1 0 0,1 0 0 0 0,0-1 0 0 0,0 1-1 0 0,0 0 0 0 0,0 0 0 0 0,0-1 1 0 0,0 1-1 0 0,0 0 0 0 0,0 0 0 0 0,0-1 0 0 0,0 1 1 0 0,0 0-1 0 0,0 0 0 0 0,0-1 0 0 0,0 1 1 0 0,0 0-1 0 0,0 0 0 0 0,0-1 0 0 0,1 1 0 0 0,-1 0 1 0 0,0 0-1 0 0,0-1 0 0 0,0 1 0 0 0,0 0 1 0 0,0 0-1 0 0,1 0 0 0 0,-1 0 0 0 0,0-1 0 0 0,0 1 1 0 0,0 0-1 0 0,0 0 0 0 0,1 0 0 0 0,-1 0 1 0 0,0-1-1 0 0,0 1 0 0 0,1 0 0 0 0,-1 0 0 0 0,4-1-5 0 0,-3 1 3 0 0,-1 0-1 0 0,1 0 1 0 0,0 0 0 0 0,-1 0 0 0 0,1 0 0 0 0,-1 0-1 0 0,1-1 1 0 0,0 1 0 0 0,-1 0 0 0 0,1 0 0 0 0,-1-1-1 0 0,1 1 1 0 0,-1 0 0 0 0,1-1 0 0 0,-1 1 0 0 0,1 0 0 0 0,-1-1-1 0 0,1 1 1 0 0,-1 0 0 0 0,0-1 0 0 0,1 1 0 0 0,-1-1-1 0 0,0 1 1 0 0,1-1 0 0 0,-1 1 0 0 0,0-1 0 0 0,1 0-1 0 0,-1 1 1 0 0,0-1 0 0 0,0 1 0 0 0,0-1 0 0 0,0 1 0 0 0,1-2-1 0 0,-1 1-2 0 0,0 1-1 0 0,1-1 0 0 0,-1 0 0 0 0,1 1 0 0 0,-1-1 1 0 0,1 1-1 0 0,-1-1 0 0 0,1 1 0 0 0,-1-1 0 0 0,1 1 0 0 0,0-1 1 0 0,-1 1-1 0 0,1 0 0 0 0,0-1 0 0 0,-1 1 0 0 0,1 0 1 0 0,0 0-1 0 0,0-1 0 0 0,-1 1 0 0 0,1 0 0 0 0,0 0 1 0 0,-1 0-1 0 0,1 0 0 0 0,0 0 0 0 0,1 0 0 0 0,-1 0-16 0 0,3-1-111 0 0,14 6-28 0 0,30 23 161 0 0,-16-14 179 0 0,49 29 0 0 0,-69-36-109 0 0,0 1 1 0 0,-1 1 0 0 0,19 17 0 0 0,-27-23-42 0 0,0 0 0 0 0,1 0 1 0 0,0 0-1 0 0,0 0 0 0 0,0-1 1 0 0,0 0-1 0 0,0 1 0 0 0,8 1 0 0 0,-9-3-19 0 0,0 0-1 0 0,0 1 1 0 0,0-1-1 0 0,0 1 1 0 0,0-1-1 0 0,0 1 1 0 0,-1 0-1 0 0,1 0 1 0 0,-1 0-1 0 0,1 0 1 0 0,-1 0-1 0 0,4 5 1 0 0,3 9 76 0 0,-7-12-67 0 0,0-1-1 0 0,1 1 1 0 0,-1-1-1 0 0,1 1 0 0 0,-1-1 1 0 0,1 0-1 0 0,0 0 1 0 0,0 0-1 0 0,1-1 1 0 0,-1 1-1 0 0,0-1 1 0 0,1 1-1 0 0,0-1 0 0 0,-1 0 1 0 0,1-1-1 0 0,6 3 1 0 0,-7 1 114 0 0,-3-2-119 0 0,0-5-54 0 0,1 1 47 0 0,-1 1 0 0 0,0-1 0 0 0,0 0-1 0 0,0 1 1 0 0,1-1 0 0 0,-1 0 0 0 0,1 1 0 0 0,-1-1 0 0 0,0 1 0 0 0,1-1 0 0 0,-1 0 0 0 0,1 1 0 0 0,-1-1 0 0 0,1 1 0 0 0,-1-1 0 0 0,1 1 0 0 0,0 0 0 0 0,-1-1 0 0 0,1 1 0 0 0,-1-1 0 0 0,1 1 0 0 0,0 0 0 0 0,1-1 0 0 0,4-3 132 0 0,20-35 195 0 0,-20 30-261 0 0,-1-1 0 0 0,1 0 1 0 0,-2 0-1 0 0,1 0 0 0 0,-2-1 0 0 0,1 1 1 0 0,-1-1-1 0 0,-1 0 0 0 0,2-15 0 0 0,-3 17-64 0 0,0 0 0 0 0,1 0 0 0 0,0 0 0 0 0,0 1 0 0 0,1-1 0 0 0,0 1 0 0 0,1-1 0 0 0,0 1 0 0 0,0 0 0 0 0,0 0 0 0 0,9-10 0 0 0,-9 9-89 0 0,-4 8-53 0 0,0 1-84 0 0,0 0 108 0 0,0 1-1 0 0,0-1 0 0 0,0 0 1 0 0,0 1-1 0 0,0-1 0 0 0,0 1 1 0 0,0-1-1 0 0,0 0 0 0 0,0 1 1 0 0,0-1-1 0 0,-1 0 0 0 0,1 1 1 0 0,0-1-1 0 0,0 0 0 0 0,0 1 0 0 0,0-1 1 0 0,0 0-1 0 0,-1 1 0 0 0,1-1 1 0 0,0 0-1 0 0,0 0 0 0 0,-1 1 1 0 0,1-1-1 0 0,0 0 0 0 0,-1 1 1 0 0,-11-1-3248 0 0,-27-9-10640 0 0,27 3 12342 0 0,-10-12-2454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02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113 325 1281 0 0,'-46'-7'231'0'0,"41"7"-200"0"0,0 0 0 0 0,0 0 0 0 0,0-1 0 0 0,0 0 0 0 0,0 0 0 0 0,0 0 1 0 0,0-1-1 0 0,1 0 0 0 0,-1 0 0 0 0,-8-4 0 0 0,13 6-12 0 0,0-1 0 0 0,-1 1 0 0 0,1 0-1 0 0,0 0 1 0 0,-1 0 0 0 0,1 0 0 0 0,0 0-1 0 0,0-1 1 0 0,-1 1 0 0 0,1 0 0 0 0,0 0 0 0 0,0 0-1 0 0,0-1 1 0 0,-1 1 0 0 0,1 0 0 0 0,0 0 0 0 0,0-1-1 0 0,0 1 1 0 0,0 0 0 0 0,0-1 0 0 0,-1 1 0 0 0,1 0-1 0 0,0-1 1 0 0,0 1 0 0 0,0 0 0 0 0,0 0-1 0 0,0-1 1 0 0,0 1 0 0 0,0 0 0 0 0,0-1 0 0 0,0 1-1 0 0,0 0 1 0 0,0-1 0 0 0,0 1 0 0 0,0 0 0 0 0,0 0-1 0 0,1-1 1 0 0,-1 1 0 0 0,0 0 0 0 0,0-1-1 0 0,0 1 1 0 0,0 0 0 0 0,0 0 0 0 0,1-1 0 0 0,-1 1-1 0 0,0 0 1 0 0,0 0 0 0 0,0-1 0 0 0,1 1 0 0 0,-1 0-1 0 0,0 0 1 0 0,0 0 0 0 0,1 0 0 0 0,-1-1 0 0 0,0 1-1 0 0,1 0 1 0 0,-1 0 0 0 0,0 0 0 0 0,0 0-1 0 0,1 0 1 0 0,-1 0 0 0 0,0 0 0 0 0,1 0 0 0 0,19-6 446 0 0,62 6 108 0 0,-9 5 1655 0 0,-69-6-2189 0 0,-2 1-21 0 0,0 0 0 0 0,0-1-1 0 0,0 1 1 0 0,0 0-1 0 0,0 0 1 0 0,0 0-1 0 0,0 1 1 0 0,0-1-1 0 0,0 0 1 0 0,0 1-1 0 0,0-1 1 0 0,0 1-1 0 0,0 0 1 0 0,-1-1 0 0 0,3 2-1 0 0,18-1 223 0 0,-3-1-80 0 0,5 0 167 0 0,41 5 0 0 0,-42 0-207 0 0,-11-4-100 0 0,23-3 147 0 0,36 2-21 0 0,147 0-39 0 0,-204 1-67 0 0,53 2-27 0 0,-53-4-84 0 0,-12-1 72 0 0,0 1 1 0 0,1-1-1 0 0,-1 1 1 0 0,0 0-1 0 0,1 0 0 0 0,-1 0 1 0 0,0 0-1 0 0,1 1 1 0 0,-1-1-1 0 0,1 1 0 0 0,-1-1 1 0 0,4 1-1 0 0,3-3 23 0 0,26-8 19 0 0,-9 5-43 0 0,-19 5 0 0 0,-5 2 0 0 0,0 0 0 0 0,0 0 0 0 0,0 0 0 0 0,0 0 0 0 0,1 0 0 0 0,-1-1 0 0 0,0 1 0 0 0,0-1 0 0 0,1 1 0 0 0,-1-1 0 0 0,0 0 0 0 0,0 0 0 0 0,4 0 0 0 0,7 2-1 0 0,63-1 95 0 0,-17-4-73 0 0,-39 1-1 0 0,0 1 0 0 0,37 2-1 0 0,138 9 435 0 0,-37-23-278 0 0,-94 6-179 0 0,-35 1 2 0 0,-2 1 7 0 0,51 12-91 0 0,-71-7 85 0 0,30 5 0 0 0,5 3 80 0 0,1-3 0 0 0,45 1 0 0 0,-43-6-93 0 0,51-4 266 0 0,97-16 1 0 0,-108 11 226 0 0,-76 6 28 0 0,-9 3-500 0 0,0 0 1 0 0,0 0-1 0 0,1-1 0 0 0,-1 1 0 0 0,0 0 0 0 0,0 0 0 0 0,0 0 0 0 0,1-1 0 0 0,-1 1 1 0 0,0 0-1 0 0,0 0 0 0 0,1 0 0 0 0,-1 0 0 0 0,0 0 0 0 0,1-1 0 0 0,-1 1 0 0 0,0 0 1 0 0,0 0-1 0 0,1 0 0 0 0,-1 0 0 0 0,0 0 0 0 0,1 0 0 0 0,-1 0 0 0 0,0 0 0 0 0,0 0 1 0 0,1 0-1 0 0,-1 0 0 0 0,0 0 0 0 0,1 0 0 0 0,-1 1 0 0 0,0-1 0 0 0,0 0 0 0 0,1 0 1 0 0,-1 0-1 0 0,0 0 0 0 0,0 0 0 0 0,1 1 0 0 0,-1-1 0 0 0,0 0 0 0 0,0 0 0 0 0,1 0 1 0 0,-1 1-1 0 0,0-1 0 0 0,0 0 0 0 0,0 0 0 0 0,0 1 0 0 0,1-1 0 0 0,-1 0 0 0 0,0 0 1 0 0,0 1-1 0 0,0-1 0 0 0,0 0 0 0 0,0 1 0 0 0,19-1 152 0 0,207 14 320 0 0,18-18-173 0 0,-222 4-293 0 0,0 0-12 0 0,-13 0 16 0 0,26-5 42 0 0,95 4 20 0 0,-100 3-80 0 0,-23 1 0 0 0,67-2 0 0 0,-27-1 25 0 0,-8 1 51 0 0,-1-1 0 0 0,64-10 0 0 0,-62 9 57 0 0,-33 0-123 0 0,-3-1-7 0 0,26 1 11 0 0,105 3 147 0 0,-41 2-8 0 0,143-15 0 0 0,-213 7-64 0 0,-7 2 5 0 0,0 0 1 0 0,0 1-1 0 0,19 1 1 0 0,53 0-95 0 0,-6-1 207 0 0,167-22-1 0 0,-125 14 115 0 0,-125 8-268 0 0,0-3-80 0 0,0 3 561 0 0,-2 1-511 0 0,1-1 1 0 0,-1 1 0 0 0,0-1-1 0 0,0 0 1 0 0,1 0-1 0 0,-1 0 1 0 0,1 0 0 0 0,-1 0-1 0 0,1 0 1 0 0,-1-1-1 0 0,1 1 1 0 0,-2-2 0 0 0,0-1-15 0 0,0 1 0 0 0,0-1 1 0 0,0 1-1 0 0,0 0 0 0 0,-1 0 1 0 0,0 0-1 0 0,1 0 0 0 0,-1 0 1 0 0,0 1-1 0 0,-7-3 0 0 0,-6-6 89 0 0,1 1 87 0 0,-1 0-1 0 0,1 1 1 0 0,-30-11 0 0 0,11 5 116 0 0,5 2 313 0 0,0 1-1 0 0,-1 1 0 0 0,-39-8 1 0 0,37 12-4831 0 0,1 2-4998 0 0,10 1 5040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02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24 400 0 0,'0'-1'54'0'0,"0"0"-1"0"0,0 0 0 0 0,0 0 1 0 0,0 0-1 0 0,-1 0 1 0 0,1 0-1 0 0,0 0 0 0 0,0 0 1 0 0,-1 1-1 0 0,1-1 1 0 0,-1 0-1 0 0,1 0 1 0 0,-1 0-1 0 0,1 0 0 0 0,-1 1 1 0 0,1-1-1 0 0,-1 0 1 0 0,0 0-1 0 0,1 1 0 0 0,-1-1 1 0 0,0 1-1 0 0,0-1 1 0 0,0 0-1 0 0,1 1 1 0 0,-1 0-1 0 0,0-1 0 0 0,0 1 1 0 0,0-1-1 0 0,-1 1 1 0 0,-22-2 1705 0 0,18 5-1543 0 0,-1 0 0 0 0,1 0 0 0 0,0 1 0 0 0,0-1 0 0 0,0 1 0 0 0,0 1 0 0 0,1-1 0 0 0,-1 1 0 0 0,1 0 0 0 0,0 0 0 0 0,1 1 0 0 0,-1-1 0 0 0,1 1 0 0 0,-5 10 0 0 0,2-6-52 0 0,0-1 0 0 0,-1 1-1 0 0,-16 16 1 0 0,-84 47-3219 0 0,105-67-106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06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52 720 0 0,'0'-1'89'0'0,"2"-25"1319"0"0,-2 26-1406 0 0,1-1 0 0 0,-1 0 0 0 0,1 1 0 0 0,-1-1 1 0 0,1 0-1 0 0,-1 1 0 0 0,1-1 0 0 0,0 1 1 0 0,-1-1-1 0 0,1 1 0 0 0,0-1 0 0 0,-1 1 0 0 0,1-1 1 0 0,0 1-1 0 0,0 0 0 0 0,-1 0 0 0 0,1-1 1 0 0,0 1-1 0 0,0 0 0 0 0,0 0 0 0 0,-1 0 0 0 0,2 0 1 0 0,-2-1 38 0 0,1 1-1 0 0,-1 0 1 0 0,0 0 0 0 0,1-1 0 0 0,-1 1 0 0 0,0 0 0 0 0,0 0 0 0 0,1-1-1 0 0,-1 1 1 0 0,0 0 0 0 0,0 0 0 0 0,0-1 0 0 0,1 1 0 0 0,-1 0-1 0 0,0-1 1 0 0,0 1 0 0 0,0-1 0 0 0,0 1 0 0 0,0 0 0 0 0,0-1 0 0 0,0 1-1 0 0,0 0 1 0 0,1-1 0 0 0,-1 1 0 0 0,-1 0 0 0 0,1-1 0 0 0,0 1 0 0 0,0-1-1 0 0,0 1 1 0 0,0 0 0 0 0,0-1 0 0 0,0 1 0 0 0,0 0 0 0 0,0-1 0 0 0,-1 1-1 0 0,1 0 1 0 0,0-1 0 0 0,0 1 0 0 0,0 0 0 0 0,-1 0 0 0 0,1-1-1 0 0,0 1 1 0 0,0 0 0 0 0,-1 0 0 0 0,1-1 0 0 0,0 1 0 0 0,-1 0 0 0 0,-17 0 706 0 0,18 0-627 0 0,0 117 307 0 0,0-116-423 0 0,0 0 1 0 0,0 0-1 0 0,0 0 1 0 0,0 0-1 0 0,0 0 1 0 0,1 0-1 0 0,-1 0 1 0 0,0 0-1 0 0,1 0 1 0 0,-1 0 0 0 0,1 0-1 0 0,-1 0 1 0 0,1 0-1 0 0,-1 0 1 0 0,1 0-1 0 0,0 0 1 0 0,-1-1-1 0 0,1 1 1 0 0,0 0-1 0 0,1 0 1 0 0,-1 0-2 0 0,0 0 0 0 0,0 0 0 0 0,0 0 0 0 0,0 0 0 0 0,0 0 0 0 0,-1 0 1 0 0,1 0-1 0 0,0 0 0 0 0,-1 0 0 0 0,1 1 0 0 0,-1-1 0 0 0,1 0 0 0 0,-1 0 0 0 0,1 0 0 0 0,-1 1 0 0 0,0-1 0 0 0,1 0 0 0 0,-1 1 0 0 0,0-1 1 0 0,0 2-1 0 0,0-1 0 0 0,0-1 1 0 0,0 1 0 0 0,0 0 0 0 0,1-1-1 0 0,-1 1 1 0 0,0-1 0 0 0,1 1-1 0 0,0-1 1 0 0,-1 1 0 0 0,1-1 0 0 0,0 1-1 0 0,-1-1 1 0 0,1 0 0 0 0,0 1 0 0 0,0-1-1 0 0,2 2 1 0 0,-2-2 1 0 0,0 0 0 0 0,0 0 0 0 0,0 1 0 0 0,0-1-1 0 0,0 0 1 0 0,0 1 0 0 0,-1-1 0 0 0,1 0 0 0 0,0 1 0 0 0,-1-1 0 0 0,1 1 0 0 0,-1-1 0 0 0,0 1 0 0 0,1 0 0 0 0,-1-1-1 0 0,0 3 1 0 0,0 102 89 0 0,0-104-92 0 0,0 0 1 0 0,0-1 0 0 0,0 1-1 0 0,-1 0 1 0 0,1-1 0 0 0,-1 1-1 0 0,1 0 1 0 0,-1-1 0 0 0,1 1-1 0 0,-1-1 1 0 0,0 1 0 0 0,0-1-1 0 0,0 1 1 0 0,0-1-1 0 0,0 1 1 0 0,-1 0 0 0 0,1-1-2 0 0,0 1 0 0 0,0-1 1 0 0,0 1-1 0 0,0-1 0 0 0,0 1 0 0 0,0-1 1 0 0,0 1-1 0 0,1-1 0 0 0,-1 1 1 0 0,0 0-1 0 0,1-1 0 0 0,0 1 0 0 0,-1 0 1 0 0,1-1-1 0 0,0 1 0 0 0,0 2 0 0 0,0 56 13 0 0,0-60-13 0 0,0 1 1 0 0,0 0 0 0 0,0-1-1 0 0,-1 1 1 0 0,1-1-1 0 0,0 1 1 0 0,0 0-1 0 0,0-1 1 0 0,-1 1 0 0 0,1-1-1 0 0,0 1 1 0 0,0-1-1 0 0,-1 1 1 0 0,1-1 0 0 0,-1 1-1 0 0,1-1 1 0 0,0 1-1 0 0,-1-1 1 0 0,1 1-1 0 0,-1-1 1 0 0,1 0 0 0 0,-1 1-1 0 0,1-1 1 0 0,-1 0-1 0 0,1 0 1 0 0,-1 1 0 0 0,0-1-1 0 0,0 0 1 0 0,0 1-1 0 0,1-1 0 0 0,-1 0 0 0 0,0 0 0 0 0,1 0 1 0 0,-1 1-1 0 0,1-1 0 0 0,-1 0 0 0 0,1 1 0 0 0,-1-1 0 0 0,1 1 1 0 0,-1-1-1 0 0,1 1 0 0 0,-1-1 0 0 0,1 1 0 0 0,-1-1 1 0 0,1 1-1 0 0,0-1 0 0 0,-1 1 0 0 0,1-1 0 0 0,0 1 0 0 0,0 0 1 0 0,-1-1-1 0 0,1 1 0 0 0,0-1 0 0 0,0 1 0 0 0,0 0 0 0 0,0-1 1 0 0,0 2-1 0 0,1-3-47 0 0,0-1 0 0 0,0 1-1 0 0,0 0 1 0 0,0 0 0 0 0,0 0 0 0 0,1 0 0 0 0,-1 0 0 0 0,1 0 0 0 0,-1 0-1 0 0,0 1 1 0 0,1-1 0 0 0,2-1 0 0 0,25-14-982 0 0,11-14-1426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07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30 720 0 0,'0'-1'77'0'0,"0"0"0"0"0,0 1 0 0 0,0-1 0 0 0,0 0-1 0 0,0 0 1 0 0,0 0 0 0 0,0 1 0 0 0,0-1 0 0 0,0 0 0 0 0,0 0-1 0 0,0 1 1 0 0,0-1 0 0 0,1 0 0 0 0,-1 0 0 0 0,0 1-1 0 0,1-1 1 0 0,-1 0 0 0 0,0 1 0 0 0,1-1 0 0 0,-1 0 0 0 0,1 1-1 0 0,-1-1 1 0 0,1 1 0 0 0,-1-1 0 0 0,1 0 0 0 0,0 1-1 0 0,-1 0 1 0 0,1-1 0 0 0,0 1 0 0 0,-1-1 0 0 0,1 1 0 0 0,0 0-1 0 0,-1-1 1 0 0,1 1 0 0 0,0 0 0 0 0,0 0 0 0 0,-1 0-1 0 0,3-1 1 0 0,-1 1-31 0 0,20-5 194 0 0,-30 4 195 0 0,8 1-436 0 0,-1 0 0 0 0,1 0-1 0 0,0 0 1 0 0,-1 0 0 0 0,1 0 0 0 0,-1 0-1 0 0,1 0 1 0 0,-1 0 0 0 0,1 0 0 0 0,0 0-1 0 0,-1 0 1 0 0,1 0 0 0 0,-1 1 0 0 0,1-1-1 0 0,0 0 1 0 0,-1 0 0 0 0,1 0 0 0 0,-1 1-1 0 0,1-1 1 0 0,0 0 0 0 0,-1 0 0 0 0,1 1-1 0 0,0-1 1 0 0,0 0 0 0 0,-1 1 0 0 0,1-1-1 0 0,-1 1 1 0 0,1 0 1 0 0,0 0 0 0 0,-1-1 0 0 0,1 1 0 0 0,0 0 0 0 0,-1-1 0 0 0,1 1 0 0 0,-1 0 0 0 0,1-1 0 0 0,-1 1 0 0 0,1-1 0 0 0,-1 1 0 0 0,0 0 0 0 0,1-1 0 0 0,-1 0 0 0 0,0 1 0 0 0,1-1 0 0 0,-1 1 0 0 0,0-1 0 0 0,1 0 0 0 0,-1 1 0 0 0,0-1 0 0 0,-1 0 0 0 0,-6 5 0 0 0,-59 57 13 0 0,52-50 3 0 0,-34 33 93 0 0,47-42-111 0 0,-1 0 0 0 0,1 0 0 0 0,0 0-1 0 0,-1 0 1 0 0,2 0 0 0 0,-1 1 0 0 0,0-1 0 0 0,1 0 0 0 0,-1 1 0 0 0,1 0 0 0 0,0-1 0 0 0,0 1 0 0 0,1 0 0 0 0,-1 5 0 0 0,0-9-34 0 0,1 1 1 0 0,0 0-1 0 0,0 0 1 0 0,0 0-1 0 0,0-1 1 0 0,0 1-1 0 0,0 0 1 0 0,0 0-1 0 0,0 0 1 0 0,1 0 0 0 0,-1-1-1 0 0,0 1 1 0 0,0 0-1 0 0,1 0 1 0 0,-1-1-1 0 0,1 1 1 0 0,-1 0-1 0 0,0 0 1 0 0,1-1-1 0 0,-1 1 1 0 0,1 0-1 0 0,-1-1 1 0 0,1 1-1 0 0,0-1 1 0 0,-1 1-1 0 0,1-1 1 0 0,0 1 0 0 0,-1-1-1 0 0,1 1 1 0 0,0-1-1 0 0,0 0 1 0 0,-1 1-1 0 0,1-1 1 0 0,0 0-1 0 0,0 0 1 0 0,-1 0-1 0 0,1 1 1 0 0,0-1-1 0 0,0 0 1 0 0,0 0-1 0 0,0 0 1 0 0,-1 0-1 0 0,3-1 1 0 0,19-2-2593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08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686 15 560 0 0,'0'0'31'0'0,"1"-1"-1"0"0,-1 1 0 0 0,0 0 0 0 0,0 0 1 0 0,0 0-1 0 0,0 0 0 0 0,0 0 0 0 0,0 0 1 0 0,0 0-1 0 0,0-1 0 0 0,0 1 0 0 0,0 0 1 0 0,0 0-1 0 0,0 0 0 0 0,0 0 0 0 0,0 0 1 0 0,0 0-1 0 0,0-1 0 0 0,0 1 1 0 0,0 0-1 0 0,0 0 0 0 0,0 0 0 0 0,0 0 1 0 0,0 0-1 0 0,0 0 0 0 0,0-1 0 0 0,0 1 1 0 0,0 0-1 0 0,0 0 0 0 0,0 0 0 0 0,0 0 1 0 0,0 0-1 0 0,0 0 0 0 0,0 0 0 0 0,0-1 1 0 0,-1 1-1 0 0,1 0 0 0 0,0 0 0 0 0,0 0 1 0 0,0 0-1 0 0,0 0 0 0 0,0 0 1 0 0,0 0-1 0 0,0 0 0 0 0,-1 0 0 0 0,1 0 1 0 0,0 0-1 0 0,0 0 0 0 0,0 0 0 0 0,0-1 1 0 0,0 1-1 0 0,0 0 0 0 0,-1 0 0 0 0,1 0 1 0 0,0 0-1 0 0,0 0 0 0 0,0 0 0 0 0,0 0 1 0 0,0 1-1 0 0,0-1 0 0 0,-1 0 1 0 0,1 0-1 0 0,0 0 0 0 0,0 0 0 0 0,0 0 1 0 0,0 0-1 0 0,-2 0 187 0 0,2 0-155 0 0,-1 0 0 0 0,0 0 0 0 0,1 0 0 0 0,-1 1 0 0 0,0-1 0 0 0,1 0-1 0 0,-1 0 1 0 0,0-1 0 0 0,1 1 0 0 0,-1 0 0 0 0,0 0 0 0 0,0 0 0 0 0,1 0 0 0 0,-1-1 0 0 0,1 1 0 0 0,-1 0 0 0 0,0 0 0 0 0,1-1 0 0 0,-1 1 0 0 0,0-1 0 0 0,1 1 0 0 0,-1 0 0 0 0,1-1-1 0 0,-1 1 1 0 0,0-2 0 0 0,-3-1-75 0 0,-10 3 26 0 0,10 0 41 0 0,8 4-54 0 0,34 9-9 0 0,-36-12 18 0 0,1-1-1 0 0,-1 1 1 0 0,0 0-1 0 0,1 0 1 0 0,-1 0-1 0 0,0 1 1 0 0,0-1-1 0 0,0 1 1 0 0,0-1-1 0 0,0 1 1 0 0,2 2-1 0 0,56 36 406 0 0,6 12 479 0 0,-58-34 1722 0 0,-2-18-2648 0 0,12 0-68 0 0,-14 0 90 0 0,-10 0 63 0 0,-120-13 1135 0 0,-247 14 463 0 0,121 2-886 0 0,232-3-764 0 0,0 1 0 0 0,-29 4 0 0 0,48-5-76 0 0,-1 0 1 0 0,1 0-1 0 0,0 1 0 0 0,-1-1 1 0 0,1 0-1 0 0,0 1 0 0 0,0 0 1 0 0,-1-1-1 0 0,1 1 0 0 0,0 0 0 0 0,0-1 1 0 0,0 1-1 0 0,0 0 0 0 0,0 0 1 0 0,0 0-1 0 0,0 0 0 0 0,0 0 1 0 0,0 0-1 0 0,1 0 0 0 0,-1 0 0 0 0,0 1 1 0 0,1-1-1 0 0,-1 0 0 0 0,0 2 1 0 0,0-1-240 0 0,1 1-1 0 0,0-1 1 0 0,0 0 0 0 0,0 1 0 0 0,0-1 0 0 0,0 0 0 0 0,0 1-1 0 0,1-1 1 0 0,-1 1 0 0 0,1-1 0 0 0,-1 0 0 0 0,3 4 0 0 0,15 22-3447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10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39 160 0 0,'0'0'2721'0'0,"0"-5"-2481"0"0,0 0-160 0 0,0 0-80 0 0,22 1 0 0 0,-22-1-160 0 0,22 0-400 0 0,-22 1 0 0 0,23-2-881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10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0 400 0 0,'0'0'320'0'0,"0"4"-80"0"0,-23-4-240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11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 57 880 0 0,'0'0'40'0'0,"0"-1"0"0"0,0 1 0 0 0,0 0 0 0 0,-1 0 0 0 0,1 0 1 0 0,0 0-1 0 0,0 0 0 0 0,0 0 0 0 0,0-1 0 0 0,0 1 0 0 0,0 0 0 0 0,0 0 0 0 0,0 0 0 0 0,0 0 0 0 0,0-1 0 0 0,0 1 0 0 0,0 0 0 0 0,0 0 0 0 0,0 0 0 0 0,0 0 0 0 0,0 0 0 0 0,0-1 0 0 0,0 1 0 0 0,0 0 0 0 0,0 0 0 0 0,0 0 0 0 0,0 0 0 0 0,0 0 0 0 0,0-1 0 0 0,1 1 0 0 0,-1 0 0 0 0,0 0 0 0 0,0 0 0 0 0,0 0 0 0 0,0 0 0 0 0,0 0 0 0 0,0 0 0 0 0,0-1 0 0 0,1 1 0 0 0,-1 0 0 0 0,0 0 0 0 0,0 0 0 0 0,0 0 0 0 0,0 0 0 0 0,0 0 0 0 0,0 0 0 0 0,1 0 0 0 0,-1 0 0 0 0,0 0 0 0 0,0 0 0 0 0,0 0 0 0 0,0 0 0 0 0,1 0 0 0 0,-1 0 0 0 0,0 0 0 0 0,0 0 0 0 0,0 0 0 0 0,0 0 0 0 0,1 0 1 0 0,13 0 105 0 0,-10 0-52 0 0,-74 6 292 0 0,27-5-251 0 0,-12 1 192 0 0,42-2-148 0 0,20-3-19 0 0,34-2-133 0 0,-26 3-6 0 0,-1 1 1 0 0,24 2-1 0 0,28 0 61 0 0,-51 0-82 0 0,-34 3 14 0 0,-10-1 33 0 0,9 0-11 0 0,0-2 0 0 0,-1 0 0 0 0,1-1-1 0 0,-25-2 1 0 0,34-3 113 0 0,25-1 65 0 0,13-3-110 0 0,-19 6-101 0 0,0 1-1 0 0,1-1 1 0 0,0 2 0 0 0,12-3-1 0 0,31-6 12 0 0,-2-2 57 0 0,-24 5-77 0 0,-69 12 21 0 0,-29 7 33 0 0,-100 13 197 0 0,143-24-119 0 0,27-4-110 0 0,0 0 2 0 0,-5 0-5 0 0,4 2 8 0 0,8 1 16 0 0,0 0-14 0 0,12-6 60 0 0,-8 2-86 0 0,12-1-105 0 0,-8 1-172 0 0,0 1 0 0 0,0 1 0 0 0,0-1 0 0 0,1 2 0 0 0,-1 0 0 0 0,1 1 0 0 0,23 2 0 0 0,-15 6-2094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23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769 43 1121 0 0,'0'0'1227'0'0,"1"0"-1106"0"0,-1-1 1 0 0,0 0 0 0 0,0 0 0 0 0,0 1-1 0 0,0-1 1 0 0,1 0 0 0 0,-1 0 0 0 0,0 1-1 0 0,0-1 1 0 0,-1 0 0 0 0,1 0-1 0 0,0 1 1 0 0,0-1 0 0 0,0 0 0 0 0,0 0-1 0 0,-1 1 1 0 0,1-1 0 0 0,0 0-1 0 0,-1 1 1 0 0,1-1 0 0 0,0 0 0 0 0,-1 1-1 0 0,0-2 1 0 0,-1 2-105 0 0,2 0-11 0 0,-1 0-1 0 0,1 1 0 0 0,-1-1 1 0 0,0 0-1 0 0,1 0 1 0 0,-1 0-1 0 0,1 0 0 0 0,-1 0 1 0 0,0 0-1 0 0,1 0 0 0 0,-1 0 1 0 0,0 0-1 0 0,1 0 1 0 0,-1 0-1 0 0,1-1 0 0 0,-1 1 1 0 0,0 0-1 0 0,1 0 1 0 0,-1 0-1 0 0,1-1 0 0 0,-1 1 1 0 0,1 0-1 0 0,-1-1 1 0 0,1 1-1 0 0,-1-1 0 0 0,1 1 1 0 0,-1-1-1 0 0,0 0 0 0 0,-17 0 156 0 0,-2-1-2 0 0,-11 0-31 0 0,31 2-126 0 0,-1-1 0 0 0,0 1 0 0 0,1 0 0 0 0,-1 0 0 0 0,1 0 0 0 0,-1 0 0 0 0,0 0 0 0 0,1 0-1 0 0,-1 0 1 0 0,0 0 0 0 0,1 0 0 0 0,-1 0 0 0 0,0 1 0 0 0,1-1 0 0 0,-1 0 0 0 0,0 0 0 0 0,1 1 0 0 0,-1-1 0 0 0,1 0-1 0 0,-1 1 1 0 0,1-1 0 0 0,-1 0 0 0 0,0 2 0 0 0,1-2 65 0 0,-19 0 26 0 0,15 2-25 0 0,4 1-68 0 0,-22-2 66 0 0,0 0-53 0 0,0 2 0 0 0,-35 5 134 0 0,29-2-214 0 0,24-2 67 0 0,0-3 54 0 0,-11 2-28 0 0,15-3-25 0 0,0 0 0 0 0,0 0 0 0 0,0 0 0 0 0,0 0 0 0 0,0 0 1 0 0,0 0-1 0 0,-1 0 0 0 0,1 0 0 0 0,0 0 0 0 0,0 0 0 0 0,0 0 0 0 0,0 0 0 0 0,0 0 0 0 0,-1 0 0 0 0,1 0 0 0 0,0 0 0 0 0,0 0 0 0 0,0 0 0 0 0,0 0 0 0 0,0 0 0 0 0,0 0 0 0 0,-1 0 0 0 0,1 0 0 0 0,0 0 0 0 0,0 0 0 0 0,0 1 0 0 0,0-1 1 0 0,0 0-1 0 0,0 0 0 0 0,0 0 0 0 0,0 0 0 0 0,-1 0 0 0 0,1 0 0 0 0,0 0 0 0 0,0 1 0 0 0,0-1 0 0 0,0 0 0 0 0,0 0 0 0 0,0 0 0 0 0,0 0 0 0 0,0 0 0 0 0,0 0 0 0 0,0 1 0 0 0,0-1 0 0 0,0 0 0 0 0,0 0 0 0 0,0 0 0 0 0,0 0 0 0 0,0 0 0 0 0,0 1 1 0 0,0-1-1 0 0,0 0 0 0 0,0 0 0 0 0,0 0 0 0 0,0 0 0 0 0,0 0 0 0 0,0 0 0 0 0,0 1 0 0 0,1-1 0 0 0,-1 0 0 0 0,0 0 0 0 0,0 0 0 0 0,0 0 0 0 0,0 0 0 0 0,0 0 0 0 0,0 6-7 0 0,-22-2 90 0 0,3-9-4 0 0,-3-4 67 0 0,21 9-144 0 0,-6-5-33 0 0,33 5-10 0 0,-25 0 40 0 0,0 0 0 0 0,-1 0 0 0 0,1 1 0 0 0,0-1 0 0 0,0 0 0 0 0,0 0 0 0 0,0 0 0 0 0,0 0 0 0 0,0 0 0 0 0,0 0 0 0 0,0 0 0 0 0,0 0 0 0 0,0 0 0 0 0,0-1 0 0 0,0 1 0 0 0,0 0 0 0 0,0-1 0 0 0,0 1 0 0 0,0 0 0 0 0,0-1 0 0 0,-1 1 0 0 0,3-2 0 0 0,-3 2 3 0 0,0-1 0 0 0,0 1 0 0 0,0 0 0 0 0,0 0-1 0 0,0-1 1 0 0,0 1 0 0 0,0 0 0 0 0,0 0 0 0 0,0-1 0 0 0,1 1-1 0 0,-1 0 1 0 0,0 0 0 0 0,0-1 0 0 0,0 1 0 0 0,1 0 0 0 0,-1 0 0 0 0,0 0-1 0 0,0-1 1 0 0,1 1 0 0 0,-1 0 0 0 0,0 0 0 0 0,0 0 0 0 0,1 0 0 0 0,-1-1-1 0 0,0 1 1 0 0,0 0 0 0 0,1 0 0 0 0,-1 0 0 0 0,0 0 0 0 0,1 0 0 0 0,-1 0-1 0 0,0 0 1 0 0,0 0 0 0 0,1 0 0 0 0,-1 0 0 0 0,0 0 0 0 0,1 0 0 0 0,-1 0-1 0 0,0 0 1 0 0,0 0 0 0 0,1 0 0 0 0,-1 1 0 0 0,1-1 1 0 0,-1 0 1 0 0,0 0-1 0 0,1 0 0 0 0,-1 0 1 0 0,1 0-1 0 0,-1 0 1 0 0,0 0-1 0 0,1 1 0 0 0,-1-2 1 0 0,0 1-1 0 0,1 0 1 0 0,-1 0-1 0 0,1 0 0 0 0,-1 0 1 0 0,0 0-1 0 0,1 0 0 0 0,-1 0 1 0 0,0 0-1 0 0,1 0 1 0 0,-1-1-1 0 0,1 1 0 0 0,-1 0 1 0 0,0 0-1 0 0,0 0 1 0 0,1-1-1 0 0,-1 1 0 0 0,0 0 1 0 0,1-1-1 0 0,-1 1 0 0 0,0 0 1 0 0,0 0-1 0 0,0-1 1 0 0,1 1-1 0 0,-1-1 0 0 0,0 1 1 0 0,0 0-1 0 0,0-1 1 0 0,0 1-1 0 0,1 0 0 0 0,-1-1 1 0 0,0 1-1 0 0,0 0 0 0 0,0-1 1 0 0,0 0-1 0 0,-19 1 156 0 0,9 0-105 0 0,-25 0 129 0 0,-43 7-1 0 0,64-6-124 0 0,-1 1 39 0 0,1 1 0 0 0,-23 6 0 0 0,18-4-59 0 0,-3-2 102 0 0,15-3-142 0 0,1 1 0 0 0,-1-1-1 0 0,1 1 1 0 0,-1 0 0 0 0,-8 3-1 0 0,11-3 1 0 0,0 1 0 0 0,0-1 1 0 0,0 1-1 0 0,0 0 0 0 0,0-1 0 0 0,0 2 0 0 0,-4 3 0 0 0,-19 8 22 0 0,-13 6-21 0 0,32-12 0 0 0,4-8-1 0 0,4 0-1 0 0,-1 0 0 0 0,1 0 0 0 0,-1 0 1 0 0,1 0-1 0 0,-1 0 0 0 0,1 0 0 0 0,-1 0 1 0 0,1 0-1 0 0,-1 0 0 0 0,1 0 0 0 0,-1 0 0 0 0,1 0 1 0 0,-1 1-1 0 0,1-1 0 0 0,-1 0 0 0 0,1 0 1 0 0,-1 0-1 0 0,1 1 0 0 0,0-1 0 0 0,-1 0 0 0 0,1 1 1 0 0,-1-1-1 0 0,1 0 0 0 0,0 1 0 0 0,-1-1 1 0 0,1 0-1 0 0,0 1 0 0 0,0-1 0 0 0,-1 1 0 0 0,1-1 1 0 0,0 0-1 0 0,0 1 0 0 0,-1-1 0 0 0,1 1 1 0 0,0-1-1 0 0,0 2 0 0 0,0-2 2 0 0,0 1 0 0 0,-1 0 0 0 0,1-1 0 0 0,0 1-1 0 0,0-1 1 0 0,-1 1 0 0 0,1 0 0 0 0,0-1 0 0 0,0 1 0 0 0,-1-1 0 0 0,1 1 0 0 0,-1-1 0 0 0,1 1-1 0 0,0-1 1 0 0,-1 1 0 0 0,1-1 0 0 0,-1 0 0 0 0,1 1 0 0 0,-1-1 0 0 0,0 1 0 0 0,1-1-1 0 0,-1 0 1 0 0,0 1 0 0 0,0-1 3 0 0,0 0 0 0 0,1 1 0 0 0,-1-1-1 0 0,0 1 1 0 0,0-1 0 0 0,1 0 0 0 0,-1 1-1 0 0,1-1 1 0 0,-1 1 0 0 0,0 0 0 0 0,1-1 0 0 0,-1 1-1 0 0,1-1 1 0 0,-1 1 0 0 0,1 0 0 0 0,0 0-1 0 0,-1-1 1 0 0,1 1 0 0 0,0 0 0 0 0,-1-1 0 0 0,1 1-1 0 0,0 0 1 0 0,0 0 0 0 0,0 1 0 0 0,-1-1-6 0 0,1 0-1 0 0,0 0 1 0 0,0 0 0 0 0,0 0 0 0 0,0 0-1 0 0,1 0 1 0 0,-1 0 0 0 0,0 0 0 0 0,0 0-1 0 0,0 0 1 0 0,1 0 0 0 0,-1 0 0 0 0,1-1 0 0 0,-1 1-1 0 0,0 0 1 0 0,1 0 0 0 0,0 0 0 0 0,-1 0-1 0 0,1-1 1 0 0,-1 1 0 0 0,1 0 0 0 0,0-1 0 0 0,0 1-1 0 0,-1 0 1 0 0,2 0 0 0 0,-1 0 6 0 0,0-1-1 0 0,0 1 1 0 0,0 0 0 0 0,0-1-1 0 0,-1 1 1 0 0,1 0 0 0 0,0 0 0 0 0,-1-1-1 0 0,1 1 1 0 0,0 0 0 0 0,-1 0-1 0 0,1 0 1 0 0,-1 0 0 0 0,0 0 0 0 0,1 0-1 0 0,-1 0 1 0 0,0 0 0 0 0,1 0-1 0 0,-1 0 1 0 0,0 0 0 0 0,0 0 0 0 0,0 0-1 0 0,0 0 1 0 0,0 0 0 0 0,0 2-1 0 0,0-3-1 0 0,0 0-1 0 0,0 0 0 0 0,0 1 1 0 0,0-1-1 0 0,0 0 1 0 0,0 0-1 0 0,1 1 0 0 0,-1-1 1 0 0,0 0-1 0 0,0 0 0 0 0,0 1 1 0 0,0-1-1 0 0,1 0 1 0 0,-1 0-1 0 0,0 0 0 0 0,0 0 1 0 0,1 1-1 0 0,-1-1 0 0 0,0 0 1 0 0,0 0-1 0 0,0 0 0 0 0,1 0 1 0 0,-1 0-1 0 0,0 0 1 0 0,1 0-1 0 0,-1 0 0 0 0,0 0 1 0 0,0 1-1 0 0,1-1 0 0 0,-1 0 1 0 0,0 0-1 0 0,0 0 0 0 0,1-1 1 0 0,-1 1-1 0 0,0 0 1 0 0,1 0-1 0 0,-1 0 0 0 0,0 0 1 0 0,1 0-1 0 0,-1 0 0 0 0,0 0 0 0 0,1 0 0 0 0,-1-1 0 0 0,1 1 0 0 0,-1 0 0 0 0,1 0 0 0 0,-1 0 0 0 0,0 0 0 0 0,1 0 0 0 0,-1 0 0 0 0,1 0 0 0 0,-1 0 0 0 0,1 1 0 0 0,-1-1 0 0 0,0 0 0 0 0,1 0 0 0 0,-1 0 0 0 0,1 0-1 0 0,-1 1 1 0 0,0-1 0 0 0,1 0 0 0 0,-1 0 0 0 0,0 1 0 0 0,1-1 0 0 0,-1 0 0 0 0,0 0 0 0 0,1 1 0 0 0,-1-1 0 0 0,0 0 0 0 0,0 1 0 0 0,1-1 0 0 0,-1 1 0 0 0,0-1 0 0 0,0 0 0 0 0,0 1 0 0 0,1-1 0 0 0,-1 1 0 0 0,0-1 0 0 0,0 0 0 0 0,0 1 0 0 0,0-1 0 0 0,0 1 0 0 0,0 0 0 0 0,0-1 0 0 0,0 1 0 0 0,0-1 0 0 0,0 0 0 0 0,1 1 0 0 0,-1-1 0 0 0,0 0 0 0 0,0 0 0 0 0,0 1 0 0 0,1-1 0 0 0,-1 0 0 0 0,0 1 0 0 0,0-1 0 0 0,1 0 0 0 0,-1 0 0 0 0,0 1 0 0 0,0-1 0 0 0,1 0 0 0 0,-1 0 0 0 0,0 0 0 0 0,1 1 0 0 0,-1-1 0 0 0,0 0 0 0 0,1 0 0 0 0,-1 0 0 0 0,0 0 0 0 0,1 0 0 0 0,-1 0 0 0 0,1 0 0 0 0,-1 0 0 0 0,0 0 0 0 0,1 0 0 0 0,-1 0 0 0 0,0 0 0 0 0,1 0 0 0 0,0 0 0 0 0,-1 0 0 0 0,1 0 0 0 0,-1 0 0 0 0,0 0 0 0 0,1 0 0 0 0,-1 0 0 0 0,1 0 0 0 0,-1 0 0 0 0,1 0 0 0 0,-1 0 0 0 0,0 0 0 0 0,1 0 0 0 0,-1 1 0 0 0,1-1 0 0 0,-1 0 0 0 0,0 0 0 0 0,1 0 0 0 0,-1 1 0 0 0,0-1 0 0 0,1 0 0 0 0,-1 0 0 0 0,0 1 0 0 0,1-1 0 0 0,-1 0 0 0 0,0 1 0 0 0,0-1 0 0 0,1 0 0 0 0,-1 1 0 0 0,0-1 0 0 0,0 0 0 0 0,1 1 0 0 0,-1-1 0 0 0,0 1 0 0 0,0-1 0 0 0,0 1 0 0 0,0-1 0 0 0,1 2 0 0 0,0 0 0 0 0,0 0 0 0 0,0 0 0 0 0,0-1 0 0 0,1 1 0 0 0,-1-1 0 0 0,0 1 0 0 0,1-1 0 0 0,-1 1 0 0 0,1-1 0 0 0,-1 0 1 0 0,1 0-1 0 0,0 1 0 0 0,-1-1 0 0 0,1 0 0 0 0,2 0 0 0 0,33 17-15 0 0,-30-15-1 0 0,30 7-34 0 0,-16-6 67 0 0,0 0 0 0 0,0-2 0 0 0,0-1 0 0 0,1 0 0 0 0,-1-2 0 0 0,31-4 0 0 0,2-5 124 0 0,72-24-1 0 0,-116 31-116 0 0,27-8 77 0 0,64-11 1 0 0,-79 22-89 0 0,0 0-13 0 0,0 3 0 0 0,-20-1 0 0 0,0 1 0 0 0,0-3 0 0 0,-1 0 0 0 0,0 0 0 0 0,-1 0 0 0 0,1 1 0 0 0,0-1 0 0 0,0 0 0 0 0,-1 0 0 0 0,1 0 0 0 0,0 0 0 0 0,-1 1 0 0 0,1-1 0 0 0,0 0 0 0 0,-1 1 0 0 0,1-1 0 0 0,0 0 0 0 0,-1 1 0 0 0,1-1 0 0 0,0 1 0 0 0,-1-1 0 0 0,1 1 0 0 0,-1-1 0 0 0,1 1 0 0 0,-1-1 0 0 0,0 1 0 0 0,1 1 0 0 0,0-1 0 0 0,1 0 0 0 0,-1 0 0 0 0,0 0 0 0 0,0 0 0 0 0,1 0 0 0 0,-1 0 0 0 0,0 0 0 0 0,1-1 0 0 0,-1 1 0 0 0,0 0 0 0 0,1-1 0 0 0,2 1 0 0 0,2 2 0 0 0,57 19 0 0 0,-37-12 0 0 0,-7-10 13 0 0,70-14 227 0 0,-77 11-165 0 0,1 1 0 0 0,-1-2-1 0 0,14-5 1 0 0,-1 0 13 0 0,38-10 166 0 0,-55 10-27 0 0,-2 8-232 0 0,-5 1 21 0 0,0 0-1 0 0,-1 0 1 0 0,1 0-1 0 0,-1 0 1 0 0,1 0-1 0 0,-1-1 1 0 0,1 1-1 0 0,-1 0 1 0 0,1 0-1 0 0,-1 0 0 0 0,1-1 1 0 0,-1 1-1 0 0,1 0 1 0 0,-1 0-1 0 0,1-1 1 0 0,-1 1-1 0 0,1 0 1 0 0,-1-1-1 0 0,0 1 1 0 0,1-1-1 0 0,-1 1 1 0 0,0-1-1 0 0,1 1 0 0 0,-1-1 1 0 0,0 1-1 0 0,1 0 1 0 0,-1-1-1 0 0,0 0 1 0 0,0 1-1 0 0,0-1 1 0 0,0 1-1 0 0,1-1 1 0 0,-1 1-1 0 0,0-1 0 0 0,0 1 1 0 0,0-1-1 0 0,0 1 1 0 0,0-1-1 0 0,0 0 1 0 0,0 1-1 0 0,-1-1 1 0 0,1 1-1 0 0,0-1 1 0 0,0 1-1 0 0,-1-2 0 0 0,-8-6 115 0 0,8 8-127 0 0,1 0 0 0 0,0 0 1 0 0,-1 0-1 0 0,1 0 0 0 0,-1 0 0 0 0,1 0 0 0 0,0 0 0 0 0,-1-1 1 0 0,1 1-1 0 0,-1 0 0 0 0,1 0 0 0 0,0 0 0 0 0,-1-1 1 0 0,1 1-1 0 0,0 0 0 0 0,-1-1 0 0 0,1 1 0 0 0,0 0 0 0 0,0 0 1 0 0,-1-1-1 0 0,1 1 0 0 0,0 0 0 0 0,0-1 0 0 0,0 1 0 0 0,-1-1 1 0 0,1 1-1 0 0,0 0 0 0 0,0-1 0 0 0,0 1 0 0 0,0-1 1 0 0,0 1-1 0 0,0 0 0 0 0,0-1 0 0 0,0 1 0 0 0,0-1 0 0 0,0 1 1 0 0,0 0-1 0 0,0-2 0 0 0,1 1 10 0 0,1 0 0 0 0,-1 0-1 0 0,1 0 1 0 0,-1 0 0 0 0,0 0 0 0 0,0-1 0 0 0,0 1-1 0 0,0-1 1 0 0,0 1 0 0 0,0-1 0 0 0,0 1 0 0 0,0-1-1 0 0,0 1 1 0 0,-1-1 0 0 0,1 0 0 0 0,-1 0 0 0 0,1 1-1 0 0,-1-1 1 0 0,0 0 0 0 0,1 0 0 0 0,-1 1 0 0 0,0-1-1 0 0,0 0 1 0 0,-1-2 0 0 0,1 3-8 0 0,0 0-1 0 0,1 0 1 0 0,-1 1-1 0 0,0-1 1 0 0,0 0-1 0 0,0 1 1 0 0,0-1-1 0 0,1 0 1 0 0,-1 0 0 0 0,0 1-1 0 0,1-1 1 0 0,-1 0-1 0 0,0 1 1 0 0,1-1-1 0 0,-1 1 1 0 0,1-1-1 0 0,-1 1 1 0 0,1-1 0 0 0,-1 1-1 0 0,1-1 1 0 0,0 1-1 0 0,-1-1 1 0 0,1 1-1 0 0,0-1 1 0 0,0 1 10 0 0,0-1-1 0 0,0 0 1 0 0,0 1 0 0 0,-1-1-1 0 0,1 0 1 0 0,0 1-1 0 0,0-1 1 0 0,-1 0 0 0 0,1 0-1 0 0,0 0 1 0 0,-1 0 0 0 0,1 1-1 0 0,-1-1 1 0 0,1 0 0 0 0,-1 0-1 0 0,0 0 1 0 0,1 0 0 0 0,-1 0-1 0 0,0 0 1 0 0,0 0 0 0 0,1 0-1 0 0,-1 0 1 0 0,0 0 0 0 0,0-2-1 0 0,-1 2-1 0 0,0 0-1 0 0,0 1 0 0 0,0-1 0 0 0,1 0 1 0 0,-1 1-1 0 0,0-1 0 0 0,0 1 0 0 0,0 0 1 0 0,0-1-1 0 0,0 1 0 0 0,0 0 0 0 0,0-1 1 0 0,0 1-1 0 0,0 0 0 0 0,0 0 0 0 0,0 0 1 0 0,-2 0-1 0 0,3 0 7 0 0,-22-11 475 0 0,0 3-187 0 0,-8-3 80 0 0,-29-12 13 0 0,28 11-276 0 0,23 13-109 0 0,2 0 6 0 0,-5-4 62 0 0,12 2-44 0 0,-6-1-19 0 0,-50-4 25 0 0,11 0 8 0 0,27 2-16 0 0,12 2-29 0 0,-1 1 0 0 0,0 0 0 0 0,0 0 0 0 0,1 1 0 0 0,-1-1 0 0 0,-10 2 0 0 0,8-1-678 0 0,0 0 0 0 0,0 0-1 0 0,0 1 1 0 0,0 0 0 0 0,0 1 0 0 0,0 0-1 0 0,-10 4 1 0 0,-41 14-5733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36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1143 40 1361 0 0,'-3'1'1414'0'0,"-6"3"26"0"0,21-1-933 0 0,-12-3-504 0 0,1 0 0 0 0,-1 1 0 0 0,0-1-1 0 0,0 0 1 0 0,0 0 0 0 0,0 0 0 0 0,0 0 0 0 0,0 0-1 0 0,0 0 1 0 0,1 0 0 0 0,-1 0 0 0 0,0 0 0 0 0,0 0-1 0 0,0 0 1 0 0,0 0 0 0 0,0 0 0 0 0,0 0 0 0 0,0 0-1 0 0,1 0 1 0 0,-1 0 0 0 0,0 0 0 0 0,0 0-1 0 0,0 0 1 0 0,0 0 0 0 0,0 0 0 0 0,0-1 0 0 0,0 1-1 0 0,0 0 1 0 0,1 0 0 0 0,-1 0 0 0 0,0 0 0 0 0,0 0-1 0 0,0 0 1 0 0,0 0 0 0 0,0 0 0 0 0,0 0 0 0 0,0 0-1 0 0,0 0 1 0 0,0-1 0 0 0,0 1 0 0 0,0 0 0 0 0,0 0-1 0 0,0 0 1 0 0,0 0 0 0 0,0 0 0 0 0,1 0 0 0 0,-1 0-1 0 0,0-1 1 0 0,0 1 0 0 0,0 0 0 0 0,0 0 0 0 0,0 0-1 0 0,0 0 1 0 0,-1 0 0 0 0,1 0 0 0 0,0 0 0 0 0,0-1-1 0 0,0 1 1 0 0,0 0 0 0 0,0 0 0 0 0,0 0 0 0 0,59-10 1170 0 0,-58 9-1085 0 0,0 0-1 0 0,-1 0 0 0 0,1-1 0 0 0,-1 1 1 0 0,1 0-1 0 0,-1-1 0 0 0,0 1 1 0 0,1 0-1 0 0,-1-1 0 0 0,0 1 0 0 0,0 0 1 0 0,0-1-1 0 0,0 1 0 0 0,0 0 0 0 0,0-1 1 0 0,-1 1-1 0 0,1 0 0 0 0,0-1 0 0 0,-1 1 1 0 0,1 0-1 0 0,-1 0 0 0 0,1-1 0 0 0,-2 0 1 0 0,-13 0-32 0 0,0 1 1 0 0,-1 1 0 0 0,-19 3 0 0 0,-6 3-44 0 0,-3-3-14 0 0,19-3 2 0 0,2 0-1 0 0,17-1 0 0 0,-1 1 0 0 0,0 0 0 0 0,1 0 0 0 0,-1 1 0 0 0,0-1 0 0 0,1 2 0 0 0,-1-1 0 0 0,-7 3 0 0 0,-11 3 0 0 0,13-4 0 0 0,0-1 0 0 0,0 2 0 0 0,0-1 0 0 0,1 2 0 0 0,-12 5 0 0 0,16 0-67 0 0,-127 65 67 0 0,89-52 60 0 0,-105 58-40 0 0,116-67 6 0 0,29-12-24 0 0,-1-1 0 0 0,1 1 0 0 0,0 1-1 0 0,0-1 1 0 0,0 1 0 0 0,0 0-1 0 0,-7 5 1 0 0,9-4-15 0 0,-1-1 0 0 0,1 1-1 0 0,-1-1 1 0 0,0 1 0 0 0,0-1-1 0 0,-1 0 1 0 0,1-1-1 0 0,-1 1 1 0 0,-7 2 0 0 0,1 1 13 0 0,0 0 0 0 0,0 0 0 0 0,-14 12 0 0 0,-28 18 0 0 0,48-34 0 0 0,1 2 0 0 0,-1-1 0 0 0,1 0-1 0 0,0 1 1 0 0,-7 7 0 0 0,7-6 12 0 0,0-1-1 0 0,0-1 0 0 0,0 1 0 0 0,0 0 0 0 0,-9 4 1 0 0,8-6-8 0 0,4-2-7 0 0,0 1 0 0 0,0-1 1 0 0,0 0-1 0 0,0 0 0 0 0,0 1 0 0 0,0-1 1 0 0,0 1-1 0 0,0-1 0 0 0,0 1 0 0 0,1-1 1 0 0,-1 1-1 0 0,0 0 0 0 0,0-1 0 0 0,1 1 1 0 0,-1 0-1 0 0,0-1 0 0 0,1 1 0 0 0,-1 0 1 0 0,0 0-1 0 0,0 1 0 0 0,1-1 2 0 0,0 0 1 0 0,-1-1-1 0 0,1 1 0 0 0,0 0 1 0 0,-1-1-1 0 0,1 1 0 0 0,-1 0 1 0 0,1-1-1 0 0,-1 1 0 0 0,1-1 0 0 0,-1 1 1 0 0,0 0-1 0 0,1-1 0 0 0,-1 0 1 0 0,0 1-1 0 0,1-1 0 0 0,-1 1 1 0 0,0-1-1 0 0,1 0 0 0 0,-1 1 0 0 0,0-1 1 0 0,-1 0-1 0 0,-6 5-10 0 0,4-2 5 0 0,-1 1 0 0 0,1 0 0 0 0,0 0 0 0 0,0 1 0 0 0,1-1 0 0 0,-1 1-1 0 0,1 0 1 0 0,-3 6 0 0 0,-5 7 61 0 0,-6-4-41 0 0,15-13-14 0 0,0 0 0 0 0,0 0 0 0 0,0 1 0 0 0,0-1 0 0 0,0 1 0 0 0,0-1 0 0 0,1 1 0 0 0,-1 0 0 0 0,-1 2 0 0 0,-4 15-18 0 0,6-16 13 0 0,-1 1 1 0 0,1-1-1 0 0,0 0 1 0 0,-1 0 0 0 0,1 0-1 0 0,-1 0 1 0 0,-3 5-1 0 0,2-5 12 0 0,1 0 0 0 0,0 0-1 0 0,0 0 1 0 0,0 0 0 0 0,0 0-1 0 0,0 1 1 0 0,1-1 0 0 0,-1 1-1 0 0,1 0 1 0 0,0-1 0 0 0,0 1-1 0 0,1 0 1 0 0,-1-1 0 0 0,1 1-1 0 0,-1 0 1 0 0,1 0 0 0 0,1 7 0 0 0,0-11-10 0 0,0 1 0 0 0,-1 0 0 0 0,1 0 0 0 0,0-1 0 0 0,-1 1 0 0 0,1 0 1 0 0,0-1-1 0 0,0 1 0 0 0,0 0 0 0 0,0-1 0 0 0,0 1 0 0 0,0-1 1 0 0,0 0-1 0 0,0 1 0 0 0,0-1 0 0 0,0 0 0 0 0,0 0 0 0 0,0 1 1 0 0,0-1-1 0 0,0 0 0 0 0,1 0 0 0 0,-1 0-1 0 0,9 3 3 0 0,59 26-42 0 0,-64-26 39 0 0,1 1 1 0 0,0-1-1 0 0,-1 1 1 0 0,0 0-1 0 0,0 1 0 0 0,0 0 1 0 0,0-1-1 0 0,-1 2 0 0 0,4 4 1 0 0,4 6 3 0 0,-9-13 0 0 0,0 0 0 0 0,-1 1 0 0 0,1-1 0 0 0,-1 1 0 0 0,1 0 0 0 0,-1 0 0 0 0,0 0 0 0 0,0 0 0 0 0,-1 0 0 0 0,1 0 0 0 0,-1 0 0 0 0,0 0 0 0 0,0 1 0 0 0,0 4 0 0 0,-1-9 0 0 0,0 1 0 0 0,0-1 0 0 0,0 1 0 0 0,0-1 0 0 0,0 0 0 0 0,0 1 0 0 0,0-1 0 0 0,0 1 0 0 0,1-1 0 0 0,-1 1 0 0 0,0-1 0 0 0,0 1 0 0 0,0-1 0 0 0,1 0 0 0 0,-1 1 0 0 0,0-1 0 0 0,1 1 0 0 0,-1-1 0 0 0,0 0 0 0 0,1 1 0 0 0,-1-1 0 0 0,0 0 0 0 0,1 1 0 0 0,-1-1 0 0 0,1 0 0 0 0,-1 0 0 0 0,1 0 0 0 0,-1 1 0 0 0,0-1 0 0 0,1 0 0 0 0,-1 0 0 0 0,1 0 0 0 0,-1 0 0 0 0,1 0 0 0 0,0 0 0 0 0,0 0 0 0 0,-1 0 0 0 0,1 0 0 0 0,-1 0 0 0 0,0 0 0 0 0,1 1 0 0 0,-1-1 0 0 0,1 0 0 0 0,-1 0 0 0 0,1 0 0 0 0,-1 0 0 0 0,0 0 0 0 0,1 1 0 0 0,-1-1 0 0 0,1 0 0 0 0,-1 0 0 0 0,0 1 0 0 0,1-1 0 0 0,-1 0 0 0 0,0 1 0 0 0,1-1 0 0 0,-1 0 0 0 0,0 1 0 0 0,0-1 0 0 0,1 1 0 0 0,-1-1 0 0 0,0 0 0 0 0,0 1 0 0 0,0-1 0 0 0,1 1 0 0 0,-1-1 0 0 0,0 1 0 0 0,0-1 0 0 0,0 0 0 0 0,0 1 0 0 0,0 0 0 0 0,0-1-1 0 0,0 1 0 0 0,0-1 1 0 0,0 1-1 0 0,0-1 0 0 0,1 1 1 0 0,-1-1-1 0 0,0 1 0 0 0,0-1 0 0 0,0 1 1 0 0,1-1-1 0 0,-1 0 0 0 0,0 1 1 0 0,0-1-1 0 0,1 1 0 0 0,-1-1 0 0 0,0 0 1 0 0,1 1-1 0 0,-1-1 0 0 0,0 0 1 0 0,1 1-1 0 0,-1-1 0 0 0,1 0 0 0 0,-1 0 1 0 0,1 1-1 0 0,-1-1 0 0 0,0 0 1 0 0,1 0-1 0 0,-1 0 0 0 0,1 0 1 0 0,-1 0-1 0 0,1 0 0 0 0,-1 0 0 0 0,1 1 1 0 0,0-1-2 0 0,-1 0 1 0 0,1 0 0 0 0,-1 0-1 0 0,1 0 1 0 0,-1 0 0 0 0,1 0 0 0 0,-1 0-1 0 0,0 0 1 0 0,1 0 0 0 0,-1 1-1 0 0,1-1 1 0 0,-1 0 0 0 0,0 0 0 0 0,1 0-1 0 0,-1 1 1 0 0,1-1 0 0 0,-1 0-1 0 0,0 1 1 0 0,1-1 0 0 0,-1 0 0 0 0,0 1-1 0 0,0-1 1 0 0,1 0 0 0 0,-1 1-1 0 0,0-1 1 0 0,0 1 0 0 0,0-1 0 0 0,1 0-1 0 0,-1 1 1 0 0,0-1 0 0 0,0 1-1 0 0,0 0 1 0 0,1 0 3 0 0,-1 0 0 0 0,0-1 0 0 0,1 1 1 0 0,-1 0-1 0 0,1 0 0 0 0,-1-1 0 0 0,1 1 0 0 0,0 0 0 0 0,-1-1 0 0 0,1 1 1 0 0,-1 0-1 0 0,1-1 0 0 0,0 1 0 0 0,0-1 0 0 0,-1 1 0 0 0,1-1 0 0 0,0 0 0 0 0,1 1 1 0 0,4 3 36 0 0,0 6 57 0 0,-5-9-85 0 0,0 0 1 0 0,0 0 0 0 0,-1 0-1 0 0,1 0 1 0 0,0 1-1 0 0,0-1 1 0 0,0-1 0 0 0,0 1-1 0 0,0 0 1 0 0,0 0 0 0 0,1 0-1 0 0,-1 0 1 0 0,0-1 0 0 0,0 1-1 0 0,0-1 1 0 0,3 2 0 0 0,0-1 8 0 0,-4-1-17 0 0,1 0 0 0 0,0 1-1 0 0,0-1 1 0 0,0 0 0 0 0,0 0-1 0 0,0 1 1 0 0,0-1 0 0 0,-1 1-1 0 0,1-1 1 0 0,0 1 0 0 0,0-1 0 0 0,0 1-1 0 0,-1-1 1 0 0,1 1 0 0 0,0 0-1 0 0,-1-1 1 0 0,1 1 0 0 0,-1 0-1 0 0,1 0 1 0 0,-1-1 0 0 0,1 1-1 0 0,-1 0 1 0 0,1 0 0 0 0,-1 0 0 0 0,0 0-1 0 0,1 1 1 0 0,1 0-3 0 0,1 0 0 0 0,0 0 0 0 0,0 0 0 0 0,0-1 0 0 0,0 1 0 0 0,0-1 0 0 0,0 0 0 0 0,0 0 0 0 0,4 1 0 0 0,1 1 0 0 0,-6-2 3 0 0,27 19-24 0 0,-28-19 18 0 0,1 0 0 0 0,-1 0 0 0 0,0 0 0 0 0,1 0 0 0 0,-1 0 0 0 0,0 0 0 0 0,0 1 0 0 0,0-1 0 0 0,0 0 0 0 0,0 1 0 0 0,0-1-1 0 0,-1 0 1 0 0,1 1 0 0 0,0-1 0 0 0,0 3 0 0 0,0-1 8 0 0,1-1 0 0 0,0 1 0 0 0,0 0 0 0 0,0-1 0 0 0,0 0 0 0 0,1 1 0 0 0,-1-1 0 0 0,1 0 0 0 0,-1 0 0 0 0,1 0 0 0 0,0 0 0 0 0,4 1 0 0 0,7 7-3 0 0,-8-6-3 0 0,-5-4 1 0 0,-1 1-1 0 0,1-1 1 0 0,0 1-1 0 0,0-1 1 0 0,-1 1-1 0 0,1-1 1 0 0,0 1 0 0 0,-1-1-1 0 0,1 1 1 0 0,0 0-1 0 0,-1-1 1 0 0,1 1-1 0 0,-1 0 1 0 0,1-1-1 0 0,-1 1 1 0 0,1 0 0 0 0,-1 0-1 0 0,0 0 1 0 0,1-1-1 0 0,-1 1 1 0 0,0 0-1 0 0,0 0 1 0 0,0 0-1 0 0,0 0 1 0 0,1 0 0 0 0,-1-1-1 0 0,-1 3 1 0 0,1-3-3 0 0,0 1 1 0 0,0-1 0 0 0,1 1 0 0 0,-1-1-1 0 0,0 1 1 0 0,0-1 0 0 0,0 1 0 0 0,0-1 0 0 0,0 0-1 0 0,0 1 1 0 0,1-1 0 0 0,-1 1 0 0 0,0-1-1 0 0,0 0 1 0 0,1 1 0 0 0,-1-1 0 0 0,0 1 0 0 0,1-1-1 0 0,-1 0 1 0 0,0 0 0 0 0,1 1 0 0 0,-1-1-1 0 0,0 0 1 0 0,1 1 0 0 0,0-1 0 0 0,18 3-74 0 0,-16-2 79 0 0,-1-1-1 0 0,0 0 1 0 0,0 0-1 0 0,1 0 1 0 0,-1 0 0 0 0,0 0-1 0 0,1 0 1 0 0,-1-1-1 0 0,0 1 1 0 0,0-1-1 0 0,0 1 1 0 0,1-1-1 0 0,2-2 1 0 0,5-1 15 0 0,172-49 233 0 0,-114 30-170 0 0,74-13 0 0 0,-35 16 12 0 0,-59 1 54 0 0,-41 16-161 0 0,0 0-1 0 0,0-1 1 0 0,0 0-1 0 0,-1 0 1 0 0,1 0 0 0 0,-1-1-1 0 0,0 1 1 0 0,7-9-1 0 0,-7 7-4 0 0,0 1 0 0 0,1 0-1 0 0,0 0 1 0 0,8-5-1 0 0,8-4-29 0 0,-18 11 42 0 0,1 0 0 0 0,-1 0-1 0 0,1 0 1 0 0,-1 1-1 0 0,8-3 1 0 0,-6-4 20 0 0,17 1 45 0 0,-20 7-57 0 0,-1 0 0 0 0,1 0 0 0 0,0 0 0 0 0,-1-1 0 0 0,1 1 0 0 0,-1-1 0 0 0,0 0 0 0 0,4-2 0 0 0,10-12 1 0 0,0 1 0 0 0,33-21 0 0 0,-19 13 59 0 0,14-27 112 0 0,-39 45-161 0 0,-1 1 16 0 0,0 0 0 0 0,0 0 0 0 0,-1-1 0 0 0,1 1 0 0 0,3-7 0 0 0,-7 10-18 0 0,0-1 0 0 0,0 0-1 0 0,0 1 1 0 0,-1-1 0 0 0,1 0-1 0 0,0 1 1 0 0,-1-1 0 0 0,0 0 0 0 0,1 0-1 0 0,-1 0 1 0 0,0 1 0 0 0,0-1 0 0 0,0 0-1 0 0,0 0 1 0 0,0 0 0 0 0,0 1 0 0 0,0-1-1 0 0,-1 0 1 0 0,1 0 0 0 0,-1 0 0 0 0,1 1-1 0 0,-1-1 1 0 0,-1-1 0 0 0,-3-8 46 0 0,3 8-42 0 0,1 1 0 0 0,0-1 0 0 0,-1 1 0 0 0,1-1 0 0 0,0 0 0 0 0,0 0 0 0 0,0 1-1 0 0,1-1 1 0 0,-1 0 0 0 0,1 0 0 0 0,0 0 0 0 0,-1 0 0 0 0,1 0 0 0 0,0 0 0 0 0,1 0 0 0 0,-1 0 0 0 0,2-4 0 0 0,35-85 212 0 0,-34 78-217 0 0,2 0 0 0 0,9-23 0 0 0,-12 32 0 0 0,-1 0-1 0 0,0 0 1 0 0,0 0 0 0 0,0 0 0 0 0,-1 0-1 0 0,1 0 1 0 0,-1-1 0 0 0,-1 1 0 0 0,0-8-1 0 0,0-9 132 0 0,3 19-139 0 0,-27-2-16 0 0,1 4-2 0 0,0 2-1 0 0,-42 6 0 0 0,3 0 5 0 0,39-6 17 0 0,5 0 9 0 0,1 0-1 0 0,0-1 1 0 0,0-1-1 0 0,0-1 1 0 0,-23-4 0 0 0,36 4-13 0 0,0 0 0 0 0,0-1 0 0 0,1 1 0 0 0,-1-1 0 0 0,1 0 0 0 0,0 0 0 0 0,-1 0 1 0 0,1-1-1 0 0,-5-5 0 0 0,-4-3 12 0 0,12 9-7 0 0,0 1 0 0 0,0-1-1 0 0,0 0 1 0 0,0 0 0 0 0,1 0 0 0 0,-1-1-1 0 0,1 1 1 0 0,0 0 0 0 0,0 0-1 0 0,0 0 1 0 0,0 0 0 0 0,2-5 0 0 0,-2-1 0 0 0,9 4-5 0 0,4-3 0 0 0,-13 8 0 0 0,0-1 0 0 0,1 1 0 0 0,-1 0 0 0 0,0 0 0 0 0,0-1 0 0 0,0 1 0 0 0,0 0 0 0 0,0 0 0 0 0,0-1 0 0 0,1 1 0 0 0,-1 0 0 0 0,0 0 0 0 0,0-1 0 0 0,0 1 0 0 0,0 0 0 0 0,0 0 0 0 0,0-1 0 0 0,0 1 0 0 0,0 0 0 0 0,0 0 0 0 0,0-1 0 0 0,0 1 0 0 0,0 0 0 0 0,0-1 0 0 0,-1 1 0 0 0,1 0 0 0 0,0 0 0 0 0,0-1 0 0 0,0 1 0 0 0,0 0 0 0 0,0 0 0 0 0,0 0 0 0 0,-1-1 0 0 0,1 1 0 0 0,0 0 0 0 0,0 0 0 0 0,0 0 0 0 0,-1-1 0 0 0,1 1 0 0 0,0 0 0 0 0,0 0 0 0 0,0 0 0 0 0,-1 0 0 0 0,1 0 0 0 0,0-1 0 0 0,0 1 0 0 0,-1 0 0 0 0,-10-9 255 0 0,10 9-404 0 0,1-1-1 0 0,-1 1 1 0 0,1-1 0 0 0,-1 1 0 0 0,1-1 0 0 0,-1 1 0 0 0,1-1 0 0 0,-1 1 0 0 0,1 0 0 0 0,-1-1 0 0 0,1 1 0 0 0,-1 0 0 0 0,0-1 0 0 0,1 1 0 0 0,-1 0 0 0 0,0 0 0 0 0,1-1 0 0 0,-1 1-1 0 0,0 0 1 0 0,1 0 0 0 0,-1 0 0 0 0,0 0 0 0 0,0 0 0 0 0,1 0 0 0 0,-1 0 0 0 0,0 0 0 0 0,1 1 0 0 0,-1-1 0 0 0,0 0 0 0 0,1 0 0 0 0,-1 0 0 0 0,0 1 0 0 0,1-1 0 0 0,-1 1 0 0 0,-2 4-3133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40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888 80 1040 0 0,'1'-11'3847'0'0,"0"8"-3695"0"0,-1 0 1 0 0,0 0-1 0 0,1 0 1 0 0,-1 0-1 0 0,0 0 1 0 0,0 0 0 0 0,-1 0-1 0 0,1 0 1 0 0,-1 0-1 0 0,0 0 1 0 0,1 0-1 0 0,-3-6 1 0 0,0 9-91 0 0,2 0-45 0 0,0 0 0 0 0,0-1-1 0 0,0 1 1 0 0,1 0 0 0 0,-1 0 0 0 0,0 0 0 0 0,0-1 0 0 0,0 1 0 0 0,1-1 0 0 0,-1 1 0 0 0,0 0 0 0 0,0-1 0 0 0,1 1 0 0 0,-1-1-1 0 0,0 0 1 0 0,1 1 0 0 0,-1-1 0 0 0,0 1 0 0 0,0-2 0 0 0,1 1-6 0 0,-1 0 0 0 0,1 1 0 0 0,-1-1 0 0 0,0 0 0 0 0,1 1 0 0 0,-1-1 0 0 0,1 1 0 0 0,-1-1 0 0 0,0 1 0 0 0,0-1 0 0 0,1 1 0 0 0,-1-1 0 0 0,0 1 0 0 0,0 0 0 0 0,1-1 0 0 0,-1 1 0 0 0,0 0 0 0 0,0 0 0 0 0,0 0 0 0 0,0-1 0 0 0,1 1 0 0 0,-2 0 0 0 0,-24-3 57 0 0,25 3-56 0 0,-24-2 8 0 0,0 2 0 0 0,0 1 1 0 0,1 2-1 0 0,-1 0 0 0 0,1 1 0 0 0,0 1 0 0 0,0 2 0 0 0,0 0 0 0 0,1 1 0 0 0,0 2 0 0 0,-41 23 0 0 0,20 6-100 0 0,26-26 83 0 0,1 2 1 0 0,0 0 0 0 0,1 1 0 0 0,0 0 0 0 0,-19 28 0 0 0,20-24-27 0 0,-1 0 1 0 0,-1-2-1 0 0,-38 33 1 0 0,-32 24-100 0 0,67-56 84 0 0,16-16 41 0 0,1 1 1 0 0,0 0-1 0 0,0 0 0 0 0,0 0 1 0 0,1 0-1 0 0,-1 1 0 0 0,1-1 1 0 0,0 1-1 0 0,-2 7 0 0 0,2-7 3 0 0,0 1-1 0 0,0 0 1 0 0,-1-1-1 0 0,0 0 1 0 0,-4 7-1 0 0,-8 4-7 0 0,11-11-11 0 0,0 0 0 0 0,-1 0 0 0 0,2 0 1 0 0,-7 11-1 0 0,-12 34-14 0 0,20-45 19 0 0,1 0 1 0 0,-1 0-1 0 0,1 0 0 0 0,1 0 0 0 0,-1-1 1 0 0,1 1-1 0 0,0 0 0 0 0,0 0 0 0 0,0 0 1 0 0,2 6-1 0 0,-1 10-147 0 0,-1-15 99 0 0,1 1 1 0 0,0 0-1 0 0,1 0 1 0 0,0-1-1 0 0,0 1 1 0 0,0-1-1 0 0,1 1 0 0 0,-1-1 1 0 0,2 0-1 0 0,6 10 1 0 0,2 5-41 0 0,-11-15 80 0 0,1-1-1 0 0,-1 1 1 0 0,0 0-1 0 0,0 0 1 0 0,-1 0-1 0 0,1-1 1 0 0,-1 1 0 0 0,-1 0-1 0 0,0 9 1 0 0,-1 8 20 0 0,3-14 10 0 0,0-5-14 0 0,-1-1 0 0 0,0 1 0 0 0,1-1 0 0 0,-1 1 0 0 0,0-1 0 0 0,-1 1-1 0 0,1-1 1 0 0,-1 1 0 0 0,1-1 0 0 0,-1 0 0 0 0,-2 6 0 0 0,0-7 14 0 0,2-2-12 0 0,0 0 0 0 0,0 0 1 0 0,0 1-1 0 0,0-1 1 0 0,0 0-1 0 0,1 1 1 0 0,-1-1-1 0 0,0 1 0 0 0,0-1 1 0 0,1 1-1 0 0,-1-1 1 0 0,0 1-1 0 0,1-1 1 0 0,-1 1-1 0 0,0 0 0 0 0,1-1 1 0 0,-1 1-1 0 0,1 0 1 0 0,-1 0-1 0 0,1-1 1 0 0,-1 2-1 0 0,1-1-4 0 0,0-1 1 0 0,0 1-1 0 0,0-1 1 0 0,0 1-1 0 0,0 0 0 0 0,-1-1 1 0 0,1 1-1 0 0,0-1 0 0 0,0 1 1 0 0,0-1-1 0 0,-1 1 1 0 0,1-1-1 0 0,0 0 0 0 0,-1 1 1 0 0,1-1-1 0 0,0 1 0 0 0,-1-1 1 0 0,1 1-1 0 0,-1-1 1 0 0,1 0-1 0 0,0 1 0 0 0,-1-1 1 0 0,1 0-1 0 0,-1 0 1 0 0,1 1-1 0 0,-1-1 0 0 0,0 0 1 0 0,0 1 2 0 0,0-1 1 0 0,0 0-1 0 0,1 1 1 0 0,-1-1 0 0 0,0 1-1 0 0,1-1 1 0 0,-1 1-1 0 0,0-1 1 0 0,1 1-1 0 0,-1-1 1 0 0,0 1-1 0 0,1 0 1 0 0,-1 0 0 0 0,1-1-1 0 0,-1 1 1 0 0,1 0-1 0 0,0 0 1 0 0,-1-1-1 0 0,1 1 1 0 0,0 0-1 0 0,-1 0 1 0 0,1 0 0 0 0,0-1-1 0 0,0 1 1 0 0,0 0-1 0 0,0 0 1 0 0,0 0-1 0 0,0 1 1 0 0,0-1-2 0 0,0 1 1 0 0,0-1-1 0 0,0 1 0 0 0,1-1 1 0 0,-1 1-1 0 0,0-1 0 0 0,1 0 0 0 0,-1 1 1 0 0,1-1-1 0 0,-1 0 0 0 0,1 1 1 0 0,0-1-1 0 0,-1 0 0 0 0,1 0 1 0 0,0 0-1 0 0,0 0 0 0 0,0 0 1 0 0,1 1-1 0 0,-1-1 18 0 0,0 0 1 0 0,0 0 0 0 0,0 0-1 0 0,0 0 1 0 0,0 1 0 0 0,-1-1-1 0 0,1 0 1 0 0,0 0 0 0 0,-1 0-1 0 0,1 1 1 0 0,-1-1 0 0 0,1 0-1 0 0,-1 0 1 0 0,0 1 0 0 0,1-1-1 0 0,-1 0 1 0 0,0 1-1 0 0,0 1 1 0 0,0-3-15 0 0,0 1-1 0 0,0-1 0 0 0,0 1 1 0 0,0 0-1 0 0,0-1 1 0 0,0 1-1 0 0,0 0 1 0 0,0-1-1 0 0,0 1 0 0 0,0-1 1 0 0,0 1-1 0 0,0 0 1 0 0,1-1-1 0 0,-1 1 1 0 0,0-1-1 0 0,0 1 0 0 0,1-1 1 0 0,-1 1-1 0 0,0-1 1 0 0,1 1-1 0 0,-1-1 1 0 0,1 1-1 0 0,-1-1 0 0 0,0 1 1 0 0,1-1-1 0 0,-1 1 1 0 0,1-1-1 0 0,-1 0 1 0 0,1 1-1 0 0,-1-1 1 0 0,1 0-1 0 0,0 0 0 0 0,-1 1 1 0 0,1-1-1 0 0,0 0 1 0 0,0 0-4 0 0,-1 0-1 0 0,1 1 1 0 0,0-1 0 0 0,-1 0 0 0 0,1 0 0 0 0,-1 1 0 0 0,1-1 0 0 0,-1 0 0 0 0,1 1 0 0 0,-1-1 0 0 0,1 0 0 0 0,-1 1-1 0 0,1-1 1 0 0,-1 1 0 0 0,1-1 0 0 0,-1 1 0 0 0,0-1 0 0 0,1 1 0 0 0,-1-1 0 0 0,0 1 0 0 0,1-1 0 0 0,-1 1-1 0 0,0 0 1 0 0,0-1 0 0 0,0 1 0 0 0,0-1 0 0 0,1 1 0 0 0,-1 0 0 0 0,0-1 0 0 0,0 1 0 0 0,0-1 0 0 0,0 1-1 0 0,0 0 1 0 0,0-1 0 0 0,-1 2 0 0 0,12 16 34 0 0,1 1 7 0 0,-11-18-39 0 0,-1-1 1 0 0,0 1-1 0 0,0-1 1 0 0,0 1-1 0 0,0 0 1 0 0,1-1-1 0 0,-1 1 1 0 0,0 0-1 0 0,0-1 1 0 0,0 1-1 0 0,0 0 1 0 0,0-1-1 0 0,-1 1 1 0 0,1 0-1 0 0,0-1 1 0 0,0 1-1 0 0,0 0 1 0 0,-1-1-1 0 0,1 1 1 0 0,0 0-1 0 0,0-1 0 0 0,-1 1 1 0 0,1-1-1 0 0,-1 1 1 0 0,1-1-1 0 0,0 1 1 0 0,-1-1-1 0 0,0 1 1 0 0,1-1 0 0 0,-17 15 7 0 0,17-15-10 0 0,-1 1 0 0 0,1-1 1 0 0,-1 1-1 0 0,1-1 0 0 0,0 0 1 0 0,-1 1-1 0 0,1-1 0 0 0,0 1 1 0 0,-1 0-1 0 0,1-1 0 0 0,0 1 0 0 0,0-1 1 0 0,-1 1-1 0 0,1-1 0 0 0,0 1 1 0 0,0 0-1 0 0,0-1 0 0 0,0 1 1 0 0,0-1-1 0 0,0 1 0 0 0,0 0 1 0 0,0-1-1 0 0,0 1 0 0 0,0-1 1 0 0,0 1-1 0 0,0 0 0 0 0,1-1 1 0 0,-1 1-1 0 0,0-1 0 0 0,0 1 0 0 0,0-1 1 0 0,1 1-1 0 0,-1-1 0 0 0,0 1 1 0 0,1-1-1 0 0,-1 1 0 0 0,1-1 1 0 0,-1 1-1 0 0,0-1 0 0 0,1 1 1 0 0,-1-1-1 0 0,1 0 0 0 0,0 1 1 0 0,3 1 14 0 0,-3-2-13 0 0,0 1 1 0 0,-1-1-1 0 0,1 0 1 0 0,0 0-1 0 0,0 1 0 0 0,-1-1 1 0 0,1 1-1 0 0,0-1 0 0 0,-1 1 1 0 0,1-1-1 0 0,0 1 1 0 0,-1-1-1 0 0,1 1 0 0 0,-1 0 1 0 0,1-1-1 0 0,-1 1 1 0 0,1 0-1 0 0,-1-1 0 0 0,1 1 1 0 0,-1 0-1 0 0,0 0 1 0 0,1-1-1 0 0,-1 1 0 0 0,0 0 1 0 0,0 0-1 0 0,1 1 1 0 0,-1-2-1 0 0,0 1 1 0 0,0 0-1 0 0,0 0 1 0 0,0-1 0 0 0,0 1-1 0 0,1 0 1 0 0,-1-1-1 0 0,0 1 1 0 0,0 0 0 0 0,1-1-1 0 0,-1 1 1 0 0,1 0-1 0 0,-1-1 1 0 0,1 1 0 0 0,-1-1-1 0 0,1 1 1 0 0,-1-1-1 0 0,1 1 1 0 0,-1-1 0 0 0,1 1-1 0 0,-1-1 1 0 0,1 0-1 0 0,0 1 1 0 0,-1-1 0 0 0,2 1-1 0 0,5 4 11 0 0,4 16 67 0 0,-11-19-74 0 0,1 0 0 0 0,0 1 0 0 0,0-1 0 0 0,0 0 1 0 0,1 0-1 0 0,-1 1 0 0 0,0-1 0 0 0,1 0 0 0 0,-1 0 0 0 0,1-1 0 0 0,0 1 1 0 0,2 2-1 0 0,0-1 11 0 0,1-1-1 0 0,0 1 1 0 0,0-1 0 0 0,0 0 0 0 0,0 0-1 0 0,1 0 1 0 0,-1-1 0 0 0,0 1 0 0 0,1-1-1 0 0,-1-1 1 0 0,1 1 0 0 0,7-1 0 0 0,19 0 47 0 0,32-5 1 0 0,-32 2-25 0 0,143-19 369 0 0,220-57 0 0 0,-3-1 133 0 0,-297 65-431 0 0,246-46-22 0 0,-317 56-58 0 0,-1-2-1 0 0,1 0 1 0 0,-1-1-1 0 0,29-16 1 0 0,-41 18-5 0 0,-1-1 0 0 0,0 0 0 0 0,-1 0 0 0 0,1-1 0 0 0,-2-1 1 0 0,1 1-1 0 0,-1-1 0 0 0,0-1 0 0 0,-1 1 0 0 0,9-16 1 0 0,-8 12 7 0 0,0 0 0 0 0,0 0 1 0 0,-2 0-1 0 0,0-1 1 0 0,0 0-1 0 0,-1-1 1 0 0,-1 1-1 0 0,0-1 1 0 0,-1 0-1 0 0,-1 0 1 0 0,1-26-1 0 0,-4 25-15 0 0,-1 0 0 0 0,0 0 0 0 0,-1 0 0 0 0,0 0 0 0 0,-2 0 0 0 0,0 1 0 0 0,-1 0 0 0 0,0 0 1 0 0,-1 0-1 0 0,-1 1 0 0 0,0 0 0 0 0,-1 0 0 0 0,0 1 0 0 0,-1 0 0 0 0,-1 1 0 0 0,0 0 0 0 0,0 0 0 0 0,-1 2 0 0 0,-1-1 0 0 0,-27-16 0 0 0,-126-53 240 0 0,32 18-78 0 0,108 49-155 0 0,-2 2 0 0 0,1 0 0 0 0,-2 2 0 0 0,1 1 0 0 0,-1 2-1 0 0,-35-4 1 0 0,10 4-833 0 0,0 3 0 0 0,-72 6-1 0 0,97 1-886 0 0,-8 5-1227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44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43 400 0 0,'22'-14'640'0'0,"-22"4"-399"0"0,0 0-401 0 0,0 6-241 0 0,0-1-159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48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67 156 320 0 0,'-63'-4'5589'0'0,"59"3"-5175"0"0,23-2-254 0 0,-16 2 80 0 0,39 3 215 0 0,-17 0-283 0 0,32-5 145 0 0,0-2 0 0 0,86-21 1 0 0,40-4-203 0 0,-151 28-32 0 0,0 2 0 0 0,53 7 1 0 0,32 1 120 0 0,261 6 209 0 0,-306-14-366 0 0,114-15 0 0 0,299-27 326 0 0,-259 18-229 0 0,-15 1-34 0 0,-53 14-110 0 0,-107 8 21 0 0,54 2 38 0 0,-61-1 7 0 0,281 0-52 0 0,-77 10-1 0 0,59-6 134 0 0,-268-3-140 0 0,-7 0-4 0 0,53-6 0 0 0,-63 4-16 0 0,-4 1 26 0 0,-10 0 40 0 0,81-3 111 0 0,-69 2-81 0 0,1 0-1 0 0,-1 2 1 0 0,22 2-1 0 0,21 3 158 0 0,-44 1-291 0 0,-20-6-136 0 0,0 0 0 0 0,-1 0 0 0 0,1 0 0 0 0,-1-1 1 0 0,1 1-1 0 0,-1 0 0 0 0,1 0 0 0 0,-1-1 0 0 0,1 1 0 0 0,-1-1 0 0 0,0 0 0 0 0,1 1 0 0 0,-3-1 0 0 0,-55 16-6189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15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1 720 0 0,'0'5'-80'0'0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18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41 400 0 0,'-13'1'1181'0'0,"-1"1"-675"0"0,0 0 0 0 0,1-1-1 0 0,-1-1 1 0 0,0 0 0 0 0,0-1 0 0 0,-20-4 0 0 0,34 4-467 0 0,-1 1 0 0 0,1-1 0 0 0,0 1 0 0 0,-1-1-1 0 0,1 0 1 0 0,0 1 0 0 0,-1-1 0 0 0,1 0 0 0 0,0 1-1 0 0,-1-1 1 0 0,1 0 0 0 0,0 0 0 0 0,0 1 0 0 0,0-1-1 0 0,0 0 1 0 0,0 1 0 0 0,0-1 0 0 0,0 0 0 0 0,0 0-1 0 0,0 1 1 0 0,0-1 0 0 0,0 0 0 0 0,1 0 0 0 0,-1 1-1 0 0,0-1 1 0 0,0 0 0 0 0,1 1 0 0 0,-1-1 0 0 0,0 0 0 0 0,1 1-1 0 0,-1-1 1 0 0,1 0 0 0 0,44-9 361 0 0,-27 7-320 0 0,31 2 240 0 0,1 0-181 0 0,-16-1 32 0 0,56 4 0 0 0,-79 0-167 0 0,26 2 154 0 0,70 0 0 0 0,133-13 415 0 0,-218 10-519 0 0,0 2-40 0 0,-20-1-15 0 0,0 1 1 0 0,35 11 93 0 0,-29-5 54 0 0,32-5-54 0 0,12 2 71 0 0,52 3 219 0 0,-41-5-369 0 0,-56-3 39 0 0,4 3-26 0 0,-4-3 26 0 0,12-1-40 0 0,-1 0 1 0 0,-14-2 52 0 0,-4 0-67 0 0,26 0 149 0 0,103-2 26 0 0,-92 3-177 0 0,-15-1 8 0 0,-1 2 1 0 0,33 4-1 0 0,-13-2 79 0 0,-26-2-10 0 0,0 1 1 0 0,21 4-1 0 0,12 0 19 0 0,-20-4-43 0 0,-24-4-26 0 0,3 2-35 0 0,42 9-52 0 0,-34-5 63 0 0,-11-2 227 0 0,59-6 547 0 0,-58 2-1863 0 0,-6 2 954 0 0,0 1 0 0 0,0-1 0 0 0,0 1 0 0 0,1 0 0 0 0,-1 0 0 0 0,0-1 0 0 0,0 1 0 0 0,0 0 0 0 0,0 0 0 0 0,0 0 0 0 0,0 0 0 0 0,0 0 0 0 0,0 0 0 0 0,0 0 0 0 0,0 0 0 0 0,0 0 0 0 0,0 1 0 0 0,1-1 0 0 0,-3 1 0 0 0,-89 13-6294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23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15 1681 0 0,'0'-14'5749'0'0,"0"15"-5748"0"0,0 0 0 0 0,-1-1 0 0 0,1 1 0 0 0,-1 0 0 0 0,1 0 0 0 0,-1 0-1 0 0,1 0 1 0 0,-1 0 0 0 0,1 0 0 0 0,-1-1 0 0 0,0 1 0 0 0,0 0 0 0 0,1-1 0 0 0,-1 1 0 0 0,0 0 0 0 0,0-1 0 0 0,-1 1-1 0 0,-4 4 11 0 0,3 0 17 0 0,0 1 1 0 0,0 0-1 0 0,0 0 1 0 0,1 0 0 0 0,0 0-1 0 0,-2 12 1 0 0,2-10 11 0 0,-2 34 170 0 0,0 3 33 0 0,-33 36 224 0 0,35-67-416 0 0,0-1 0 0 0,1 1-1 0 0,1 0 1 0 0,1 18 0 0 0,0 1-25 0 0,-2-31-21 0 0,1-1 0 0 0,0 1 0 0 0,0 0 0 0 0,0 0 0 0 0,1 0 0 0 0,-1-1-1 0 0,0 1 1 0 0,1 0 0 0 0,-1 0 0 0 0,2 3 0 0 0,-1-5-4 0 0,0 1-1 0 0,0 0 1 0 0,-1 0 0 0 0,1-1-1 0 0,0 1 1 0 0,0 0 0 0 0,0-1 0 0 0,0 1-1 0 0,0-1 1 0 0,0 1 0 0 0,0-1 0 0 0,0 0-1 0 0,0 1 1 0 0,0-1 0 0 0,0 0 0 0 0,0 0-1 0 0,2 1 1 0 0,2-3 18 0 0,0 0-1 0 0,0 1 1 0 0,0-2-1 0 0,0 1 0 0 0,0 0 1 0 0,0-1-1 0 0,-1 0 1 0 0,1 0-1 0 0,-1-1 1 0 0,0 1-1 0 0,0-1 1 0 0,6-7-1 0 0,16-19 90 0 0,-3 0 0 0 0,28-48 0 0 0,24-31 75 0 0,-57 79-10 0 0,-18 27-162 0 0,1 1 0 0 0,0 0 0 0 0,0 0 0 0 0,0 0 0 0 0,0 0 0 0 0,0 0 0 0 0,1 0 0 0 0,-1 0 0 0 0,0 1 0 0 0,1-1 0 0 0,0 0 0 0 0,-1 1 0 0 0,1-1 0 0 0,0 1 0 0 0,0-1 0 0 0,3-1 0 0 0,-6 3-23 0 0,0 0 1 0 0,1 0-1 0 0,-1 1 0 0 0,0-1 0 0 0,0 0 0 0 0,1 0 0 0 0,-1 0 0 0 0,0 1 1 0 0,0-1-1 0 0,1 0 0 0 0,-1 1 0 0 0,0-1 0 0 0,1 1 0 0 0,-1-1 0 0 0,0 1 1 0 0,1-1-1 0 0,-1 1 0 0 0,1-1 0 0 0,-1 1 0 0 0,1 0 0 0 0,-1-1 0 0 0,1 1 0 0 0,-1 0 1 0 0,1 0-1 0 0,-3 29-164 0 0,3-23 221 0 0,0 154 236 0 0,0-153-282 0 0,-1-1 1 0 0,0 0 0 0 0,0 0 0 0 0,-1 0 0 0 0,-4 13 0 0 0,4-13 11 0 0,0-1 0 0 0,0 0 0 0 0,0 1 1 0 0,1-1-1 0 0,-1 13 0 0 0,2-18-12 0 0,0 0-1 0 0,0 0 0 0 0,0 0 0 0 0,0 0 1 0 0,0 0-1 0 0,0 0 0 0 0,1-1 0 0 0,-1 1 1 0 0,0 0-1 0 0,0 0 0 0 0,1 0 1 0 0,-1 0-1 0 0,1-1 0 0 0,-1 1 0 0 0,0 0 1 0 0,1 0-1 0 0,0-1 0 0 0,-1 1 1 0 0,1 0-1 0 0,-1 0 0 0 0,1-1 0 0 0,0 1 1 0 0,-1-1-1 0 0,1 1 0 0 0,0-1 1 0 0,0 1-1 0 0,-1-1 0 0 0,1 1 0 0 0,0-1 1 0 0,0 0-1 0 0,0 1 0 0 0,0-1 1 0 0,0 0-1 0 0,-1 0 0 0 0,1 0 0 0 0,0 0 1 0 0,0 0-1 0 0,0 0 0 0 0,0 0 0 0 0,0 0 1 0 0,0 0-1 0 0,0 0 0 0 0,0 0 1 0 0,0-1-1 0 0,35-10 53 0 0,-29 7 18 0 0,0-1 0 0 0,0 0 1 0 0,0 0-1 0 0,-1 0 0 0 0,1 0 1 0 0,-1-1-1 0 0,-1 0 1 0 0,1-1-1 0 0,-1 1 0 0 0,0-1 1 0 0,-1 0-1 0 0,0 0 1 0 0,5-10-1 0 0,5-8-27 0 0,-2 6 8 0 0,-1 1-1 0 0,2 0 0 0 0,1 1 1 0 0,0 0-1 0 0,1 1 0 0 0,1 1 1 0 0,0 0-1 0 0,1 1 1 0 0,22-14-1 0 0,-33 25-197 0 0,18-9-990 0 0,-23 12 1081 0 0,-1 0 0 0 0,1 0 0 0 0,-1-1 0 0 0,1 1 0 0 0,-1 0 0 0 0,1 0 0 0 0,-1 0 0 0 0,0 0 0 0 0,1 0 0 0 0,-1 0 0 0 0,1 0 0 0 0,-1 0 0 0 0,1 0 0 0 0,-1 0 0 0 0,0 1 0 0 0,1-1 0 0 0,-1 0 0 0 0,1 0 0 0 0,-1 0 0 0 0,1 0 0 0 0,-1 1 0 0 0,0-1 0 0 0,1 0 0 0 0,-1 0 0 0 0,0 1 0 0 0,1-1 0 0 0,-1 0 0 0 0,0 1 0 0 0,1-1 0 0 0,-1 0 0 0 0,0 1 0 0 0,0-1 0 0 0,1 0 0 0 0,-1 1 1 0 0,0-1-1 0 0,0 1 0 0 0,0-1 0 0 0,0 1 0 0 0,1-1 0 0 0,-1 0 0 0 0,0 1 0 0 0,0-1 0 0 0,0 1 0 0 0,0-1 0 0 0,0 1 0 0 0,0-1 0 0 0,0 1 0 0 0,0-1 0 0 0,0 1 0 0 0,0 19-3198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23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10 800 0 0,'-173'4'7924'0'0,"173"-5"-7619"0"0,0 1-294 0 0,0 0 1 0 0,0 0-1 0 0,0-1 0 0 0,0 1 0 0 0,0 0 1 0 0,0 0-1 0 0,0 0 0 0 0,0 0 1 0 0,0 0-1 0 0,0 0 0 0 0,0-1 0 0 0,0 1 1 0 0,0 0-1 0 0,0 0 0 0 0,0 0 0 0 0,0 0 1 0 0,0 0-1 0 0,0 0 0 0 0,0 0 0 0 0,0-1 1 0 0,0 1-1 0 0,0 0 0 0 0,0 0 0 0 0,0 0 1 0 0,0 0-1 0 0,0 0 0 0 0,0 0 1 0 0,0 0-1 0 0,0-1 0 0 0,0 1 0 0 0,1 0 1 0 0,-1 0-1 0 0,0 0 0 0 0,0 0 0 0 0,0 0 1 0 0,0 0-1 0 0,0 0 0 0 0,0 0 0 0 0,0 0 1 0 0,1 0-1 0 0,-1 0 0 0 0,0 0 0 0 0,0 0 1 0 0,0 0-1 0 0,0 0 0 0 0,0 0 0 0 0,0 0 1 0 0,0 0-1 0 0,1 0 0 0 0,-1 0 1 0 0,0 0-1 0 0,0 0 0 0 0,0 0 0 0 0,0 0 1 0 0,0 0-1 0 0,1 0 0 0 0,41-5 45 0 0,1 2 1 0 0,0 2-1 0 0,69 7 1 0 0,-75-3-243 0 0,-32-3-82 0 0,0 0 0 0 0,0 0 0 0 0,0 0 1 0 0,0 1-1 0 0,-1 0 0 0 0,1 0 0 0 0,0 1 0 0 0,0-1 0 0 0,0 1 0 0 0,-1 0 0 0 0,9 5 0 0 0,-9 9-2946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24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21 480 0 0,'0'0'58'0'0,"0"0"1"0"0,0 1-1 0 0,0-1 0 0 0,0 0 0 0 0,0 0 0 0 0,0 0 0 0 0,0 0 0 0 0,0 1 1 0 0,0-1-1 0 0,0 0 0 0 0,0 0 0 0 0,0 0 0 0 0,0 0 0 0 0,0 1 0 0 0,0-1 1 0 0,0 0-1 0 0,0 0 0 0 0,0 0 0 0 0,0 0 0 0 0,0 0 0 0 0,0 1 0 0 0,0-1 1 0 0,0 0-1 0 0,-1 0 0 0 0,1 0 0 0 0,0 0 0 0 0,0 0 0 0 0,0 1 0 0 0,0-1 1 0 0,0 0-1 0 0,0 0 0 0 0,-1 0 0 0 0,1 0 0 0 0,0 0 0 0 0,0 0 0 0 0,0 0 1 0 0,0 0-1 0 0,-1 0 0 0 0,1 0 0 0 0,0 0 0 0 0,0 0 0 0 0,0 0 0 0 0,0 0 1 0 0,-1 0-1 0 0,1 0 0 0 0,0 0 0 0 0,-8-5 1729 0 0,2-4-212 0 0,6 8-1541 0 0,0 1 0 0 0,0 0 0 0 0,0 0 0 0 0,0 0 0 0 0,0 0 0 0 0,0 0 0 0 0,0 0 0 0 0,0-1 0 0 0,0 1 0 0 0,0 0 0 0 0,0 0 0 0 0,0 0 1 0 0,0 0-1 0 0,0 0 0 0 0,0-1 0 0 0,0 1 0 0 0,0 0 0 0 0,0 0 0 0 0,0 0 0 0 0,0 0 0 0 0,0 0 0 0 0,0 0 0 0 0,0-1 0 0 0,0 1 0 0 0,0 0 0 0 0,0 0 0 0 0,0 0 0 0 0,0 0 0 0 0,0 0 0 0 0,1 0 0 0 0,-1 0 0 0 0,0-1 0 0 0,0 1 0 0 0,0 0 0 0 0,0 0 0 0 0,0 0 0 0 0,0 0 0 0 0,1 0 0 0 0,-1 0 0 0 0,0 0 0 0 0,0 0 0 0 0,0 0 0 0 0,0 0 0 0 0,0 0 0 0 0,0 0 0 0 0,1 0 0 0 0,-1 0 0 0 0,0 0 0 0 0,0 0 0 0 0,0 0 0 0 0,67-5 753 0 0,249 3-1197 0 0,-159 5-3421 0 0,-131-3 896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32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76 720 0 0,'23'-1'2315'0'0,"39"-5"-1"0"0,5-11-1407 0 0,-45 8-600 0 0,-19 8-214 0 0,-6 0 54 0 0,-64-17 814 0 0,18 10-600 0 0,26 3-135 0 0,-1 1 1 0 0,-32-1-1 0 0,47 4-148 0 0,-16 4 59 0 0,24-3-140 0 0,1 1 1 0 0,-1 0-1 0 0,0-1 0 0 0,0 1 1 0 0,1-1-1 0 0,-1 1 0 0 0,0 0 1 0 0,1 0-1 0 0,-1-1 1 0 0,1 1-1 0 0,-1 0 0 0 0,1 0 1 0 0,-1 0-1 0 0,1 0 1 0 0,0 0-1 0 0,-1 0 0 0 0,1-1 1 0 0,0 1-1 0 0,0 0 0 0 0,0 0 1 0 0,0 0-1 0 0,0 0 1 0 0,0 0-1 0 0,0 0 0 0 0,0 2 1 0 0,-1 21-46 0 0,0-16 24 0 0,1 0 1 0 0,-1 1-1 0 0,2-1 0 0 0,-1 1 1 0 0,1-1-1 0 0,4 13 0 0 0,-3-15 6 0 0,-1-4 15 0 0,0 0 0 0 0,-1-1 0 0 0,1 1 0 0 0,0 0 0 0 0,-1-1 0 0 0,1 1 0 0 0,-1 0 0 0 0,0 0 0 0 0,0-1 0 0 0,1 1 0 0 0,-1 0 0 0 0,0 0 0 0 0,0 0 0 0 0,-1-1 0 0 0,1 1 0 0 0,0 0 0 0 0,-1 0 0 0 0,1-1 0 0 0,-1 1 0 0 0,1 0 0 0 0,-1 0 0 0 0,0-1 0 0 0,0 1 0 0 0,-1 2 0 0 0,1-1 3 0 0,0-1 1 0 0,0 1-1 0 0,1-1 0 0 0,-1 1 1 0 0,1-1-1 0 0,0 1 0 0 0,-1-1 1 0 0,1 1-1 0 0,1-1 0 0 0,-1 6 1 0 0,1-7-5 0 0,-1-1 0 0 0,0 1 1 0 0,0 0-1 0 0,0-1 1 0 0,0 1-1 0 0,1 0 0 0 0,-1-1 1 0 0,0 1-1 0 0,1 0 0 0 0,-1-1 1 0 0,0 1-1 0 0,1-1 0 0 0,-1 1 1 0 0,1 0-1 0 0,-1-1 0 0 0,1 1 1 0 0,-1-1-1 0 0,1 1 1 0 0,-1-1-1 0 0,1 0 0 0 0,0 1 1 0 0,-1-1-1 0 0,1 0 0 0 0,0 1 1 0 0,-1-1-1 0 0,1 0 0 0 0,0 0 1 0 0,-1 1-1 0 0,1-1 0 0 0,0 0 1 0 0,-1 0-1 0 0,1 0 1 0 0,0 0-1 0 0,0 0 0 0 0,-1 0 1 0 0,1 0-1 0 0,0 0 0 0 0,0 0 1 0 0,-1-1-1 0 0,1 1 0 0 0,0 0 1 0 0,-1 0-1 0 0,1 0 1 0 0,1-1-1 0 0,11-5 17 0 0,1 2-1 0 0,0 0 1 0 0,0 0-1 0 0,0 1 1 0 0,1 1 0 0 0,-1 1-1 0 0,0 0 1 0 0,1 0 0 0 0,-1 2-1 0 0,1 0 1 0 0,-1 0 0 0 0,1 1-1 0 0,-1 1 1 0 0,0 1-1 0 0,0 0 1 0 0,0 0 0 0 0,-1 2-1 0 0,14 6 1 0 0,-23-9-9 0 0,0 0 0 0 0,-1-1 1 0 0,1 1-1 0 0,-1 1 0 0 0,0-1 0 0 0,0 0 0 0 0,0 1 0 0 0,0 0 1 0 0,-1-1-1 0 0,0 1 0 0 0,1 0 0 0 0,-1 0 0 0 0,-1 1 0 0 0,1-1 1 0 0,1 5-1 0 0,-3-7-3 0 0,1 0 1 0 0,-1 1 0 0 0,0-1 0 0 0,1 1 0 0 0,-1-1-1 0 0,0 1 1 0 0,-1-1 0 0 0,1 0 0 0 0,0 1 0 0 0,-1-1-1 0 0,1 1 1 0 0,-1-1 0 0 0,0 0 0 0 0,0 1 0 0 0,0-1-1 0 0,0 0 1 0 0,0 0 0 0 0,0 0 0 0 0,-1 0 0 0 0,1 0-1 0 0,-1 0 1 0 0,1 0 0 0 0,-1 0 0 0 0,0-1 0 0 0,0 1-1 0 0,-3 2 1 0 0,-4 3 26 0 0,-1-1 0 0 0,1 0-1 0 0,-1-1 1 0 0,-14 6-1 0 0,-6 2 69 0 0,15-5-62 0 0,-1-1 1 0 0,0-1 0 0 0,0 0 0 0 0,-1-1 0 0 0,0-1-1 0 0,0 0 1 0 0,-20 1 0 0 0,21-4-43 0 0,0-1-1 0 0,1-1 1 0 0,-1-1 0 0 0,0 0-1 0 0,1 0 1 0 0,-1-2 0 0 0,-18-6-1 0 0,32 9-22 0 0,1 1 0 0 0,-1-1 0 0 0,1 0 0 0 0,-1 1 0 0 0,1-1 0 0 0,0 0 0 0 0,-1 0 0 0 0,1 0 0 0 0,0 0 0 0 0,0 0 0 0 0,0 0 0 0 0,0 0 1 0 0,0 0-1 0 0,0 0 0 0 0,0 0 0 0 0,0-1 0 0 0,0 1 0 0 0,0 0 0 0 0,1-1 0 0 0,-1 1 0 0 0,1 0 0 0 0,-1-1 0 0 0,1 1 0 0 0,-1-1 0 0 0,1 1 0 0 0,0-1 0 0 0,0 1 0 0 0,0-1 0 0 0,-1 1 0 0 0,2-1 0 0 0,-1 0 0 0 0,0 1 0 0 0,0-1 0 0 0,0 1 0 0 0,1-1 0 0 0,-1 1 0 0 0,2-3 0 0 0,0-1-229 0 0,1 0 0 0 0,0 0 1 0 0,0 0-1 0 0,0 1 0 0 0,1 0 0 0 0,0-1 1 0 0,0 1-1 0 0,0 0 0 0 0,8-5 0 0 0,28-14-3248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33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373 110 1681 0 0,'-15'-2'769'0'0,"0"0"1"0"0,0 0-1 0 0,0 2 0 0 0,1 0 1 0 0,-24 3-1 0 0,21 0-667 0 0,1 0-1 0 0,-1 2 1 0 0,1 0 0 0 0,1 1-1 0 0,-1 0 1 0 0,1 1-1 0 0,-28 18 1 0 0,31-17-47 0 0,1 1 0 0 0,0 1-1 0 0,1 0 1 0 0,0 1 0 0 0,0 0 0 0 0,1 0 0 0 0,0 1 0 0 0,-12 23-1 0 0,21-34-46 0 0,-1-1 0 0 0,1 1-1 0 0,0 0 1 0 0,-1-1 0 0 0,1 1-1 0 0,0 0 1 0 0,0 0-1 0 0,-1-1 1 0 0,1 1 0 0 0,0 0-1 0 0,0 0 1 0 0,0-1-1 0 0,0 1 1 0 0,0 0 0 0 0,0 0-1 0 0,0-1 1 0 0,1 1-1 0 0,-1 0 1 0 0,0 0 0 0 0,0-1-1 0 0,1 1 1 0 0,-1 0-1 0 0,0 0 1 0 0,1-1 0 0 0,-1 1-1 0 0,0 0 1 0 0,1-1-1 0 0,0 1 1 0 0,23 16 118 0 0,-14-13-113 0 0,0 0 1 0 0,1-1-1 0 0,13 3 1 0 0,-4-4 8 0 0,0 0 1 0 0,0-1 0 0 0,0-1-1 0 0,0-1 1 0 0,0 0 0 0 0,0-2-1 0 0,0 0 1 0 0,-1-1 0 0 0,20-8-1 0 0,-32 10-7 0 0,-1-1 0 0 0,1 0 0 0 0,-1-1 0 0 0,0 1-1 0 0,0-1 1 0 0,9-9 0 0 0,6-3 42 0 0,-8 7-28 0 0,0-1 1 0 0,0 0-1 0 0,-2 0 1 0 0,1-1 0 0 0,9-13-1 0 0,-18 20-18 0 0,0 0 0 0 0,0-1-1 0 0,0 1 1 0 0,-1-1-1 0 0,0 0 1 0 0,0 0-1 0 0,0 1 1 0 0,0-1 0 0 0,-1 0-1 0 0,0-1 1 0 0,0 1-1 0 0,0 0 1 0 0,-1 0 0 0 0,1 0-1 0 0,-1 0 1 0 0,-1-1-1 0 0,1 1 1 0 0,-1 0 0 0 0,0 0-1 0 0,-2-8 1 0 0,1 8-14 0 0,0 0 0 0 0,0 1 1 0 0,0-1-1 0 0,0 0 1 0 0,-1 1-1 0 0,0-1 0 0 0,0 1 1 0 0,0 0-1 0 0,-1 0 0 0 0,1 0 1 0 0,-1 1-1 0 0,0-1 1 0 0,0 1-1 0 0,0 0 0 0 0,0 0 1 0 0,-1 0-1 0 0,0 0 0 0 0,1 1 1 0 0,-1 0-1 0 0,0 0 1 0 0,0 0-1 0 0,-7-1 0 0 0,5 1-124 0 0,0 1-1 0 0,0 0 1 0 0,0 1-1 0 0,0-1 1 0 0,0 1-1 0 0,0 1 1 0 0,0-1-1 0 0,-1 1 1 0 0,1 0-1 0 0,0 1 1 0 0,1 0-1 0 0,-1 0 1 0 0,0 0-1 0 0,0 1 1 0 0,1 0-1 0 0,-8 5 1 0 0,14-8 22 0 0,-1 0 0 0 0,1 1-1 0 0,0-1 1 0 0,-1 0 0 0 0,1 1 0 0 0,0-1-1 0 0,0 0 1 0 0,-1 1 0 0 0,1-1 0 0 0,0 1 0 0 0,0-1-1 0 0,-1 1 1 0 0,1-1 0 0 0,0 1 0 0 0,0-1-1 0 0,0 0 1 0 0,0 1 0 0 0,0-1 0 0 0,0 1-1 0 0,0-1 1 0 0,0 1 0 0 0,0-1 0 0 0,0 1 0 0 0,0-1-1 0 0,0 1 1 0 0,0 0 0 0 0,0 1-656 0 0,0 4-1720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33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32 1761 0 0,'-41'-32'4028'0'0,"41"33"-2933"0"0,5 8-673 0 0,13 13-338 0 0,2 1 108 0 0,32 36 106 0 0,64 56-1 0 0,-91-92-270 0 0,-19-16-123 0 0,0-2 0 0 0,0 1 0 0 0,1-1 0 0 0,13 9 0 0 0,-17-13-95 0 0,11 7 41 0 0,-14-8 111 0 0,1 0 1 0 0,-1 0 0 0 0,0 1-1 0 0,0-1 1 0 0,0 0-1 0 0,1 0 1 0 0,-1 0-1 0 0,0 0 1 0 0,0 0-1 0 0,0 1 1 0 0,1-1 0 0 0,-1 0-1 0 0,0 0 1 0 0,0 0-1 0 0,0 1 1 0 0,0-1-1 0 0,0 0 1 0 0,1 0-1 0 0,-1 1 1 0 0,0-1-1 0 0,0 0 1 0 0,0 0 0 0 0,0 1-1 0 0,0-1 1 0 0,0 0-1 0 0,0 0 1 0 0,0 1-1 0 0,0-1 1 0 0,0 0-1 0 0,0 0 1 0 0,0 1 0 0 0,0-1-1 0 0,0 0 1 0 0,0 0-1 0 0,0 1 1 0 0,0-1-1 0 0,-1 0 1 0 0,1 0-1 0 0,0 1 1 0 0,0-1 0 0 0,0 0-1 0 0,0 0 1 0 0,0 1-1 0 0,-1-1 1 0 0,1 0-1 0 0,0 0 1 0 0,-19 10-3297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34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0 268 240 0 0,'0'-10'3042'0'0,"0"1"-1122"0"0,0-5-479 0 0,0-20-320 0 0,45-13 79 0 0,66-13-319 0 0,-27 13-561 0 0,5 29-480 0 0,-45 3-241 0 0,23 6-799 0 0,0 4-2562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34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397 10 1841 0 0,'-1'-1'279'0'0,"-1"0"1"0"0,0 0-1 0 0,1 1 1 0 0,-1-1 0 0 0,0 0-1 0 0,0 1 1 0 0,0 0-1 0 0,0 0 1 0 0,0-1-1 0 0,1 1 1 0 0,-1 0-1 0 0,-4 1 1 0 0,-28-1 1389 0 0,33 0-1917 0 0,-3 0 475 0 0,4 0-220 0 0,0 0 0 0 0,0 0 0 0 0,0 0 0 0 0,0 0 1 0 0,0 0-1 0 0,0 0 0 0 0,0-1 0 0 0,0 1 0 0 0,1 0 0 0 0,-1 0 0 0 0,0 0 0 0 0,0 0 0 0 0,0 0 0 0 0,0 0 0 0 0,0 0 0 0 0,0-1 0 0 0,0 1 0 0 0,0 0 0 0 0,0 0 0 0 0,0 0 0 0 0,0 0 0 0 0,0 0 0 0 0,0 0 0 0 0,0-1 1 0 0,0 1-1 0 0,0 0 0 0 0,0 0 0 0 0,-1 0 0 0 0,1 0 0 0 0,0 0 0 0 0,0 0 0 0 0,0 0 0 0 0,0-1 0 0 0,0 1 0 0 0,0 0 0 0 0,0 0 0 0 0,0 0 0 0 0,0 0 0 0 0,0 0 0 0 0,0 0 0 0 0,-1 0 0 0 0,1 0 0 0 0,0 0 1 0 0,0 0-1 0 0,0 0 0 0 0,0 0 0 0 0,0 0 0 0 0,0-1 0 0 0,0 1 0 0 0,-1 0 0 0 0,1 0 0 0 0,0 0 0 0 0,0 0 0 0 0,0 0 0 0 0,0 0 0 0 0,0 0 0 0 0,0 0 0 0 0,-1 0 0 0 0,1 0 0 0 0,0 0 0 0 0,0 0 0 0 0,0 1 0 0 0,0-1 1 0 0,0 0-1 0 0,0 0 0 0 0,0 0 0 0 0,-1 0 0 0 0,1 0 0 0 0,0 0 0 0 0,-14 0 14 0 0,-21 0 99 0 0,0 1 1 0 0,-35 6 0 0 0,60-5-101 0 0,0 0 0 0 0,0 0 1 0 0,0 1-1 0 0,0 1 0 0 0,0 0 1 0 0,1 0-1 0 0,0 1 0 0 0,-1 0 1 0 0,2 0-1 0 0,-1 1 0 0 0,-9 8 1 0 0,16-11-21 0 0,-1-1 0 0 0,1 1 0 0 0,0-1 0 0 0,-1 1 0 0 0,1 0 0 0 0,1 0 0 0 0,-1 0 0 0 0,0 0 0 0 0,1 0 0 0 0,0 0 0 0 0,-1 1 0 0 0,1-1 0 0 0,0 0 0 0 0,1 1 0 0 0,-1-1 0 0 0,1 1 0 0 0,-1-1 0 0 0,1 1 0 0 0,0-1 0 0 0,1 7 0 0 0,-1-7 0 0 0,0-3-2 0 0,0 1 0 0 0,0 0 1 0 0,0 0-1 0 0,0 0 0 0 0,0 0 1 0 0,0-1-1 0 0,0 1 0 0 0,0 0 0 0 0,0 0 1 0 0,0 0-1 0 0,1-1 0 0 0,-1 1 1 0 0,0 0-1 0 0,0 0 0 0 0,1-1 0 0 0,-1 1 1 0 0,1 0-1 0 0,-1-1 0 0 0,1 1 1 0 0,-1 0-1 0 0,1-1 0 0 0,-1 1 0 0 0,1 0 1 0 0,-1-1-1 0 0,1 1 0 0 0,0-1 1 0 0,-1 1-1 0 0,1-1 0 0 0,1 1 0 0 0,31-1-78 0 0,8-2 65 0 0,-36 2 27 0 0,0-1 0 0 0,-1 1 0 0 0,1-1 0 0 0,-1-1 0 0 0,9-3 0 0 0,17-4 49 0 0,3 2-52 0 0,-19 4-20 0 0,0 0 1 0 0,0 1 0 0 0,1 0 0 0 0,-1 1-1 0 0,19 1 1 0 0,-30 1 11 0 0,1-1-7 0 0,1 0 0 0 0,-1 0 0 0 0,0 1 0 0 0,0 0 0 0 0,0-1 0 0 0,0 2 0 0 0,8 2 0 0 0,-11-3 1 0 0,1 0 1 0 0,-1 0-1 0 0,1 0 1 0 0,-1 1-1 0 0,0-1 1 0 0,1 0-1 0 0,-1 1 1 0 0,0-1-1 0 0,0 1 1 0 0,0-1-1 0 0,0 1 1 0 0,0 0-1 0 0,-1-1 1 0 0,1 1-1 0 0,0 0 1 0 0,-1 0-1 0 0,1-1 1 0 0,-1 1-1 0 0,0 0 1 0 0,0 0-1 0 0,1 0 1 0 0,-1-1-1 0 0,0 1 1 0 0,-1 2-1 0 0,1 1 6 0 0,0 0 0 0 0,-1 0 1 0 0,0-1-1 0 0,0 1 0 0 0,0 0 0 0 0,-1-1 1 0 0,0 1-1 0 0,0-1 0 0 0,0 0 0 0 0,0 1 0 0 0,0-1 1 0 0,-1 0-1 0 0,0 0 0 0 0,0-1 0 0 0,0 1 1 0 0,0 0-1 0 0,-1-1 0 0 0,1 0 0 0 0,-8 5 1 0 0,-7 4 49 0 0,0-1 0 0 0,0-1 0 0 0,-27 11 0 0 0,19-9 13 0 0,10-4-41 0 0,0-1 0 0 0,-1 0 0 0 0,0-1 0 0 0,0-1 0 0 0,0 0 0 0 0,-34 3 0 0 0,49-7-39 0 0,1-1 0 0 0,-1 0 1 0 0,0 0-1 0 0,0 0 0 0 0,1 0 0 0 0,-1 0 1 0 0,0 0-1 0 0,0-1 0 0 0,1 1 1 0 0,-1 0-1 0 0,0-1 0 0 0,1 1 1 0 0,-1-1-1 0 0,1 0 0 0 0,-1 0 1 0 0,1 1-1 0 0,-1-1 0 0 0,1 0 1 0 0,-1 0-1 0 0,1-1 0 0 0,0 1 1 0 0,-1 0-1 0 0,1 0 0 0 0,0-1 1 0 0,0 1-1 0 0,0 0 0 0 0,0-1 1 0 0,0 1-1 0 0,0-1 0 0 0,1 1 1 0 0,-1-1-1 0 0,0-2 0 0 0,0-1-160 0 0,0 0-1 0 0,0 0 1 0 0,1-1 0 0 0,0 1-1 0 0,0 0 1 0 0,0 0 0 0 0,1 0-1 0 0,0 0 1 0 0,2-8 0 0 0,15-33-2092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35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374 113 640 0 0,'-85'-3'4162'0'0,"59"1"-3786"0"0,0 0 0 0 0,-1 2-1 0 0,1 1 1 0 0,0 1 0 0 0,-43 9 0 0 0,63-8-350 0 0,0-1 0 0 0,0 1 0 0 0,0 0 0 0 0,0 0 0 0 0,1 1 0 0 0,-6 4 0 0 0,-9 6 165 0 0,19-13-182 0 0,0-1-1 0 0,1 0 1 0 0,-1 1 0 0 0,0-1-1 0 0,1 1 1 0 0,-1-1 0 0 0,0 1-1 0 0,1-1 1 0 0,-1 1-1 0 0,1 0 1 0 0,-1-1 0 0 0,1 1-1 0 0,-1 0 1 0 0,1-1 0 0 0,0 1-1 0 0,-1 0 1 0 0,1-1-1 0 0,0 1 1 0 0,-1 0 0 0 0,1 0-1 0 0,0 0 1 0 0,0-1 0 0 0,0 1-1 0 0,0 0 1 0 0,0 0 0 0 0,0 0-1 0 0,0-1 1 0 0,0 3-1 0 0,1-1 11 0 0,0 0 0 0 0,0 0 0 0 0,-1 0 0 0 0,2 0 0 0 0,-1 0 0 0 0,0 0-1 0 0,0 0 1 0 0,1-1 0 0 0,-1 1 0 0 0,4 3 0 0 0,3 2 36 0 0,0 0 0 0 0,1-1 0 0 0,0 0 1 0 0,18 9-1 0 0,-2-5-34 0 0,-1 0 0 0 0,1-2 1 0 0,1 0-1 0 0,-1-2 0 0 0,1-1 1 0 0,0-1-1 0 0,1-2 0 0 0,-1 0 1 0 0,0-2-1 0 0,1 0 1 0 0,-1-2-1 0 0,0-1 0 0 0,1-1 1 0 0,48-15-1 0 0,-72 18-13 0 0,1 0 0 0 0,-1 0 0 0 0,0 0 0 0 0,0-1 0 0 0,1 1 0 0 0,-1-1 0 0 0,0 0 0 0 0,0 0 0 0 0,0 0 0 0 0,-1-1 0 0 0,1 1 0 0 0,0 0 0 0 0,-1-1 0 0 0,0 0 0 0 0,0 0 0 0 0,1 0 0 0 0,-2 0 0 0 0,1 0 0 0 0,0 0 0 0 0,0 0 0 0 0,-1 0 0 0 0,0-1 0 0 0,0 1 0 0 0,0 0 0 0 0,0-1 0 0 0,0 1 0 0 0,-1-1 0 0 0,0 0 0 0 0,1-6 0 0 0,-2 3 4 0 0,0 0-1 0 0,-1 0 1 0 0,0 0-1 0 0,0 0 1 0 0,0 0-1 0 0,-1 0 1 0 0,0 1-1 0 0,0-1 1 0 0,-1 1-1 0 0,-8-11 1 0 0,7 8-1 0 0,-2 1-1 0 0,1 0 1 0 0,-1 1 0 0 0,0 0 0 0 0,-1 0 0 0 0,0 0 0 0 0,-17-10-1 0 0,10 10-113 0 0,0 2 0 0 0,0-1 0 0 0,0 2 0 0 0,-1 0 0 0 0,0 1 0 0 0,0 1-1 0 0,0 0 1 0 0,0 1 0 0 0,-26 2 0 0 0,-20 3-1134 0 0,-60 12 1 0 0,119-15 1179 0 0,-109 21-3638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45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0 1361 0 0,'-22'18'1600'0'0,"0"49"241"0"0,44 12-1120 0 0,0 6-721 0 0,0 4-161 0 0,23-10 161 0 0,-23-13 80 0 0,-22 9 1 0 0,22 14 79 0 0,-22-4-160 0 0,-22-10-321 0 0,22-25-1279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47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1601 0 0,'0'0'139'0'0,"0"1"0"0"0,0 0 0 0 0,1 0 0 0 0,-1-1 0 0 0,0 1 0 0 0,1 0 0 0 0,-1-1 0 0 0,0 1 0 0 0,1 0 0 0 0,-1-1 0 0 0,1 1 0 0 0,-1-1 0 0 0,1 1 0 0 0,-1-1 0 0 0,1 1 0 0 0,-1-1 0 0 0,1 1 0 0 0,0-1 0 0 0,-1 1 0 0 0,1-1 0 0 0,0 0 0 0 0,-1 1 0 0 0,1-1 0 0 0,0 0 0 0 0,1 1 0 0 0,29 6 625 0 0,32-4-998 0 0,-61-3 345 0 0,96 0 92 0 0,374-10 461 0 0,-291 5-585 0 0,-136 6-78 0 0,50-2 47 0 0,420 15 78 0 0,50 0 433 0 0,-113-9-25 0 0,-34 4-261 0 0,3 1 175 0 0,164 9-353 0 0,-133-6-150 0 0,-344-9 244 0 0,112 7-5 0 0,-23 8 10 0 0,224-6-1 0 0,-177-31 34 0 0,-156 7-179 0 0,46-2 91 0 0,6 8-52 0 0,186-2-16 0 0,-4 24 91 0 0,51 11 11 0 0,-325-27-142 0 0,156 11 85 0 0,-68-5 31 0 0,-35-3-227 0 0,21 3 191 0 0,1-6 0 0 0,160-19 0 0 0,-265 17-185 0 0,-7 0-209 0 0,-1 0-1 0 0,1 0 1 0 0,0-1 0 0 0,-1-1-1 0 0,0 1 1 0 0,1-2-1 0 0,-1 1 1 0 0,0-2-1 0 0,12-6 1 0 0,22-20-4092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36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1 880 0 0,'0'0'72'0'0,"0"1"-1"0"0,0-1 1 0 0,0 1-1 0 0,0-1 1 0 0,-1 1-1 0 0,1-1 0 0 0,0 0 1 0 0,1 1-1 0 0,-1-1 1 0 0,0 1-1 0 0,0-1 1 0 0,0 1-1 0 0,0-1 1 0 0,0 0-1 0 0,0 1 0 0 0,0-1 1 0 0,1 1-1 0 0,-1-1 1 0 0,0 0-1 0 0,0 1 1 0 0,1-1-1 0 0,-1 1 1 0 0,0-1-1 0 0,0 0 0 0 0,1 0 1 0 0,-1 1-1 0 0,0-1 1 0 0,1 0-1 0 0,-1 1 1 0 0,1-1-1 0 0,-1 0 1 0 0,0 0-1 0 0,1 0 0 0 0,-1 0 1 0 0,1 1-1 0 0,-1-1 1 0 0,0 0-1 0 0,1 0 1 0 0,-1 0-1 0 0,1 0 0 0 0,-1 0 1 0 0,1 0-1 0 0,-1 0 1 0 0,1 0-1 0 0,-1 0 1 0 0,0 0-1 0 0,1 0 1 0 0,-1 0-1 0 0,1 0 0 0 0,-1-1 1 0 0,1 1-1 0 0,-1 0 1 0 0,0 0-1 0 0,1-1 1 0 0,2 1-413 0 0,-3 0 363 0 0,0-1 1 0 0,0 1 0 0 0,0 0-1 0 0,0 0 1 0 0,0 0-1 0 0,0 0 1 0 0,-1 0 0 0 0,1 0-1 0 0,0 0 1 0 0,0 0 0 0 0,0 0-1 0 0,0 0 1 0 0,0-1 0 0 0,0 1-1 0 0,0 0 1 0 0,0 0-1 0 0,-1 0 1 0 0,1 0 0 0 0,0 0-1 0 0,0 0 1 0 0,0-1 0 0 0,0 1-1 0 0,0 0 1 0 0,0 0-1 0 0,0 0 1 0 0,0 0 0 0 0,0 0-1 0 0,0-1 1 0 0,0 1 0 0 0,0 0-1 0 0,0 0 1 0 0,0 0-1 0 0,0 0 1 0 0,0 0 0 0 0,0-1-1 0 0,0 1 1 0 0,0 0 0 0 0,0 0-1 0 0,1 0 1 0 0,-1 0 0 0 0,0 0-1 0 0,0-1 1 0 0,0 1-1 0 0,0 0 1 0 0,0 0 0 0 0,0 0-1 0 0,0 0 1 0 0,0 0 0 0 0,0 0-1 0 0,1 0 1 0 0,-1 0-1 0 0,0-1 1 0 0,0 1 0 0 0,0 0-1 0 0,0 0 1 0 0,-63 0 1991 0 0,64-1-1778 0 0,-2-1-221 0 0,9 1 468 0 0,266 17-101 0 0,18 1-2285 0 0,-255-18-418 0 0,-30-3-560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36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1361 0 0,'0'0'1600'0'0,"0"4"481"0"0,0-8-1440 0 0,22 4-321 0 0,0 0-80 0 0,23-4-240 0 0,21 4-560 0 0,1-6-1601 0 0,-22 2-561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38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0 160 0 0,'2'2'147'0'0,"0"-1"0"0"0,0 1-1 0 0,-1-1 1 0 0,1 1 0 0 0,-1 0 0 0 0,1 0-1 0 0,-1 0 1 0 0,1 0 0 0 0,-1 0-1 0 0,0 0 1 0 0,0 0 0 0 0,0 0 0 0 0,0 0-1 0 0,0 0 1 0 0,-1 1 0 0 0,1-1 0 0 0,-1 0-1 0 0,1 3 1 0 0,-1 45 1369 0 0,-1-30-1138 0 0,1-11-347 0 0,0 0-1 0 0,0 1 0 0 0,1-1 1 0 0,0 0-1 0 0,3 11 0 0 0,-2-16-27 0 0,0 0 1 0 0,0 0-1 0 0,0 0 0 0 0,0-1 0 0 0,1 1 0 0 0,0-1 1 0 0,-1 1-1 0 0,1-1 0 0 0,0 0 0 0 0,1 0 0 0 0,-1 0 1 0 0,0-1-1 0 0,5 4 0 0 0,6 3 76 0 0,0-1 0 0 0,0 0 0 0 0,17 7 0 0 0,-27-13-51 0 0,1 0-1 0 0,-1-1 1 0 0,1 1 0 0 0,0-1 0 0 0,-1 0-1 0 0,1 0 1 0 0,0 0 0 0 0,0-1 0 0 0,-1 0 0 0 0,1 0-1 0 0,0 0 1 0 0,0 0 0 0 0,0-1 0 0 0,0 0 0 0 0,7-2-1 0 0,-4 1 55 0 0,-6 1-63 0 0,-1 1 1 0 0,1 0 0 0 0,0-1-1 0 0,0 1 1 0 0,-1-1 0 0 0,1 1-1 0 0,0-1 1 0 0,-1 0-1 0 0,1 1 1 0 0,-1-1 0 0 0,1 0-1 0 0,-1 0 1 0 0,1 0 0 0 0,-1-1-1 0 0,0 1 1 0 0,1 0-1 0 0,-1 0 1 0 0,0-1 0 0 0,0 1-1 0 0,2-4 1 0 0,-2 2 19 0 0,-1 0 1 0 0,2 0 0 0 0,-1 0-1 0 0,0 0 1 0 0,1 0 0 0 0,-1 0-1 0 0,1 1 1 0 0,0-1-1 0 0,0 0 1 0 0,0 1 0 0 0,0-1-1 0 0,1 1 1 0 0,-1 0-1 0 0,0 0 1 0 0,5-3 0 0 0,-4 3 0 0 0,0 0 0 0 0,-1 0 1 0 0,1 0-1 0 0,0-1 1 0 0,-1 1-1 0 0,0-1 1 0 0,0 1-1 0 0,0-1 0 0 0,0 0 1 0 0,0 0-1 0 0,0 0 1 0 0,-1 0-1 0 0,0 0 1 0 0,1 0-1 0 0,0-6 0 0 0,-2 8-27 0 0,0 0 0 0 0,1 0-1 0 0,-1 0 1 0 0,0 0 0 0 0,0 0-1 0 0,0 0 1 0 0,1 1-1 0 0,-1-1 1 0 0,0 0 0 0 0,1 0-1 0 0,-1 0 1 0 0,1 1-1 0 0,-1-1 1 0 0,1 0 0 0 0,-1 0-1 0 0,1 1 1 0 0,0-1 0 0 0,-1 0-1 0 0,1 1 1 0 0,0-1-1 0 0,0 1 1 0 0,-1-1 0 0 0,1 1-1 0 0,0-1 1 0 0,0 1-1 0 0,0-1 1 0 0,-1 1 0 0 0,3 0-1 0 0,-1-1 9 0 0,-2 1-19 0 0,0 0-1 0 0,0 0 0 0 0,0 0 0 0 0,0 0 1 0 0,0 0-1 0 0,0 0 0 0 0,0 0 0 0 0,0 1 1 0 0,-1-1-1 0 0,1 0 0 0 0,0 0 0 0 0,0 0 1 0 0,0 0-1 0 0,0 0 0 0 0,1 0 0 0 0,-1 0 1 0 0,0 0-1 0 0,0 1 0 0 0,0-1 0 0 0,0 0 1 0 0,0 0-1 0 0,0 0 0 0 0,0 0 0 0 0,0 0 1 0 0,0 0-1 0 0,0 0 0 0 0,0 0 0 0 0,0 0 1 0 0,0 1-1 0 0,0-1 0 0 0,0 0 0 0 0,0 0 1 0 0,0 0-1 0 0,1 0 0 0 0,-1 0 0 0 0,0 0 1 0 0,0 0-1 0 0,0 0 0 0 0,0 0 0 0 0,0 0 1 0 0,0 0-1 0 0,0 0 0 0 0,0 0 0 0 0,1 0 1 0 0,-1 0-1 0 0,0 0 0 0 0,0 0 0 0 0,0 0 1 0 0,0 0-1 0 0,0 0 0 0 0,0 0 0 0 0,0 0 1 0 0,0 0-1 0 0,1 0 0 0 0,-1 0 0 0 0,0 0 1 0 0,0 0-1 0 0,0 0 0 0 0,0 0 0 0 0,0 0 1 0 0,0 0-1 0 0,0 0 0 0 0,1 0 0 0 0,-2 28-17 0 0,-2-1-1 0 0,0 1 0 0 0,-9 34 1 0 0,10-52 16 0 0,1-1 1 0 0,0 0 0 0 0,1 19-1 0 0,0-15 11 0 0,0-11-10 0 0,0-1-1 0 0,0 1 1 0 0,1 0-1 0 0,-1 0 1 0 0,0-1 0 0 0,1 1-1 0 0,-1 0 1 0 0,1-1-1 0 0,-1 1 1 0 0,1-1 0 0 0,0 1-1 0 0,0-1 1 0 0,-1 1 0 0 0,1-1-1 0 0,0 1 1 0 0,0-1-1 0 0,1 0 1 0 0,-1 1 0 0 0,2 1-1 0 0,1 0-12 0 0,-3-2 13 0 0,1 0-1 0 0,0 0 1 0 0,-1 0-1 0 0,1 0 1 0 0,0-1-1 0 0,0 1 1 0 0,-1 0-1 0 0,1-1 1 0 0,0 1-1 0 0,0-1 1 0 0,0 0-1 0 0,0 0 1 0 0,0 0-1 0 0,-1 0 1 0 0,1 0 0 0 0,0 0-1 0 0,0 0 1 0 0,0-1-1 0 0,0 1 1 0 0,0 0-1 0 0,-1-1 1 0 0,4-1-1 0 0,40-19 215 0 0,-26 8-138 0 0,-1 0 0 0 0,0-2 1 0 0,-1 0-1 0 0,0-1 0 0 0,14-19 1 0 0,26-23 85 0 0,-38 43-121 0 0,13-11 35 0 0,-31 24-76 0 0,0 1-1 0 0,1-1 1 0 0,-1 1 0 0 0,0-1 0 0 0,1 1 0 0 0,-1-1 0 0 0,0 0 0 0 0,0 1 0 0 0,0-1 0 0 0,-1 0 0 0 0,1 0 0 0 0,0 0-1 0 0,-1 0 1 0 0,1 0 0 0 0,-1-2 0 0 0,1 3-37 0 0,-1 0-1 0 0,0 1 0 0 0,1-1 1 0 0,-1 0-1 0 0,1 1 1 0 0,-1-1-1 0 0,1 0 1 0 0,-1 1-1 0 0,1-1 1 0 0,-1 1-1 0 0,1-1 1 0 0,0 1-1 0 0,-1 0 0 0 0,1-1 1 0 0,0 1-1 0 0,-1 0 1 0 0,1-1-1 0 0,0 1 1 0 0,0 0-1 0 0,-1 0 1 0 0,1-1-1 0 0,0 1 1 0 0,0 0-1 0 0,-1 0 0 0 0,1 0 1 0 0,1 0-1 0 0,-1 0-96 0 0,6-4-3549 0 0,12 3 1241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39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72 1361 0 0,'-1'-1'258'0'0,"0"1"-150"0"0,0 0 0 0 0,0 0 0 0 0,0 0 0 0 0,0-1 0 0 0,0 1-1 0 0,0 0 1 0 0,0-1 0 0 0,0 1 0 0 0,0 0 0 0 0,0-1 0 0 0,1 0-1 0 0,-1 1 1 0 0,0-1 0 0 0,0 1 0 0 0,1-1 0 0 0,-1 0 0 0 0,0 0-1 0 0,1 1 1 0 0,-1-1 0 0 0,1 0 0 0 0,-1 0 0 0 0,1 0 0 0 0,-1 1-1 0 0,1-1 1 0 0,-1 0 0 0 0,1 0 0 0 0,0 0 0 0 0,0 0 0 0 0,-1 0-1 0 0,1-2 1 0 0,0 2-53 0 0,0 1 0 0 0,0-1-1 0 0,0 0 1 0 0,0 0 0 0 0,-1 1 0 0 0,1-1-1 0 0,0 0 1 0 0,0 1 0 0 0,-1-1 0 0 0,1 0-1 0 0,0 1 1 0 0,-1-1 0 0 0,1 0 0 0 0,-1 1-1 0 0,1-1 1 0 0,-1 1 0 0 0,1-1 0 0 0,-1 1-1 0 0,1-1 1 0 0,-1 1 0 0 0,1-1 0 0 0,-1 1-1 0 0,0 0 1 0 0,1-1 0 0 0,-1 1 0 0 0,0 0-1 0 0,1-1 1 0 0,-2 1 0 0 0,-3-3 238 0 0,4 3-278 0 0,1-1-1 0 0,0 1 0 0 0,0 0 1 0 0,0 0-1 0 0,0 0 1 0 0,-1-1-1 0 0,1 1 1 0 0,0 0-1 0 0,0 0 1 0 0,0 0-1 0 0,0-1 1 0 0,0 1-1 0 0,0 0 0 0 0,0 0 1 0 0,0-1-1 0 0,0 1 1 0 0,0 0-1 0 0,0 0 1 0 0,0-1-1 0 0,0 1 1 0 0,0 0-1 0 0,0 0 1 0 0,0-1-1 0 0,0 1 0 0 0,0 0 1 0 0,0 0-1 0 0,0-1 1 0 0,0 1-1 0 0,0 0 1 0 0,0 0-1 0 0,1 0 1 0 0,-1-1-1 0 0,0 1 1 0 0,0 0-1 0 0,0 0 0 0 0,0 0 1 0 0,1-1-1 0 0,-1 1 1 0 0,0 0-1 0 0,0 0 1 0 0,0 0-1 0 0,1 0 1 0 0,-1 0-1 0 0,0-1 1 0 0,0 1-1 0 0,0 0 0 0 0,1 0 1 0 0,-1 0-1 0 0,16-8 214 0 0,-12 6-97 0 0,3 0-132 0 0,1 0 0 0 0,-1 0 0 0 0,1 0 0 0 0,0 1-1 0 0,0 0 1 0 0,0 1 0 0 0,0 0 0 0 0,-1 0 0 0 0,1 0 0 0 0,11 3 0 0 0,-5-1-33 0 0,-1 1 1 0 0,0 1-1 0 0,0 0 1 0 0,0 0-1 0 0,17 9 1 0 0,-26-11 39 0 0,0 0 0 0 0,0 1 0 0 0,0-1 0 0 0,0 1 0 0 0,-1 0 0 0 0,1 0 0 0 0,-1 0 0 0 0,1 0 0 0 0,-1 1 0 0 0,0 0 0 0 0,0-1-1 0 0,-1 1 1 0 0,1 0 0 0 0,-1 0 0 0 0,0 0 0 0 0,0 1 0 0 0,0-1 0 0 0,-1 0 0 0 0,1 1 0 0 0,-1-1 0 0 0,0 1 0 0 0,0 0 0 0 0,-1-1 0 0 0,1 1 0 0 0,-1 0 0 0 0,0-1 0 0 0,-1 1 0 0 0,1 0 0 0 0,-1-1 0 0 0,0 1 0 0 0,0-1 0 0 0,0 1 0 0 0,0-1 0 0 0,-1 1 0 0 0,0-1 0 0 0,0 0 0 0 0,-5 8 0 0 0,0 0 4 0 0,-1 0 0 0 0,-1-1 0 0 0,1 0 0 0 0,-2-1 0 0 0,0 0 0 0 0,0-1 0 0 0,-21 16 0 0 0,7-10 63 0 0,-1-1 0 0 0,-1-1 1 0 0,-52 17-1 0 0,63-25-44 0 0,0-1 1 0 0,-1 0 0 0 0,1-1 0 0 0,-1-1-1 0 0,0-1 1 0 0,0 0 0 0 0,0-1-1 0 0,-23-3 1 0 0,32 2-19 0 0,0-1 0 0 0,1 0 0 0 0,-1 0 0 0 0,1-1 1 0 0,0 1-1 0 0,0-1 0 0 0,0-1 0 0 0,-8-5 0 0 0,11 8-8 0 0,1-1 0 0 0,0 1 0 0 0,0-1 1 0 0,-1 0-1 0 0,1 0 0 0 0,0 0 0 0 0,1 0 0 0 0,-1-1 0 0 0,0 1 1 0 0,1 0-1 0 0,-1-1 0 0 0,1 1 0 0 0,0-1 0 0 0,-1 1 0 0 0,1-1 1 0 0,0 0-1 0 0,1 1 0 0 0,-2-4 0 0 0,3 3-4 0 0,-1 1 1 0 0,1-1-1 0 0,0 1 1 0 0,-1 0-1 0 0,1-1 1 0 0,0 1-1 0 0,0 0 1 0 0,1 0-1 0 0,-1-1 0 0 0,0 1 1 0 0,1 0-1 0 0,-1 0 1 0 0,1 1-1 0 0,0-1 1 0 0,-1 0-1 0 0,1 0 1 0 0,0 1-1 0 0,0-1 0 0 0,0 1 1 0 0,0 0-1 0 0,1-1 1 0 0,-1 1-1 0 0,0 0 1 0 0,0 0-1 0 0,1 1 1 0 0,-1-1-1 0 0,1 0 0 0 0,-1 1 1 0 0,3-1-1 0 0,3-1 2 0 0,-1 1-1 0 0,0 0 0 0 0,1 0 1 0 0,-1 1-1 0 0,1 0 1 0 0,-1 0-1 0 0,1 0 0 0 0,10 3 1 0 0,15 13 12 0 0,21 14 8 0 0,-21-10 14 0 0,1-2 0 0 0,1-1-1 0 0,60 20 1 0 0,-88-35-32 0 0,-1 0-1 0 0,0-1 1 0 0,1 0-1 0 0,-1-1 1 0 0,1 1-1 0 0,-1-1 0 0 0,1 0 1 0 0,-1-1-1 0 0,1 0 1 0 0,-1 0-1 0 0,0 0 1 0 0,1-1-1 0 0,9-4 1 0 0,-2 0-362 0 0,0-2 0 0 0,-1 0 0 0 0,0 0-1 0 0,19-17 1 0 0,31-30-3803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40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573 77 240 0 0,'-5'-2'682'0'0,"4"2"-574"0"0,0 0 0 0 0,0 0-1 0 0,0-1 1 0 0,1 1-1 0 0,-1 0 1 0 0,0-1 0 0 0,0 1-1 0 0,0 0 1 0 0,1-1-1 0 0,-1 1 1 0 0,0-1 0 0 0,1 1-1 0 0,-1-1 1 0 0,0 1-1 0 0,1-1 1 0 0,-1 0 0 0 0,1 1-1 0 0,-1-1 1 0 0,1 0-1 0 0,-1 1 1 0 0,1-1 0 0 0,-1 0-1 0 0,1 0 1 0 0,0 0-1 0 0,-1 1 1 0 0,1-1 0 0 0,0-1-1 0 0,-1 1 44 0 0,0 0 1 0 0,0 0-1 0 0,0 0 0 0 0,0 0 1 0 0,-1 0-1 0 0,1 0 1 0 0,0 0-1 0 0,0 1 0 0 0,0-1 1 0 0,-1 0-1 0 0,1 1 0 0 0,0-1 1 0 0,-1 1-1 0 0,1 0 0 0 0,-1-1 1 0 0,1 1-1 0 0,0 0 0 0 0,-3 0 1 0 0,-18-8 1321 0 0,-16-6-393 0 0,34 13-920 0 0,8 2-80 0 0,11 0-93 0 0,-11-1 26 0 0,-8 0 8 0 0,0 1 0 0 0,0-1-1 0 0,1 0 1 0 0,-1 0 0 0 0,0-1-1 0 0,0 1 1 0 0,0-1 0 0 0,1 0-1 0 0,-8-3 1 0 0,-11-1 13 0 0,-25-2-34 0 0,37 5-14 0 0,-1 0 1 0 0,0 0 0 0 0,0 1-1 0 0,0 1 1 0 0,-17 0-1 0 0,26 1 7 0 0,0-1-1 0 0,1 1 0 0 0,-1 0 0 0 0,1-1 0 0 0,-1 1 0 0 0,1 0 1 0 0,0 0-1 0 0,-1 0 0 0 0,1 0 0 0 0,0 0 0 0 0,-1 1 0 0 0,1-1 1 0 0,0 0-1 0 0,0 0 0 0 0,0 1 0 0 0,0-1 0 0 0,0 1 0 0 0,1-1 1 0 0,-1 1-1 0 0,0-1 0 0 0,1 1 0 0 0,-1-1 0 0 0,1 1 1 0 0,-1 0-1 0 0,1-1 0 0 0,0 1 0 0 0,0 0 0 0 0,-1 2 0 0 0,1 0 31 0 0,0 1-1 0 0,0 0 0 0 0,0-1 0 0 0,0 1 1 0 0,1-1-1 0 0,0 1 0 0 0,0 0 1 0 0,2 7-1 0 0,-2-10-19 0 0,1 0 0 0 0,-1 0 0 0 0,0 0 0 0 0,0 0 0 0 0,1 0 0 0 0,-1 0 0 0 0,1-1 0 0 0,-1 1 1 0 0,1 0-1 0 0,0-1 0 0 0,0 1 0 0 0,0-1 0 0 0,0 0 0 0 0,0 0 0 0 0,0 1 0 0 0,0-1 0 0 0,0-1 0 0 0,0 1 0 0 0,0 0 1 0 0,1 0-1 0 0,-1-1 0 0 0,0 1 0 0 0,0-1 0 0 0,1 0 0 0 0,1 0 0 0 0,6 2-57 0 0,-7-1-26 0 0,16-2-66 0 0,3-6 155 0 0,-18 5-12 0 0,0 0 1 0 0,0 1 0 0 0,1 0 0 0 0,-1-1 0 0 0,1 2-1 0 0,-1-1 1 0 0,1 0 0 0 0,-1 1 0 0 0,5 0-1 0 0,-6 0-3 0 0,-1 0-1 0 0,1-1 0 0 0,-1 2 0 0 0,0-1 1 0 0,1 0-1 0 0,-1 0 0 0 0,1 1 0 0 0,-1-1 1 0 0,0 1-1 0 0,1 0 0 0 0,-1 0 0 0 0,0 0 1 0 0,0 0-1 0 0,0 0 0 0 0,0 0 1 0 0,0 0-1 0 0,0 1 0 0 0,0-1 0 0 0,0 1 1 0 0,0-1-1 0 0,0 1 0 0 0,-1 0 0 0 0,1 0 1 0 0,-1 0-1 0 0,0 0 0 0 0,1 0 0 0 0,-1 0 1 0 0,0 0-1 0 0,0 0 0 0 0,0 1 0 0 0,0-1 1 0 0,-1 0-1 0 0,1 1 0 0 0,0 2 0 0 0,0-1 8 0 0,-1 0-1 0 0,1 1 1 0 0,-1-1-1 0 0,0 0 1 0 0,0 0-1 0 0,0 1 1 0 0,-1-1-1 0 0,0 0 1 0 0,0 1-1 0 0,0-1 0 0 0,0 0 1 0 0,0 0-1 0 0,-1 0 1 0 0,0 0-1 0 0,0 0 1 0 0,0-1-1 0 0,0 1 1 0 0,0 0-1 0 0,-4 3 1 0 0,-6 4 47 0 0,-1 0 0 0 0,0 0 1 0 0,-1-1-1 0 0,0-1 0 0 0,-22 12 1 0 0,-2-3 306 0 0,-40 13 0 0 0,61-25-248 0 0,-1 0 0 0 0,1-1 0 0 0,-1-1 1 0 0,-23 1-1 0 0,35-4-112 0 0,0-1 1 0 0,0 1 0 0 0,0-2 0 0 0,0 1-1 0 0,0-1 1 0 0,0 0 0 0 0,0 0-1 0 0,0 0 1 0 0,0-1 0 0 0,0 0-1 0 0,0 0 1 0 0,0-1 0 0 0,1 1 0 0 0,0-1-1 0 0,-10-8 1 0 0,12 10-30 0 0,1-1 0 0 0,0 0 0 0 0,1 1 0 0 0,-1-1 1 0 0,0 0-1 0 0,0 0 0 0 0,1-1 0 0 0,0 1 0 0 0,-1 0 0 0 0,1 0 0 0 0,0-1 0 0 0,0 1 0 0 0,0-1 1 0 0,0 1-1 0 0,0-1 0 0 0,1 1 0 0 0,-1-1 0 0 0,1 0 0 0 0,0 1 0 0 0,0-1 0 0 0,0 1 1 0 0,0-1-1 0 0,0 0 0 0 0,0 1 0 0 0,1-1 0 0 0,0-3 0 0 0,2 0-209 0 0,-1 0 0 0 0,1 1 0 0 0,0-1 0 0 0,0 1 0 0 0,0 0 0 0 0,1 0 0 0 0,0 0 0 0 0,0 0 0 0 0,0 1 0 0 0,8-6 0 0 0,51-41-4293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40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35 560 0 0,'3'-1'432'0'0,"-2"1"-309"0"0,0-1 1 0 0,0 1-1 0 0,0 0 1 0 0,0 0-1 0 0,0 0 1 0 0,-1-1 0 0 0,1 1-1 0 0,0-1 1 0 0,0 1-1 0 0,0 0 1 0 0,-1-1-1 0 0,1 1 1 0 0,0-1-1 0 0,-1 0 1 0 0,1 1 0 0 0,0-1-1 0 0,-1 0 1 0 0,1 1-1 0 0,-1-1 1 0 0,1 0-1 0 0,-1 1 1 0 0,1-1-1 0 0,-1 0 1 0 0,1 0 0 0 0,-1 0-1 0 0,0 0 1 0 0,0 1-1 0 0,1-1 1 0 0,-1 0-1 0 0,0 0 1 0 0,0 0-1 0 0,0-2 1468 0 0,-177 16-408 0 0,117-6-992 0 0,42-6-138 0 0,13-1-32 0 0,0 0 1 0 0,0 1 0 0 0,-1-1-1 0 0,1 1 1 0 0,0 0-1 0 0,0 0 1 0 0,0 1 0 0 0,0 0-1 0 0,0 0 1 0 0,0 0 0 0 0,0 0-1 0 0,-8 6 1 0 0,2 0 68 0 0,-20 16 109 0 0,29-23-192 0 0,1 0-1 0 0,0 0 1 0 0,-1 0-1 0 0,1 0 1 0 0,0 1-1 0 0,0-1 1 0 0,0 0-1 0 0,0 1 1 0 0,0-1-1 0 0,0 1 1 0 0,0-1-1 0 0,0 1 1 0 0,1 0-1 0 0,-2 2 1 0 0,6 1-6 0 0,-1-1 1 0 0,1 1 0 0 0,1-1-1 0 0,-1 0 1 0 0,1 0 0 0 0,-1 0-1 0 0,8 4 1 0 0,4 3 16 0 0,1 0 1 0 0,0-1-1 0 0,1-1 1 0 0,0-1-1 0 0,0 0 1 0 0,1-1-1 0 0,0-2 1 0 0,0 1-1 0 0,0-2 1 0 0,1-1-1 0 0,-1 0 1 0 0,24-1-1 0 0,-3-2-4 0 0,0-2 1 0 0,0-2-1 0 0,52-11 1 0 0,-78 12-15 0 0,0-1 1 0 0,0 0 0 0 0,0-1 0 0 0,-1 0-1 0 0,0-1 1 0 0,0-1 0 0 0,0 0-1 0 0,-1-1 1 0 0,0 0 0 0 0,-1-1-1 0 0,0 0 1 0 0,19-20 0 0 0,-27 27-8 0 0,-1-1 0 0 0,0 0 0 0 0,0 0 0 0 0,0 0 0 0 0,0 0 0 0 0,0 0 0 0 0,-1-1 0 0 0,3-4 0 0 0,-4 6 9 0 0,0 1 0 0 0,0 0-1 0 0,0 0 1 0 0,-1 0-1 0 0,1-1 1 0 0,0 1-1 0 0,0 0 1 0 0,-1 0-1 0 0,1 0 1 0 0,-1 0-1 0 0,1 0 1 0 0,-1 0-1 0 0,1 0 1 0 0,-1 0-1 0 0,0 0 1 0 0,0 0-1 0 0,1 0 1 0 0,-1 0 0 0 0,0 0-1 0 0,0 0 1 0 0,0 0-1 0 0,0 1 1 0 0,0-1-1 0 0,0 0 1 0 0,0 1-1 0 0,0-1 1 0 0,0 1-1 0 0,0-1 1 0 0,0 1-1 0 0,0 0 1 0 0,-2-1-1 0 0,-25-9-21 0 0,0 1 0 0 0,-1 1 0 0 0,0 2 0 0 0,0 1 0 0 0,-43-3 0 0 0,48 7-33 0 0,7 0-6 0 0,1 0 1 0 0,-1 2-1 0 0,0-1 0 0 0,-26 6 1 0 0,84 3-2850 0 0,-15-8 1053 0 0,15-1-332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41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 75 960 0 0,'-26'-3'1023'0'0,"-1"2"-1"0"0,1 0 1 0 0,0 2-1 0 0,-45 7 1 0 0,61-7-928 0 0,-1 1 0 0 0,1 1 0 0 0,0-1 0 0 0,0 2 0 0 0,0-1 0 0 0,0 1-1 0 0,0 1 1 0 0,1 0 0 0 0,0 0 0 0 0,0 1 0 0 0,0 0 0 0 0,1 0 0 0 0,-1 1 0 0 0,-7 9 0 0 0,15-14-73 0 0,-1 0 1 0 0,1 1-1 0 0,0-1 1 0 0,0 0-1 0 0,0 0 1 0 0,0 1-1 0 0,1-1 1 0 0,-1 1-1 0 0,1-1 1 0 0,-1 0-1 0 0,1 1 1 0 0,0-1-1 0 0,0 1 1 0 0,0-1-1 0 0,0 1 0 0 0,0-1 1 0 0,1 1-1 0 0,-1-1 1 0 0,2 5-1 0 0,-1-2 19 0 0,1-1-1 0 0,0 1 1 0 0,0-1-1 0 0,0 1 1 0 0,1-1-1 0 0,0 1 1 0 0,-1-1-1 0 0,6 5 0 0 0,3 2-15 0 0,0 0-1 0 0,0-1 0 0 0,1 0 0 0 0,0-1 1 0 0,1-1-1 0 0,0 0 0 0 0,0-1 0 0 0,1 0 0 0 0,0-1 1 0 0,0 0-1 0 0,0-1 0 0 0,1-1 0 0 0,0 0 0 0 0,0-1 1 0 0,0-1-1 0 0,0 0 0 0 0,0-1 0 0 0,0-1 0 0 0,0 0 1 0 0,1-1-1 0 0,-1 0 0 0 0,0-2 0 0 0,0 0 0 0 0,0 0 1 0 0,-1-1-1 0 0,24-11 0 0 0,-16 6 10 0 0,-1-1 0 0 0,32-20-1 0 0,-45 25-33 0 0,-1-1-1 0 0,1 0 0 0 0,-1-1 0 0 0,-1 1 0 0 0,1-1 1 0 0,-1-1-1 0 0,0 1 0 0 0,-1-1 0 0 0,9-16 0 0 0,-12 21 8 0 0,-1 1-1 0 0,0-1 0 0 0,1 0 0 0 0,-1 0 0 0 0,0 0 1 0 0,0 1-1 0 0,-1-1 0 0 0,1 0 0 0 0,0 0 0 0 0,-1 0 1 0 0,0 0-1 0 0,0 0 0 0 0,0 0 0 0 0,0 0 0 0 0,0 0 1 0 0,-1 0-1 0 0,1 0 0 0 0,-1 0 0 0 0,0 0 0 0 0,-1-3 1 0 0,-1 1 6 0 0,-1 0 1 0 0,0 0-1 0 0,0 1 1 0 0,0-1 0 0 0,0 1-1 0 0,-1 0 1 0 0,1 0 0 0 0,-1 1-1 0 0,0 0 1 0 0,-6-4 0 0 0,-13-7-125 0 0,0 0 0 0 0,-1 2 0 0 0,0 1 1 0 0,-44-14-1 0 0,58 22 46 0 0,-1 0-1 0 0,0 1 1 0 0,1 0 0 0 0,-1 1 0 0 0,0 0-1 0 0,0 1 1 0 0,0 0 0 0 0,0 1 0 0 0,1 0-1 0 0,-1 1 1 0 0,0 0 0 0 0,1 1 0 0 0,-15 5-1 0 0,5 5-707 0 0,21-12 704 0 0,0-1 1 0 0,-1 1-1 0 0,1-1 0 0 0,-1 1 0 0 0,1-1 0 0 0,0 1 0 0 0,-1 0 0 0 0,1-1 0 0 0,0 1 1 0 0,0-1-1 0 0,0 1 0 0 0,-1 0 0 0 0,1-1 0 0 0,0 1 0 0 0,0 0 0 0 0,0-1 0 0 0,0 1 1 0 0,0 0-1 0 0,0-1 0 0 0,0 1 0 0 0,0 0 0 0 0,0-1 0 0 0,0 1 0 0 0,1-1 1 0 0,-1 1-1 0 0,0 0 0 0 0,0-1 0 0 0,1 1 0 0 0,-1 0 0 0 0,1 0 0 0 0,18 17-3612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42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4162 0 0,'-45'10'2641'0'0,"23"0"-2561"0"0,22-6-320 0 0,0 0 560 0 0,22 2-80 0 0,1 3 0 0 0,43 5 1 0 0,19 0-1 0 0,70-10 0 0 0,45 2-80 0 0,-66-12-160 0 0,-28 2 0 0 0,5 4-480 0 0,-22-4-801 0 0,-22 4-1040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42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 0 1921 0 0,'-4'1'1614'0'0,"-7"4"-345"0"0,15 2-194 0 0,36 13-244 0 0,64 15-456 0 0,-67-23-309 0 0,47 20 0 0 0,-72-25-28 0 0,-1 0 1 0 0,-1 0 0 0 0,1 1 0 0 0,-1 1 0 0 0,-1 0-1 0 0,0 0 1 0 0,0 1 0 0 0,-1 0 0 0 0,0 0 0 0 0,7 12-1 0 0,-14-18-8 0 0,0-1 0 0 0,0 0 0 0 0,0 0 0 0 0,0 1 0 0 0,-1-1 0 0 0,1 0 0 0 0,-1 1 0 0 0,0-1 0 0 0,0 0-1 0 0,0 1 1 0 0,0-1 0 0 0,-1 0 0 0 0,0 1 0 0 0,1-1 0 0 0,-1 0 0 0 0,0 0 0 0 0,0 1 0 0 0,-2 2-1 0 0,0 1 57 0 0,0 0-1 0 0,-1-1 0 0 0,0 1 0 0 0,0-1 0 0 0,0 0 0 0 0,-1 0 0 0 0,0-1 0 0 0,-6 6 0 0 0,-17 10 219 0 0,-1-2-1 0 0,-1-2 0 0 0,-1 0 1 0 0,-58 22-1 0 0,63-28-205 0 0,-13 5-385 0 0,0-2 0 0 0,-2-2 0 0 0,1-1 0 0 0,-1-2 1 0 0,0-2-1 0 0,-1-2 0 0 0,-67 0 0 0 0,35-11-2648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51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20 240 0 0,'0'-1'132'0'0,"0"0"-1"0"0,0 0 1 0 0,0 1 0 0 0,0-1-1 0 0,1 0 1 0 0,-1 0 0 0 0,0 0-1 0 0,0 1 1 0 0,-1-1 0 0 0,1 0-1 0 0,0 0 1 0 0,0 0 0 0 0,0 1-1 0 0,0-1 1 0 0,-1 0 0 0 0,1 1-1 0 0,0-1 1 0 0,-1 0 0 0 0,1 0-1 0 0,0 1 1 0 0,-1-1 0 0 0,0-1-1 0 0,-1 2-76 0 0,1 0 0 0 0,-1 0 0 0 0,1 0 0 0 0,-1 0 0 0 0,1 0 0 0 0,-1 0 0 0 0,1 0 0 0 0,-1 0 0 0 0,1 1-1 0 0,-1-1 1 0 0,1 1 0 0 0,-1-1 0 0 0,1 1 0 0 0,0-1 0 0 0,-1 1 0 0 0,1 0 0 0 0,0 0 0 0 0,-1-1 0 0 0,1 1 0 0 0,0 0 0 0 0,0 0 0 0 0,0 0-1 0 0,0 1 1 0 0,0-1 0 0 0,0 0 0 0 0,0 0 0 0 0,0 1 0 0 0,0-1 0 0 0,1 0 0 0 0,-1 1 0 0 0,0-1 0 0 0,1 0 0 0 0,-1 2 0 0 0,1 1-34 0 0,-1-1 1 0 0,0 1-1 0 0,1-1 1 0 0,-1 1-1 0 0,-1-1 0 0 0,1 0 1 0 0,0 1-1 0 0,-1-1 1 0 0,0 0-1 0 0,1 0 1 0 0,-1 0-1 0 0,-1 0 1 0 0,-4 5-1 0 0,-10 17 52 0 0,1 9-19 0 0,-34 52-1 0 0,48-82-38 0 0,1 1-1 0 0,0-1 1 0 0,0 1-1 0 0,0 0 1 0 0,1 0 0 0 0,-1 0-1 0 0,1-1 1 0 0,0 1-1 0 0,2 9 1 0 0,-1 4 52 0 0,-1-18-67 0 0,0 1 1 0 0,0 0-1 0 0,0 0 0 0 0,0-1 0 0 0,-1 1 0 0 0,1 0 0 0 0,0-1 0 0 0,0 1 1 0 0,-1 0-1 0 0,1 0 0 0 0,0-1 0 0 0,-1 1 0 0 0,1-1 0 0 0,-1 1 0 0 0,1 0 1 0 0,-1-1-1 0 0,1 1 0 0 0,-1-1 0 0 0,1 1 0 0 0,-1-1 0 0 0,1 1 0 0 0,-1-1 1 0 0,-1 1-1 0 0,1-1 7 0 0,1 1-1 0 0,-1 0 1 0 0,0-1 0 0 0,0 1 0 0 0,0 0 0 0 0,0-1-1 0 0,1 1 1 0 0,-1 0 0 0 0,0 0 0 0 0,1 0 0 0 0,-1-1-1 0 0,1 1 1 0 0,-1 0 0 0 0,1 0 0 0 0,-1 0 0 0 0,1 0-1 0 0,0 0 1 0 0,-1 0 0 0 0,1 0 0 0 0,0 0 0 0 0,0 0-1 0 0,0 0 1 0 0,0 0 0 0 0,0 2 0 0 0,7-1 81 0 0,0-1 0 0 0,0 1 0 0 0,0-1-1 0 0,1 0 1 0 0,11-1 0 0 0,-8 1-55 0 0,262 38 931 0 0,-94-11-650 0 0,-57-14-151 0 0,112 9 3 0 0,216 9 95 0 0,190-75 726 0 0,27 15-785 0 0,-387 25-44 0 0,24 4 233 0 0,-98 2-102 0 0,139 2-102 0 0,-183 0-27 0 0,78 22 53 0 0,23 5 214 0 0,-212-26-390 0 0,0-3 0 0 0,68-4-1 0 0,-26-1 1 0 0,458-39 229 0 0,-310 16-199 0 0,57-16 11 0 0,14-1 5 0 0,-253 39-58 0 0,94 8 1 0 0,-6 2 3 0 0,134 2-29 0 0,-240-4 0 0 0,14-1 0 0 0,45-3-10 0 0,259-12-60 0 0,-261 2 86 0 0,136-22 48 0 0,-104 11-64 0 0,-111 19-71 0 0,-14 5 62 0 0,-11 3 88 0 0,6-7-65 0 0,-13 15 146 0 0,0 3-13 0 0,8-13-215 0 0,-1 0 0 0 0,-1-1 0 0 0,1 1 0 0 0,-1-1 1 0 0,1 0-1 0 0,-1-1 0 0 0,0 1 0 0 0,-1-1 0 0 0,1-1 1 0 0,0 0-1 0 0,-12 3 0 0 0,-10 1-1093 0 0,-45 4 1 0 0,-52-7-2749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53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20 1361 0 0,'0'-1'53'0'0,"0"1"1"0"0,0-1 0 0 0,-1 1 0 0 0,1-1-1 0 0,0 1 1 0 0,0-1 0 0 0,0 1 0 0 0,0-1 0 0 0,-1 1-1 0 0,1-1 1 0 0,0 1 0 0 0,0-1 0 0 0,-1 1-1 0 0,1-1 1 0 0,0 1 0 0 0,-1 0 0 0 0,1-1-1 0 0,0 1 1 0 0,-1-1 0 0 0,1 1 0 0 0,-1 0 0 0 0,1 0-1 0 0,-1-1 1 0 0,1 1 0 0 0,-1 0 0 0 0,1 0-1 0 0,-1-1 1 0 0,1 1 0 0 0,-1 0 0 0 0,1 0-1 0 0,-1 0 1 0 0,1 0 0 0 0,-1 0 0 0 0,1 0 0 0 0,-2 0-1 0 0,2 0-7 0 0,0 0 0 0 0,-1 0 0 0 0,1 0 0 0 0,0 0-1 0 0,-1 0 1 0 0,1 0 0 0 0,0 0 0 0 0,-1 0 0 0 0,1 0-1 0 0,0 0 1 0 0,-1-1 0 0 0,1 1 0 0 0,0 0 0 0 0,-1 0-1 0 0,1 0 1 0 0,0 0 0 0 0,0-1 0 0 0,-1 1 0 0 0,1 0-1 0 0,0 0 1 0 0,-1 0 0 0 0,1-1 0 0 0,0 1 0 0 0,0 0 0 0 0,0-1-1 0 0,-1 1 1 0 0,1 0 0 0 0,0 0 0 0 0,0-1 0 0 0,0 1-1 0 0,0-2 1789 0 0,0 2-1811 0 0,1 0 0 0 0,0 0-1 0 0,0 0 1 0 0,0 0 0 0 0,0 0 0 0 0,0 0 0 0 0,0 0 0 0 0,0 0 0 0 0,0 1 0 0 0,0-1 0 0 0,0 0 0 0 0,0 1 0 0 0,0-1 0 0 0,-1 0 0 0 0,1 1 0 0 0,0-1 0 0 0,0 1 0 0 0,0-1 0 0 0,-1 1 0 0 0,1 0-1 0 0,0-1 1 0 0,0 1 0 0 0,-1 0 0 0 0,2 1 0 0 0,-2 105 57 0 0,0-107-79 0 0,0 0 0 0 0,0 1 1 0 0,0-1-1 0 0,0 1 0 0 0,0-1 0 0 0,0 1 0 0 0,0-1 0 0 0,0 1 0 0 0,0-1 0 0 0,0 1 0 0 0,1-1 0 0 0,-1 0 0 0 0,0 1 0 0 0,0-1 0 0 0,1 1 0 0 0,-1-1 1 0 0,0 0-1 0 0,0 1 0 0 0,1-1 0 0 0,-1 0 0 0 0,0 1 0 0 0,1-1 0 0 0,-1 0 0 0 0,1 1 0 0 0,-1-1 0 0 0,0 0 0 0 0,1 0 0 0 0,-1 0 0 0 0,1 1 1 0 0,-1-1-1 0 0,1 0 0 0 0,-1 0 0 0 0,1 0 0 0 0,-1 0 0 0 0,0 0 0 0 0,2 0 0 0 0,-2 0 0 0 0,1 0 0 0 0,-1 0 0 0 0,1 0 0 0 0,-1 1 0 0 0,1-1 1 0 0,-1 0-1 0 0,1 0 0 0 0,-1 0 0 0 0,0 0 0 0 0,1 0 0 0 0,-1 1 0 0 0,1-1 0 0 0,-1 0 0 0 0,0 0 0 0 0,1 1 0 0 0,-1-1 1 0 0,1 0-1 0 0,-1 1 0 0 0,0-1 0 0 0,1 0 0 0 0,-1 1 0 0 0,0-1 0 0 0,0 1 0 0 0,1-1 0 0 0,-1 0 0 0 0,0 1 0 0 0,0-1 1 0 0,0 1-1 0 0,1-1 0 0 0,-1 1 0 0 0,0-1 0 0 0,0 1 0 0 0,0-1 0 0 0,0 1 0 0 0,0-1 0 0 0,0 1 0 0 0,0 0-2 0 0,0-1 0 0 0,0 1 0 0 0,0-1 0 0 0,0 1 0 0 0,0-1 0 0 0,0 1 0 0 0,0-1 0 0 0,0 1 0 0 0,1-1-1 0 0,-1 1 1 0 0,0-1 0 0 0,0 0 0 0 0,0 1 0 0 0,1-1 0 0 0,-1 1 0 0 0,0-1 0 0 0,0 0 0 0 0,1 1 0 0 0,-1-1 0 0 0,0 0-1 0 0,1 1 1 0 0,-1-1 0 0 0,0 0 0 0 0,1 1 0 0 0,-1-1 0 0 0,1 0 0 0 0,-1 0 0 0 0,1 1 0 0 0,-1-1 0 0 0,0 0 0 0 0,1 0-1 0 0,-1 0 1 0 0,1 0 0 0 0,-1 0 0 0 0,1 0 0 0 0,0 0 0 0 0,0 0 0 0 0,-1 0 0 0 0,1 0 0 0 0,-1 1 0 0 0,0-1 0 0 0,1 0 0 0 0,-1 0 0 0 0,1 0-1 0 0,-1 0 1 0 0,1 0 0 0 0,-1 0 0 0 0,1 1 0 0 0,-1-1 0 0 0,0 0 0 0 0,1 0 0 0 0,-1 1 0 0 0,0-1 0 0 0,1 0 0 0 0,-1 1 0 0 0,0-1 0 0 0,1 0-1 0 0,-1 1 1 0 0,0-1 0 0 0,1 1 0 0 0,-1-1 0 0 0,0 0 0 0 0,0 1 0 0 0,0-1 0 0 0,1 1 0 0 0,-1-1 0 0 0,0 1 0 0 0,0-1 0 0 0,0 0 0 0 0,0 1 0 0 0,0-1-1 0 0,0 1 1 0 0,0 0 0 0 0,0 0 1 0 0,0-1 0 0 0,0 1 1 0 0,0-1-1 0 0,0 1 0 0 0,0-1 0 0 0,0 1 0 0 0,1-1 0 0 0,-1 1 0 0 0,0-1 0 0 0,0 1 0 0 0,0-1 0 0 0,0 1 1 0 0,1-1-1 0 0,-1 1 0 0 0,0-1 0 0 0,1 1 0 0 0,-1-1 0 0 0,0 1 0 0 0,1-1 0 0 0,-1 0 0 0 0,0 1 0 0 0,1-1 1 0 0,-1 0-1 0 0,1 1 0 0 0,-1-1 0 0 0,1 0 0 0 0,-1 0 0 0 0,1 1 0 0 0,-1-1 0 0 0,1 0 0 0 0,-1 0 0 0 0,1 0 1 0 0,0 1-1 0 0,-1-1-1 0 0,1 0 1 0 0,0 0-1 0 0,-1 0 1 0 0,1 0-1 0 0,-1 1 1 0 0,1-1-1 0 0,-1 0 1 0 0,1 0-1 0 0,-1 1 1 0 0,1-1-1 0 0,-1 1 1 0 0,1-1-1 0 0,-1 0 1 0 0,1 1-1 0 0,-1-1 1 0 0,1 1-1 0 0,-1-1 1 0 0,0 1-1 0 0,1-1 1 0 0,-1 1-1 0 0,0-1 1 0 0,0 1-1 0 0,1-1 1 0 0,-1 1-1 0 0,0 0 1 0 0,0-1-1 0 0,0 1 1 0 0,0-1-1 0 0,0 1 1 0 0,0 0-1 0 0,1-1 1 0 0,-1 1-1 0 0,-1 0 1 0 0,2 3-8 0 0,-1-1 1 0 0,1 1-1 0 0,-1-1 1 0 0,1 1 0 0 0,0-1-1 0 0,0 1 1 0 0,0-1-1 0 0,4 6 1 0 0,-3-5 5 0 0,0-1 1 0 0,-1 1 0 0 0,1 0 0 0 0,-1-1-1 0 0,0 1 1 0 0,0 0 0 0 0,-1 0-1 0 0,1 0 1 0 0,0 4 0 0 0,-1-4-9 0 0,0-1 1 0 0,1 1-1 0 0,-1 0 1 0 0,1-1-1 0 0,0 1 1 0 0,0-1-1 0 0,0 1 1 0 0,1-1-1 0 0,2 5 0 0 0,-3-5 7 0 0,1 0-1 0 0,0 1 0 0 0,-1-1 0 0 0,0 1 0 0 0,0-1 1 0 0,0 1-1 0 0,0 0 0 0 0,-1-1 0 0 0,1 6 1 0 0,-1 83 69 0 0,0-91-61 0 0,0 1-1 0 0,0-1 1 0 0,-1 1-1 0 0,1-1 1 0 0,0 1-1 0 0,-1-1 1 0 0,1 0-1 0 0,-1 1 0 0 0,1-1 1 0 0,-1 1-1 0 0,0-1 1 0 0,1 0-1 0 0,-1 0 1 0 0,0 1-1 0 0,0-1 1 0 0,-2 2-1 0 0,2-2 1 0 0,0 0 0 0 0,0 0 0 0 0,0 1 0 0 0,0-1 0 0 0,0 1 0 0 0,0-1 0 0 0,0 1 0 0 0,1-1 0 0 0,-1 1 0 0 0,1-1 0 0 0,-1 1 0 0 0,1 0 0 0 0,-1-1-1 0 0,1 1 1 0 0,0 0 0 0 0,0 3 0 0 0,0 10 5 0 0,1-10 8 0 0,-1 0 1 0 0,0 1 0 0 0,0-1 0 0 0,0 1 0 0 0,-1-1 0 0 0,1 1 0 0 0,-4 9-1 0 0,-1-5 18 0 0,-4 7 4 0 0,1 0 1 0 0,0 1-1 0 0,1 0 1 0 0,1 0-1 0 0,0 1 1 0 0,2 0-1 0 0,0 0 1 0 0,-2 37 0 0 0,6 118 345 0 0,-1-166-371 0 0,0-1-1 0 0,0 1 0 0 0,-1-1 1 0 0,0 1-1 0 0,0-1 0 0 0,-1 0 1 0 0,0 0-1 0 0,-5 9 0 0 0,4-10-1 0 0,1 1-1 0 0,0-1 0 0 0,1 0 1 0 0,0 1-1 0 0,0 0 0 0 0,0-1 1 0 0,1 1-1 0 0,-1 8 1 0 0,2-12-10 0 0,0 3 7 0 0,-19 6-64 0 0,15-11 81 0 0,23-6-1014 0 0,-9 1-82 0 0,-10 4 980 0 0,1 0 1 0 0,0 0-1 0 0,0 0 0 0 0,-1 0 0 0 0,1 0 1 0 0,0-1-1 0 0,-1 1 0 0 0,1 0 0 0 0,0-1 1 0 0,-1 1-1 0 0,1 0 0 0 0,0-1 0 0 0,-1 1 1 0 0,1 0-1 0 0,-1-1 0 0 0,1 1 0 0 0,-1-1 1 0 0,1 0-1 0 0,-1 1 0 0 0,1-1 0 0 0,-1 1 1 0 0,0-1-1 0 0,1 1 0 0 0,-1-1 0 0 0,0 0 1 0 0,1 1-1 0 0,-1-1 0 0 0,0 0 0 0 0,0 0 1 0 0,0 1-1 0 0,1-1 0 0 0,-1 0 0 0 0,0 1 1 0 0,0-2-1 0 0,0-18-3046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7:39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39 956 2081 0 0,'-13'4'1897'0'0,"14"-2"-599"0"0,1 1-223 0 0,-10 2 84 0 0,7-5-1117 0 0,1 0 0 0 0,0 0 0 0 0,0 0 0 0 0,0 0 0 0 0,0 0 0 0 0,0 0 0 0 0,-1 0 0 0 0,1 0 0 0 0,0 0 0 0 0,0 0 0 0 0,0 0 0 0 0,0 0 0 0 0,0 0 0 0 0,-1 0 0 0 0,1 0 0 0 0,0 0 0 0 0,0 0 0 0 0,0 0 0 0 0,0 0 0 0 0,0 1 0 0 0,-1-1 0 0 0,1 0 0 0 0,0 0 0 0 0,0 0 0 0 0,0 0 0 0 0,0 0 0 0 0,0 0 0 0 0,0 0 0 0 0,0 0 0 0 0,0 0 0 0 0,-1 1 1 0 0,1-1-1 0 0,0 0 0 0 0,0 0 0 0 0,0 0 0 0 0,0 0 0 0 0,0 0 0 0 0,0 1 0 0 0,0-1 0 0 0,0 0 0 0 0,0 0 0 0 0,0 0 0 0 0,0 0 0 0 0,0 0 0 0 0,0 1 0 0 0,0-1 0 0 0,0 0 0 0 0,0 0 0 0 0,0 0 0 0 0,0 0 0 0 0,0 0 0 0 0,0 1 0 0 0,0-1 0 0 0,0 0 0 0 0,0 0 0 0 0,0 0 0 0 0,0 0 0 0 0,0 0 0 0 0,1 0 0 0 0,-1 1 0 0 0,0-1 0 0 0,0 0 0 0 0,-4-1 4088 0 0,-8-3-3174 0 0,23 6 195 0 0,12 1-964 0 0,-19-3-120 0 0,18 1 93 0 0,4-13 320 0 0,-9 0-273 0 0,-10 6-116 0 0,1 1 1 0 0,0-1 0 0 0,15-6 0 0 0,-13 6 9 0 0,-1 1 0 0 0,0-2 0 0 0,0 1 1 0 0,8-9-1 0 0,-8 7-74 0 0,-1-7-14 0 0,25-3-13 0 0,54-20 0 0 0,-78 34 0 0 0,53-33 80 0 0,153-72 144 0 0,-96 45-127 0 0,187-82 543 0 0,-269 133-638 0 0,-26 10-42 0 0,-1-1-1 0 0,0 0 0 0 0,15-9 1 0 0,-7 7-24 0 0,-16 5 56 0 0,1 1 0 0 0,-1-1-1 0 0,0 0 1 0 0,1 0 0 0 0,-1 0-1 0 0,0 0 1 0 0,0 0 0 0 0,1-1-1 0 0,2-2 1 0 0,58-28 75 0 0,-48 22-10 0 0,-1 2-16 0 0,0-1 1 0 0,-1 0 0 0 0,0-1-1 0 0,0-1 1 0 0,20-22 0 0 0,4 6 38 0 0,-31 22-34 0 0,0 0-1 0 0,-1 1 1 0 0,2 0 0 0 0,-1 0 0 0 0,9-4 0 0 0,14-9 252 0 0,-21 12-223 0 0,0 1 1 0 0,1-1-1 0 0,14-4 0 0 0,-14 6-56 0 0,-1 0 0 0 0,1-1-1 0 0,-1 0 1 0 0,0-1 0 0 0,9-6 0 0 0,27-12 47 0 0,-24 14-68 0 0,-17 8 3 0 0,1-1 1 0 0,-1 1-1 0 0,1 0 0 0 0,-1-1 1 0 0,1 0-1 0 0,-1 0 0 0 0,0 0 1 0 0,0 0-1 0 0,0 0 0 0 0,0-1 0 0 0,4-5 1 0 0,-5 6 9 0 0,-1 0 1 0 0,1 1-1 0 0,0-1 1 0 0,0 1-1 0 0,0-1 1 0 0,0 1-1 0 0,0-1 1 0 0,0 1-1 0 0,0 0 1 0 0,0 0-1 0 0,0 0 1 0 0,0 0-1 0 0,1 0 0 0 0,-1 1 1 0 0,5-2-1 0 0,1-1 19 0 0,55-25 224 0 0,-63 28-253 0 0,0 0 1 0 0,0 0-1 0 0,0 1 1 0 0,0-1-1 0 0,1 0 1 0 0,-1 0-1 0 0,0 0 0 0 0,0 0 1 0 0,0 0-1 0 0,0 0 1 0 0,0 0-1 0 0,0 0 1 0 0,1 0-1 0 0,-1 0 1 0 0,0 0-1 0 0,0 0 1 0 0,0 0-1 0 0,0 0 1 0 0,0-1-1 0 0,0 1 1 0 0,1 0-1 0 0,-1 0 1 0 0,0 0-1 0 0,0 0 1 0 0,0 0-1 0 0,0 0 1 0 0,0 0-1 0 0,0 0 0 0 0,0 0 1 0 0,1 0-1 0 0,-1 0 1 0 0,0-1-1 0 0,0 1 1 0 0,0 0-1 0 0,0 0 1 0 0,0 0-1 0 0,0 0 1 0 0,0 0-1 0 0,0 0 1 0 0,0-1-1 0 0,0 1 1 0 0,0 0-1 0 0,0 0 1 0 0,0 0-1 0 0,0 0 1 0 0,0 0-1 0 0,0 0 1 0 0,0-1-1 0 0,0 1 1 0 0,0 0-1 0 0,0 0 0 0 0,0 0 1 0 0,0 0-1 0 0,0 0 1 0 0,0-1-1 0 0,0 1 1 0 0,0 0-1 0 0,0 0 1 0 0,0-4 34 0 0,18-6 81 0 0,-17 9-101 0 0,2-5 81 0 0,-3 4-63 0 0,0 1-101 0 0,-4 7-974 0 0,-18 8-2360 0 0,-19 8-4403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7:41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545 72 240 0 0,'-3'0'707'0'0,"-9"1"894"0"0,27 2 4562 0 0,-16-4-5908 0 0,0-1 1 0 0,0 1 0 0 0,0 0 0 0 0,-1-1-1 0 0,1 1 1 0 0,-1 0 0 0 0,1 0 0 0 0,-1 0-1 0 0,1 0 1 0 0,-1 0 0 0 0,1 0-1 0 0,-1 0 1 0 0,0 1 0 0 0,0-1 0 0 0,1 1-1 0 0,-1-1 1 0 0,-2 1 0 0 0,-33-10 730 0 0,-5 4-411 0 0,22 2 180 0 0,0 1-1 0 0,0 1 1 0 0,0 1 0 0 0,-36 2 0 0 0,37 2-342 0 0,-1-2 1 0 0,1 0-1 0 0,-1-1 1 0 0,1-1-1 0 0,-1-1 1 0 0,-33-8-1 0 0,29 6-12 0 0,-4-2-242 0 0,24 4-147 0 0,0 0-1 0 0,-1 1 1 0 0,1 0-1 0 0,-1 0 1 0 0,0 0-1 0 0,-8 0 0 0 0,-11-1 49 0 0,22-1-79 0 0,-10 1-281 0 0,24 3-308 0 0,-5 4-3727 0 0,4-3 1688 0 0,-10-2 2548 0 0,-1 0 0 0 0,0 0 0 0 0,0 0 0 0 0,0-1 0 0 0,1 1 0 0 0,-1 0 0 0 0,0 0 0 0 0,0 0 0 0 0,0 1 0 0 0,1-1 0 0 0,-1 0 0 0 0,0 0 0 0 0,0 0 1 0 0,0 0-1 0 0,1 0 0 0 0,-1 0 0 0 0,0 0 0 0 0,0 0 0 0 0,0 0 0 0 0,0 0 0 0 0,1 0 0 0 0,-1 0 0 0 0,0 1 0 0 0,0-1 0 0 0,0 0 0 0 0,0 0 0 0 0,0 0 0 0 0,0 0 0 0 0,1 1 0 0 0,-1-1 1 0 0,0 0-1 0 0,0 0 0 0 0,0 0 0 0 0,0 0 0 0 0,0 1 0 0 0,0-1 0 0 0,0 0 0 0 0,0 0 0 0 0,0 0 0 0 0,0 0 0 0 0,0 1 0 0 0,0-1 0 0 0,0 0 0 0 0,0 0 0 0 0,0 0 0 0 0,0 1 0 0 0,0-1 1 0 0,0 0-1 0 0,0 0 0 0 0,0 0 0 0 0,0 1 0 0 0,0-1 0 0 0,0 0 0 0 0,0 0 0 0 0,0 0 0 0 0,-1 0 0 0 0,1 1 0 0 0,0-1 0 0 0,0 0 0 0 0,0 0 0 0 0,0 0 0 0 0,0 0 0 0 0,0 0 0 0 0,-1 1 1 0 0,1-1-1 0 0,-19 9-4504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7:42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5 480 0 0,'0'0'867'0'0,"0"0"-816"0"0,0 0 0 0 0,0 0-1 0 0,0 0 1 0 0,0 0 0 0 0,0 0-1 0 0,0 0 1 0 0,0 0 0 0 0,0-1-1 0 0,0 1 1 0 0,1 0 0 0 0,-1 0 0 0 0,0 0-1 0 0,0 0 1 0 0,0 0 0 0 0,0 0-1 0 0,0-1 1 0 0,0 1 0 0 0,0 0-1 0 0,0 0 1 0 0,0 0 0 0 0,0 0-1 0 0,0 0 1 0 0,0 0 0 0 0,0-1 0 0 0,0 1-1 0 0,0 0 1 0 0,0 0 0 0 0,-1 0-1 0 0,1 0 1 0 0,0 0 0 0 0,0 0-1 0 0,0 0 1 0 0,0 0 0 0 0,0-1-1 0 0,0 1 1 0 0,0 0 0 0 0,0 0-1 0 0,0 0 1 0 0,0 0 0 0 0,0 0 0 0 0,-1 0-1 0 0,1 0 1 0 0,0 0 0 0 0,0 0-1 0 0,0 0 1 0 0,0 0 0 0 0,0 0-1 0 0,0-1 1 0 0,0 1 0 0 0,-1 0-1 0 0,1 0 1 0 0,0 0 0 0 0,0 0 0 0 0,0 0-1 0 0,0 0 1 0 0,0 0 0 0 0,0 0-1 0 0,-1 0 1 0 0,1 0 0 0 0,0 0-1 0 0,0 1 1 0 0,0-1 0 0 0,0 0-1 0 0,0 0 1 0 0,0 0 0 0 0,0 0 0 0 0,-1 0-1 0 0,1 0 1 0 0,0 0 0 0 0,-15 2 2077 0 0,34 0-428 0 0,-19-2-1677 0 0,0 1 0 0 0,0-1 0 0 0,0 0-1 0 0,0 0 1 0 0,0 0 0 0 0,0 0 0 0 0,0 0 0 0 0,0 0 0 0 0,1 0 0 0 0,-1 1 0 0 0,0-1-1 0 0,0 0 1 0 0,0 0 0 0 0,0 0 0 0 0,0 0 0 0 0,0 0 0 0 0,0 1 0 0 0,0-1-1 0 0,0 0 1 0 0,0 0 0 0 0,0 0 0 0 0,0 0 0 0 0,0 0 0 0 0,0 1 0 0 0,0-1 0 0 0,-1 0-1 0 0,1 0 1 0 0,0 0 0 0 0,0 0 0 0 0,0 0 0 0 0,0 0 0 0 0,0 1 0 0 0,0-1-1 0 0,0 0 1 0 0,0 0 0 0 0,0 0 0 0 0,0 0 0 0 0,-1 0 0 0 0,1 0 0 0 0,0 0 0 0 0,0 0-1 0 0,0 0 1 0 0,0 1 0 0 0,0-1 0 0 0,0 0 0 0 0,-1 0 0 0 0,1 0 0 0 0,0 0-1 0 0,0 0 1 0 0,0 0 0 0 0,0 0 0 0 0,0 0 0 0 0,0 0 0 0 0,-1 0 0 0 0,1 0 0 0 0,0 0-1 0 0,0 0 1 0 0,0 0 0 0 0,0 0 0 0 0,0 0 0 0 0,-1 0 0 0 0,1-1 0 0 0,-3 2 142 0 0,3-1-129 0 0,-1 0 0 0 0,0 0 0 0 0,1 0 0 0 0,-1 0 0 0 0,1 0 0 0 0,-1 0 0 0 0,0 0-1 0 0,1 0 1 0 0,-1 1 0 0 0,1-1 0 0 0,-1 0 0 0 0,0 0 0 0 0,1 0 0 0 0,-1 1 0 0 0,1-1 0 0 0,-1 0 0 0 0,1 1-1 0 0,-1-1 1 0 0,1 1 0 0 0,0-1 0 0 0,-1 1 0 0 0,1-1 0 0 0,-1 0 0 0 0,1 1 0 0 0,0-1 0 0 0,-1 1 0 0 0,1 0 0 0 0,0-1-1 0 0,0 1 1 0 0,-1-1 0 0 0,1 1 0 0 0,0-1 0 0 0,0 1 0 0 0,0 0 0 0 0,0-1 0 0 0,0 2 0 0 0,-1-1 13 0 0,0 0 0 0 0,0 1 1 0 0,0-1-1 0 0,0 0 0 0 0,0 0 1 0 0,0 0-1 0 0,0 0 0 0 0,0 0 0 0 0,-1 0 1 0 0,1 0-1 0 0,0 0 0 0 0,-1 0 1 0 0,1-1-1 0 0,-1 1 0 0 0,1 0 1 0 0,0-1-1 0 0,-4 1 0 0 0,-11 8 278 0 0,4 2 40 0 0,11-10-354 0 0,0-1-1 0 0,0 1 1 0 0,0 0-1 0 0,0-1 0 0 0,0 1 1 0 0,0 0-1 0 0,1 0 0 0 0,-1 0 1 0 0,0 0-1 0 0,0 0 1 0 0,1-1-1 0 0,-1 1 0 0 0,1 0 1 0 0,-1 1-1 0 0,1-1 1 0 0,-1 0-1 0 0,1 0 0 0 0,0 0 1 0 0,-1 0-1 0 0,1 0 0 0 0,0 2 1 0 0,0-2-6 0 0,-1 1 0 0 0,1-1 0 0 0,-1 1 1 0 0,0-1-1 0 0,1 0 0 0 0,-1 1 0 0 0,0-1 1 0 0,0 0-1 0 0,0 0 0 0 0,0 0 0 0 0,0 1 0 0 0,0-1 1 0 0,0 0-1 0 0,0 0 0 0 0,0-1 0 0 0,-1 1 0 0 0,1 0 1 0 0,-2 1-1 0 0,-26 13 283 0 0,22-13-209 0 0,5-2-50 0 0,0 1 1 0 0,0-1-1 0 0,0 0 0 0 0,0 1 1 0 0,0-1-1 0 0,0 1 0 0 0,0 0 0 0 0,0 0 1 0 0,0 0-1 0 0,0 0 0 0 0,1 0 1 0 0,-1 0-1 0 0,0 0 0 0 0,1 1 1 0 0,-1-1-1 0 0,-2 3 0 0 0,4-4-25 0 0,0 1 0 0 0,0-1 0 0 0,-1 0 0 0 0,1 1 0 0 0,0-1 0 0 0,0 0 0 0 0,0 0 0 0 0,0 1 0 0 0,-1-1 0 0 0,1 0 0 0 0,0 0 0 0 0,0 0 0 0 0,-1 1 0 0 0,1-1 0 0 0,0 0 0 0 0,0 0 0 0 0,-1 0 0 0 0,1 0 0 0 0,0 1 0 0 0,-1-1 0 0 0,1 0-1 0 0,0 0 1 0 0,-1 0 0 0 0,1 0 0 0 0,0 0 0 0 0,-1 0 0 0 0,1 0 0 0 0,0 0 0 0 0,-1 0 0 0 0,1 0 0 0 0,0 0 0 0 0,-1 0 0 0 0,1 0 0 0 0,0 0 0 0 0,0 0 0 0 0,-1-1 0 0 0,1 1-5 0 0,-1 0 0 0 0,1 0 0 0 0,-1 0 1 0 0,1 0-1 0 0,0 0 0 0 0,-1 0 0 0 0,1 0 0 0 0,0 0 1 0 0,-1 0-1 0 0,1 0 0 0 0,-1 0 0 0 0,1 0 0 0 0,0 0 1 0 0,-1 0-1 0 0,1 0 0 0 0,0 0 0 0 0,-1 0 0 0 0,1 0 0 0 0,0 0 1 0 0,-1 1-1 0 0,1-1 0 0 0,0 0 0 0 0,-1 0 0 0 0,1 1 1 0 0,0-1-1 0 0,-1 0 0 0 0,1 0 0 0 0,0 1 0 0 0,0-1 0 0 0,-1 0 1 0 0,1 0-1 0 0,0 1 0 0 0,0-1 0 0 0,0 0 0 0 0,-1 1 1 0 0,1-1-1 0 0,0 1 0 0 0,0-1 0 0 0,0 1 4 0 0,0 0-1 0 0,-1 0 1 0 0,1-1-1 0 0,0 1 1 0 0,0 0-1 0 0,-1 0 1 0 0,1-1-1 0 0,0 1 1 0 0,-1 0-1 0 0,1-1 1 0 0,-1 1-1 0 0,1-1 1 0 0,0 1-1 0 0,-1 0 1 0 0,0-1-1 0 0,1 1 1 0 0,-1-1-1 0 0,1 1 1 0 0,-1-1-1 0 0,0 0 0 0 0,1 1 1 0 0,-1-1-1 0 0,0 0 1 0 0,0 1-1 0 0,-6 3 31 0 0,4 0-23 0 0,-1-1 1 0 0,0 0-1 0 0,0 1 0 0 0,-1-2 1 0 0,1 1-1 0 0,-5 2 1 0 0,5-3-4 0 0,0 0 0 0 0,1 0 0 0 0,-1 0 0 0 0,1 1 0 0 0,-1-1 1 0 0,1 1-1 0 0,-5 6 0 0 0,7-8 5 0 0,0 0-1 0 0,1 0 1 0 0,-1 1 0 0 0,0-1-1 0 0,1 0 1 0 0,0 0 0 0 0,-1 1-1 0 0,1-1 1 0 0,0 0 0 0 0,-1 0 0 0 0,1 1-1 0 0,0-1 1 0 0,0 0 0 0 0,0 1-1 0 0,0-1 1 0 0,0 0 0 0 0,1 3-1 0 0,0 5 595 0 0,-1-9-609 0 0,0 1 0 0 0,0-1 0 0 0,0 0 0 0 0,1 1 0 0 0,-1-1 1 0 0,0 0-1 0 0,0 1 0 0 0,0-1 0 0 0,0 0 0 0 0,1 1 0 0 0,-1-1 1 0 0,0 0-1 0 0,0 0 0 0 0,1 0 0 0 0,-1 1 0 0 0,0-1 0 0 0,1 0 0 0 0,-1 0 1 0 0,0 0-1 0 0,1 1 0 0 0,-1-1 0 0 0,0 0 0 0 0,1 0 0 0 0,-1 0 1 0 0,0 0-1 0 0,1 0 0 0 0,-1 0 0 0 0,0 0 0 0 0,1 0 0 0 0,-1 0 0 0 0,0 0 1 0 0,1 0-1 0 0,-1 0 0 0 0,0 0 0 0 0,1 0 0 0 0,7-1-222 0 0,-5 0-144 0 0,-1 1 165 0 0,-1-1 1 0 0,1 1 0 0 0,-1 0-1 0 0,0-1 1 0 0,1 1-1 0 0,-1-1 1 0 0,0 0-1 0 0,1 1 1 0 0,-1-1-1 0 0,0 0 1 0 0,0 0-1 0 0,0 0 1 0 0,0 0 0 0 0,0 0-1 0 0,0 0 1 0 0,0 0-1 0 0,0 0 1 0 0,0 0-1 0 0,0-1 1 0 0,0 1-1 0 0,-1 0 1 0 0,1 0 0 0 0,-1-1-1 0 0,1 1 1 0 0,0-3-1 0 0,2-1-689 0 0,34-52-6099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7:43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32 80 0 0,'0'0'547'0'0,"-1"0"-533"0"0,1 1 1 0 0,0-1-1 0 0,0 0 1 0 0,0 0-1 0 0,0 0 0 0 0,0 0 1 0 0,0 0-1 0 0,0 0 1 0 0,0 0-1 0 0,-1 0 1 0 0,1 0-1 0 0,0 0 0 0 0,0 0 1 0 0,0 0-1 0 0,0 0 1 0 0,0 0-1 0 0,0 0 0 0 0,0 0 1 0 0,-1 0-1 0 0,1 0 1 0 0,0 0-1 0 0,0 0 1 0 0,0 0-1 0 0,0 0 0 0 0,0 0 1 0 0,0 0-1 0 0,0-1 1 0 0,0 1-1 0 0,-1 0 0 0 0,1 0 1 0 0,0 0-1 0 0,0 0 1 0 0,0 0-1 0 0,0 0 0 0 0,0 0 1 0 0,0 0-1 0 0,0 0 1 0 0,0 0-1 0 0,0-1 1 0 0,0 1-1 0 0,0 0 0 0 0,0 0 1 0 0,0 0-1 0 0,0 0 1 0 0,0 0-1 0 0,-1 0 0 0 0,1 0 1 0 0,0-1-1 0 0,0 1 1 0 0,0 0-1 0 0,0 0 1 0 0,0 0-1 0 0,0 0 0 0 0,1 0 1 0 0,-1 0-1 0 0,0 0 1 0 0,0-1-1 0 0,0 1 0 0 0,0 0 1 0 0,0 0-1 0 0,0 0 1 0 0,-1 0 32 0 0,0 0 0 0 0,0 0 0 0 0,1-1 0 0 0,-1 1 0 0 0,0 0 1 0 0,0 0-1 0 0,0-1 0 0 0,1 1 0 0 0,-1 0 0 0 0,0-1 0 0 0,0 1 0 0 0,1-1 1 0 0,-1 1-1 0 0,0-1 0 0 0,1 1 0 0 0,-1-1 0 0 0,1 1 0 0 0,-1-1 0 0 0,1 0 1 0 0,-1 1-1 0 0,1-1 0 0 0,-1 0 0 0 0,1 1 0 0 0,-1-1 0 0 0,1-1 1 0 0,-2-12 3912 0 0,2 13-3290 0 0,0 1-617 0 0,0 1 1 0 0,0-1 0 0 0,0 1-1 0 0,0-1 1 0 0,0 0-1 0 0,0 1 1 0 0,0-1 0 0 0,1 1-1 0 0,-1-1 1 0 0,0 1-1 0 0,0-1 1 0 0,0 0 0 0 0,0 1-1 0 0,0-1 1 0 0,1 0-1 0 0,-1 1 1 0 0,0-1 0 0 0,0 1-1 0 0,1-1 1 0 0,-1 0-1 0 0,0 1 1 0 0,1-1 0 0 0,-1 0-1 0 0,0 0 1 0 0,1 1-1 0 0,-1-1 1 0 0,0 0 0 0 0,1 0-1 0 0,-1 0 1 0 0,1 1-1 0 0,-1-1 1 0 0,0 0 0 0 0,1 0-1 0 0,-1 0 1 0 0,1 0-1 0 0,-1 0 1 0 0,1 0 0 0 0,0 0-7 0 0,-1 0 1 0 0,1 1 0 0 0,0-1-1 0 0,-1 0 1 0 0,1 0 0 0 0,-1 0-1 0 0,1 0 1 0 0,-1 1-1 0 0,1-1 1 0 0,-1 0 0 0 0,1 1-1 0 0,-1-1 1 0 0,1 0 0 0 0,-1 1-1 0 0,1-1 1 0 0,-1 0 0 0 0,1 1-1 0 0,-1-1 1 0 0,0 1 0 0 0,1-1-1 0 0,-1 1 1 0 0,0-1 0 0 0,1 1-1 0 0,-1-1 1 0 0,0 1-1 0 0,0-1 1 0 0,0 1 0 0 0,1 0-1 0 0,-1-1 1 0 0,0 1 0 0 0,0-1-1 0 0,0 1 1 0 0,0 0 0 0 0,0-1-1 0 0,0 1 1 0 0,0-1 0 0 0,0 1-1 0 0,0 0 1 0 0,-1 0 2 0 0,1 0 0 0 0,0 0 1 0 0,0 0-1 0 0,0 0 0 0 0,0 0 1 0 0,0 0-1 0 0,0 0 0 0 0,0-1 1 0 0,0 1-1 0 0,0 0 0 0 0,0 0 1 0 0,0 0-1 0 0,1 0 0 0 0,-1 0 0 0 0,0 0 1 0 0,1 0-1 0 0,-1 0 0 0 0,0-1 1 0 0,1 1-1 0 0,-1 0 0 0 0,1 0 1 0 0,0 0-1 0 0,-1-1 0 0 0,1 1 1 0 0,0 0-1 0 0,-1-1 0 0 0,1 1 0 0 0,0-1 1 0 0,0 1-1 0 0,-1-1 0 0 0,1 1 1 0 0,0-1-1 0 0,0 1 0 0 0,1-1 1 0 0,-1 1-29 0 0,-1-1 0 0 0,0 0 1 0 0,0 0-1 0 0,1 0 0 0 0,-1 1 1 0 0,0-1-1 0 0,0 0 0 0 0,1 0 1 0 0,-1 1-1 0 0,0-1 0 0 0,0 0 1 0 0,0 1-1 0 0,0-1 0 0 0,0 0 1 0 0,1 0-1 0 0,-1 1 0 0 0,0-1 1 0 0,0 0-1 0 0,0 1 0 0 0,0-1 1 0 0,0 0-1 0 0,0 1 0 0 0,0-1 1 0 0,0 0-1 0 0,0 1 0 0 0,0-1 1 0 0,0 0-1 0 0,0 1 0 0 0,0-1 1 0 0,0 0-1 0 0,-1 1 0 0 0,1-1-12 0 0,0 0-1 0 0,0 1 1 0 0,0-1 0 0 0,0 0-1 0 0,0 0 1 0 0,0 0 0 0 0,0 1-1 0 0,0-1 1 0 0,0 0 0 0 0,0 0-1 0 0,0 1 1 0 0,0-1 0 0 0,0 0-1 0 0,0 0 1 0 0,0 1 0 0 0,0-1-1 0 0,0 0 1 0 0,0 0 0 0 0,0 1-1 0 0,0-1 1 0 0,0 0 0 0 0,0 0-1 0 0,0 0 1 0 0,0 1 0 0 0,1-1-1 0 0,-1 0 1 0 0,0 0 0 0 0,0 0-1 0 0,0 1 1 0 0,0-1 0 0 0,1 0-1 0 0,-1 0 1 0 0,0 0 0 0 0,0 0-1 0 0,0 0 1 0 0,1 1 0 0 0,-1-1-1 0 0,0 0 1 0 0,0 0 0 0 0,0 0-1 0 0,1 0 1 0 0,0 0 26 0 0,0 0-22 0 0,0 0 0 0 0,-1 0-1 0 0,1 0 1 0 0,0 0-1 0 0,0 0 1 0 0,0 0-1 0 0,0 0 1 0 0,-1 0-1 0 0,1 0 1 0 0,0 0-1 0 0,0 1 1 0 0,0-1-1 0 0,-1 0 1 0 0,1 1-1 0 0,0-1 1 0 0,0 0-1 0 0,-1 1 1 0 0,1-1-1 0 0,0 1 1 0 0,1 0-1 0 0,-2 1 2 0 0,1-1-1 0 0,-1 0 1 0 0,1 0-1 0 0,0 0 1 0 0,-1 0-1 0 0,1 0 1 0 0,0 0-1 0 0,0 0 1 0 0,0 0-1 0 0,0 0 1 0 0,0 0-1 0 0,0-1 1 0 0,0 1-1 0 0,0 0 1 0 0,0-1-1 0 0,0 1 1 0 0,0-1-1 0 0,0 1 1 0 0,1-1-1 0 0,1 1 1 0 0,-1 0-7 0 0,-1-1 0 0 0,0 0 0 0 0,0 1 0 0 0,1-1 0 0 0,-1 1 0 0 0,0-1 0 0 0,0 1 0 0 0,0 0 0 0 0,0-1 0 0 0,0 1 0 0 0,1 0 0 0 0,-2 0 0 0 0,1 0 0 0 0,0 0 0 0 0,0 0 0 0 0,0 0 0 0 0,0 0 0 0 0,0 0 0 0 0,-1 0 0 0 0,1 1 0 0 0,0 0 0 0 0,-1-1-6 0 0,0 0 1 0 0,0-1 0 0 0,1 1-1 0 0,-1-1 1 0 0,0 1 0 0 0,0 0 0 0 0,0-1-1 0 0,1 1 1 0 0,-1-1 0 0 0,0 1-1 0 0,1-1 1 0 0,-1 1 0 0 0,1-1 0 0 0,-1 1-1 0 0,1-1 1 0 0,-1 1 0 0 0,0-1-1 0 0,1 1 1 0 0,0-1 0 0 0,-1 0 0 0 0,1 1-1 0 0,-1-1 1 0 0,1 0 0 0 0,0 1-1 0 0,0-1 3 0 0,0 0-1 0 0,-1 1 0 0 0,1-1 0 0 0,0 0 0 0 0,-1 1 0 0 0,1-1 0 0 0,0 1 0 0 0,-1-1 0 0 0,1 1 0 0 0,-1-1 0 0 0,1 1 0 0 0,-1-1 0 0 0,1 1 0 0 0,-1 0 0 0 0,1-1 0 0 0,-1 1 0 0 0,0 0 0 0 0,1-1 1 0 0,-1 1-1 0 0,0 0 0 0 0,1 0 0 0 0,-1-1 0 0 0,0 1 0 0 0,0 0 0 0 0,0 1 0 0 0,0-2-2 0 0,0 1 1 0 0,0-1 0 0 0,0 1-1 0 0,0 0 1 0 0,0-1-1 0 0,1 1 1 0 0,-1-1-1 0 0,0 1 1 0 0,0 0-1 0 0,0-1 1 0 0,1 1 0 0 0,-1-1-1 0 0,0 1 1 0 0,0-1-1 0 0,1 1 1 0 0,-1-1-1 0 0,0 1 1 0 0,1-1-1 0 0,-1 1 1 0 0,1-1 0 0 0,-1 0-1 0 0,1 1 1 0 0,-1-1-1 0 0,1 1 1 0 0,-1-1-1 0 0,1 0 1 0 0,-1 0-1 0 0,1 1 1 0 0,-1-1-1 0 0,1 0 1 0 0,1 0 0 0 0,-2 1-3 0 0,1-1 0 0 0,-1 0 1 0 0,1 0-1 0 0,-1 0 0 0 0,1 1 1 0 0,-1-1-1 0 0,1 0 1 0 0,-1 0-1 0 0,1 1 0 0 0,-1-1 1 0 0,1 0-1 0 0,-1 1 0 0 0,1-1 1 0 0,-1 1-1 0 0,0-1 0 0 0,1 1 1 0 0,-1-1-1 0 0,0 1 1 0 0,1-1-1 0 0,-1 1 0 0 0,0-1 1 0 0,1 1-1 0 0,-1-1 0 0 0,0 1 1 0 0,0-1-1 0 0,0 1 0 0 0,0-1 1 0 0,0 1-1 0 0,0 0 1 0 0,0-1-1 0 0,0 2 0 0 0,0-2 5 0 0,1 1 0 0 0,-1 0 0 0 0,0 0 0 0 0,0 0 0 0 0,0 0-1 0 0,0-1 1 0 0,1 1 0 0 0,-1 0 0 0 0,0 0 0 0 0,1 0 0 0 0,-1-1 0 0 0,0 1 0 0 0,1 0-1 0 0,-1-1 1 0 0,1 1 0 0 0,-1 0 0 0 0,1-1 0 0 0,0 1 0 0 0,-1-1 0 0 0,1 1-1 0 0,0-1 1 0 0,-1 1 0 0 0,2 0 0 0 0,-1-1-1 0 0,0 1 0 0 0,0-1 0 0 0,-1 1 0 0 0,1 0 0 0 0,0-1 0 0 0,-1 1 0 0 0,1-1 0 0 0,0 1 0 0 0,-1 0 0 0 0,1 0 0 0 0,-1-1 0 0 0,1 1 0 0 0,-1 0 0 0 0,1 0 0 0 0,-1 0 0 0 0,0 0 1 0 0,1-1-1 0 0,-1 1 0 0 0,0 0 0 0 0,0 0 0 0 0,1 0 0 0 0,-1 0 0 0 0,0 2 0 0 0,0-1-8 0 0,0 0 1 0 0,0-1-1 0 0,0 1 1 0 0,0 0 0 0 0,1 0-1 0 0,-1 0 1 0 0,1 0-1 0 0,-1 0 1 0 0,1 0 0 0 0,0-1-1 0 0,0 1 1 0 0,-1 0-1 0 0,1-1 1 0 0,1 1-1 0 0,0 2 1 0 0,0-3-2 0 0,-1 1 0 0 0,0 0 0 0 0,0 0 0 0 0,0 0 0 0 0,0 0 0 0 0,0 0 1 0 0,0 0-1 0 0,0 0 0 0 0,-1 0 0 0 0,1 0 0 0 0,-1 0 0 0 0,1 0 0 0 0,-1 0 0 0 0,0 1 0 0 0,0 2 0 0 0,0-5 4 0 0,0 1 0 0 0,0-1-1 0 0,0 1 1 0 0,0-1-1 0 0,0 1 1 0 0,0-1-1 0 0,1 1 1 0 0,-1-1 0 0 0,0 0-1 0 0,0 1 1 0 0,0-1-1 0 0,1 1 1 0 0,-1-1 0 0 0,0 0-1 0 0,0 1 1 0 0,1-1-1 0 0,-1 1 1 0 0,0-1 0 0 0,1 0-1 0 0,-1 0 1 0 0,0 1-1 0 0,1-1 1 0 0,-1 0 0 0 0,1 1-1 0 0,-1-1 1 0 0,0 0-1 0 0,1 0 1 0 0,-1 0 0 0 0,1 0-1 0 0,-1 1 1 0 0,1-1-1 0 0,-1 0 1 0 0,1 0-1 0 0,-1 0 1 0 0,0 0 0 0 0,1 0-1 0 0,0 0 1 0 0,-1 0 0 0 0,1 0 0 0 0,-1 0 0 0 0,1 0 0 0 0,-1 0-1 0 0,0 0 1 0 0,1 0 0 0 0,-1 0 0 0 0,0 0 0 0 0,1 0 0 0 0,-1 0 0 0 0,0 0 0 0 0,1 0 0 0 0,-1 0 0 0 0,1 0 0 0 0,-1 1 0 0 0,0-1 0 0 0,0 0-1 0 0,1 0 1 0 0,-1 1 0 0 0,0-1 0 0 0,1 0 0 0 0,-1 0 0 0 0,0 1 0 0 0,0-1 0 0 0,1 0 0 0 0,-1 0 0 0 0,0 1 0 0 0,0-1 0 0 0,0 0 0 0 0,1 1-1 0 0,-1-1 1 0 0,0 0 0 0 0,0 1 0 0 0,0-1 0 0 0,0 1 0 0 0,0-1 0 0 0,1 1 1 0 0,-1 0 0 0 0,1-1 1 0 0,-1 1-1 0 0,1 0 0 0 0,-1-1 0 0 0,1 1 0 0 0,-1-1 1 0 0,1 1-1 0 0,0 0 0 0 0,-1-1 0 0 0,1 0 1 0 0,0 1-1 0 0,0-1 0 0 0,-1 1 0 0 0,1-1 0 0 0,0 0 1 0 0,0 0-1 0 0,0 1 0 0 0,1-1 0 0 0,9 4 63 0 0,21 7-7 0 0,-32-12-53 0 0,1 1-1 0 0,-1 0 0 0 0,0 0 1 0 0,1 0-1 0 0,-1 0 0 0 0,0 0 0 0 0,1 0 1 0 0,-1 0-1 0 0,0 0 0 0 0,1 1 1 0 0,-1-1-1 0 0,0 0 0 0 0,0 0 1 0 0,1 0-1 0 0,-1 0 0 0 0,0 0 0 0 0,1 0 1 0 0,-1 1-1 0 0,0-1 0 0 0,0 0 1 0 0,1 0-1 0 0,-1 0 0 0 0,0 1 0 0 0,0-1 1 0 0,0 0-1 0 0,1 0 0 0 0,-1 1 1 0 0,0-1-1 0 0,0 0 0 0 0,0 0 1 0 0,0 1-1 0 0,1-1 0 0 0,-1 0 0 0 0,0 0 1 0 0,0 1-1 0 0,0-1 0 0 0,0 0 1 0 0,0 1-1 0 0,0-1 0 0 0,0 0 1 0 0,0 1-1 0 0,0-1 0 0 0,0 0 0 0 0,0 1 1 0 0,0 0-2 0 0,0-1 1 0 0,0 0 0 0 0,0 1-1 0 0,0-1 1 0 0,0 1 0 0 0,0-1-1 0 0,1 0 1 0 0,-1 1 0 0 0,0-1-1 0 0,0 1 1 0 0,0-1 0 0 0,1 0-1 0 0,-1 1 1 0 0,0-1 0 0 0,0 0 0 0 0,1 1-1 0 0,-1-1 1 0 0,0 0 0 0 0,1 0-1 0 0,-1 1 1 0 0,0-1 0 0 0,1 0-1 0 0,-1 0 1 0 0,0 0 0 0 0,1 1-1 0 0,-1-1 1 0 0,1 0 0 0 0,-1 0-1 0 0,0 0 1 0 0,1 0 0 0 0,-1 0-1 0 0,1 0 1 0 0,0 0 0 0 0,-1 0-1 0 0,1 0 0 0 0,-1 1 0 0 0,1-1 0 0 0,-1 0 0 0 0,1 0 0 0 0,0 0 0 0 0,-1 0 0 0 0,1 1 0 0 0,-1-1 0 0 0,1 0 0 0 0,-1 0 0 0 0,0 1 0 0 0,1-1 0 0 0,-1 0 0 0 0,1 1 0 0 0,-1-1 0 0 0,1 0 0 0 0,-1 1 0 0 0,0-1 0 0 0,1 1 1 0 0,-1-1-1 0 0,0 1 0 0 0,1-1 0 0 0,-1 1 0 0 0,0-1 0 0 0,0 1 0 0 0,0-1 0 0 0,1 1 0 0 0,-1-1 0 0 0,0 1 0 0 0,0-1 0 0 0,0 1 0 0 0,0-1 0 0 0,0 2 0 0 0,-1 0 2 0 0,5 0 1 0 0,12 4 56 0 0,-12 1-1326 0 0,-5-10-1123 0 0,1-2-146 0 0,0 4 2338 0 0,1 1-1 0 0,-1-1 1 0 0,0 0 0 0 0,0 1 0 0 0,0-1-1 0 0,-1 0 1 0 0,1 0 0 0 0,0 1 0 0 0,0-1-1 0 0,0 0 1 0 0,0 1 0 0 0,-1-1 0 0 0,1 0-1 0 0,0 1 1 0 0,-1-1 0 0 0,1 1-1 0 0,0-1 1 0 0,-1-1 0 0 0,-18-12-2978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7:47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56 240 0 0,'0'-1'142'0'0,"0"1"0"0"0,0-1 1 0 0,0 0-1 0 0,0 0 0 0 0,0 0 0 0 0,0 1 0 0 0,0-1 1 0 0,0 0-1 0 0,0 0 0 0 0,0 0 0 0 0,0 1 0 0 0,1-1 0 0 0,-1 0 1 0 0,0 0-1 0 0,0 1 0 0 0,1-1 0 0 0,-1 0 0 0 0,1 0 1 0 0,-1 1-1 0 0,0-1 0 0 0,1 1 0 0 0,-1-1 0 0 0,1 0 0 0 0,0 1 1 0 0,-1-1-1 0 0,1 1 0 0 0,-1-1 0 0 0,1 1 0 0 0,0-1 0 0 0,0 1 1 0 0,-1 0-1 0 0,1-1 0 0 0,0 1 0 0 0,0 0 0 0 0,4-3 6267 0 0,-19 0-6429 0 0,-10 2 173 0 0,0 0 0 0 0,-26-6 0 0 0,11 1 29 0 0,38 6-169 0 0,-1 0-6 0 0,1 0 0 0 0,0 0 1 0 0,0 0-1 0 0,0 0 0 0 0,0-1 1 0 0,0 1-1 0 0,0 0 0 0 0,0 0 1 0 0,0-1-1 0 0,0 1 1 0 0,0-1-1 0 0,0 1 0 0 0,0-1 1 0 0,0 1-1 0 0,0-1 0 0 0,0 1 1 0 0,0-1-1 0 0,0 0 0 0 0,0 0 1 0 0,1 0 72 0 0,0 0 0 0 0,4 1-89 0 0,1 1 1 0 0,-1 0 0 0 0,0 0-1 0 0,0 0 1 0 0,1 0 0 0 0,-1 0-1 0 0,7 4 1 0 0,-10-4 3 0 0,1 0-1 0 0,0 0 0 0 0,-1 0 1 0 0,1 0-1 0 0,-1 0 1 0 0,1 0-1 0 0,-1 1 1 0 0,1-1-1 0 0,-1 0 1 0 0,0 1-1 0 0,0-1 1 0 0,0 1-1 0 0,1 0 1 0 0,-2-1-1 0 0,1 1 1 0 0,0 0-1 0 0,0-1 1 0 0,0 1-1 0 0,-1 0 1 0 0,1 0-1 0 0,-1 0 1 0 0,0 0-1 0 0,1 0 1 0 0,-1-1-1 0 0,0 1 1 0 0,0 0-1 0 0,0 0 1 0 0,-1 2-1 0 0,1-3 10 0 0,0 0 1 0 0,0-1-1 0 0,0 1 1 0 0,0-1-1 0 0,-1 1 0 0 0,1-1 1 0 0,0 1-1 0 0,0-1 0 0 0,-1 1 1 0 0,1-1-1 0 0,0 1 1 0 0,-1-1-1 0 0,1 0 0 0 0,-1 1 1 0 0,1-1-1 0 0,0 1 0 0 0,-1-1 1 0 0,1 0-1 0 0,-1 0 1 0 0,1 1-1 0 0,-1-1 0 0 0,1 0 1 0 0,-1 0-1 0 0,0 1 1 0 0,1-1-1 0 0,-1 0 0 0 0,0 0 1 0 0,-26 3 145 0 0,20-2-74 0 0,0-2 0 0 0,0 1 0 0 0,0-1 0 0 0,-12-3 1 0 0,8-1 312 0 0,2 2-206 0 0,1-1 1 0 0,-1 0 0 0 0,1 0-1 0 0,-13-10 1 0 0,10 5 14 0 0,10 8-182 0 0,0 0 1 0 0,-1 0-1 0 0,1 0 1 0 0,0 0 0 0 0,0 0-1 0 0,-1-1 1 0 0,1 1-1 0 0,0 0 1 0 0,0 0 0 0 0,0-1-1 0 0,1 1 1 0 0,-2-3-1 0 0,2 3-13 0 0,1 1 0 0 0,-1-1-1 0 0,1 0 1 0 0,-1 1 0 0 0,1-1-1 0 0,-1 1 1 0 0,1-1 0 0 0,-1 1-1 0 0,1-1 1 0 0,0 1-1 0 0,-1-1 1 0 0,1 1 0 0 0,0 0-1 0 0,0-1 1 0 0,-1 1 0 0 0,1 0-1 0 0,0 0 1 0 0,0 0 0 0 0,-1-1-1 0 0,1 1 1 0 0,0 0-1 0 0,0 0 1 0 0,-1 0 0 0 0,3 0-1 0 0,-3 0-1 0 0,5 1-9 0 0,0 0-1 0 0,-1 0 0 0 0,1 0 1 0 0,-1 0-1 0 0,1 1 1 0 0,-1-1-1 0 0,0 1 0 0 0,1 1 1 0 0,-1-1-1 0 0,0 0 1 0 0,0 1-1 0 0,0 0 1 0 0,6 6-1 0 0,-3 10 9 0 0,3-13-14 0 0,-10-6 15 0 0,0 0-1 0 0,1 0 1 0 0,-1 0-1 0 0,0 0 0 0 0,0 0 1 0 0,1 0-1 0 0,-1 0 0 0 0,0 0 1 0 0,1 1-1 0 0,-1-1 0 0 0,0 0 1 0 0,0 0-1 0 0,0 0 0 0 0,1 1 1 0 0,-1-1-1 0 0,0 0 0 0 0,0 0 1 0 0,0 1-1 0 0,1-1 0 0 0,-1 0 1 0 0,0 0-1 0 0,0 1 0 0 0,0-1 1 0 0,0 0-1 0 0,0 0 1 0 0,0 1-1 0 0,0-1 0 0 0,0 0 1 0 0,0 1-1 0 0,0-1 0 0 0,1 0 1 0 0,-1 1-1 0 0,-1-1 0 0 0,1 0 1 0 0,0 0-1 0 0,0 1 0 0 0,0-1 1 0 0,0 1-1 0 0,-15 6 67 0 0,13-10 400 0 0,-1 1-438 0 0,1-1 0 0 0,-1 1-1 0 0,1-1 1 0 0,0 0 0 0 0,0 1 0 0 0,0-1 0 0 0,1 0 0 0 0,-1 0 0 0 0,1 0 0 0 0,0 0 0 0 0,-2-4-1 0 0,3 6-23 0 0,0 0-1 0 0,0 1 0 0 0,-1-1 1 0 0,1 0-1 0 0,0 0 0 0 0,-1 1 1 0 0,1-1-1 0 0,0 0 0 0 0,-1 1 1 0 0,1-1-1 0 0,-1 0 0 0 0,1 1 1 0 0,-1-1-1 0 0,0 0 0 0 0,1 1 1 0 0,-1-1-1 0 0,-1 0 0 0 0,0-1-26 0 0,10 3-47 0 0,2 2 79 0 0,0 1 0 0 0,-1 0 0 0 0,1 1 0 0 0,-1 0 0 0 0,0 1 0 0 0,0 0 0 0 0,14 12 0 0 0,-23-18-7 0 0,0 0-1 0 0,1 0 0 0 0,-1 1 1 0 0,1-1-1 0 0,-1 0 1 0 0,0 0-1 0 0,1 0 1 0 0,-1 1-1 0 0,0-1 1 0 0,1 0-1 0 0,-1 1 1 0 0,0-1-1 0 0,0 0 0 0 0,1 0 1 0 0,-1 1-1 0 0,0-1 1 0 0,0 0-1 0 0,1 1 1 0 0,-1-1-1 0 0,0 1 1 0 0,0-1-1 0 0,0 0 0 0 0,0 1 1 0 0,1-1-1 0 0,-1 1 1 0 0,0-1-1 0 0,0 0 1 0 0,0 1-1 0 0,0-1 1 0 0,0 1-1 0 0,0-1 1 0 0,0 1-1 0 0,0-1 0 0 0,0 0 1 0 0,0 1-1 0 0,-1-1 1 0 0,1 1-1 0 0,0-1 1 0 0,0 0-1 0 0,0 1 1 0 0,0-1-1 0 0,-1 0 1 0 0,1 1-1 0 0,0-1 0 0 0,0 1 1 0 0,-1-1-1 0 0,1 0 1 0 0,0 0-1 0 0,-1 1 1 0 0,1-1-1 0 0,0 0 1 0 0,-1 0-1 0 0,1 1 0 0 0,0-1 1 0 0,-1 0-1 0 0,-19 6 181 0 0,-6-3 115 0 0,20-2-276 0 0,-1 0 1 0 0,0 0 0 0 0,0-1-1 0 0,0 0 1 0 0,0 0 0 0 0,1 0-1 0 0,-1-1 1 0 0,0 0 0 0 0,0 0 0 0 0,-6-3-1 0 0,12 4-20 0 0,1 0-1 0 0,0 0 0 0 0,0 0 0 0 0,-1 0 1 0 0,1-1-1 0 0,0 1 0 0 0,0 0 1 0 0,0 0-1 0 0,-1 0 0 0 0,1 0 1 0 0,0 0-1 0 0,0-1 0 0 0,0 1 1 0 0,-1 0-1 0 0,1 0 0 0 0,0 0 1 0 0,0-1-1 0 0,0 1 0 0 0,0 0 1 0 0,0 0-1 0 0,-1 0 0 0 0,1-1 1 0 0,0 1-1 0 0,0 0 0 0 0,0 0 1 0 0,0-1-1 0 0,0 1 0 0 0,0 0 1 0 0,0 0-1 0 0,0-1 0 0 0,0 1 0 0 0,0 0 1 0 0,0 0-1 0 0,0-1 0 0 0,0 1 1 0 0,0 0-1 0 0,0 0 0 0 0,0-1 1 0 0,0 1-1 0 0,0 0 0 0 0,1-1 1 0 0,-1 1-2 0 0,0 0 1 0 0,0-1 0 0 0,0 1 0 0 0,0 0-1 0 0,0-1 1 0 0,0 1 0 0 0,1 0-1 0 0,-1-1 1 0 0,0 1 0 0 0,0 0 0 0 0,0-1-1 0 0,-1 1 1 0 0,1 0 0 0 0,0-1-1 0 0,0 1 1 0 0,0-1 0 0 0,0 1 0 0 0,0 0-1 0 0,0-1 1 0 0,0 1 0 0 0,-1 0 0 0 0,1 0-1 0 0,0-1 1 0 0,0 1 0 0 0,0 0-1 0 0,-1-1 1 0 0,1 1 0 0 0,0 0 0 0 0,0 0-1 0 0,-1-1 1 0 0,1 1 0 0 0,0 0 0 0 0,-1 0-1 0 0,0-1-1 0 0,0 0 0 0 0,-1 0-1 0 0,1 0 1 0 0,0 1-1 0 0,0-1 1 0 0,0 0 0 0 0,0-1-1 0 0,0 1 1 0 0,0 0 0 0 0,0 0-1 0 0,0 0 1 0 0,1 0 0 0 0,-1-1-1 0 0,0 1 1 0 0,0-3 0 0 0,-1-27 116 0 0,28 44-275 0 0,-10-5 158 0 0,12 8 70 0 0,-14-9-62 0 0,-12-7-15 0 0,-1 1 0 0 0,0-1 0 0 0,1 0 1 0 0,-1 1-1 0 0,0-1 0 0 0,0 1 0 0 0,1-1 1 0 0,-1 1-1 0 0,0-1 0 0 0,0 1 0 0 0,0 0 1 0 0,0 0-1 0 0,0 0 0 0 0,0 0 0 0 0,0 0 1 0 0,0 0-1 0 0,0 0 0 0 0,0 0 0 0 0,0 0 1 0 0,0 0-1 0 0,-1 0 0 0 0,1 0 0 0 0,-1 1 1 0 0,2 1-1 0 0,-3-1 11 0 0,-1-1 1 0 0,1 1-1 0 0,0-1 1 0 0,-1 0-1 0 0,1 0 1 0 0,-1 1-1 0 0,1-1 1 0 0,-1 0-1 0 0,0 0 1 0 0,0 0-1 0 0,1-1 1 0 0,-1 1-1 0 0,0 0 1 0 0,0-1-1 0 0,0 1 1 0 0,-2-1-1 0 0,-33 10 169 0 0,26-8-197 0 0,-11 1 107 0 0,22-3-96 0 0,-1 0 0 0 0,1 1 0 0 0,-1-1 0 0 0,1 0 0 0 0,-1 0 0 0 0,1-1-1 0 0,0 1 1 0 0,-1 0 0 0 0,1 0 0 0 0,-1 0 0 0 0,1 0 0 0 0,0 0 0 0 0,-1 0 0 0 0,1 0 0 0 0,0-1 0 0 0,-1 1 0 0 0,1 0 0 0 0,0 0-1 0 0,-1 0 1 0 0,1-1 0 0 0,0 1 0 0 0,-1 0 0 0 0,1-1 0 0 0,0 1 0 0 0,0 0 0 0 0,-1-1 0 0 0,1 1 0 0 0,0 0 0 0 0,0-1-1 0 0,0 1 1 0 0,-1 0 0 0 0,1-1 0 0 0,0 1 0 0 0,0-1 0 0 0,0 1 0 0 0,0 0 0 0 0,0-1 0 0 0,0 0 0 0 0,18 0-239 0 0,18-9-215 0 0,-33 9 443 0 0,0-1 0 0 0,1 1 0 0 0,-1 0 0 0 0,0 0 0 0 0,0 0 0 0 0,1 1 0 0 0,-1-1 0 0 0,0 1 0 0 0,1 0 0 0 0,-1 0 0 0 0,1 0 0 0 0,-1 0 0 0 0,0 0 1 0 0,1 1-1 0 0,-1 0 0 0 0,0-1 0 0 0,1 1 0 0 0,-1 0 0 0 0,0 1 0 0 0,0-1 0 0 0,3 2 0 0 0,-5-1 23 0 0,0 0-1 0 0,0 0 1 0 0,-1-1 0 0 0,1 1 0 0 0,-1 0 0 0 0,1 0 0 0 0,-1 0-1 0 0,0 0 1 0 0,0 0 0 0 0,0-1 0 0 0,0 1 0 0 0,0 0-1 0 0,0 0 1 0 0,0 0 0 0 0,-1 0 0 0 0,1 0 0 0 0,-1 0 0 0 0,1-1-1 0 0,-1 1 1 0 0,-1 2 0 0 0,-11 4 83 0 0,12-9-87 0 0,1 1 0 0 0,-1-1 0 0 0,1 1 1 0 0,-1 0-1 0 0,1-1 0 0 0,0 1 0 0 0,-1-1 0 0 0,1 1 0 0 0,0-1 0 0 0,-1 1 0 0 0,1-1 0 0 0,0 0 0 0 0,0 1 0 0 0,0-1 0 0 0,-1 1 0 0 0,1-1 1 0 0,0 1-1 0 0,0-1 0 0 0,0 0 0 0 0,0 1 0 0 0,0-1 0 0 0,0 1 0 0 0,0-1 0 0 0,0 0 0 0 0,0 1 0 0 0,1-2 0 0 0,-1 1-25 0 0,1 0-1 0 0,0 0 1 0 0,0 0-1 0 0,-1 0 1 0 0,1 0-1 0 0,0 0 0 0 0,0 0 1 0 0,0 0-1 0 0,0 0 1 0 0,0 0-1 0 0,0 1 1 0 0,0-1-1 0 0,0 0 1 0 0,0 1-1 0 0,1-1 0 0 0,-1 1 1 0 0,1-1-1 0 0,21-8-581 0 0,-20 8 531 0 0,0 1 1 0 0,0-1-1 0 0,0 1 0 0 0,0-1 1 0 0,0 1-1 0 0,0 0 1 0 0,0 0-1 0 0,0 0 1 0 0,0 1-1 0 0,0-1 0 0 0,0 1 1 0 0,0-1-1 0 0,0 1 1 0 0,0 0-1 0 0,0 0 1 0 0,0 1-1 0 0,0-1 0 0 0,0 0 1 0 0,-1 1-1 0 0,5 3 1 0 0,-7-5 85 0 0,0 1 0 0 0,1-1 0 0 0,-1 0 0 0 0,0 0 0 0 0,0 1 0 0 0,0-1 0 0 0,0 0 0 0 0,0 0 0 0 0,0 1 0 0 0,0-1 1 0 0,0 0-1 0 0,0 0 0 0 0,0 1 0 0 0,0-1 0 0 0,0 0 0 0 0,0 1 0 0 0,0-1 0 0 0,0 0 0 0 0,0 0 0 0 0,-1 1 0 0 0,1-1 0 0 0,0 0 1 0 0,0 0-1 0 0,0 0 0 0 0,0 1 0 0 0,0-1 0 0 0,-1 0 0 0 0,1 0 0 0 0,0 1 0 0 0,0-1 0 0 0,0 0 0 0 0,0 0 0 0 0,-1 0 0 0 0,1 0 1 0 0,0 1-1 0 0,0-1 0 0 0,-1 0 0 0 0,1 0 0 0 0,0 0 0 0 0,0 0 0 0 0,-1 0 0 0 0,1 0 0 0 0,-1 0 0 0 0,-9 6 88 0 0,3 12 310 0 0,-4-14-176 0 0,-1 0 0 0 0,1 0 0 0 0,-1-1 1 0 0,0-1-1 0 0,0 0 0 0 0,0-1 0 0 0,-15 1 0 0 0,6-1 241 0 0,6-1-368 0 0,12-3-64 0 0,18-7-19 0 0,-15 10-13 0 0,0 0 0 0 0,0 0 1 0 0,1 0-1 0 0,-1-1 0 0 0,0 1 0 0 0,0 0 0 0 0,1 0 1 0 0,-1 0-1 0 0,0 0 0 0 0,0-1 0 0 0,0 1 0 0 0,1 0 1 0 0,-1 0-1 0 0,0-1 0 0 0,0 1 0 0 0,0 0 0 0 0,0 0 0 0 0,1-1 1 0 0,-1 1-1 0 0,0 0 0 0 0,0 0 0 0 0,0-1 0 0 0,0 1 1 0 0,0 0-1 0 0,0 0 0 0 0,0-1 0 0 0,0 1 0 0 0,0 0 1 0 0,0-1-1 0 0,0 1 0 0 0,0 0 0 0 0,0 0 0 0 0,0-1 1 0 0,0 1-1 0 0,0 0 0 0 0,0-1 0 0 0,-1 1 0 0 0,1 0 0 0 0,0-1 0 0 0,0 1 0 0 0,0 0-1 0 0,0-1 1 0 0,0 1 0 0 0,0 0 0 0 0,0 0-1 0 0,0-1 1 0 0,0 1 0 0 0,0 0 0 0 0,0-1-1 0 0,0 1 1 0 0,0 0 0 0 0,0-1 0 0 0,0 1 0 0 0,0 0-1 0 0,0-1 1 0 0,0 1 0 0 0,0 0 0 0 0,0 0-1 0 0,1-1 1 0 0,-1 1 0 0 0,0 0 0 0 0,0 0-1 0 0,0-1 1 0 0,1 1 0 0 0,-1 0 0 0 0,0 0-1 0 0,0-1 1 0 0,0 1 0 0 0,1 0 0 0 0,-1 0-1 0 0,0 0 1 0 0,0 0 0 0 0,1-1 0 0 0,44-16-2 0 0,-39 14-34 0 0,0 0 1 0 0,1 0 0 0 0,-1 1-1 0 0,1 0 1 0 0,0 0 0 0 0,-1 1-1 0 0,1 0 1 0 0,0 0 0 0 0,0 1-1 0 0,0-1 1 0 0,0 1 0 0 0,0 1-1 0 0,9 1 1 0 0,-16-2 32 0 0,1 0-1 0 0,-1 0 1 0 0,0 0 0 0 0,0 0-1 0 0,0 0 1 0 0,1 1 0 0 0,-1-1-1 0 0,0 0 1 0 0,0 0 0 0 0,0 0-1 0 0,0 0 1 0 0,0 0 0 0 0,1 0 0 0 0,-1 1-1 0 0,0-1 1 0 0,0 0 0 0 0,0 0-1 0 0,0 0 1 0 0,0 0 0 0 0,0 1-1 0 0,0-1 1 0 0,1 0 0 0 0,-1 0-1 0 0,0 0 1 0 0,0 0 0 0 0,0 1-1 0 0,0-1 1 0 0,0 0 0 0 0,0 0 0 0 0,0 0-1 0 0,0 1 1 0 0,0-1 0 0 0,0 0-1 0 0,0 0 1 0 0,0 0 0 0 0,0 1-1 0 0,0-1 1 0 0,0 0 0 0 0,0 0-1 0 0,-1 0 1 0 0,1 1 0 0 0,0-1-1 0 0,0 0 1 0 0,0 0 0 0 0,0 0 0 0 0,0 0-1 0 0,0 1 1 0 0,0-1 0 0 0,-1 0-1 0 0,1 0 1 0 0,0 0 0 0 0,0 0-1 0 0,0 0 1 0 0,0 0 0 0 0,0 1-1 0 0,-1-1 1 0 0,1 0 0 0 0,0 0-1 0 0,0 0 1 0 0,-1 0 0 0 0,-18 11 89 0 0,-1-1 1 0 0,-25 10 0 0 0,0-1 32 0 0,4-8-28 0 0,37-15 1 0 0,0-1-55 0 0,3 4-34 0 0,0 1 0 0 0,0-1 0 0 0,0 1 0 0 0,0-1-1 0 0,0 1 1 0 0,0-1 0 0 0,0 0 0 0 0,1 1 0 0 0,-1-1-1 0 0,0 0 1 0 0,0 0 0 0 0,0 0 0 0 0,1 1 0 0 0,-1-1-1 0 0,0 0 1 0 0,1 0 0 0 0,-1 0 0 0 0,0-2 0 0 0,-1-25 205 0 0,2 25-191 0 0,0 2-17 0 0,0 0-1 0 0,0 1 1 0 0,0-1 0 0 0,0 0 0 0 0,0 1 0 0 0,0-1 0 0 0,0 0 0 0 0,0 1 0 0 0,0-1 0 0 0,0 0 0 0 0,1 0 0 0 0,-1 1 0 0 0,0-1 0 0 0,0 0 0 0 0,1 1 0 0 0,-1-1-1 0 0,0 1 1 0 0,1-1 0 0 0,-1 0 0 0 0,1 1 0 0 0,-1-1 0 0 0,1 1 0 0 0,-1-1 0 0 0,1 1 0 0 0,-1 0 0 0 0,1-1 0 0 0,0 1 0 0 0,-1-1 0 0 0,1 1 0 0 0,0 0 0 0 0,0-1-1 0 0,0 1-2 0 0,-1 0-1 0 0,1-1 1 0 0,0 1-1 0 0,-1 0 1 0 0,1-1-1 0 0,-1 1 1 0 0,1 0-1 0 0,0-1 1 0 0,-1 1-1 0 0,1-1 1 0 0,-1 1-1 0 0,1-1 1 0 0,-1 1-1 0 0,0-1 1 0 0,1 1-1 0 0,-1-1 1 0 0,1 0-1 0 0,-1 1 1 0 0,0-1-1 0 0,0 0 1 0 0,1 1-1 0 0,-1-1 1 0 0,0 0-1 0 0,0 1 1 0 0,0-1-1 0 0,0 0 1 0 0,0 1-1 0 0,0-1 1 0 0,0 0-1 0 0,0 0 0 0 0,0 0 1 0 0,-22-5 254 0 0,-23-21 614 0 0,37 24-793 0 0,6 2-43 0 0,0 1-1 0 0,0 0 1 0 0,1-1 0 0 0,-1 1 0 0 0,0-1 0 0 0,1 0-1 0 0,-1 1 1 0 0,1-1 0 0 0,-1 0 0 0 0,1 0 0 0 0,-1 0-1 0 0,1 0 1 0 0,0 0 0 0 0,-1 0 0 0 0,1-1 0 0 0,0 1-1 0 0,0 0 1 0 0,0-1 0 0 0,0 1 0 0 0,0 0 0 0 0,0-1-1 0 0,0 0 1 0 0,0 1 0 0 0,1-1 0 0 0,-1 1 0 0 0,0-1-1 0 0,1 0 1 0 0,0 1 0 0 0,-1-1 0 0 0,1 0 0 0 0,0 0-1 0 0,0 1 1 0 0,0-5 0 0 0,2 5-31 0 0,1 0-1 0 0,-1 1 1 0 0,1-1 0 0 0,-1 0-1 0 0,1 1 1 0 0,0-1 0 0 0,-1 1 0 0 0,1 0-1 0 0,-1 0 1 0 0,1 0 0 0 0,0 0-1 0 0,-1 0 1 0 0,3 1 0 0 0,1-1-9 0 0,19 2-48 0 0,-1 1 0 0 0,1 2 1 0 0,31 9-1 0 0,-8 9-170 0 0,-44-23 210 0 0,-4 0 11 0 0,1 0 0 0 0,0 0 1 0 0,0 0-1 0 0,0 1 0 0 0,0-1 1 0 0,-1 0-1 0 0,1 0 0 0 0,0 0 0 0 0,0 0 1 0 0,0 1-1 0 0,-1-1 0 0 0,1 0 1 0 0,0 1-1 0 0,0-1 0 0 0,-1 1 0 0 0,1-1 1 0 0,0 1-1 0 0,-1-1 0 0 0,1 1 1 0 0,0-1-1 0 0,-1 1 0 0 0,1 0 0 0 0,-1-1 1 0 0,1 2-1 0 0,-6-2 6 0 0,1-1 0 0 0,-1 0 0 0 0,0 0 0 0 0,0 0 0 0 0,0-1 0 0 0,-6-2 0 0 0,-7-1 70 0 0,17 4-66 0 0,-1 1 1 0 0,1 0-1 0 0,-1 0 0 0 0,0 0 0 0 0,1-1 0 0 0,-1 1 0 0 0,1-1 0 0 0,-1 1 0 0 0,1-1 0 0 0,0 0 0 0 0,-1 1 0 0 0,1-1 0 0 0,-1 0 0 0 0,1 0 1 0 0,0 0-1 0 0,0 0 0 0 0,0 0 0 0 0,0 0 0 0 0,-1 0 0 0 0,1-1 0 0 0,0 0 0 0 0,-18-9-177 0 0,41 13-57 0 0,-1 1 0 0 0,35 9 1 0 0,1 0-590 0 0,-43-8 646 0 0,-14-4 171 0 0,0 0 0 0 0,0 0 0 0 0,0 0 0 0 0,0 0 0 0 0,0 0 0 0 0,0 0 0 0 0,0 0 0 0 0,0 0 0 0 0,0 0 0 0 0,-1 0 0 0 0,1 0 0 0 0,0 1 0 0 0,0-1 0 0 0,0 0 0 0 0,0 0 0 0 0,0 0 0 0 0,0 0 0 0 0,0 0 0 0 0,0 0 0 0 0,0 0 0 0 0,0 0 0 0 0,0 0 0 0 0,0 0 0 0 0,0 1 0 0 0,0-1 0 0 0,0 0 0 0 0,0 0 0 0 0,0 0 0 0 0,0 0 0 0 0,0 0 0 0 0,0 0 0 0 0,0 0 0 0 0,0 0 0 0 0,0 1 0 0 0,0-1 0 0 0,0 0 0 0 0,0 0 0 0 0,0 0 0 0 0,0 0 0 0 0,0 0 0 0 0,0 0 0 0 0,0 0 0 0 0,0 0 0 0 0,0 0 0 0 0,0 1 0 0 0,0-1 0 0 0,0 0 0 0 0,0 0 0 0 0,0 0 0 0 0,0 0 0 0 0,1 0 0 0 0,-1 0 0 0 0,0 0 0 0 0,0 0 0 0 0,0 0 0 0 0,0 0 0 0 0,0 0 0 0 0,0 0 0 0 0,0 0 0 0 0,-18 2 295 0 0,0-1 0 0 0,0 0 1 0 0,0-2-1 0 0,0 0 0 0 0,-20-4 0 0 0,37 5-278 0 0,-14-2 78 0 0,30-2-79 0 0,2 1-78 0 0,0 0 0 0 0,1 1 0 0 0,-1 1 0 0 0,1 0 0 0 0,0 2 0 0 0,-1 0 0 0 0,1 0-1 0 0,-1 2 1 0 0,26 7 0 0 0,-42-10 47 0 0,0 0-1 0 0,0 0 0 0 0,0 0 0 0 0,0 0 1 0 0,0 1-1 0 0,0-1 0 0 0,0 1 0 0 0,0-1 0 0 0,0 0 1 0 0,0 1-1 0 0,-1-1 0 0 0,1 1 0 0 0,0 0 0 0 0,0-1 1 0 0,0 1-1 0 0,-1 0 0 0 0,1 0 0 0 0,0-1 1 0 0,-1 1-1 0 0,1 0 0 0 0,0 0 0 0 0,-1 0 0 0 0,1 0 1 0 0,-1 0-1 0 0,0 0 0 0 0,1 0 0 0 0,-1-1 0 0 0,0 1 1 0 0,1 0-1 0 0,-1 1 0 0 0,0-1 0 0 0,0 0 1 0 0,0 0-1 0 0,0 0 0 0 0,0 1 0 0 0,-19 3-75 0 0,14-4 89 0 0,0-1 1 0 0,-1 1 0 0 0,1-1-1 0 0,-1 0 1 0 0,0 0 0 0 0,1 0-1 0 0,-1-1 1 0 0,1 0 0 0 0,-1 0-1 0 0,1 0 1 0 0,-8-4 0 0 0,-51-10 123 0 0,46 10-120 0 0,55 10-214 0 0,52 27 188 0 0,-134-44-956 0 0,1 0-4346 0 0,3 4 1006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7:49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 80 0 0,'22'0'1441'0'0,"-22"-4"-81"0"0,22-1 1201 0 0,0 0-1360 0 0,1 5 160 0 0,21-4-1 0 0,1-1 1 0 0,-1 0-81 0 0,40-4-239 0 0,-17-1-321 0 0,0 6-480 0 0,-23 0-800 0 0,1 4-1041 0 0,-1-6-560 0 0,-22 2-560 0 0,-22 0-80 0 0,0-2 240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7:49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0 80 0 0,'0'23'1761'0'0,"-22"24"400"0"0,-1-1-1121 0 0,1 3-960 0 0,-22-8-640 0 0,-1-3-1761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7:53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58 320 0 0,'-4'0'774'0'0,"3"0"-564"0"0,0 0-151 0 0,1 1 0 0 0,-1-1 0 0 0,1 0 0 0 0,-1 0 0 0 0,0 0-1 0 0,1 0 1 0 0,-1 0 0 0 0,1 0 0 0 0,-1 0 0 0 0,0 0 0 0 0,1 0 0 0 0,-1 0 0 0 0,1 0-1 0 0,-1 0 1 0 0,0 0 0 0 0,1-1 0 0 0,-1 1 0 0 0,1 0 0 0 0,-1 0 0 0 0,1-1 0 0 0,-1 1-1 0 0,1 0 1 0 0,-1-1 0 0 0,1 1 0 0 0,-1 0 0 0 0,1-1 0 0 0,-1 1 0 0 0,1-1 0 0 0,0 1-1 0 0,-1-1 1 0 0,0 0 0 0 0,1 1-47 0 0,0-1 0 0 0,0 1 1 0 0,0 0-1 0 0,0 0 0 0 0,0 0 0 0 0,0-1 0 0 0,0 1 1 0 0,0 0-1 0 0,-1 0 0 0 0,1 0 0 0 0,0 0 0 0 0,0-1 1 0 0,0 1-1 0 0,0 0 0 0 0,-1 0 0 0 0,1 0 0 0 0,0 0 0 0 0,0 0 1 0 0,0-1-1 0 0,-1 1 0 0 0,1 0 0 0 0,0 0 0 0 0,0 0 1 0 0,0 0-1 0 0,-1 0 0 0 0,1 0 0 0 0,0 0 0 0 0,0 0 0 0 0,-1 0 1 0 0,1 0-1 0 0,0 0 0 0 0,0 0 0 0 0,0 0 0 0 0,-1 0 1 0 0,1 0-1 0 0,0 0 0 0 0,-1 0-2 0 0,1 0 0 0 0,0 1 1 0 0,-1-1-1 0 0,1 0 0 0 0,-1 0 0 0 0,1 0 1 0 0,0 0-1 0 0,-1 0 0 0 0,1-1 0 0 0,0 1 0 0 0,-1 0 1 0 0,1 0-1 0 0,-1 0 0 0 0,1 0 0 0 0,0 0 1 0 0,-1 0-1 0 0,1-1 0 0 0,0 1 0 0 0,-1 0 0 0 0,1 0 1 0 0,0-1-1 0 0,-1 1 0 0 0,1 0 0 0 0,0 0 1 0 0,0-1-1 0 0,-1 1 0 0 0,1 0 0 0 0,0-1 1 0 0,0 1-1 0 0,0 0 0 0 0,-1-1 0 0 0,1 1 0 0 0,0 0 1 0 0,0-1-1 0 0,0 1 0 0 0,0 0 0 0 0,0-1 1 0 0,0 1-1 0 0,0-1 0 0 0,0 1 0 0 0,0-1 1 0 0,-23-5-145 0 0,26 5 128 0 0,-24-11-68 0 0,18 5 75 0 0,3 7 4 0 0,0 0 0 0 0,0-1-1 0 0,0 1 1 0 0,0 0 0 0 0,0-1-1 0 0,0 1 1 0 0,0 0 0 0 0,0-1 0 0 0,0 1-1 0 0,0 0 1 0 0,0-1 0 0 0,0 1-1 0 0,0 0 1 0 0,-1 0 0 0 0,1-1-1 0 0,0 1 1 0 0,0 0 0 0 0,0 0-1 0 0,0-1 1 0 0,-1 1 0 0 0,1 0 0 0 0,0 0-1 0 0,0-1 1 0 0,-1 1 0 0 0,1 0-1 0 0,0 0 1 0 0,0 0 0 0 0,-1 0-1 0 0,1-1 1 0 0,0 1 0 0 0,-15-3 88 0 0,11 3 294 0 0,8 0-133 0 0,-1-1-960 0 0,-3 1 906 0 0,1 0-1 0 0,-1 0 0 0 0,1 0 0 0 0,-1 0 0 0 0,1-1 0 0 0,-1 1 0 0 0,1 0 0 0 0,-1 0 0 0 0,0 0 0 0 0,1 0 0 0 0,-1 0 1 0 0,1 0-1 0 0,-1 0 0 0 0,1 0 0 0 0,-1 1 0 0 0,1-1 0 0 0,-1 0 0 0 0,1 0 0 0 0,-1 0 0 0 0,0 0 0 0 0,1 1 0 0 0,-1-1 1 0 0,1 0-1 0 0,-1 0 0 0 0,0 1 0 0 0,1-1 0 0 0,-1 0 0 0 0,0 0 0 0 0,1 1 0 0 0,-1-1 0 0 0,0 1 0 0 0,1-1 1 0 0,-1 0-1 0 0,0 1 0 0 0,0-1 0 0 0,0 1 0 0 0,1-1 0 0 0,-1 0 0 0 0,0 1 0 0 0,0-1 0 0 0,0 1 0 0 0,0 0 215 0 0,0 0-160 0 0,0 0-246 0 0,0-1 0 0 0,0 0 0 0 0,0 0 1 0 0,0 0-1 0 0,1 0 0 0 0,-1 0 0 0 0,0 0 1 0 0,0 0-1 0 0,0 1 0 0 0,0-1 1 0 0,0 0-1 0 0,0 0 0 0 0,0 0 0 0 0,0 0 1 0 0,0 0-1 0 0,0 0 0 0 0,0 1 0 0 0,0-1 1 0 0,0 0-1 0 0,0 0 0 0 0,-1 0 1 0 0,1 0-1 0 0,0 0 0 0 0,0 0 0 0 0,0 1 1 0 0,0-1-1 0 0,0 0 0 0 0,0 0 1 0 0,0 0-1 0 0,0 0 0 0 0,0 0 0 0 0,0 0 1 0 0,0 0-1 0 0,0 0 0 0 0,-1 0 0 0 0,1 1 1 0 0,0-1-1 0 0,0 0 0 0 0,0 0 1 0 0,0 0-1 0 0,0 0 0 0 0,0 0 0 0 0,-1 0 1 0 0,1 0-1 0 0,0 0 0 0 0,0 0 1 0 0,0 0-1 0 0,0 0 0 0 0,0 0 0 0 0,0 0 1 0 0,-1 0-1 0 0,1 0 0 0 0,0 0 0 0 0,0 0 1 0 0,0 0-1 0 0,0 0 0 0 0,0 0 1 0 0,-38 3 1098 0 0,34 3-407 0 0,1-1-533 0 0,-12 2 6 0 0,14-5-113 0 0,0 1-1 0 0,0-1 1 0 0,1 1 0 0 0,-1 0-1 0 0,1-1 1 0 0,-1 1-1 0 0,1-1 1 0 0,0 1-1 0 0,0 0 1 0 0,0-1 0 0 0,0 1-1 0 0,1 4 1 0 0,0 0 112 0 0,-1-7-170 0 0,0 1-1 0 0,0-1 0 0 0,0 1 1 0 0,0-1-1 0 0,-1 0 0 0 0,1 1 1 0 0,0-1-1 0 0,0 1 1 0 0,0-1-1 0 0,0 1 0 0 0,0-1 1 0 0,-1 0-1 0 0,1 1 0 0 0,0-1 1 0 0,0 0-1 0 0,0 1 0 0 0,-1-1 1 0 0,1 1-1 0 0,0-1 0 0 0,-1 0 1 0 0,1 0-1 0 0,0 1 1 0 0,-1-1-1 0 0,1 0 0 0 0,0 0 1 0 0,-1 1-1 0 0,1-1 0 0 0,-1 0 1 0 0,1 0-1 0 0,0 0 0 0 0,-1 0 1 0 0,1 1-1 0 0,-1-1 0 0 0,1 0 1 0 0,-1 0-1 0 0,0 0 9 0 0,1 0 0 0 0,-1 0-1 0 0,0 0 1 0 0,1 1 0 0 0,-1-1 0 0 0,1 0-1 0 0,-1 0 1 0 0,0 1 0 0 0,1-1 0 0 0,-1 0-1 0 0,1 1 1 0 0,-1-1 0 0 0,1 0 0 0 0,-1 1 0 0 0,1-1-1 0 0,0 1 1 0 0,-1-1 0 0 0,1 1 0 0 0,-1-1-1 0 0,1 1 1 0 0,0-1 0 0 0,-1 1 0 0 0,1-1-1 0 0,0 1 1 0 0,0 0 0 0 0,0-1 0 0 0,-1 1-1 0 0,1-1 1 0 0,0 1 0 0 0,0 0 0 0 0,0-1-1 0 0,0 1 1 0 0,0 0 0 0 0,0-1 0 0 0,0 2-1 0 0,0-1 3 0 0,0 1-1 0 0,0-1 0 0 0,1 0 1 0 0,-1 0-1 0 0,0 1 0 0 0,0-1 1 0 0,1 0-1 0 0,-1 0 0 0 0,1 0 1 0 0,-1 1-1 0 0,1-1 0 0 0,-1 0 1 0 0,1 0-1 0 0,0 0 0 0 0,-1 0 1 0 0,1 0-1 0 0,0 0 0 0 0,0 0 1 0 0,1 1-1 0 0,-1-1-6 0 0,0 0-1 0 0,0 0 1 0 0,0 0 0 0 0,0 0-1 0 0,0 0 1 0 0,0 0 0 0 0,-1 0-1 0 0,1 0 1 0 0,0 0 0 0 0,-1 1-1 0 0,1-1 1 0 0,-1 0 0 0 0,0 0 0 0 0,1 1-1 0 0,-1-1 1 0 0,0 0 0 0 0,0 1-1 0 0,1-1 1 0 0,-1 2 0 0 0,3 25-49 0 0,-3-26 43 0 0,1-1-1 0 0,0 0 0 0 0,0 0 1 0 0,-1 0-1 0 0,1 0 0 0 0,0 0 1 0 0,0 0-1 0 0,0 0 0 0 0,0 0 1 0 0,1 0-1 0 0,-1-1 0 0 0,0 1 1 0 0,2 1-1 0 0,-3-2 2 0 0,1 0 0 0 0,-1 0 0 0 0,0 0 0 0 0,0 0 0 0 0,1 1 0 0 0,-1-1 0 0 0,0 0 0 0 0,0 0 0 0 0,0 0 0 0 0,1 0 0 0 0,-1 1 0 0 0,0-1-1 0 0,0 0 1 0 0,0 0 0 0 0,0 1 0 0 0,0-1 0 0 0,1 0 0 0 0,-1 0 0 0 0,0 1 0 0 0,0-1 0 0 0,0 0 0 0 0,0 0 0 0 0,0 1 0 0 0,0-1 0 0 0,0 0 0 0 0,0 0 0 0 0,0 1 0 0 0,0-1 0 0 0,0 0 0 0 0,0 1 0 0 0,0-1 0 0 0,0 0 0 0 0,0 1 0 0 0,0-1 0 0 0,0 0 0 0 0,-1 0 1 0 0,1 1-1 0 0,0-1 1 0 0,0 0-1 0 0,0 0 0 0 0,0 1 1 0 0,0-1-1 0 0,0 0 0 0 0,0 0 1 0 0,0 0-1 0 0,0 1 0 0 0,0-1 1 0 0,0 0-1 0 0,0 0 0 0 0,1 0 1 0 0,-1 1-1 0 0,0-1 0 0 0,0 0 1 0 0,0 0-1 0 0,0 0 1 0 0,0 1-1 0 0,0-1 0 0 0,0 0 1 0 0,0 0-1 0 0,1 0 0 0 0,-1 0 1 0 0,0 0-1 0 0,0 1 0 0 0,0-1 1 0 0,0 0-1 0 0,1 0 0 0 0,-1 0 1 0 0,0 0-1 0 0,0 0 0 0 0,0 0 1 0 0,1 0-1 0 0,-1 1 1 0 0,0-1-1 0 0,0 0 0 0 0,2 0 5 0 0,-1 0 0 0 0,0 1 0 0 0,-1-1 0 0 0,1 1 0 0 0,0-1 0 0 0,0 1 0 0 0,0-1 0 0 0,0 1 0 0 0,0 0 1 0 0,0 0-1 0 0,-1-1 0 0 0,1 1 0 0 0,0 0 0 0 0,-1 0 0 0 0,1 0 0 0 0,0 0 0 0 0,-1-1 0 0 0,1 1 0 0 0,-1 0 0 0 0,1 2 0 0 0,1 27 50 0 0,-2-19-69 0 0,0 35-133 0 0,2-45 165 0 0,-3 0-15 0 0,-19 7 123 0 0,20-8-120 0 0,-1 1-1 0 0,1 0 1 0 0,-1 0-1 0 0,1 0 1 0 0,-1 0-1 0 0,1 0 1 0 0,-1-1-1 0 0,1 1 1 0 0,0 0-1 0 0,-1 0 1 0 0,1 0-1 0 0,0 0 1 0 0,0 0-1 0 0,0 0 1 0 0,0 0-1 0 0,0 0 1 0 0,0 0-1 0 0,0 0 1 0 0,0 0-1 0 0,0 0 1 0 0,0 0-1 0 0,1 0 1 0 0,-1 2-1 0 0,1-2-3 0 0,-1 0 0 0 0,0 0 0 0 0,1 0-1 0 0,-1-1 1 0 0,0 1 0 0 0,0 0 0 0 0,0 0 0 0 0,0 0-1 0 0,0 0 1 0 0,0 0 0 0 0,0 0 0 0 0,0 0 0 0 0,0 0-1 0 0,-1 0 1 0 0,1 0 0 0 0,0 0 0 0 0,-1 0-1 0 0,1 0 1 0 0,0-1 0 0 0,-1 1 0 0 0,1 0 0 0 0,-2 1-1 0 0,1-1 7 0 0,0-1 0 0 0,0 1 0 0 0,0-1-1 0 0,0 1 1 0 0,0-1 0 0 0,0 1-1 0 0,0 0 1 0 0,0 0 0 0 0,0-1-1 0 0,1 1 1 0 0,-1 0 0 0 0,0 0 0 0 0,0 0-1 0 0,1 0 1 0 0,-1 0 0 0 0,1 0-1 0 0,-1 0 1 0 0,1 0 0 0 0,-1 1-1 0 0,-1 28-116 0 0,2-22-82 0 0,0-7 244 0 0,-1-1-48 0 0,1 0 1 0 0,0 0-1 0 0,0 0 0 0 0,0 0 1 0 0,0 1-1 0 0,0-1 0 0 0,0 0 1 0 0,0 0-1 0 0,0 0 0 0 0,0 0 1 0 0,0 1-1 0 0,0-1 0 0 0,0 0 1 0 0,0 0-1 0 0,0 0 0 0 0,0 0 1 0 0,0 1-1 0 0,0-1 0 0 0,0 0 1 0 0,0 0-1 0 0,0 0 0 0 0,0 0 1 0 0,0 1-1 0 0,0-1 0 0 0,0 0 1 0 0,0 0-1 0 0,0 0 0 0 0,0 0 1 0 0,0 0-1 0 0,0 1 0 0 0,1-1 1 0 0,-1 0-1 0 0,0 0 0 0 0,0 0 1 0 0,0 0-1 0 0,0 0 0 0 0,0 0 1 0 0,0 1-1 0 0,1-1 0 0 0,-1 0 1 0 0,0 0-1 0 0,0 0 0 0 0,0 0 1 0 0,0 0-1 0 0,1 0 0 0 0,-1 0 1 0 0,0 0-1 0 0,0 0 0 0 0,0 0 1 0 0,0 0-1 0 0,1 0 0 0 0,-1 0 1 0 0,0 0-1 0 0,0 0 0 0 0,1 0-9 0 0,0 0-1 0 0,0 0 1 0 0,-1 0-1 0 0,1 1 0 0 0,0-1 1 0 0,0 0-1 0 0,0 0 0 0 0,-1 1 1 0 0,1-1-1 0 0,0 0 0 0 0,-1 1 1 0 0,1-1-1 0 0,0 1 1 0 0,-1-1-1 0 0,1 1 0 0 0,0-1 1 0 0,-1 1-1 0 0,1 0 0 0 0,-1-1 1 0 0,1 1-1 0 0,-1 0 0 0 0,1 0 1 0 0,2 25-103 0 0,-3-25 106 0 0,0-1-1 0 0,0 1 1 0 0,0-1 0 0 0,-1 1 0 0 0,1-1-1 0 0,0 1 1 0 0,0-1 0 0 0,0 1-1 0 0,-1-1 1 0 0,1 1 0 0 0,0-1-1 0 0,0 1 1 0 0,-1-1 0 0 0,1 1-1 0 0,0-1 1 0 0,-1 0 0 0 0,1 1 0 0 0,0-1-1 0 0,-1 0 1 0 0,1 1 0 0 0,-1-1-1 0 0,1 0 1 0 0,-1 0 0 0 0,1 1-1 0 0,-1-1 1 0 0,1 0 0 0 0,-1 0-1 0 0,1 0 1 0 0,-1 1 0 0 0,1-1 0 0 0,-1 0-1 0 0,1 0 1 0 0,-1 0 0 0 0,1 0-1 0 0,-1 0 1 0 0,1 0 0 0 0,-1 0-1 0 0,1 0 1 0 0,-1 0 0 0 0,1-1-1 0 0,-1 1 1 0 0,0 0 0 0 0,-1 0-23 0 0,-1 3-43 0 0,3 26 187 0 0,-1-29-122 0 0,0 1-1 0 0,1 0 1 0 0,-1 0-1 0 0,0-1 1 0 0,1 1-1 0 0,-1-1 1 0 0,0 1-1 0 0,0 0 1 0 0,1-1-1 0 0,-1 0 1 0 0,0 1-1 0 0,0-1 1 0 0,0 1-1 0 0,0-1 1 0 0,0 0-1 0 0,0 0 1 0 0,1 1-1 0 0,-1-1 1 0 0,-2 0-1 0 0,2 0 0 0 0,-3 5 3 0 0,4-2-13 0 0,0-2-54 0 0,0 37 54 0 0,-7-31 64 0 0,-7 4 30 0 0,14-11-81 0 0,0 0 1 0 0,0 1 0 0 0,0-1 0 0 0,-1 0 0 0 0,1 0 0 0 0,0 0-1 0 0,0 1 1 0 0,0-1 0 0 0,0 0 0 0 0,0 0 0 0 0,0 0-1 0 0,-1 1 1 0 0,1-1 0 0 0,0 0 0 0 0,0 0 0 0 0,0 1-1 0 0,0-1 1 0 0,0 0 0 0 0,0 0 0 0 0,0 1 0 0 0,0-1 0 0 0,0 0-1 0 0,0 0 1 0 0,0 1 0 0 0,0-1 0 0 0,0 0 0 0 0,0 0-1 0 0,1 1 1 0 0,-1-1 0 0 0,0 0 0 0 0,0 0 0 0 0,0 1-1 0 0,0-1 1 0 0,0 0 0 0 0,0 0 0 0 0,1 0 0 0 0,-1 1 0 0 0,0-1-1 0 0,0 0 1 0 0,0 0 0 0 0,0 0 0 0 0,1 0 0 0 0,-1 1-1 0 0,0-1 1 0 0,0 0 0 0 0,1 0 0 0 0,-1 0 0 0 0,0 0-1 0 0,0 0 1 0 0,1 0 0 0 0,9 4-18 0 0,-10-4 16 0 0,0 0 0 0 0,0 0-1 0 0,0 0 1 0 0,0 0 0 0 0,0 0-1 0 0,0 0 1 0 0,0 0 0 0 0,0 0-1 0 0,0 1 1 0 0,0-1 0 0 0,0 0-1 0 0,0 0 1 0 0,0 0 0 0 0,0 0-1 0 0,0 0 1 0 0,0 0 0 0 0,0 0-1 0 0,0 0 1 0 0,0 0 0 0 0,0 0-1 0 0,0 0 1 0 0,0 0 0 0 0,0 0-1 0 0,0 0 1 0 0,0 0 0 0 0,0 0-1 0 0,0 0 1 0 0,0 0 0 0 0,0 0-1 0 0,0 0 1 0 0,0 0 0 0 0,0 1-1 0 0,-10 2-17 0 0,9 0 30 0 0,0 0 1 0 0,0 1-1 0 0,0-1 0 0 0,0 0 0 0 0,1 0 1 0 0,-1 1-1 0 0,1-1 0 0 0,0 0 0 0 0,0 0 1 0 0,0 1-1 0 0,2 5 0 0 0,-2-2-159 0 0,0 20 14 0 0,0-26 131 0 0,1 0 0 0 0,-1-1 0 0 0,1 1 0 0 0,-1 0 0 0 0,1-1 0 0 0,-1 1 0 0 0,1-1 0 0 0,-1 1 0 0 0,1-1 0 0 0,0 0 0 0 0,-1 1 0 0 0,1-1-1 0 0,0 1 1 0 0,-1-1 0 0 0,1 0 0 0 0,0 0 0 0 0,-1 1 0 0 0,1-1 0 0 0,0 0 0 0 0,0 0 0 0 0,-1 0 0 0 0,1 0 0 0 0,0 0 0 0 0,-1 0 0 0 0,2 0 0 0 0,0 0-11 0 0,-2 0 15 0 0,-1 1 0 0 0,1-1 1 0 0,0 0-1 0 0,0 0 0 0 0,0 0 1 0 0,0 0-1 0 0,0 0 0 0 0,0 0 0 0 0,0 0 1 0 0,-1 0-1 0 0,1 0 0 0 0,0 1 1 0 0,0-1-1 0 0,0 0 0 0 0,0 0 0 0 0,0 0 1 0 0,0 0-1 0 0,0 0 0 0 0,0 0 1 0 0,0 1-1 0 0,0-1 0 0 0,0 0 0 0 0,0 0 1 0 0,0 0-1 0 0,0 0 0 0 0,0 0 1 0 0,0 1-1 0 0,0-1 0 0 0,0 0 0 0 0,0 0 1 0 0,0 0-1 0 0,0 0 0 0 0,0 0 1 0 0,0 0-1 0 0,0 1 0 0 0,0-1 0 0 0,0 0 1 0 0,0 0-1 0 0,0 0 0 0 0,0 0 1 0 0,0 0-1 0 0,0 0 0 0 0,1 1 0 0 0,-1-1 1 0 0,0 0-1 0 0,0 0 0 0 0,0 0 1 0 0,0 0-1 0 0,0 0 0 0 0,0 0 0 0 0,1 0 1 0 0,-38 22 64 0 0,36-21-65 0 0,1-1-1 0 0,0 0 1 0 0,-1 1 0 0 0,1-1-1 0 0,0 0 1 0 0,-1 1-1 0 0,1-1 1 0 0,0 0-1 0 0,-1 1 1 0 0,1-1-1 0 0,0 1 1 0 0,0-1 0 0 0,0 0-1 0 0,-1 1 1 0 0,1-1-1 0 0,0 1 1 0 0,0-1-1 0 0,0 1 1 0 0,0-1 0 0 0,0 1-1 0 0,0-1 1 0 0,0 1-1 0 0,0-1 1 0 0,0 1-1 0 0,0-1 1 0 0,0 0-1 0 0,0 1 1 0 0,0-1 0 0 0,1 1-1 0 0,-1 0 0 0 0,0-1 0 0 0,0 1 0 0 0,0-1 0 0 0,0 1 0 0 0,0-1-1 0 0,1 0 1 0 0,-1 1 0 0 0,0-1 0 0 0,0 1 0 0 0,0-1 0 0 0,0 1 0 0 0,-1-1 0 0 0,1 1 0 0 0,0-1-1 0 0,0 0 1 0 0,0 1 0 0 0,0-1 0 0 0,0 1 0 0 0,0-1 0 0 0,-1 1 0 0 0,1-1 0 0 0,0 0-1 0 0,0 1 1 0 0,-1-1 0 0 0,1 0 0 0 0,0 1 0 0 0,-1-1 0 0 0,1 0 0 0 0,-1 1 0 0 0,-1-1-11 0 0,-8 4 5 0 0,9-3 6 0 0,0 0 1 0 0,0 0-1 0 0,1 0 0 0 0,-1 1 0 0 0,1-1 0 0 0,-1 0 1 0 0,1 0-1 0 0,-1 1 0 0 0,1-1 0 0 0,0 1 0 0 0,0-1 1 0 0,0 0-1 0 0,-1 1 0 0 0,1-1 0 0 0,1 3 0 0 0,-4 13 14 0 0,-5-15 18 0 0,0 2 10 0 0,4 20-10 0 0,4-24 8 0 0,0 1-93 0 0,0 0 54 0 0,0-1 0 0 0,0 1 0 0 0,0 0-1 0 0,0-1 1 0 0,0 1 0 0 0,0-1 0 0 0,0 1 0 0 0,1 0 0 0 0,-1-1 0 0 0,0 1 0 0 0,0-1-1 0 0,0 1 1 0 0,0 0 0 0 0,1-1 0 0 0,-1 1 0 0 0,0-1 0 0 0,1 1 0 0 0,-1-1 0 0 0,0 1-1 0 0,1-1 1 0 0,-1 1 0 0 0,1-1 0 0 0,-1 0 0 0 0,1 1 0 0 0,-1-1 0 0 0,1 0-1 0 0,-1 1 1 0 0,1-1 0 0 0,-1 0 0 0 0,1 1 0 0 0,-1-1 0 0 0,1 0 0 0 0,-1 0 0 0 0,1 0-1 0 0,0 1 1 0 0,-1-1 0 0 0,1 0 0 0 0,-1 0 0 0 0,2 0 0 0 0,2 1 17 0 0,-3-1-14 0 0,-1 1-1 0 0,0-1 0 0 0,1 1 1 0 0,-1 0-1 0 0,1-1 1 0 0,-1 1-1 0 0,0 0 0 0 0,1-1 1 0 0,-1 1-1 0 0,0 0 0 0 0,0-1 1 0 0,1 1-1 0 0,-1 0 0 0 0,0 0 1 0 0,0-1-1 0 0,0 1 1 0 0,0 0-1 0 0,0 0 0 0 0,0 0 1 0 0,0-1-1 0 0,0 1 0 0 0,0 0 1 0 0,-1 0-1 0 0,1 1 1 0 0,0-2 18 0 0,0 1-23 0 0,0-1-1 0 0,0 1 1 0 0,0-1 0 0 0,0 1-1 0 0,0-1 1 0 0,0 1 0 0 0,0 0-1 0 0,0-1 1 0 0,0 1-1 0 0,0-1 1 0 0,0 1 0 0 0,0-1-1 0 0,-1 1 1 0 0,1 0 0 0 0,0-1-1 0 0,0 1 1 0 0,0-1 0 0 0,-1 1-1 0 0,1-1 1 0 0,0 1-1 0 0,-1-1 1 0 0,1 1 0 0 0,-1-1-1 0 0,1 0 1 0 0,0 1 0 0 0,-1-1-1 0 0,1 0 1 0 0,-1 1 0 0 0,1-1-1 0 0,-1 0 1 0 0,1 1-1 0 0,-1-1 1 0 0,1 0 0 0 0,-1 0-1 0 0,1 1 1 0 0,-1-1 0 0 0,0 0-1 0 0,1 0 1 0 0,-1 0-1 0 0,1 0 1 0 0,-1 0 0 0 0,1 0-1 0 0,-1 0 1 0 0,-1 0 0 0 0,-1 0 9 0 0,2 2-10 0 0,0 1 0 0 0,1-1 1 0 0,-1 0-1 0 0,0 1 0 0 0,1-1 0 0 0,-1 1 1 0 0,1-1-1 0 0,0 1 0 0 0,0-1 0 0 0,0 1 1 0 0,0-1-1 0 0,1 5 0 0 0,-1-4-2 0 0,0 7-3231 0 0,0-7 482 0 0,0-9 391 0 0,0-7-1614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7:54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13 240 0 0,'0'-1'92'0'0,"0"1"1"0"0,0-1-1 0 0,0 0 0 0 0,0 1 0 0 0,1-1 0 0 0,-1 1 1 0 0,0-1-1 0 0,0 1 0 0 0,1-1 0 0 0,-1 1 0 0 0,0-1 1 0 0,1 1-1 0 0,-1-1 0 0 0,1 1 0 0 0,-1-1 1 0 0,1 1-1 0 0,-1-1 0 0 0,1 1 0 0 0,-1 0 0 0 0,1-1 1 0 0,-1 1-1 0 0,1 0 0 0 0,-1 0 0 0 0,1-1 1 0 0,-1 1-1 0 0,1 0 0 0 0,0 0 0 0 0,-1 0 0 0 0,1 0 1 0 0,-1-1-1 0 0,1 1 0 0 0,0 0 0 0 0,-1 0 0 0 0,1 0 1 0 0,-1 0-1 0 0,1 1 0 0 0,0-1 0 0 0,-1 0 1 0 0,1 0-1 0 0,-1 0 0 0 0,1 0 0 0 0,0 1 0 0 0,-1-1 1 0 0,1 0-1 0 0,0 1 0 0 0,-1 0 68 0 0,0 0 0 0 0,1 0 0 0 0,-1-1 0 0 0,0 1 0 0 0,0 0 0 0 0,0 0 1 0 0,0 0-1 0 0,0 0 0 0 0,0 0 0 0 0,-1 0 0 0 0,1 0 0 0 0,0-1 0 0 0,0 1 0 0 0,-1 0 0 0 0,1 0 0 0 0,0 0 0 0 0,-1 0 0 0 0,1-1 0 0 0,-1 1 1 0 0,0 1-1 0 0,-3-1-3 0 0,3-1-121 0 0,1 1 0 0 0,-1-1 0 0 0,0 0 1 0 0,0 0-1 0 0,1 0 0 0 0,-1 1 0 0 0,0-1 0 0 0,1 1 0 0 0,-1-1 1 0 0,1 0-1 0 0,-1 1 0 0 0,0-1 0 0 0,1 1 0 0 0,-1-1 1 0 0,1 1-1 0 0,-1-1 0 0 0,1 1 0 0 0,0 0 0 0 0,-1-1 0 0 0,1 1 1 0 0,-1 0-1 0 0,1-1 0 0 0,0 1 0 0 0,0 0 0 0 0,-1-1 0 0 0,1 1 1 0 0,0 0-1 0 0,0-1 0 0 0,0 1 0 0 0,0 0 0 0 0,0 0 1 0 0,0-1-1 0 0,0 2 0 0 0,0 0 74 0 0,-1 0-1 0 0,1 1 1 0 0,-1-1 0 0 0,1 0 0 0 0,-1 0-1 0 0,0 0 1 0 0,1 0 0 0 0,-1 0 0 0 0,0 0-1 0 0,-1 0 1 0 0,1 0 0 0 0,0 0 0 0 0,0 0-1 0 0,-1-1 1 0 0,1 1 0 0 0,-1 0 0 0 0,0-1-1 0 0,-1 2 1 0 0,1-1-48 0 0,0-1-1 0 0,0 1 1 0 0,0 0-1 0 0,0 0 1 0 0,1 0-1 0 0,-1 0 1 0 0,1 0 0 0 0,0 0-1 0 0,-1 0 1 0 0,1 0-1 0 0,0 0 1 0 0,0 1-1 0 0,0-1 1 0 0,1 0-1 0 0,-1 1 1 0 0,0-1 0 0 0,1 1-1 0 0,-1 3 1 0 0,1-3-2935 0 0,0-5 313 0 0,-3-7-758 0 0,-16-1 543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7:55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0 800 0 0,'0'0'801'0'0,"-4"5"639"0"0,0-3-1364 0 0,3-1-9 0 0,1-1-1 0 0,-1 1 1 0 0,0-1 0 0 0,0 1 0 0 0,0 0 0 0 0,0-1 0 0 0,0 1 0 0 0,1 0-1 0 0,-1-1 1 0 0,0 1 0 0 0,0 0 0 0 0,1 0 0 0 0,-1 0 0 0 0,1 0 0 0 0,-1 0 0 0 0,1 0-1 0 0,-1 0 1 0 0,1 0 0 0 0,0 0 0 0 0,-1 0 0 0 0,1 0 0 0 0,0 0 0 0 0,0 0-1 0 0,0 0 1 0 0,-1 0 0 0 0,1 0 0 0 0,1 2 0 0 0,-2-2 33 0 0,1 1 0 0 0,0 0 1 0 0,0-1-1 0 0,-1 1 0 0 0,1-1 1 0 0,0 1-1 0 0,-1 0 0 0 0,0-1 0 0 0,1 1 1 0 0,-1-1-1 0 0,0 1 0 0 0,0-1 0 0 0,0 0 1 0 0,0 1-1 0 0,-2 1 0 0 0,-4 8 537 0 0,0 4 287 0 0,6-12-733 0 0,0 0-1 0 0,0 0 0 0 0,-1 0 1 0 0,1-1-1 0 0,-1 1 0 0 0,0 0 1 0 0,0-1-1 0 0,0 1 1 0 0,-3 3-1 0 0,-25 36 2384 0 0,26-39-2412 0 0,0-1 0 0 0,0 1 0 0 0,-1-1 0 0 0,0 0 0 0 0,1 0 0 0 0,-1 0 0 0 0,-8 1-1 0 0,8-1-70 0 0,0-1 0 0 0,0 1-1 0 0,0-1 1 0 0,0 1-1 0 0,0 1 1 0 0,0-1 0 0 0,1 1-1 0 0,-1 0 1 0 0,-6 5-1 0 0,10-7-93 0 0,1-1 0 0 0,0 0 0 0 0,0 0 0 0 0,0 1 0 0 0,-1-1 0 0 0,1 0 0 0 0,0 1-1 0 0,0-1 1 0 0,0 0 0 0 0,0 1 0 0 0,0-1 0 0 0,0 0 0 0 0,0 0 0 0 0,-1 1-1 0 0,1-1 1 0 0,0 0 0 0 0,0 1 0 0 0,0-1 0 0 0,0 0 0 0 0,1 1 0 0 0,-1-1 0 0 0,0 0-1 0 0,0 1 1 0 0,0-1 0 0 0,0 0 0 0 0,0 1 0 0 0,0-1 0 0 0,0 0 0 0 0,1 0 0 0 0,-1 1-1 0 0,0-1 1 0 0,0 0 0 0 0,0 0 0 0 0,0 1 0 0 0,1-1 0 0 0,-1 0 0 0 0,0 0-1 0 0,0 1 1 0 0,1-1 0 0 0,-1 0 0 0 0,0 0 0 0 0,1 0 0 0 0,-1 1 0 0 0,9 1-1140 0 0,2-3-3366 0 0,4-7-213 0 0,-12-5 1120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7:56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1 160 0 0,'-1'-1'104'0'0,"0"1"0"0"0,0 0-1 0 0,0 0 1 0 0,0 0 0 0 0,0 0 0 0 0,0 0-1 0 0,0 0 1 0 0,0 0 0 0 0,0 1 0 0 0,1-1-1 0 0,-1 0 1 0 0,0 0 0 0 0,0 1 0 0 0,0-1-1 0 0,0 1 1 0 0,0-1 0 0 0,1 1 0 0 0,-1-1-1 0 0,0 1 1 0 0,0-1 0 0 0,0 2-1 0 0,-2 20 3134 0 0,3-11-3127 0 0,1-6-7 0 0,-1 0 0 0 0,1 0-1 0 0,0 0 1 0 0,0-1 0 0 0,1 1-1 0 0,-1 0 1 0 0,1-1-1 0 0,0 1 1 0 0,0-1 0 0 0,1 1-1 0 0,-1-1 1 0 0,1 0 0 0 0,0 0-1 0 0,0 0 1 0 0,0 0 0 0 0,1-1-1 0 0,-1 1 1 0 0,1-1-1 0 0,0 0 1 0 0,7 5 0 0 0,10 4-95 0 0,0 0 0 0 0,0-1 0 0 0,27 9 0 0 0,-37-15 32 0 0,-9-5-35 0 0,-1 1 1 0 0,0-1-1 0 0,0 1 1 0 0,1 0-1 0 0,-1 0 1 0 0,0-1-1 0 0,0 1 0 0 0,0 0 1 0 0,0 0-1 0 0,0 0 1 0 0,0 0-1 0 0,0 0 0 0 0,0 0 1 0 0,0 1-1 0 0,0-1 1 0 0,-1 0-1 0 0,1 0 1 0 0,0 1-1 0 0,0 2 0 0 0,1 27 131 0 0,-3-16-60 0 0,1-14 1045 0 0,-18-3-538 0 0,-1-1 1 0 0,0-1 0 0 0,-30-10 0 0 0,-23-6 896 0 0,29 12 667 0 0,-84-6 1 0 0,123 14-1895 0 0,-14 0-226 0 0,53-1-259 0 0,-4 0-399 0 0,32 3 0 0 0,-4-2-3904 0 0,-59-14-4549 0 0,-19 4 6429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7:57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7 1121 0 0,'0'0'1413'0'0,"-4"1"-119"0"0,1-1-1298 0 0,2 0 104 0 0,1 0 1 0 0,-1 0 0 0 0,0 0-1 0 0,1 0 1 0 0,-1 0 0 0 0,1 0-1 0 0,-1 0 1 0 0,1 0 0 0 0,-1 0-1 0 0,1 1 1 0 0,-1-1 0 0 0,1 0 0 0 0,-1 0-1 0 0,1 0 1 0 0,-1 1 0 0 0,1-1-1 0 0,-1 0 1 0 0,1 0 0 0 0,-1 1-1 0 0,1-1 1 0 0,-1 1 0 0 0,1-1-1 0 0,0 0 1 0 0,-1 1 0 0 0,1-1-1 0 0,0 1 1 0 0,-1-1 0 0 0,1 1-1 0 0,0-1 1 0 0,0 1 0 0 0,-1-1-1 0 0,1 1 1 0 0,0-1 0 0 0,0 1-1 0 0,0-1 1 0 0,0 1 0 0 0,0-1 0 0 0,-1 2-1 0 0,2-1-100 0 0,0-1 0 0 0,0 1 0 0 0,0 0 1 0 0,0-1-1 0 0,-1 1 0 0 0,1-1 0 0 0,0 1 0 0 0,0-1 0 0 0,0 0 0 0 0,0 1 0 0 0,0-1 0 0 0,0 0 0 0 0,0 0 1 0 0,0 1-1 0 0,0-1 0 0 0,2 0 0 0 0,5 1-55 0 0,21 5 165 0 0,-21-7 1914 0 0,8-2-1774 0 0,1 0 0 0 0,-1-2 1 0 0,20-7-1 0 0,-36 12-281 0 0,0 0 0 0 0,0 0 0 0 0,0 0 1 0 0,0 0-1 0 0,0-1 0 0 0,0 1 1 0 0,0 0-1 0 0,0 0 0 0 0,0 0 1 0 0,0-1-1 0 0,0 1 0 0 0,0 0 0 0 0,0 0 1 0 0,0 0-1 0 0,0 0 0 0 0,0-1 1 0 0,0 1-1 0 0,0 0 0 0 0,0 0 0 0 0,-1 0 1 0 0,1 0-1 0 0,0-1 0 0 0,0 1 1 0 0,0 0-1 0 0,0 0 0 0 0,0 0 0 0 0,0 0 1 0 0,-1 0-1 0 0,1 0 0 0 0,0 0 1 0 0,0-1-1 0 0,0 1 0 0 0,0 0 1 0 0,0 0-1 0 0,-1 0 0 0 0,1 0 0 0 0,0 0 1 0 0,0 0-1 0 0,0 0 0 0 0,-1 0 1 0 0,1 0-1 0 0,0 0 0 0 0,0 0 0 0 0,0 0 1 0 0,0 0-1 0 0,-1 0 0 0 0,1 0 1 0 0,0 0-1 0 0,0 0 0 0 0,0 0 0 0 0,0 0 1 0 0,-1 0-1 0 0,-12-4-729 0 0,3 3 21 0 0,-1 1 0 0 0,1 0 0 0 0,-1 0 0 0 0,-16 3 0 0 0,-33 9-2569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7:58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1 1361 0 0,'0'0'130'0'0,"1"0"0"0"0,-1 1 0 0 0,0-1 1 0 0,0 1-1 0 0,1-1 0 0 0,-1 1 0 0 0,0-1 1 0 0,1 1-1 0 0,-1-1 0 0 0,0 0 0 0 0,1 1 1 0 0,-1-1-1 0 0,0 0 0 0 0,1 1 0 0 0,-1-1 0 0 0,1 0 1 0 0,-1 0-1 0 0,1 1 0 0 0,-1-1 0 0 0,1 0 1 0 0,-1 0-1 0 0,1 0 0 0 0,-1 0 0 0 0,1 1 1 0 0,-1-1-1 0 0,1 0 0 0 0,-1 0 0 0 0,1 0 1 0 0,-1 0-1 0 0,1 0 0 0 0,-1 0 0 0 0,1-1 1 0 0,-1 1-1 0 0,1 0 0 0 0,-1 0 0 0 0,1 0 1 0 0,-1 0-1 0 0,1 0 0 0 0,-1-1 0 0 0,1 1 1 0 0,-1 0-1 0 0,0-1 0 0 0,1 1 0 0 0,-1 0 0 0 0,1 0 1 0 0,-1-1-1 0 0,0 1 0 0 0,1-1 0 0 0,-1 1 1 0 0,0 0-1 0 0,1-1 0 0 0,-1 1 0 0 0,0-1 1 0 0,1 0-1 0 0,-2 4 63 0 0,1 0 0 0 0,0 0 0 0 0,-1 1 0 0 0,1-1 0 0 0,-1 0 0 0 0,0 0 0 0 0,0 0 0 0 0,0-1 0 0 0,0 1 0 0 0,-1 0 0 0 0,1 0 0 0 0,-1-1 0 0 0,1 1 0 0 0,-1-1 0 0 0,0 1 0 0 0,0-1 0 0 0,0 0 0 0 0,-1 1 0 0 0,1-1 0 0 0,-4 2 0 0 0,-7 8 369 0 0,-81 95 1984 0 0,10-11-2370 0 0,66-78-1430 0 0,18-18 1184 0 0,0 0 0 0 0,0 0 0 0 0,1 0 0 0 0,-1 0 0 0 0,0 0 0 0 0,0 0 0 0 0,0 0 0 0 0,1 0 0 0 0,-1 0 0 0 0,0 0 0 0 0,0 0 0 0 0,0 1 0 0 0,0-1 0 0 0,1 0 0 0 0,-1 0 0 0 0,0 0 0 0 0,0 0 0 0 0,0 0 0 0 0,0 0 0 0 0,1 0 1 0 0,-1 0-1 0 0,0 1 0 0 0,0-1 0 0 0,0 0 0 0 0,0 0 0 0 0,0 0 0 0 0,1 0 0 0 0,-1 0 0 0 0,0 1 0 0 0,0-1 0 0 0,0 0 0 0 0,0 0 0 0 0,0 0 0 0 0,0 1 0 0 0,0-1 0 0 0,0 0 0 0 0,0 0 0 0 0,0 0 0 0 0,0 1 0 0 0,0-1 0 0 0,0 0 0 0 0,0 0 0 0 0,0 0 0 0 0,0 0 0 0 0,0 1 0 0 0,0-1 1 0 0,0 0-1 0 0,0 0 0 0 0,0 0 0 0 0,0 1 0 0 0,0-1 0 0 0,0 0 0 0 0,0 0 0 0 0,-1 0 0 0 0,1 0 0 0 0,0 1 0 0 0,0-1 0 0 0,0 0 0 0 0,0 0 0 0 0,0 0 0 0 0,-1 0 0 0 0,1 0 0 0 0,0 0 0 0 0,0 1 0 0 0,0-1 0 0 0,0 0 0 0 0,-1 0 0 0 0,1 0 0 0 0,13-5-3680 0 0,-13 4 3339 0 0,1-1 0 0 0,-1 1 0 0 0,1 0 0 0 0,-1-1 0 0 0,1 1-1 0 0,-1-1 1 0 0,0 1 0 0 0,0-1 0 0 0,1 1 0 0 0,-1-1 0 0 0,-1-2-1 0 0,1 3 357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7:58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0 880 0 0,'0'0'1601'0'0,"23"0"160"0"0,-23 6 0 0 0,22-6 2161 0 0,0 4-2162 0 0,0 0-319 0 0,0 2-320 0 0,23 2-801 0 0,-1-3-1121 0 0,1 0-719 0 0,-27-5-962 0 0,4-5-719 0 0,0-4 80 0 0,-22-1 319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7:59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37 480 0 0,'-3'0'614'0'0,"-34"-4"3908"0"0,30 4-3718 0 0,0-1 1 0 0,0 0 0 0 0,0 0-1 0 0,0-1 1 0 0,0 0-1 0 0,0 0 1 0 0,1 0-1 0 0,-8-4 1 0 0,-28-9 264 0 0,38 15-1922 0 0,-18 1-4070 0 0,-1 6 775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8:00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1281 0 0,'0'0'1347'0'0,"0"20"2215"0"0,-1-5-2535 0 0,0-10-760 0 0,1 0-1 0 0,0 0 1 0 0,0 0 0 0 0,0 0 0 0 0,1 0-1 0 0,0 1 1 0 0,0-1 0 0 0,1 5 0 0 0,5 3 205 0 0,-5-11-349 0 0,-1 1 0 0 0,1 0 0 0 0,-1-1 1 0 0,0 1-1 0 0,0 0 0 0 0,0 0 0 0 0,0 0 1 0 0,0 0-1 0 0,-1 0 0 0 0,1 5 0 0 0,-1-6-40 0 0,0 0-1 0 0,0 0 0 0 0,0-1 0 0 0,0 1 1 0 0,1 0-1 0 0,-1-1 0 0 0,1 1 1 0 0,-1 0-1 0 0,1-1 0 0 0,-1 1 0 0 0,1 0 1 0 0,0-1-1 0 0,0 1 0 0 0,0-1 1 0 0,2 3-1 0 0,0 3 523 0 0,-12 1 154 0 0,8-8-733 0 0,1 1 0 0 0,0-1 0 0 0,-1 0 0 0 0,1 0 0 0 0,0 0 0 0 0,0 1 0 0 0,-1-1 0 0 0,1 0 0 0 0,0 0 0 0 0,0 1 0 0 0,-1-1 0 0 0,1 0 0 0 0,0 0 0 0 0,0 1 0 0 0,0-1-1 0 0,-1 0 1 0 0,1 1 0 0 0,0-1 0 0 0,0 0 0 0 0,0 1 0 0 0,0-1 0 0 0,0 0 0 0 0,0 1 0 0 0,0-1 0 0 0,0 0 0 0 0,0 1 0 0 0,0-1 0 0 0,0 0 0 0 0,0 1 0 0 0,0-1 0 0 0,0 0-1 0 0,0 1 1 0 0,0-1 0 0 0,0 0 0 0 0,0 1 0 0 0,0-1 0 0 0,1 0 0 0 0,-1 1 0 0 0,0-1 0 0 0,0 1 0 0 0,13 11 415 0 0,-4-2 82 0 0,-15-9-184 0 0,-3 0-277 0 0,20-6 44 0 0,-6-2-119 0 0,-2 0 39 0 0,33-19 295 0 0,1 1-1 0 0,71-35 1 0 0,-53 31-189 0 0,-14 15-399 0 0,-41 14 227 0 0,0 0 0 0 0,0 0 0 0 0,0 0-1 0 0,0 0 1 0 0,0 0 0 0 0,1 0 0 0 0,-1 0-1 0 0,0 0 1 0 0,0 0 0 0 0,0 0-1 0 0,0 0 1 0 0,0 0 0 0 0,0 0 0 0 0,1 0-1 0 0,-1 0 1 0 0,0 0 0 0 0,0 0 0 0 0,0 0-1 0 0,0 0 1 0 0,0 0 0 0 0,0 0 0 0 0,0 0-1 0 0,1 1 1 0 0,-1-1 0 0 0,0 0 0 0 0,0 0-1 0 0,0 0 1 0 0,0 0 0 0 0,0 0-1 0 0,0 0 1 0 0,0 0 0 0 0,0 0 0 0 0,0 0-1 0 0,0 0 1 0 0,0 1 0 0 0,0-1 0 0 0,0 0-1 0 0,1 0 1 0 0,-1 0 0 0 0,0 0 0 0 0,0 0-1 0 0,0 0 1 0 0,0 0 0 0 0,0 1 0 0 0,0-1-1 0 0,0 0 1 0 0,0 0 0 0 0,0 0-1 0 0,0 0 1 0 0,0 0 0 0 0,0 0 0 0 0,0 1-1 0 0,-1-1 1 0 0,1 0 0 0 0,0 0 0 0 0,0 0-1 0 0,0 0 1 0 0,0 0 0 0 0,0 0 0 0 0,0 0-1 0 0,0 0 1 0 0,0 1 0 0 0,0-1 0 0 0,0 0-1 0 0,-7 10-2384 0 0,-30 26-6192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8:05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45 202 640 0 0,'0'0'854'0'0,"0"0"-815"0"0,0 0 0 0 0,0-1 0 0 0,0 1 0 0 0,0 0 0 0 0,0 0-1 0 0,0 0 1 0 0,0 0 0 0 0,-1 0 0 0 0,1 0 0 0 0,0-1 0 0 0,0 1 0 0 0,0 0 0 0 0,0 0 0 0 0,0 0 0 0 0,0 0 0 0 0,0-1-1 0 0,0 1 1 0 0,0 0 0 0 0,0 0 0 0 0,0 0 0 0 0,0 0 0 0 0,0 0 0 0 0,0-1 0 0 0,0 1 0 0 0,0 0 0 0 0,1 0-1 0 0,-1 0 1 0 0,0 0 0 0 0,0 0 0 0 0,0-1 0 0 0,0 1 0 0 0,0 0 0 0 0,0 0 0 0 0,0 0 0 0 0,0 0 0 0 0,0 0 0 0 0,1 0-1 0 0,-1 0 1 0 0,0 0 0 0 0,0-1 0 0 0,0 1 0 0 0,0 0 0 0 0,0 0 0 0 0,0 0 0 0 0,1 0 0 0 0,-1 0 0 0 0,0 0 0 0 0,0 0-1 0 0,0 0 1 0 0,0 0 0 0 0,1 0 0 0 0,-1 0 0 0 0,0 0 0 0 0,0 0 0 0 0,0 0 0 0 0,0 0 0 0 0,0 0 0 0 0,1 0 0 0 0,-1 0-1 0 0,11 0 368 0 0,29 0 8647 0 0,-32 0-9534 0 0,-4 0 948 0 0,-4 0-462 0 0,0 0 1 0 0,0 0 0 0 0,-1 0-1 0 0,1 0 1 0 0,0 0-1 0 0,0 1 1 0 0,0-1-1 0 0,0 0 1 0 0,0 0 0 0 0,0 0-1 0 0,0 0 1 0 0,0 0-1 0 0,-1 0 1 0 0,1 0 0 0 0,0 0-1 0 0,0 0 1 0 0,0 0-1 0 0,0 0 1 0 0,0 0 0 0 0,0 0-1 0 0,-1 0 1 0 0,1-1-1 0 0,0 1 1 0 0,0 0 0 0 0,0 0-1 0 0,0 0 1 0 0,0 0-1 0 0,0 0 1 0 0,0 0 0 0 0,0 0-1 0 0,0 0 1 0 0,-1 0-1 0 0,1 0 1 0 0,0 0 0 0 0,0 0-1 0 0,0-1 1 0 0,0 1-1 0 0,0 0 1 0 0,0 0-1 0 0,0 0 1 0 0,0 0 0 0 0,0 0-1 0 0,0 0 1 0 0,0 0-1 0 0,0 0 1 0 0,0-1 0 0 0,0 1-1 0 0,0 0 1 0 0,0 0-1 0 0,0 0 1 0 0,0 0 0 0 0,0 0-1 0 0,0 0 1 0 0,0 0-1 0 0,0-1 1 0 0,0 1 0 0 0,0 0-1 0 0,0 0 1 0 0,0 0-1 0 0,0 0 1 0 0,0 0 0 0 0,-37-1 714 0 0,8-8 694 0 0,14 8-1481 0 0,11 2-13 0 0,4 3 27 0 0,-22-4 586 0 0,22-1-523 0 0,1 1 0 0 0,-1-1 0 0 0,0 1 0 0 0,1-1 0 0 0,-1 1 0 0 0,1 0 0 0 0,-1-1 0 0 0,1 1 0 0 0,-1 0 0 0 0,1-1 0 0 0,0 1 0 0 0,-1 0 0 0 0,1 0-1 0 0,-1-1 1 0 0,1 1 0 0 0,0 0 0 0 0,-1 0 0 0 0,1 0 0 0 0,-1 0 0 0 0,1 0 0 0 0,0 0 0 0 0,-1 0 0 0 0,1 0 0 0 0,0 0 0 0 0,-1 0 0 0 0,1 0 0 0 0,-1 0 0 0 0,2 1-1 0 0,-1-1 24 0 0,3 1 33 0 0,-4-1-65 0 0,1 1 0 0 0,0-1 0 0 0,-1 1-1 0 0,1-1 1 0 0,-1 1 0 0 0,1-1 0 0 0,0 0 0 0 0,-1 1-1 0 0,1-1 1 0 0,0 0 0 0 0,-1 0 0 0 0,1 1-1 0 0,0-1 1 0 0,-1 0 0 0 0,1 0 0 0 0,0 0 0 0 0,-1 0-1 0 0,1 0 1 0 0,0 0 0 0 0,0 0 0 0 0,-1 0 0 0 0,1 0-1 0 0,0 0 1 0 0,-1 0 0 0 0,1-1 0 0 0,1 1 0 0 0,-2 0 3 0 0,0 0-3 0 0,114-28 226 0 0,-86 20-228 0 0,-20 5-6 0 0,-1 0-1 0 0,1 1 1 0 0,-1 0 0 0 0,1 1-1 0 0,0-1 1 0 0,0 2 0 0 0,0-1-1 0 0,10 1 1 0 0,4 5-6 0 0,66 2 173 0 0,-43-7-80 0 0,-32 0-81 0 0,19 1-25 0 0,-1-2-1 0 0,52-7 1 0 0,-65 4 38 0 0,49-5-24 0 0,-45 8-68 0 0,1 3-5 0 0,-24-1 113 0 0,5 1 29 0 0,59 7 343 0 0,47-9-93 0 0,-104 1-297 0 0,29 2 60 0 0,50 1 116 0 0,-37 3-106 0 0,-21-3-18 0 0,-21 0-58 0 0,-1-3 2 0 0,24-3 69 0 0,-10-1-88 0 0,29-1 26 0 0,-2 1-1 0 0,-3 5 136 0 0,-36-3-120 0 0,30 3 104 0 0,7-3-65 0 0,19 1-40 0 0,-15 0-267 0 0,-30 0 226 0 0,75-6-66 0 0,-75 8-4 0 0,-18 0 105 0 0,4 0-291 0 0,5-1 295 0 0,-11-1-51 0 0,1 0 35 0 0,1 0 0 0 0,-1 0 0 0 0,1 0 0 0 0,-1 0 0 0 0,1 0 0 0 0,0 0 0 0 0,-1 0 1 0 0,1 0-1 0 0,-1-1 0 0 0,1 1 0 0 0,0 0 0 0 0,-1 0 0 0 0,1 0 0 0 0,0 0 0 0 0,-1 0 0 0 0,1-1 0 0 0,0 1 0 0 0,-1 0 0 0 0,1 0 1 0 0,0-1-1 0 0,-1 1 0 0 0,1 0 0 0 0,0-1 0 0 0,0 1 0 0 0,-1 0 0 0 0,1-1 0 0 0,0 0 0 0 0,-4 0 71 0 0,-44-12 186 0 0,33 7-198 0 0,13 5-51 0 0,-1 0 1 0 0,1 0 0 0 0,0 0 0 0 0,0 0 0 0 0,0 0-1 0 0,0-1 1 0 0,0 1 0 0 0,0-1 0 0 0,0 0-1 0 0,-1-1 1 0 0,-18-13 80 0 0,15 12-107 0 0,-1 0 0 0 0,1 0-1 0 0,-1 0 1 0 0,1-1 0 0 0,-7-6-1 0 0,11 9 0 0 0,0 0 1 0 0,0-1-1 0 0,1 1 0 0 0,-1 0 0 0 0,0-1 0 0 0,1 1 0 0 0,-1-1 1 0 0,1 1-1 0 0,0-1 0 0 0,0 0 0 0 0,0 1 0 0 0,0-1 0 0 0,0 0 0 0 0,1 0 1 0 0,-1-5-1 0 0,2 5 0 0 0,-1 3 14 0 0,-20-11-78 0 0,17 10-399 0 0,0 0 0 0 0,0 0 0 0 0,0 0 1 0 0,0 0-1 0 0,0 1 0 0 0,0 0 0 0 0,0 0 1 0 0,0-1-1 0 0,0 2 0 0 0,0-1 0 0 0,-1 0 0 0 0,1 1 1 0 0,0-1-1 0 0,0 1 0 0 0,0 0 0 0 0,0 0 0 0 0,-3 2 1 0 0,1-2-649 0 0,-20 9-5829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8:06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312 5 240 0 0,'0'0'320'0'0,"-4"-1"0"0"0,0 0 275 0 0,-1 0-1 0 0,1 0 0 0 0,-1 1 0 0 0,0 0 1 0 0,1 0-1 0 0,-7 0 0 0 0,-47 15 2769 0 0,21-3-1588 0 0,15-6-1089 0 0,-60 15 1203 0 0,78-20-2463 0 0,-21-1-5149 0 0,-16 0 548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8:09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 5 560 0 0,'0'0'1734'0'0,"-4"0"-1173"0"0,2 0-507 0 0,1 1 1 0 0,-1-1 0 0 0,0 1-1 0 0,1-1 1 0 0,-1 1 0 0 0,1-1-1 0 0,-1 1 1 0 0,0 0 0 0 0,1 0-1 0 0,0 0 1 0 0,-1 0 0 0 0,1 0-1 0 0,-1 0 1 0 0,1 0 0 0 0,-2 2-1 0 0,-12 9-75 0 0,-50 45 617 0 0,23-20 289 0 0,43-37-767 0 0,1 0 0 0 0,-1 0 0 0 0,0-1 0 0 0,1 1 0 0 0,-1-1 0 0 0,0 1 0 0 0,0-1 0 0 0,0 1 0 0 0,1-1 0 0 0,-1 1-1 0 0,0-1 1 0 0,0 0 0 0 0,0 0 0 0 0,0 0 0 0 0,0 0 0 0 0,0 0 0 0 0,0 0 0 0 0,0-1 0 0 0,59-68-732 0 0,-60 69 584 0 0,1-1-1 0 0,0 0 1 0 0,-1 0-1 0 0,1 0 1 0 0,-1 1-1 0 0,1-1 1 0 0,-1 0-1 0 0,0 0 0 0 0,1 0 1 0 0,-1 0-1 0 0,0 0 1 0 0,-1 0-1 0 0,1-3 1 0 0,-1-2-116 0 0,-17 11 66 0 0,1 13 181 0 0,4-1 51 0 0,11-14-64 0 0,0 1-1 0 0,0-1 0 0 0,0 1 1 0 0,1-1-1 0 0,-1 1 1 0 0,1-1-1 0 0,0 1 0 0 0,-1 0 1 0 0,1 0-1 0 0,0 0 0 0 0,1 0 1 0 0,-1 0-1 0 0,0 0 0 0 0,1 0 1 0 0,0 0-1 0 0,0 0 1 0 0,0 0-1 0 0,0 0 0 0 0,1 4 1 0 0,-2-7-83 0 0,1 0 0 0 0,0-1 0 0 0,0 1 0 0 0,-1-1 0 0 0,1 1 0 0 0,0 0 0 0 0,-1 0 0 0 0,1-1 0 0 0,0 1 0 0 0,-1 0 0 0 0,1-1 0 0 0,-1 1 0 0 0,1 0 0 0 0,0 0 0 0 0,-1 0 0 0 0,1 0 0 0 0,-1-1 0 0 0,1 1 0 0 0,-1 0 0 0 0,1 0 0 0 0,-1 0 0 0 0,1 0 0 0 0,0 0 0 0 0,-2 0 0 0 0,-6 0 16 0 0,7-3-14 0 0,0 1-1 0 0,0-1 0 0 0,1 1 0 0 0,-1-1 0 0 0,1 1 0 0 0,-1-1 0 0 0,1 0 0 0 0,0 0 1 0 0,0 1-1 0 0,0-1 0 0 0,0 0 0 0 0,1-2 0 0 0,-1 0 8 0 0,0 5-12 0 0,0-1 0 0 0,0 1 1 0 0,0-1-1 0 0,0 1 0 0 0,0-1 0 0 0,0 1 0 0 0,0-1 1 0 0,0 0-1 0 0,0 1 0 0 0,0-1 0 0 0,0 1 1 0 0,-1-1-1 0 0,1 1 0 0 0,0-1 0 0 0,0 1 0 0 0,-1-1 1 0 0,1 1-1 0 0,0 0 0 0 0,-1-1 0 0 0,1 1 1 0 0,-1-1-1 0 0,1 1 0 0 0,0 0 0 0 0,-1-1 0 0 0,1 1 1 0 0,-1 0-1 0 0,1-1 0 0 0,-1 1 0 0 0,1 0 1 0 0,-1 0-1 0 0,1-1 0 0 0,-1 1 0 0 0,1 0 0 0 0,-1 0 1 0 0,1 0-1 0 0,-1 0 0 0 0,0 0 0 0 0,1 0 1 0 0,-1 0-1 0 0,1 0 0 0 0,-1 0 0 0 0,-6 6 145 0 0,6-6-142 0 0,1 0 1 0 0,-1 1-1 0 0,0-1 1 0 0,1 0-1 0 0,-1 0 1 0 0,1 1-1 0 0,-1-1 0 0 0,1 0 1 0 0,-1 1-1 0 0,1-1 1 0 0,-1 0-1 0 0,1 1 1 0 0,-1-1-1 0 0,1 1 0 0 0,-1-1 1 0 0,1 1-1 0 0,-1-1 1 0 0,1 1-1 0 0,0-1 1 0 0,-1 1-1 0 0,1-1 0 0 0,0 1 1 0 0,0 0-1 0 0,-1-1 1 0 0,1 1-1 0 0,0-1 1 0 0,0 1-1 0 0,0 0 0 0 0,0-1 1 0 0,0 1-1 0 0,0 0 1 0 0,0-1-1 0 0,0 1 0 0 0,0-1 1 0 0,0 1-1 0 0,0 0 1 0 0,0-1-1 0 0,0 1 1 0 0,1 0-1 0 0,-1-1 0 0 0,0 1 1 0 0,0-1-1 0 0,1 1 1 0 0,-1-1-1 0 0,0 1 1 0 0,1 0-1 0 0,-1-1 0 0 0,1 0 1 0 0,-1 1-1 0 0,0-1 1 0 0,1 1-1 0 0,-1-1 1 0 0,2 1-1 0 0,10 18 182 0 0,-10-14-168 0 0,2-1-1 0 0,-1 0 0 0 0,0 0 1 0 0,1-1-1 0 0,0 1 1 0 0,0-1-1 0 0,0 0 1 0 0,0 0-1 0 0,0 0 1 0 0,1 0-1 0 0,-1-1 0 0 0,1 0 1 0 0,0 0-1 0 0,0 0 1 0 0,5 1-1 0 0,23 12 7 0 0,-24-10-29 0 0,-6-3 6 0 0,0-1 0 0 0,0 1 0 0 0,0-1 1 0 0,0 0-1 0 0,1 0 0 0 0,-1 0 0 0 0,0 0 0 0 0,1-1 0 0 0,-1 1 0 0 0,1-1 0 0 0,-1 0 0 0 0,1 0 0 0 0,-1 0 0 0 0,5-1 0 0 0,-4 1 25 0 0,-4-1-40 0 0,0 0 1 0 0,0 0 0 0 0,-1 1 0 0 0,1-1 0 0 0,0 0-1 0 0,0 1 1 0 0,0-1 0 0 0,-1 0 0 0 0,1 1 0 0 0,-1-1-1 0 0,1 0 1 0 0,0 1 0 0 0,-1-1 0 0 0,1 1-1 0 0,-1-1 1 0 0,1 1 0 0 0,-1-1 0 0 0,1 1 0 0 0,-1-1-1 0 0,0 1 1 0 0,1-1 0 0 0,-1 1 0 0 0,1 0 0 0 0,-1-1-1 0 0,-1 1 1 0 0,-5-5-164 0 0,-5-8-180 0 0,-1 0-1 0 0,0 1 0 0 0,-1 1 1 0 0,0 0-1 0 0,-1 1 0 0 0,-1 1 1 0 0,-22-11-1 0 0,18 9 22 0 0,8 5 148 0 0,0 1 0 0 0,-1 0 1 0 0,0 1-1 0 0,-22-5 0 0 0,38 10 176 0 0,0-1 0 0 0,-1 1-1 0 0,1 0 1 0 0,-1 0 0 0 0,1 0-1 0 0,-1 0 1 0 0,1 0 0 0 0,-1 0 0 0 0,0 1-1 0 0,4 2 1 0 0,29 15-105 0 0,-30-17 105 0 0,1 0 26 0 0,0 1 0 0 0,0-1-1 0 0,0 1 1 0 0,0 0 0 0 0,0 1-1 0 0,-1 0 1 0 0,9 6 0 0 0,-6-3 167 0 0,0 0 1 0 0,1-1-1 0 0,0 0 0 0 0,15 7 1 0 0,-23-13-175 0 0,9 6 671 0 0,2 0 162 0 0,-19-7-477 0 0,3 0-260 0 0,-3-7 229 0 0,-56-49-66 0 0,44 46-128 0 0,-10-8 68 0 0,28 19-166 0 0,0-1 1 0 0,0 0-1 0 0,0 0 1 0 0,0 1 0 0 0,0-1-1 0 0,0 0 1 0 0,0 0-1 0 0,0 0 1 0 0,0 0-1 0 0,0 0 1 0 0,1 0 0 0 0,-1-1-1 0 0,1 1 1 0 0,-1 0-1 0 0,1 0 1 0 0,-1 0-1 0 0,0-2 1 0 0,23 6 38 0 0,70 19-706 0 0,-55-13 94 0 0,-29-7 271 0 0,-12-3 26 0 0,-16-3 220 0 0,-1 1 255 0 0,-1-1 1 0 0,2-2-1 0 0,-26-9 1 0 0,43 12-188 0 0,3 3-55 0 0,0 1 0 0 0,-1-1 0 0 0,2 1 0 0 0,-1-1 0 0 0,0 1 0 0 0,0-1-1 0 0,0 1 1 0 0,0-1 0 0 0,0 1 0 0 0,0-1 0 0 0,0 1 0 0 0,1-1 0 0 0,-1 1 0 0 0,0-1 0 0 0,0 0-1 0 0,1 1 1 0 0,-1-1 0 0 0,0 1 0 0 0,0-1 0 0 0,1 0 0 0 0,-1 1 0 0 0,1-1 0 0 0,-1 0-1 0 0,0 1 1 0 0,1-1 0 0 0,-1 0 0 0 0,1 0 0 0 0,-1 1 0 0 0,1-1 0 0 0,0 0 0 0 0,-1 1 0 0 0,1-1 0 0 0,0 0 0 0 0,-1 0 1 0 0,1 1-1 0 0,-1-1 0 0 0,1 0 1 0 0,-1 1-1 0 0,1-1 0 0 0,-1 0 1 0 0,1 1-1 0 0,-1-1 0 0 0,0 1 1 0 0,1-1-1 0 0,-1 1 0 0 0,0-1 0 0 0,1 1 1 0 0,-1-1-1 0 0,0 1 0 0 0,1-1 1 0 0,-1 1-1 0 0,0-1 0 0 0,0 1 1 0 0,0 0-1 0 0,0-1 0 0 0,0 1 0 0 0,1-1 1 0 0,-1 1-1 0 0,0-1 0 0 0,0 1 1 0 0,0 0-1 0 0,-1 0 0 0 0,1 67 856 0 0,0-67-360 0 0,0-4-429 0 0,-1-1 1 0 0,1 1-1 0 0,0 0 1 0 0,0 0 0 0 0,0 0-1 0 0,0-1 1 0 0,1 1-1 0 0,-1 0 1 0 0,1 0-1 0 0,0 0 1 0 0,1-4 0 0 0,4 2-91 0 0,-5 4 20 0 0,0 1 1 0 0,0-1-1 0 0,0 0 1 0 0,0 1-1 0 0,-1-1 1 0 0,1 0-1 0 0,0 0 1 0 0,0 0-1 0 0,-1 0 1 0 0,1 0-1 0 0,0 0 0 0 0,-1 0 1 0 0,1 0-1 0 0,-1 0 1 0 0,1 0-1 0 0,-1 0 1 0 0,0 0-1 0 0,1 0 1 0 0,-1 0-1 0 0,0 0 1 0 0,0 0-1 0 0,0-1 1 0 0,0 1-1 0 0,0 0 1 0 0,0 0-1 0 0,0-2 1 0 0,0 3 2 0 0,0-1 0 0 0,0 1 0 0 0,0-1-1 0 0,0 1 1 0 0,0-1 0 0 0,0 1 0 0 0,0-1 0 0 0,0 1 0 0 0,1-1 0 0 0,-1 1 0 0 0,0-1-1 0 0,0 1 1 0 0,1-1 0 0 0,-1 1 0 0 0,0 0 0 0 0,1-1 0 0 0,-1 1 0 0 0,0 0 0 0 0,1-1 0 0 0,-1 1-1 0 0,0 0 1 0 0,1-1 0 0 0,-1 1 0 0 0,1 0 0 0 0,-1 0 0 0 0,1-1 0 0 0,-1 1 0 0 0,1 0-1 0 0,-1 0 1 0 0,1 0 0 0 0,-1 0 0 0 0,1 0 0 0 0,-1 0 0 0 0,1 0 0 0 0,-1 0 0 0 0,1 0 0 0 0,-1 0 0 0 0,1 0 0 0 0,-1 0 0 0 0,1 0 0 0 0,-1 0 0 0 0,0 0 0 0 0,1 0 0 0 0,-1 0 0 0 0,0 0 0 0 0,1-1 0 0 0,-1 1 0 0 0,0 0 0 0 0,1 0 0 0 0,-1 0 0 0 0,0 0 0 0 0,1-1 0 0 0,-1 1 0 0 0,0 0 0 0 0,1 0 0 0 0,-1 0 0 0 0,0-1 1 0 0,1 1-1 0 0,-1 0 0 0 0,0 0 0 0 0,0-1 0 0 0,0 1 0 0 0,1 0 0 0 0,-1-1 0 0 0,0 1 0 0 0,0 0 0 0 0,0-1 0 0 0,0 1 0 0 0,1 0 0 0 0,-1-1 0 0 0,0 0 0 0 0,-12 26-38 0 0,-2 2 227 0 0,8-12-104 0 0,4-10-21 0 0,0 1-1 0 0,0-1 0 0 0,-1 1 0 0 0,1-1 1 0 0,-1 0-1 0 0,0 0 0 0 0,-7 8 0 0 0,9-16-207 0 0,0-1-1 0 0,0 1 0 0 0,1 0 1 0 0,-1-1-1 0 0,1 1 0 0 0,0-1 0 0 0,0 1 1 0 0,0-1-1 0 0,1 1 0 0 0,-1 0 0 0 0,3-6 1 0 0,3-5-406 0 0,1 1 1 0 0,13-19 0 0 0,-19 31 528 0 0,-1 0 1 0 0,1 0 0 0 0,-1 0 0 0 0,1 0 0 0 0,-1-1-1 0 0,1 1 1 0 0,-1 0 0 0 0,0 0 0 0 0,1 0-1 0 0,-1 0 1 0 0,0-1 0 0 0,0 1 0 0 0,0 0 0 0 0,0 0-1 0 0,0 0 1 0 0,0 0 0 0 0,-1-3 0 0 0,1-3-85 0 0,-12 33 546 0 0,-2-1 296 0 0,14-24-725 0 0,-3 5 238 0 0,1 1 0 0 0,0 0 0 0 0,0-1 0 0 0,0 1-1 0 0,1 0 1 0 0,0 0 0 0 0,0 0 0 0 0,1 8 0 0 0,0-14-315 0 0,3-11-253 0 0,-3 9 302 0 0,1 1 1 0 0,0 0 0 0 0,0-1-1 0 0,0 1 1 0 0,0-1-1 0 0,0 1 1 0 0,-1-1 0 0 0,1 0-1 0 0,0 1 1 0 0,0-1 0 0 0,-1 0-1 0 0,1 1 1 0 0,0-1-1 0 0,-1 0 1 0 0,1 0 0 0 0,-1 0-1 0 0,1 1 1 0 0,-1-1-1 0 0,1 0 1 0 0,-1 0 0 0 0,0 0-1 0 0,0 0 1 0 0,1 0 0 0 0,-1 0-1 0 0,0 0 1 0 0,0 0-1 0 0,0 0 1 0 0,0 0 0 0 0,0 0-1 0 0,0 0 1 0 0,0 0 0 0 0,-1-2-1 0 0,1 3 14 0 0,0 0-1 0 0,-1 0 0 0 0,1 0 1 0 0,-1 0-1 0 0,1-1 1 0 0,-1 1-1 0 0,1 0 1 0 0,-1 0-1 0 0,1 0 0 0 0,-1 0 1 0 0,1 0-1 0 0,-1 0 1 0 0,1 0-1 0 0,0 0 1 0 0,-1 0-1 0 0,1 0 0 0 0,-1 0 1 0 0,1 1-1 0 0,-1-1 1 0 0,1 0-1 0 0,-1 0 1 0 0,1 0-1 0 0,0 1 0 0 0,-1-1 1 0 0,1 0-1 0 0,-1 0 1 0 0,1 1-1 0 0,0-1 1 0 0,-1 0-1 0 0,1 1 0 0 0,0-1 1 0 0,-1 0-1 0 0,1 1 1 0 0,0 0-1 0 0,4 1-13 0 0,-4-2 19 0 0,1 0-1 0 0,-1 0 1 0 0,1 0-1 0 0,-1 0 1 0 0,1 1-1 0 0,-1-1 1 0 0,1 0 0 0 0,-1 0-1 0 0,1 1 1 0 0,-1-1-1 0 0,1 0 1 0 0,-1 0-1 0 0,0 1 1 0 0,1-1-1 0 0,-1 1 1 0 0,1-1 0 0 0,-1 0-1 0 0,0 1 1 0 0,0-1-1 0 0,1 1 1 0 0,-1-1-1 0 0,0 1 1 0 0,0-1 0 0 0,1 1-1 0 0,-1-1 1 0 0,0 1-1 0 0,0-1 1 0 0,0 1-1 0 0,0-1 1 0 0,0 1 0 0 0,0 0-1 0 0,0 0 2 0 0,0-1 0 0 0,0 1-1 0 0,0-1 1 0 0,1 1 0 0 0,-1-1 0 0 0,0 1-1 0 0,0 0 1 0 0,0-1 0 0 0,0 1 0 0 0,0-1 0 0 0,1 1-1 0 0,-1-1 1 0 0,0 1 0 0 0,1-1 0 0 0,-1 1-1 0 0,0-1 1 0 0,1 0 0 0 0,-1 1 0 0 0,0-1-1 0 0,1 1 1 0 0,-1-1 0 0 0,1 0 0 0 0,-1 1 0 0 0,1-1-1 0 0,-1 0 1 0 0,1 1 0 0 0,-1-1 0 0 0,1 0-1 0 0,-1 0 1 0 0,1 0 0 0 0,0 1 0 0 0,0-1-1 0 0,0 0 0 0 0,-1 0 0 0 0,1 0 0 0 0,-1 0 0 0 0,1 1 1 0 0,-1-1-1 0 0,1 0 0 0 0,-1 0 0 0 0,1 1 0 0 0,-1-1 0 0 0,1 0 1 0 0,-1 1-1 0 0,1-1 0 0 0,-1 1 0 0 0,0-1 0 0 0,1 0 0 0 0,-1 1 0 0 0,0-1 1 0 0,1 1-1 0 0,-1-1 0 0 0,0 1 0 0 0,0-1 0 0 0,1 1 0 0 0,-1-1 0 0 0,0 1 1 0 0,0-1-1 0 0,0 1 0 0 0,0 0 0 0 0,1-1 0 0 0,-1 1 0 0 0,0 0 0 0 0,0 0 1 0 0,0-1 0 0 0,0 1-1 0 0,0-1 1 0 0,0 1 0 0 0,0-1-1 0 0,0 1 1 0 0,0-1-1 0 0,0 1 1 0 0,0-1 0 0 0,0 1-1 0 0,0-1 1 0 0,1 0 0 0 0,-1 1-1 0 0,0-1 1 0 0,0 1 0 0 0,1-1-1 0 0,-1 0 1 0 0,0 1-1 0 0,1-1 1 0 0,-1 1 0 0 0,0-1-1 0 0,1 0 1 0 0,-1 0 0 0 0,0 1-1 0 0,1-1 1 0 0,-1 0-1 0 0,1 0 1 0 0,-1 1 0 0 0,1-1-1 0 0,-1 0 1 0 0,0 0 0 0 0,1 0-1 0 0,-1 0 1 0 0,2 1 0 0 0,-2-1 0 0 0,1 0 1 0 0,-1 0-1 0 0,1 0 1 0 0,0 0-1 0 0,-1 1 0 0 0,1-1 1 0 0,-1 0-1 0 0,1 0 1 0 0,-1 1-1 0 0,1-1 1 0 0,0 0-1 0 0,-1 1 1 0 0,0-1-1 0 0,1 1 1 0 0,-1-1-1 0 0,1 1 1 0 0,-1-1-1 0 0,1 1 1 0 0,-1-1-1 0 0,0 1 1 0 0,0-1-1 0 0,1 1 1 0 0,-1-1-1 0 0,0 1 1 0 0,0 0-1 0 0,1-1 1 0 0,-1 1-1 0 0,0-1 1 0 0,0 1-1 0 0,0 0 1 0 0,0-1-1 0 0,0 1 1 0 0,0-1-1 0 0,0 1 1 0 0,0 0-1 0 0,0 0 6 0 0,0 0 0 0 0,0 0-1 0 0,0 0 1 0 0,0 0 0 0 0,0 0 0 0 0,0-1-1 0 0,0 1 1 0 0,0 0 0 0 0,1 0 0 0 0,-1 0-1 0 0,0-1 1 0 0,1 1 0 0 0,-1 0 0 0 0,1 0-1 0 0,-1-1 1 0 0,0 1 0 0 0,1 0 0 0 0,0-1-1 0 0,-1 1 1 0 0,1 0 0 0 0,-1-1 0 0 0,1 1-1 0 0,0-1 1 0 0,-1 1 0 0 0,1-1 0 0 0,1 1-1 0 0,-1 0 10 0 0,-1-1 0 0 0,1 1 0 0 0,0-1 0 0 0,0 1 0 0 0,-1-1 0 0 0,1 1 0 0 0,-1-1 0 0 0,1 1 0 0 0,0 0 0 0 0,-1 0 0 0 0,1-1 0 0 0,-1 1 0 0 0,1 0 0 0 0,-1 0 0 0 0,0-1 0 0 0,1 1 0 0 0,-1 0 0 0 0,0 0 0 0 0,1 0-1 0 0,-1 0 1 0 0,0 0 0 0 0,0 0 0 0 0,0-1 0 0 0,0 1 0 0 0,0 0 0 0 0,0 1 0 0 0,0-1 23 0 0,-10-2-54 0 0,10 1 15 0 0,0 1-1 0 0,-1-1 1 0 0,1 0 0 0 0,0 0 0 0 0,0 0 0 0 0,-1 0 0 0 0,1 1 0 0 0,0-1 0 0 0,-1 0-1 0 0,1 0 1 0 0,0 0 0 0 0,-1 0 0 0 0,1 0 0 0 0,0 0 0 0 0,-1 0 0 0 0,1 0 0 0 0,0 0-1 0 0,-1 0 1 0 0,1 0 0 0 0,0 0 0 0 0,-1 0 0 0 0,1 0 0 0 0,0 0 0 0 0,-1-1 0 0 0,1 1-1 0 0,0 0 1 0 0,0 0 0 0 0,-1 0 0 0 0,1 0 0 0 0,0-1 0 0 0,-1 1 0 0 0,1 0 0 0 0,0 0-1 0 0,0 0 1 0 0,0-1 0 0 0,-1 1 0 0 0,1 0 0 0 0,0 0 0 0 0,0-1 0 0 0,0 1 0 0 0,-1 0-1 0 0,1-1 1 0 0,0 1 0 0 0,0 0 0 0 0,0-1 0 0 0,0 1 0 0 0,0-80-335 0 0,0 78 321 0 0,0 0-1 0 0,-1 0 0 0 0,1-1 0 0 0,0 1 0 0 0,-1 0 1 0 0,0 0-1 0 0,1 0 0 0 0,-1 0 0 0 0,0 0 1 0 0,0 0-1 0 0,0 0 0 0 0,0 0 0 0 0,-2-2 0 0 0,2 2 7 0 0,-1 0 0 0 0,1 0 0 0 0,0 0 0 0 0,0 0 0 0 0,0-1-1 0 0,0 1 1 0 0,0 0 0 0 0,0 0 0 0 0,1-1 0 0 0,-1 1-1 0 0,1-1 1 0 0,0 1 0 0 0,0-3 0 0 0,0-9-86 0 0,-4 14 12 0 0,-11 4 28 0 0,11 1 106 0 0,-3-2 73 0 0,7-3-122 0 0,0 0 0 0 0,-1 0-1 0 0,1 0 1 0 0,0 0-1 0 0,-1 0 1 0 0,1 0-1 0 0,-1 0 1 0 0,1 0-1 0 0,0 0 1 0 0,-1 0-1 0 0,1 0 1 0 0,-1 0-1 0 0,1 0 1 0 0,0 0 0 0 0,-1 1-1 0 0,1-1 1 0 0,0 0-1 0 0,-1 0 1 0 0,1 0-1 0 0,0 1 1 0 0,-1-1-1 0 0,1 0 1 0 0,0 0-1 0 0,0 1 1 0 0,-1-1 0 0 0,1 0-1 0 0,0 1 1 0 0,0-1-1 0 0,0 0 1 0 0,-1 1-1 0 0,1-1 1 0 0,0 0-1 0 0,0 1 1 0 0,0-1-1 0 0,0 1 1 0 0,0 177 2517 0 0,-3-179-2971 0 0,1 0 0 0 0,-1 0-1 0 0,1 0 1 0 0,-1 0 0 0 0,1 1 0 0 0,-1-1-1 0 0,1 1 1 0 0,-1 0 0 0 0,0 0 0 0 0,1 0-1 0 0,-1 0 1 0 0,0 0 0 0 0,-2 1 0 0 0,-1-1-1024 0 0,-16 0-2167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8:10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24 320 0 0,'-4'0'136'0'0,"3"0"-95"0"0,1 0 0 0 0,-1 0 0 0 0,0 0 1 0 0,1 0-1 0 0,-1 0 0 0 0,0 0 0 0 0,1 0 1 0 0,-1-1-1 0 0,0 1 0 0 0,1 0 1 0 0,-1 0-1 0 0,0 0 0 0 0,1-1 0 0 0,-1 1 1 0 0,0 0-1 0 0,1-1 0 0 0,-1 1 0 0 0,1-1 1 0 0,-1 1-1 0 0,1 0 0 0 0,-1-1 1 0 0,1 1-1 0 0,-1-1 0 0 0,1 1 0 0 0,0-1 1 0 0,-1 0-1 0 0,1 1 0 0 0,0-1 0 0 0,-1 1 1 0 0,1-1-1 0 0,0 0 0 0 0,0 1 0 0 0,-1-1 1 0 0,1 0-1 0 0,0 1 0 0 0,0-1 1 0 0,0 0-1 0 0,0 1 0 0 0,0-1 0 0 0,0 0 1 0 0,0 0 198 0 0,-4 1-80 0 0,-13-1-71 0 0,16-2-81 0 0,-3 1-92 0 0,-14 2-1703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8:11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4 400 0 0,'0'0'707'0'0,"-1"0"-686"0"0,1 0 0 0 0,0 0 0 0 0,0 0 0 0 0,0 0 0 0 0,0 0 0 0 0,0 0 0 0 0,0 0 0 0 0,0 1 0 0 0,0-1-1 0 0,0 0 1 0 0,-1 0 0 0 0,1 0 0 0 0,0 0 0 0 0,0 0 0 0 0,0 0 0 0 0,0 0 0 0 0,0 0 0 0 0,0 0 0 0 0,0 0 0 0 0,-1-1 0 0 0,1 1 0 0 0,0 0 0 0 0,0 0-1 0 0,0 0 1 0 0,0 0 0 0 0,0 0 0 0 0,0 0 0 0 0,0 0 0 0 0,0 0 0 0 0,0 0 0 0 0,-1 0 0 0 0,1 0 0 0 0,0 0 0 0 0,0 0 0 0 0,0 0 0 0 0,0 0 0 0 0,0-1-1 0 0,0 1 1 0 0,0 0 0 0 0,0 0 0 0 0,0 0 0 0 0,0 0 0 0 0,0 0 0 0 0,0 0 0 0 0,0 0 0 0 0,0 0 0 0 0,0-1 0 0 0,0 1 0 0 0,0 0 0 0 0,0 0 0 0 0,0 0-1 0 0,0 0 1 0 0,0 0 0 0 0,0 0 0 0 0,0 0 0 0 0,0-1 0 0 0,0 1 0 0 0,-1 0 43 0 0,0 0 1 0 0,1 0-1 0 0,-1 0 1 0 0,0 0-1 0 0,1 0 0 0 0,-1 0 1 0 0,0 0-1 0 0,0 0 1 0 0,1 0-1 0 0,-1 1 0 0 0,0-1 1 0 0,1 0-1 0 0,-1 0 1 0 0,0 1-1 0 0,1-1 0 0 0,-1 0 1 0 0,1 1-1 0 0,-1-1 1 0 0,0 1-1 0 0,1-1 0 0 0,-1 1 1 0 0,0 0-1 0 0,-2 19 3004 0 0,3-19-2655 0 0,11 4-287 0 0,-3-1-99 0 0,-4 15-6 0 0,-4-18-19 0 0,0-1 0 0 0,0 0 0 0 0,0 1 1 0 0,0-1-1 0 0,0 1 0 0 0,0-1 0 0 0,0 0 0 0 0,0 1 0 0 0,0-1 1 0 0,0 0-1 0 0,0 1 0 0 0,1-1 0 0 0,-1 0 0 0 0,0 1 1 0 0,0-1-1 0 0,0 0 0 0 0,1 1 0 0 0,-1-1 0 0 0,0 0 1 0 0,1 1-1 0 0,-1-1 0 0 0,0 0 0 0 0,0 0 0 0 0,1 0 1 0 0,-1 1-1 0 0,0-1 0 0 0,1 0 0 0 0,-1 0 0 0 0,1 0 0 0 0,-1 0 1 0 0,0 1-1 0 0,1-1 0 0 0,-1 0 0 0 0,0 0 0 0 0,1 0 1 0 0,0 0-1 0 0,-1 0 31 0 0,1 0 0 0 0,0 0 0 0 0,-1 0 0 0 0,1 0 0 0 0,0 1 0 0 0,-1-1 0 0 0,1 0 0 0 0,-1 0 0 0 0,1 1 0 0 0,-1-1-1 0 0,1 0 1 0 0,-1 1 0 0 0,1-1 0 0 0,-1 0 0 0 0,1 1 0 0 0,-1-1 0 0 0,1 1 0 0 0,-1-1 0 0 0,0 1 0 0 0,1-1 0 0 0,-1 1 0 0 0,0-1 0 0 0,1 1 0 0 0,-1 0 0 0 0,0-1 0 0 0,0 1 0 0 0,1-1 0 0 0,-1 1 0 0 0,0 0 0 0 0,0-1 0 0 0,0 1 0 0 0,0-1 0 0 0,0 1 0 0 0,0 0 0 0 0,0-1 0 0 0,0 1 0 0 0,0 1 0 0 0,0-1 30 0 0,0 1 1 0 0,0 0-1 0 0,-1 0 1 0 0,1 0-1 0 0,0 0 1 0 0,-1 0-1 0 0,0-1 1 0 0,1 1-1 0 0,-1 0 1 0 0,0 0-1 0 0,0-1 1 0 0,0 1-1 0 0,0 0 1 0 0,0-1-1 0 0,-1 2 1 0 0,0-1-42 0 0,1-1 1 0 0,0 1-1 0 0,0-1 0 0 0,0 1 1 0 0,0 0-1 0 0,0-1 0 0 0,1 1 1 0 0,-1 0-1 0 0,0-1 1 0 0,1 1-1 0 0,0 0 0 0 0,-1 0 1 0 0,1 0-1 0 0,0 0 0 0 0,0 2 1 0 0,0 16 388 0 0,1-14-273 0 0,-1 0 1 0 0,0-1 0 0 0,0 1-1 0 0,0 0 1 0 0,-1 0 0 0 0,0 0 0 0 0,-2 9-1 0 0,-3-3 26 0 0,4-8-89 0 0,0 0 0 0 0,1-1-1 0 0,-1 1 1 0 0,1 0 0 0 0,0 0 0 0 0,0 0 0 0 0,0 0 0 0 0,0 1 0 0 0,1-1 0 0 0,-1 4-1 0 0,1 40 754 0 0,0-47-1375 0 0,-3-1-447 0 0,-8-2-1722 0 0,4-1-591 0 0,-12-2-628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8:11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16 117 80 0 0,'-14'-1'673'0'0,"12"-2"197"0"0,19-6 1082 0 0,8-5-1125 0 0,-18 9-668 0 0,1 0 1 0 0,-1 1-1 0 0,1 0 0 0 0,0 1 1 0 0,0-1-1 0 0,17-3 1 0 0,29-14 485 0 0,-42 15-453 0 0,-1 0 1 0 0,1 1-1 0 0,0 1 1 0 0,0 0-1 0 0,0 0 1 0 0,25-3-1 0 0,-38 7-185 0 0,1 0 0 0 0,0 0 0 0 0,0 0 0 0 0,0 0 0 0 0,0 0 0 0 0,-1 0 1 0 0,1 0-1 0 0,0 0 0 0 0,0 0 0 0 0,0 1 0 0 0,0-1 0 0 0,0 0 0 0 0,-1 0 0 0 0,1 0 0 0 0,0 0 0 0 0,0 0 0 0 0,0 0 0 0 0,0 0 0 0 0,0 1 0 0 0,0-1 0 0 0,0 0 0 0 0,-1 0 1 0 0,1 0-1 0 0,0 0 0 0 0,0 0 0 0 0,0 1 0 0 0,0-1 0 0 0,0 0 0 0 0,0 0 0 0 0,0 0 0 0 0,0 0 0 0 0,0 1 0 0 0,0-1 0 0 0,0 0 0 0 0,0 0 0 0 0,0 0 0 0 0,0 0 0 0 0,0 1 1 0 0,0-1-1 0 0,0 0 0 0 0,0 0 0 0 0,0 0 0 0 0,0 0 0 0 0,0 1 0 0 0,0-1 0 0 0,1 0 0 0 0,-1 0 0 0 0,0 0 0 0 0,0 0 0 0 0,0 0 0 0 0,0 1 0 0 0,0-1 0 0 0,0 0 0 0 0,0 0 1 0 0,1 0-1 0 0,-1 0 0 0 0,0 0 0 0 0,0 0 0 0 0,0 0 0 0 0,0 0 0 0 0,0 0 0 0 0,1 1 0 0 0,-1-1 0 0 0,0 0 0 0 0,0 0 0 0 0,0 0 0 0 0,1 0 0 0 0,-6 0-3 0 0,5 0-4 0 0,-1 0 0 0 0,1 0 0 0 0,-1 0 1 0 0,1-1-1 0 0,-1 1 0 0 0,1 0 0 0 0,-1 0 1 0 0,1 0-1 0 0,-1 0 0 0 0,1 1 0 0 0,0-1 0 0 0,-1 0 1 0 0,1 0-1 0 0,-1 0 0 0 0,1 0 0 0 0,-1 0 1 0 0,1 0-1 0 0,0 1 0 0 0,-1-1 0 0 0,1 0 1 0 0,-1 0-1 0 0,1 1 0 0 0,0-1 0 0 0,-1 0 1 0 0,1 1-1 0 0,0-1 0 0 0,-1 0 0 0 0,1 1 0 0 0,0-1 1 0 0,0 0-1 0 0,-1 1 0 0 0,1-1 0 0 0,0 1 1 0 0,0-1-1 0 0,0 1 0 0 0,0-1 0 0 0,-1 0 1 0 0,1 1-1 0 0,0-1 0 0 0,0 1 0 0 0,0-1 0 0 0,0 1 1 0 0,0 0-8 0 0,-1 0 0 0 0,0 0 0 0 0,1-1 0 0 0,-1 1 0 0 0,0-1 0 0 0,1 1 0 0 0,-1 0 0 0 0,0-1 0 0 0,0 1-1 0 0,0-1 1 0 0,1 0 0 0 0,-1 1 0 0 0,0-1 0 0 0,0 0 0 0 0,0 1 0 0 0,0-1 0 0 0,0 0 0 0 0,0 0 0 0 0,0 0 0 0 0,-1 0 0 0 0,2 0-5 0 0,-4 5-135 0 0,0 0-160 0 0,2-5 126 0 0,1 0 125 0 0,0 0-1 0 0,1 0 0 0 0,-1 0 0 0 0,0 0 0 0 0,0 1 1 0 0,1-1-1 0 0,-1 0 0 0 0,0 0 0 0 0,1 0 0 0 0,-1 1 1 0 0,0-1-1 0 0,1 0 0 0 0,-1 1 0 0 0,0-1 0 0 0,1 0 1 0 0,-1 1-1 0 0,1-1 0 0 0,-1 1 0 0 0,1-1 0 0 0,-1 1 1 0 0,1 0-1 0 0,-1-1 0 0 0,1 1 0 0 0,-1 0 0 0 0,0 0-76 0 0,1 0 0 0 0,-1 0 0 0 0,0-1 0 0 0,1 1 0 0 0,-1-1 0 0 0,0 1 0 0 0,1-1 0 0 0,-1 1 0 0 0,0-1 0 0 0,0 1-1 0 0,1-1 1 0 0,-1 1 0 0 0,0-1 0 0 0,0 0 0 0 0,0 0 0 0 0,0 1 0 0 0,0-1 0 0 0,1 0 0 0 0,-1 0 0 0 0,-1 0 0 0 0,0 0-354 0 0,-2 6-1781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8:12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52 240 0 0,'-3'0'400'0'0,"-5"-2"-1626"0"0,4 0 4614 0 0,16 1 2201 0 0,1 0-4920 0 0,0-1 0 0 0,0 0 0 0 0,18-6 1 0 0,9-1-399 0 0,-40 9-272 0 0,145-20-155 0 0,-46 15-2702 0 0,-85 7 1915 0 0,-8-1 61 0 0,-7 2-1455 0 0,-18 1-384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8:12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1 960 0 0,'-23'4'961'0'0,"23"5"-1"0"0,-22 1-319 0 0,22-6-321 0 0,0 1 0 0 0,0 4 0 0 0,0 1 0 0 0,0 4 240 0 0,-22 9 321 0 0,22 1 159 0 0,-22-6-239 0 0,-1-4-481 0 0,23 0-320 0 0,-22-4-560 0 0,22-1-1201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8:13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9 80 0 0,'0'-1'68'0'0,"0"1"0"0"0,0-1 0 0 0,0 1-1 0 0,-1 0 1 0 0,1-1 0 0 0,0 1 0 0 0,0-1 0 0 0,-1 1 0 0 0,1 0 0 0 0,0-1-1 0 0,-1 1 1 0 0,1 0 0 0 0,0-1 0 0 0,-1 1 0 0 0,1 0 0 0 0,0 0 0 0 0,-1-1-1 0 0,1 1 1 0 0,-1 0 0 0 0,1 0 0 0 0,0-1 0 0 0,-1 1 0 0 0,1 0 0 0 0,-1 0-1 0 0,1 0 1 0 0,-1 0 0 0 0,1 0 0 0 0,-1 0 0 0 0,1 0 0 0 0,0 0 0 0 0,-1 0-1 0 0,1 0 1 0 0,-1 0 0 0 0,1 0 0 0 0,-1 0 0 0 0,1 0 0 0 0,-1 0 0 0 0,1 0-1 0 0,-1 1 1 0 0,1-1 0 0 0,0 0 0 0 0,-1 0 0 0 0,1 1 0 0 0,0-1-1 0 0,-1 0 1 0 0,1 0 0 0 0,-1 1 0 0 0,1 0 0 0 0,-26 14-18 0 0,-10 25 444 0 0,30-32-395 0 0,0-1 0 0 0,0 0 0 0 0,0-1 0 0 0,-1 1 0 0 0,0-1 0 0 0,-8 5 0 0 0,10-8-34 0 0,4-3-47 0 0,0 1 0 0 0,0-1 1 0 0,0 1-1 0 0,0-1 0 0 0,0 1 1 0 0,0 0-1 0 0,0-1 0 0 0,0 1 0 0 0,0 0 1 0 0,0 0-1 0 0,1 0 0 0 0,-1-1 1 0 0,0 1-1 0 0,1 0 0 0 0,-1 0 0 0 0,0 0 1 0 0,1 0-1 0 0,-1 0 0 0 0,1 0 0 0 0,-1 0 1 0 0,1 2-1 0 0,0-1 142 0 0,0-3-67 0 0,2-28 111 0 0,8 17-175 0 0,-4 7-21 0 0,-5 5-8 0 0,-1-1 1 0 0,1 0 0 0 0,-1 0 0 0 0,0 1-1 0 0,1-1 1 0 0,-1 0 0 0 0,0 0 0 0 0,0 0-1 0 0,1 1 1 0 0,-1-1 0 0 0,0 0 0 0 0,0 0 0 0 0,0 0-1 0 0,0 0 1 0 0,0 1 0 0 0,0-1 0 0 0,0 0-1 0 0,0 0 1 0 0,-1-1 0 0 0,1 2-1 0 0,0-1 0 0 0,0 0 0 0 0,0 1 0 0 0,-1-1 0 0 0,1 0-1 0 0,0 1 1 0 0,0-1 0 0 0,0 1 0 0 0,0-1 0 0 0,0 0 0 0 0,0 1 0 0 0,1-1 0 0 0,-1 0 0 0 0,0 1 0 0 0,0-1 0 0 0,0 1 0 0 0,1-1 0 0 0,-1 0-1 0 0,0 1 1 0 0,0-1 0 0 0,1 1 0 0 0,-1-1 0 0 0,0 1 0 0 0,1-1 0 0 0,-1 1 0 0 0,2-1 0 0 0,3-1-13 0 0,8-4-54 0 0,-13 11 151 0 0,0 0 0 0 0,0 0 0 0 0,-1 0 0 0 0,0 0 0 0 0,0 0 0 0 0,0 0 0 0 0,0 0 0 0 0,-1-1 0 0 0,0 1 0 0 0,0 0 0 0 0,0-1 0 0 0,-1 1 0 0 0,0-1 0 0 0,1 0 0 0 0,-1 0 0 0 0,-1 0 1 0 0,1 0-1 0 0,0 0 0 0 0,-7 4 0 0 0,9-7-59 0 0,0-1 0 0 0,0 1 0 0 0,1-1 1 0 0,-1 1-1 0 0,0 0 0 0 0,0-1 0 0 0,1 1 1 0 0,-1 0-1 0 0,1-1 0 0 0,-1 1 0 0 0,1 0 1 0 0,-1-1-1 0 0,1 1 0 0 0,-1 0 0 0 0,1 0 1 0 0,0 0-1 0 0,-1 0 0 0 0,1-1 0 0 0,0 1 1 0 0,0 0-1 0 0,0 0 0 0 0,-1 0 0 0 0,1 0 1 0 0,0 0-1 0 0,0 0 0 0 0,0 0 0 0 0,1 1 1 0 0,1-1 7 0 0,1 1 0 0 0,-1-1 1 0 0,1 0-1 0 0,0-1 0 0 0,-1 1 1 0 0,1 0-1 0 0,0-1 0 0 0,0 0 1 0 0,-1 1-1 0 0,1-1 0 0 0,0 0 1 0 0,0 0-1 0 0,2-1 1 0 0,12-1-481 0 0,-1 0 1 0 0,1-1 0 0 0,-1 0 0 0 0,0-2 0 0 0,0 0 0 0 0,0 0 0 0 0,-1-2-1 0 0,27-14 1 0 0,24-24-3849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8:15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19 240 0 0,'0'0'707'0'0,"-4"0"-467"0"0,-5-1-242 0 0,1 3 916 0 0,7 18 88 0 0,1-17-955 0 0,0-1 1 0 0,-1 0-1 0 0,1 0 1 0 0,0 0-1 0 0,-1 0 1 0 0,0 0-1 0 0,1 0 1 0 0,-1 0-1 0 0,0 0 1 0 0,0-1-1 0 0,0 1 1 0 0,0 0 0 0 0,0-1-1 0 0,0 1 1 0 0,-1 0-1 0 0,-1 1 1 0 0,-28 24 353 0 0,26-24-289 0 0,-1 2 0 0 0,1-1 1 0 0,0 1-1 0 0,0 0 0 0 0,1 0 0 0 0,-5 6 1 0 0,6-8 67 0 0,1 1 0 0 0,0-1 0 0 0,-1 0-1 0 0,1 0 1 0 0,-1 0 0 0 0,0 0 0 0 0,0 0 0 0 0,0-1 0 0 0,-5 4 0 0 0,-5 3 275 0 0,13-9-436 0 0,0 0 0 0 0,0 1-1 0 0,0-1 1 0 0,0 0 0 0 0,0 0 0 0 0,0 0-1 0 0,-1 0 1 0 0,1 0 0 0 0,0 0 0 0 0,0 0-1 0 0,0 0 1 0 0,0 0 0 0 0,0 0 0 0 0,0 0-1 0 0,0 0 1 0 0,0 0 0 0 0,-1 0 0 0 0,1 0-1 0 0,0 0 1 0 0,0 0 0 0 0,0 0 0 0 0,0 0-1 0 0,0 0 1 0 0,0 0 0 0 0,0 0 0 0 0,-1 0-1 0 0,1 0 1 0 0,0 0 0 0 0,0 0 0 0 0,0 0-1 0 0,0 0 1 0 0,0 0 0 0 0,0 0 0 0 0,0 0-1 0 0,0 0 1 0 0,-1 0 0 0 0,1 0 0 0 0,0 0-1 0 0,0 0 1 0 0,0 0 0 0 0,0-1 0 0 0,0 1-1 0 0,0 0 1 0 0,0 0 0 0 0,0 0 0 0 0,0 0-1 0 0,0 0 1 0 0,0 0 0 0 0,0 0 0 0 0,0 0-1 0 0,0-1 1 0 0,0 1 0 0 0,0 0 0 0 0,-1 0-1 0 0,1 0 1 0 0,0 0 0 0 0,0 0 0 0 0,0 0-1 0 0,0 0 1 0 0,1 0 0 0 0,-1-1 0 0 0,0 1-1 0 0,0 0 1 0 0,0 0 0 0 0,0 0 0 0 0,0 0-1 0 0,0 0 1 0 0,0 0 0 0 0,0-1 0 0 0,4-8-118 0 0,1 5 104 0 0,0 0 15 0 0,0 0-1 0 0,0-1 0 0 0,-1 1 1 0 0,0-1-1 0 0,0 0 0 0 0,0 0 1 0 0,5-8-1 0 0,19-18 96 0 0,-23 25-92 0 0,1 1-1 0 0,-1-1 0 0 0,0 1 0 0 0,5-10 1 0 0,-9 12-12 0 0,1-1 1 0 0,0 0-1 0 0,0 0 1 0 0,0 1 0 0 0,0 0-1 0 0,1-1 1 0 0,0 1-1 0 0,-1 0 1 0 0,1 0-1 0 0,0 0 1 0 0,0 0-1 0 0,1 1 1 0 0,-1-1 0 0 0,6-2-1 0 0,-5 3 69 0 0,-4 6-20 0 0,0-1 0 0 0,-1 1 0 0 0,1-1-1 0 0,-1 0 1 0 0,1 1 0 0 0,-1-1 0 0 0,0 0-1 0 0,0 0 1 0 0,-1 0 0 0 0,1 0 0 0 0,-3 5 0 0 0,-6 12 276 0 0,4 0 257 0 0,1 0-1 0 0,1 0 1 0 0,0 0 0 0 0,2 1-1 0 0,0-1 1 0 0,2 34 0 0 0,0-54-589 0 0,0 1 1 0 0,0 0 0 0 0,0 0-1 0 0,0 0 1 0 0,1-1 0 0 0,-1 1-1 0 0,0 0 1 0 0,0 0 0 0 0,0 0-1 0 0,1-1 1 0 0,-1 1 0 0 0,0 0-1 0 0,1 0 1 0 0,-1-1 0 0 0,0 1-1 0 0,1 0 1 0 0,-1-1 0 0 0,1 1 0 0 0,-1-1-1 0 0,1 1 1 0 0,-1 0 0 0 0,1-1-1 0 0,0 1 1 0 0,-1-1 0 0 0,1 1-1 0 0,0-1 1 0 0,-1 0 0 0 0,1 1-1 0 0,1-1 1 0 0,26 3-80 0 0,-20-3 63 0 0,16-1-221 0 0,0-1-1 0 0,0-1 1 0 0,0-1-1 0 0,0-2 1 0 0,26-8-1 0 0,-37 9-475 0 0,0 0-1 0 0,0 0 0 0 0,-1-1 1 0 0,21-14-1 0 0,-25 14-488 0 0,0-1 0 0 0,-1 0 0 0 0,1 0 0 0 0,10-15 1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8:17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10 720 0 0,'-22'-4'1201'0'0,"22"-1"-481"0"0,-22 5-320 0 0,44 0-2160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8:18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80 0 0,'0'0'216'0'0,"0"-1"0"0"0,0 1-1 0 0,-1 0 1 0 0,1-1 0 0 0,0 1 0 0 0,0 0 0 0 0,0-1-1 0 0,0 1 1 0 0,0-1 0 0 0,0 1 0 0 0,0 0 0 0 0,0-1-1 0 0,0 1 1 0 0,0 0 0 0 0,0-1 0 0 0,1 1 0 0 0,-1 0-1 0 0,0-1 1 0 0,0 1 0 0 0,0 0 0 0 0,0-1 0 0 0,0 1-1 0 0,1 0 1 0 0,-1-1 0 0 0,0 1 0 0 0,0 0 0 0 0,0 0 0 0 0,1-1-1 0 0,-1 1 1 0 0,0 0 0 0 0,1 0 0 0 0,-1 0 0 0 0,0-1-1 0 0,0 1 1 0 0,1 0 0 0 0,-1 0 0 0 0,0 0 0 0 0,1 0-1 0 0,-1-1 1 0 0,0 1 0 0 0,1 0 0 0 0,-1 0 0 0 0,1 0-1 0 0,-1 0 1 0 0,1 0 0 0 0,5 2 1181 0 0,-2-1-2476 0 0,-3-1 1103 0 0,-1 0 0 0 0,0 0 0 0 0,0 0 0 0 0,1 1 0 0 0,-1-1 0 0 0,0 0 0 0 0,0 0 0 0 0,0 0 0 0 0,1 0 0 0 0,-1 1 0 0 0,0-1 0 0 0,0 0 1 0 0,0 0-1 0 0,0 0 0 0 0,1 1 0 0 0,-1-1 0 0 0,0 0 0 0 0,0 0 0 0 0,0 0 0 0 0,0 1 0 0 0,0-1 0 0 0,0 0 0 0 0,0 0 0 0 0,0 1 0 0 0,0-1 0 0 0,0 0 0 0 0,0 0 1 0 0,0 1-1 0 0,0-1 0 0 0,0 0 0 0 0,0 1 0 0 0,0-1 0 0 0,0 0 2 0 0,0 0 0 0 0,0 1 0 0 0,0-1 1 0 0,0 0-1 0 0,0 0 0 0 0,0 0 0 0 0,0 1 0 0 0,0-1 1 0 0,0 0-1 0 0,0 0 0 0 0,0 0 0 0 0,0 1 0 0 0,0-1 1 0 0,0 0-1 0 0,0 0 0 0 0,0 0 0 0 0,0 0 0 0 0,0 1 1 0 0,0-1-1 0 0,0 0 0 0 0,0 0 0 0 0,0 0 1 0 0,1 0-1 0 0,-1 1 0 0 0,0-1 0 0 0,0 0 0 0 0,0 0 1 0 0,0 0-1 0 0,0 0 0 0 0,1 0 0 0 0,-1 0 0 0 0,0 1 1 0 0,0-1-1 0 0,0 0 0 0 0,0 0 0 0 0,1 0 0 0 0,-1 0 1 0 0,0 0-1 0 0,0 0 0 0 0,0 0 0 0 0,0 0 0 0 0,1 0 1 0 0,-1 0 1 0 0,1 0-10 0 0,0 0 1 0 0,0 0-1 0 0,0-1 0 0 0,-1 1 1 0 0,1 0-1 0 0,0 0 0 0 0,0 0 1 0 0,0 0-1 0 0,0 0 0 0 0,0 1 1 0 0,-1-1-1 0 0,1 0 0 0 0,0 0 1 0 0,0 1-1 0 0,0-1 0 0 0,0 0 1 0 0,-1 1-1 0 0,1-1 0 0 0,0 0 1 0 0,0 2-1 0 0,-1-2 129 0 0,1 0-136 0 0,0 0 1 0 0,0 0-1 0 0,0-1 1 0 0,-1 1-1 0 0,1 0 0 0 0,0 0 1 0 0,0 0-1 0 0,0 0 1 0 0,0 0-1 0 0,-1 0 1 0 0,1 0-1 0 0,0 0 1 0 0,0 0-1 0 0,0 1 0 0 0,0-1 1 0 0,-1 0-1 0 0,1 0 1 0 0,0 1-1 0 0,0-1 1 0 0,-1 0-1 0 0,1 1 0 0 0,0-1 1 0 0,0 1-1 0 0,-1-1 1 0 0,1 1-1 0 0,-1 0 1 0 0,2 0-1 0 0,1 3 69 0 0,11 2 24 0 0,4-1 2 0 0,-13-6-63 0 0,-1 2 104 0 0,-2 5 174 0 0,-3-2-26 0 0,-17 0-116 0 0,17-4-173 0 0,2 0 15 0 0,0 1 1 0 0,0-1-1 0 0,0 1 1 0 0,0-1 0 0 0,0 1-1 0 0,0-1 1 0 0,0 1 0 0 0,0 0-1 0 0,-1 0 1 0 0,1-1-1 0 0,0 1 1 0 0,0 0 0 0 0,-1 0-1 0 0,1 0 1 0 0,0 0 0 0 0,-1 0-1 0 0,1 0 1 0 0,0 0-1 0 0,-1 0 1 0 0,0 0 0 0 0,1 0-1 0 0,-1 0 1 0 0,0 0-1 0 0,1 0 1 0 0,-1 0 0 0 0,0 0-1 0 0,0 0 1 0 0,0 2 0 0 0,0-2-21 0 0,0-1 0 0 0,0 0 1 0 0,0 1-1 0 0,0-1 0 0 0,0 1 1 0 0,1-1-1 0 0,-1 0 0 0 0,0 0 1 0 0,0 1-1 0 0,0-1 0 0 0,0 0 1 0 0,1 1-1 0 0,-1-1 0 0 0,0 0 1 0 0,0 1-1 0 0,0-1 0 0 0,1 0 1 0 0,-1 0-1 0 0,0 0 0 0 0,0 1 1 0 0,1-1-1 0 0,-1 0 0 0 0,0 0 1 0 0,1 0-1 0 0,-1 1 0 0 0,0-1 1 0 0,1 0-1 0 0,-1 0 0 0 0,0 0 1 0 0,1 0-1 0 0,-1 0 0 0 0,0 0 1 0 0,1 0-1 0 0,-1 0 0 0 0,0 0 1 0 0,1 0-1 0 0,-1 0 0 0 0,1 0 1 0 0,-1 0 1 0 0,1 0-1 0 0,-1 0 1 0 0,1 0 0 0 0,-1 0-1 0 0,1 0 1 0 0,-1 0 0 0 0,1 0-1 0 0,-1 0 1 0 0,1 0 0 0 0,-1 0-1 0 0,0 1 1 0 0,1-1 0 0 0,-1 0 0 0 0,1 0-1 0 0,-1 0 1 0 0,1 1 0 0 0,-1-1-1 0 0,0 0 1 0 0,1 1 0 0 0,-1-1-1 0 0,0 0 1 0 0,1 1 0 0 0,-1-1 0 0 0,0 0-1 0 0,1 1 1 0 0,-1-1 0 0 0,0 1-1 0 0,0-1 1 0 0,0 0 0 0 0,1 1-1 0 0,-1-1 1 0 0,0 1 0 0 0,0-1-1 0 0,0 1 1 0 0,0-1 0 0 0,0 1 0 0 0,0-1-1 0 0,0 1 1 0 0,0 0 0 0 0,0-1-2 0 0,0 1 1 0 0,1-1-1 0 0,-1 0 1 0 0,0 1 0 0 0,0-1-1 0 0,0 0 1 0 0,0 1-1 0 0,1-1 1 0 0,-1 0-1 0 0,0 1 1 0 0,0-1 0 0 0,0 0-1 0 0,1 1 1 0 0,-1-1-1 0 0,0 0 1 0 0,1 0 0 0 0,-1 1-1 0 0,0-1 1 0 0,1 0-1 0 0,-1 0 1 0 0,0 0 0 0 0,1 0-1 0 0,-1 1 1 0 0,0-1-1 0 0,1 0 1 0 0,-1 0-1 0 0,0 0 1 0 0,1 0 0 0 0,0 0-1 0 0,0 0 1 0 0,-1 0-1 0 0,1 0 0 0 0,0 1 1 0 0,-1-1-1 0 0,1 0 1 0 0,-1 0-1 0 0,1 1 0 0 0,0-1 1 0 0,-1 0-1 0 0,1 1 0 0 0,-1-1 1 0 0,1 0-1 0 0,-1 1 1 0 0,1-1-1 0 0,-1 1 0 0 0,1-1 1 0 0,-1 1-1 0 0,1-1 1 0 0,-1 1-1 0 0,0-1 0 0 0,1 1 1 0 0,-1-1-1 0 0,0 1 1 0 0,0 0-1 0 0,1-1 0 0 0,-1 1 1 0 0,0-1-1 0 0,0 1 0 0 0,0 0 1 0 0,0-1-1 0 0,0 1 1 0 0,1 1-1 0 0,-1-2-1 0 0,0 1 0 0 0,0-1 0 0 0,0 1 0 0 0,0-1 0 0 0,0 0 0 0 0,0 1 0 0 0,0-1 0 0 0,0 1 0 0 0,0-1 0 0 0,1 0 0 0 0,-1 1 0 0 0,0-1 0 0 0,0 0 0 0 0,0 1 0 0 0,1-1 0 0 0,-1 0 0 0 0,0 1 0 0 0,1-1 0 0 0,-1 0 0 0 0,0 1 0 0 0,0-1 0 0 0,1 0 0 0 0,-1 0 0 0 0,1 0 0 0 0,-1 1 0 0 0,0-1 0 0 0,1 0 0 0 0,-1 0 0 0 0,0 0 0 0 0,1 0 0 0 0,-1 0 0 0 0,1 0 0 0 0,-1 1 0 0 0,1-1 0 0 0,0 0 0 0 0,-1 0 0 0 0,1 0 0 0 0,0 0 0 0 0,-1 0 0 0 0,1 0 0 0 0,-1 0 0 0 0,1 1 0 0 0,-1-1 0 0 0,1 0 0 0 0,-1 0 0 0 0,1 1 0 0 0,-1-1 0 0 0,1 0 0 0 0,-1 1 0 0 0,1-1 0 0 0,-1 0 0 0 0,0 1 0 0 0,1-1 0 0 0,-1 1 0 0 0,0-1 0 0 0,1 1 0 0 0,-1-1 0 0 0,0 1 0 0 0,1-1 0 0 0,-1 1 0 0 0,0-1 0 0 0,0 1 0 0 0,0-1 0 0 0,1 1 0 0 0,-1-1 0 0 0,0 1 0 0 0,0 0 0 0 0,0-1 0 0 0,0 1 0 0 0,0 0 0 0 0,0 2 8 0 0,0-1-1 0 0,0 1 1 0 0,0-1-1 0 0,0 0 1 0 0,0 1 0 0 0,0-1-1 0 0,-1 1 1 0 0,1-1 0 0 0,-1 0-1 0 0,0 1 1 0 0,0-1-1 0 0,0 0 1 0 0,0 0 0 0 0,0 0-1 0 0,0 0 1 0 0,0 0 0 0 0,-1 0-1 0 0,1 0 1 0 0,-1 0-1 0 0,-3 3 1 0 0,5-4-1 0 0,-1 0 0 0 0,1 0 1 0 0,-1 0-1 0 0,1 0 0 0 0,0-1 0 0 0,-1 1 0 0 0,1 0 0 0 0,0 0 0 0 0,0 0 1 0 0,0 0-1 0 0,0 0 0 0 0,0 0 0 0 0,0 0 0 0 0,0 1 0 0 0,0 0 1 0 0,0-1-4 0 0,1-1 1 0 0,-1 1 0 0 0,0 0 0 0 0,0-1 0 0 0,0 1 0 0 0,0 0-1 0 0,0-1 1 0 0,0 1 0 0 0,0 0 0 0 0,0-1 0 0 0,0 1 0 0 0,0-1-1 0 0,0 1 1 0 0,-1 0 0 0 0,1-1 0 0 0,0 1 0 0 0,0 0 0 0 0,-1-1-1 0 0,1 1 1 0 0,0-1 0 0 0,-1 1 0 0 0,1-1 0 0 0,-1 1 0 0 0,1-1-1 0 0,-1 1 1 0 0,-4 1 12 0 0,4-2-16 0 0,1 1 0 0 0,-1-1 0 0 0,0 0 0 0 0,0 0 0 0 0,1 1 0 0 0,-1-1 0 0 0,0 1 0 0 0,1-1 0 0 0,-1 0 0 0 0,1 1 0 0 0,-1-1 0 0 0,0 1 0 0 0,1-1 0 0 0,-1 1 0 0 0,1 0 1 0 0,-1-1-1 0 0,1 1 0 0 0,-1 0 0 0 0,1-1 0 0 0,0 1 0 0 0,-1 0 0 0 0,1-1 0 0 0,0 1 0 0 0,0 0 0 0 0,-1 0 0 0 0,1-1 0 0 0,0 1 0 0 0,0 0 0 0 0,0 0 0 0 0,0-1 0 0 0,0 1 0 0 0,0 0 0 0 0,0 0 0 0 0,0 1 1 0 0,19 2-1070 0 0,-15-4-466 0 0,-4 1 1286 0 0,1-1 1 0 0,0 0-1 0 0,0 0 0 0 0,-1 0 0 0 0,1 0 0 0 0,0 0 0 0 0,0 0 0 0 0,0 0 0 0 0,-1 0 0 0 0,1 0 1 0 0,0-1-1 0 0,0 1 0 0 0,-1 0 0 0 0,1 0 0 0 0,0-1 0 0 0,0 1 0 0 0,-1 0 0 0 0,1-1 0 0 0,0 1 1 0 0,-1-1-1 0 0,1 1 0 0 0,-1-1 0 0 0,1 1 0 0 0,-1-1 0 0 0,1 0 0 0 0,-1 1 0 0 0,1-1 0 0 0,-1 1 1 0 0,1-1-1 0 0,-1 0 0 0 0,0 1 0 0 0,1-1 0 0 0,-1 0 0 0 0,0 0 0 0 0,1 0 0 0 0,-1-8-2927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8:19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40 640 0 0,'0'-1'48'0'0,"0"1"-1"0"0,0-1 1 0 0,0 0-1 0 0,1 1 0 0 0,-1-1 1 0 0,0 1-1 0 0,0-1 1 0 0,0 1-1 0 0,0-1 1 0 0,1 1-1 0 0,-1-1 0 0 0,0 1 1 0 0,1-1-1 0 0,-1 1 1 0 0,0-1-1 0 0,1 1 1 0 0,-1-1-1 0 0,0 1 0 0 0,1 0 1 0 0,-1-1-1 0 0,1 1 1 0 0,-1 0-1 0 0,1-1 0 0 0,-1 1 1 0 0,1 0-1 0 0,-1 0 1 0 0,1-1-1 0 0,-1 1 1 0 0,1 0-1 0 0,0 0 0 0 0,-1 0 1 0 0,1 0-1 0 0,-1 0 1 0 0,1 0-1 0 0,-1 0 1 0 0,1 0-1 0 0,0 0 0 0 0,3-1-8 0 0,18-9 1082 0 0,0 2-414 0 0,-18 7-521 0 0,-4 1-131 0 0,1-1 0 0 0,-1 1 0 0 0,0-1 0 0 0,1 1 0 0 0,-1-1-1 0 0,0 1 1 0 0,1 0 0 0 0,-1-1 0 0 0,1 1 0 0 0,-1 0 0 0 0,1-1 0 0 0,-1 1-1 0 0,1 0 1 0 0,-1-1 0 0 0,1 1 0 0 0,-1 0 0 0 0,1 0 0 0 0,-1 0 0 0 0,1-1-1 0 0,-1 1 1 0 0,1 0 0 0 0,-1 0 0 0 0,1 0 0 0 0,0 0 0 0 0,-1 0-1 0 0,1 0 1 0 0,-1 0 0 0 0,1 0 0 0 0,-1 0 0 0 0,1 1 0 0 0,0-1 0 0 0,-1 0-1 0 0,1 0 1 0 0,0 1 1349 0 0,-15 0-1020 0 0,-1 0 0 0 0,0 2 1 0 0,0 0-1 0 0,1 0 1 0 0,0 2-1 0 0,0-1 0 0 0,0 2 1 0 0,0 0-1 0 0,1 1 1 0 0,-22 14-1 0 0,28-18-354 0 0,7-3-30 0 0,-1 0 0 0 0,0 0 0 0 0,1 1 0 0 0,-1-1 0 0 0,1 0 0 0 0,-1 0 0 0 0,0 1-1 0 0,1-1 1 0 0,-1 0 0 0 0,1 1 0 0 0,-1-1 0 0 0,1 1 0 0 0,-1-1 0 0 0,1 1 0 0 0,-1-1 0 0 0,1 1 0 0 0,0-1-1 0 0,-1 1 1 0 0,1-1 0 0 0,0 1 0 0 0,-1-1 0 0 0,1 1 0 0 0,0 0 0 0 0,0-1 0 0 0,-1 1 0 0 0,1 0 0 0 0,0-1-1 0 0,0 1 1 0 0,0-1 0 0 0,0 1 0 0 0,0 0 0 0 0,0-1 0 0 0,0 2 0 0 0,0-2-1 0 0,0 1 1 0 0,0-1-1 0 0,0 1 0 0 0,0-1 1 0 0,0 0-1 0 0,0 1 1 0 0,-1-1-1 0 0,1 1 0 0 0,0-1 1 0 0,0 0-1 0 0,0 1 0 0 0,0-1 1 0 0,-1 1-1 0 0,1-1 1 0 0,0 0-1 0 0,-1 1 0 0 0,1-1 1 0 0,0 0-1 0 0,-1 0 0 0 0,1 1 1 0 0,0-1-1 0 0,-1 0 1 0 0,1 0-1 0 0,0 1 0 0 0,-1-1 1 0 0,1 0-1 0 0,-1 0 1 0 0,1 0-1 0 0,0 0 0 0 0,-1 0 1 0 0,1 0-1 0 0,-1 0 0 0 0,0 1 1 0 0,1-1 4 0 0,-1 0 1 0 0,1 0-1 0 0,-1 0 0 0 0,0 0 1 0 0,1 0-1 0 0,-1 0 1 0 0,1 0-1 0 0,-1 1 1 0 0,1-1-1 0 0,-1 0 0 0 0,1 0 1 0 0,-1 1-1 0 0,1-1 1 0 0,0 0-1 0 0,-1 1 0 0 0,1-1 1 0 0,-1 0-1 0 0,1 1 1 0 0,0-1-1 0 0,-1 1 0 0 0,1-1 1 0 0,0 1-1 0 0,-1-1 1 0 0,1 1-1 0 0,0-1 1 0 0,0 1-1 0 0,0-1 0 0 0,-1 1 1 0 0,1-1-1 0 0,0 1 1 0 0,0-1-1 0 0,0 1 0 0 0,0-1 1 0 0,0 2-1 0 0,0-2-3 0 0,0 1-1 0 0,0-1 0 0 0,0 1 1 0 0,0-1-1 0 0,0 0 1 0 0,0 1-1 0 0,0-1 0 0 0,0 0 1 0 0,0 1-1 0 0,-1-1 0 0 0,1 0 1 0 0,0 1-1 0 0,0-1 1 0 0,0 0-1 0 0,0 1 0 0 0,-1-1 1 0 0,1 0-1 0 0,0 1 0 0 0,0-1 1 0 0,-1 0-1 0 0,1 0 1 0 0,0 1-1 0 0,-1-1 0 0 0,1 0 1 0 0,0 0-1 0 0,0 0 0 0 0,-1 1 1 0 0,1-1-1 0 0,0 0 1 0 0,-1 0-1 0 0,1 0 0 0 0,-1 0 1 0 0,1 0-1 0 0,0 0 0 0 0,-1 0 1 0 0,1 0-1 0 0,0 0 1 0 0,-1 0-1 0 0,0 0-2 0 0,1 0 1 0 0,-1 1-1 0 0,0-1 0 0 0,1 0 0 0 0,-1 0 1 0 0,1 0-1 0 0,-1 0 0 0 0,0 1 1 0 0,1-1-1 0 0,-1 0 0 0 0,1 1 1 0 0,-1-1-1 0 0,1 0 0 0 0,-1 1 0 0 0,1-1 1 0 0,-1 1-1 0 0,1-1 0 0 0,0 0 1 0 0,-1 1-1 0 0,1-1 0 0 0,-1 1 1 0 0,1 0-1 0 0,0-1 0 0 0,0 1 0 0 0,-1-1 1 0 0,1 1-1 0 0,0-1 0 0 0,0 1 1 0 0,0 0-1 0 0,-1-1 0 0 0,1 1 0 0 0,0-1 1 0 0,0 1-1 0 0,0 0 0 0 0,0-1 1 0 0,0 1-1 0 0,0 0 0 0 0,0-1 1 0 0,1 1-1 0 0,2 0 42 0 0,12-1-93 0 0,-11 0-1 0 0,-4 1 58 0 0,1-1-1 0 0,-1 1 1 0 0,1-1-1 0 0,-1 0 0 0 0,1 1 1 0 0,-1-1-1 0 0,1 1 1 0 0,0-1-1 0 0,-1 0 1 0 0,1 1-1 0 0,0-1 1 0 0,-1 0-1 0 0,1 0 1 0 0,-1 0-1 0 0,1 1 0 0 0,0-1 1 0 0,-1 0-1 0 0,1 0 1 0 0,0 0-1 0 0,0 0 1 0 0,-1 0-1 0 0,1 0 1 0 0,0 0-1 0 0,-1-1 1 0 0,1 1-1 0 0,0 0 0 0 0,0 0 1 0 0,7-1 19 0 0,10 1-9 0 0,5 0-14 0 0,-5 0 0 0 0,-14-5 0 0 0,-4 5 0 0 0,0-1 0 0 0,0 1 0 0 0,0-1 0 0 0,0 1 0 0 0,0-1 0 0 0,0 0 0 0 0,1 1 0 0 0,-1-1 0 0 0,0 1 0 0 0,0 0 0 0 0,0-1 0 0 0,1 1 0 0 0,-1-1 0 0 0,0 1 0 0 0,1-1 0 0 0,-1 1 0 0 0,0 0 0 0 0,1-1 0 0 0,-1 1 0 0 0,1-1 0 0 0,-1 1 0 0 0,1 0 0 0 0,-1 0 0 0 0,0-1 0 0 0,1 1 0 0 0,-1 0 0 0 0,1 0 0 0 0,0-1 0 0 0,0 1 0 0 0,0 0 0 0 0,0-1 0 0 0,-1 1 0 0 0,1 0 0 0 0,0-1 0 0 0,-1 1 0 0 0,1-1 0 0 0,0 1 0 0 0,-1-1 0 0 0,1 1 0 0 0,-1-1 0 0 0,1 1 0 0 0,-1-1 0 0 0,1 0 0 0 0,-1 1 0 0 0,1-1 0 0 0,-1 0 0 0 0,0 0 0 0 0,1 1 0 0 0,-1-1 0 0 0,0 0 0 0 0,1 0 0 0 0,-1 1 0 0 0,0-1 0 0 0,0 0 0 0 0,0 0 0 0 0,0 1 0 0 0,0-1 0 0 0,0-1 0 0 0,0-9-4 0 0,-3-13-40 0 0,2 22 42 0 0,0 2 0 0 0,0-1 0 0 0,0 0 0 0 0,0 0 0 0 0,0 0 0 0 0,0 0 1 0 0,0 1-1 0 0,-1-1 0 0 0,1 0 0 0 0,0 1 0 0 0,0-1 0 0 0,-1 1 0 0 0,1 0 0 0 0,0-1 0 0 0,-1 1 0 0 0,-2 0 1 0 0,-2-1-560 0 0,0 1 1 0 0,0 0 0 0 0,0 1 0 0 0,0 0-1 0 0,0-1 1 0 0,0 2 0 0 0,0-1-1 0 0,0 1 1 0 0,0 0 0 0 0,1 0 0 0 0,-11 6-1 0 0,12 1-2480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8:20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85 320 0 0,'-8'-1'228'0'0,"0"0"-1"0"0,0 0 1 0 0,0 1-1 0 0,0 0 1 0 0,0 0-1 0 0,0 1 1 0 0,0 0-1 0 0,0 0 1 0 0,0 1-1 0 0,0 0 1 0 0,0 1-1 0 0,0 0 1 0 0,1 0-1 0 0,0 0 1 0 0,0 1-1 0 0,0 0 1 0 0,-13 10-1 0 0,4 5 188 0 0,16-18-396 0 0,0-1 0 0 0,0 1 0 0 0,1 0-1 0 0,-1-1 1 0 0,0 1 0 0 0,0-1 0 0 0,0 1 0 0 0,1 0 0 0 0,-1-1-1 0 0,0 1 1 0 0,0-1 0 0 0,1 1 0 0 0,-1-1 0 0 0,1 1 0 0 0,-1-1 0 0 0,0 1-1 0 0,1-1 1 0 0,-1 0 0 0 0,1 1 0 0 0,-1-1 0 0 0,1 1 0 0 0,-1-1 0 0 0,2 1-1 0 0,-1 0 19 0 0,-1 0 0 0 0,1 0 0 0 0,0 1 0 0 0,-1-1 0 0 0,1 0 0 0 0,-1 1 0 0 0,0-1 0 0 0,1 1-1 0 0,-1-1 1 0 0,0 1 0 0 0,0-1 0 0 0,0 1 0 0 0,0-1 0 0 0,0 0 0 0 0,0 1 0 0 0,0-1 0 0 0,-1 3 0 0 0,0 1 72 0 0,1-3-101 0 0,0-1 0 0 0,0 0 1 0 0,0 1-1 0 0,1-1 0 0 0,-1 0 0 0 0,0 0 0 0 0,0 1 1 0 0,1-1-1 0 0,-1 0 0 0 0,0 0 0 0 0,1 1 0 0 0,0-1 0 0 0,-1 0 1 0 0,1 0-1 0 0,0 0 0 0 0,-1 0 0 0 0,1 0 0 0 0,0 0 0 0 0,0 0 1 0 0,0 0-1 0 0,0 0 0 0 0,0 0 0 0 0,0 0 0 0 0,0-1 1 0 0,0 1-1 0 0,0 0 0 0 0,0-1 0 0 0,0 1 0 0 0,1-1 0 0 0,1 1 1 0 0,19 4-49 0 0,-15-5 88 0 0,0 0 1 0 0,1 0 0 0 0,-1-1-1 0 0,0-1 1 0 0,0 1 0 0 0,0-1-1 0 0,10-4 1 0 0,1 0 108 0 0,-12 5-78 0 0,-1-1-1 0 0,1 0 1 0 0,-1-1-1 0 0,0 1 1 0 0,0-1-1 0 0,0 0 0 0 0,0 0 1 0 0,-1-1-1 0 0,1 1 1 0 0,-1-1-1 0 0,0 0 1 0 0,7-8-1 0 0,-3 0 90 0 0,0 0 0 0 0,-1 0-1 0 0,8-18 1 0 0,-12 23-151 0 0,-2 5-39 0 0,-1 1 0 0 0,0 0 0 0 0,1-1 0 0 0,-1 1 0 0 0,0 0 0 0 0,0-1-1 0 0,0 1 1 0 0,0-1 0 0 0,0 1 0 0 0,0 0 0 0 0,0-1 0 0 0,0 1 0 0 0,-1 0 0 0 0,1-1 0 0 0,-1 1 0 0 0,1 0 0 0 0,-1-1 0 0 0,1 1 0 0 0,-1 0 0 0 0,0 0 0 0 0,1-1 0 0 0,-1 1 0 0 0,0 0-1 0 0,0 0 1 0 0,0 0 0 0 0,-2-1 0 0 0,-2-5-303 0 0,0-2-418 0 0,4 7 552 0 0,0 0 0 0 0,0 0 0 0 0,0 0 0 0 0,0 0-1 0 0,0 1 1 0 0,-1-1 0 0 0,1 0 0 0 0,-1 1 0 0 0,1-1 0 0 0,-1 1 0 0 0,1 0-1 0 0,-5-3 1 0 0,-16-7-2263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8:20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1 1040 0 0,'-3'0'172'0'0,"-1"0"0"0"0,1 0 0 0 0,0 0 0 0 0,-1 1 1 0 0,1-1-1 0 0,0 1 0 0 0,0 0 0 0 0,-1 0 0 0 0,1 0 0 0 0,0 1 0 0 0,0-1 0 0 0,-4 3 0 0 0,-16 8 486 0 0,-8 6-102 0 0,30-18-504 0 0,-1 1 0 0 0,0 1 0 0 0,1-1 0 0 0,-1 0 0 0 0,1 0-1 0 0,-1 1 1 0 0,1-1 0 0 0,-1 0 0 0 0,1 1 0 0 0,0 0 0 0 0,0-1 0 0 0,0 1-1 0 0,0 0 1 0 0,-1 2 0 0 0,7 0 107 0 0,-4-4-145 0 0,-1 1 0 0 0,1-1 1 0 0,-1 0-1 0 0,1 0 0 0 0,-1 0 1 0 0,1 0-1 0 0,-1 1 0 0 0,0-1 1 0 0,1 0-1 0 0,-1 0 0 0 0,1 1 0 0 0,-1-1 1 0 0,0 0-1 0 0,1 0 0 0 0,-1 1 1 0 0,0-1-1 0 0,1 1 0 0 0,-1-1 1 0 0,0 0-1 0 0,0 1 0 0 0,1-1 1 0 0,-1 1-1 0 0,0-1 0 0 0,0 0 0 0 0,0 1 1 0 0,0-1-1 0 0,0 1 0 0 0,1 0 1 0 0,-1-1-1 0 0,0 1 1 0 0,0-1-1 0 0,0 0 1 0 0,0 1 0 0 0,0-1-1 0 0,0 0 1 0 0,0 1-1 0 0,1-1 1 0 0,-1 0 0 0 0,0 1-1 0 0,0-1 1 0 0,0 0-1 0 0,1 1 1 0 0,-1-1 0 0 0,0 0-1 0 0,1 0 1 0 0,-1 1-1 0 0,0-1 1 0 0,0 0 0 0 0,1 0-1 0 0,-1 1 1 0 0,0-1-1 0 0,1 0 1 0 0,-1 0-1 0 0,0 0 1 0 0,1 0 0 0 0,-1 0-1 0 0,1 0 1 0 0,-1 1-1 0 0,0-1 1 0 0,1 0 0 0 0,-1 0-1 0 0,1 0 1 0 0,20-2 423 0 0,15-8 388 0 0,-2-5-264 0 0,-27 12-426 0 0,0 1-1 0 0,0-1 0 0 0,-1-1 1 0 0,1 1-1 0 0,6-6 0 0 0,-13 9-123 0 0,1 0-1 0 0,-1 0 0 0 0,1-1 1 0 0,-1 1-1 0 0,0-1 0 0 0,1 1 1 0 0,-1 0-1 0 0,0-1 0 0 0,0 1 0 0 0,1-1 1 0 0,-1 1-1 0 0,0-1 0 0 0,0 1 1 0 0,1 0-1 0 0,-1-1 0 0 0,0 1 1 0 0,0-1-1 0 0,0 1 0 0 0,0-1 1 0 0,0 1-1 0 0,0-1 0 0 0,0 1 0 0 0,0-1 1 0 0,0 1-1 0 0,0-1 0 0 0,0 1 1 0 0,0-1-1 0 0,0 1 0 0 0,0-1 1 0 0,-1 1-1 0 0,1-1 0 0 0,0 1 0 0 0,0-1 1 0 0,-1 1-1 0 0,1-1 0 0 0,0 1 1 0 0,0 0-1 0 0,-1-1 0 0 0,1 1 1 0 0,0-1-1 0 0,-1 1 0 0 0,1 0 1 0 0,-1-1-1 0 0,1 1 0 0 0,0 0 0 0 0,-1 0 1 0 0,1-1-1 0 0,-1 1 0 0 0,1 0 1 0 0,-1 0-1 0 0,1 0 0 0 0,-1 0 1 0 0,1-1-1 0 0,-1 1 0 0 0,1 0 0 0 0,-1 0 1 0 0,1 0-1 0 0,-1 0 0 0 0,-62 5-1758 0 0,-37 7-2308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03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0 115 1361 0 0,'68'-44'1544'0'0,"-49"31"-1213"0"0,1 0 0 0 0,0 1 0 0 0,23-10 0 0 0,-36 13-91 0 0,-6 9-220 0 0,-1 0 0 0 0,0 0 0 0 0,1-1 0 0 0,-1 1 0 0 0,1 0 1 0 0,-1 0-1 0 0,1 0 0 0 0,-1-1 0 0 0,1 1 0 0 0,-1 0 0 0 0,1 0 1 0 0,-1 0-1 0 0,1 0 0 0 0,-1 0 0 0 0,1 0 0 0 0,0 0 0 0 0,-1 0 1 0 0,1 1-1 0 0,-1-1 0 0 0,1 0 0 0 0,-1 0 0 0 0,1 0 0 0 0,-1 0 0 0 0,0 1 1 0 0,1-1-1 0 0,-1 0 0 0 0,1 0 0 0 0,-1 1 0 0 0,1-1 0 0 0,-1 0 1 0 0,0 1-1 0 0,1-1 0 0 0,-1 1 0 0 0,0-1 0 0 0,1 0 0 0 0,-1 1 1 0 0,0-1-1 0 0,0 1 0 0 0,1-1 0 0 0,-1 1 0 0 0,0-1 0 0 0,0 1 0 0 0,0-1 1 0 0,1 2-1 0 0,-1-2 607 0 0,-4 15 547 0 0,-73 127 4108 0 0,70-128-5785 0 0,14-18-5904 0 0,11-13 2139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03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179 165 640 0 0,'-48'23'2175'0'0,"36"-20"-1905"0"0,10-3-189 0 0,0 1-1 0 0,-1-1 1 0 0,1 1 0 0 0,0 0 0 0 0,0-1-1 0 0,-1 1 1 0 0,1 0 0 0 0,0 0 0 0 0,0 1-1 0 0,0-1 1 0 0,0 0 0 0 0,0 1 0 0 0,-2 2-1 0 0,-30 18 634 0 0,29-20-630 0 0,1 0 0 0 0,0 0 0 0 0,1 1 0 0 0,-1-1 0 0 0,0 1 0 0 0,1 0 0 0 0,-1 0 0 0 0,1 0-1 0 0,0 0 1 0 0,0 1 0 0 0,-5 6 0 0 0,7-9-42 0 0,1 1 0 0 0,-1 0 0 0 0,0 0 0 0 0,1-1 0 0 0,-1 1 0 0 0,1 0 0 0 0,0 0 0 0 0,0 0 1 0 0,-1 0-1 0 0,1 0 0 0 0,0-1 0 0 0,0 1 0 0 0,1 0 0 0 0,-1 0 0 0 0,0 0 0 0 0,1 0 0 0 0,-1 0 0 0 0,1-1 0 0 0,0 1 0 0 0,-1 0 0 0 0,1 0 0 0 0,0-1 0 0 0,0 1 0 0 0,0-1 0 0 0,0 1 0 0 0,0-1 0 0 0,0 1 0 0 0,1-1 1 0 0,-1 0-1 0 0,1 1 0 0 0,-1-1 0 0 0,0 0 0 0 0,1 0 0 0 0,2 1 0 0 0,0 1 11 0 0,0-1 0 0 0,1 1 0 0 0,-1-1 0 0 0,1 0 0 0 0,-1-1 0 0 0,1 1 0 0 0,-1-1 0 0 0,1 0 0 0 0,0 0 0 0 0,0 0 0 0 0,0-1 0 0 0,7 0 0 0 0,2-2 42 0 0,0-1 1 0 0,1-1-1 0 0,-1-1 1 0 0,-1 0-1 0 0,1-1 1 0 0,-1 0-1 0 0,0-1 1 0 0,0 0-1 0 0,22-17 1 0 0,-13 7-98 0 0,-2-1 0 0 0,0 0 0 0 0,34-40 0 0 0,-50 53-92 0 0,-1 0 0 0 0,1 0-1 0 0,-1-1 1 0 0,0 1 0 0 0,0-1-1 0 0,-1 0 1 0 0,1 1 0 0 0,-1-1-1 0 0,-1 0 1 0 0,1 0 0 0 0,-1-1-1 0 0,0 1 1 0 0,0 0 0 0 0,-1 0-1 0 0,0-1 1 0 0,-1-9 0 0 0,1 3-184 0 0,0 11 246 0 0,0 0 0 0 0,0 1 0 0 0,0-1 0 0 0,0 0 0 0 0,0 0 0 0 0,-1 1 0 0 0,1-1 0 0 0,-1 0 0 0 0,1 1-1 0 0,-1-1 1 0 0,0 0 0 0 0,0 1 0 0 0,1-1 0 0 0,-1 1 0 0 0,0-1 0 0 0,0 1 0 0 0,-1 0 0 0 0,1-1 0 0 0,0 1 0 0 0,0 0 0 0 0,-1 0 0 0 0,1 0-1 0 0,0 0 1 0 0,-1 0 0 0 0,1 0 0 0 0,-1 0 0 0 0,1 0 0 0 0,-1 1 0 0 0,0-1 0 0 0,1 1 0 0 0,-1-1 0 0 0,0 1 0 0 0,1-1 0 0 0,-1 1 0 0 0,0 0-1 0 0,0 0 1 0 0,1 0 0 0 0,-1 0 0 0 0,0 0 0 0 0,0 0 0 0 0,-1 1 0 0 0,-9 1-232 0 0,0-1 0 0 0,0 2 0 0 0,1 0 0 0 0,-22 8-1 0 0,-11 10-1029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09:04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314 146 240 0 0,'-1'0'50'0'0,"1"-1"-1"0"0,0 1 1 0 0,0 0 0 0 0,0-1-1 0 0,0 1 1 0 0,-1-1 0 0 0,1 1 0 0 0,0 0-1 0 0,0-1 1 0 0,-1 1 0 0 0,1 0-1 0 0,0-1 1 0 0,0 1 0 0 0,-1 0-1 0 0,1 0 1 0 0,0-1 0 0 0,-1 1-1 0 0,1 0 1 0 0,-1 0 0 0 0,1 0-1 0 0,0 0 1 0 0,-1-1 0 0 0,1 1-1 0 0,0 0 1 0 0,-1 0 0 0 0,1 0-1 0 0,-1 0 1 0 0,1 0 0 0 0,-1 0-1 0 0,1 0 1 0 0,0 0 0 0 0,-2 0-1 0 0,2 0-7 0 0,0 0 1 0 0,-1 0-1 0 0,1 0 0 0 0,-1 0 0 0 0,1 0 0 0 0,0 0 0 0 0,-1 0 0 0 0,1 0 0 0 0,-1 0 0 0 0,1 0 0 0 0,0 0 0 0 0,-1 0 0 0 0,1-1 1 0 0,-1 1-1 0 0,1 0 0 0 0,0 0 0 0 0,-1 0 0 0 0,1-1 0 0 0,0 1 0 0 0,-1 0 0 0 0,1 0 0 0 0,0-1 0 0 0,-1 1 0 0 0,1 0 0 0 0,0-1 1 0 0,0 1-1 0 0,-1 0 0 0 0,1-1 0 0 0,0 1 0 0 0,0-1 0 0 0,0 1 0 0 0,-1-1 0 0 0,1 0 44 0 0,-1 0 0 0 0,1 1 0 0 0,-1-1 0 0 0,0 0 0 0 0,1 1 0 0 0,-1-1 0 0 0,0 0 0 0 0,1 1 1 0 0,-1-1-1 0 0,0 1 0 0 0,0-1 0 0 0,0 1 0 0 0,0-1 0 0 0,0 1 0 0 0,1 0 0 0 0,-1-1 0 0 0,0 1 0 0 0,0 0 0 0 0,0 0 0 0 0,-2 0 0 0 0,-23-4 1255 0 0,10 3-801 0 0,0 2-1 0 0,0 0 0 0 0,0 0 0 0 0,0 2 1 0 0,0 0-1 0 0,-25 8 0 0 0,15-4-188 0 0,19-5-259 0 0,0-1 0 0 0,-1 1-1 0 0,1 0 1 0 0,0 1-1 0 0,0 0 1 0 0,1 0 0 0 0,-1 1-1 0 0,1-1 1 0 0,-10 8 0 0 0,15-8-15 0 0,0-1 1 0 0,0 1 0 0 0,1 0-1 0 0,-1 0 1 0 0,1-1 0 0 0,-1 1-1 0 0,1 0 1 0 0,0 0 0 0 0,0 0-1 0 0,0 0 1 0 0,0-1 0 0 0,1 1-1 0 0,-1 0 1 0 0,1 0 0 0 0,-1 0-1 0 0,3 4 1 0 0,2-4-58 0 0,-1 0 0 0 0,1 0-1 0 0,0 0 1 0 0,0-1 0 0 0,0 0-1 0 0,0 0 1 0 0,1 0 0 0 0,-1-1-1 0 0,0 1 1 0 0,1-1 0 0 0,-1-1-1 0 0,1 1 1 0 0,-1-1 0 0 0,7 0-1 0 0,10 0 21 0 0,0-1-1 0 0,24-5 1 0 0,-30 3-26 0 0,-1-1 0 0 0,1 0 1 0 0,-1-1-1 0 0,-1-1 0 0 0,1-1 0 0 0,-1 0 1 0 0,0-1-1 0 0,0 0 0 0 0,15-13 1 0 0,-22 16-120 0 0,0 0-1 0 0,-1-1 1 0 0,0 0 0 0 0,0 0 0 0 0,-1 0 0 0 0,1 0 0 0 0,-1-1 0 0 0,-1 0 0 0 0,1 0 0 0 0,-1 0-1 0 0,0-1 1 0 0,-1 1 0 0 0,0-1 0 0 0,0 0 0 0 0,-1 0 0 0 0,0 0 0 0 0,0 0 0 0 0,1-11 0 0 0,-3 18-35 0 0,0 0 0 0 0,-1-1 0 0 0,1 1 0 0 0,0-1 0 0 0,0 1 0 0 0,-1 0 0 0 0,1-1 1 0 0,-1 1-1 0 0,1 0 0 0 0,-1-1 0 0 0,0 1 0 0 0,0 0 0 0 0,1 0 0 0 0,-1 0 1 0 0,0 0-1 0 0,0 0 0 0 0,0 0 0 0 0,0 0 0 0 0,0 0 0 0 0,0 0 0 0 0,0 0 1 0 0,-1 0-1 0 0,1 1 0 0 0,0-1 0 0 0,0 0 0 0 0,-1 1 0 0 0,1-1 0 0 0,0 1 0 0 0,-1-1 1 0 0,1 1-1 0 0,0 0 0 0 0,-1 0 0 0 0,1-1 0 0 0,-3 1 0 0 0,-4 0-429 0 0,0 0 0 0 0,1 0 0 0 0,-1 1-1 0 0,1 0 1 0 0,-10 2 0 0 0,-5 1-1178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16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67 400 0 0,'43'-24'2614'0'0,"-36"20"-2000"0"0,0 0 0 0 0,-1 1-1 0 0,1-1 1 0 0,1 1 0 0 0,-1 0-1 0 0,15-3 1 0 0,-49 8 9014 0 0,0-8-7289 0 0,11 3-2316 0 0,0 0 0 0 0,0 1 0 0 0,-29 0 0 0 0,41 1-23 0 0,0 1 0 0 0,1-1 0 0 0,-1 1 0 0 0,0 0 0 0 0,1 1 0 0 0,-1-1 0 0 0,1 0 0 0 0,-1 1 0 0 0,1 0 0 0 0,-1 0 0 0 0,1 0 0 0 0,-1 1 0 0 0,-3 1 0 0 0,-6 3 0 0 0,-70 29 0 0 0,58-24 0 0 0,23-6-34 0 0,1-2-16 0 0,-18-2 201 0 0,19-1-149 0 0,0 0-1 0 0,0 0 1 0 0,0 0 0 0 0,0 0 0 0 0,-1 0 0 0 0,1 0 0 0 0,0 0 0 0 0,0 0 0 0 0,0 0 0 0 0,0 0 0 0 0,0 0 0 0 0,-1 0 0 0 0,1 0 0 0 0,0 0 0 0 0,0 0 0 0 0,0 0 0 0 0,0 0 0 0 0,0 0-1 0 0,0 0 1 0 0,-1 1 0 0 0,1-1 0 0 0,0 0 0 0 0,0 0 0 0 0,0 0 0 0 0,0 0 0 0 0,0 0 0 0 0,0 0 0 0 0,0 0 0 0 0,0 1 0 0 0,0-1 0 0 0,-1 0 0 0 0,1 0 0 0 0,0 0 0 0 0,0 0 0 0 0,0 0-1 0 0,0 1 1 0 0,0-1 0 0 0,0 0 0 0 0,0 0 0 0 0,0 0 0 0 0,0 0 0 0 0,0 0 0 0 0,0 1 0 0 0,0-1 0 0 0,0 0 0 0 0,-3 6-78 0 0,1-6 41 0 0,1 0 26 0 0,0 0 0 0 0,1 0 0 0 0,-1 0 1 0 0,0 0-1 0 0,1 0 0 0 0,-1 0 0 0 0,0 1 1 0 0,1-1-1 0 0,-1 0 0 0 0,0 0 0 0 0,1 0 1 0 0,-1 1-1 0 0,1-1 0 0 0,-1 0 0 0 0,1 1 0 0 0,-1-1 1 0 0,0 0-1 0 0,1 1 0 0 0,-1-1 0 0 0,1 1 1 0 0,0-1-1 0 0,-1 1 0 0 0,1-1 0 0 0,-1 1 1 0 0,1-1-1 0 0,0 1 0 0 0,-1 0 0 0 0,1-1 1 0 0,0 1-1 0 0,-1 0 0 0 0,-1 3 8 0 0,-1-1 0 0 0,0 1-1 0 0,1-1 1 0 0,-1 0 0 0 0,-1 0 0 0 0,1 0 0 0 0,0 0-1 0 0,-1-1 1 0 0,0 1 0 0 0,-4 2 0 0 0,7-5 1 0 0,-9 8-26 0 0,-10 3-82 0 0,13-8 116 0 0,0 0 0 0 0,0 1-1 0 0,0 0 1 0 0,0 0-1 0 0,1 0 1 0 0,-12 11 0 0 0,6-7 69 0 0,11-7-85 0 0,0-1 1 0 0,0 0-1 0 0,0 1 1 0 0,0-1-1 0 0,1 1 0 0 0,-1-1 1 0 0,0 1-1 0 0,0 0 1 0 0,1-1-1 0 0,-1 1 1 0 0,0 0-1 0 0,1-1 0 0 0,-1 1 1 0 0,0 0-1 0 0,1 0 1 0 0,-1 0-1 0 0,1 0 1 0 0,-1 1-1 0 0,1-1 4 0 0,0-1 0 0 0,0 0 0 0 0,0 1 0 0 0,-1-1 0 0 0,1 1 0 0 0,0-1 1 0 0,0 0-1 0 0,0 1 0 0 0,0-1 0 0 0,0 0 0 0 0,-1 1 0 0 0,1-1 0 0 0,0 0 0 0 0,0 1 0 0 0,-1-1 0 0 0,1 0 0 0 0,0 1 0 0 0,-1-1 0 0 0,1 0 0 0 0,0 0 1 0 0,0 1-1 0 0,-1-1 0 0 0,1 0 0 0 0,-1 0 0 0 0,1 0 0 0 0,0 0 0 0 0,-1 1 0 0 0,1-1 0 0 0,0 0 0 0 0,-1 0 0 0 0,1 0 0 0 0,-1 0 0 0 0,1 0 0 0 0,0 0 1 0 0,-2 0-1 0 0,2 0 1 0 0,0 0 0 0 0,-1 0 0 0 0,1 0-1 0 0,-1 0 1 0 0,1 0 0 0 0,-1 0 0 0 0,1 0 0 0 0,-1 0 0 0 0,1 1 0 0 0,-1-1 0 0 0,1 0 0 0 0,-1 0 0 0 0,1 0 0 0 0,0 1 0 0 0,-1-1 0 0 0,1 0 0 0 0,-1 0 0 0 0,1 1 0 0 0,0-1 0 0 0,-1 0 0 0 0,1 1 0 0 0,0-1 0 0 0,0 1 0 0 0,-1-1 0 0 0,1 0 0 0 0,0 1 0 0 0,0-1 0 0 0,-1 1 0 0 0,1-1 0 0 0,0 1 0 0 0,0-1 0 0 0,0 1 0 0 0,0-1 0 0 0,0 0 0 0 0,0 1 0 0 0,0 0 0 0 0,-1 1 2 0 0,2-1 0 0 0,-1 0 0 0 0,0 1 0 0 0,0-1 0 0 0,0 0 0 0 0,0 1 0 0 0,1-1 0 0 0,-1 0 0 0 0,1 1 0 0 0,-1-1 0 0 0,1 0 0 0 0,-1 0 0 0 0,1 0 0 0 0,0 0 0 0 0,0 1 0 0 0,-1-1 0 0 0,1 0 0 0 0,0 0 0 0 0,2 1 0 0 0,-2-1 2 0 0,0 0 0 0 0,0 0 0 0 0,0 0 0 0 0,-1 0 0 0 0,1 0 0 0 0,0 0 0 0 0,0 0 0 0 0,-1 0 0 0 0,1 0 0 0 0,-1 1 0 0 0,1-1 0 0 0,-1 0 0 0 0,1 0 0 0 0,-1 1 0 0 0,0-1 0 0 0,1 0 0 0 0,-1 1 0 0 0,0-1 0 0 0,0 2 0 0 0,0-1-3 0 0,0-1 0 0 0,0 0 0 0 0,0 1 0 0 0,0-1 1 0 0,1 0-1 0 0,-1 0 0 0 0,1 1 0 0 0,-1-1 1 0 0,1 0-1 0 0,-1 0 0 0 0,1 0 0 0 0,-1 1 1 0 0,1-1-1 0 0,0 0 0 0 0,0 0 0 0 0,0 0 1 0 0,1 1-1 0 0,6 9-46 0 0,-7-9 44 0 0,0 0 1 0 0,-1 0-1 0 0,1 0 1 0 0,-1 1 0 0 0,1-1-1 0 0,-1 0 1 0 0,0 0-1 0 0,0 1 1 0 0,0-1 0 0 0,0 0-1 0 0,0 0 1 0 0,-1 1 0 0 0,1-1-1 0 0,-1 0 1 0 0,1 0-1 0 0,-1 0 1 0 0,0 0 0 0 0,0 0-1 0 0,0 0 1 0 0,0 0 0 0 0,0 0-1 0 0,0 0 1 0 0,0 0-1 0 0,-1 0 1 0 0,1-1 0 0 0,-3 3-1 0 0,2-2 2 0 0,2-1-3 0 0,-1 0 0 0 0,1 0-1 0 0,-1 0 1 0 0,1 0 0 0 0,-1 0 0 0 0,1 0 0 0 0,0 0-1 0 0,0 0 1 0 0,-1 0 0 0 0,1 0 0 0 0,0 0-1 0 0,0 0 1 0 0,0 0 0 0 0,0 2 0 0 0,-3 12-64 0 0,-1-9-6 0 0,-1-1-1 0 0,0 1 1 0 0,0-1-1 0 0,0 0 0 0 0,-8 6 1 0 0,13-11 69 0 0,-1 1 0 0 0,1-1 0 0 0,-1 1 0 0 0,1-1 0 0 0,-1 1 0 0 0,1 0 0 0 0,-1-1 1 0 0,1 1-1 0 0,0-1 0 0 0,0 1 0 0 0,-1 0 0 0 0,1-1 0 0 0,0 1 0 0 0,0 0 0 0 0,0 0 0 0 0,-1-1 0 0 0,1 1 0 0 0,0 0 0 0 0,0-1 1 0 0,0 1-1 0 0,0 0 0 0 0,1 0 0 0 0,-1-1 0 0 0,0 1 0 0 0,0 0 0 0 0,0-1 0 0 0,1 2 0 0 0,-1-2-12 0 0,0 1 1 0 0,0-1-1 0 0,1 1 0 0 0,-1-1 0 0 0,0 0 1 0 0,0 1-1 0 0,0-1 0 0 0,0 1 0 0 0,0-1 1 0 0,0 1-1 0 0,0-1 0 0 0,0 1 0 0 0,0-1 1 0 0,0 1-1 0 0,0-1 0 0 0,0 1 0 0 0,0-1 1 0 0,0 1-1 0 0,0-1 0 0 0,-1 0 0 0 0,1 1 1 0 0,0-1-1 0 0,0 1 0 0 0,0-1 0 0 0,-1 0 1 0 0,1 1-1 0 0,0-1 0 0 0,-1 1 0 0 0,1-1 1 0 0,0 0-1 0 0,-1 1 0 0 0,0-1 22 0 0,0 1 0 0 0,0-1 0 0 0,0 0 0 0 0,0 1 0 0 0,0-1 0 0 0,0 1 0 0 0,0-1 0 0 0,0 1 0 0 0,0 0 0 0 0,0-1 0 0 0,0 1 0 0 0,1 0 0 0 0,-1-1 0 0 0,0 1 0 0 0,1 0 0 0 0,-1 0 0 0 0,0 1 0 0 0,-2 25-102 0 0,3-26 97 0 0,0-1 0 0 0,0 1 0 0 0,1 0 0 0 0,-1 0 0 0 0,0-1 0 0 0,0 1 0 0 0,1 0 1 0 0,-1-1-1 0 0,0 1 0 0 0,1 0 0 0 0,-1-1 0 0 0,0 1 0 0 0,1 0 0 0 0,-1-1 0 0 0,1 1 1 0 0,-1-1-1 0 0,1 1 0 0 0,0-1 0 0 0,-1 1 0 0 0,1-1 0 0 0,1 1 0 0 0,-1 0-14 0 0,-1-1 0 0 0,1 1-1 0 0,0 0 1 0 0,0-1-1 0 0,0 1 1 0 0,0 0 0 0 0,-1 0-1 0 0,1 0 1 0 0,0 0-1 0 0,-1-1 1 0 0,1 1 0 0 0,-1 0-1 0 0,1 0 1 0 0,-1 0-1 0 0,1 0 1 0 0,-1 0-1 0 0,0 0 1 0 0,1 1 0 0 0,-1-1-1 0 0,0 0 1 0 0,0 0-1 0 0,0 2 1 0 0,1-2 23 0 0,-1 0 0 0 0,0 0 0 0 0,0 0 0 0 0,1 0 0 0 0,-1 0 0 0 0,1-1-1 0 0,-1 1 1 0 0,1 0 0 0 0,-1 0 0 0 0,1 0 0 0 0,0 0 0 0 0,-1-1 0 0 0,1 1 0 0 0,0 0 0 0 0,-1-1 0 0 0,1 1 0 0 0,0 0-1 0 0,1 0 1 0 0,-1-1-5 0 0,0 1 0 0 0,0-1 0 0 0,-1 0 0 0 0,1 1 0 0 0,0-1 0 0 0,-1 1 0 0 0,1-1-1 0 0,-1 1 1 0 0,1-1 0 0 0,0 1 0 0 0,-1-1 0 0 0,1 1 0 0 0,-1 0 0 0 0,0-1 0 0 0,1 1 0 0 0,-1-1-1 0 0,1 1 1 0 0,-1 0 0 0 0,0 0 0 0 0,0-1 0 0 0,1 1 0 0 0,-1 0 0 0 0,0 0 0 0 0,0-1-1 0 0,0 1 1 0 0,0 0 0 0 0,0 0 0 0 0,0-1 0 0 0,0 1 0 0 0,0 0 0 0 0,0 0 0 0 0,0 0 0 0 0,0-1-1 0 0,0 1 1 0 0,-1 0 0 0 0,1 0 0 0 0,0-1 0 0 0,-1 1 0 0 0,1 0 0 0 0,0-1 0 0 0,-1 1 0 0 0,1 0-1 0 0,-1-1 1 0 0,0 2 0 0 0,-5 4 16 0 0,5-4-15 0 0,0-1 0 0 0,0 0 0 0 0,-1 1-1 0 0,1-1 1 0 0,1 0 0 0 0,-1 1 0 0 0,0-1 0 0 0,0 1 0 0 0,0 0 0 0 0,1-1 0 0 0,-1 1 0 0 0,1 0 0 0 0,-1-1 0 0 0,1 1 0 0 0,0 0 0 0 0,-1-1 0 0 0,1 1 0 0 0,0 2 0 0 0,0-3-4 0 0,1 0 1 0 0,-1 1 0 0 0,-1-1-1 0 0,1 0 1 0 0,0 1 0 0 0,0-1 0 0 0,0 0-1 0 0,-1 0 1 0 0,1 1 0 0 0,0-1 0 0 0,-1 0-1 0 0,0 0 1 0 0,1 0 0 0 0,-1 1 0 0 0,1-1-1 0 0,-1 0 1 0 0,0 0 0 0 0,0 0 0 0 0,0 0-1 0 0,0 0 1 0 0,0 0 0 0 0,0-1-1 0 0,-1 3 1 0 0,-3 1 8 0 0,1 7 69 0 0,0 0-22 0 0,2-9-51 0 0,1-1 1 0 0,-1 1-1 0 0,0 1 0 0 0,1-1 1 0 0,-1 0-1 0 0,1 0 1 0 0,0 1-1 0 0,-1-1 1 0 0,1 0-1 0 0,0 1 1 0 0,1-1-1 0 0,-1 1 1 0 0,0 0-1 0 0,1-1 0 0 0,-1 1 1 0 0,1-1-1 0 0,0 1 1 0 0,0 0-1 0 0,0-1 1 0 0,0 1-1 0 0,1 3 1 0 0,-1 6 173 0 0,-1-11-178 0 0,1 0 0 0 0,0 0 0 0 0,0 0 0 0 0,-1 0 0 0 0,1 0 0 0 0,0 0 0 0 0,0 0 0 0 0,0 0 0 0 0,0 0 1 0 0,1 0-1 0 0,-1 0 0 0 0,0 0 0 0 0,0 0 0 0 0,1 0 0 0 0,-1 0 0 0 0,0 0 0 0 0,1 0 0 0 0,-1 0 0 0 0,1 0 0 0 0,-1 0 0 0 0,1 0 0 0 0,0 0 0 0 0,-1 0 0 0 0,1-1 0 0 0,0 1 0 0 0,0 0 0 0 0,-1 0 0 0 0,1-1 1 0 0,0 1-1 0 0,0 0 0 0 0,0-1 0 0 0,0 1 0 0 0,0-1 0 0 0,0 0 0 0 0,0 1 0 0 0,0-1 0 0 0,0 0 0 0 0,0 1 0 0 0,0-1 0 0 0,0 0 0 0 0,0 0 0 0 0,0 0 0 0 0,0 0 0 0 0,2 0 0 0 0,17 6-10 0 0,-18-3 18 0 0,40 11 314 0 0,73 15-1 0 0,-98-25-193 0 0,4-1-63 0 0,-1 0 0 0 0,1-1 0 0 0,0-1 0 0 0,36-3 0 0 0,84-18-150 0 0,-93 13 78 0 0,-12 1 28 0 0,0 0-1 0 0,-1-3 0 0 0,0-1 1 0 0,49-20-1 0 0,-11-1 121 0 0,-44 20-96 0 0,-1-1 0 0 0,53-31 0 0 0,-76 39-59 0 0,1 0 0 0 0,-1 0 0 0 0,0-1-1 0 0,-1 0 1 0 0,1 0 0 0 0,-1 0 0 0 0,7-12 0 0 0,18-20 11 0 0,-7 16 81 0 0,50-52 98 0 0,-64 64-202 0 0,0-1 0 0 0,-1 1 0 0 0,0-1 0 0 0,-1-1 0 0 0,0 1-1 0 0,5-13 1 0 0,12-30-68 0 0,-23 51 91 0 0,1 0-1 0 0,-1 0 1 0 0,1 1 0 0 0,-1-1 0 0 0,0 0-1 0 0,0 0 1 0 0,0 0 0 0 0,0 0 0 0 0,0 0-1 0 0,0 1 1 0 0,0-1 0 0 0,-1 0-1 0 0,1 0 1 0 0,-1 0 0 0 0,1 1 0 0 0,-1-1-1 0 0,-1-2 1 0 0,-20-31 40 0 0,6 10 152 0 0,1 1-126 0 0,-2 0 0 0 0,0 0 0 0 0,-27-26 0 0 0,26 29-187 0 0,16 19 110 0 0,-6-8 6 0 0,0 1-1 0 0,-1 1 0 0 0,1 0 0 0 0,-14-10 1 0 0,18 15-14 0 0,0 1 0 0 0,0 0 0 0 0,0 0 0 0 0,-1 1 0 0 0,1-1 0 0 0,0 1 0 0 0,-1 0 0 0 0,1 0 0 0 0,-1 0 0 0 0,1 1 0 0 0,-1-1 0 0 0,1 1 0 0 0,-1 0 0 0 0,1 0 0 0 0,-7 2 0 0 0,-7 1-463 0 0,1 1 0 0 0,-24 9-1 0 0,23-6-1792 0 0,-1 0 0 0 0,-20 13 1 0 0,-5 5-4114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0:18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1106 38 240 0 0,'0'0'1654'0'0,"-4"1"-1014"0"0,-4 0-288 0 0,0-1-1 0 0,-1 1 1 0 0,1-2-1 0 0,0 1 0 0 0,-14-3 1 0 0,10 1-112 0 0,-1 1 0 0 0,0 0 0 0 0,-18 1 0 0 0,-51 12 1219 0 0,48-6-354 0 0,0-1 1 0 0,-35 0-1 0 0,29-7-1085 0 0,24 1-7 0 0,-1 1-1 0 0,0 0 0 0 0,0 1 1 0 0,1 0-1 0 0,-1 2 0 0 0,-21 5 1 0 0,-29 6 37 0 0,51-12-54 0 0,-1 1-1 0 0,1 1 0 0 0,1 0 0 0 0,-27 11 0 0 0,29-8-20 0 0,-15 5 10 0 0,-35 6 42 0 0,56-8 40 0 0,-60 14 0 0 0,4-15 26 0 0,59-8-95 0 0,1-1-1 0 0,0 0 1 0 0,1 1-1 0 0,-1-1 0 0 0,1 1 0 0 0,-1 0 0 0 0,1 0 0 0 0,-1 0 0 0 0,1 0 0 0 0,0 0 1 0 0,-1 1-1 0 0,1-1 0 0 0,0 1 0 0 0,0-1 0 0 0,0 1 0 0 0,0 0 0 0 0,0 0 0 0 0,-2 3 1 0 0,-23 17 157 0 0,22-18-135 0 0,0-1 1 0 0,0 1 0 0 0,1 0 0 0 0,-1 0 0 0 0,-3 5 0 0 0,-37 51-75 0 0,44-59 74 0 0,0 1-1 0 0,1 0 0 0 0,-1-1 0 0 0,0 1 1 0 0,0 0-1 0 0,1 0 0 0 0,-1 0 1 0 0,1 0-1 0 0,0 0 0 0 0,-1 0 0 0 0,1 0 1 0 0,0 0-1 0 0,0 0 0 0 0,0 0 1 0 0,1-1-1 0 0,-1 1 0 0 0,0 0 0 0 0,2 3 1 0 0,13 29 326 0 0,-11-27-272 0 0,-2-3-28 0 0,0 0-14 0 0,0-1 0 0 0,0 1 1 0 0,0 0-1 0 0,0 0 0 0 0,1-1 0 0 0,-1 1 0 0 0,1-1 0 0 0,0 0 1 0 0,0 0-1 0 0,0 0 0 0 0,1 0 0 0 0,-1 0 0 0 0,1-1 0 0 0,-1 0 0 0 0,6 3 1 0 0,58 35 320 0 0,103 81 1 0 0,-144-100-363 0 0,-20-15 12 0 0,1 0 0 0 0,0-1 0 0 0,0 0 0 0 0,0 0 1 0 0,1 0-1 0 0,13 5 0 0 0,74 19-6 0 0,-67-22 8 0 0,0 1 1 0 0,46 20-1 0 0,-46-16 51 0 0,0-2-1 0 0,1-2 0 0 0,0 0 0 0 0,0-2 1 0 0,0-1-1 0 0,40 1 0 0 0,-48-6-28 0 0,1-1-1 0 0,-1-1 1 0 0,1-2 0 0 0,-1 0-1 0 0,36-12 1 0 0,19-3 200 0 0,98-23 173 0 0,-169 41-378 0 0,0 0-1 0 0,0-1 1 0 0,0 0-1 0 0,-1 0 1 0 0,1 0-1 0 0,-1 0 1 0 0,1-1-1 0 0,-1 0 1 0 0,7-5-1 0 0,10-6 124 0 0,6-5 146 0 0,33-29-1 0 0,-18 13-57 0 0,-10 12-87 0 0,-23 17-114 0 0,1-1-1 0 0,-2 0 1 0 0,1-1 0 0 0,-1 1 0 0 0,0-1 0 0 0,0-1-1 0 0,7-11 1 0 0,14-15-186 0 0,-23 29 150 0 0,-1-1 0 0 0,1 0 1 0 0,-1 1-1 0 0,7-15 0 0 0,-5 8 125 0 0,3-17 31 0 0,-10 28-150 0 0,0 1-1 0 0,-1-1 1 0 0,1 1 0 0 0,0-1 0 0 0,-1 1 0 0 0,1-1 0 0 0,-1 1 0 0 0,1-1 0 0 0,-1 1-1 0 0,0-1 1 0 0,1 1 0 0 0,-1 0 0 0 0,0-1 0 0 0,0 1 0 0 0,0 0 0 0 0,0 0 0 0 0,-2-2 0 0 0,1 1-2 0 0,0 0 1 0 0,0 0 0 0 0,0 0-1 0 0,0-1 1 0 0,1 1 0 0 0,-1 0 0 0 0,1-1-1 0 0,-1 1 1 0 0,1-1 0 0 0,0 0-1 0 0,0 1 1 0 0,0-1 0 0 0,1 0-1 0 0,-1 0 1 0 0,0 0 0 0 0,1 1 0 0 0,0-1-1 0 0,0-4 1 0 0,-1 2 9 0 0,1 0 0 0 0,-1 0 1 0 0,0 0-1 0 0,-1 0 0 0 0,1 0 0 0 0,-1 0 0 0 0,0 0 0 0 0,0 0 1 0 0,-1 1-1 0 0,1-1 0 0 0,-1 1 0 0 0,0 0 0 0 0,0 0 1 0 0,0 0-1 0 0,-1 0 0 0 0,0 0 0 0 0,-6-5 0 0 0,-6-3 21 0 0,-1 0 0 0 0,0 0 0 0 0,-23-10 0 0 0,-6-1 321 0 0,-1 1-1 0 0,-1 2 1 0 0,-1 2 0 0 0,-1 3 0 0 0,0 1 0 0 0,-1 3 0 0 0,-63-5-1 0 0,67 15 10 0 0,-68 7 0 0 0,81-3-216 0 0,14-1 1 0 0,-1 2 0 0 0,1 0 0 0 0,-29 10 0 0 0,-18 4-1023 0 0,107-10-12489 0 0,-17-7 7963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09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5 1521 0 0,'22'0'1440'0'0,"-22"-5"801"0"0,0 10-2001 0 0,-22 0-1040 0 0,22 0 320 0 0,-22-1-561 0 0,22 6 321 0 0,-45 8-881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10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663 88 80 0 0,'-3'-1'5463'0'0,"2"2"-5421"0"0,0-1 0 0 0,0 0-1 0 0,1 0 1 0 0,-1 0 0 0 0,0 0-1 0 0,0 0 1 0 0,1 0 0 0 0,-1-1-1 0 0,0 1 1 0 0,0 0 0 0 0,1 0-1 0 0,-1 0 1 0 0,0-1-1 0 0,0 1 1 0 0,1 0 0 0 0,-1-1-1 0 0,0 1 1 0 0,1-1 0 0 0,-1 1-1 0 0,1 0 1 0 0,-1-1 0 0 0,1 0-1 0 0,-1 1 1 0 0,0-1 0 0 0,1 1-1 0 0,0-1 1 0 0,-2-1 0 0 0,2 1-29 0 0,0 0 0 0 0,-1 0 0 0 0,1 0 0 0 0,-1 0 0 0 0,1 0 0 0 0,-1 0 0 0 0,1 1 0 0 0,-1-1 0 0 0,0 0 0 0 0,0 0 0 0 0,1 0 0 0 0,-1 1 0 0 0,0-1-1 0 0,0 0 1 0 0,0 1 0 0 0,0-1 0 0 0,0 0 0 0 0,-2 0 0 0 0,-27-14 57 0 0,9 5-53 0 0,11 4 0 0 0,1 1 0 0 0,-1 1 0 0 0,-1 0 0 0 0,1 0-1 0 0,0 1 1 0 0,-1 0 0 0 0,0 0 0 0 0,1 2 0 0 0,-1-1 0 0 0,0 1-1 0 0,0 1 1 0 0,0 0 0 0 0,0 0 0 0 0,-19 4 0 0 0,6 1 23 0 0,-1 1 0 0 0,1 1 0 0 0,1 1 0 0 0,-1 1 1 0 0,-27 15-1 0 0,0 6 95 0 0,35-20-55 0 0,1-1-1 0 0,-21 8 0 0 0,25-12-44 0 0,8-4-23 0 0,0 0 1 0 0,0 0 0 0 0,0 1-1 0 0,0-1 1 0 0,1 1-1 0 0,-1 0 1 0 0,1 0 0 0 0,-1 0-1 0 0,1 0 1 0 0,-5 5 0 0 0,-18 7 92 0 0,23-14-99 0 0,0 0 0 0 0,0 1 0 0 0,0 0 1 0 0,0 0-1 0 0,0-1 0 0 0,0 1 0 0 0,1 0 0 0 0,-1 0 0 0 0,0 1 1 0 0,0-1-1 0 0,1 0 0 0 0,-1 1 0 0 0,1-1 0 0 0,-1 1 1 0 0,1-1-1 0 0,-1 1 0 0 0,1 0 0 0 0,0-1 0 0 0,0 1 0 0 0,0 0 1 0 0,0 0-1 0 0,0 0 0 0 0,0 2 0 0 0,1 104 128 0 0,0-104-132 0 0,0-1 0 0 0,1 0 0 0 0,0 0 1 0 0,0 0-1 0 0,0 0 0 0 0,0 0 0 0 0,0 0 1 0 0,1 0-1 0 0,-1-1 0 0 0,1 1 0 0 0,3 4 1 0 0,27 31 74 0 0,-14-17-21 0 0,-10-12-54 0 0,0-1 1 0 0,0 1 0 0 0,1-1-1 0 0,14 10 1 0 0,14 10-3 0 0,21 14 1 0 0,10 8-15 0 0,-46-31 14 0 0,2-2 0 0 0,0 0 0 0 0,1-1 0 0 0,0-1 0 0 0,2-2 0 0 0,-1 0 0 0 0,48 14 0 0 0,-50-19 13 0 0,1-2 1 0 0,0 0-1 0 0,0-2 0 0 0,0-1 1 0 0,0 0-1 0 0,27-2 1 0 0,156-17 317 0 0,-3 0-263 0 0,-178 16-78 0 0,-11 2 27 0 0,0-2 0 0 0,0 0 0 0 0,0-1 0 0 0,0-1 0 0 0,0 0 0 0 0,0-2 0 0 0,-1 1 0 0 0,1-2 0 0 0,18-7 0 0 0,-23 6-14 0 0,0 0 1 0 0,0-1-1 0 0,0 0 0 0 0,-1 0 0 0 0,0-1 0 0 0,0 0 1 0 0,-1-1-1 0 0,0 0 0 0 0,-1-1 0 0 0,0 1 0 0 0,0-2 1 0 0,-1 1-1 0 0,0-1 0 0 0,-1 0 0 0 0,-1 0 0 0 0,1-1 1 0 0,-2 0-1 0 0,0 0 0 0 0,0 0 0 0 0,-1 0 0 0 0,0-1 1 0 0,-1 1-1 0 0,-1-1 0 0 0,0-13 0 0 0,0-2-3 0 0,-2-47 0 0 0,0 69 0 0 0,0 0 0 0 0,0 0 0 0 0,0 0 0 0 0,-1 0 0 0 0,0 0 0 0 0,0 0 0 0 0,0 1 0 0 0,-1-1 0 0 0,-4-7 0 0 0,1 4 18 0 0,-1 0 0 0 0,0 0 0 0 0,-1 0-1 0 0,0 1 1 0 0,0 0 0 0 0,0 1 0 0 0,-1 0 0 0 0,0 0-1 0 0,-1 1 1 0 0,0 0 0 0 0,-10-5 0 0 0,-4 6-239 0 0,-1 0 0 0 0,0 2 0 0 0,0 1 1 0 0,-49 2-1 0 0,51 0-263 0 0,-66 0-2224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6:16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686 234 1601 0 0,'-4'-5'4391'0'0,"-11"1"-2219"0"0,34 4-1852 0 0,-23 0-240 0 0,-163 1 1334 0 0,101 2-1214 0 0,50 3-8 0 0,7-2-171 0 0,-77 28 59 0 0,81-26-147 0 0,3-2 68 0 0,-87 56 79 0 0,81-54-50 0 0,-1-1 0 0 0,0 0 0 0 0,-13 5 1 0 0,-19 10 21 0 0,-44 47 108 0 0,82-65-154 0 0,0 0 0 0 0,0 0 0 0 0,0 1 0 0 0,0-1 0 0 0,1 1 0 0 0,-1-1 0 0 0,1 1 0 0 0,-1 0 0 0 0,1 0 0 0 0,0 0 0 0 0,0 0 0 0 0,0 0 0 0 0,1 0 0 0 0,-2 5 0 0 0,0 0 4 0 0,2 1-1 0 0,-1-1 1 0 0,1 1-1 0 0,1 0 1 0 0,0 12-1 0 0,1-5-7 0 0,-1-12 4 0 0,1 1-1 0 0,0-1 0 0 0,-1 1 1 0 0,0-1-1 0 0,0 1 1 0 0,-1-1-1 0 0,1 1 0 0 0,-1-1 1 0 0,0 0-1 0 0,0 1 0 0 0,-2 4 1 0 0,1-6-27 0 0,-1 0 1 0 0,1 0 0 0 0,1 0-1 0 0,-1 0 1 0 0,0 1-1 0 0,1-1 1 0 0,-1 1 0 0 0,1-1-1 0 0,0 1 1 0 0,0 0-1 0 0,1-1 1 0 0,-1 1-1 0 0,1 0 1 0 0,0-1 0 0 0,0 1-1 0 0,0 6 1 0 0,0 131 113 0 0,0-140-94 0 0,0 0 0 0 0,0-1 1 0 0,0 1-1 0 0,1 0 0 0 0,-1-1 0 0 0,0 1 0 0 0,0 0 0 0 0,0-1 0 0 0,0 1 0 0 0,1 0 0 0 0,-1-1 1 0 0,0 1-1 0 0,1-1 0 0 0,-1 1 0 0 0,0 0 0 0 0,1-1 0 0 0,-1 1 0 0 0,1-1 0 0 0,-1 1 0 0 0,1-1 1 0 0,-1 1-1 0 0,1-1 0 0 0,-1 0 0 0 0,1 1 0 0 0,-1-1 0 0 0,1 0 0 0 0,0 1 0 0 0,0-1 0 0 0,0 0 0 0 0,0 1 0 0 0,-1-1 1 0 0,1 0-1 0 0,0 1 0 0 0,-1-1 0 0 0,1 1 0 0 0,-1-1 0 0 0,1 1 0 0 0,-1-1 0 0 0,1 1 0 0 0,-1-1 0 0 0,1 1 0 0 0,-1-1 0 0 0,1 1 0 0 0,-1-1 0 0 0,1 1 0 0 0,-1 0 0 0 0,0-1 0 0 0,1 1 0 0 0,-1 0 0 0 0,0 0 1 0 0,0-1-1 0 0,0 1 0 0 0,0 0 0 0 0,1-1 0 0 0,-1 1 0 0 0,0 0 0 0 0,0 1 0 0 0,0-2 1 0 0,0 1 1 0 0,0 0 0 0 0,0 0-1 0 0,0-1 1 0 0,0 1-1 0 0,0 0 1 0 0,0-1-1 0 0,0 1 1 0 0,0 0-1 0 0,1-1 1 0 0,-1 1 0 0 0,0 0-1 0 0,1-1 1 0 0,-1 1-1 0 0,0-1 1 0 0,1 1-1 0 0,-1 0 1 0 0,1-1-1 0 0,-1 1 1 0 0,1-1 0 0 0,-1 1-1 0 0,1-1 1 0 0,-1 1-1 0 0,1-1 1 0 0,-1 0-1 0 0,1 1 1 0 0,0-1-1 0 0,0 1 1 0 0,0-1-1 0 0,0 0 0 0 0,-1 1 0 0 0,1-1 0 0 0,0 0 0 0 0,-1 1-1 0 0,1-1 1 0 0,0 1 0 0 0,-1-1 0 0 0,1 1 0 0 0,-1 0 0 0 0,1-1 0 0 0,-1 1 0 0 0,1-1 0 0 0,-1 1 0 0 0,1 0 0 0 0,-1 0-1 0 0,0-1 1 0 0,1 1 0 0 0,-1 0 0 0 0,0-1 0 0 0,0 1 0 0 0,1 0 0 0 0,-1 0 0 0 0,0 0 0 0 0,0-1 0 0 0,0 1-1 0 0,0 0 1 0 0,0 1 0 0 0,0-1-1 0 0,0 0 1 0 0,0 0-1 0 0,0 0 0 0 0,1 0 0 0 0,-1 0 0 0 0,0 0 0 0 0,0 0 1 0 0,1 0-1 0 0,-1 0 0 0 0,1 0 0 0 0,-1 0 0 0 0,1 0 0 0 0,0 0 1 0 0,-1-1-1 0 0,1 1 0 0 0,0 0 0 0 0,-1 0 0 0 0,1-1 0 0 0,1 2 1 0 0,-1-1 0 0 0,0 0 0 0 0,0-1 0 0 0,0 1 0 0 0,0 0 0 0 0,0 0 1 0 0,-1 0-1 0 0,1 0 0 0 0,0 0 0 0 0,-1 0 0 0 0,1 0 0 0 0,-1 0 0 0 0,1 0 1 0 0,-1 0-1 0 0,1 0 0 0 0,-1 0 0 0 0,0 0 0 0 0,1 1 0 0 0,-1-1 1 0 0,0 0-1 0 0,0 1 0 0 0,0-1 2 0 0,1 0 0 0 0,-1 0 0 0 0,0 0-1 0 0,1-1 1 0 0,-1 1 0 0 0,1 0 0 0 0,-1-1 0 0 0,1 1 0 0 0,-1 0 0 0 0,1-1 0 0 0,-1 1-1 0 0,1 0 1 0 0,0-1 0 0 0,-1 1 0 0 0,1-1 0 0 0,0 1 0 0 0,0-1 0 0 0,-1 0 0 0 0,1 1 0 0 0,1-1-1 0 0,4 4 27 0 0,6 18 22 0 0,5 5-7 0 0,-10-23-43 0 0,-6-3 0 0 0,-1-1 0 0 0,1 0 0 0 0,0 1 0 0 0,-1-1 0 0 0,1 0 0 0 0,0 1 0 0 0,-1-1 0 0 0,1 1 0 0 0,-1-1 0 0 0,1 1 0 0 0,-1-1 0 0 0,1 1 0 0 0,-1 0 0 0 0,1-1 0 0 0,-1 1 0 0 0,1 0 0 0 0,-1-1 0 0 0,0 1 0 0 0,1 0 0 0 0,-1 0 0 0 0,0-1 0 0 0,0 1 0 0 0,1 1 0 0 0,0 0 0 0 0,0-1 0 0 0,0 0 0 0 0,0 1 0 0 0,0-1 0 0 0,1 0 0 0 0,-1 0 0 0 0,1 0 0 0 0,-1 0 0 0 0,1 0 0 0 0,-1 0 0 0 0,1 0 0 0 0,-1 0 0 0 0,1-1 0 0 0,0 1 0 0 0,-1-1 0 0 0,1 1 0 0 0,0-1 0 0 0,0 0 0 0 0,2 1 0 0 0,4 1 13 0 0,-7-1-11 0 0,6 3 36 0 0,-1 1 0 0 0,1-1 1 0 0,0-1-1 0 0,1 1 0 0 0,-1-1 0 0 0,1 0 0 0 0,12 2 0 0 0,180 46 682 0 0,-144-37-474 0 0,57 10 629 0 0,-102-22-750 0 0,0 0 1 0 0,0 1-1 0 0,-1 0 0 0 0,15 6 1 0 0,-16-5-20 0 0,1-1 1 0 0,-1 0 0 0 0,1 0 0 0 0,0-1-1 0 0,15 2 1 0 0,196 1 501 0 0,-160-5-389 0 0,-35-1 114 0 0,51-9 0 0 0,-26 2-52 0 0,52-6 269 0 0,-52 5-264 0 0,81-2-1 0 0,-118 11-271 0 0,1-1 0 0 0,0 0 0 0 0,-1-2 0 0 0,1 0 1 0 0,-1 0-1 0 0,0-1 0 0 0,0-1 0 0 0,0 0 0 0 0,0-1 0 0 0,-1-1 0 0 0,0 0 0 0 0,-1 0 1 0 0,1-1-1 0 0,-1-1 0 0 0,-1 0 0 0 0,15-15 0 0 0,0 1 38 0 0,32-21 0 0 0,-35 28 20 0 0,0-2 0 0 0,25-25 0 0 0,-41 37-57 0 0,-1 1 0 0 0,1-1 0 0 0,1 1 0 0 0,12-7 0 0 0,-5 3-10 0 0,-14 8-9 0 0,-1 0-1 0 0,1 0 1 0 0,-1 0-1 0 0,1-1 1 0 0,-1 1-1 0 0,1 0 1 0 0,-1 0-1 0 0,0 0 1 0 0,0-1-1 0 0,1 1 1 0 0,-1 0-1 0 0,0-1 0 0 0,0 1 1 0 0,0 0-1 0 0,0 0 1 0 0,-1-3-1 0 0,1 3 2 0 0,0-98 83 0 0,0 96-77 0 0,0 1 0 0 0,0-1 1 0 0,1 0-1 0 0,-1 1 0 0 0,1-1 0 0 0,0 0 0 0 0,0 1 0 0 0,0-1 0 0 0,0 1 0 0 0,0 0 1 0 0,2-3-1 0 0,-1 2 7 0 0,-1 0 0 0 0,1 1 0 0 0,-1-1 1 0 0,0 0-1 0 0,0 0 0 0 0,0 0 0 0 0,0 1 0 0 0,0-1 1 0 0,-1 0-1 0 0,1 0 0 0 0,-1-5 0 0 0,0 6-4 0 0,1-3 28 0 0,-1 0 1 0 0,0 1 0 0 0,0-1-1 0 0,0 1 1 0 0,0-1 0 0 0,-1 1-1 0 0,0-1 1 0 0,0 1 0 0 0,0-1-1 0 0,0 1 1 0 0,-1 0 0 0 0,0-1-1 0 0,0 1 1 0 0,0 0 0 0 0,-5-6-1 0 0,0-6 47 0 0,-78-23-161 0 0,67 30 116 0 0,0-1 1 0 0,1-1 0 0 0,-19-15-1 0 0,-28-19-22 0 0,41 31-10 0 0,2-1-1 0 0,0-1 0 0 0,-23-23 0 0 0,-19-16-3 0 0,56 50 39 0 0,0 0 1 0 0,0 0-1 0 0,0 1 0 0 0,-1 0 1 0 0,0 0-1 0 0,1 1 1 0 0,-13-4-1 0 0,13 5-38 0 0,0-1-1 0 0,-1 0 1 0 0,1 0 0 0 0,0 0-1 0 0,1-1 1 0 0,-1 0-1 0 0,-7-6 1 0 0,1-2 21 0 0,0 1 0 0 0,-21-13 0 0 0,2 2-35 0 0,-10-6 8 0 0,-85-43 0 0 0,118 67 15 0 0,-12-5-17 0 0,-1 2 0 0 0,0 0-1 0 0,0 2 1 0 0,0 0 0 0 0,0 2 0 0 0,-1 0-1 0 0,-29 1 1 0 0,37 1-1 0 0,-47-2 27 0 0,-91-9 108 0 0,123 7-180 0 0,0 1 0 0 0,0 1-1 0 0,0 2 1 0 0,0 1 0 0 0,0 1-1 0 0,-34 6 1 0 0,48-2 49 0 0,0 1 0 0 0,1 1 1 0 0,-1 0-1 0 0,1 1 0 0 0,1 0 0 0 0,-27 21 0 0 0,-44 31-463 0 0,81-58-125 0 0,0 0-1 0 0,0-1 1 0 0,0 0-1 0 0,1 0 0 0 0,-1 0 1 0 0,0 0-1 0 0,0-1 1 0 0,0 1-1 0 0,0-1 0 0 0,-8-1 1 0 0,11 1 401 0 0,-40-3-5665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6:43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1040 0 0,'22'0'1601'0'0,"-22"6"240"0"0,0-12-1281 0 0,22 6-560 0 0,-22-4-2161 0 0,0-6 320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7:18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859 48 1040 0 0,'1'-4'4183'0'0,"-6"-1"-3457"0"0,4 5-661 0 0,1 0-55 0 0,-1 0 1 0 0,1 0-1 0 0,-1 0 0 0 0,0 1 0 0 0,1-1 1 0 0,-1 0-1 0 0,1 0 0 0 0,-1 0 0 0 0,1 0 0 0 0,-1 0 1 0 0,0 0-1 0 0,1 0 0 0 0,-1-1 0 0 0,1 1 1 0 0,-1 0-1 0 0,1 0 0 0 0,-1 0 0 0 0,1-1 1 0 0,-1 1-1 0 0,1 0 0 0 0,-1 0 0 0 0,1-1 0 0 0,-1 1 1 0 0,1 0-1 0 0,-1-1 0 0 0,1 1 0 0 0,0-1 1 0 0,-1 1-1 0 0,1 0 0 0 0,0-1 0 0 0,-1 1 1 0 0,1-1-1 0 0,0 1 0 0 0,-1-1 0 0 0,1 1 0 0 0,0-1 1 0 0,0 0-1 0 0,0 0 83 0 0,-1 2-38 0 0,0-1-1 0 0,0 1 0 0 0,0-1 0 0 0,-1 0 1 0 0,1 0-1 0 0,0 0 0 0 0,0 1 1 0 0,0-1-1 0 0,0 0 0 0 0,0 0 1 0 0,0-1-1 0 0,-1 1 0 0 0,1 0 0 0 0,0 0 1 0 0,0 0-1 0 0,0-1 0 0 0,0 1 1 0 0,0 0-1 0 0,0-1 0 0 0,0 1 1 0 0,0-1-1 0 0,0 0 0 0 0,0 1 0 0 0,-1-2 1 0 0,-14-4 482 0 0,-10 0-168 0 0,11 2-261 0 0,0 1-1 0 0,0 1 1 0 0,-21-1 0 0 0,25 3-52 0 0,2-1 19 0 0,0 1-1 0 0,0 1 1 0 0,-1-1 0 0 0,1 1-1 0 0,0 1 1 0 0,0 0 0 0 0,-9 3 0 0 0,-41 9 151 0 0,43-8-212 0 0,11-4-14 0 0,1 0 0 0 0,-1 0 0 0 0,1 1 0 0 0,0-1 0 0 0,0 1 0 0 0,-6 4 0 0 0,-27 14 53 0 0,28-6-71 0 0,-8 6-17 0 0,13-18 34 0 0,-1 1-5 0 0,0 0-1 0 0,0 0 0 0 0,0 1 1 0 0,0 0-1 0 0,1 0 0 0 0,0 0 1 0 0,-7 12-1 0 0,2-7 24 0 0,-1 0-1 0 0,0 0 1 0 0,-1-1-1 0 0,0 0 1 0 0,0-1-1 0 0,0 0 1 0 0,-17 7-1 0 0,22-11-14 0 0,-2 1 19 0 0,1 0 0 0 0,-1 1 0 0 0,1 1 0 0 0,0-1 0 0 0,1 1 0 0 0,-9 11 1 0 0,-12 12 70 0 0,-18 4 17 0 0,38-30-93 0 0,1 0 0 0 0,-1 0 0 0 0,1 1 0 0 0,0 0 0 0 0,0 0 0 0 0,1 0 0 0 0,0 1 0 0 0,-9 11 0 0 0,-31 60-16 0 0,38-41-13 0 0,1-27 1 0 0,4-7 28 0 0,1 0 0 0 0,0 0 0 0 0,-1 0 0 0 0,1 0 0 0 0,0 0-1 0 0,0 0 1 0 0,0 1 0 0 0,1-1 0 0 0,-1 0 0 0 0,0 1 0 0 0,1-1 0 0 0,0 0 0 0 0,-1 1 0 0 0,1 3 0 0 0,0-5-20 0 0,0 0 0 0 0,0 0 0 0 0,0 0 1 0 0,0 0-1 0 0,0 0 0 0 0,0 0 0 0 0,0 0 0 0 0,0 0 1 0 0,0 0-1 0 0,1 0 0 0 0,-1 0 0 0 0,0 0 1 0 0,1 0-1 0 0,-1 0 0 0 0,1 0 0 0 0,-1-1 0 0 0,1 1 1 0 0,-1 0-1 0 0,1 0 0 0 0,0 0 0 0 0,-1-1 1 0 0,1 1-1 0 0,0 0 0 0 0,-1-1 0 0 0,1 1 1 0 0,0 0-1 0 0,0-1 0 0 0,0 1 0 0 0,0-1 0 0 0,-1 0 1 0 0,1 1-1 0 0,2 0 0 0 0,-1 0-18 0 0,1 1-111 0 0,-3 2 106 0 0,0-4 28 0 0,0 0 0 0 0,0 1 0 0 0,0-1 0 0 0,0 1 0 0 0,0-1-1 0 0,0 1 1 0 0,1-1 0 0 0,-1 0 0 0 0,0 1 0 0 0,0-1 0 0 0,0 0 0 0 0,0 1 0 0 0,0-1 0 0 0,1 1 0 0 0,-1-1 0 0 0,0 0 0 0 0,0 1 0 0 0,0-1 0 0 0,1 0 0 0 0,-1 1 0 0 0,0-1 0 0 0,1 0-1 0 0,-1 0 1 0 0,0 1 0 0 0,1-1 0 0 0,-1 0 0 0 0,0 0 0 0 0,1 0 0 0 0,-1 1 0 0 0,0-1 0 0 0,1 0 0 0 0,-1 0 0 0 0,1 0 0 0 0,-1 0 0 0 0,0 0 0 0 0,1 0 0 0 0,-1 0 0 0 0,1 0 0 0 0,-1 0-1 0 0,0 0 1 0 0,1 0 0 0 0,-1 0 0 0 0,1 0 0 0 0,-1 0 0 0 0,0 0 0 0 0,1 0 0 0 0,0 0 0 0 0,-1-1 0 0 0,0 1 0 0 0,0 0-1 0 0,1 0 1 0 0,-1 0 0 0 0,0 0 0 0 0,0 0 0 0 0,1 0-1 0 0,-1 0 1 0 0,0 0 0 0 0,0 0 0 0 0,1 0-1 0 0,-1 0 1 0 0,0 0 0 0 0,0 0 0 0 0,1 0 0 0 0,-1 0-1 0 0,0 0 1 0 0,0 0 0 0 0,1 0 0 0 0,-1 0 0 0 0,0 0-1 0 0,0 0 1 0 0,1 0 0 0 0,-1 1 0 0 0,0-1 0 0 0,0 0-1 0 0,0 0 1 0 0,1 0 0 0 0,-1 0 0 0 0,0 0 0 0 0,0 1-1 0 0,0-1 1 0 0,1 0 0 0 0,-1 0 0 0 0,0 0 0 0 0,0 1-1 0 0,0-1 1 0 0,0 0 0 0 0,0 0 0 0 0,0 1-1 0 0,0-1 1 0 0,1 0 0 0 0,-1 1 0 0 0,0-1 0 0 0,0 1 0 0 0,0-1 0 0 0,0 1 1 0 0,0-1-1 0 0,0 1 0 0 0,0-1 0 0 0,1 1 0 0 0,-1-1 1 0 0,0 1-1 0 0,0-1 0 0 0,1 0 0 0 0,-1 1 0 0 0,0-1 0 0 0,1 1 1 0 0,-1-1-1 0 0,0 0 0 0 0,1 1 0 0 0,-1-1 0 0 0,0 0 0 0 0,1 1 1 0 0,-1-1-1 0 0,1 0 0 0 0,-1 0 0 0 0,1 1 0 0 0,-1-1 1 0 0,1 0-1 0 0,0 0 0 0 0,0 0 1 0 0,-1 1-1 0 0,1-1 1 0 0,0 0-1 0 0,-1 1 1 0 0,1-1-1 0 0,0 1 1 0 0,-1-1-1 0 0,1 0 1 0 0,0 1 0 0 0,-1-1-1 0 0,1 1 1 0 0,-1 0-1 0 0,1-1 1 0 0,-1 1-1 0 0,1-1 1 0 0,-1 1 0 0 0,1 0-1 0 0,-1-1 1 0 0,0 1-1 0 0,1 0 1 0 0,-1 0-1 0 0,0-1 1 0 0,0 1 0 0 0,1 0-1 0 0,-1 0 1 0 0,0-1-1 0 0,0 1 1 0 0,0 0-1 0 0,0 1 1 0 0,-1 9 4 0 0,1-8-1 0 0,-1 1 1 0 0,1 0-1 0 0,0 0 1 0 0,0 0-1 0 0,0 0 1 0 0,1 0-1 0 0,-1 0 1 0 0,1 0 0 0 0,0-1-1 0 0,2 5 1 0 0,2 0 7 0 0,-3-6-13 0 0,-1-1 0 0 0,0 1 0 0 0,1 0 0 0 0,-1 0 0 0 0,0 0 0 0 0,0 0 0 0 0,0 0 0 0 0,-1 0 0 0 0,1 0 0 0 0,0 0 0 0 0,-1 1 0 0 0,0-1 0 0 0,1 0 0 0 0,-1 3 0 0 0,0-2-2 0 0,1 0 0 0 0,0 0 1 0 0,-1 0-1 0 0,1 0 0 0 0,0 0 1 0 0,1 0-1 0 0,-1 0 0 0 0,0 0 0 0 0,1 0 1 0 0,-1 0-1 0 0,1-1 0 0 0,0 1 0 0 0,0-1 1 0 0,3 3-1 0 0,-3-2 0 0 0,0-1 0 0 0,1 1 0 0 0,-1-1 1 0 0,-1 1-1 0 0,1 0 0 0 0,0 0 0 0 0,-1 0 0 0 0,1 0 1 0 0,-1 0-1 0 0,0 1 0 0 0,0-1 0 0 0,0 0 0 0 0,0 0 0 0 0,0 5 1 0 0,-1-2-3 0 0,0 0 1 0 0,0-1 0 0 0,1 1 0 0 0,0 0 0 0 0,1 0 0 0 0,-1-1 0 0 0,1 1 0 0 0,0-1 0 0 0,0 0 0 0 0,4 7 0 0 0,-5-10-3 0 0,0 0-7 0 0,0 1 0 0 0,-1-1 0 0 0,1 1 0 0 0,-1-1 0 0 0,1 1 0 0 0,-1 0 0 0 0,0-1 0 0 0,0 1 0 0 0,-1 4 0 0 0,1-5 23 0 0,0 0 1 0 0,0 1 0 0 0,0-1 0 0 0,0 0 0 0 0,0 1 0 0 0,0-1-1 0 0,1 0 1 0 0,-1 0 0 0 0,1 1 0 0 0,-1-1 0 0 0,2 4 0 0 0,3 1 18 0 0,-3-4-26 0 0,0 0 0 0 0,-1 0-1 0 0,1 0 1 0 0,-1 0 0 0 0,0 0-1 0 0,0 0 1 0 0,0 0-1 0 0,0 0 1 0 0,0 0 0 0 0,-1 0-1 0 0,1 0 1 0 0,-1 1 0 0 0,0 4-1 0 0,0-5-6 0 0,0-1 0 0 0,0 0 0 0 0,0 0 0 0 0,0 1 0 0 0,0-1-1 0 0,1 0 1 0 0,-1 0 0 0 0,1 0 0 0 0,0 1 0 0 0,-1-1 0 0 0,1 0-1 0 0,0 0 1 0 0,0 0 0 0 0,1 0 0 0 0,-1 0 0 0 0,3 3 0 0 0,2 3 8 0 0,-5-3-7 0 0,1 1 0 0 0,-1 0 1 0 0,0-1-1 0 0,0 1 0 0 0,0 0 1 0 0,-1 0-1 0 0,0 0 0 0 0,0-1 1 0 0,-1 1-1 0 0,0 7 0 0 0,-1 10 46 0 0,2-23-43 0 0,0 0 0 0 0,0 1 0 0 0,0-1 0 0 0,0 0-1 0 0,0 0 1 0 0,0 1 0 0 0,1-1 0 0 0,-1 0 0 0 0,0 1 0 0 0,0-1 0 0 0,0 0 0 0 0,0 0 0 0 0,0 1 0 0 0,0-1 0 0 0,1 0-1 0 0,-1 1 1 0 0,0-1 0 0 0,0 0 0 0 0,0 0 0 0 0,1 0 0 0 0,-1 1 0 0 0,0-1 0 0 0,0 0 0 0 0,1 0 0 0 0,-1 0 0 0 0,0 0-1 0 0,1 1 1 0 0,-1-1 0 0 0,0 0 0 0 0,0 0 0 0 0,1 0 0 0 0,-1 0 0 0 0,0 0 0 0 0,1 0 0 0 0,-1 0 0 0 0,0 0 0 0 0,1 0-1 0 0,-1 0 1 0 0,0 0 0 0 0,0 0 0 0 0,1 0 0 0 0,0 0 0 0 0,-1 0 0 0 0,1 0-1 0 0,-1 0 1 0 0,1 0 0 0 0,-1 0 0 0 0,1 0 0 0 0,-1 0-1 0 0,1 0 1 0 0,-1 0 0 0 0,1 1 0 0 0,-1-1-1 0 0,1 0 1 0 0,-1 0 0 0 0,1 1 0 0 0,-1-1 0 0 0,1 0-1 0 0,-1 0 1 0 0,1 1 0 0 0,-1-1 0 0 0,0 1-1 0 0,1-1 1 0 0,-1 0 0 0 0,0 1 0 0 0,1-1 0 0 0,-1 1-1 0 0,0-1 1 0 0,1 1 0 0 0,-1-1 0 0 0,0 1-1 0 0,0-1 1 0 0,0 1 0 0 0,1-1 0 0 0,-1 1 0 0 0,0-1-1 0 0,0 1 1 0 0,0-1 0 0 0,0 1 0 0 0,0-1-1 0 0,0 1 1 0 0,0-1 0 0 0,0 1 0 0 0,-1 0 0 0 0,24 1-241 0 0,-23-1 245 0 0,0-1 0 0 0,0 1-1 0 0,0 0 1 0 0,0-1 0 0 0,0 1-1 0 0,0 0 1 0 0,0-1 0 0 0,0 1-1 0 0,0-1 1 0 0,0 1 0 0 0,1 0-1 0 0,-1-1 1 0 0,0 1 0 0 0,1-1-1 0 0,-1 1 1 0 0,0-1 0 0 0,1 1-1 0 0,-1-1 1 0 0,0 1 0 0 0,1-1-1 0 0,-1 1 1 0 0,1-1 0 0 0,-1 0-1 0 0,1 1 1 0 0,-1-1 0 0 0,1 1-1 0 0,0-1 1 0 0,0 1 15 0 0,0-1-1 0 0,-1 0 1 0 0,1 1 0 0 0,-1-1 0 0 0,1 0-1 0 0,-1 1 1 0 0,1-1 0 0 0,-1 1 0 0 0,1-1-1 0 0,-1 1 1 0 0,1-1 0 0 0,-1 1-1 0 0,0 0 1 0 0,1-1 0 0 0,-1 1 0 0 0,0-1-1 0 0,1 1 1 0 0,-1 0 0 0 0,0-1 0 0 0,0 1-1 0 0,0 0 1 0 0,0-1 0 0 0,1 1-1 0 0,-1 0 1 0 0,0 0 0 0 0,0-1 0 0 0,-1 2-1 0 0,5 0-31 0 0,-1 1 0 0 0,1-1-1 0 0,-1 0 1 0 0,1 0 0 0 0,0 0-1 0 0,0-1 1 0 0,0 1 0 0 0,0-1-1 0 0,7 1 1 0 0,-2 2-36 0 0,26 6 18 0 0,32 5-49 0 0,-23-10 67 0 0,27 12 93 0 0,-69-16-92 0 0,0-1 0 0 0,0 1 0 0 0,0-1 0 0 0,0 1 1 0 0,0-1-1 0 0,0 1 0 0 0,1-1 0 0 0,-1 0 0 0 0,0 0 1 0 0,0 0-1 0 0,0 0 0 0 0,4-1 0 0 0,7-2-221 0 0,0 4 217 0 0,1-1 0 0 0,-1-1 0 0 0,0 0 0 0 0,0-1 0 0 0,0-1 0 0 0,0 0 0 0 0,-1 0 0 0 0,1-1 0 0 0,22-11 0 0 0,54-24 162 0 0,-76 33-136 0 0,-7 4-21 0 0,0 0 0 0 0,0-1 0 0 0,-1 0 0 0 0,1 0 1 0 0,-1 0-1 0 0,10-9 0 0 0,-4 3-34 0 0,1 0-1 0 0,18-11 1 0 0,-19 13 22 0 0,0 0 1 0 0,0-1-1 0 0,14-14 0 0 0,55-76 85 0 0,-75 91-44 0 0,2-3 22 0 0,-1 0 0 0 0,0 0 0 0 0,-1-1-1 0 0,7-18 1 0 0,-3 7-92 0 0,-8 18 58 0 0,1-1 0 0 0,-1 0 1 0 0,0 1-1 0 0,0-1 1 0 0,-1 0-1 0 0,0 0 0 0 0,0 0 1 0 0,0 0-1 0 0,0 0 0 0 0,-1 0 1 0 0,1 1-1 0 0,-1-1 0 0 0,-1 0 1 0 0,1 0-1 0 0,-1 1 1 0 0,-3-9-1 0 0,2 7 58 0 0,1 0 0 0 0,0-1 1 0 0,0 1-1 0 0,1-1 0 0 0,-2-13 0 0 0,3 16-37 0 0,0-1 0 0 0,-1 1 0 0 0,1 0 0 0 0,-1-1-1 0 0,0 1 1 0 0,-1 0 0 0 0,1 0 0 0 0,-1-1 0 0 0,0 1 0 0 0,0 0-1 0 0,0 1 1 0 0,-5-7 0 0 0,4 4-17 0 0,-1 1 1 0 0,1-1-1 0 0,0 0 0 0 0,-3-11 1 0 0,4 10 0 0 0,1 0 1 0 0,1 0-1 0 0,-1 0 1 0 0,1 0-1 0 0,0 0 1 0 0,1 0 0 0 0,0 0-1 0 0,0 0 1 0 0,0 0-1 0 0,1 0 1 0 0,0 0 0 0 0,6-12-1 0 0,-6 11-15 0 0,0 2-60 0 0,-1 0 0 0 0,0 0 0 0 0,0 0 0 0 0,-1 0 0 0 0,0 0 1 0 0,0-9-1 0 0,-1-4-1650 0 0,1 5-1407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26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57 1601 0 0,'2'-1'188'0'0,"-1"1"0"0"0,1-1 0 0 0,-1 1 0 0 0,0-1 0 0 0,0 0 0 0 0,1 0 0 0 0,-1 0 0 0 0,0 1 0 0 0,0-1 0 0 0,0 0 0 0 0,0 0 0 0 0,0-1 1 0 0,0 1-1 0 0,0 0 0 0 0,0 0 0 0 0,-1 0 0 0 0,1-1 0 0 0,0 1 0 0 0,-1 0 0 0 0,1-1 0 0 0,-1 1 0 0 0,1 0 0 0 0,-1-1 0 0 0,1 1 0 0 0,-1-1 0 0 0,0 1 0 0 0,0-1 1 0 0,0 1-1 0 0,0-1 0 0 0,0 1 0 0 0,0-1 0 0 0,0 1 0 0 0,-1-3 0 0 0,1-2-19 0 0,0 5-135 0 0,0-1 13 0 0,-19-3 112 0 0,15 4-106 0 0,4 2-106 0 0,0-1 51 0 0,0 1 0 0 0,0-1 0 0 0,0 0-1 0 0,0 1 1 0 0,0-1 0 0 0,1 0 0 0 0,-1 1 0 0 0,0-1 0 0 0,0 0 0 0 0,0 1 0 0 0,0-1-1 0 0,0 0 1 0 0,0 0 0 0 0,0 1 0 0 0,1-1 0 0 0,-1 0 0 0 0,0 1 0 0 0,0-1 0 0 0,0 0 0 0 0,1 0-1 0 0,-1 1 1 0 0,0-1 0 0 0,0 0 0 0 0,1 0 0 0 0,-1 0 0 0 0,0 1 0 0 0,1-1 0 0 0,-1 0 0 0 0,0 0-1 0 0,1 0 1 0 0,-1 0 0 0 0,0 0 0 0 0,1 0 0 0 0,-1 0 0 0 0,0 1 0 0 0,1-1 0 0 0,-1 0 0 0 0,0 0-1 0 0,1 0 1 0 0,-1 0 0 0 0,0 0 0 0 0,1-1 0 0 0,-1 1 0 0 0,0 0 0 0 0,1 0 0 0 0,-1 0 0 0 0,1 0 1 0 0,-1 0 0 0 0,1 0-1 0 0,-1 0 1 0 0,0-1 0 0 0,1 1-1 0 0,-1 0 1 0 0,0 0 0 0 0,1 0-1 0 0,-1 0 1 0 0,1 1 0 0 0,-1-1-1 0 0,0 0 1 0 0,1 0 0 0 0,-1 0-1 0 0,0 0 1 0 0,1 0 0 0 0,-1 0-1 0 0,0 1 1 0 0,1-1 0 0 0,-1 0-1 0 0,0 0 1 0 0,1 0 0 0 0,-1 1-1 0 0,0-1 1 0 0,0 0 0 0 0,1 0-1 0 0,-1 1 1 0 0,0-1 0 0 0,0 0-1 0 0,1 1 1 0 0,-1-1-1 0 0,0 0 1 0 0,0 1 0 0 0,0-1-1 0 0,0 0 1 0 0,0 1 0 0 0,1-1-1 0 0,-1 0 1 0 0,0 1 0 0 0,0-1-1 0 0,0 1 1 0 0,0-1 0 0 0,0 0-1 0 0,0 1 1 0 0,0 0 0 0 0,0-1 1 0 0,0 0 0 0 0,0 1 0 0 0,0-1 0 0 0,0 0 0 0 0,0 1 0 0 0,0-1 0 0 0,1 0 0 0 0,-1 1 0 0 0,0-1 0 0 0,0 0 0 0 0,0 1 0 0 0,1-1 0 0 0,-1 0 0 0 0,0 1 0 0 0,0-1 0 0 0,1 0 0 0 0,-1 0 0 0 0,0 0 0 0 0,1 1 0 0 0,-1-1 0 0 0,0 0 0 0 0,1 0 0 0 0,-1 0 0 0 0,0 0 0 0 0,1 1 0 0 0,-1-1 0 0 0,0 0 0 0 0,1 0 0 0 0,-1 0 0 0 0,1 0 0 0 0,-1 0 0 0 0,0 0 0 0 0,1 0 0 0 0,-1 0 0 0 0,1 0 0 0 0,-1 0 0 0 0,1 0 0 0 0,-1 0 0 0 0,1 0 0 0 0,-1 0 0 0 0,1 0 0 0 0,-1 0 0 0 0,1 0 0 0 0,-1 1 0 0 0,1-1 0 0 0,-1 0 0 0 0,1 0 0 0 0,-1 0 0 0 0,1 1 0 0 0,-1-1 0 0 0,0 0 0 0 0,1 0 0 0 0,-1 1 0 0 0,0-1 0 0 0,1 0 0 0 0,-1 1 0 0 0,0-1 0 0 0,1 1 0 0 0,-1-1 0 0 0,0 0 0 0 0,1 1 0 0 0,-1-1 0 0 0,0 1 0 0 0,0-1 0 0 0,0 1 0 0 0,0-1 0 0 0,1 1 0 0 0,-1-1 0 0 0,0 1 0 0 0,0-1 0 0 0,0 1 0 0 0,0 4-7 0 0,1-1 0 0 0,-1 0 1 0 0,1 0-1 0 0,0 1 0 0 0,1-1 1 0 0,-1 0-1 0 0,1 0 1 0 0,2 5-1 0 0,-2-7 2 0 0,-1 1 0 0 0,0 0 0 0 0,0-1 0 0 0,1 1 0 0 0,-2 0 0 0 0,1-1 0 0 0,0 1 0 0 0,0 0 0 0 0,-1 0 0 0 0,0 0 0 0 0,1 0 0 0 0,-1-1 0 0 0,0 1 0 0 0,0 0 0 0 0,-1 0 0 0 0,1 0 0 0 0,-1 0 0 0 0,1 0 0 0 0,-3 4 0 0 0,-4 5 5 0 0,5-11 0 0 0,1 1 0 0 0,0-1 0 0 0,0 0 0 0 0,0 1 0 0 0,1-1 0 0 0,-1 1 0 0 0,0 0 0 0 0,0-1 0 0 0,1 1 0 0 0,-1 0 0 0 0,1-1 0 0 0,0 1 0 0 0,-1 0 0 0 0,1 2 0 0 0,-2 1 10 0 0,0-1 1 0 0,0 0-1 0 0,0 0 1 0 0,0 0 0 0 0,-1-1-1 0 0,0 1 1 0 0,0-1-1 0 0,0 1 1 0 0,0-1-1 0 0,0 0 1 0 0,-7 5 0 0 0,7-6 8 0 0,-8 7-31 0 0,10-8 10 0 0,0 0 0 0 0,0 0 0 0 0,0-1 0 0 0,0 1 0 0 0,0 0 0 0 0,0 0 0 0 0,0 0 0 0 0,0 0 0 0 0,0 0 0 0 0,0 0 1 0 0,1 1-1 0 0,-1-1 0 0 0,0 0 0 0 0,1 0 0 0 0,-1 0 0 0 0,1 1 0 0 0,0-1 0 0 0,-1 0 0 0 0,1 1 0 0 0,0-1 0 0 0,0 0 0 0 0,0 1 0 0 0,0-1 0 0 0,0 0 1 0 0,0 1-1 0 0,0-1 0 0 0,0 2 0 0 0,0-3 2 0 0,0 1 0 0 0,1 0 0 0 0,-1-1 0 0 0,0 1 0 0 0,0-1 0 0 0,0 1 0 0 0,0 0 0 0 0,-1-1 0 0 0,1 1 0 0 0,0 0 0 0 0,0-1 0 0 0,0 1 0 0 0,0 0 0 0 0,-1-1 0 0 0,1 1 0 0 0,0-1 0 0 0,-1 1 0 0 0,1-1 0 0 0,0 1 0 0 0,-1 0 0 0 0,1-1 0 0 0,0 0 0 0 0,-1 1 0 0 0,1-1 0 0 0,-1 1 0 0 0,1-1 0 0 0,-1 1 0 0 0,0-1 0 0 0,1 0 0 0 0,-1 1 0 0 0,0-1 0 0 0,-8 8 0 0 0,5 17 0 0 0,4-24 0 0 0,0 0 0 0 0,-1 0 0 0 0,1-1 0 0 0,0 1 0 0 0,0 0 0 0 0,0 0 0 0 0,0-1 0 0 0,0 1 0 0 0,0 0 0 0 0,0 0 0 0 0,0-1 0 0 0,1 1 0 0 0,-1 0 0 0 0,0-1 0 0 0,0 1 0 0 0,0 0 0 0 0,1 0 0 0 0,-1-1 0 0 0,1 1 0 0 0,-1 0 0 0 0,0-1 0 0 0,1 1 0 0 0,-1-1 0 0 0,1 1 0 0 0,-1-1 0 0 0,1 1 0 0 0,-1 0 0 0 0,1-1 0 0 0,0 0 0 0 0,-1 1 0 0 0,1-1 0 0 0,0 1 0 0 0,-1-1 0 0 0,1 0 0 0 0,0 0 0 0 0,-1 1 0 0 0,2-1 0 0 0,4 2 0 0 0,-6-1-9 0 0,1-1 1 0 0,-1 1 0 0 0,1 0 0 0 0,-1 0-1 0 0,1 0 1 0 0,-1-1 0 0 0,1 1-1 0 0,-1 0 1 0 0,0 0 0 0 0,0 0 0 0 0,1 0-1 0 0,-1 0 1 0 0,0 0 0 0 0,0 0-1 0 0,0 0 1 0 0,0 0 0 0 0,0 0 0 0 0,0 0-1 0 0,0-1 1 0 0,0 1 0 0 0,0 0-1 0 0,-1 0 1 0 0,1 1 0 0 0,-1 12-100 0 0,12-18 95 0 0,-3 4 26 0 0,-4-4 65 0 0,-1-2 4 0 0,56-31 225 0 0,75-50 186 0 0,-127 81-450 0 0,87-66 223 0 0,-40 29-121 0 0,-39 33-86 0 0,-13 9-47 0 0,0 0 0 0 0,1 0 0 0 0,-1 0 0 0 0,0 0 0 0 0,0 0 0 0 0,-1-1 0 0 0,1 1 0 0 0,0-1 0 0 0,0 0 1 0 0,-1 1-1 0 0,1-1 0 0 0,-1 0 0 0 0,1 0 0 0 0,1-3 0 0 0,-3 4-11 0 0,1 1-1 0 0,-1-1 0 0 0,1 0 1 0 0,-1 1-1 0 0,1-1 1 0 0,-1 1-1 0 0,1-1 1 0 0,-1 0-1 0 0,1 1 1 0 0,0-1-1 0 0,-1 1 1 0 0,1 0-1 0 0,0-1 1 0 0,0 1-1 0 0,-1-1 1 0 0,1 1-1 0 0,0 0 1 0 0,0 0-1 0 0,-1-1 1 0 0,1 1-1 0 0,0 0 1 0 0,0 0-1 0 0,0 0 1 0 0,-1 0-1 0 0,1 0 1 0 0,0 0-1 0 0,1 0 1 0 0,-1 1-1 0 0,0-1 0 0 0,0 0 1 0 0,0 0-1 0 0,0 0 1 0 0,0 0-1 0 0,0 0 1 0 0,0 0-1 0 0,0-1 0 0 0,-1 1 1 0 0,1 0-1 0 0,0 0 1 0 0,0-1-1 0 0,0 1 1 0 0,0 0-1 0 0,0-1 0 0 0,0 1 1 0 0,-1-1-1 0 0,1 1 1 0 0,0-1-1 0 0,0 1 0 0 0,-1-1 1 0 0,1 0-1 0 0,0 1 1 0 0,-1-1-1 0 0,1 0 1 0 0,-1 0-1 0 0,1 1 0 0 0,-1-1 1 0 0,1 0-1 0 0,-1-1 1 0 0,0 2 0 0 0,0 0 1 0 0,1-1 0 0 0,-1 1 0 0 0,0 0-1 0 0,0-1 1 0 0,0 1 0 0 0,0 0-1 0 0,0-1 1 0 0,0 1 0 0 0,0 0-1 0 0,0-1 1 0 0,1 1 0 0 0,-1 0 0 0 0,0 0-1 0 0,0-1 1 0 0,0 1 0 0 0,1 0-1 0 0,-1 0 1 0 0,0-1 0 0 0,0 1 0 0 0,1 0-1 0 0,-1 0 1 0 0,0 0 0 0 0,1 0-1 0 0,-1-1 1 0 0,0 1 0 0 0,0 0-1 0 0,1 0 1 0 0,-1 0 0 0 0,0 0 0 0 0,1 0-1 0 0,-1 0 1 0 0,0 0 0 0 0,1 0-1 0 0,-1 0 1 0 0,0 0 0 0 0,1 0 0 0 0,-1 0-1 0 0,0 0 1 0 0,1 0 0 0 0,0 0-3 0 0,-1 0 1 0 0,0 0 0 0 0,1 0-1 0 0,-1 0 1 0 0,1 0-1 0 0,-1 0 1 0 0,1 0 0 0 0,-1 0-1 0 0,1 0 1 0 0,-1 0-1 0 0,1 0 1 0 0,-1 0 0 0 0,0 0-1 0 0,1-1 1 0 0,-1 1-1 0 0,1 0 1 0 0,-1 0 0 0 0,0-1-1 0 0,1 1 1 0 0,-1 0 0 0 0,0 0-1 0 0,1-1 1 0 0,-1 1-1 0 0,0 0 1 0 0,1-1 0 0 0,-1 1-1 0 0,0 0 1 0 0,0-1-1 0 0,1 1 1 0 0,-1-1 0 0 0,0 1-1 0 0,0 0 1 0 0,0-1 0 0 0,0 1-1 0 0,0-1 1 0 0,1 1-1 0 0,-1-1 1 0 0,0 1 0 0 0,0-1-1 0 0,0 1 1 0 0,0 0-1 0 0,0-1 1 0 0,0 0-67 0 0,0 30-333 0 0,0-28 402 0 0,-1 0 0 0 0,1 0 0 0 0,0 0 0 0 0,0 0 0 0 0,0 0 0 0 0,-1 0 0 0 0,1 1-1 0 0,-1-1 1 0 0,1 0 0 0 0,0 0 0 0 0,-1-1 0 0 0,0 1 0 0 0,1 0 0 0 0,-1 0 0 0 0,0 0 0 0 0,1 0 0 0 0,-1 0-1 0 0,0-1 1 0 0,-1 2 0 0 0,-6 7 27 0 0,4-1-16 0 0,0 1 0 0 0,1-1 0 0 0,0 1 0 0 0,-2 9 0 0 0,2-8 2 0 0,-3 10-52 0 0,-1 0 1 0 0,0-1-1 0 0,-14 23 0 0 0,20-40 43 0 0,1-1 0 0 0,-1 0 0 0 0,0 1 1 0 0,1-1-1 0 0,-1 1 0 0 0,1-1 0 0 0,-1 1 0 0 0,1 0 0 0 0,0-1 0 0 0,0 1 0 0 0,0-1 0 0 0,0 1 0 0 0,0-1 1 0 0,0 1-1 0 0,0 0 0 0 0,0-1 0 0 0,1 1 0 0 0,-1-1 0 0 0,0 1 0 0 0,1-1 0 0 0,-1 1 0 0 0,1-1 0 0 0,0 1 1 0 0,0-1-1 0 0,-1 0 0 0 0,1 1 0 0 0,0-1 0 0 0,0 0 0 0 0,0 0 0 0 0,0 0 0 0 0,1 0 0 0 0,-1 1 0 0 0,0-1 1 0 0,2 1-1 0 0,5 2-136 0 0,2-4 81 0 0,16-5 28 0 0,-19-3 181 0 0,-1 7-169 0 0,-6 1 28 0 0,1-1-1 0 0,-1 1 1 0 0,1 0-1 0 0,0 0 1 0 0,-1 0-1 0 0,1 0 1 0 0,-1 0-1 0 0,1 0 1 0 0,-1-1-1 0 0,1 1 1 0 0,-1 0-1 0 0,1 0 1 0 0,-1-1-1 0 0,1 1 1 0 0,-1 0-1 0 0,1-1 1 0 0,-1 1-1 0 0,1-1 1 0 0,-1 1-1 0 0,1-1 1 0 0,-1 1-1 0 0,0-1 1 0 0,1 1-1 0 0,-1-1 1 0 0,0 1-1 0 0,0-1 1 0 0,1 1-1 0 0,-1-1 1 0 0,0 1-1 0 0,0-1 1 0 0,0 1-1 0 0,0-1 1 0 0,0 0-1 0 0,0 1 1 0 0,0-1-1 0 0,0 1 1 0 0,0-1-1 0 0,0 0 1 0 0,0 1-1 0 0,0-1 1 0 0,0 1-1 0 0,0-2 1 0 0,0 1-4 0 0,0 0 1 0 0,0 1 0 0 0,0-1 0 0 0,0 0 0 0 0,1 0 0 0 0,-1 0 0 0 0,0 0 0 0 0,0 1-1 0 0,1-1 1 0 0,-1 0 0 0 0,1 0 0 0 0,-1 1 0 0 0,1-1 0 0 0,-1 0 0 0 0,1 0-1 0 0,-1 1 1 0 0,1-1 0 0 0,0 1 0 0 0,-1-1 0 0 0,1 1 0 0 0,0-1 0 0 0,1 0 0 0 0,5-6 85 0 0,2-8 61 0 0,-8 13-142 0 0,0-1 0 0 0,0 1 0 0 0,0 0 0 0 0,1-1-1 0 0,-1 1 1 0 0,1 0 0 0 0,0 0 0 0 0,-1 0 0 0 0,1 0 0 0 0,0 1 0 0 0,3-3 0 0 0,1 0 10 0 0,7-6 28 0 0,-1 1 0 0 0,0-2 0 0 0,0 0 0 0 0,14-18 0 0 0,-26 29-58 0 0,6-9 12 0 0,0 0 0 0 0,1 1-1 0 0,-1 0 1 0 0,2 0-1 0 0,-1 0 1 0 0,1 1 0 0 0,11-8-1 0 0,-6 5-73 0 0,11-5-614 0 0,-16 18-86 0 0,-5 13-379 0 0,-3 24-3901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27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52 2001 0 0,'-12'-5'1112'0'0,"8"5"-803"0"0,1-1 1 0 0,0 0-1 0 0,0 0 0 0 0,0 0 0 0 0,0-1 0 0 0,0 1 1 0 0,0-1-1 0 0,-5-3 0 0 0,8 4-273 0 0,0 1 1 0 0,-1-1-1 0 0,1 0 1 0 0,-1 1-1 0 0,1-1 1 0 0,-1 1-1 0 0,1-1 1 0 0,-1 1-1 0 0,0-1 1 0 0,1 1-1 0 0,-1-1 1 0 0,1 1-1 0 0,-1 0 1 0 0,0-1-1 0 0,0 1 0 0 0,1 0 1 0 0,-1 0-1 0 0,0-1 1 0 0,1 1-1 0 0,-1 0 1 0 0,0 0-1 0 0,0 0 1 0 0,1 0-1 0 0,-1 0 1 0 0,-1 0-1 0 0,1 0 57 0 0,-3-1 160 0 0,8 1-93 0 0,75 6 47 0 0,-53-3-280 0 0,0-1 0 0 0,32-2 1 0 0,-47-1-429 0 0,-1 0 1 0 0,0-1-1 0 0,0 0 0 0 0,0-1 1 0 0,13-5-1 0 0,-5-2-1646 0 0,-14 4 39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27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 2561 0 0,'-22'6'1761'0'0,"0"-6"-480"0"0,44 0-1041 0 0,0 0-80 0 0,22 0-80 0 0,1 4 0 0 0,-1 0-160 0 0,1-4-400 0 0,-1-4-1521 0 0,1 4-400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28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69 276 480 0 0,'0'0'1454'0'0,"-3"0"-320"0"0,2 0-968 0 0,0 0-111 0 0,0 0 0 0 0,0 0-1 0 0,1 0 1 0 0,-1 0 0 0 0,0 0 0 0 0,0 0-1 0 0,1 0 1 0 0,-1 0 0 0 0,0 0 0 0 0,0 0 0 0 0,1 0-1 0 0,-1 0 1 0 0,0 0 0 0 0,1 1 0 0 0,-1-1-1 0 0,0 0 1 0 0,1 1 0 0 0,-1-1 0 0 0,0 0 0 0 0,1 1-1 0 0,-1-1 1 0 0,1 1 0 0 0,-2 0 0 0 0,-17-5 905 0 0,16 3-640 0 0,-1-4 161 0 0,3 5-465 0 0,0-1 1 0 0,-1 0 0 0 0,1 1 0 0 0,0-1-1 0 0,0 0 1 0 0,0 0 0 0 0,0 0 0 0 0,0 0-1 0 0,0 0 1 0 0,0 0 0 0 0,0 0 0 0 0,0 0-1 0 0,0 0 1 0 0,0 0 0 0 0,1 0 0 0 0,-1-1-1 0 0,1 1 1 0 0,-1 0 0 0 0,1 0 0 0 0,-1-1 0 0 0,1 1-1 0 0,0-1 1 0 0,-1 1 0 0 0,1 0 0 0 0,0-1-1 0 0,0 1 1 0 0,0-1 0 0 0,0 1 0 0 0,0 0-1 0 0,0-1 1 0 0,1 1 0 0 0,-1 0 0 0 0,0-1-1 0 0,1 1 1 0 0,-1 0 0 0 0,1-1 0 0 0,-1 1-1 0 0,2-2 1 0 0,58-108 623 0 0,-38 70-479 0 0,-21 40-153 0 0,-1-1 1 0 0,1 1 0 0 0,0 0 0 0 0,-1-1-1 0 0,1 1 1 0 0,-1-1 0 0 0,1 1 0 0 0,-1-1 0 0 0,0 1-1 0 0,1-1 1 0 0,-1 1 0 0 0,0-1 0 0 0,0 0-1 0 0,0 1 1 0 0,0-1 0 0 0,0 1 0 0 0,-1-1 0 0 0,1 1-1 0 0,0-1 1 0 0,-1 1 0 0 0,1-1 0 0 0,-1 1-1 0 0,0-1 1 0 0,1 1 0 0 0,-1 0 0 0 0,0-1 0 0 0,0 1-1 0 0,0 0 1 0 0,0-1 0 0 0,0 1 0 0 0,0 0-1 0 0,0 0 1 0 0,0 0 0 0 0,0 0 0 0 0,-1 0-1 0 0,1 0 1 0 0,-3-1 0 0 0,0-2 58 0 0,4 4-30 0 0,0-1 0 0 0,0 1 0 0 0,0-1 0 0 0,-1 1 1 0 0,1-1-1 0 0,0 1 0 0 0,0-1 0 0 0,0 1 0 0 0,0-1 0 0 0,0 1 0 0 0,0-1 1 0 0,1 1-1 0 0,-1-1 0 0 0,0 1 0 0 0,0-1 0 0 0,0 1 0 0 0,0-1 1 0 0,1 1-1 0 0,-1-1 0 0 0,0 1 0 0 0,0-1 0 0 0,1 1 0 0 0,-1-1 1 0 0,0 1-1 0 0,1-1 0 0 0,-1 1 0 0 0,1-1 0 0 0,21 1 30 0 0,329 28-28 0 0,-251-16-292 0 0,-75-8-127 0 0,-42-2-5736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29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6 80 0 0,'-129'9'6696'0'0,"129"-9"-6695"0"0,0 0 0 0 0,0 0-1 0 0,0 0 1 0 0,0 0-1 0 0,0 0 1 0 0,0 0-1 0 0,0 0 1 0 0,1 0 0 0 0,-1 0-1 0 0,0-1 1 0 0,0 1-1 0 0,0 0 1 0 0,0 0-1 0 0,0 0 1 0 0,0 0 0 0 0,0 0-1 0 0,0 0 1 0 0,0-1-1 0 0,0 1 1 0 0,0 0-1 0 0,0 0 1 0 0,0 0-1 0 0,0 0 1 0 0,0 0 0 0 0,0 0-1 0 0,0-1 1 0 0,0 1-1 0 0,0 0 1 0 0,0 0-1 0 0,0 0 1 0 0,0 0 0 0 0,0 0-1 0 0,0 0 1 0 0,0-1-1 0 0,0 1 1 0 0,0 0-1 0 0,0 0 1 0 0,0 0 0 0 0,0 0-1 0 0,-1 0 1 0 0,1 0-1 0 0,0 0 1 0 0,0 0-1 0 0,0-1 1 0 0,0 1 0 0 0,0 0-1 0 0,23-4 96 0 0,1 1-1 0 0,-1 2 1 0 0,1 0 0 0 0,0 1-1 0 0,43 6 1 0 0,-31-3-264 0 0,221 22 773 0 0,-81 1-4177 0 0,-150-21-430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30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45 123 160 0 0,'-40'-7'5136'0'0,"39"7"-5079"0"0,1-1 0 0 0,0 1 0 0 0,-1 0 0 0 0,1 0 0 0 0,0 0 0 0 0,0-1 0 0 0,-1 1 1 0 0,1 0-1 0 0,0 0 0 0 0,0-1 0 0 0,0 1 0 0 0,-1 0 0 0 0,1-1 0 0 0,0 1 0 0 0,0 0 0 0 0,0-1 0 0 0,0 1 0 0 0,-1 0 1 0 0,1-1-1 0 0,0 1 0 0 0,0 0 0 0 0,0-1 0 0 0,0 1 0 0 0,0 0 0 0 0,0-1 0 0 0,0 1 0 0 0,0 0 0 0 0,0-1 0 0 0,0 1 1 0 0,0 0-1 0 0,0-1 0 0 0,1 1 0 0 0,-1 0 0 0 0,0-1 0 0 0,0 1 0 0 0,0 0 0 0 0,0 0 0 0 0,0-1 0 0 0,1 1 0 0 0,-1 0 1 0 0,0-1-1 0 0,0 1 0 0 0,1 0 0 0 0,-1 0 0 0 0,0-1 0 0 0,0 1 0 0 0,1 0 0 0 0,-1 0 0 0 0,1 0 0 0 0,41-5-102 0 0,1 3 0 0 0,81 5 0 0 0,-79-1 34 0 0,228 0 11 0 0,-146-3 0 0 0,-64 4 0 0 0,-60-6 287 0 0,-9-2-188 0 0,-6-1-18 0 0,-14-8 143 0 0,-1 1 1 0 0,0 2-1 0 0,-1 0 1 0 0,0 2-1 0 0,-54-11 1 0 0,82 20-262 0 0,0 0 1 0 0,-1 0-1 0 0,1 0 1 0 0,0 0-1 0 0,0 0 0 0 0,-1 0 1 0 0,1 0-1 0 0,0 0 1 0 0,0-1-1 0 0,0 1 0 0 0,-1 0 1 0 0,1 0-1 0 0,0 0 1 0 0,0 0-1 0 0,0 0 1 0 0,0-1-1 0 0,0 1 0 0 0,-1 0 1 0 0,1 0-1 0 0,0 0 1 0 0,0-1-1 0 0,0 1 1 0 0,0 0-1 0 0,0 0 0 0 0,0-1 1 0 0,0 1-1 0 0,0 0 1 0 0,0 0-1 0 0,0 0 1 0 0,0-1-1 0 0,0 1 0 0 0,0 0 1 0 0,0 0-1 0 0,0-1 1 0 0,0 1-1 0 0,0 0 1 0 0,0 0-1 0 0,0-1 0 0 0,0 1 1 0 0,0 0-1 0 0,0 0 1 0 0,0 0-1 0 0,0-1 0 0 0,0 1 1 0 0,1 0-1 0 0,-1 0 1 0 0,0 0-1 0 0,0-1 1 0 0,0 1-1 0 0,0 0 0 0 0,1 0 1 0 0,-1 0-1 0 0,0 0 1 0 0,0 0-1 0 0,0-1 1 0 0,1 1-1 0 0,-1 0 0 0 0,0 0 1 0 0,0 0-1 0 0,0 0 1 0 0,1 0-1 0 0,-1 0-233 0 0,1 0 101 0 0,0-1 1 0 0,-1 1-1 0 0,1 0 0 0 0,0 0 1 0 0,0 0-1 0 0,-1 0 0 0 0,1 0 1 0 0,0 0-1 0 0,-1 0 0 0 0,1 0 1 0 0,0 0-1 0 0,0 0 0 0 0,-1 0 1 0 0,1 1-1 0 0,0-1 0 0 0,-1 0 1 0 0,1 1-1 0 0,0-1 0 0 0,-1 0 1 0 0,1 1-1 0 0,-1-1 0 0 0,1 0 1 0 0,0 1-1 0 0,-1-1 0 0 0,2 2 1 0 0,-2 7-2407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30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1 2321 0 0,'-62'28'4082'0'0,"-5"-5"-3122"0"0,23 5-1120 0 0,-1 4 0 0 0,1-3-80 0 0,21-5-640 0 0,1-11-3122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31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2001 0 0,'0'-10'1601'0'0,"0"6"-401"0"0,0-1 161 0 0,22 10-1041 0 0,22 19-240 0 0,23 31-80 0 0,0-8 0 0 0,-45-19 0 0 0,0-10-80 0 0,0-4-80 0 0,-22 6-881 0 0,0-6-2320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31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0 173 1121 0 0,'44'-18'2000'0'0,"90"-24"402"0"0,44-9-882 0 0,-72 18-1840 0 0,-39 5-2641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32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282 329 2241 0 0,'-6'-2'227'0'0,"0"0"0"0"0,0 1 0 0 0,0 0 0 0 0,0 0 0 0 0,0 0 1 0 0,0 0-1 0 0,-1 1 0 0 0,1 0 0 0 0,0 0 0 0 0,0 1 0 0 0,0 0 0 0 0,0 0 0 0 0,-8 3 0 0 0,-3 1-14 0 0,1 1-1 0 0,-1 0 0 0 0,-15 10 1 0 0,24-12-197 0 0,0 0 0 0 0,1 1 1 0 0,-1 0-1 0 0,1 0 1 0 0,0 1-1 0 0,0 0 0 0 0,0 0 1 0 0,1 0-1 0 0,0 1 1 0 0,0 0-1 0 0,1 0 1 0 0,-5 9-1 0 0,8-13-22 0 0,0 0 1 0 0,0 0-1 0 0,1 0 1 0 0,-1 0-1 0 0,1 0 0 0 0,0 0 1 0 0,0 0-1 0 0,0 0 1 0 0,0 5-1 0 0,1-6 14 0 0,0 0 0 0 0,1 0 1 0 0,-1 0-1 0 0,1-1 0 0 0,-1 1 0 0 0,1 0 0 0 0,0 0 0 0 0,0 0 0 0 0,0 0 0 0 0,0-1 1 0 0,0 1-1 0 0,0 0 0 0 0,1-1 0 0 0,-1 1 0 0 0,0-1 0 0 0,1 1 0 0 0,-1-1 0 0 0,1 0 1 0 0,1 1-1 0 0,9 7 67 0 0,1 0 1 0 0,-1-1-1 0 0,2-1 0 0 0,-1 0 1 0 0,1-1-1 0 0,0-1 1 0 0,0 0-1 0 0,0-1 0 0 0,1 0 1 0 0,-1-1-1 0 0,1-1 1 0 0,0 0-1 0 0,0-1 1 0 0,0 0-1 0 0,0-2 0 0 0,0 0 1 0 0,0 0-1 0 0,-1-1 1 0 0,17-5-1 0 0,-17 4-81 0 0,0-1 0 0 0,0-1 0 0 0,0 0 0 0 0,0-1 0 0 0,-1 0 0 0 0,0-1 0 0 0,0 0 0 0 0,-1-1 0 0 0,0-1 0 0 0,0 0 0 0 0,-1 0-1 0 0,0-1 1 0 0,0-1 0 0 0,-2 0 0 0 0,1 0 0 0 0,-1-1 0 0 0,-1 0 0 0 0,0-1 0 0 0,11-24 0 0 0,11-46-341 0 0,-25 71 302 0 0,5-11-75 0 0,12-47-1 0 0,-20 60 122 0 0,0 0 0 0 0,-1 0-1 0 0,0 0 1 0 0,-1 0-1 0 0,0 0 1 0 0,-1 0 0 0 0,0 0-1 0 0,-3-13 1 0 0,2 17-1 0 0,1-3 6 0 0,-1 1-1 0 0,-1-1 1 0 0,1 1 0 0 0,-7-13-1 0 0,8 19-2 0 0,0 0 0 0 0,0 1-1 0 0,-1-1 1 0 0,1 0-1 0 0,0 1 1 0 0,-1-1 0 0 0,1 1-1 0 0,-1-1 1 0 0,1 1-1 0 0,-1 0 1 0 0,0 0 0 0 0,1 0-1 0 0,-1 0 1 0 0,0 0-1 0 0,0 0 1 0 0,0 0 0 0 0,0 0-1 0 0,0 1 1 0 0,0-1-1 0 0,0 1 1 0 0,0 0 0 0 0,0-1-1 0 0,0 1 1 0 0,-2 0-1 0 0,-4 0-6 0 0,1 0 0 0 0,-1 1 1 0 0,1 0-1 0 0,0 0 0 0 0,-11 3 0 0 0,17-3 4 0 0,-1-1 0 0 0,0 1 1 0 0,1-1-1 0 0,-1 1 0 0 0,1 0 1 0 0,-1-1-1 0 0,1 1 1 0 0,0 0-1 0 0,-1 0 0 0 0,1 0 1 0 0,0 0-1 0 0,0 1 0 0 0,-1-1 1 0 0,1 0-1 0 0,0 0 0 0 0,0 1 1 0 0,0-1-1 0 0,1 0 0 0 0,-1 1 1 0 0,0-1-1 0 0,0 1 1 0 0,1 0-1 0 0,-1-1 0 0 0,1 1 1 0 0,-1-1-1 0 0,1 1 0 0 0,0 0 1 0 0,0 2-1 0 0,0-3-3 0 0,-1 0 0 0 0,1 0 0 0 0,0 1 0 0 0,0-1-1 0 0,0 0 1 0 0,-1 0 0 0 0,1 0 0 0 0,0 0 0 0 0,-1 0 0 0 0,1 0 0 0 0,-1 0-1 0 0,0 1 1 0 0,1-2 0 0 0,-1 1 0 0 0,0 0 0 0 0,1 0 0 0 0,-1 0 0 0 0,0 0-1 0 0,-1 1 1 0 0,1-2 3 0 0,0 1 0 0 0,0 0 0 0 0,0 0-1 0 0,0 0 1 0 0,0 0 0 0 0,1 0 0 0 0,-1 0 0 0 0,0 0-1 0 0,1 1 1 0 0,-1-1 0 0 0,0 0 0 0 0,1 0 0 0 0,0 0 0 0 0,-1 1-1 0 0,1-1 1 0 0,0 0 0 0 0,0 0 0 0 0,-1 1 0 0 0,1 1-1 0 0,0 276 308 0 0,0-274-299 0 0,0 1 1 0 0,-1-1-1 0 0,0 0 0 0 0,0 1 0 0 0,0-1 1 0 0,-1 0-1 0 0,0 0 0 0 0,0 0 0 0 0,-2 5 1 0 0,0-1-25 0 0,3-8-9 0 0,1-1-1 0 0,0 1 1 0 0,-1 0 0 0 0,1 0-1 0 0,0 0 1 0 0,-1 0 0 0 0,1 0 0 0 0,0-1-1 0 0,0 1 1 0 0,0 0 0 0 0,0 0-1 0 0,0 0 1 0 0,0 0 0 0 0,0 0 0 0 0,0 0-1 0 0,0 0 1 0 0,1 0 0 0 0,-1-1-1 0 0,0 1 1 0 0,0 0 0 0 0,1 0 0 0 0,-1 0-1 0 0,1 0 1 0 0,-1-1 0 0 0,0 1-1 0 0,1 0 1 0 0,0-1 0 0 0,-1 1-1 0 0,1 0 1 0 0,-1-1 0 0 0,1 1 0 0 0,0 0-1 0 0,-1-1 1 0 0,1 1 0 0 0,0-1-1 0 0,0 1 1 0 0,0-1 0 0 0,-1 0 0 0 0,1 1-1 0 0,0-1 1 0 0,0 0 0 0 0,0 0-1 0 0,0 1 1 0 0,0-1 0 0 0,-1 0 0 0 0,1 0-1 0 0,1 0 1 0 0,21-2-2496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33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0 264 1441 0 0,'0'0'57'0'0,"0"-1"0"0"0,0 1 1 0 0,0-1-1 0 0,0 0 1 0 0,0 1-1 0 0,1-1 0 0 0,-1 1 1 0 0,0-1-1 0 0,0 1 0 0 0,0-1 1 0 0,0 1-1 0 0,1-1 0 0 0,-1 1 1 0 0,0-1-1 0 0,0 1 1 0 0,1-1-1 0 0,-1 1 0 0 0,0 0 1 0 0,1-1-1 0 0,-1 1 0 0 0,1-1 1 0 0,-1 1-1 0 0,0 0 1 0 0,1-1-1 0 0,-1 1 0 0 0,1 0 1 0 0,-1 0-1 0 0,1-1 0 0 0,-1 1 1 0 0,1 0-1 0 0,-1 0 1 0 0,1 0-1 0 0,-1 0 0 0 0,1-1 1 0 0,0 1 18 0 0,0 0 1 0 0,-1 0 0 0 0,1 0 0 0 0,-1 0 0 0 0,1 0-1 0 0,-1-1 1 0 0,1 1 0 0 0,-1 0 0 0 0,1 0 0 0 0,-1-1-1 0 0,1 1 1 0 0,-1 0 0 0 0,0-1 0 0 0,1 1-1 0 0,-1-1 1 0 0,1 1 0 0 0,-1-1 0 0 0,0 1 0 0 0,1 0-1 0 0,-1-1 1 0 0,0 1 0 0 0,0-1 0 0 0,1 1 0 0 0,-1-1-1 0 0,0 1 1 0 0,0-1 0 0 0,0 0 0 0 0,1 1-1 0 0,-1-1 1 0 0,0 1 0 0 0,0-1 0 0 0,0 1 0 0 0,0-1-1 0 0,0 0 1 0 0,0 1-44 0 0,0-1 0 0 0,0 1 0 0 0,0-1-1 0 0,0 1 1 0 0,1 0 0 0 0,-1-1 0 0 0,0 1 0 0 0,0 0 0 0 0,1-1-1 0 0,-1 1 1 0 0,0 0 0 0 0,0-1 0 0 0,1 1 0 0 0,-1 0-1 0 0,0-1 1 0 0,1 1 0 0 0,-1 0 0 0 0,0 0 0 0 0,1 0 0 0 0,-1-1-1 0 0,1 1 1 0 0,-1 0 0 0 0,0 0 0 0 0,1 0 0 0 0,-1 0-1 0 0,1 0 1 0 0,-1 0 0 0 0,0 0 0 0 0,1 0 0 0 0,-1 0 0 0 0,1 0-1 0 0,0 0 1 0 0,-1 0-11 0 0,1 0-1 0 0,-1 0 0 0 0,0 0 1 0 0,1 0-1 0 0,-1 0 0 0 0,1 0 1 0 0,-1 0-1 0 0,1 0 0 0 0,-1 0 1 0 0,0 0-1 0 0,1-1 0 0 0,-1 1 1 0 0,0 0-1 0 0,1 0 0 0 0,-1 0 1 0 0,1 0-1 0 0,-1-1 0 0 0,0 1 1 0 0,1 0-1 0 0,-1 0 0 0 0,0-1 1 0 0,1 1-1 0 0,-1 0 1 0 0,0-1-1 0 0,0 1 0 0 0,1 0 1 0 0,-1-1-1 0 0,0 1 0 0 0,0 0 1 0 0,0-1-1 0 0,1 1 0 0 0,-1-1 1 0 0,2-1 30 0 0,0 1 1 0 0,0-1-1 0 0,0 1 1 0 0,0 0 0 0 0,0 0-1 0 0,1 0 1 0 0,-1 0 0 0 0,0 0-1 0 0,1 0 1 0 0,-1 1-1 0 0,0-1 1 0 0,1 1 0 0 0,-1 0-1 0 0,5 0 1 0 0,3-2 38 0 0,145-20 173 0 0,233-3 1 0 0,-321 22-234 0 0,93 3 49 0 0,-136 2 45 0 0,-26-4 4 0 0,-17-4 191 0 0,19 5-311 0 0,-133-76 1649 0 0,86 50-1191 0 0,37 21-350 0 0,1 1 1 0 0,-1 0 0 0 0,0 0 0 0 0,0 1 0 0 0,-13-4 0 0 0,14 5-488 0 0,-32-6 1162 0 0,38 9-1370 0 0,0 0 1 0 0,1 0 0 0 0,-1 0 0 0 0,0 1 0 0 0,1-1 0 0 0,-1 1 0 0 0,1-1 0 0 0,-1 1 0 0 0,-3 2 0 0 0,9-3-2131 0 0,12 4-93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33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0 4562 0 0,'-44'19'3282'0'0,"22"-1"-2882"0"0,-1 6-720 0 0,-21 5 160 0 0,0-1-241 0 0,-1-1-1359 0 0,23-13-3763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7:28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1146 11 960 0 0,'0'0'3989'0'0,"4"0"-2682"0"0,-4 0-1123 0 0,1 0-79 0 0,0 0 1 0 0,0 0-1 0 0,0 0 1 0 0,0 0 0 0 0,0 0-1 0 0,-1 0 1 0 0,1 0-1 0 0,0 0 1 0 0,0 0 0 0 0,0 0-1 0 0,0 0 1 0 0,0 0-1 0 0,-1-1 1 0 0,1 1 0 0 0,0 0-1 0 0,0 0 1 0 0,0-1-1 0 0,-1 1 1 0 0,1-1 0 0 0,1 0-1 0 0,-2 0 109 0 0,-11-1 1 0 0,1 1 0 0 0,0 0 0 0 0,0 0 0 0 0,-1 1 0 0 0,1 0 0 0 0,0 1 1 0 0,-1 0-1 0 0,1 0 0 0 0,-12 4 0 0 0,-14 6-118 0 0,-44 19 0 0 0,0 0 292 0 0,62-24-257 0 0,-67 24 230 0 0,34-10-13 0 0,40-17-334 0 0,1 1 0 0 0,-1 0 0 0 0,1 1 0 0 0,0 0 0 0 0,0 1 0 0 0,-14 10-1 0 0,-16 18 33 0 0,19-15 18 0 0,-1-1 0 0 0,-1 0 0 0 0,-27 15 0 0 0,-168 99-38 0 0,211-127 6 0 0,1 1 1 0 0,-1 0-1 0 0,1 0 0 0 0,0 0 1 0 0,0 1-1 0 0,1 0 0 0 0,0 0 1 0 0,0 0-1 0 0,1 1 0 0 0,0 0 1 0 0,-5 12-1 0 0,-28 27-33 0 0,28-25-74 0 0,-8 11-12 0 0,11-24 80 0 0,1 0 0 0 0,1 1-1 0 0,-1-1 1 0 0,1 1 0 0 0,1 0 0 0 0,-4 16 0 0 0,5-16 10 0 0,-1 0 0 0 0,0 0 1 0 0,0-1-1 0 0,-1 1 0 0 0,-1-1 0 0 0,-8 14 1 0 0,11-19-13 0 0,-1-1 0 0 0,1 1 0 0 0,-1 0 0 0 0,1 0 0 0 0,0 0 1 0 0,1 0-1 0 0,-1 0 0 0 0,1 0 0 0 0,-1 1 0 0 0,1-1 0 0 0,1 0 1 0 0,-1 1-1 0 0,1-1 0 0 0,-1 1 0 0 0,1-1 0 0 0,1 6 0 0 0,-1-9 11 0 0,0 0-1 0 0,0 0 0 0 0,0 0 1 0 0,0 0-1 0 0,0 1 1 0 0,-1-1-1 0 0,1 0 0 0 0,0 0 1 0 0,0 0-1 0 0,-1 0 1 0 0,1 0-1 0 0,-1 0 0 0 0,1 0 1 0 0,-1 0-1 0 0,0 0 0 0 0,1-1 1 0 0,-1 1-1 0 0,0 0 1 0 0,1 0-1 0 0,-1 0 0 0 0,0-1 1 0 0,0 1-1 0 0,0 0 1 0 0,-1 0-1 0 0,-3 3-22 0 0,4-4 20 0 0,1 0 0 0 0,0 1-1 0 0,0-1 1 0 0,-1 0 0 0 0,1 0-1 0 0,0 1 1 0 0,0-1 0 0 0,0 0-1 0 0,0 0 1 0 0,-1 1 0 0 0,1-1-1 0 0,0 0 1 0 0,0 1 0 0 0,0-1-1 0 0,0 0 1 0 0,0 0 0 0 0,0 1-1 0 0,0-1 1 0 0,0 0 0 0 0,0 1-1 0 0,0-1 1 0 0,0 0 0 0 0,0 1-1 0 0,0-1 1 0 0,0 0 0 0 0,0 0 0 0 0,0 1-1 0 0,0-1 1 0 0,0 0 0 0 0,0 1-1 0 0,0-1 1 0 0,1 0 0 0 0,-1 0-1 0 0,0 1 1 0 0,0-1 0 0 0,0 0-1 0 0,0 0 1 0 0,1 1 0 0 0,-1-1-1 0 0,1 0 1 0 0,65 101 1080 0 0,-63-98-1085 0 0,0 0 0 0 0,1 0-1 0 0,-1 0 1 0 0,1 0 0 0 0,0 0-1 0 0,0-1 1 0 0,-1 0 0 0 0,1 0-1 0 0,1 0 1 0 0,-1 0 0 0 0,0-1-1 0 0,0 0 1 0 0,6 2 0 0 0,64 7-227 0 0,14-5 146 0 0,172 22 92 0 0,-256-26 9 0 0,-3-1-13 0 0,-1-1 0 0 0,1 1 0 0 0,0 0 0 0 0,0 0-1 0 0,0 1 1 0 0,-1-1 0 0 0,1 0 0 0 0,0 0 0 0 0,0 0 0 0 0,-1 0 0 0 0,1 1 0 0 0,0-1 0 0 0,-1 0 0 0 0,1 1-1 0 0,0-1 1 0 0,-1 0 0 0 0,1 1 0 0 0,0-1 0 0 0,-1 1 0 0 0,1-1 0 0 0,-1 1 0 0 0,1-1 0 0 0,-1 1 0 0 0,1 0-1 0 0,-1-1 1 0 0,1 2 0 0 0,0-1 2 0 0,0 0 0 0 0,0 0-1 0 0,1 0 1 0 0,-1 0 0 0 0,0 0-1 0 0,1 0 1 0 0,-1 0 0 0 0,0-1-1 0 0,1 1 1 0 0,-1 0 0 0 0,1-1 0 0 0,2 1-1 0 0,2 2 16 0 0,109 38-6 0 0,-85-32 17 0 0,50 8 0 0 0,-24-6-10 0 0,-38-8-52 0 0,1-1-1 0 0,-1-1 1 0 0,1 0-1 0 0,0-1 1 0 0,-1-1-1 0 0,1-1 1 0 0,34-8-1 0 0,-23 3-42 0 0,0-2 0 0 0,-1-1 0 0 0,54-27 0 0 0,-28 9 4 0 0,46-26 142 0 0,-49 24 14 0 0,-25 16-39 0 0,0-2-1 0 0,-1 0 0 0 0,37-33 1 0 0,-48 27-209 0 0,0-3-88 0 0,48-29-42 0 0,-43 36 350 0 0,2 1 0 0 0,31-20 0 0 0,22-18-41 0 0,-70 46-48 0 0,-2 1 90 0 0,1 4-24 0 0,1-1 0 0 0,-1 1 0 0 0,1 0 0 0 0,1 0 0 0 0,4-3 0 0 0,18-13 56 0 0,98-97 3 0 0,-121 112-89 0 0,-1 1 0 0 0,0-1 0 0 0,0 0 0 0 0,0 0-1 0 0,0-1 1 0 0,-1 1 0 0 0,0-1 0 0 0,0 0 0 0 0,2-6 0 0 0,0 0 37 0 0,-3 8-45 0 0,-1 1 0 0 0,0 0 0 0 0,0-1 0 0 0,-1 1 0 0 0,1-1 0 0 0,-1 1-1 0 0,0-1 1 0 0,1 1 0 0 0,-2-1 0 0 0,1 0 0 0 0,0 1 0 0 0,-1-1 0 0 0,1 1 0 0 0,-1-1 0 0 0,0 1 0 0 0,0 0-1 0 0,-1-1 1 0 0,1 1 0 0 0,-1 0 0 0 0,1 0 0 0 0,-1 0 0 0 0,0 0 0 0 0,0 0 0 0 0,0 0 0 0 0,-4-3 0 0 0,-43-38 386 0 0,-2 3 0 0 0,-89-56 1 0 0,124 88-359 0 0,0 0 1 0 0,0 2 0 0 0,-1 0 0 0 0,0 0 0 0 0,0 2-1 0 0,-32-7 1 0 0,-83-14 394 0 0,101 19-544 0 0,26 6-226 0 0,0 1 1 0 0,1 0-1 0 0,-1 0 1 0 0,0 0-1 0 0,0 0 1 0 0,-5 2-1 0 0,8-2 110 0 0,1 0-1 0 0,0 1 1 0 0,0-1-1 0 0,-1 0 1 0 0,1 0-1 0 0,0 1 1 0 0,0-1-1 0 0,0 0 1 0 0,0 1-1 0 0,-1-1 1 0 0,1 1-1 0 0,0 0 0 0 0,0-1 1 0 0,0 1-1 0 0,0 0 1 0 0,0 0-1 0 0,0-1 1 0 0,1 1-1 0 0,-1 0 1 0 0,0 0-1 0 0,0 0 1 0 0,1 0-1 0 0,-1 0 1 0 0,0 0-1 0 0,1 0 1 0 0,-1 1-1 0 0,1-1 0 0 0,-1 1 1 0 0,1 9-5095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7:30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663 17 880 0 0,'-17'0'694'0'0,"0"2"0"0"0,1 0-1 0 0,-1 1 1 0 0,1 1 0 0 0,0 0-1 0 0,0 1 1 0 0,0 1 0 0 0,0 0-1 0 0,-19 12 1 0 0,-113 53 707 0 0,137-66-1259 0 0,0-1 0 0 0,0 0 1 0 0,-18 3-1 0 0,-28 9 222 0 0,41-11-283 0 0,13-5-64 0 0,-1 1 0 0 0,1 0 0 0 0,-1 0 0 0 0,1 0 1 0 0,-1 0-1 0 0,1 1 0 0 0,0-1 0 0 0,0 1 0 0 0,0 0 0 0 0,0 0 0 0 0,0 0 0 0 0,0 0 0 0 0,-5 5 0 0 0,-9 9-26 0 0,-6 6-35 0 0,22-21 45 0 0,-1 2 8 0 0,0 0 0 0 0,0 0 0 0 0,0-1 0 0 0,1 1 1 0 0,-1 0-1 0 0,1 0 0 0 0,0 0 0 0 0,0 1 0 0 0,0-1 0 0 0,0 0 0 0 0,0 0 0 0 0,1 1 0 0 0,-1-1 1 0 0,1 0-1 0 0,0 4 0 0 0,0 97 71 0 0,0-101-83 0 0,0 0-1 0 0,0 0 1 0 0,-1-1 0 0 0,0 1 0 0 0,1 0 0 0 0,-1-1-1 0 0,0 1 1 0 0,0 0 0 0 0,0-1 0 0 0,0 1 0 0 0,-3 2-1 0 0,3-3 1 0 0,-1 1-1 0 0,1 0 1 0 0,0-1-1 0 0,0 1 1 0 0,0 0 0 0 0,0 0-1 0 0,0 0 1 0 0,0 0-1 0 0,1 0 1 0 0,-1 0-1 0 0,1 3 1 0 0,0 7 2 0 0,1-7-1 0 0,-1-1 1 0 0,0 1-1 0 0,0-1 0 0 0,-1 1 0 0 0,1-1 0 0 0,-4 10 0 0 0,0 0-11 0 0,0-1 0 0 0,0 1-1 0 0,2 0 1 0 0,0 0 0 0 0,0 31-1 0 0,0-7-53 0 0,1-26 6 0 0,0-1 0 0 0,1 0 0 0 0,0 1 0 0 0,1-1 1 0 0,0 0-1 0 0,4 16 0 0 0,-3-24 58 0 0,-1 0 1 0 0,1 0-1 0 0,-1 0 1 0 0,-1 0-1 0 0,1 1 1 0 0,0-1-1 0 0,-1 0 1 0 0,0 0-1 0 0,0 1 1 0 0,0-1-1 0 0,-1 0 1 0 0,0 0-1 0 0,1 1 1 0 0,-1-1-1 0 0,-4 8 1 0 0,-2 14 193 0 0,2-11-152 0 0,1 0 0 0 0,1 0 1 0 0,0 0-1 0 0,0 27 0 0 0,2-35-48 0 0,0 0 0 0 0,0 0 0 0 0,0 1 0 0 0,-1-1 0 0 0,1 0 0 0 0,-2 0 0 0 0,-4 10 0 0 0,5-12 14 0 0,1-4-4 0 0,1 0 1 0 0,-1 1-1 0 0,1-1 1 0 0,0 0-1 0 0,-1 0 1 0 0,1 1-1 0 0,0-1 0 0 0,0 0 1 0 0,0 0-1 0 0,0 1 1 0 0,0-1-1 0 0,0 0 0 0 0,0 1 1 0 0,0-1-1 0 0,0 0 1 0 0,1 0-1 0 0,-1 0 1 0 0,1 1-1 0 0,-1-1 0 0 0,0 0 1 0 0,1 0-1 0 0,0 0 1 0 0,-1 0-1 0 0,1 0 0 0 0,0 1 1 0 0,0-1-1 0 0,-1-1 1 0 0,1 1-1 0 0,0 0 1 0 0,0 0-1 0 0,0 0 0 0 0,0 0 1 0 0,0-1-1 0 0,0 1 1 0 0,1 0-1 0 0,0 0 0 0 0,2 0-14 0 0,0 1 0 0 0,0-1 0 0 0,0 0-1 0 0,0 0 1 0 0,0 0 0 0 0,0 0 0 0 0,0-1-1 0 0,0 0 1 0 0,0 0 0 0 0,8-1 0 0 0,35-6-67 0 0,79-23 0 0 0,248-51 93 0 0,-204 49 134 0 0,233-48-67 0 0,-380 74-134 0 0,-1-2 1 0 0,0 0 0 0 0,0-2-1 0 0,-1 0 1 0 0,0-2 0 0 0,-1 0-1 0 0,-1-1 1 0 0,0-1-1 0 0,0-1 1 0 0,28-30 0 0 0,-38 33 57 0 0,0 0 0 0 0,-2-1 1 0 0,1 0-1 0 0,-2-1 0 0 0,1 1 1 0 0,-2-1-1 0 0,0-1 0 0 0,-1 1 1 0 0,0-1-1 0 0,3-29 0 0 0,0 8 2 0 0,-1 8 48 0 0,-2 14-6 0 0,-1 0 0 0 0,-1 0 1 0 0,1-16-1 0 0,-3 25-32 0 0,0 0-1 0 0,-1 1 1 0 0,1-1 0 0 0,-1 0-1 0 0,0 0 1 0 0,0 1 0 0 0,-1-1 0 0 0,1 0-1 0 0,-1 1 1 0 0,0-1 0 0 0,0 1 0 0 0,-1 0-1 0 0,-3-5 1 0 0,-2-1 19 0 0,0 0 0 0 0,-1 1-1 0 0,0 1 1 0 0,-1-1 0 0 0,1 1 0 0 0,-14-7-1 0 0,-12-11 30 0 0,-27-19 34 0 0,41 32 7 0 0,1-2 0 0 0,-32-29 0 0 0,20 14 195 0 0,-62-46 1 0 0,89 72-337 0 0,-1 0 0 0 0,-1 1 0 0 0,1 0 0 0 0,0-1 0 0 0,-1 2 0 0 0,0-1 0 0 0,0 1 0 0 0,1 0 0 0 0,-1 1 0 0 0,0 0 0 0 0,-1 0 0 0 0,1 0 1 0 0,-8 1-1 0 0,0 1-461 0 0,-1 1 0 0 0,1 0 0 0 0,0 1 0 0 0,-26 9 0 0 0,-4 2-3052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53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33 1201 0 0,'1'-1'99'0'0,"-1"0"0"0"0,0 1 0 0 0,0-1 1 0 0,1 1-1 0 0,-1-1 0 0 0,1 1 1 0 0,-1-1-1 0 0,0 1 0 0 0,1-1 1 0 0,-1 1-1 0 0,1-1 0 0 0,-1 1 0 0 0,1 0 1 0 0,-1-1-1 0 0,1 1 0 0 0,0 0 1 0 0,-1-1-1 0 0,1 1 0 0 0,-1 0 1 0 0,1 0-1 0 0,0 0 0 0 0,-1-1 0 0 0,1 1 1 0 0,0 0-1 0 0,-1 0 0 0 0,1 0 1 0 0,0 0-1 0 0,-1 0 0 0 0,1 0 1 0 0,0 0-1 0 0,1 0 237 0 0,2-8 2395 0 0,-4 20-2233 0 0,0-10-498 0 0,0-1 0 0 0,-1 1 0 0 0,1-1 0 0 0,0 1 0 0 0,0-1 0 0 0,0 0 0 0 0,-1 1 0 0 0,1-1 1 0 0,-1 1-1 0 0,1-1 0 0 0,-1 0 0 0 0,0 1 0 0 0,0-1 0 0 0,1 0 0 0 0,-1 0 0 0 0,0 1 0 0 0,0-1 1 0 0,-2 2-1 0 0,2-3 3 0 0,0 1 0 0 0,0 0 1 0 0,0 0-1 0 0,0 0 1 0 0,1 1-1 0 0,-1-1 0 0 0,0 0 1 0 0,1 0-1 0 0,-1 0 1 0 0,1 0-1 0 0,-1 1 0 0 0,1-1 1 0 0,-1 0-1 0 0,1 1 1 0 0,0-1-1 0 0,0 0 0 0 0,-1 1 1 0 0,1 1-1 0 0,0-1-2 0 0,0 1-1 0 0,0-1 0 0 0,-1 0 0 0 0,1 0 0 0 0,-1 0 1 0 0,1 1-1 0 0,-1-1 0 0 0,0 0 0 0 0,0 0 1 0 0,0 0-1 0 0,0 0 0 0 0,-2 3 0 0 0,1-3-5 0 0,1 0 0 0 0,-1 0-1 0 0,1 1 1 0 0,0-1 0 0 0,0 0-1 0 0,0 0 1 0 0,1 1-1 0 0,-1-1 1 0 0,0 0 0 0 0,1 1-1 0 0,0-1 1 0 0,-1 5 0 0 0,1-5 5 0 0,-1-1 0 0 0,1 1 0 0 0,0 0 0 0 0,0-1 0 0 0,0 1 0 0 0,0-1 0 0 0,0 1 0 0 0,0 0 0 0 0,1-1 0 0 0,-1 1 0 0 0,0-1 0 0 0,1 1 0 0 0,-1-1 0 0 0,1 1 0 0 0,0-1 0 0 0,-1 1 0 0 0,1-1 0 0 0,0 0 0 0 0,0 1 0 0 0,0-1 0 0 0,0 0 0 0 0,0 0 0 0 0,0 1 0 0 0,0-1 0 0 0,0 0 0 0 0,1 0 0 0 0,-1 0 0 0 0,3 1 0 0 0,-3 1 1 0 0,0-1 1 0 0,0 1 0 0 0,0 0-1 0 0,-1 0 1 0 0,1 0 0 0 0,-1 0-1 0 0,0 0 1 0 0,1 0 0 0 0,-1 0 0 0 0,0 1-1 0 0,-1-1 1 0 0,0 5 0 0 0,0 1 42 0 0,2-6-47 0 0,-1 0-1 0 0,0 0 1 0 0,0 0-1 0 0,0 0 1 0 0,-1-1-1 0 0,1 1 1 0 0,-1 0-1 0 0,1 0 1 0 0,-1 0-1 0 0,0-1 1 0 0,0 1-1 0 0,0-1 1 0 0,-1 1-1 0 0,1 0 1 0 0,-1-1-1 0 0,1 0 1 0 0,-1 1-1 0 0,-3 3 1 0 0,4-5 6 0 0,0 1 0 0 0,0-1 0 0 0,1 1 0 0 0,-1 0 0 0 0,1-1 0 0 0,-1 1 0 0 0,1 0 0 0 0,0-1 0 0 0,0 1 0 0 0,-1 0 0 0 0,1 0 0 0 0,0-1 0 0 0,1 1 0 0 0,-1 0 0 0 0,1 2 0 0 0,-1 4 29 0 0,0-7-32 0 0,0-1 0 0 0,0 0 0 0 0,1 1 0 0 0,-1-1 0 0 0,0 0 0 0 0,0 1 0 0 0,0-1 0 0 0,1 0 0 0 0,-1 1 0 0 0,0-1 0 0 0,0 0 0 0 0,0 0 0 0 0,1 1 0 0 0,-1-1 0 0 0,0 0 0 0 0,1 0 0 0 0,-1 0 0 0 0,0 1 0 0 0,1-1 0 0 0,-1 0 0 0 0,0 0 0 0 0,1 0 0 0 0,-1 0 0 0 0,0 0 0 0 0,1 0 0 0 0,-1 1 0 0 0,0-1 0 0 0,1 0 0 0 0,-1 0 0 0 0,0 0 0 0 0,1 0 0 0 0,-1 0 0 0 0,1-1 0 0 0,-1 1 0 0 0,0 0 0 0 0,1 0 0 0 0,-1 0 0 0 0,1 0 0 0 0,-1 0 0 0 0,0-1 0 0 0,1 1 0 0 0,-1 0 0 0 0,0 0 0 0 0,1 0 0 0 0,-1 0 0 0 0,0 0 0 0 0,1 0 0 0 0,-1 0 0 0 0,0 0 0 0 0,1 0 0 0 0,-1 0 0 0 0,0 0 0 0 0,1 0 0 0 0,-1 0 0 0 0,0 0 0 0 0,1 0 0 0 0,-1 0 0 0 0,0 1 0 0 0,1-1 0 0 0,-1 0 0 0 0,0 0 0 0 0,0 0 0 0 0,1 0 0 0 0,-1 1 0 0 0,0-1 0 0 0,0 0 0 0 0,1 0 0 0 0,-1 0 0 0 0,0 1 0 0 0,0-1 0 0 0,0 0 0 0 0,1 1 0 0 0,-1-1 0 0 0,0 0 0 0 0,0 1 0 0 0,4 3 0 0 0,-3-4 0 0 0,0 0 0 0 0,0 1 0 0 0,-1-1 0 0 0,1 0 0 0 0,0 0 0 0 0,0 0 0 0 0,0 0 0 0 0,0 1 0 0 0,0-1 0 0 0,0 0 1 0 0,0 0-1 0 0,-1-1 0 0 0,1 1 0 0 0,0 0 0 0 0,0 0 0 0 0,0 0 0 0 0,0-1 0 0 0,0 1 0 0 0,-1 0 0 0 0,3-1 0 0 0,-4-2 12 0 0,1 2-2 0 0,1 0-1 0 0,-1 1 1 0 0,1-1 0 0 0,0 0-1 0 0,-1 1 1 0 0,1-1 0 0 0,0 1-1 0 0,-1-1 1 0 0,1 0 0 0 0,0 1-1 0 0,0 0 1 0 0,0-1 0 0 0,0 1-1 0 0,-1-1 1 0 0,1 1 0 0 0,0 0-1 0 0,0 0 1 0 0,2-1 0 0 0,-1 1 33 0 0,31-25 137 0 0,0-1 0 0 0,-2-2 0 0 0,46-53 0 0 0,-29 14 47 0 0,-47 66-222 0 0,-1 0 0 0 0,1 0 0 0 0,-1 1 0 0 0,1-1-1 0 0,0 0 1 0 0,-1 0 0 0 0,1 0 0 0 0,0 0 0 0 0,0 0 0 0 0,0 1 0 0 0,-1-1 0 0 0,1 0 0 0 0,0 1 0 0 0,0-1 0 0 0,0 1 0 0 0,0-1 0 0 0,0 1 0 0 0,2-1 0 0 0,2-1 8 0 0,-4 2-6 0 0,-1-1-1 0 0,1 1 1 0 0,-1 0 0 0 0,0-1 0 0 0,1 1 0 0 0,-1-1 0 0 0,0 1 0 0 0,0-1 0 0 0,1 1 0 0 0,-1 0 0 0 0,0-1 0 0 0,0 1 0 0 0,0-1 0 0 0,1 1 0 0 0,-1-1 0 0 0,0 1 0 0 0,0-1 0 0 0,0 1 0 0 0,0-1 0 0 0,0 1 0 0 0,0-1 0 0 0,0 1 0 0 0,0-1 0 0 0,0 1 0 0 0,0-1 0 0 0,-1 1-1 0 0,1-1 1 0 0,0 0 0 0 0,-1 0-1 0 0,1 1 0 0 0,0 0-1 0 0,0-1 1 0 0,0 1-1 0 0,0-1 1 0 0,0 1 0 0 0,0-1-1 0 0,0 1 1 0 0,-1 0-1 0 0,1-1 1 0 0,0 1 0 0 0,0-1-1 0 0,1 1 1 0 0,-1-1-1 0 0,0 1 1 0 0,0-1 0 0 0,0 1-1 0 0,0 0 1 0 0,0-1 0 0 0,0 1-1 0 0,1-1 1 0 0,-1 1-1 0 0,0 0 1 0 0,0-1 0 0 0,0 1-1 0 0,1 0 1 0 0,-1-1-1 0 0,0 1 1 0 0,1 0 0 0 0,-1-1-1 0 0,0 1 1 0 0,1-1-1 0 0,11 0-18 0 0,-11 3 9 0 0,-1-1 0 0 0,1 0 0 0 0,-1 1 0 0 0,1-1 0 0 0,-1 0 0 0 0,0 1 0 0 0,1-1 0 0 0,-1 0 0 0 0,0 1 0 0 0,0-1-1 0 0,0 1 1 0 0,0-1 0 0 0,0 0 0 0 0,-1 3 0 0 0,1-2-2 0 0,-2 5 6 0 0,1 0 0 0 0,-1-1 0 0 0,-1 1 0 0 0,0-1 0 0 0,1 0 0 0 0,-2 0 0 0 0,1 0 0 0 0,-7 9 0 0 0,0 1 0 0 0,6-8 0 0 0,0 0-1 0 0,1 0 0 0 0,0 1 0 0 0,1-1 1 0 0,0 1-1 0 0,0 0 0 0 0,1 0 1 0 0,0-1-1 0 0,0 1 0 0 0,1 0 0 0 0,1 10 1 0 0,-1-10-5 0 0,0-8 4 0 0,0-1-1 0 0,0 0 1 0 0,0 0 0 0 0,0 0 0 0 0,0 0-1 0 0,0 1 1 0 0,0-1 0 0 0,0 0 0 0 0,0 0-1 0 0,0 0 1 0 0,0 0 0 0 0,0 1 0 0 0,0-1-1 0 0,0 0 1 0 0,0 0 0 0 0,0 0-1 0 0,0 0 1 0 0,0 1 0 0 0,0-1 0 0 0,0 0-1 0 0,0 0 1 0 0,0 0 0 0 0,1 0 0 0 0,-1 0-1 0 0,0 0 1 0 0,0 1 0 0 0,0-1-1 0 0,0 0 1 0 0,0 0 0 0 0,0 0 0 0 0,1 0-1 0 0,-1 0 1 0 0,0 0 0 0 0,0 0 0 0 0,0 0-1 0 0,0 0 1 0 0,1 0 0 0 0,-1 1-1 0 0,0-1 1 0 0,0 0 0 0 0,0 0 0 0 0,18 1-14 0 0,-14-4 17 0 0,-3 1-3 0 0,15-5 72 0 0,0-1 1 0 0,0 0-1 0 0,-1-2 0 0 0,0 1 0 0 0,-1-2 0 0 0,0 0 0 0 0,0 0 0 0 0,13-17 1 0 0,-21 22-35 0 0,0 1 0 0 0,0-1 0 0 0,1 1 1 0 0,9-7-1 0 0,-12 10-18 0 0,0 0 0 0 0,0-1 0 0 0,0 0 0 0 0,-1 0 0 0 0,1 0-1 0 0,-1-1 1 0 0,0 1 0 0 0,0-1 0 0 0,0 0 0 0 0,0 0 0 0 0,3-6 0 0 0,-1-1 79 0 0,-2 2-13 0 0,1 0 0 0 0,0 1 0 0 0,0 0 0 0 0,1-1 0 0 0,0 2 1 0 0,10-12-1 0 0,-12 6 46 0 0,-3 13-131 0 0,0 0 0 0 0,0-1 0 0 0,0 1 0 0 0,0-1 0 0 0,0 1 0 0 0,0 0 0 0 0,0-1 1 0 0,0 1-1 0 0,0 0 0 0 0,0-1 0 0 0,0 1 0 0 0,0 0 0 0 0,0-1 0 0 0,0 1 0 0 0,0 0 0 0 0,1-1 0 0 0,-1 1 0 0 0,0 0 0 0 0,0 0 0 0 0,0-1 0 0 0,0 1 1 0 0,1 0-1 0 0,-1-1 0 0 0,0 1 0 0 0,0 0 0 0 0,1 0 0 0 0,-1-1 0 0 0,0 1 0 0 0,0 0 0 0 0,1 0 0 0 0,3-2-348 0 0,0 1 0 0 0,0 0 1 0 0,0 0-1 0 0,0 1 0 0 0,0-1 0 0 0,1 1 0 0 0,-1 0 0 0 0,0 0 1 0 0,0 0-1 0 0,0 1 0 0 0,0 0 0 0 0,6 1 0 0 0,-6 2-2440 0 0,-4 1-26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54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80 0 0,'3'-23'8047'0'0,"12"17"-7486"0"0,-14 6-525 0 0,87-13 309 0 0,107-1 0 0 0,-105 10-755 0 0,-54 5-1249 0 0,-36-1 1630 0 0,0 0 0 0 0,0 0 0 0 0,1 0-1 0 0,-1 0 1 0 0,0 0 0 0 0,0 0 0 0 0,0 0 0 0 0,0 0-1 0 0,0 0 1 0 0,1 0 0 0 0,-1 0 0 0 0,0 0 0 0 0,0 0-1 0 0,0 0 1 0 0,0 0 0 0 0,0 0 0 0 0,0 0 0 0 0,0 0 0 0 0,1 0-1 0 0,-1 0 1 0 0,0 0 0 0 0,0 0 0 0 0,0 0 0 0 0,0 1-1 0 0,0-1 1 0 0,0 0 0 0 0,0 0 0 0 0,0 0 0 0 0,0 0-1 0 0,1 0 1 0 0,-1 0 0 0 0,0 0 0 0 0,0 1 0 0 0,0-1-1 0 0,0 0 1 0 0,0 0 0 0 0,0 0 0 0 0,0 0 0 0 0,0 0-1 0 0,0 0 1 0 0,0 1 0 0 0,0-1 0 0 0,0 0 0 0 0,0 0-1 0 0,0 0 1 0 0,0 0 0 0 0,0 0 0 0 0,0 0 0 0 0,0 1-1 0 0,0-1 1 0 0,0 0 0 0 0,0 0 0 0 0,0 0 0 0 0,0 0-1 0 0,-1 0 1 0 0,-16 9-1733 0 0,-23 4-1466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4:54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57 960 0 0,'-22'0'3362'0'0,"22"-6"-2242"0"0,0 2-159 0 0,0 0-241 0 0,22-2-159 0 0,0 2-81 0 0,0-5-80 0 0,23-1-160 0 0,21 0-80 0 0,-3 6-240 0 0,3 4-320 0 0,23 14-1441 0 0,-44 19-3922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12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42 480 0 0,'0'0'206'0'0,"0"-1"0"0"0,0 1 1 0 0,0-1-1 0 0,0 1 0 0 0,-1 0 0 0 0,1-1 0 0 0,0 1 0 0 0,0-1 0 0 0,0 1 0 0 0,0-1 0 0 0,0 1 1 0 0,0-1-1 0 0,0 1 0 0 0,1-1 0 0 0,-1 1 0 0 0,0-1 0 0 0,0 1 0 0 0,0-1 0 0 0,0 1 1 0 0,1 0-1 0 0,-1-1 0 0 0,0 1 0 0 0,0-1 0 0 0,1 1 0 0 0,-1 0 0 0 0,0-1 0 0 0,1 1 0 0 0,-1 0 1 0 0,0-1-1 0 0,1 1 0 0 0,36-9-31 0 0,0 2 0 0 0,1 1 1 0 0,-1 3-1 0 0,1 0 0 0 0,0 3 1 0 0,44 4-1 0 0,-49 2-1055 0 0,-33-6 824 0 0,1 0 0 0 0,-1 0 1 0 0,0 0-1 0 0,1 0 1 0 0,-1 0-1 0 0,0 0 1 0 0,1 0-1 0 0,-1 0 0 0 0,0 1 1 0 0,1-1-1 0 0,-1 0 1 0 0,0 0-1 0 0,0 0 1 0 0,1 1-1 0 0,-1-1 0 0 0,0 0 1 0 0,0 0-1 0 0,1 1 1 0 0,-1-1-1 0 0,0 0 0 0 0,0 1 1 0 0,0-1-1 0 0,1 0 1 0 0,-1 0-1 0 0,0 1 1 0 0,0-1-1 0 0,0 0 0 0 0,0 1 1 0 0,0-1-1 0 0,0 0 1 0 0,0 1-1 0 0,0-1 0 0 0,0 0 1 0 0,0 1-1 0 0,0 0 1 0 0,0 9-2760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12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0 1040 0 0,'0'19'1761'0'0,"0"19"160"0"0,-22 3-880 0 0,22-7-881 0 0,0-1-240 0 0,0-5 0 0 0,0 0 0 0 0,0-5 80 0 0,0-5-321 0 0,0-12-3120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13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57 1201 0 0,'19'-29'2521'0'0,"-19"29"-2493"0"0,0 0 0 0 0,0 0 0 0 0,-1 0-1 0 0,1 0 1 0 0,0 0 0 0 0,0 0 0 0 0,0 0 0 0 0,0 0 0 0 0,0 0 0 0 0,0 0 0 0 0,0 0 0 0 0,-1 0 0 0 0,1 0 0 0 0,0 0 0 0 0,0 0 0 0 0,0 0 0 0 0,0 0 0 0 0,0 0 0 0 0,0 0 0 0 0,0 0 0 0 0,0 0-1 0 0,-1 0 1 0 0,1 0 0 0 0,0 0 0 0 0,0 0 0 0 0,0 0 0 0 0,0 0 0 0 0,0-1 0 0 0,0 1 0 0 0,0 0 0 0 0,0 0 0 0 0,0 0 0 0 0,0 0 0 0 0,0 0 0 0 0,0 0 0 0 0,0 0 0 0 0,0 0 0 0 0,0-1 0 0 0,0 1 0 0 0,0 0-1 0 0,0 0 1 0 0,0 0 0 0 0,0 0 0 0 0,0 0 0 0 0,0 0 0 0 0,0 0 0 0 0,0-1 0 0 0,0 1 0 0 0,0 0 0 0 0,0 0 0 0 0,0 0 0 0 0,0 0 0 0 0,0 0 0 0 0,0 0 0 0 0,0 0 0 0 0,0 0 0 0 0,0-1 0 0 0,0 1-1 0 0,0 0 1 0 0,0 0 0 0 0,0 0 0 0 0,0 0 0 0 0,0 0 0 0 0,1 0 0 0 0,-1 0 0 0 0,0 0 0 0 0,0 0 0 0 0,0 0 0 0 0,0 0 0 0 0,-10 3-139 0 0,7-2 280 0 0,3-1-165 0 0,0 0 0 0 0,0 0 0 0 0,-1 0-1 0 0,1 0 1 0 0,0 0 0 0 0,0 0 0 0 0,0 0 0 0 0,-1 0 0 0 0,1 0 0 0 0,0 0-1 0 0,0-1 1 0 0,0 1 0 0 0,0 0 0 0 0,-1 0 0 0 0,1 0 0 0 0,0 0 0 0 0,0 0 0 0 0,0 0-1 0 0,0-1 1 0 0,0 1 0 0 0,0 0 0 0 0,-1 0 0 0 0,1 0 0 0 0,0 0 0 0 0,0-1-1 0 0,0 1 1 0 0,0 0 0 0 0,0 0 0 0 0,0 0 0 0 0,0-1 0 0 0,0 1 0 0 0,0 0 0 0 0,0 0-1 0 0,0 0 1 0 0,0-1 0 0 0,0 1 0 0 0,0 0 0 0 0,0 0 0 0 0,0 0 0 0 0,0-1-1 0 0,0 1 1 0 0,0 0 0 0 0,0 0 0 0 0,0 0 0 0 0,0 0 0 0 0,0-1 0 0 0,0 1 0 0 0,1 0-1 0 0,-1 0 1 0 0,0 0 0 0 0,0 0 0 0 0,0-1 0 0 0,0 1 0 0 0,0 0 0 0 0,1 0-1 0 0,-1 0 1 0 0,0 0 0 0 0,0 0 0 0 0,0 0 0 0 0,0 0 0 0 0,1-1 0 0 0,-1 1 0 0 0,0 0-1 0 0,0 0 1 0 0,0 0 0 0 0,1 0 0 0 0,-1 0 0 0 0,0 0 0 0 0,4-1 27 0 0,-3 1-23 0 0,-1 0 1 0 0,1 0 0 0 0,-1 0 0 0 0,1 0 0 0 0,0 0-1 0 0,-1 0 1 0 0,1 0 0 0 0,-1 0 0 0 0,1-1 0 0 0,0 1-1 0 0,-1 0 1 0 0,1 0 0 0 0,-1-1 0 0 0,1 1 0 0 0,-1 0-1 0 0,1-1 1 0 0,-1 1 0 0 0,1-1 0 0 0,-1 1-1 0 0,0 0 1 0 0,1-1 0 0 0,-1 1 0 0 0,1-1 0 0 0,-1 1-1 0 0,0-1 1 0 0,1 1 0 0 0,-1-1 0 0 0,0 0 0 0 0,0 1-1 0 0,0-1 1 0 0,1 1 0 0 0,-1-1 0 0 0,0 1 0 0 0,0-1-1 0 0,0 0 1 0 0,0 1 0 0 0,0-1 0 0 0,0 1 0 0 0,0-1-1 0 0,0 0 1 0 0,0 0 0 0 0,-23 1 138 0 0,23 2-149 0 0,0-1 1 0 0,0 0 0 0 0,0 0-1 0 0,0 0 1 0 0,0 0 0 0 0,-1 0 0 0 0,1 0-1 0 0,0 0 1 0 0,-1 0 0 0 0,1 0-1 0 0,-1 0 1 0 0,1 0 0 0 0,-1 0-1 0 0,0 0 1 0 0,1 0 0 0 0,-1-1-1 0 0,0 1 1 0 0,0 0 0 0 0,1 0 0 0 0,-1-1-1 0 0,-2 2 1 0 0,-7 8-24 0 0,3-1 14 0 0,1 0-1 0 0,0 1 0 0 0,0 0 0 0 0,1 0 1 0 0,-6 17-1 0 0,-14 28 2 0 0,24-54 12 0 0,-18 31-7 0 0,-1 0 0 0 0,-29 35 0 0 0,46-64 5 0 0,1-2 0 0 0,0 1 0 0 0,1 0 0 0 0,-1 0 0 0 0,0 0 0 0 0,1 0 0 0 0,0 0 0 0 0,-1 0 0 0 0,1 0 0 0 0,0 0 0 0 0,0 0 0 0 0,0 1 0 0 0,1-1 0 0 0,-1 0 0 0 0,0 1 0 0 0,0 4 0 0 0,5-8 5 0 0,-1 0 0 0 0,0 0 0 0 0,0-1 0 0 0,1 1 1 0 0,-1-1-1 0 0,0 0 0 0 0,-1 0 0 0 0,1 0 0 0 0,0 0 0 0 0,0 0 0 0 0,-1-1 0 0 0,3-3 1 0 0,10-14 17 0 0,0 0 0 0 0,2 1 0 0 0,0 1 0 0 0,37-31 0 0 0,-39 35 22 0 0,-9 4-32 0 0,-9 7-19 0 0,3 3 1 0 0,1 0 3 0 0,-1 39 15 0 0,0 55 67 0 0,0-91-71 0 0,0 1-1 0 0,-1-1 1 0 0,1 0-1 0 0,-1 0 1 0 0,1 0-1 0 0,-1 0 1 0 0,0 0 0 0 0,0-1-1 0 0,-1 1 1 0 0,1 0-1 0 0,-1 0 1 0 0,1-1-1 0 0,-1 1 1 0 0,0-1 0 0 0,0 1-1 0 0,-4 3 1 0 0,-12 18 18 0 0,7-4 50 0 0,6-11-235 0 0,21-18-201 0 0,-9 6 226 0 0,-6 2 30 0 0,0 1 0 0 0,0-1 0 0 0,0 0-1 0 0,0 1 1 0 0,0-1 0 0 0,0 0 0 0 0,0 0 0 0 0,0 0-1 0 0,0 0 1 0 0,0 0 0 0 0,-1 0 0 0 0,1 0-1 0 0,0 0 1 0 0,-1 0 0 0 0,1 0 0 0 0,-1 0-1 0 0,1 0 1 0 0,0-2 0 0 0,17-27-2818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19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 1040 0 0,'0'0'1761'0'0,"-23"0"160"0"0,1 5-1281 0 0,22 0-79 0 0,-22 9-81 0 0,22 8 0 0 0,0 2-80 0 0,0 1-160 0 0,0-3-79 0 0,22 6-1 0 0,0 1-80 0 0,-22-7-160 0 0,0 2-161 0 0,23-1-639 0 0,-23-9-320 0 0,0-4-561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20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1 231 1281 0 0,'17'-10'1600'0'0,"28"-14"-319"0"0,88-37 80 0 0,23-8-401 0 0,-45 37-720 0 0,-45 17-160 0 0,-3 5-240 0 0,-19 6-480 0 0,-22-1-1601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21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376 74 640 0 0,'4'-1'1641'0'0,"-4"1"-1345"0"0,1 0-154 0 0,0 0-1 0 0,0 0 1 0 0,0 0-1 0 0,0 0 1 0 0,0 0-1 0 0,0 0 1 0 0,-1-1-1 0 0,1 1 1 0 0,0 0-1 0 0,0-1 1 0 0,0 1-1 0 0,0 0 1 0 0,0-1-1 0 0,-1 1 1 0 0,1-1 0 0 0,0 0-1 0 0,-1 1 1 0 0,1-1-1 0 0,0 1 1 0 0,0-2-1 0 0,-1 1 353 0 0,12 3-163 0 0,2-4-249 0 0,18-1-81 0 0,-27 1 25 0 0,-1-2 151 0 0,-11-1-73 0 0,-5 0 15 0 0,3-2 36 0 0,-11-4-56 0 0,17 11-92 0 0,-24-8 141 0 0,-1 1-1 0 0,-36-3 0 0 0,56 9-120 0 0,0 1 0 0 0,1-1 0 0 0,-1 2 0 0 0,1-1 0 0 0,-1 1 0 0 0,1 0 0 0 0,-1 0 0 0 0,1 1 0 0 0,-1 0 0 0 0,1 0 0 0 0,0 1 0 0 0,0 0-1 0 0,0 0 1 0 0,-8 6 0 0 0,12-6-22 0 0,1-1-1 0 0,0 0 0 0 0,0 1 1 0 0,0-1-1 0 0,0 1 0 0 0,1 0 1 0 0,-1 0-1 0 0,1 0 0 0 0,-1 0 1 0 0,1 0-1 0 0,0 0 1 0 0,0 0-1 0 0,0 0 0 0 0,1 0 1 0 0,-1 0-1 0 0,0 7 0 0 0,2 62 45 0 0,1-37 2 0 0,-2-9-65 0 0,0-23-52 0 0,3-4-1 0 0,16-2 67 0 0,-4 1 18 0 0,0 1 0 0 0,1 1 0 0 0,-1 0 0 0 0,0 1 0 0 0,0 0 0 0 0,0 1-1 0 0,26 7 1 0 0,-10-1-81 0 0,-30-8 63 0 0,0 1 0 0 0,0-1 0 0 0,1 0-1 0 0,-1 1 1 0 0,0-1 0 0 0,0 1 0 0 0,0 0 0 0 0,0-1 0 0 0,0 1 0 0 0,0 0 0 0 0,0 0-1 0 0,0 0 1 0 0,0 0 0 0 0,0 0 0 0 0,0 0 0 0 0,0 0 0 0 0,0 0 0 0 0,-1 0-1 0 0,1 0 1 0 0,-1 0 0 0 0,1 0 0 0 0,-1 0 0 0 0,1 1 0 0 0,-1-1 0 0 0,1 0-1 0 0,-1 0 1 0 0,0 1 0 0 0,0-1 0 0 0,0 0 0 0 0,0 1 0 0 0,0-1 0 0 0,0 0-1 0 0,0 1 1 0 0,0-1 0 0 0,0 0 0 0 0,0 0 0 0 0,-1 1 0 0 0,0 0 0 0 0,0 2 6 0 0,0 1 0 0 0,-1-1 0 0 0,1 0 0 0 0,-1 0 0 0 0,0 0 0 0 0,0 0 0 0 0,-1 0 0 0 0,1 0 0 0 0,-1-1 0 0 0,0 1 0 0 0,-4 3 0 0 0,-7 4 28 0 0,-1-1 1 0 0,0 0 0 0 0,-1-1-1 0 0,0-1 1 0 0,0 0 0 0 0,-1-1 0 0 0,0-1-1 0 0,0-1 1 0 0,0 0 0 0 0,-1-1-1 0 0,0-1 1 0 0,1-1 0 0 0,-1 0-1 0 0,-32-2 1 0 0,44-1-58 0 0,0 1 0 0 0,-1-1 0 0 0,1-1 1 0 0,0 1-1 0 0,-10-5 0 0 0,15 6-26 0 0,0-1 1 0 0,0 1-1 0 0,0-1 1 0 0,0 1-1 0 0,0-1 1 0 0,0 0-1 0 0,0 1 1 0 0,0-1-1 0 0,0 0 1 0 0,1 0-1 0 0,-1 1 1 0 0,0-1-1 0 0,1 0 1 0 0,-1 0-1 0 0,0 0 1 0 0,1 0-1 0 0,-1 0 1 0 0,1 0-1 0 0,-1 0 1 0 0,1 0-1 0 0,0 0 1 0 0,0 0-1 0 0,-1 0 1 0 0,1-1-1 0 0,0 1 1 0 0,0 0-1 0 0,0 0 1 0 0,0 0-1 0 0,0 0 1 0 0,0 0-1 0 0,0 0 1 0 0,0 0-1 0 0,1 0 1 0 0,-1-1-1 0 0,0 1 1 0 0,1 0-1 0 0,-1 0 1 0 0,1 0-1 0 0,-1 0 1 0 0,1 0-1 0 0,0-1 1 0 0,21-21-2367 0 0,15-4-1440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5:21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407 140 1361 0 0,'-52'7'1396'0'0,"1"2"1"0"0,-56 17-1 0 0,89-21-1288 0 0,0 2 0 0 0,1 0 0 0 0,-1 1 0 0 0,2 0 0 0 0,-1 1 0 0 0,1 1 0 0 0,1 1 0 0 0,-1 1 0 0 0,-19 19 0 0 0,34-31-95 0 0,0 1 1 0 0,0 0-1 0 0,1 0 1 0 0,-1 0-1 0 0,0 0 0 0 0,0 0 1 0 0,1 0-1 0 0,-1 0 1 0 0,0 0-1 0 0,1 0 1 0 0,-1 0-1 0 0,1 0 1 0 0,-1 0-1 0 0,1 0 0 0 0,0 0 1 0 0,0 0-1 0 0,-1 1 1 0 0,1-1-1 0 0,0 0 1 0 0,0 0-1 0 0,0 0 1 0 0,0 0-1 0 0,0 1 0 0 0,0-1 1 0 0,1 0-1 0 0,-1 0 1 0 0,0 0-1 0 0,1 2 1 0 0,1 0-3 0 0,0-1 1 0 0,0 0-1 0 0,-1 0 1 0 0,1 0-1 0 0,1 0 1 0 0,-1 0-1 0 0,0-1 1 0 0,0 1-1 0 0,1-1 1 0 0,-1 1-1 0 0,0-1 1 0 0,4 1-1 0 0,12 5 1 0 0,0-1 0 0 0,0-1 0 0 0,20 3 0 0 0,-3-3 16 0 0,-1-2 0 0 0,1-1 0 0 0,0-1 0 0 0,0-2 0 0 0,0-2 0 0 0,0-1 0 0 0,39-10 0 0 0,-36 5-10 0 0,1-2 0 0 0,-2-2 1 0 0,0-1-1 0 0,0-2 0 0 0,64-39 0 0 0,-91 48-2 0 0,-1 0 0 0 0,1 0 0 0 0,-1-1 0 0 0,-1 0-1 0 0,1 0 1 0 0,8-13 0 0 0,-14 18-12 0 0,-1 0-1 0 0,0 0 1 0 0,0 0-1 0 0,-1 0 1 0 0,1 0 0 0 0,0 0-1 0 0,-1 0 1 0 0,0-1-1 0 0,0 1 1 0 0,0-1-1 0 0,0 1 1 0 0,-1 0-1 0 0,1-1 1 0 0,-1 0 0 0 0,0 1-1 0 0,0-1 1 0 0,0 1-1 0 0,0-1 1 0 0,-1 1-1 0 0,1-1 1 0 0,-1 1 0 0 0,0 0-1 0 0,0-1 1 0 0,-2-4-1 0 0,-1 3-3 0 0,0-1-1 0 0,0 1 1 0 0,0 0 0 0 0,-1 0-1 0 0,0 1 1 0 0,0 0 0 0 0,0-1-1 0 0,-1 2 1 0 0,1-1-1 0 0,-1 0 1 0 0,0 1 0 0 0,0 0-1 0 0,-12-4 1 0 0,0 1-69 0 0,0 1 0 0 0,0 0 1 0 0,-37-3-1 0 0,13 6-368 0 0,0 2-1 0 0,-1 2 0 0 0,1 2 1 0 0,-48 10-1 0 0,-47 17-2523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7:37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1060 66 1681 0 0,'-4'-7'4212'0'0,"-9"5"-4229"0"0,12 2 424 0 0,16-16 1247 0 0,-60-1-707 0 0,11 9-830 0 0,-1 2 0 0 0,0 1 0 0 0,0 2 0 0 0,0 1 0 0 0,0 2 0 0 0,0 2 0 0 0,0 1 0 0 0,0 1 0 0 0,0 2 0 0 0,1 2 0 0 0,0 1 0 0 0,-48 19 0 0 0,-51 29 190 0 0,129-56-306 0 0,1 1 1 0 0,0 0-1 0 0,0 0 1 0 0,-1 0 0 0 0,2 0-1 0 0,-1 1 1 0 0,-5 4 0 0 0,-11 9 11 0 0,10-9 12 0 0,-1 0-1 0 0,1 1 0 0 0,0 0 0 0 0,1 0 1 0 0,0 1-1 0 0,0 0 0 0 0,-8 13 0 0 0,1-2 22 0 0,9-13-15 0 0,-1-1 1 0 0,0 0-1 0 0,0-1 0 0 0,0 1 0 0 0,-1-2 0 0 0,0 1 0 0 0,0-1 0 0 0,-11 5 0 0 0,11 0-17 0 0,-11 3-96 0 0,18-1 4 0 0,-1 1-69 0 0,-14 6-43 0 0,14-17 186 0 0,0 1 1 0 0,0-1-1 0 0,0 1 1 0 0,0 0-1 0 0,1 0 1 0 0,-1 0-1 0 0,1 0 1 0 0,-1 0-1 0 0,1 0 1 0 0,0 0-1 0 0,0 0 1 0 0,0 0-1 0 0,0 1 1 0 0,0-1-1 0 0,0 1 1 0 0,1-1-1 0 0,-2 5 1 0 0,3-4 7 0 0,-1 0 1 0 0,-1 1-1 0 0,1-1 1 0 0,0 1-1 0 0,-1-1 1 0 0,0 0-1 0 0,0 0 1 0 0,0 1-1 0 0,0-1 1 0 0,0 0-1 0 0,0 0 1 0 0,-1 0-1 0 0,-3 5 1 0 0,1-2 12 0 0,3-4-16 0 0,0 0 0 0 0,1-1 0 0 0,-1 1 0 0 0,1 0 1 0 0,-1-1-1 0 0,1 1 0 0 0,0 0 0 0 0,0 0 0 0 0,-1-1 1 0 0,1 1-1 0 0,1 2 0 0 0,-4 14-15 0 0,-6-7-17 0 0,8-10 28 0 0,0 0 0 0 0,0 0 1 0 0,0 0-1 0 0,1 0 1 0 0,-1 1-1 0 0,0-1 1 0 0,0 0-1 0 0,1 1 0 0 0,-1-1 1 0 0,1 1-1 0 0,-1-1 1 0 0,1 1-1 0 0,-1-1 0 0 0,1 1 1 0 0,0-1-1 0 0,0 1 1 0 0,0-1-1 0 0,0 3 1 0 0,0 0 2 0 0,0-1 1 0 0,0 1 0 0 0,0-1 0 0 0,0 0-1 0 0,0 1 1 0 0,-1-1 0 0 0,0 0 0 0 0,0 1 0 0 0,0-1-1 0 0,0 0 1 0 0,0 0 0 0 0,0 0 0 0 0,-1 0 0 0 0,0 0-1 0 0,1 0 1 0 0,-6 5 0 0 0,7-6 0 0 0,-1-1 0 0 0,0 0 0 0 0,1 1 0 0 0,-1-1 0 0 0,1 1 0 0 0,-1-1 0 0 0,1 1 0 0 0,0-1 0 0 0,0 1 0 0 0,-1-1 0 0 0,1 1 0 0 0,0 0 0 0 0,0-1 0 0 0,1 1 0 0 0,-1-1 0 0 0,1 3 0 0 0,-1-2-7 0 0,0 0 1 0 0,1 0 0 0 0,-1-1 0 0 0,0 1 0 0 0,0 0-1 0 0,0 0 1 0 0,0-1 0 0 0,0 1 0 0 0,-1 0-1 0 0,1-1 1 0 0,0 1 0 0 0,-1 0 0 0 0,0-1 0 0 0,1 1-1 0 0,-2 2 1 0 0,0-2-5 0 0,0 1 0 0 0,0 0 0 0 0,0 0-1 0 0,0 1 1 0 0,1-1 0 0 0,-1 0 0 0 0,1 0 0 0 0,0 1-1 0 0,0-1 1 0 0,0 1 0 0 0,0-1 0 0 0,1 1 0 0 0,-1-1-1 0 0,1 1 1 0 0,0 0 0 0 0,1 4 0 0 0,-2 16-4 0 0,0-17 22 0 0,1 0 0 0 0,0 1 0 0 0,0-1 0 0 0,1 0 0 0 0,0 1-1 0 0,2 7 1 0 0,-2-12-6 0 0,0-1 0 0 0,0 1 0 0 0,0-1 0 0 0,1 1-1 0 0,-1-1 1 0 0,1 0 0 0 0,0 1 0 0 0,0-1 0 0 0,-1 0 0 0 0,1 0-1 0 0,0 0 1 0 0,1-1 0 0 0,-1 1 0 0 0,0 0 0 0 0,1-1 0 0 0,-1 1-1 0 0,1-1 1 0 0,-1 0 0 0 0,1 0 0 0 0,4 1 0 0 0,40 13-89 0 0,80 13 0 0 0,-85-22 12 0 0,1-2-1 0 0,-1-2 1 0 0,1-1-1 0 0,0-3 0 0 0,50-8 1 0 0,150-21-71 0 0,114-22 132 0 0,-333 49 1 0 0,-16 3 13 0 0,-1 0 0 0 0,1 0 0 0 0,0-1 0 0 0,-1 0 0 0 0,1-1 0 0 0,-1 1 0 0 0,0-1 0 0 0,0-1 0 0 0,13-7-1 0 0,-14 6 5 0 0,4-3 39 0 0,0-1 0 0 0,0 0 1 0 0,-1 0-1 0 0,0-1 1 0 0,0-1-1 0 0,13-21 0 0 0,85-143 211 0 0,-88 146-240 0 0,2-6 52 0 0,-16 23 12 0 0,0 0 0 0 0,-1 0 0 0 0,-1-1 1 0 0,0 1-1 0 0,1-23 0 0 0,-4 31-50 0 0,0-1 1 0 0,-1 1-1 0 0,1-1 1 0 0,-1 1-1 0 0,0-1 1 0 0,0 1-1 0 0,-1 0 1 0 0,1 0-1 0 0,-1-1 1 0 0,0 1-1 0 0,0 0 1 0 0,-1 1-1 0 0,1-1 1 0 0,-1 0-1 0 0,0 1 1 0 0,0-1-1 0 0,0 1 1 0 0,0 0-1 0 0,0 0 0 0 0,-7-4 1 0 0,-22-15 397 0 0,-2 2 0 0 0,0 2 0 0 0,-1 1 0 0 0,-56-18 0 0 0,-23-12 272 0 0,88 30-543 0 0,-3 1-57 0 0,21 13-159 0 0,1 1 0 0 0,-1 0 0 0 0,0 0 0 0 0,0 0 0 0 0,0 1-1 0 0,1 0 1 0 0,-1 1 0 0 0,0 0 0 0 0,0 0 0 0 0,0 0 0 0 0,-10 3 0 0 0,17-2-299 0 0,1 0 0 0 0,-1 0 0 0 0,0 0 0 0 0,1 0 0 0 0,-1 1 0 0 0,1-1 0 0 0,0 0 0 0 0,-1 0 1 0 0,1 1-1 0 0,0-1 0 0 0,0 0 0 0 0,0 0 0 0 0,0 1 0 0 0,0-1 0 0 0,0 0 0 0 0,0 0 0 0 0,0 1 0 0 0,1 1 0 0 0,-1 0-2472 0 0,0 1-437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6:28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83 320 0 0,'63'-18'3895'0'0,"-119"27"187"0"0,51-9-3987 0 0,0 0 0 0 0,0 0 0 0 0,0 0 0 0 0,0-1-1 0 0,0 0 1 0 0,0 0 0 0 0,0-1 0 0 0,0 1 0 0 0,0-1 0 0 0,1 0-1 0 0,-6-3 1 0 0,4 2-19 0 0,5 2-68 0 0,0-1-1 0 0,1 0 1 0 0,-1 1 0 0 0,1-1-1 0 0,-1 0 1 0 0,1 1-1 0 0,-1-1 1 0 0,1 0 0 0 0,0 0-1 0 0,0 1 1 0 0,0-1-1 0 0,0 0 1 0 0,0 0 0 0 0,1 0-1 0 0,-1 1 1 0 0,0-1 0 0 0,1 0-1 0 0,-1 1 1 0 0,1-1-1 0 0,1-2 1 0 0,2 1-10 0 0,-1 2 4 0 0,-1-1 1 0 0,2 0 0 0 0,-1 1-1 0 0,0-1 1 0 0,0 1 0 0 0,0 0-1 0 0,1 0 1 0 0,-1 0 0 0 0,1 0-1 0 0,4 0 1 0 0,-6 1-4 0 0,0 0 0 0 0,0-1 0 0 0,0 1 0 0 0,0 0 0 0 0,0 0 0 0 0,0 0 0 0 0,0 0 1 0 0,0 1-1 0 0,0-1 0 0 0,0 0 0 0 0,0 1 0 0 0,0-1 0 0 0,0 1 0 0 0,0 0 0 0 0,-1 0 0 0 0,3 1 0 0 0,2 1 3 0 0,-5-3 2 0 0,0 1-1 0 0,0-1 0 0 0,0 0 0 0 0,0 0 1 0 0,0 1-1 0 0,0-1 0 0 0,0 0 1 0 0,0 1-1 0 0,-1-1 0 0 0,1 1 0 0 0,0-1 1 0 0,0 1-1 0 0,0 0 0 0 0,-1-1 0 0 0,1 1 1 0 0,0 0-1 0 0,-1-1 0 0 0,1 1 0 0 0,0 0 1 0 0,-1 0-1 0 0,1 0 0 0 0,-1 0 0 0 0,0-1 1 0 0,1 1-1 0 0,-1 0 0 0 0,1 0 1 0 0,-1 0-1 0 0,0 0 0 0 0,0 0 0 0 0,0 0 1 0 0,0 0-1 0 0,1 0 0 0 0,-1 0 0 0 0,0 0 1 0 0,-1 0-1 0 0,1 0 0 0 0,0 0 0 0 0,0 0 1 0 0,0 0-1 0 0,-1 0 0 0 0,1 0 1 0 0,0 0-1 0 0,-1 0 0 0 0,1-1 0 0 0,-1 1 1 0 0,0 1-1 0 0,-1 1 16 0 0,0 0 1 0 0,0 0-1 0 0,0 0 1 0 0,-1-1-1 0 0,1 1 1 0 0,-1-1 0 0 0,0 0-1 0 0,0 1 1 0 0,0-1-1 0 0,0-1 1 0 0,0 1-1 0 0,0 0 1 0 0,-5 1-1 0 0,-9 2 172 0 0,0 0-1 0 0,-22 2 0 0 0,32-6-123 0 0,0 0 0 0 0,0 0 0 0 0,0-1 0 0 0,0 0 0 0 0,0-1 0 0 0,-1 1 0 0 0,1-1 0 0 0,-11-4 0 0 0,11 2-5 0 0,0-1-1 0 0,0 0 0 0 0,0 0 1 0 0,-9-9-1 0 0,15 13-61 0 0,1 0 1 0 0,0-1-1 0 0,0 1 1 0 0,0 0-1 0 0,0-1 1 0 0,0 1-1 0 0,0 0 0 0 0,0-1 1 0 0,0 1-1 0 0,0 0 1 0 0,0-1-1 0 0,0 1 1 0 0,0 0-1 0 0,0 0 1 0 0,0-1-1 0 0,0 1 0 0 0,0 0 1 0 0,0-1-1 0 0,1 1 1 0 0,-1 0-1 0 0,0-1 1 0 0,0 1-1 0 0,0 0 0 0 0,0 0 1 0 0,1-1-1 0 0,-1 1 1 0 0,0 0-1 0 0,0 0 1 0 0,0-1-1 0 0,1 1 1 0 0,-1 0-1 0 0,0 0 0 0 0,0 0 1 0 0,1 0-1 0 0,-1-1 1 0 0,0 1-1 0 0,1 0 1 0 0,14-11-4 0 0,-12 10 2 0 0,1-1-1 0 0,1 0 0 0 0,-1 1 0 0 0,1 0 0 0 0,-1-1 0 0 0,1 2 0 0 0,0-1 1 0 0,0 0-1 0 0,-1 1 0 0 0,1 0 0 0 0,8 1 0 0 0,53 7-40 0 0,-62-7 39 0 0,22 5-63 0 0,47 17-1 0 0,-64-19 13 0 0,-7-4-15 0 0,-1 1 21 0 0,1-1 1 0 0,-1 0-1 0 0,0 1 0 0 0,1-1 1 0 0,-1 0-1 0 0,0 1 1 0 0,0 0-1 0 0,0-1 1 0 0,1 1-1 0 0,-1 0 1 0 0,0-1-1 0 0,0 1 1 0 0,0 0-1 0 0,0 0 1 0 0,0 0-1 0 0,0 0 1 0 0,-1 0-1 0 0,1 0 1 0 0,0 0-1 0 0,1 2 1 0 0,-2 0-1031 0 0,-8-9-2113 0 0,-29-13-664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6:30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57 320 0 0,'-52'13'4475'0'0,"-65"16"-2627"0"0,50-20 473 0 0,63-9-1947 0 0,4 0-148 0 0,0-1-225 0 0,0 0 1 0 0,1 1-1 0 0,-1-1 0 0 0,0 1 0 0 0,0-1 0 0 0,0 1 0 0 0,1-1 0 0 0,-1 1 0 0 0,0-1 0 0 0,0 1 0 0 0,1-1 0 0 0,-1 1 0 0 0,1-1 0 0 0,-1 1 0 0 0,0 0 1 0 0,1-1-1 0 0,-1 1 0 0 0,1-1 0 0 0,-1 1 0 0 0,1 0 0 0 0,-1 0 0 0 0,1-1 0 0 0,-1 1 0 0 0,1 0 0 0 0,-1 0 0 0 0,1 0 0 0 0,-1-1 0 0 0,1 1 0 0 0,0 0 1 0 0,-1 0-1 0 0,1 0 0 0 0,-1 0 0 0 0,1 0 0 0 0,-1 0 0 0 0,2 0 0 0 0,8-2 14 0 0,17-6 47 0 0,-1 2 0 0 0,2 1 0 0 0,-1 1 1 0 0,0 1-1 0 0,53 1 0 0 0,-18 11 125 0 0,-14 7 293 0 0,12-10-351 0 0,0-3 0 0 0,61-4 0 0 0,300-12 191 0 0,-283 21-240 0 0,-28-5-4 0 0,0 4-1 0 0,128 26 1 0 0,-224-29-58 0 0,-12-3-9 0 0,-1-1 0 0 0,1 1 0 0 0,-1 0 0 0 0,1-1 1 0 0,0 1-1 0 0,-1-1 0 0 0,1 1 0 0 0,0-1 0 0 0,-1 0 0 0 0,1 1 1 0 0,0-1-1 0 0,-1 0 0 0 0,1 0 0 0 0,0-1 0 0 0,0 1 0 0 0,1 0 0 0 0,-3-3 58 0 0,4 6-54 0 0,15-3-13 0 0,88 5 67 0 0,-97-5-150 0 0,-1-1 1 0 0,1 0-1 0 0,0 0 0 0 0,-1-1 0 0 0,1 0 0 0 0,14-6 0 0 0,-10 3-30 0 0,-3 3 113 0 0,-8 4 66 0 0,-3-1 228 0 0,-20-12-514 0 0,0-2 80 0 0,-46-28 606 0 0,62 39-431 0 0,0 0 0 0 0,0-1 0 0 0,1 1 0 0 0,-1-1 0 0 0,1 0 0 0 0,-1 0 0 0 0,1 0-1 0 0,0 0 1 0 0,0-1 0 0 0,1 1 0 0 0,-1-1 0 0 0,-2-4 0 0 0,5 8-52 0 0,-1-1 1 0 0,1 0-1 0 0,-1 1 1 0 0,1-1-1 0 0,-1 1 1 0 0,1-1-1 0 0,-1 1 1 0 0,1-1-1 0 0,-1 1 1 0 0,0-1-1 0 0,1 1 1 0 0,-1-1-1 0 0,0 1 1 0 0,0 0-1 0 0,1-1 1 0 0,-1 1-1 0 0,0 0 1 0 0,0 0-1 0 0,1 0 1 0 0,-1 0-1 0 0,0 0 0 0 0,0-1 1 0 0,1 1-1 0 0,-3 1 1 0 0,3-1-65 0 0,-22-10-2813 0 0,22 10 2796 0 0,0 0 1 0 0,0 0 0 0 0,0 0 0 0 0,0 0-1 0 0,0 0 1 0 0,0-1 0 0 0,0 1 0 0 0,0 0-1 0 0,0 0 1 0 0,1 0 0 0 0,-1 0 0 0 0,0 0-1 0 0,0 0 1 0 0,0 0 0 0 0,0 0-1 0 0,0 0 1 0 0,0-1 0 0 0,0 1 0 0 0,0 0-1 0 0,0 0 1 0 0,0 0 0 0 0,0 0 0 0 0,0 0-1 0 0,0 0 1 0 0,0 0 0 0 0,0-1 0 0 0,0 1-1 0 0,0 0 1 0 0,0 0 0 0 0,0 0-1 0 0,0 0 1 0 0,0 0 0 0 0,0 0 0 0 0,0 0-1 0 0,0 0 1 0 0,0-1 0 0 0,0 1 0 0 0,-1 0-1 0 0,1 0 1 0 0,0 0 0 0 0,0 0 0 0 0,0 0-1 0 0,0 0 1 0 0,0 0 0 0 0,0 0-1 0 0,0 0 1 0 0,0-1 0 0 0,18 1-2544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6:31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281 136 480 0 0,'-3'-4'455'0'0,"-1"1"0"0"0,1-1 0 0 0,-1 1-1 0 0,0 0 1 0 0,0 0 0 0 0,0 0 0 0 0,-7-4-1 0 0,7 6-263 0 0,4 0-145 0 0,-1 0 0 0 0,1 0 1 0 0,0 1-1 0 0,-1-1 1 0 0,1 0-1 0 0,0 0 0 0 0,-1 0 1 0 0,1 1-1 0 0,0-1 1 0 0,0 0-1 0 0,0 0 0 0 0,-1 0 1 0 0,1 0-1 0 0,0 0 1 0 0,0 0-1 0 0,1 1 0 0 0,-1-3 1 0 0,0 3-5 0 0,0-1 0 0 0,0 1 0 0 0,0 0 0 0 0,1-1 0 0 0,-1 1 0 0 0,0-1 0 0 0,0 1 0 0 0,0-1 0 0 0,0 1-1 0 0,0-1 1 0 0,0 1 0 0 0,0-1 0 0 0,-1 1 0 0 0,1-1 0 0 0,0 1 0 0 0,0 0 0 0 0,0-1 0 0 0,0 1 0 0 0,0-1 0 0 0,-1 1 0 0 0,1-1 0 0 0,0 1 0 0 0,0 0 0 0 0,-1-1 0 0 0,1 1 0 0 0,0 0 0 0 0,-1-1 0 0 0,1 1 0 0 0,-1-1 0 0 0,-43 1 358 0 0,13-3-157 0 0,25 2-232 0 0,3 1 46 0 0,1 0 1 0 0,0-1 0 0 0,0 1 0 0 0,0 0 0 0 0,0-1-1 0 0,0 0 1 0 0,0 0 0 0 0,0 1 0 0 0,0-1 0 0 0,1 0-1 0 0,-3-2 1 0 0,-18 7 289 0 0,9-1-162 0 0,0 0 1 0 0,0 1-1 0 0,0 1 0 0 0,-22 10 0 0 0,18-7-4 0 0,18-8-185 0 0,-1 0 1 0 0,0 0-1 0 0,0 0 0 0 0,0 0 0 0 0,0 0 1 0 0,1-1-1 0 0,-1 1 0 0 0,0 0 0 0 0,0 0 0 0 0,0 0 1 0 0,0 0-1 0 0,0 0 0 0 0,1 0 0 0 0,-1-1 1 0 0,0 1-1 0 0,0 0 0 0 0,0 0 0 0 0,0 0 0 0 0,0 0 1 0 0,0 0-1 0 0,0-1 0 0 0,0 1 0 0 0,0 0 1 0 0,1 0-1 0 0,-1 0 0 0 0,0 0 0 0 0,0-1 0 0 0,0 1 1 0 0,0 0-1 0 0,0 0 0 0 0,0 0 0 0 0,0-1 1 0 0,0 1-1 0 0,0 0 0 0 0,0 0 0 0 0,0 0 0 0 0,-1 0 1 0 0,1-1-1 0 0,0 1 0 0 0,0 0 0 0 0,0 0 0 0 0,0 0 1 0 0,0 0-1 0 0,0-1 0 0 0,0 1 0 0 0,0 0 1 0 0,0 0-1 0 0,-1 0 0 0 0,1 0 0 0 0,0 0 0 0 0,0 0 1 0 0,0-1-1 0 0,0 1 0 0 0,0 0 0 0 0,-1 0 1 0 0,1 0-1 0 0,0 0 0 0 0,0 0 0 0 0,-1 0 0 0 0,6 0-5 0 0,-5 0 7 0 0,1 0 0 0 0,-1 0 0 0 0,1 0 0 0 0,-1 0 0 0 0,1 0 0 0 0,-1 0 1 0 0,1 0-1 0 0,-1 0 0 0 0,1 0 0 0 0,-1 0 0 0 0,1 0 0 0 0,-1-1 0 0 0,0 1 0 0 0,1 0 0 0 0,-1 0 0 0 0,1 0 0 0 0,-1-1 1 0 0,1 1-1 0 0,-1 0 0 0 0,1 0 0 0 0,-1-1 0 0 0,0 1 0 0 0,1 0 0 0 0,-1-1 0 0 0,0 1 0 0 0,1 0 0 0 0,-1-1 1 0 0,0 1-1 0 0,1-1 0 0 0,-1 1 0 0 0,0-1 0 0 0,0 1 0 0 0,0 0 0 0 0,1-1 0 0 0,-1 1 0 0 0,0-2 0 0 0,2 0 5 0 0,0 0-1 0 0,0 0 0 0 0,0 0 0 0 0,0 1 0 0 0,0-1 0 0 0,0 0 0 0 0,0 1 1 0 0,1 0-1 0 0,-1-1 0 0 0,1 1 0 0 0,-1 0 0 0 0,1 0 0 0 0,-1 0 1 0 0,5 0-1 0 0,-1-2 19 0 0,-4 3-20 0 0,0-1 0 0 0,0-1 0 0 0,0 1 1 0 0,0 0-1 0 0,0 0 0 0 0,0-1 0 0 0,-1 1 0 0 0,1-1 0 0 0,-1 1 1 0 0,2-3-1 0 0,17-12 12 0 0,28-7 67 0 0,-31 18 26 0 0,-19 10-80 0 0,1-5 3 0 0,-28 19 127 0 0,1 0 1 0 0,1 1 0 0 0,-32 32 0 0 0,49-45-62 0 0,4-2-67 0 0,14-2-5 0 0,-19-3-1012 0 0,22 1-1650 0 0,-7-2-176 0 0,-4-2-93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6:32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99 4322 0 0,'-18'2'1074'0'0,"23"-6"-616"0"0,-4 4-468 0 0,0-1 1 0 0,0 1-1 0 0,0-1 0 0 0,0 1 0 0 0,-1-1 0 0 0,1 1 0 0 0,0-1 0 0 0,0 0 0 0 0,-1 0 0 0 0,1 1 0 0 0,0-1 1 0 0,-1 0-1 0 0,1 0 0 0 0,0 0 0 0 0,0-1 0 0 0,20-16 10 0 0,-13 11 24 0 0,1 1 1 0 0,0 0-1 0 0,0 1 1 0 0,0 0-1 0 0,10-4 1 0 0,2-2 6 0 0,-17 8-24 0 0,0 1-1 0 0,0 0 1 0 0,0 1 0 0 0,0-1 0 0 0,0 1 0 0 0,1-1 0 0 0,-1 1 0 0 0,9-1 0 0 0,28 1 153 0 0,-38 1-13 0 0,-7 3-32 0 0,-1 0 1 0 0,1-1-1 0 0,-1 0 1 0 0,0 0 0 0 0,0-1-1 0 0,-6 2 1 0 0,6-1-31 0 0,-147 45 1342 0 0,151-47-1397 0 0,-11 3 76 0 0,12-2-99 0 0,-1-1-1 0 0,1 0 0 0 0,0 0 1 0 0,0 0-1 0 0,-1 0 1 0 0,1 0-1 0 0,0 0 1 0 0,0 0-1 0 0,-1 0 1 0 0,1 0-1 0 0,0 0 0 0 0,0 0 1 0 0,-1 0-1 0 0,1 0 1 0 0,0 0-1 0 0,0 0 1 0 0,-1 0-1 0 0,1 0 0 0 0,0 0 1 0 0,0 0-1 0 0,0 0 1 0 0,-1 0-1 0 0,1-1 1 0 0,0 1-1 0 0,0 0 1 0 0,0 0-1 0 0,-1 0 0 0 0,1 0 1 0 0,0 0-1 0 0,0-1 1 0 0,0 1-1 0 0,-1 0 1 0 0,1 0-1 0 0,0 0 0 0 0,0-1 1 0 0,0 1-1 0 0,0 0 1 0 0,0 0-1 0 0,0 0 1 0 0,-1-1-1 0 0,45-8-166 0 0,-26 3 138 0 0,1 1-1 0 0,0 1 1 0 0,31-4-1 0 0,-8 2-114 0 0,-90 13 151 0 0,-38 14 152 0 0,29-8 67 0 0,1 3 1 0 0,-66 26 0 0 0,105-32-109 0 0,35-13-126 0 0,7-1-70 0 0,8-2-41 0 0,0-2-1 0 0,-1-1 1 0 0,0-1-1 0 0,50-24 1 0 0,-36 14-100 0 0,-5 3 66 0 0,-43 17 156 0 0,-1 0 0 0 0,1 1 0 0 0,0-1 1 0 0,0 1-1 0 0,0 0 0 0 0,-1 0 0 0 0,1 0 0 0 0,0 0 1 0 0,0 0-1 0 0,0 0 0 0 0,-2 2 0 0 0,-16 10 108 0 0,-9 0 105 0 0,-42 14 1 0 0,45-18-139 0 0,0 1 0 0 0,0 1 0 0 0,-25 16 0 0 0,-16 14 61 0 0,64-40-136 0 0,2-1-3 0 0,0 1-1 0 0,0-1 0 0 0,-1 0 0 0 0,1 1 1 0 0,0-1-1 0 0,0 1 0 0 0,0 0 0 0 0,0-1 1 0 0,-1 1-1 0 0,1 0 0 0 0,0 0 0 0 0,0 0 1 0 0,1 0-1 0 0,-1 0 0 0 0,0 0 0 0 0,0 0 1 0 0,0 0-1 0 0,1 0 0 0 0,-1 0 1 0 0,0 0-1 0 0,1 0 0 0 0,-1 0 0 0 0,0 3 1 0 0,1-3 46 0 0,0-1-67 0 0,0 0 1 0 0,0-1-1 0 0,0 1 0 0 0,0 0 0 0 0,0 0 1 0 0,-1-1-1 0 0,1 1 0 0 0,0 0 1 0 0,0-1-1 0 0,0 1 0 0 0,0 0 1 0 0,0 0-1 0 0,0-1 0 0 0,0 1 1 0 0,0 0-1 0 0,0-1 0 0 0,1 1 1 0 0,-1 0-1 0 0,0 0 0 0 0,0-1 1 0 0,0 1-1 0 0,0 0 0 0 0,0-1 1 0 0,0 1-1 0 0,0 0 0 0 0,1 0 1 0 0,-1 0-1 0 0,0-1 0 0 0,0 1 0 0 0,0 0 1 0 0,1 0-1 0 0,-1-1 0 0 0,0 1 1 0 0,0 0-1 0 0,1 0 0 0 0,-1 0 1 0 0,0 0-1 0 0,1-1 0 0 0,6-1-232 0 0,0-2-1 0 0,-1 1 0 0 0,1-1 0 0 0,-1 0 0 0 0,9-7 1 0 0,44-31-3396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6:34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30 720 0 0,'-21'0'1385'0'0,"5"1"-574"0"0,0-2 0 0 0,0 1 0 0 0,-22-5 0 0 0,35 0-684 0 0,3 5-124 0 0,0 0-1 0 0,0 0 1 0 0,0-1 0 0 0,0 1-1 0 0,0 0 1 0 0,0 0 0 0 0,0 0 0 0 0,0-1-1 0 0,0 1 1 0 0,0 0 0 0 0,0 0-1 0 0,0 0 1 0 0,-1 0 0 0 0,1-1-1 0 0,0 1 1 0 0,0 0 0 0 0,0 0 0 0 0,0 0-1 0 0,0 0 1 0 0,0 0 0 0 0,0-1-1 0 0,0 1 1 0 0,0 0 0 0 0,-1 0-1 0 0,1 0 1 0 0,0 0 0 0 0,0 0-1 0 0,0 0 1 0 0,0 0 0 0 0,0-1 0 0 0,-1 1-1 0 0,1 0 1 0 0,0 0 0 0 0,0 0-1 0 0,0 0 1 0 0,0 0 0 0 0,-1 0-1 0 0,1 0 1 0 0,0 0 0 0 0,0 0 0 0 0,-1 0-1 0 0,-7-1 10 0 0,8 1-12 0 0,-1 0 0 0 0,1 0 0 0 0,-1 0 0 0 0,1 0 0 0 0,-1 0 0 0 0,1 0 0 0 0,0 0 0 0 0,-1-1 0 0 0,1 1 0 0 0,-1 0 1 0 0,1 0-1 0 0,-1-1 0 0 0,1 1 0 0 0,0 0 0 0 0,-1 0 0 0 0,1-1 0 0 0,0 1 0 0 0,-1 0 0 0 0,1-1 0 0 0,0 1 0 0 0,-1-1 0 0 0,1 1 0 0 0,0 0 0 0 0,0-1 0 0 0,-1 1 0 0 0,1-1 0 0 0,0 0 1 0 0,0 1 0 0 0,-1-1 1 0 0,1 1-1 0 0,0 0 0 0 0,0-1 1 0 0,0 1-1 0 0,-1 0 1 0 0,1-1-1 0 0,0 1 1 0 0,-1 0-1 0 0,1 0 1 0 0,0-1-1 0 0,-1 1 1 0 0,1 0-1 0 0,0 0 1 0 0,-1 0-1 0 0,1 0 1 0 0,-1-1-1 0 0,1 1 1 0 0,0 0-1 0 0,-1 0 1 0 0,1 0-1 0 0,-1 0 1 0 0,1 0-1 0 0,0 0 1 0 0,-1 0-1 0 0,1 0 0 0 0,-1 0 1 0 0,0 0-1 0 0,-7 1 37 0 0,5-1 762 0 0,3 33-160 0 0,0 96 561 0 0,-1-128-1179 0 0,-1-1 0 0 0,1 1 0 0 0,0-1 0 0 0,0 1 0 0 0,0-1 0 0 0,-1 1 0 0 0,1-1-1 0 0,0 0 1 0 0,-1 0 0 0 0,1 1 0 0 0,0-1 0 0 0,-3 0 5 0 0,4 0-10 0 0,3-2-38 0 0,1 0 1 0 0,-1 0-1 0 0,0 0 1 0 0,0 0-1 0 0,0-1 1 0 0,-1 1-1 0 0,1-1 1 0 0,-1 1 0 0 0,1-1-1 0 0,-1 0 1 0 0,0 0-1 0 0,0 0 1 0 0,0 0-1 0 0,2-5 1 0 0,-3 4 20 0 0,0-1 0 0 0,0 1-1 0 0,0 0 1 0 0,1-1 0 0 0,-1 1 0 0 0,1 0 0 0 0,0 0 0 0 0,5-7 0 0 0,1-2-13 0 0,-1 1-18 0 0,-6 9 24 0 0,1 1 0 0 0,-1 0-1 0 0,0-1 1 0 0,0 1 0 0 0,0 0-1 0 0,0-1 1 0 0,0 0 0 0 0,0 1 0 0 0,-1-1-1 0 0,1 1 1 0 0,-1-1 0 0 0,0 0-1 0 0,0-4 1 0 0,1 1-7 0 0,-1 17 24 0 0,-4 25 47 0 0,-2-16-44 0 0,2-2 46 0 0,-1 0 0 0 0,-1-1-1 0 0,-1 0 1 0 0,-10 20 0 0 0,12-28-43 0 0,3-7-5 0 0,1 0-1 0 0,-1 1 1 0 0,1-1-1 0 0,0 1 1 0 0,-1-1-1 0 0,1 1 1 0 0,1-1-1 0 0,-1 1 1 0 0,0 0-1 0 0,1 0 1 0 0,-1-1-1 0 0,1 1 1 0 0,0 0-1 0 0,0 4 1 0 0,-1-7-8 0 0,1 1 0 0 0,0-1 0 0 0,0 1 1 0 0,0-1-1 0 0,-1 1 0 0 0,1 0 0 0 0,0-1 0 0 0,-1 1 1 0 0,1-1-1 0 0,-1 1 0 0 0,1-1 0 0 0,-1 1 1 0 0,1-1-1 0 0,-1 0 0 0 0,1 1 0 0 0,-1-1 0 0 0,1 0 1 0 0,-1 1-1 0 0,1-1 0 0 0,-1 0 0 0 0,0 1 1 0 0,1-1-1 0 0,-1 0 0 0 0,0 0 0 0 0,-2 1 39 0 0,14-4-18 0 0,-10 2-50 0 0,-1 1 0 0 0,1-1 0 0 0,-1 0 1 0 0,1 0-1 0 0,-1 0 0 0 0,0 0 0 0 0,1 0 0 0 0,-1 0 0 0 0,0 0 0 0 0,1 0 0 0 0,-1 0 0 0 0,0 0 0 0 0,0 0 0 0 0,0 0 0 0 0,0 0 0 0 0,0 0 0 0 0,0-1 0 0 0,2-15 40 0 0,5 10-7 0 0,-6 7-10 0 0,0-1-1 0 0,0 0 0 0 0,0 0 1 0 0,0 0-1 0 0,0 0 1 0 0,0 0-1 0 0,-1 0 0 0 0,1 0 1 0 0,0 0-1 0 0,-1 0 0 0 0,1 0 1 0 0,-1 0-1 0 0,1 0 0 0 0,-1-1 1 0 0,0 1-1 0 0,1 0 0 0 0,-1 0 1 0 0,0 0-1 0 0,0-1 0 0 0,0 1 1 0 0,0 0-1 0 0,0 0 0 0 0,0-3 1 0 0,1 2 6 0 0,-2 1-6 0 0,1 1-1 0 0,-1-1 1 0 0,0 1 0 0 0,0 0 0 0 0,0-1 0 0 0,0 1 0 0 0,1 0-1 0 0,-1 0 1 0 0,0 0 0 0 0,0 0 0 0 0,0 0 0 0 0,0 0 0 0 0,0 0-1 0 0,0 0 1 0 0,0 0 0 0 0,1 0 0 0 0,-1 0 0 0 0,0 0 0 0 0,0 1-1 0 0,0-1 1 0 0,-1 1 0 0 0,2 0 3 0 0,-1 0-1 0 0,0 0 1 0 0,1 0-1 0 0,-1 0 1 0 0,1 1 0 0 0,0-1-1 0 0,-1 0 1 0 0,1 0-1 0 0,0 1 1 0 0,0-1-1 0 0,-1 0 1 0 0,1 1 0 0 0,0-1-1 0 0,0 0 1 0 0,0 0-1 0 0,1 1 1 0 0,-1 1-1 0 0,1 1 9 0 0,-1 0 13 0 0,0 1 0 0 0,-1-1 0 0 0,1 0 0 0 0,-1 1 0 0 0,1-1 0 0 0,-1 0 0 0 0,-1 0 0 0 0,1 0 0 0 0,0 0 0 0 0,-1 0 0 0 0,0 0 0 0 0,0 0 0 0 0,-4 5 0 0 0,5-5-21 0 0,-1 0 1 0 0,1-1 0 0 0,0 1-1 0 0,0 0 1 0 0,1 0 0 0 0,-1 0-1 0 0,1 0 1 0 0,0 0 0 0 0,0 0-1 0 0,0 0 1 0 0,2 8 0 0 0,-1 14 4 0 0,0-26-8 0 0,-1-1 0 0 0,0 1 0 0 0,0 0 0 0 0,0 0 0 0 0,0-1 0 0 0,0 1 0 0 0,0 0 0 0 0,0 0 0 0 0,1-1 0 0 0,-1 1-1 0 0,0 0 1 0 0,0 0 0 0 0,0 0 0 0 0,1-1 0 0 0,-1 1 0 0 0,0 0 0 0 0,0 0 0 0 0,1 0 0 0 0,-1 0 0 0 0,0-1 0 0 0,0 1 0 0 0,1 0 0 0 0,-1 0 0 0 0,0 0 0 0 0,0 0 0 0 0,1 0 0 0 0,-1 0 0 0 0,0 0 0 0 0,1 0 0 0 0,-1 0 0 0 0,0 0 0 0 0,0 0 0 0 0,1 0 0 0 0,-1 0-1 0 0,0 0 1 0 0,1 0 0 0 0,-1 0 0 0 0,0 0 0 0 0,1 0 0 0 0,-1 1 2 0 0,0-1 0 0 0,1 0 1 0 0,-1 0-1 0 0,1 0 0 0 0,-1 0 0 0 0,1 0 0 0 0,-1 0 0 0 0,0 0 0 0 0,1 0 0 0 0,-1 0 0 0 0,1 0 1 0 0,-1 0-1 0 0,0 0 0 0 0,1 0 0 0 0,-1-1 0 0 0,1 1 0 0 0,-1 0 0 0 0,0 0 0 0 0,1 0 0 0 0,-1-1 1 0 0,1 1-1 0 0,-1 0 0 0 0,0 0 0 0 0,1-1 0 0 0,-1 1 0 0 0,0 0 0 0 0,0-1 0 0 0,1 1 0 0 0,-1 0 0 0 0,0-1 1 0 0,0 1-1 0 0,1 0 0 0 0,-1-1 0 0 0,0 1 0 0 0,0 0 0 0 0,0-1 0 0 0,0 1 0 0 0,0-1 0 0 0,1 1 1 0 0,-1-1-1 0 0,0 1 0 0 0,0-1 0 0 0,0-2 1 0 0,0 1 0 0 0,0 0 0 0 0,1-1 0 0 0,-1 1 0 0 0,1-1 0 0 0,0 1 0 0 0,0 0 0 0 0,0 0 0 0 0,0-1 0 0 0,0 1 0 0 0,0 0 0 0 0,0 0 0 0 0,1 0 0 0 0,-1 0 0 0 0,3-2 0 0 0,6-9 0 0 0,28-45 1 0 0,31-40-69 0 0,-49 81 47 0 0,-18 16 11 0 0,0 0-1 0 0,0 0 0 0 0,0 0 0 0 0,0-1 0 0 0,0 1 0 0 0,-1-1 0 0 0,1 1 0 0 0,0-1 0 0 0,-1 0 0 0 0,0 0 0 0 0,1 0 1 0 0,-1 1-1 0 0,1-4 0 0 0,-2 5 7 0 0,0-1 0 0 0,0 1 0 0 0,0 0 1 0 0,0-1-1 0 0,-1 1 0 0 0,1 0 0 0 0,0 0 0 0 0,0-1 1 0 0,-1 1-1 0 0,1 0 0 0 0,0 0 0 0 0,-1-1 0 0 0,1 1 1 0 0,0 0-1 0 0,0 0 0 0 0,-1 0 0 0 0,1 0 0 0 0,0-1 1 0 0,-1 1-1 0 0,1 0 0 0 0,-1 0 0 0 0,1 0 0 0 0,0 0 1 0 0,-1 0-1 0 0,1 0 0 0 0,0 0 0 0 0,-1 0 0 0 0,1 0 1 0 0,0 0-1 0 0,-1 0 0 0 0,1 0 0 0 0,-1 0 0 0 0,-7 1-17 0 0,4 3 7 0 0,1 2 15 0 0,-6 1-237 0 0,1 1 0 0 0,1-1 1 0 0,-1 2-1 0 0,1-1 0 0 0,1 1 1 0 0,-1 0-1 0 0,2 0 0 0 0,-1 1 1 0 0,1 0-1 0 0,1 0 0 0 0,-6 17 1 0 0,6-1-3820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6:35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84 3922 0 0,'-17'-2'1027'0'0,"22"-3"-463"0"0,-4 5-559 0 0,0-1-1 0 0,0 1 1 0 0,-1-1 0 0 0,1 1-1 0 0,0-1 1 0 0,0 0 0 0 0,-1 1 0 0 0,1-1-1 0 0,0 0 1 0 0,-1 0 0 0 0,1 0 0 0 0,-1 1-1 0 0,1-1 1 0 0,-1 0 0 0 0,1 0-1 0 0,-1 0 1 0 0,1 0 0 0 0,-1-1 0 0 0,1-1-6 0 0,0 1 1 0 0,0 0-1 0 0,1 0 1 0 0,-1 0-1 0 0,0 0 1 0 0,1 0-1 0 0,-1 1 1 0 0,1-1-1 0 0,0 0 1 0 0,0 1 0 0 0,-1-1-1 0 0,5-2 1 0 0,-3 2-8 0 0,5-3-17 0 0,-1 0 0 0 0,1 1 0 0 0,0 1-1 0 0,1-1 1 0 0,-1 1 0 0 0,0 1 0 0 0,1-1 0 0 0,11-1-1 0 0,3 5 28 0 0,-21 1 6 0 0,-1 1 9 0 0,0-2-3 0 0,-1 0 0 0 0,1-1 0 0 0,0 1-1 0 0,0 0 1 0 0,0 0 0 0 0,-1 0 0 0 0,1 0-1 0 0,0 0 1 0 0,-1 0 0 0 0,1 0 0 0 0,-1 0 0 0 0,1 0-1 0 0,-1 0 1 0 0,0 0 0 0 0,1 0 0 0 0,-1 0 0 0 0,0 1-1 0 0,0-1 1 0 0,0 0 0 0 0,0 0 0 0 0,0 0 0 0 0,0 0-1 0 0,0 0 1 0 0,0 1 0 0 0,0-1 0 0 0,0 0 0 0 0,-1 0-1 0 0,1 0 1 0 0,-1 0 0 0 0,1 0 0 0 0,0 0 0 0 0,-1 0-1 0 0,0 0 1 0 0,0 2 0 0 0,-4 9 117 0 0,4-9-91 0 0,0-1 0 0 0,0 1 0 0 0,0 0 1 0 0,-1-1-1 0 0,1 1 0 0 0,-1-1 0 0 0,1 1 1 0 0,-1-1-1 0 0,0 1 0 0 0,0-1 0 0 0,0 0 1 0 0,-3 3-1 0 0,2-4-14 0 0,0 0-1 0 0,0 0 1 0 0,0 0-1 0 0,0 0 1 0 0,0 0-1 0 0,0 0 1 0 0,0-1-1 0 0,0 0 1 0 0,0 1-1 0 0,0-1 1 0 0,0 0-1 0 0,0-1 1 0 0,-5 0-1 0 0,6 1-15 0 0,0 0-1 0 0,0 0 1 0 0,1 0-1 0 0,-1-1 1 0 0,0 1-1 0 0,0-1 1 0 0,0 1-1 0 0,1-1 1 0 0,-1 0-1 0 0,0 0 1 0 0,1 0-1 0 0,-1 0 1 0 0,1 0-1 0 0,-1 0 1 0 0,1 0-1 0 0,-1 0 1 0 0,1-1-1 0 0,0 1 1 0 0,-1 0-1 0 0,-1-3 1 0 0,2 0 9 0 0,-1 0-1 0 0,1 1 1 0 0,0-1 0 0 0,0 0-1 0 0,0 1 1 0 0,0-1 0 0 0,1 0 0 0 0,0 0-1 0 0,0-7 1 0 0,-2 6-4 0 0,2 4-17 0 0,1 0 0 0 0,0 0 0 0 0,0 0 0 0 0,0 1 0 0 0,0-1 0 0 0,1 0 0 0 0,-1 1-1 0 0,0-1 1 0 0,0 1 0 0 0,0 0 0 0 0,0-1 0 0 0,1 1 0 0 0,-1 0 0 0 0,0-1 0 0 0,0 1 0 0 0,1 0 0 0 0,-1 0 0 0 0,0 0-1 0 0,2 0 1 0 0,6 0-450 0 0,0 0-1 0 0,0 1 0 0 0,0 0 0 0 0,0 0 1 0 0,10 4-1 0 0,-17-5 195 0 0,21 6-1930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6:37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1119 2001 0 0,'0'-13'5097'0'0,"0"-8"-4271"0"0,0-161 294 0 0,0 180-1115 0 0,0 1 0 0 0,0-1 0 0 0,0 1-1 0 0,1-1 1 0 0,-1 1 0 0 0,1-1 0 0 0,-1 1 0 0 0,1 0-1 0 0,0-1 1 0 0,-1 1 0 0 0,1 0 0 0 0,0 0 0 0 0,0-1-1 0 0,0 1 1 0 0,2-2 0 0 0,4-7-15 0 0,10-33-56 0 0,-8 13 52 0 0,-5 20-6 0 0,4-9 6 0 0,-1 0-1 0 0,-1-1 1 0 0,0 0 0 0 0,-2 0-1 0 0,0 0 1 0 0,2-30 0 0 0,-6 45 12 0 0,0 0-1 0 0,1 0 1 0 0,0 0 0 0 0,0 0 0 0 0,0 0 0 0 0,1 0-1 0 0,2-6 1 0 0,-1 6 23 0 0,-2 0-1 0 0,1 0 1 0 0,0 0-1 0 0,-1 0 1 0 0,0 0-1 0 0,0 0 1 0 0,0-8-1 0 0,-2-1 16 0 0,0 11-27 0 0,1-1 0 0 0,0 1 1 0 0,0 0-1 0 0,0-1 0 0 0,0 1 0 0 0,0 0 1 0 0,1 0-1 0 0,-1-1 0 0 0,1 1 1 0 0,0 0-1 0 0,1-4 0 0 0,10-14 13 0 0,-8 13-10 0 0,1 0-1 0 0,-1 1 1 0 0,1-1 0 0 0,6-6-1 0 0,0 4-13 0 0,-7 6 5 0 0,0 1-1 0 0,-1-1 1 0 0,1 0 0 0 0,-1 0-1 0 0,5-8 1 0 0,3-7 52 0 0,-9 17-54 0 0,-1-1 0 0 0,1 1 0 0 0,0-1 0 0 0,-1 0 0 0 0,0 1 0 0 0,0-1-1 0 0,0 0 1 0 0,0 0 0 0 0,0 0 0 0 0,-1 0 0 0 0,1-4 0 0 0,-1 7 0 0 0,0-1 0 0 0,0 0 0 0 0,0 0 0 0 0,0 1 0 0 0,1-1 0 0 0,-1 0 0 0 0,0 0 0 0 0,0 1 0 0 0,0-1 0 0 0,1 0 0 0 0,-1 0 0 0 0,0 1 0 0 0,0-1 0 0 0,1 0 0 0 0,-1 1 0 0 0,1-1 0 0 0,-1 1 0 0 0,1-1 0 0 0,-1 0 0 0 0,1 1 0 0 0,-1-1 0 0 0,1 1-1 0 0,-1-1 1 0 0,1 1 0 0 0,0 0 0 0 0,-1-1 0 0 0,1 1 0 0 0,1-1 0 0 0,-1 1 3 0 0,-1 0 0 0 0,1-1 1 0 0,-1 1-1 0 0,1 0 0 0 0,0-1 0 0 0,-1 1 0 0 0,1 0 0 0 0,-1-1 0 0 0,1 1 0 0 0,-1-1 0 0 0,1 1 0 0 0,-1-1 1 0 0,1 1-1 0 0,-1-1 0 0 0,0 1 0 0 0,1-1 0 0 0,-1 0 0 0 0,0 1 0 0 0,1-1 0 0 0,-1 0 0 0 0,0 1 0 0 0,0-1 0 0 0,0 1 1 0 0,0-1-1 0 0,1 0 0 0 0,-1 1 0 0 0,0-1 0 0 0,0-1 0 0 0,-4-2 23 0 0,-11 3 26 0 0,11-3-40 0 0,4 4-12 0 0,0-1-1 0 0,1 0 0 0 0,-1 1 0 0 0,0-1 0 0 0,0 1 0 0 0,0-1 0 0 0,0 0 0 0 0,1 1 0 0 0,-1-1 1 0 0,0 1-1 0 0,0-1 0 0 0,1 1 0 0 0,-1-1 0 0 0,0 1 0 0 0,1-1 0 0 0,-1 1 0 0 0,1-1 1 0 0,-1 1-1 0 0,1 0 0 0 0,-1-1 0 0 0,0 1 0 0 0,1-1 0 0 0,0 1 0 0 0,-1 0 0 0 0,1 0 1 0 0,-1-1-1 0 0,1 1 0 0 0,-1 0 0 0 0,1 0 0 0 0,-1 0 0 0 0,1 0 0 0 0,0-1 0 0 0,-1 1 0 0 0,1 0 1 0 0,0 0-1 0 0,-1 0 0 0 0,1 0 0 0 0,-1 1 0 0 0,2-1 0 0 0,-1 0 9 0 0,-1-1-7 0 0,1 1 0 0 0,-1-1 0 0 0,1 1-1 0 0,-1-1 1 0 0,0 1 0 0 0,1-1 0 0 0,-1 1 0 0 0,0-1 0 0 0,1 1 0 0 0,-1-1 0 0 0,0 1 0 0 0,0-1 0 0 0,0 0 0 0 0,1 1 0 0 0,-1-1 0 0 0,0 0 0 0 0,0 1 0 0 0,0-1-1 0 0,0 1 1 0 0,0-1 0 0 0,0 0 0 0 0,0 1 0 0 0,-1-2 0 0 0,4-12 18 0 0,-1 13-16 0 0,-1 0-1 0 0,1-1 0 0 0,-1 1 0 0 0,0 0 0 0 0,1-1 0 0 0,-1 1 0 0 0,0 0 0 0 0,0-1 0 0 0,0 0 0 0 0,0 1 0 0 0,0-1 0 0 0,0-2 0 0 0,2-31 37 0 0,-3 33-36 0 0,-1 1-1 0 0,1-1 0 0 0,0 1 0 0 0,0-1 0 0 0,0 1 1 0 0,1 0-1 0 0,-1-1 0 0 0,0 1 0 0 0,0-1 0 0 0,1 1 0 0 0,-1 0 1 0 0,1-1-1 0 0,-1 1 0 0 0,1 0 0 0 0,0 0 0 0 0,-1-1 0 0 0,1 1 1 0 0,0 0-1 0 0,0 0 0 0 0,0 0 0 0 0,0 0 0 0 0,2-2 1 0 0,3-3 16 0 0,2-21 47 0 0,-1 22-67 0 0,-6 4 3 0 0,-1 1-1 0 0,1 0 1 0 0,0-1-1 0 0,-1 1 1 0 0,1-1 0 0 0,0 1-1 0 0,-1-1 1 0 0,1 1-1 0 0,-1-1 1 0 0,1 0-1 0 0,-1 1 1 0 0,1-1-1 0 0,-1 0 1 0 0,1 1-1 0 0,-1-1 1 0 0,1 0-1 0 0,-1 1 1 0 0,0-1-1 0 0,0 0 1 0 0,1 0 0 0 0,-1 0-1 0 0,0 1 1 0 0,0-1-1 0 0,0 0 1 0 0,0-1-1 0 0,0 2-1 0 0,0-1 0 0 0,0 1 0 0 0,0-1 0 0 0,0 1 0 0 0,0-1 0 0 0,0 1 1 0 0,0 0-1 0 0,0-1 0 0 0,1 1 0 0 0,-1-1 0 0 0,0 1 0 0 0,0-1 0 0 0,0 1 0 0 0,0 0 0 0 0,1-1 0 0 0,-1 1 0 0 0,0-1 0 0 0,0 1 0 0 0,1 0 0 0 0,-1-1 0 0 0,0 1 0 0 0,1 0 0 0 0,-1-1 0 0 0,0 1 0 0 0,1 0 0 0 0,-1 0 0 0 0,0-1 0 0 0,1 1 0 0 0,-1 0 0 0 0,1 0 0 0 0,-1 0 0 0 0,0 0 0 0 0,1-1 1 0 0,-1 1-1 0 0,1 0 0 0 0,-1 0 0 0 0,1 0 0 0 0,-1 0 0 0 0,1 0 0 0 0,0 0 2 0 0,-1 0 0 0 0,1 0 1 0 0,-1 0-1 0 0,1 0 0 0 0,-1 0 1 0 0,1 0-1 0 0,-1 0 0 0 0,0 0 0 0 0,1 0 1 0 0,-1-1-1 0 0,1 1 0 0 0,-1 0 1 0 0,0 0-1 0 0,1 0 0 0 0,-1-1 1 0 0,1 1-1 0 0,-1 0 0 0 0,0-1 0 0 0,1 1 1 0 0,-1 0-1 0 0,0 0 0 0 0,1-1 1 0 0,-1 1-1 0 0,0-1 0 0 0,0 1 0 0 0,0 0 1 0 0,1-1-1 0 0,-1 1 0 0 0,0-1 1 0 0,0 1-1 0 0,0 0 0 0 0,0-1 1 0 0,1 1-1 0 0,-1-1 0 0 0,0 1 0 0 0,0-1 1 0 0,0 1-1 0 0,0-1 0 0 0,0 0 1 0 0,0 0 76 0 0,-4 1-14 0 0,3 1-65 0 0,0-1 0 0 0,-1 0 0 0 0,1 0 0 0 0,0 0 0 0 0,0 0 0 0 0,0-1 0 0 0,0 1 0 0 0,0 0 0 0 0,0 0 0 0 0,0-1 0 0 0,-1 1 0 0 0,1-1 0 0 0,0 1 0 0 0,0-1-1 0 0,-1 0 1 0 0,1-8 0 0 0,1 9-1 0 0,0-1 0 0 0,0 1 0 0 0,1 0 0 0 0,-1-1 0 0 0,0 1 0 0 0,0-1 0 0 0,0 1 0 0 0,0 0 0 0 0,0-1 0 0 0,0 1-1 0 0,0 0 1 0 0,0-1 0 0 0,0 1 0 0 0,0-1 0 0 0,-1 1 0 0 0,1 0 0 0 0,0-1 0 0 0,0 1 0 0 0,0 0 0 0 0,0-1-1 0 0,0 1 1 0 0,-1 0 0 0 0,1-1 0 0 0,0 1 0 0 0,0 0 0 0 0,-1 0 0 0 0,1-1 0 0 0,0 1 0 0 0,-5-3 12 0 0,4 3-8 0 0,0 0 1 0 0,0-1 0 0 0,0 1-1 0 0,1-1 1 0 0,-1 1-1 0 0,0-1 1 0 0,0 1 0 0 0,1-1-1 0 0,-1 1 1 0 0,0-1 0 0 0,1 0-1 0 0,-1 1 1 0 0,1-1 0 0 0,-1 0-1 0 0,1 0 1 0 0,-1 1-1 0 0,1-1 1 0 0,-1 0 0 0 0,1 0-1 0 0,0 0 1 0 0,-1 0 0 0 0,1 1-1 0 0,0-1 1 0 0,0 0-1 0 0,0 0 1 0 0,0 0 0 0 0,0 0-1 0 0,0 0 1 0 0,0 0 0 0 0,0 0-1 0 0,0-1 1 0 0,-10 6 122 0 0,2-4-94 0 0,-15 9 127 0 0,20-8-80 0 0,3-1-13 0 0,0 3-41 0 0,0-1 41 0 0,30-9-1084 0 0,-20 3-1160 0 0,-28 5-392 0 0,-4 4-632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6:38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9 880 0 0,'3'-1'1801'0'0,"21"-4"1811"0"0,-13 2-599 0 0,-23 7-3048 0 0,6 2 361 0 0,4-1-252 0 0,-4 2-25 0 0,0 0-1 0 0,-1-1 1 0 0,0 0-1 0 0,0 0 1 0 0,-9 6-1 0 0,-16 13 61 0 0,18-11-66 0 0,1 0 0 0 0,1 1 0 0 0,-11 18-1 0 0,-7 7-199 0 0,27-36 68 0 0,2-3-25 0 0,0 0 1 0 0,0 0 0 0 0,0 0-1 0 0,0 0 1 0 0,0 0 0 0 0,0 0 0 0 0,0 0-1 0 0,0 1 1 0 0,1-1 0 0 0,-1 0-1 0 0,0 1 1 0 0,1-1 0 0 0,-1 1 0 0 0,1-1-1 0 0,-1 1 1 0 0,1-1 0 0 0,0 1-1 0 0,-1-1 1 0 0,1 1 0 0 0,0-1-1 0 0,0 1 1 0 0,0-1 0 0 0,1 1 0 0 0,-1 2-1 0 0,15 4-4728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6:38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28 1521 0 0,'-2'-21'3083'0'0,"-5"15"-866"0"0,5 6-2060 0 0,-1 1 0 0 0,1 0 0 0 0,-1 0 0 0 0,1 0 0 0 0,-1 0 0 0 0,1 1 0 0 0,0-1 0 0 0,-1 1 0 0 0,1-1 0 0 0,-2 3 0 0 0,-8 4-368 0 0,-38 31 771 0 0,-69 66 1 0 0,83-79-372 0 0,13-11-139 0 0,23-13-113 0 0,11-6-87 0 0,10-5-1376 0 0,2-2-1830 0 0,-19 2 915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6:39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1 240 0 0,'-17'1'3589'0'0,"33"4"710"0"0,11 3-4583 0 0,-14-3 332 0 0,-1 0 0 0 0,1 1 0 0 0,-1 0 0 0 0,19 14 0 0 0,-30-19-19 0 0,0 0-1 0 0,-1 0 1 0 0,1 1 0 0 0,-1-1 0 0 0,1 0 0 0 0,-1 0-1 0 0,0 0 1 0 0,0 1 0 0 0,1-1 0 0 0,-1 0 0 0 0,0 1-1 0 0,0-1 1 0 0,0 0 0 0 0,0 0 0 0 0,0 1 0 0 0,-1-1 0 0 0,1 0-1 0 0,0 0 1 0 0,0 1 0 0 0,-1-1 0 0 0,1 0 0 0 0,-1 0-1 0 0,1 0 1 0 0,-2 2 0 0 0,-3 0 26 0 0,0 0 0 0 0,0-1 0 0 0,0 1 1 0 0,0-1-1 0 0,-1 0 0 0 0,1-1 0 0 0,-1 1 0 0 0,1-1 0 0 0,-1 0 0 0 0,0 0 1 0 0,1-1-1 0 0,-1 0 0 0 0,0 0 0 0 0,-10-1 0 0 0,-170-3 865 0 0,147 6-539 0 0,-40 9 0 0 0,24-3 378 0 0,48-7-252 0 0,38-6-1247 0 0,-18 5 440 0 0,29-2 111 0 0,0 2 0 0 0,0 2 0 0 0,43 8 0 0 0,-11-2 51 0 0,-66-8 138 0 0,-15-2-1 0 0,-20-4 15 0 0,-144-13 40 0 0,135 21-197 0 0,34-2 82 0 0,1 0-1 0 0,0 0 1 0 0,0 0-1 0 0,0 0 0 0 0,-1 0 1 0 0,1 0-1 0 0,0 1 1 0 0,0-1-1 0 0,0 0 0 0 0,-1 1 1 0 0,1-1-1 0 0,0 1 1 0 0,0-1-1 0 0,0 1 1 0 0,0 0-1 0 0,0-1 0 0 0,0 1 1 0 0,0 0-1 0 0,-1 1 1 0 0,11 12-2901 0 0,-6 9-2374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6:46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32 480 0 0,'0'0'4896'0'0,"0"0"-4874"0"0,0 0-1 0 0,-1 0 1 0 0,1 0 0 0 0,0-1-1 0 0,0 1 1 0 0,0 0 0 0 0,0 0 0 0 0,0-1-1 0 0,0 1 1 0 0,0 0 0 0 0,0 0-1 0 0,0-1 1 0 0,0 1 0 0 0,0 0 0 0 0,0 0-1 0 0,0-1 1 0 0,0 1 0 0 0,0 0-1 0 0,0-1 1 0 0,0 1 0 0 0,0 0 0 0 0,0 0-1 0 0,0 0 1 0 0,1-1 0 0 0,-1 1-1 0 0,0 0 1 0 0,0 0 0 0 0,0-1 0 0 0,0 1-1 0 0,0 0 1 0 0,1 0 0 0 0,-1 0-1 0 0,0 0 1 0 0,0-1 0 0 0,0 1 0 0 0,1 0-1 0 0,-1 0 1 0 0,0 0 0 0 0,0 0-1 0 0,1 0 1 0 0,-1 0 0 0 0,0-1 0 0 0,1 1 68 0 0,-1 0-68 0 0,1 0 1 0 0,-1-1 0 0 0,1 1 0 0 0,-1 0-1 0 0,1 0 1 0 0,-1 0 0 0 0,0-1 0 0 0,1 1-1 0 0,-1 0 1 0 0,1 0 0 0 0,-1 0 0 0 0,1 0-1 0 0,-1 0 1 0 0,1 0 0 0 0,-1 0 0 0 0,1 0-1 0 0,-1 0 1 0 0,1 0 0 0 0,-1 0 0 0 0,1 0-1 0 0,-1 0 1 0 0,1 1 0 0 0,-1-1-1 0 0,1 0 1 0 0,-1 0 0 0 0,0 0 0 0 0,1 1-1 0 0,-1-1 1 0 0,1 0 0 0 0,-1 1 0 0 0,0-1-1 0 0,1 0 1 0 0,-1 1 0 0 0,0-1 0 0 0,1 0-1 0 0,-1 1 1 0 0,0-1 0 0 0,0 0 0 0 0,1 1-1 0 0,-1-1 1 0 0,0 1 0 0 0,0-1 0 0 0,0 1-1 0 0,1-1 1 0 0,-1 1 0 0 0,0-1 0 0 0,0 1-1 0 0,0-1 1 0 0,0 1 0 0 0,0 0-22 0 0,0-1 1 0 0,0 0-1 0 0,0 1 1 0 0,0-1 0 0 0,-1 1-1 0 0,1-1 1 0 0,0 0-1 0 0,0 0 1 0 0,0 1-1 0 0,0-1 1 0 0,-1 0 0 0 0,1 1-1 0 0,0-1 1 0 0,0 0-1 0 0,-1 0 1 0 0,1 1-1 0 0,0-1 1 0 0,-1 0-1 0 0,1 0 1 0 0,0 0 0 0 0,-1 1-1 0 0,1-1 1 0 0,0 0-1 0 0,-1 0 1 0 0,1 0-1 0 0,0 0 1 0 0,-1 0-1 0 0,1 0 1 0 0,0 0 0 0 0,-1 1-1 0 0,1-1 1 0 0,0 0-1 0 0,-1 0 1 0 0,1 0-1 0 0,0-1 1 0 0,-1 1 0 0 0,1 0-1 0 0,-1 0 1 0 0,1 0-1 0 0,-1 0 3 0 0,1 0-1 0 0,-1 0 1 0 0,1 0-1 0 0,-1 0 1 0 0,1 0-1 0 0,-1 0 1 0 0,1 0-1 0 0,-1 0 1 0 0,1 0-1 0 0,-1 0 1 0 0,1 0-1 0 0,0 0 1 0 0,-1 0-1 0 0,1 0 1 0 0,-1 1-1 0 0,1-1 1 0 0,0 0-1 0 0,-1 0 1 0 0,1 1-1 0 0,-1-1 1 0 0,1 0-1 0 0,0 0 1 0 0,-1 1 0 0 0,1-1 2 0 0,0-1 1 0 0,0 0 0 0 0,0 0 0 0 0,0 1 0 0 0,0-1 0 0 0,0 0 0 0 0,0 0 0 0 0,0 1 0 0 0,0-1 0 0 0,1 0 0 0 0,-1 1-1 0 0,0-1 1 0 0,1 0 0 0 0,-1 1 0 0 0,0-1 0 0 0,1 1 0 0 0,-1-1 0 0 0,1 0 0 0 0,-1 1 0 0 0,1-1 0 0 0,-1 1 0 0 0,1-1 0 0 0,-1 1-1 0 0,1-1 1 0 0,-1 1 0 0 0,1 0 0 0 0,0-1 0 0 0,-1 1 0 0 0,2-1 0 0 0,-1 1-6 0 0,0 0 0 0 0,-1 0 0 0 0,1-1 0 0 0,-1 1 0 0 0,1 0 0 0 0,-1-1 1 0 0,1 1-1 0 0,0 0 0 0 0,-1-1 0 0 0,0 1 0 0 0,1-1 0 0 0,-1 1 0 0 0,1-1 0 0 0,-1 1 0 0 0,1-1 0 0 0,-1 1 0 0 0,0-1 1 0 0,1 1-1 0 0,-1-1 0 0 0,0 0 0 0 0,0 1 0 0 0,0-1 0 0 0,1 1 0 0 0,-1-1 0 0 0,0 0 0 0 0,0 1 0 0 0,0-1 0 0 0,0 0 1 0 0,0 0-1 0 0,-1-2-1 0 0,1 2 0 0 0,1 1 0 0 0,0-1 0 0 0,0 1 0 0 0,0-1 0 0 0,0 1 0 0 0,0-1 0 0 0,0 1 0 0 0,0 0 0 0 0,0-1 0 0 0,0 1 0 0 0,0 0 0 0 0,0 0 0 0 0,0 0 0 0 0,0 0 0 0 0,0 0 0 0 0,0 0 0 0 0,0 0 0 0 0,2 0 0 0 0,4 7 0 0 0,8-6 0 0 0,-15-1 0 0 0,0 0 0 0 0,-1 0 0 0 0,1 0 0 0 0,0 0 0 0 0,0 1 0 0 0,0-1 0 0 0,0 0 0 0 0,0 0 0 0 0,0 0 0 0 0,0 0 0 0 0,0 0 0 0 0,0 0 0 0 0,0 0 0 0 0,-1 0 0 0 0,1 0 0 0 0,0 0 0 0 0,0 0 0 0 0,0 0 0 0 0,0 0 0 0 0,0 1 0 0 0,0-1 0 0 0,0 0 0 0 0,0 0 0 0 0,0 0 0 0 0,0 0 0 0 0,0 0 0 0 0,0 0 0 0 0,0 0 0 0 0,0 0 0 0 0,0 1 0 0 0,0-1 0 0 0,0 0 0 0 0,0 0 0 0 0,0 0 0 0 0,0 0 0 0 0,0 0 0 0 0,0 0 0 0 0,0 0 0 0 0,0 0 0 0 0,0 1 0 0 0,0-1 0 0 0,0 0 0 0 0,0 0 0 0 0,0 0 0 0 0,0 0 0 0 0,0 0 0 0 0,1 0 0 0 0,-1 0 0 0 0,0 0 0 0 0,0 0 0 0 0,0 0 0 0 0,0 0 0 0 0,0 0 0 0 0,0 1 0 0 0,0-1 0 0 0,0 0 0 0 0,0 0 0 0 0,0 0 0 0 0,1 0 0 0 0,-16 4 13 0 0,11-4 54 0 0,4 0-1 0 0,0-3-39 0 0,0 1 26 0 0,0-2-53 0 0,1 4-24 0 0,-1 0 23 0 0,1 0 0 0 0,0-1 0 0 0,0 1 0 0 0,-1 0 0 0 0,1 0 0 0 0,0 0 0 0 0,0 0 0 0 0,0 0 0 0 0,0 0 0 0 0,-1 0 0 0 0,1 0 0 0 0,0 0 0 0 0,0 0 0 0 0,0 0 0 0 0,-1 0 0 0 0,1 0 0 0 0,0 1 0 0 0,0-1-1 0 0,0 0 1 0 0,-1 1 0 0 0,1-1 0 0 0,0 1 0 0 0,-1-1 0 0 0,1 1 0 0 0,0-1 0 0 0,-1 1 0 0 0,1 0 0 0 0,-1 0 14 0 0,0 0 1 0 0,0 0-1 0 0,0 1 0 0 0,0-1 0 0 0,0 0 1 0 0,-1 0-1 0 0,1 0 0 0 0,-1 1 1 0 0,1-1-1 0 0,-1 0 0 0 0,1 0 0 0 0,-1 0 1 0 0,0 0-1 0 0,1 0 0 0 0,-1 0 1 0 0,0 0-1 0 0,0 0 0 0 0,0-1 1 0 0,1 1-1 0 0,-1 0 0 0 0,0 0 0 0 0,-2 0 1 0 0,1 1 8 0 0,-1-1 0 0 0,1 0-1 0 0,-1 0 1 0 0,1 0 0 0 0,-1 0 0 0 0,0-1 0 0 0,0 1 0 0 0,1-1 0 0 0,-1 0 0 0 0,-5 1 0 0 0,-10-2 58 0 0,-1-2-27 0 0,19 3-56 0 0,0 0 0 0 0,0 0 0 0 0,-1 0-1 0 0,1 0 1 0 0,0 0 0 0 0,0 0 0 0 0,0 0-1 0 0,-1-1 1 0 0,1 1 0 0 0,0 0 0 0 0,0 0 0 0 0,0 0-1 0 0,-1 0 1 0 0,1 0 0 0 0,0 0 0 0 0,0-1-1 0 0,0 1 1 0 0,0 0 0 0 0,0 0 0 0 0,0 0-1 0 0,-1 0 1 0 0,1-1 0 0 0,0 1 0 0 0,0 0-1 0 0,0 0 1 0 0,0 0 0 0 0,0-1 0 0 0,0 1 0 0 0,0 0-1 0 0,0 0 1 0 0,0-1 0 0 0,0 1 0 0 0,0 0-1 0 0,0 0 1 0 0,0 0 0 0 0,0-1 0 0 0,0 1-1 0 0,0 0 1 0 0,0 0 0 0 0,0 0 0 0 0,0-1 0 0 0,0 1-1 0 0,0 0 1 0 0,0 0 0 0 0,0 0 0 0 0,1-1-1 0 0,-1 1 1 0 0,0 0 0 0 0,0 0 0 0 0,0 0-1 0 0,0 0 1 0 0,0-1 0 0 0,1 1 0 0 0,-1 0-1 0 0,0 0 1 0 0,0 0 0 0 0,0 0 0 0 0,0 0 0 0 0,1 0-1 0 0,-1-1 1 0 0,0 1 0 0 0,0 0 0 0 0,0 0-1 0 0,1 0 1 0 0,-1 0 0 0 0,27-4 3 0 0,-19 7 0 0 0,2 1 0 0 0,-8-4 2 0 0,-1 0 0 0 0,0 0 0 0 0,-1 0 1 0 0,1 0-1 0 0,-1 0 1 0 0,1 0-1 0 0,0 0 0 0 0,-1 0 1 0 0,1 1-1 0 0,-1-1 1 0 0,1 0-1 0 0,0 0 1 0 0,-1 0-1 0 0,1 1 0 0 0,-1-1 1 0 0,1 0-1 0 0,-1 1 1 0 0,1-1-1 0 0,-1 0 0 0 0,1 1 1 0 0,-1-1-1 0 0,0 1 1 0 0,1-1-1 0 0,-1 1 1 0 0,1-1-1 0 0,-1 1 0 0 0,0-1 1 0 0,1 1-1 0 0,-1-1 1 0 0,0 1-1 0 0,0-1 0 0 0,1 1 1 0 0,-1-1-1 0 0,0 1 1 0 0,0 0-1 0 0,0-1 0 0 0,0 1 1 0 0,0 0-1 0 0,-22-1 65 0 0,-11-5-67 0 0,3-4 0 0 0,40 10-34 0 0,24 4-92 0 0,-13 4 168 0 0,-7-2 28 0 0,-17-6 1 0 0,-6 0-14 0 0,3 0-8 0 0,-28 4 125 0 0,29-7-170 0 0,-17-11-138 0 0,27 12 47 0 0,-3-1 87 0 0,1 1-1 0 0,0 0 1 0 0,0 0 0 0 0,0 0-1 0 0,0 0 1 0 0,0 1 0 0 0,0-1-1 0 0,1 1 1 0 0,-1 0 0 0 0,0 0-1 0 0,0 0 1 0 0,0 0 0 0 0,0 1-1 0 0,0-1 1 0 0,0 1 0 0 0,0-1-1 0 0,4 3 1 0 0,-6-3 3 0 0,0 0 0 0 0,0 0 1 0 0,0 0-1 0 0,0 0 0 0 0,0 1 0 0 0,0-1 0 0 0,0 0 1 0 0,0 1-1 0 0,0-1 0 0 0,0 1 0 0 0,0-1 0 0 0,0 1 1 0 0,0 0-1 0 0,-1-1 0 0 0,1 1 0 0 0,0 0 0 0 0,0-1 1 0 0,-1 1-1 0 0,1 0 0 0 0,0 0 0 0 0,-1 0 0 0 0,1 1 1 0 0,-6 4 161 0 0,-14-3-4 0 0,13-3-148 0 0,-43-3 45 0 0,48 3-92 0 0,-1 0 0 0 0,1 0-1 0 0,0 0 1 0 0,0 0 0 0 0,-1-1 0 0 0,1 1 0 0 0,0 0 0 0 0,0-1 0 0 0,-1 1 0 0 0,1-1 0 0 0,0 0-1 0 0,0 1 1 0 0,0-1 0 0 0,0 0 0 0 0,0 1 0 0 0,0-1 0 0 0,0 0 0 0 0,0 0 0 0 0,0 0-1 0 0,0 0 1 0 0,0 0 0 0 0,1 0 0 0 0,-1 0 0 0 0,0 0 0 0 0,1-1 0 0 0,-1 1 0 0 0,1 0-1 0 0,-1 0 1 0 0,1 0 0 0 0,-1-3 0 0 0,2 3-187 0 0,0-1 0 0 0,-1 1 0 0 0,1 0 0 0 0,0-1 0 0 0,0 1 0 0 0,0 0 0 0 0,0 0 0 0 0,0-1 0 0 0,1 1 1 0 0,-1 0-1 0 0,0 0 0 0 0,3-1 0 0 0,6-7-2229 0 0,9-2 115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6:47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 3922 0 0,'0'-5'2241'0'0,"0"0"-1921"0"0,0 1-640 0 0,0 0 160 0 0,23 4 80 0 0,-23-10 0 0 0,0 6 80 0 0,22-2-80 0 0,-22 2-80 0 0,0 0-161 0 0,0-2-319 0 0,0 2-720 0 0,22 4-481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6:49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1258 1201 0 0,'-4'0'1467'0'0,"-37"-4"2348"0"0,41-1-3701 0 0,0 0 1 0 0,0 1-1 0 0,0-1 0 0 0,1 1 1 0 0,-1-1-1 0 0,3-6 0 0 0,-2 10-106 0 0,0 0 0 0 0,1 1 0 0 0,-1-1-1 0 0,0 0 1 0 0,0 0 0 0 0,0 0 0 0 0,0 0-1 0 0,0 0 1 0 0,0 0 0 0 0,0 0 0 0 0,0-1-1 0 0,-1 1 1 0 0,1 0 0 0 0,0 0 0 0 0,0-3 0 0 0,1-28 187 0 0,-2 32-195 0 0,0-112 734 0 0,0 112-731 0 0,0-1 0 0 0,0 0 0 0 0,0 0 0 0 0,0 0 0 0 0,0 1 0 0 0,-1-1 0 0 0,1 0 0 0 0,0 0 0 0 0,-1 0 0 0 0,1 1 0 0 0,0-1 0 0 0,-1 0 0 0 0,1 1 0 0 0,-1-1 0 0 0,1 0 0 0 0,-1 1 0 0 0,0-1 0 0 0,1 1 0 0 0,-1-1 0 0 0,1 1 0 0 0,-1-1 0 0 0,-1 0 0 0 0,1 0-3 0 0,0 1 0 0 0,0-1 0 0 0,1 1 0 0 0,-1-1 0 0 0,0 0 0 0 0,0 1 0 0 0,1-1-1 0 0,-1 0 1 0 0,1 0 0 0 0,-1 1 0 0 0,0-1 0 0 0,1 0 0 0 0,-1 0 0 0 0,1 0 0 0 0,0 0 0 0 0,-1 0 0 0 0,1 0-1 0 0,0 0 1 0 0,0 0 0 0 0,-1 0 0 0 0,1 1 0 0 0,0-1 0 0 0,0-2 0 0 0,0-105-80 0 0,0 107 80 0 0,0 1 0 0 0,0-1 0 0 0,0 1 0 0 0,0-1 0 0 0,0 0 0 0 0,0 1 0 0 0,1-1 0 0 0,-1 1 0 0 0,0-1 0 0 0,0 1 0 0 0,0-1 0 0 0,1 1 0 0 0,-1-1 0 0 0,0 1 0 0 0,1-1 0 0 0,-1 1 0 0 0,0-1 0 0 0,1 1 0 0 0,-1-1 0 0 0,0 1 0 0 0,1 0 0 0 0,-1-1 0 0 0,1 1 0 0 0,-1 0 0 0 0,1-1 0 0 0,-1 1 0 0 0,1 0 0 0 0,-1 0 0 0 0,1-1 0 0 0,-1 1 0 0 0,1 0 0 0 0,0 0 0 0 0,0 0 0 0 0,-1 0 0 0 0,1-1 0 0 0,-1 1 0 0 0,1 0 0 0 0,0 0 0 0 0,-1 0 0 0 0,1-1 0 0 0,-1 1 0 0 0,1 0 0 0 0,-1-1 0 0 0,0 1 0 0 0,1 0 0 0 0,-1-1 0 0 0,1 1 0 0 0,-1-1 0 0 0,1 1 0 0 0,-1-1 0 0 0,0 1 0 0 0,0-1 0 0 0,1 1 0 0 0,-1-1 0 0 0,0 1 0 0 0,1-1 0 0 0,-1 1 0 0 0,0-1 0 0 0,0 1 0 0 0,0-1 0 0 0,0 1 0 0 0,0-1 0 0 0,0 0 0 0 0,0 1 0 0 0,0-1 0 0 0,0 0 0 0 0,0 0-1 0 0,0 0 1 0 0,1 1 0 0 0,-1-1 0 0 0,0 0 0 0 0,0 1 0 0 0,0-1-1 0 0,0 0 1 0 0,1 1 0 0 0,-1-1 0 0 0,0 0 0 0 0,1 1 0 0 0,-1-1-1 0 0,1 0 1 0 0,-1 1 0 0 0,1-1 0 0 0,-1 1 0 0 0,1-1-1 0 0,-1 1 1 0 0,1-1 0 0 0,-1 1 0 0 0,1-1 0 0 0,-1 1 0 0 0,2-1-1 0 0,-1 1 4 0 0,0-1 0 0 0,0 1 0 0 0,0-1-1 0 0,-1 0 1 0 0,1 1 0 0 0,0-1 0 0 0,-1 1-1 0 0,1-1 1 0 0,0 0 0 0 0,-1 0-1 0 0,1 1 1 0 0,-1-1 0 0 0,1 0 0 0 0,-1 0-1 0 0,1 0 1 0 0,-1 0 0 0 0,0 0 0 0 0,1 1-1 0 0,-1-1 1 0 0,0 0 0 0 0,0 0 0 0 0,0 0-1 0 0,1 0 1 0 0,-1 0 0 0 0,0-1 0 0 0,-1 1-3 0 0,1 0 0 0 0,0 0 1 0 0,0 0-1 0 0,0 0 0 0 0,0 0 1 0 0,0 0-1 0 0,0 0 0 0 0,0 1 1 0 0,0-1-1 0 0,0 0 1 0 0,0 0-1 0 0,0 0 0 0 0,1 0 1 0 0,-1 0-1 0 0,0 0 0 0 0,1 1 1 0 0,-1-1-1 0 0,0 0 1 0 0,1 0-1 0 0,-1 1 0 0 0,1-1 1 0 0,0 0-1 0 0,-1 0 0 0 0,1 1 1 0 0,-1-1-1 0 0,1 1 1 0 0,0-1-1 0 0,-1 0 0 0 0,1 1 1 0 0,0 0-1 0 0,0-1 0 0 0,0 0 1 0 0,6-2 0 0 0,-6 0-1 0 0,0-1 0 0 0,0 1 0 0 0,0 0 0 0 0,0 0 0 0 0,-1-1 0 0 0,1 1 0 0 0,-1 0 0 0 0,0-1 0 0 0,0 1 0 0 0,0 0 0 0 0,-1-1 0 0 0,0-2 0 0 0,1-4 0 0 0,0 5 4 0 0,0 1 0 0 0,1-1 0 0 0,-1 0 1 0 0,1 1-1 0 0,0-1 0 0 0,1 1 0 0 0,-1 0 1 0 0,1-1-1 0 0,0 1 0 0 0,0 0 0 0 0,0 0 0 0 0,0 0 1 0 0,1 0-1 0 0,0 0 0 0 0,-1 1 0 0 0,1-1 0 0 0,1 1 1 0 0,6-6-1 0 0,-10 9-4 0 0,0-1 0 0 0,1 1 0 0 0,-1-1 0 0 0,1 0 0 0 0,-1 1 0 0 0,0-1 0 0 0,1 1 0 0 0,-1-1 0 0 0,0 0 0 0 0,0 1 0 0 0,1-1 0 0 0,-1 1 0 0 0,0-1 0 0 0,0 0 0 0 0,0 1 0 0 0,0-1 0 0 0,0 0 0 0 0,0 1 0 0 0,0-2 0 0 0,3-8 13 0 0,-1 8-10 0 0,0 1 0 0 0,-1-1 0 0 0,1 0 0 0 0,-1 0 0 0 0,1 0 0 0 0,-1 0 0 0 0,0 0 0 0 0,0-1 1 0 0,1 1-1 0 0,-2 0 0 0 0,1-1 0 0 0,0 1 0 0 0,0 0 0 0 0,-1-1 0 0 0,1 1 0 0 0,-1-1 0 0 0,0 1 0 0 0,0-1 0 0 0,0 1 0 0 0,0-1 0 0 0,-1-3 0 0 0,1 5-3 0 0,0 1 0 0 0,0-1 0 0 0,0 0 0 0 0,0 0 0 0 0,0 0 0 0 0,0 1 0 0 0,1-1 0 0 0,-1 0 0 0 0,0 0 0 0 0,0 0 0 0 0,0 1 0 0 0,1-1 0 0 0,-1 0 0 0 0,0 0 0 0 0,1 1 0 0 0,-1-1 0 0 0,1 0 0 0 0,-1 1 0 0 0,1-1 0 0 0,-1 0 0 0 0,1 1 0 0 0,0-1 0 0 0,-1 1 0 0 0,1-1 0 0 0,0 1 0 0 0,-1-1 0 0 0,2 0 0 0 0,-1 1 0 0 0,0-1 0 0 0,0 1 0 0 0,-1-1 0 0 0,1 1 0 0 0,0-1 0 0 0,-1 1 0 0 0,1-1 0 0 0,0 1 0 0 0,-1-1 0 0 0,1 0 0 0 0,-1 1 0 0 0,1-1 0 0 0,-1 0 0 0 0,1 0 0 0 0,-1 1 0 0 0,0-1 0 0 0,1 0 0 0 0,-1 0 0 0 0,0 0 0 0 0,0 0 0 0 0,1 1 0 0 0,-1-1 0 0 0,0 0 0 0 0,0 0 0 0 0,0 0 0 0 0,0 0 0 0 0,0-1 0 0 0,-1-1 5 0 0,1 0 1 0 0,1 0 0 0 0,-1 1-1 0 0,0-1 1 0 0,1 0-1 0 0,-1 0 1 0 0,1 1-1 0 0,0-1 1 0 0,0 0-1 0 0,0 1 1 0 0,0-1 0 0 0,0 1-1 0 0,0-1 1 0 0,1 1-1 0 0,2-4 1 0 0,0 0-15 0 0,-3 5 9 0 0,0-1 0 0 0,-1 0 0 0 0,1 0 0 0 0,-1 0 0 0 0,1 0 0 0 0,-1 0 0 0 0,0 0 0 0 0,1 0 0 0 0,-1 0 0 0 0,0 0 0 0 0,0 0 0 0 0,-1 0 0 0 0,1 0 0 0 0,-1-3 0 0 0,0 3 0 0 0,1 0 0 0 0,0 1 0 0 0,-1-1 0 0 0,1 0 0 0 0,0 1 0 0 0,0-1 0 0 0,0 0 0 0 0,0 1 0 0 0,0-1 0 0 0,0 0 0 0 0,1 1 0 0 0,-1-1 0 0 0,0 0 0 0 0,1 1 0 0 0,0-1 0 0 0,-1 1 0 0 0,1-1 0 0 0,0 1 0 0 0,1-2 0 0 0,0 0 5 0 0,0 1-1 0 0,-1 0 1 0 0,1-1 0 0 0,0 1-1 0 0,-1-1 1 0 0,1 0 0 0 0,-1 1-1 0 0,0-1 1 0 0,0 0 0 0 0,0 0-1 0 0,0 0 1 0 0,0 0 0 0 0,-1 0-1 0 0,1 0 1 0 0,-1 0 0 0 0,0 0-1 0 0,0 0 1 0 0,0 0 0 0 0,-1-4-1 0 0,1-100-17 0 0,0 106 13 0 0,0 1 0 0 0,0-1 0 0 0,0 1 0 0 0,0-1-1 0 0,0 1 1 0 0,-1-1 0 0 0,1 1 0 0 0,0-1 0 0 0,0 1 0 0 0,0-1 0 0 0,-1 1 0 0 0,1-1 0 0 0,0 1-1 0 0,-1-1 1 0 0,1 1 0 0 0,0 0 0 0 0,-1-1 0 0 0,1 1 0 0 0,-1 0 0 0 0,1-1 0 0 0,0 1 0 0 0,-1 0-1 0 0,1-1 1 0 0,-1 1 0 0 0,1 0 0 0 0,-1 0 0 0 0,1 0 0 0 0,-1-1 0 0 0,0 1 0 0 0,0 0 1 0 0,0-1-1 0 0,1 1 1 0 0,-1 0 0 0 0,0-1-1 0 0,1 1 1 0 0,-1 0-1 0 0,0-1 1 0 0,1 1-1 0 0,-1-1 1 0 0,1 1-1 0 0,-1-1 1 0 0,1 0-1 0 0,-1 1 1 0 0,1-1 0 0 0,-1 1-1 0 0,1-1 1 0 0,0 0-1 0 0,-1 1 1 0 0,1-1-1 0 0,0 0 1 0 0,0 0-1 0 0,-1 1 1 0 0,1-1 0 0 0,0 0-1 0 0,0 0 1 0 0,0 1-1 0 0,0-1 1 0 0,0-1-1 0 0,0 1 3 0 0,0 0 1 0 0,0 0-1 0 0,0 0 0 0 0,0 0 0 0 0,0 0 0 0 0,-1 0 0 0 0,1 0 1 0 0,0 0-1 0 0,-1 0 0 0 0,1 0 0 0 0,0 0 0 0 0,-1 0 0 0 0,1 0 0 0 0,-1 0 1 0 0,0 0-1 0 0,1 0 0 0 0,-1 0 0 0 0,0 1 0 0 0,1-1 0 0 0,-1 0 1 0 0,0 0-1 0 0,-1 0 0 0 0,1 0-3 0 0,0 1-1 0 0,0-1 1 0 0,0 0 0 0 0,1 0 0 0 0,-1 0-1 0 0,0 1 1 0 0,1-1 0 0 0,-1 0 0 0 0,0 0-1 0 0,1 0 1 0 0,-1 0 0 0 0,1 0 0 0 0,-1 0-1 0 0,1 0 1 0 0,0-1 0 0 0,-1 1 0 0 0,1 0-1 0 0,0 0 1 0 0,0 0 0 0 0,0 0 0 0 0,0 0-1 0 0,0-2 1 0 0,-1 2 3 0 0,1 0 0 0 0,-1 0 0 0 0,1-1 0 0 0,-1 1 0 0 0,0 0 0 0 0,1 0 1 0 0,-1 0-1 0 0,0 0 0 0 0,0 0 0 0 0,0 0 0 0 0,0 1 0 0 0,0-1 0 0 0,0 0 0 0 0,0 0 0 0 0,0 1 0 0 0,0-1 0 0 0,0 0 0 0 0,0 1 0 0 0,0-1 0 0 0,-1 1 0 0 0,1 0 1 0 0,-2-1-1 0 0,2 1-3 0 0,0-1 0 0 0,-1 1 1 0 0,1 0-1 0 0,0-1 1 0 0,0 1-1 0 0,0-1 1 0 0,0 1-1 0 0,0-1 0 0 0,0 0 1 0 0,0 1-1 0 0,0-1 1 0 0,0 0-1 0 0,0 0 0 0 0,0 0 1 0 0,0 1-1 0 0,0-1 1 0 0,1 0-1 0 0,-1 0 0 0 0,0 0 1 0 0,1 0-1 0 0,-1-1 1 0 0,0 0-1 0 0,1 2 0 0 0,0-1 0 0 0,0 1 0 0 0,0-1 0 0 0,0 1 0 0 0,0-1 0 0 0,-1 1 0 0 0,1-1 0 0 0,0 1 0 0 0,0-1 0 0 0,0 1 0 0 0,-1 0 0 0 0,1-1 0 0 0,0 1 0 0 0,-1-1 0 0 0,1 1-1 0 0,0 0 1 0 0,-1-1 0 0 0,1 1 0 0 0,-1 0 0 0 0,1-1 0 0 0,0 1 0 0 0,-1 0 0 0 0,1 0 0 0 0,-1 0 0 0 0,1-1 0 0 0,-1 1 0 0 0,1 0 0 0 0,-1 0 0 0 0,1 0 0 0 0,0 0 0 0 0,-1 0 0 0 0,0 0 0 0 0,0 0 0 0 0,1 0 1 0 0,-1 0-1 0 0,1 0 1 0 0,-1 0-1 0 0,1-1 0 0 0,0 1 1 0 0,-1 0-1 0 0,1 0 1 0 0,-1 0-1 0 0,1 0 1 0 0,-1 0-1 0 0,1-1 1 0 0,0 1-1 0 0,-1 0 0 0 0,1 0 1 0 0,0-1-1 0 0,-1 1 1 0 0,1 0-1 0 0,0-1 1 0 0,-1 1-1 0 0,1 0 1 0 0,0-1-1 0 0,0 1 0 0 0,-1 0 1 0 0,1-1-1 0 0,0 1 1 0 0,0-1-1 0 0,0 1 1 0 0,-1-1-1 0 0,1 1 1 0 0,0 0-1 0 0,0-1 0 0 0,-1 0 4 0 0,1 0-1 0 0,-1 0 0 0 0,1 1 0 0 0,-1-1 0 0 0,0 0 0 0 0,0 1 0 0 0,1-1 0 0 0,-1 1 1 0 0,0-1-1 0 0,0 1 0 0 0,0-1 0 0 0,1 1 0 0 0,-1 0 0 0 0,0-1 0 0 0,0 1 1 0 0,0 0-1 0 0,0 0 0 0 0,0-1 0 0 0,-1 1 0 0 0,0 0 1 0 0,2-1-4 0 0,-1 1 0 0 0,1-1 0 0 0,0 1 0 0 0,-1-1 0 0 0,1 0 0 0 0,-1 1 0 0 0,1-1 0 0 0,0 0 0 0 0,-1 1 0 0 0,1-1 0 0 0,0 0 0 0 0,0 1 0 0 0,0-1 0 0 0,-1 0 0 0 0,1 0 0 0 0,0 1 0 0 0,0-1 0 0 0,0 0 0 0 0,0 0 0 0 0,0 1 0 0 0,1-1 0 0 0,-1 0 0 0 0,0 0 0 0 0,0 1 0 0 0,1-2 0 0 0,-1 1 0 0 0,0-72 160 0 0,0 73-160 0 0,0-1 0 0 0,0 1 0 0 0,0-1 0 0 0,0 0 0 0 0,0 1 0 0 0,0-1 0 0 0,0 1 0 0 0,0-1 0 0 0,1 1 0 0 0,-1-1 0 0 0,0 1 0 0 0,0-1 0 0 0,1 1 0 0 0,-1-1 0 0 0,0 1 0 0 0,1-1 0 0 0,-1 1 0 0 0,1-1 0 0 0,-1 1 0 0 0,0-1 0 0 0,1 1 0 0 0,-1 0 0 0 0,1-1 0 0 0,-1 1 0 0 0,1 0 0 0 0,-1 0 0 0 0,1-1 0 0 0,-1 1 0 0 0,1 0 0 0 0,-1 0 0 0 0,1 0 0 0 0,0-1 0 0 0,0 1 0 0 0,0 0 0 0 0,-1 0 0 0 0,0 0 0 0 0,1 0 0 0 0,-1 0 0 0 0,1 0 0 0 0,-1 0 0 0 0,1 0 0 0 0,-1-1 0 0 0,0 1 0 0 0,1 0 0 0 0,-1 0 0 0 0,1 0 0 0 0,-1-1 0 0 0,0 1 0 0 0,1 0 0 0 0,-1-1 0 0 0,0 1 0 0 0,1 0 0 0 0,-1-1 0 0 0,0 1 0 0 0,0 0 0 0 0,1-1 0 0 0,-1 1 0 0 0,0 0 0 0 0,0-1 0 0 0,0 1 0 0 0,0-1 0 0 0,1 1 0 0 0,-1-1 0 0 0,0 1 0 0 0,0 0 0 0 0,0-1 0 0 0,1 0-6 0 0,-1 0 1 0 0,1 0-1 0 0,0 0 0 0 0,0 0 1 0 0,0 0-1 0 0,-1 0 0 0 0,1 1 0 0 0,0-1 1 0 0,0 0-1 0 0,0 1 0 0 0,0-1 0 0 0,0 1 1 0 0,0-1-1 0 0,1 1 0 0 0,-1 0 0 0 0,0-1 1 0 0,0 1-1 0 0,0 0 0 0 0,0 0 0 0 0,0 0 1 0 0,1-1-1 0 0,-1 1 0 0 0,0 1 1 0 0,0-1-1 0 0,0 0 0 0 0,2 0 0 0 0,31 3-1386 0 0,-34-3 1296 0 0,0 0 1 0 0,1 0 0 0 0,-1 0-1 0 0,0 0 1 0 0,0 0-1 0 0,1 0 1 0 0,-1 0-1 0 0,0 0 1 0 0,0 1 0 0 0,0-1-1 0 0,0 0 1 0 0,1 0-1 0 0,-1 0 1 0 0,0 0-1 0 0,0 1 1 0 0,0-1 0 0 0,0 0-1 0 0,1 0 1 0 0,-1 0-1 0 0,0 1 1 0 0,0-1-1 0 0,0 0 1 0 0,0 0 0 0 0,0 0-1 0 0,0 1 1 0 0,0-1-1 0 0,0 0 1 0 0,0 0-1 0 0,0 1 1 0 0,0-1 0 0 0,0 0-1 0 0,0 0 1 0 0,0 1-1 0 0,0-1 1 0 0,0 0-1 0 0,0 0 1 0 0,0 1 0 0 0,0-1-1 0 0,0 2-638 0 0,0 2-1747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6:50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34 1441 0 0,'0'-33'4722'0'0,"-7"46"-4362"0"0,-73 63 500 0 0,44-44-350 0 0,-37 43 1 0 0,48-45 29 0 0,-57 50 0 0 0,127-89-2354 0 0,-5-3-1214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6:51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0 1761 0 0,'0'0'1627'0'0,"0"20"1535"0"0,0-17-3068 0 0,0 1 1 0 0,0 0 0 0 0,0-1 0 0 0,1 1-1 0 0,-1-1 1 0 0,1 0 0 0 0,0 1-1 0 0,0-1 1 0 0,0 1 0 0 0,0-1 0 0 0,1 0-1 0 0,-1 0 1 0 0,1 0 0 0 0,3 4-1 0 0,-1-3-56 0 0,0 0 0 0 0,1 0 0 0 0,-1 0 0 0 0,1-1-1 0 0,0 0 1 0 0,0 0 0 0 0,0 0 0 0 0,9 3-1 0 0,-3-2-36 0 0,1 1 0 0 0,0-2 0 0 0,0 0 0 0 0,0 0 0 0 0,21 1 0 0 0,52 11 100 0 0,-81-14-76 0 0,0 1 1 0 0,0 0-1 0 0,-1 0 0 0 0,1 0 0 0 0,0 0 0 0 0,-1 1 1 0 0,0 0-1 0 0,5 4 0 0 0,-10-3 26 0 0,0-1 1 0 0,0 0-1 0 0,0 0 0 0 0,-1 0 0 0 0,0 0 1 0 0,1 0-1 0 0,-1 0 0 0 0,0-1 1 0 0,0 0-1 0 0,0 1 0 0 0,-1-1 1 0 0,-4 2-1 0 0,-26 6 115 0 0,0-2 0 0 0,0-1 0 0 0,-1-2 0 0 0,0-1 0 0 0,0-1 0 0 0,0-3 0 0 0,0 0 0 0 0,-59-10 0 0 0,74 6-106 0 0,14 2-45 0 0,0 1-1 0 0,0 0 1 0 0,0 0-1 0 0,-1 1 0 0 0,-8 0 1 0 0,15 0-19 0 0,0 0 0 0 0,0 0 0 0 0,0 0 0 0 0,0 0 0 0 0,0 0-1 0 0,0 0 1 0 0,1 1 0 0 0,-1-1 0 0 0,0 0 0 0 0,0 0 0 0 0,0 0 0 0 0,0 0 0 0 0,0 0 0 0 0,0 0 0 0 0,0 0 0 0 0,0 0 0 0 0,0 0 0 0 0,0 1 0 0 0,0-1 0 0 0,1 0 0 0 0,-1 0 0 0 0,0 0 0 0 0,0 0 0 0 0,0 0 0 0 0,0 0 0 0 0,0 1 0 0 0,0-1 0 0 0,0 0 0 0 0,0 0 0 0 0,0 0 0 0 0,0 0 0 0 0,0 0 0 0 0,0 0 0 0 0,0 1-1 0 0,0-1 1 0 0,0 0 0 0 0,0 0 0 0 0,0 0 0 0 0,-1 0 0 0 0,1 0 0 0 0,0 0 0 0 0,0 1 0 0 0,0-1 0 0 0,0 0 0 0 0,0 0 0 0 0,0 0 0 0 0,0 0 0 0 0,0 0 0 0 0,0 0 0 0 0,0 0 0 0 0,-1 0 0 0 0,1 0 0 0 0,0 0 0 0 0,0 1 0 0 0,0-1 0 0 0,0 0 0 0 0,0 0 0 0 0,0 0 0 0 0,-1 0 0 0 0,2 0-8 0 0,0 1-39 0 0,1 0-1 0 0,-1 1 1 0 0,0-1-1 0 0,1 1 1 0 0,-1-1-1 0 0,0 1 0 0 0,0-1 1 0 0,0 1-1 0 0,0-1 1 0 0,0 1-1 0 0,0 0 1 0 0,0 0-1 0 0,0 0 1 0 0,-1-1-1 0 0,1 1 1 0 0,-1 0-1 0 0,1 0 1 0 0,-1 0-1 0 0,0 0 0 0 0,0 0 1 0 0,0 2-1 0 0,0-2-20 0 0,1-1-1 0 0,-1 0 1 0 0,0 1-1 0 0,1-1 1 0 0,-1 0-1 0 0,1 1 1 0 0,0-1 0 0 0,-1 0-1 0 0,1 1 1 0 0,0-1-1 0 0,0 0 1 0 0,0 0-1 0 0,-1 0 1 0 0,1 0-1 0 0,1 0 1 0 0,-1 0-1 0 0,0 0 1 0 0,0 0-1 0 0,0 0 1 0 0,0-1-1 0 0,1 1 1 0 0,-1 0-1 0 0,0-1 1 0 0,0 1-1 0 0,1-1 1 0 0,-1 1-1 0 0,1-1 1 0 0,-1 0-1 0 0,0 1 1 0 0,1-1-1 0 0,2 0 1 0 0,4 1-870 0 0,0 0 0 0 0,1-1 0 0 0,-1 0 0 0 0,14-2-1 0 0,0-3-1511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6:51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147 109 640 0 0,'13'3'2359'0'0,"-28"-4"886"0"0,-24-6-165 0 0,33 3-2722 0 0,4 4-331 0 0,1-1 0 0 0,0 1-1 0 0,0-1 1 0 0,-1 0 0 0 0,1 0 0 0 0,0 0 0 0 0,0 1-1 0 0,0-1 1 0 0,-1 0 0 0 0,1 0 0 0 0,0 0 0 0 0,1-1 0 0 0,-1 1-1 0 0,0 0 1 0 0,0 0 0 0 0,0-1 0 0 0,0 0 0 0 0,1 1-25 0 0,0 1-1 0 0,0-1 1 0 0,0 1 0 0 0,0-1 0 0 0,0 1 0 0 0,-1-1 0 0 0,1 1-1 0 0,0 0 1 0 0,0-1 0 0 0,0 1 0 0 0,-1-1 0 0 0,1 1 0 0 0,0-1 0 0 0,-1 1-1 0 0,1 0 1 0 0,0-1 0 0 0,-1 1 0 0 0,1 0 0 0 0,0-1 0 0 0,-1 1-1 0 0,1 0 1 0 0,-1-1 0 0 0,1 1 0 0 0,0 0 0 0 0,-1 0 0 0 0,1 0 0 0 0,-1-1-1 0 0,1 1 1 0 0,-1 0 0 0 0,1 0 0 0 0,-2 0 0 0 0,2 0-2 0 0,-1 0 1 0 0,1 0 0 0 0,-1 0-1 0 0,1-1 1 0 0,-1 1 0 0 0,1 0-1 0 0,-1 0 1 0 0,1 0-1 0 0,-1-1 1 0 0,1 1 0 0 0,-1 0-1 0 0,1 0 1 0 0,-1-1 0 0 0,1 1-1 0 0,0 0 1 0 0,-1-1 0 0 0,1 1-1 0 0,0-1 1 0 0,-1 1-1 0 0,1-1 1 0 0,0 1 0 0 0,-1 0-1 0 0,1-1 1 0 0,0 1 0 0 0,0-1-1 0 0,0 1 1 0 0,-1-1 0 0 0,1 1-1 0 0,0-1 1 0 0,0 1-1 0 0,0-1 1 0 0,0 0 0 0 0,-2-1 7 0 0,0 0 0 0 0,0 0 0 0 0,0 0 0 0 0,0 1 0 0 0,0-1 0 0 0,0 0 0 0 0,0 1 1 0 0,-1 0-1 0 0,1 0 0 0 0,-1 0 0 0 0,1 0 0 0 0,-1 0 0 0 0,1 0 0 0 0,-6-1 0 0 0,-1-1 17 0 0,8 3-18 0 0,1 0 0 0 0,0 0 1 0 0,-1 0-1 0 0,1 0 0 0 0,-1 0 0 0 0,1 0 0 0 0,0 0 0 0 0,-1 0 0 0 0,1 0 0 0 0,-1-1 0 0 0,1 1 0 0 0,0 0 0 0 0,-1 0 0 0 0,1 0 0 0 0,0-1 0 0 0,-1 1 0 0 0,1 0 0 0 0,0 0 0 0 0,0-1 0 0 0,-1 1 0 0 0,1 0 0 0 0,0-1 0 0 0,0 1 0 0 0,-1 0 0 0 0,1-1 0 0 0,0 1 0 0 0,0 0 0 0 0,0-1 0 0 0,0 1 1 0 0,-1-1-1 0 0,14-4 50 0 0,37 0-140 0 0,-33 4 77 0 0,37-6-19 0 0,-33 3-106 0 0,0 2 0 0 0,0 0 0 0 0,1 1 0 0 0,35 3 0 0 0,-57-2 108 0 0,0 0 1 0 0,0 0-1 0 0,0 1 0 0 0,0-1 1 0 0,0 0-1 0 0,0 0 0 0 0,0 0 1 0 0,0 0-1 0 0,0 0 0 0 0,0 0 1 0 0,0 0-1 0 0,-1 0 0 0 0,1 0 1 0 0,0 0-1 0 0,0 0 0 0 0,0 0 1 0 0,0 0-1 0 0,0 1 0 0 0,0-1 1 0 0,0 0-1 0 0,0 0 1 0 0,0 0-1 0 0,0 0 0 0 0,0 0 1 0 0,0 0-1 0 0,0 0 0 0 0,0 0 1 0 0,0 0-1 0 0,0 1 0 0 0,0-1 1 0 0,0 0-1 0 0,0 0 0 0 0,0 0 1 0 0,0 0-1 0 0,0 0 0 0 0,0 0 1 0 0,0 0-1 0 0,0 0 0 0 0,0 0 1 0 0,0 0-1 0 0,1 0 0 0 0,-1 1 1 0 0,0-1-1 0 0,0 0 1 0 0,0 0-1 0 0,0 0 0 0 0,0 0 1 0 0,0 0-1 0 0,0 0 0 0 0,0 0 1 0 0,0 0-1 0 0,0 0 0 0 0,-18 6-2671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6:56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1099 240 0 0,'18'-4'2643'0'0,"-4"1"-1869"0"0,0-1-1 0 0,0 0 0 0 0,0-1 1 0 0,-1 0-1 0 0,15-8 0 0 0,39-16-306 0 0,14-11-66 0 0,-69 33-409 0 0,-4 1 243 0 0,-20 5-49 0 0,8 1 54 0 0,26-1-93 0 0,3-17 26 0 0,-19 14-158 0 0,0 1 0 0 0,0 0-1 0 0,0 0 1 0 0,1 0-1 0 0,8-2 1 0 0,-10 4-17 0 0,1-1-1 0 0,-1 0 1 0 0,1 0 0 0 0,-1-1-1 0 0,0 1 1 0 0,0-1 0 0 0,0-1-1 0 0,7-5 1 0 0,-9 6 2 0 0,0 0 0 0 0,-1 1 0 0 0,1-1 0 0 0,0 0 0 0 0,0 1 0 0 0,1 0 0 0 0,-1 0 0 0 0,0 0 0 0 0,1 0 0 0 0,-1 0 0 0 0,1 1 0 0 0,7-3 0 0 0,7-2 13 0 0,-14-2 1 0 0,-4 8-13 0 0,0 0 0 0 0,0 0 0 0 0,0-1 0 0 0,0 1 0 0 0,0 0 0 0 0,0 0 0 0 0,0-1 0 0 0,0 1 0 0 0,0 0 0 0 0,0 0 0 0 0,0 0 0 0 0,0-1 0 0 0,0 1 0 0 0,0 0 0 0 0,1 0 0 0 0,-1 0 0 0 0,0-1 0 0 0,0 1 0 0 0,0 0 1 0 0,0 0-1 0 0,1 0 0 0 0,-1 0 0 0 0,0-1 0 0 0,0 1 0 0 0,0 0 0 0 0,0 0 0 0 0,1 0 0 0 0,-1 0 0 0 0,0 0 0 0 0,0 0 0 0 0,1 0 0 0 0,-1 0 0 0 0,0 0 0 0 0,0-1 0 0 0,0 1 0 0 0,1 0 0 0 0,-1 0 0 0 0,0 0 0 0 0,0 0 0 0 0,1 0 0 0 0,-1 0 0 0 0,0 1 1 0 0,0-1-1 0 0,1 0 0 0 0,-1 0 0 0 0,0 0 0 0 0,0 0 0 0 0,0 0 0 0 0,1 0 0 0 0,-1 0 0 0 0,1 1 5 0 0,-1-1 0 0 0,0 0 0 0 0,1 0 0 0 0,-1 0-1 0 0,1 0 1 0 0,-1 0 0 0 0,1 0 0 0 0,-1 0 0 0 0,1 0 0 0 0,-1 0 0 0 0,1 0 0 0 0,-1 0 0 0 0,1 0 0 0 0,-1 0 0 0 0,0 0 0 0 0,1 0 0 0 0,-1-1 0 0 0,1 1 0 0 0,-1 0-1 0 0,1 0 1 0 0,-1 0 0 0 0,0-1 0 0 0,1 1 0 0 0,-1 0 0 0 0,1-1 0 0 0,-1 1 0 0 0,0 0 0 0 0,0-1 0 0 0,1 1 0 0 0,-1 0 0 0 0,0-1 0 0 0,1 1 0 0 0,-1 0 0 0 0,0-1-1 0 0,0 1 1 0 0,0-1 0 0 0,0 1 0 0 0,1-1 0 0 0,-1 1 0 0 0,0-1 0 0 0,0 1 0 0 0,0-1 0 0 0,0 1 0 0 0,0 0 0 0 0,0-1 0 0 0,0 1 0 0 0,0-1 0 0 0,0 1 0 0 0,0-1-1 0 0,0 1 1 0 0,0-1 0 0 0,-1 1 0 0 0,1-1 0 0 0,1 0-17 0 0,-1 0 1 0 0,1 0-1 0 0,0 1 0 0 0,0-1 0 0 0,0 0 0 0 0,0 1 1 0 0,0-1-1 0 0,0 0 0 0 0,0 1 0 0 0,0-1 0 0 0,0 1 1 0 0,0-1-1 0 0,0 1 0 0 0,0 0 0 0 0,0 0 0 0 0,0-1 1 0 0,0 1-1 0 0,0 0 0 0 0,0 0 0 0 0,2 0 0 0 0,-3 1-53 0 0,0-1 61 0 0,0 1 0 0 0,0-1 0 0 0,0 0 0 0 0,0 1 0 0 0,1-1 1 0 0,-1 0-1 0 0,-1 1 0 0 0,1-1 0 0 0,0 0 0 0 0,0 1 1 0 0,0-1-1 0 0,0 0 0 0 0,0 1 0 0 0,0-1 0 0 0,0 0 0 0 0,0 1 1 0 0,0-1-1 0 0,-1 0 0 0 0,1 0 0 0 0,0 1 0 0 0,0-1 0 0 0,0 0 1 0 0,-1 0-1 0 0,1 1 0 0 0,0-1 0 0 0,0 0 0 0 0,-1 0 1 0 0,0 1-1 0 0,-3 0-4 0 0,4-1 9 0 0,-1 0 1 0 0,1 0-1 0 0,-1 0 0 0 0,0 0 1 0 0,1 0-1 0 0,-1 1 0 0 0,0-1 0 0 0,1 0 1 0 0,-1 0-1 0 0,1 0 0 0 0,-1 1 1 0 0,1-1-1 0 0,-1 0 0 0 0,1 1 0 0 0,-1-1 1 0 0,1 1-1 0 0,-1-1 0 0 0,1 0 1 0 0,-1 1-1 0 0,1-1 0 0 0,0 1 0 0 0,-1-1 1 0 0,1 1-1 0 0,0-1 0 0 0,-1 1 1 0 0,1 0-1 0 0,0-1 0 0 0,0 1 0 0 0,-1-1 1 0 0,1 1-1 0 0,0 0 0 0 0,0 0 4 0 0,-1 0-1 0 0,1 0 0 0 0,0 0 0 0 0,-1-1 1 0 0,1 1-1 0 0,-1 0 0 0 0,0 0 0 0 0,1 0 1 0 0,-1-1-1 0 0,1 1 0 0 0,-1 0 0 0 0,0-1 1 0 0,0 1-1 0 0,1-1 0 0 0,-1 1 0 0 0,0-1 1 0 0,0 1-1 0 0,0-1 0 0 0,1 1 0 0 0,-1-1 1 0 0,0 0-1 0 0,0 1 0 0 0,0-1 0 0 0,0 0 1 0 0,0 0-1 0 0,0 0 0 0 0,-1 0 0 0 0,1 0-1 0 0,0 0 0 0 0,0 0-1 0 0,0 1 1 0 0,0-1 0 0 0,0 0-1 0 0,0 0 1 0 0,0 1 0 0 0,0-1-1 0 0,0 1 1 0 0,0-1 0 0 0,0 1-1 0 0,0-1 1 0 0,0 1 0 0 0,0-1-1 0 0,0 1 1 0 0,1 0 0 0 0,-1-1-1 0 0,0 1 1 0 0,0 0 0 0 0,1 0-1 0 0,-1 0 1 0 0,1-1 0 0 0,-1 1-1 0 0,1 0 1 0 0,-1 0 0 0 0,1 0-1 0 0,-1 0 1 0 0,1 2 0 0 0,-1-3 2 0 0,1 1-1 0 0,-1 0 1 0 0,1-1 0 0 0,-1 1 0 0 0,1-1 0 0 0,-1 1 0 0 0,1-1 0 0 0,-1 1-1 0 0,0-1 1 0 0,1 1 0 0 0,-1-1 0 0 0,1 1 0 0 0,-1-1 0 0 0,0 0-1 0 0,0 1 1 0 0,1-1 0 0 0,-1 0 0 0 0,0 0 0 0 0,-1 1 0 0 0,-10 5 90 0 0,-13 5-76 0 0,20-9-57 0 0,-1 0 0 0 0,0 0 1 0 0,1 1-1 0 0,0 0 1 0 0,-10 7-1 0 0,7-5 185 0 0,0 0-1 0 0,-1 0 1 0 0,0-1-1 0 0,-13 5 1 0 0,1-1-112 0 0,-1-3 111 0 0,18-2-147 0 0,-3-2-68 0 0,7-1 66 0 0,-1 0 0 0 0,1-1 0 0 0,-1 1 0 0 0,1 0 1 0 0,-1 0-1 0 0,1 0 0 0 0,-1 0 0 0 0,1 0 0 0 0,-1 0 0 0 0,1 0 0 0 0,-1 0 0 0 0,1 0 0 0 0,-1 0 0 0 0,1 0 0 0 0,-1 0 0 0 0,1 0 0 0 0,-1 1 0 0 0,1-1 0 0 0,-1 0 0 0 0,1 0 0 0 0,-1 0 1 0 0,1 1-1 0 0,0-1 0 0 0,-1 0 0 0 0,1 1 0 0 0,-1-1 0 0 0,1 0 0 0 0,0 1 0 0 0,-1-1 0 0 0,1 0 0 0 0,0 1 0 0 0,-1-1 0 0 0,1 1 0 0 0,0 0 2 0 0,-1-1-1 0 0,1 1 0 0 0,0-1 1 0 0,-1 1-1 0 0,1-1 0 0 0,0 1 1 0 0,-1-1-1 0 0,1 0 0 0 0,0 1 1 0 0,-1-1-1 0 0,1 0 1 0 0,-1 1-1 0 0,1-1 0 0 0,-1 0 1 0 0,1 1-1 0 0,-1-1 0 0 0,1 0 1 0 0,-1 0-1 0 0,1 0 1 0 0,-1 1-1 0 0,1-1 0 0 0,-1 0 1 0 0,-8 1 1 0 0,-13 9-68 0 0,18-6 40 0 0,4-3-39 0 0,-10 6-17 0 0,2-5 99 0 0,8-2-15 0 0,0 0 1 0 0,0 0-1 0 0,0 0 0 0 0,0 0 0 0 0,0 0 1 0 0,0 0-1 0 0,0 0 0 0 0,0 0 0 0 0,1 0 1 0 0,-1 1-1 0 0,0-1 0 0 0,0 0 0 0 0,0 0 1 0 0,0 0-1 0 0,0 0 0 0 0,0 0 0 0 0,0 0 1 0 0,0 0-1 0 0,0 0 0 0 0,0 0 0 0 0,0 0 1 0 0,0 0-1 0 0,0 1 0 0 0,0-1 1 0 0,0 0-1 0 0,0 0 0 0 0,0 0 0 0 0,0 0 1 0 0,0 0-1 0 0,0 0 0 0 0,0 0 0 0 0,0 0 1 0 0,0 0-1 0 0,0 1 0 0 0,0-1 0 0 0,0 0 1 0 0,0 0-1 0 0,0 0 0 0 0,0 0 0 0 0,0 0 1 0 0,0 0-1 0 0,0 0 0 0 0,0 0 0 0 0,-1 0 1 0 0,1 0-1 0 0,0 0 0 0 0,0 0 0 0 0,0 1 1 0 0,0-1-1 0 0,0 0 0 0 0,0 0 1 0 0,0 0-1 0 0,6 1 62 0 0,-8 1-21 0 0,2-2-40 0 0,-1 0 0 0 0,1 1 1 0 0,-1-1-1 0 0,1 0 0 0 0,-1 0 0 0 0,1 1 0 0 0,-1-1 1 0 0,1 1-1 0 0,0-1 0 0 0,-1 0 0 0 0,1 1 0 0 0,0-1 1 0 0,-1 1-1 0 0,1-1 0 0 0,0 0 0 0 0,-1 1 0 0 0,1-1 1 0 0,0 1-1 0 0,0-1 0 0 0,0 1 0 0 0,-1-1 0 0 0,1 1 0 0 0,0-1 1 0 0,0 2-1 0 0,-12-1 166 0 0,5-3-235 0 0,8 0-354 0 0,4 2 405 0 0,-5 0 9 0 0,0 0 0 0 0,1 0 0 0 0,-1 0 0 0 0,1 0 0 0 0,-1 0 0 0 0,1 1 0 0 0,-1-1 1 0 0,1 0-1 0 0,-1-1 0 0 0,0 1 0 0 0,1 0 0 0 0,-1 0 0 0 0,1 0 0 0 0,-1 0 0 0 0,1 0 0 0 0,-1 0 0 0 0,0 0 1 0 0,1-1-1 0 0,-1 1 0 0 0,1 0 0 0 0,-1 0 0 0 0,0-1 0 0 0,1 1 0 0 0,-1 0 0 0 0,0-1 0 0 0,1 1 0 0 0,-1 0 0 0 0,0-1 1 0 0,0 1-1 0 0,1 0 0 0 0,-1-1 0 0 0,0 1 0 0 0,0 0 0 0 0,0-1 0 0 0,1 1 0 0 0,-1-1 0 0 0,0 1 0 0 0,0-1 1 0 0,0 1-1 0 0,0 0 0 0 0,0-1 0 0 0,0 1 0 0 0,0-1 0 0 0,0 1 0 0 0,0-1 0 0 0,26-21 181 0 0,-19 17-135 0 0,1 0 1 0 0,0 1 0 0 0,0 0 0 0 0,0 1 0 0 0,14-5-1 0 0,-13 6-9 0 0,0-1-1 0 0,-1-1 0 0 0,1 1 0 0 0,-1-2 0 0 0,10-5 0 0 0,6-2 105 0 0,-22 12-149 0 0,0 0 1 0 0,-1-1 0 0 0,1 1 0 0 0,-1-1 0 0 0,0 1 0 0 0,1-1-1 0 0,-1 0 1 0 0,1 0 0 0 0,-1 1 0 0 0,0-1 0 0 0,1 0-1 0 0,-1 0 1 0 0,0 0 0 0 0,0 0 0 0 0,2-3 0 0 0,14-1-133 0 0,-8 3 134 0 0,9 2 13 0 0,4-1 13 0 0,1-4 40 0 0,-15 4-35 0 0,0-1-1 0 0,0 0 1 0 0,0-1-1 0 0,0 0 0 0 0,0 0 1 0 0,-1 0-1 0 0,9-6 0 0 0,-12 6-11 0 0,0 1 0 0 0,0 0 0 0 0,0 0 0 0 0,1 0 0 0 0,-1 1 0 0 0,0-1 0 0 0,7 0 0 0 0,-6 0 9 0 0,1 0-1 0 0,-1 0 1 0 0,1-1 0 0 0,9-5-1 0 0,14-8 47 0 0,101-40 45 0 0,-125 54-91 0 0,0 0 0 0 0,-1 0 0 0 0,1-1 0 0 0,0 1 1 0 0,-1-1-1 0 0,0 0 0 0 0,5-4 0 0 0,-6 4-4 0 0,0 1 1 0 0,0-1 0 0 0,0 1-1 0 0,0 0 1 0 0,0 0-1 0 0,0 1 1 0 0,5-3 0 0 0,29-12 161 0 0,-34 15-93 0 0,-3 1-76 0 0,0-1 0 0 0,1 1-1 0 0,-1 0 1 0 0,0-1 0 0 0,0 1 0 0 0,0 0-1 0 0,0-1 1 0 0,0 1 0 0 0,1 0 0 0 0,-1-1-1 0 0,0 1 1 0 0,0 0 0 0 0,1 0 0 0 0,-1-1-1 0 0,0 1 1 0 0,0 0 0 0 0,1 0 0 0 0,-1 0-1 0 0,0-1 1 0 0,1 1 0 0 0,-1 0 0 0 0,0 0-1 0 0,1 0 1 0 0,-1 0 0 0 0,0 0 0 0 0,1-1-1 0 0,-1 1 1 0 0,0 0 0 0 0,1 0 0 0 0,-1 0-1 0 0,0 0 1 0 0,1 0 0 0 0,-1 0 0 0 0,1 0-1 0 0,-1 0 1 0 0,0 1 0 0 0,1-1 0 0 0,-1 0-1 0 0,0 0 1 0 0,1 0 0 0 0,-1 0 0 0 0,14 0 78 0 0,49-18 252 0 0,-46 13-234 0 0,-1 0 0 0 0,0-1 0 0 0,23-13 0 0 0,6-2 127 0 0,-34 16-179 0 0,0-1 1 0 0,-1 0-1 0 0,0 0 0 0 0,0-1 1 0 0,0-1-1 0 0,12-12 1 0 0,-13 12 12 0 0,28-11 99 0 0,-29 10-109 0 0,-5 6-42 0 0,0 0 0 0 0,0 0-1 0 0,0 1 1 0 0,0-1 0 0 0,0 1-1 0 0,1-1 1 0 0,-1 1 0 0 0,1 0-1 0 0,0 0 1 0 0,3-1 0 0 0,38-25 4 0 0,18 5 160 0 0,-63 23-171 0 0,0 1-1 0 0,0-1 0 0 0,0 0 0 0 0,0 0 0 0 0,0 0 0 0 0,1 0 0 0 0,-1 0 0 0 0,0 0 0 0 0,0 0 1 0 0,0-1-1 0 0,0 1 0 0 0,0 0 0 0 0,1 0 0 0 0,-1 0 0 0 0,0 0 0 0 0,0 0 0 0 0,0 0 0 0 0,0 0 1 0 0,0 0-1 0 0,0 0 0 0 0,0 0 0 0 0,1 0 0 0 0,-1 0 0 0 0,0 0 0 0 0,0-1 0 0 0,0 1 0 0 0,0 0 1 0 0,0 0-1 0 0,0 0 0 0 0,0 0 0 0 0,0 0 0 0 0,0 0 0 0 0,0 0 0 0 0,0-1 0 0 0,1 1 0 0 0,-1 0 1 0 0,0 0-1 0 0,0 0 0 0 0,0 0 0 0 0,0 0 0 0 0,0-1 0 0 0,0 1 0 0 0,0 0 0 0 0,0 0 1 0 0,0 0-1 0 0,0 0 0 0 0,0 0 0 0 0,-1-1 0 0 0,1 1 0 0 0,0 0 0 0 0,0 0 0 0 0,0 0 0 0 0,0 0 1 0 0,0 0 0 0 0,0-1 1 0 0,0 1 0 0 0,0 0 0 0 0,0 0 0 0 0,0 0 0 0 0,0 0-1 0 0,0 0 1 0 0,0-1 0 0 0,0 1 0 0 0,0 0 0 0 0,0 0 0 0 0,0 0-1 0 0,0 0 1 0 0,0 0 0 0 0,0-1 0 0 0,0 1 0 0 0,0 0 0 0 0,0 0-1 0 0,0 0 1 0 0,0 0 0 0 0,0-1 0 0 0,0 1 0 0 0,0 0 0 0 0,0 0 0 0 0,0 0-1 0 0,0 0 1 0 0,0 0 0 0 0,0 0 0 0 0,1-1 0 0 0,-1 1 0 0 0,0 0-1 0 0,0 0 1 0 0,0 0 0 0 0,0 0 0 0 0,0 0 0 0 0,0 0 0 0 0,0 0-1 0 0,1 0 1 0 0,-1 0 0 0 0,0 0 0 0 0,0 0 0 0 0,0 0 0 0 0,0-1-1 0 0,0 1 1 0 0,1 0 0 0 0,-1 0 0 0 0,0 0 0 0 0,0 0 0 0 0,0 0 0 0 0,0 0-1 0 0,1 0 1 0 0,-1 0 0 0 0,0 1 0 0 0,1-1 5 0 0,0 0-4 0 0,0 0 0 0 0,-1 0-1 0 0,1 0 1 0 0,0 0-1 0 0,0 0 1 0 0,0 0-1 0 0,0 0 1 0 0,0 0 0 0 0,0-1-1 0 0,-1 1 1 0 0,1 0-1 0 0,0 0 1 0 0,0-1-1 0 0,0 1 1 0 0,-1 0 0 0 0,1-1-1 0 0,0 1 1 0 0,0-1-1 0 0,1 0 1 0 0,-2 0-4 0 0,0 1 0 0 0,0 0 0 0 0,0-1 0 0 0,0 1 1 0 0,0 0-1 0 0,0 0 0 0 0,0-1 0 0 0,0 1 0 0 0,0 0 0 0 0,0 0 0 0 0,1-1 0 0 0,-1 1 1 0 0,0 0-1 0 0,0 0 0 0 0,0-1 0 0 0,0 1 0 0 0,1 0 0 0 0,-1 0 0 0 0,0 0 1 0 0,0 0-1 0 0,1-1 0 0 0,-1 1 0 0 0,0 0 0 0 0,0 0 0 0 0,1 0 0 0 0,-1 0 0 0 0,0 0 1 0 0,0 0-1 0 0,1-1 0 0 0,-1 1 0 0 0,0 0 0 0 0,1 0 0 0 0,-1 0 0 0 0,0 0 1 0 0,0 0-1 0 0,1 0 0 0 0,-1 0 0 0 0,1 0 0 0 0,-1 1 4 0 0,0-1 0 0 0,1 0 0 0 0,-1 0 0 0 0,0 0-1 0 0,1 0 1 0 0,-1 0 0 0 0,1-1 0 0 0,-1 1 0 0 0,0 0 0 0 0,1 0 0 0 0,-1 0 0 0 0,0 0-1 0 0,1 0 1 0 0,-1 0 0 0 0,0 0 0 0 0,1-1 0 0 0,-1 1 0 0 0,0 0 0 0 0,0 0 0 0 0,1-1-1 0 0,-1 1 1 0 0,0 0 0 0 0,0 0 0 0 0,1-1 0 0 0,-1 1 0 0 0,0 0 0 0 0,0-1-1 0 0,0 1 1 0 0,1 0 0 0 0,-1 0 0 0 0,0-1 0 0 0,0 1 0 0 0,0-1 0 0 0,0 1 0 0 0,0 0-1 0 0,0-1 1 0 0,0 1 0 0 0,0 0 0 0 0,0-1 0 0 0,0 0-4 0 0,1 1 1 0 0,-1 0-1 0 0,0-1 0 0 0,0 1 1 0 0,0 0-1 0 0,0-1 1 0 0,0 1-1 0 0,1 0 0 0 0,-1-1 1 0 0,0 1-1 0 0,0 0 0 0 0,1 0 1 0 0,-1-1-1 0 0,0 1 1 0 0,0 0-1 0 0,1 0 0 0 0,-1-1 1 0 0,0 1-1 0 0,1 0 0 0 0,-1 0 1 0 0,0 0-1 0 0,1 0 1 0 0,-1-1-1 0 0,0 1 0 0 0,1 0 1 0 0,-1 0-1 0 0,1 0 0 0 0,-1 0 1 0 0,0 0-1 0 0,1 0 1 0 0,-1 0-1 0 0,0 0 0 0 0,1 0 1 0 0,-1 0-1 0 0,1 0 0 0 0,-1 1 1 0 0,1-1-1 0 0,-1 0 0 0 0,1 0 1 0 0,-1 0-1 0 0,0 0 1 0 0,1 0-1 0 0,-1 0 0 0 0,1 0 1 0 0,-1 0-1 0 0,0 0 0 0 0,1 0 1 0 0,-1-1-1 0 0,1 1 0 0 0,-1 0 1 0 0,0 0-1 0 0,1 0 0 0 0,-1 0 1 0 0,0-1-1 0 0,1 1 1 0 0,-1 0-1 0 0,0 0 0 0 0,1 0 1 0 0,-1-1-1 0 0,0 1 0 0 0,0 0 1 0 0,1-1-1 0 0,-1 1 0 0 0,0 0 1 0 0,0-1-1 0 0,1 1 0 0 0,-1 0 1 0 0,0-1-1 0 0,0 1 1 0 0,0 0-1 0 0,0-1 0 0 0,1 0 1 0 0,-1 1 0 0 0,0-1 1 0 0,0 1 0 0 0,0-1 0 0 0,0 1-1 0 0,0-1 1 0 0,0 1 0 0 0,0-1 0 0 0,0 1-1 0 0,0-1 1 0 0,1 1 0 0 0,-1 0 0 0 0,0-1-1 0 0,0 1 1 0 0,0-1 0 0 0,1 1 0 0 0,-1 0-1 0 0,0-1 1 0 0,1 1 0 0 0,-1-1-1 0 0,0 1 1 0 0,1 0 0 0 0,-1 0 0 0 0,1-1-1 0 0,-1 1 1 0 0,0 0 0 0 0,1 0 0 0 0,-1-1-1 0 0,1 1 1 0 0,-1 0 0 0 0,1 0 0 0 0,-1 0-1 0 0,1 0 1 0 0,-1-1 0 0 0,1 1 0 0 0,-1 0-1 0 0,1 0 1 0 0,-1 0 0 0 0,1 0 0 0 0,0 1-1 0 0,-1-1 1 0 0,0 0 0 0 0,1 0 0 0 0,-1 0-1 0 0,0 0 1 0 0,1 0 0 0 0,-1 0 0 0 0,0 0 0 0 0,1-1-1 0 0,-1 1 1 0 0,0 0 0 0 0,1 0 0 0 0,-1 0-1 0 0,0 0 1 0 0,1 0 0 0 0,-1 0 0 0 0,0-1-1 0 0,1 1 1 0 0,-1 0 0 0 0,0 0 0 0 0,0 0-1 0 0,1-1 1 0 0,-1 1 0 0 0,0 0 0 0 0,0 0 0 0 0,0-1-1 0 0,1 1 1 0 0,-1 0 0 0 0,0-1 0 0 0,0 1-1 0 0,0 0 1 0 0,0-1 0 0 0,1 1 0 0 0,-1 0-1 0 0,0-1 1 0 0,0 1 0 0 0,0-1-1 0 0,0 1 1 0 0,0 0-1 0 0,0-1 1 0 0,1 1-1 0 0,-1 0 1 0 0,0-1-1 0 0,0 1 0 0 0,0 0 1 0 0,1-1-1 0 0,-1 1 1 0 0,0 0-1 0 0,0 0 1 0 0,1-1-1 0 0,-1 1 0 0 0,0 0 1 0 0,1 0-1 0 0,-1 0 1 0 0,0-1-1 0 0,1 1 1 0 0,-1 0-1 0 0,0 0 0 0 0,1 0 1 0 0,-1 0-1 0 0,1 0 1 0 0,-1 0-1 0 0,0 0 1 0 0,1 0-1 0 0,-1 0 0 0 0,0 0 1 0 0,1 0-1 0 0,-1 0 1 0 0,1 0-1 0 0,-1 0 1 0 0,0 0-1 0 0,1 0 0 0 0,0 0 1 0 0,-1 0-1 0 0,0 1 1 0 0,1-1-1 0 0,-1 0 1 0 0,0 0-1 0 0,1 0 1 0 0,-1 0 0 0 0,0 0-1 0 0,1 0 1 0 0,-1 0-1 0 0,0 0 1 0 0,1 0-1 0 0,-1 0 1 0 0,0 0-1 0 0,1 0 1 0 0,-1 0-1 0 0,0 0 1 0 0,1-1 0 0 0,-1 1-1 0 0,0 0 1 0 0,0 0-1 0 0,1 0 1 0 0,-1 0-1 0 0,0-1 1 0 0,1 1-1 0 0,-1 0 1 0 0,0 0-1 0 0,0 0 1 0 0,1-1-1 0 0,-1 1 1 0 0,0 0 0 0 0,0-1-1 0 0,0 1 1 0 0,1 0-1 0 0,-1-1 1 0 0,4-3 51 0 0,41-17-18 0 0,17-4 23 0 0,-17 1 36 0 0,-39 22-94 0 0,1-1 1 0 0,-1 0-1 0 0,1 0 1 0 0,-1-1 0 0 0,6-5-1 0 0,-6 5-3 0 0,0 1 1 0 0,0-1-1 0 0,0 1 0 0 0,1 0 0 0 0,6-3 1 0 0,50-27 15 0 0,-62 33-12 0 0,-1 0 0 0 0,0 0 0 0 0,0-1 0 0 0,1 1 0 0 0,-1 0 0 0 0,0 0 0 0 0,0 0 0 0 0,1 0 0 0 0,-1 0 0 0 0,0-1 0 0 0,0 1 1 0 0,0 0-1 0 0,1 0 0 0 0,-1 0 0 0 0,0-1 0 0 0,0 1 0 0 0,0 0 0 0 0,0 0 0 0 0,0-1 0 0 0,1 1 0 0 0,-1 0 0 0 0,0 0 0 0 0,0-1 0 0 0,0 1 0 0 0,0 0 0 0 0,0 0 0 0 0,0-1 0 0 0,0 1 0 0 0,0 0 1 0 0,0 0-1 0 0,0-1 0 0 0,0 1 0 0 0,0 0 0 0 0,0 0 0 0 0,0-1 0 0 0,0 1 0 0 0,0 0 0 0 0,0 0 0 0 0,-1-1 0 0 0,1 1 0 0 0,0-1 0 0 0,0 1-1 0 0,0 0 1 0 0,0 0 0 0 0,0-1-1 0 0,0 1 1 0 0,-1 0-1 0 0,1 0 1 0 0,0-1 0 0 0,0 1-1 0 0,0 0 1 0 0,0-1-1 0 0,0 1 1 0 0,0 0 0 0 0,0 0-1 0 0,0-1 1 0 0,0 1-1 0 0,1 0 1 0 0,-1-1 0 0 0,0 1-1 0 0,0 0 1 0 0,0 0-1 0 0,0-1 1 0 0,0 1 0 0 0,0 0-1 0 0,1 0 1 0 0,-1-1-1 0 0,0 1 1 0 0,0 0 0 0 0,0 0-1 0 0,1-1 1 0 0,-1 1-1 0 0,0 0 1 0 0,0 0 0 0 0,0 0-1 0 0,1 0 1 0 0,-1 0-1 0 0,0-1 1 0 0,1 1 0 0 0,3-2 4 0 0,-3 2-2 0 0,0 0 0 0 0,-1 0 0 0 0,1 0-1 0 0,0 0 1 0 0,-1-1 0 0 0,1 1-1 0 0,0 0 1 0 0,-1-1 0 0 0,1 1 0 0 0,-1 0-1 0 0,1-1 1 0 0,0 1 0 0 0,-1-1 0 0 0,1 1-1 0 0,-1-1 1 0 0,1 1 0 0 0,-1-1 0 0 0,0 1-1 0 0,1-1 1 0 0,-1 0 0 0 0,1 1 0 0 0,-1-1-1 0 0,0 0 1 0 0,0 1 0 0 0,1-1 0 0 0,-1 0-1 0 0,0 1 1 0 0,0-1 0 0 0,0 0-1 0 0,0 1 1 0 0,0-2 0 0 0,1 1 0 0 0,-1 0 0 0 0,1 0 1 0 0,-1 0-1 0 0,0 0 0 0 0,1 1 1 0 0,0-1-1 0 0,-1 0 0 0 0,1 0 0 0 0,-1 1 1 0 0,1-1-1 0 0,0 0 0 0 0,0 1 0 0 0,-1-1 1 0 0,1 1-1 0 0,0-1 0 0 0,0 1 1 0 0,0-1-1 0 0,0 1 0 0 0,-1 0 0 0 0,3-1 1 0 0,0 0 7 0 0,7-7 10 0 0,0 0 0 0 0,1 1 0 0 0,0 0 0 0 0,0 1 0 0 0,1 0 0 0 0,12-3 0 0 0,-17-1-88 0 0,70-18 54 0 0,-69 19 26 0 0,0 8 13 0 0,-8 0-25 0 0,1 1 1 0 0,-1 0-1 0 0,1 0 1 0 0,-1 0-1 0 0,1 0 1 0 0,-1 0 0 0 0,1-1-1 0 0,-1 1 1 0 0,1 0-1 0 0,-1 0 1 0 0,1-1 0 0 0,-1 1-1 0 0,0 0 1 0 0,1-1-1 0 0,-1 1 1 0 0,1 0-1 0 0,-1-1 1 0 0,0 1 0 0 0,1-1-1 0 0,-1 1 1 0 0,0 0-1 0 0,0-1 1 0 0,1 1 0 0 0,-1-1-1 0 0,0 0 1 0 0,1 0-2 0 0,-1 1 0 0 0,1-1 0 0 0,-1 0 0 0 0,1 1 0 0 0,0-1 0 0 0,-1 0 0 0 0,1 1 0 0 0,0-1 1 0 0,0 1-1 0 0,0-1 0 0 0,-1 1 0 0 0,1-1 0 0 0,0 1 0 0 0,0 0 0 0 0,0-1 0 0 0,1 1 0 0 0,10-6 65 0 0,4-5-80 0 0,-10 6 8 0 0,0 0 1 0 0,1 1 0 0 0,-1 0 0 0 0,1 0-1 0 0,8-3 1 0 0,-9 6 23 0 0,-6 1-15 0 0,1 0 0 0 0,0 0-1 0 0,-1 0 1 0 0,1 0-1 0 0,0-1 1 0 0,0 1 0 0 0,-1 0-1 0 0,1 0 1 0 0,0 0-1 0 0,-1-1 1 0 0,1 1 0 0 0,-1 0-1 0 0,1-1 1 0 0,0 1-1 0 0,-1 0 1 0 0,1-1-1 0 0,-1 1 1 0 0,1-1 0 0 0,-1 1-1 0 0,1-1 1 0 0,-1 1-1 0 0,1-1 1 0 0,-1 1 0 0 0,0-1-1 0 0,1 0 1 0 0,-1 1-1 0 0,0-1 1 0 0,1 0 0 0 0,-1 1-1 0 0,0-2 1 0 0,1 1-2 0 0,-1 1-1 0 0,0-1 1 0 0,1 1 0 0 0,-1-1 0 0 0,0 0 0 0 0,1 1-1 0 0,-1-1 1 0 0,1 1 0 0 0,-1-1 0 0 0,1 1 0 0 0,-1 0 0 0 0,1-1-1 0 0,0 1 1 0 0,-1-1 0 0 0,1 1 0 0 0,-1 0 0 0 0,1-1 0 0 0,0 1-1 0 0,-1 0 1 0 0,1 0 0 0 0,0 0 0 0 0,-1 0 0 0 0,1-1-1 0 0,0 1 1 0 0,-1 0 0 0 0,1 0 0 0 0,0 0 0 0 0,0 0 0 0 0,1 0-9 0 0,0-1-73 0 0,2 0-79 0 0,-32 8 418 0 0,-13 1-418 0 0,22-5 114 0 0,-36 11 1 0 0,37-8 99 0 0,-72 23 574 0 0,-165 78 1 0 0,210-88 117 0 0,27-18-1881 0 0,18-1 907 0 0,-1 0-1 0 0,1 0 1 0 0,0 0 0 0 0,-1-1 0 0 0,1 1-1 0 0,0 0 1 0 0,-1 0 0 0 0,1-1 0 0 0,-1 1 0 0 0,1 0-1 0 0,0 0 1 0 0,0-1 0 0 0,-1 1 0 0 0,1 0-1 0 0,0-1 1 0 0,0 1 0 0 0,-1-1 0 0 0,1 1 0 0 0,0 0-1 0 0,0-1 1 0 0,0 1 0 0 0,-1-1 0 0 0,1 1-1 0 0,0 0 1 0 0,0-1 0 0 0,0 1 0 0 0,0-1-1 0 0,0 1 1 0 0,0-1 0 0 0,0 0 0 0 0,0 0 37 0 0,1 0 0 0 0,-1 0 1 0 0,0 0-1 0 0,1 0 1 0 0,-1 0-1 0 0,1 0 0 0 0,-1 1 1 0 0,1-1-1 0 0,-1 0 0 0 0,1 0 1 0 0,0 0-1 0 0,-1 0 0 0 0,1 1 1 0 0,0-1-1 0 0,0 0 0 0 0,-1 1 1 0 0,1-1-1 0 0,0 0 0 0 0,0 1 1 0 0,0-1-1 0 0,0 1 1 0 0,0-1-1 0 0,0 1 0 0 0,1-1 1 0 0,2-1-541 0 0,19-8-1869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6:57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529 38 320 0 0,'0'-5'5563'0'0,"0"5"-5555"0"0,0-1 0 0 0,0 1 0 0 0,0-1 0 0 0,0 1 0 0 0,0-1 0 0 0,0 1 0 0 0,0 0 0 0 0,0-1 1 0 0,0 1-1 0 0,0-1 0 0 0,0 1 0 0 0,-1-1 0 0 0,1 1 0 0 0,0 0 0 0 0,0-1 0 0 0,0 1 0 0 0,-1 0 0 0 0,1-1 0 0 0,0 1 1 0 0,-1 0-1 0 0,1-1 0 0 0,0 1 0 0 0,-1 0 0 0 0,1-1 0 0 0,0 1 0 0 0,-1 0 0 0 0,1 0 0 0 0,0-1 0 0 0,-1 1 1 0 0,1 0-1 0 0,-1 0 0 0 0,1 0 0 0 0,0 0 0 0 0,-1 0 0 0 0,1-1 0 0 0,-1 1 0 0 0,1 0 0 0 0,-1 0 0 0 0,1 0 0 0 0,-1 0 1 0 0,1 0-6 0 0,-1 1 0 0 0,1-1-1 0 0,-1-1 1 0 0,1 1 0 0 0,-1 0 0 0 0,1 0 0 0 0,-1 0 0 0 0,1 0 0 0 0,0 0 0 0 0,-1 0 0 0 0,1 0 0 0 0,-1 0 0 0 0,1-1 0 0 0,0 1 0 0 0,-1 0 0 0 0,1 0 0 0 0,0-1 0 0 0,-1 1 0 0 0,1 0 0 0 0,0-1 0 0 0,-1 1 0 0 0,1 0 0 0 0,0-1 0 0 0,-1 1 0 0 0,1 0 0 0 0,0-1 0 0 0,0 1 0 0 0,0 0 0 0 0,-1-1 0 0 0,1 1 0 0 0,0-1 0 0 0,0 1 0 0 0,0 0-1 0 0,0-1 1 0 0,0 1 0 0 0,0-1 0 0 0,0 1 0 0 0,0-1 0 0 0,0 1 0 0 0,0-1 0 0 0,0 0 8 0 0,-1 1-1 0 0,1-1 1 0 0,-1 0-1 0 0,1 1 1 0 0,-1-1-1 0 0,1 1 1 0 0,-1-1-1 0 0,1 1 1 0 0,-1-1-1 0 0,0 1 1 0 0,1-1-1 0 0,-1 1 1 0 0,0 0-1 0 0,1-1 1 0 0,-1 1-1 0 0,0 0 1 0 0,1 0 0 0 0,-1-1-1 0 0,0 1 1 0 0,0 0-1 0 0,1 0 1 0 0,-1 0-1 0 0,0 0 1 0 0,0 0-1 0 0,0 0 1 0 0,-1 0 22 0 0,-20 3 1021 0 0,18-3-814 0 0,8 0-107 0 0,-3 0-90 0 0,0 0-31 0 0,0 0 1 0 0,-1 0 0 0 0,1 0 0 0 0,-1-1 0 0 0,1 1-1 0 0,0 0 1 0 0,-1 0 0 0 0,1 0 0 0 0,0 0 0 0 0,-1 0-1 0 0,1 0 1 0 0,-1 0 0 0 0,1 1 0 0 0,0-1 0 0 0,-1 0-1 0 0,1 0 1 0 0,-1 0 0 0 0,1 1 0 0 0,0-1 0 0 0,-1 0-1 0 0,1 0 1 0 0,-1 1 0 0 0,1-1 0 0 0,-1 1 0 0 0,1-1-1 0 0,-1 0 1 0 0,1 1 0 0 0,0 0 0 0 0,-1 0 320 0 0,-1-1-318 0 0,1 1 0 0 0,-1-1 0 0 0,1 0 0 0 0,0 0 0 0 0,-1 1 0 0 0,1-1 0 0 0,-1 0 0 0 0,1 0 0 0 0,-1 0 0 0 0,1 0 0 0 0,-1 0 0 0 0,1 0 0 0 0,-1 0 0 0 0,1 0 0 0 0,-1 0 0 0 0,1 0 0 0 0,-1 0 0 0 0,1 0 0 0 0,0 0 0 0 0,-1 0 0 0 0,1 0 0 0 0,-1 0 0 0 0,1-1 0 0 0,-1 1 0 0 0,0 0-5 0 0,1 0-1 0 0,0-1 0 0 0,0 1 0 0 0,-1 0 0 0 0,1 0 0 0 0,0 0 0 0 0,0 0 1 0 0,-1 0-1 0 0,1 0 0 0 0,0 0 0 0 0,-1 0 0 0 0,1 0 0 0 0,0 0 1 0 0,0 0-1 0 0,-1 0 0 0 0,1 0 0 0 0,0 0 0 0 0,-1 0 0 0 0,1 0 1 0 0,0 0-1 0 0,-1 0 0 0 0,1 0 0 0 0,0 0 0 0 0,0 0 0 0 0,-1 0 1 0 0,1 0-1 0 0,0 1 0 0 0,0-1 0 0 0,-1 0 0 0 0,1 0 0 0 0,0 0 0 0 0,0 0 1 0 0,-1 1-1 0 0,1-1 0 0 0,0 0 0 0 0,0 0 0 0 0,0 1 0 0 0,0-1 1 0 0,-1 0-1 0 0,1 0 0 0 0,0 1 0 0 0,0-1 0 0 0,0 0 0 0 0,0 1 1 0 0,0-1-1 0 0,0 0 0 0 0,0 0 0 0 0,0 1 0 0 0,0-1 0 0 0,0 0 1 0 0,0 1-1 0 0,0-1 0 0 0,0 0 0 0 0,0 0 0 0 0,0 1 0 0 0,0-1 1 0 0,0 0-1 0 0,0 1 0 0 0,0-1 0 0 0,0 1 0 0 0,0 114 1192 0 0,0-115-1202 0 0,0 1 0 0 0,0 0 0 0 0,0 0 0 0 0,0 0 1 0 0,0 0-1 0 0,0 0 0 0 0,0-1 0 0 0,0 1 0 0 0,1 0 1 0 0,-1 0-1 0 0,0 0 0 0 0,0-1 0 0 0,1 1 0 0 0,-1 0 1 0 0,0 0-1 0 0,1-1 0 0 0,-1 1 0 0 0,1 0 0 0 0,-1 0 1 0 0,1-1-1 0 0,-1 1 0 0 0,1-1 0 0 0,-1 1 0 0 0,1 0 1 0 0,0-1-1 0 0,-1 1 0 0 0,1-1 0 0 0,0 0 0 0 0,0 1 1 0 0,-1-1-1 0 0,1 1 0 0 0,0-1 0 0 0,0 0 0 0 0,0 0 1 0 0,-1 1-1 0 0,1-1 0 0 0,0 0 0 0 0,0 0 0 0 0,0 0 1 0 0,0 0-1 0 0,-1 0 0 0 0,1 0 0 0 0,0 0 0 0 0,0 0 1 0 0,0-1-1 0 0,0 1 0 0 0,-1 0 0 0 0,1 0 0 0 0,0-1 0 0 0,0 1 1 0 0,1-1-1 0 0,9 0 69 0 0,-63-9 486 0 0,-25-6 422 0 0,0 3 0 0 0,-105-3 0 0 0,167 16-783 0 0,0-1 0 0 0,0-1 0 0 0,-16-4 0 0 0,11 2 155 0 0,5 3-267 0 0,11 1-148 0 0,23-6-387 0 0,18 6 131 0 0,-20-1 241 0 0,-1 1 0 0 0,1 1 0 0 0,-1 0 0 0 0,18 4 0 0 0,208 27 4 0 0,-200-28 62 0 0,-35-2 1 0 0,-5-1 13 0 0,0-1-1 0 0,0 1 1 0 0,0-1-1 0 0,0 0 1 0 0,0 0-1 0 0,0 0 0 0 0,0 0 1 0 0,1 0-1 0 0,-1 0 1 0 0,0 0-1 0 0,0-1 1 0 0,0 1-1 0 0,0-1 0 0 0,3-1 1 0 0,-27-6 242 0 0,-252-25 294 0 0,263 32-454 0 0,-4 1-80 0 0,12 0-67 0 0,6 1-13 0 0,44 8-179 0 0,63 4-1 0 0,-52-7 205 0 0,-36-5 26 0 0,41 7-88 0 0,-81-11 199 0 0,-2-2-368 0 0,-1 1 0 0 0,0 1-1 0 0,1 1 1 0 0,-1 0 0 0 0,0 2 0 0 0,-37 4 0 0 0,50-3 32 0 0,0 1 1 0 0,-1 0-1 0 0,1 0 1 0 0,0 0-1 0 0,0 1 1 0 0,0 1 0 0 0,1-1-1 0 0,-1 1 1 0 0,1 0-1 0 0,-1 1 1 0 0,2 0-1 0 0,-1 0 1 0 0,0 1-1 0 0,-8 8 1 0 0,-11 29-2909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7:00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7 1921 0 0,'0'0'4162'0'0,"0"4"-3202"0"0,-22 0-1280 0 0,22-8-3041 0 0,0-6 1200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7:00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37 1361 0 0,'-22'10'2961'0'0,"22"-6"641"0"0,0-8-3202 0 0,0-6-1521 0 0,22 1-1040 0 0,-22-5-320 0 0,0 0 160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7:49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1126 265 3602 0 0,'0'-1'107'0'0,"0"0"0"0"0,0 0 0 0 0,0 0 0 0 0,0 1 0 0 0,0-1 1 0 0,-1 0-1 0 0,1 0 0 0 0,0 1 0 0 0,-1-1 0 0 0,1 0 0 0 0,0 0 0 0 0,-1 1 1 0 0,1-1-1 0 0,-1 1 0 0 0,1-1 0 0 0,-1 0 0 0 0,0 1 0 0 0,1-1 0 0 0,-1 1 1 0 0,1-1-1 0 0,-1 1 0 0 0,0-1 0 0 0,0 1 0 0 0,1 0 0 0 0,-1-1 0 0 0,0 1 1 0 0,0 0-1 0 0,1 0 0 0 0,-1-1 0 0 0,0 1 0 0 0,0 0 0 0 0,-1 0 0 0 0,2 0-121 0 0,0 0 12 0 0,-1 0 0 0 0,1 0 0 0 0,0 0 0 0 0,0 0-1 0 0,0-1 1 0 0,-1 1 0 0 0,1 0 0 0 0,0 0 0 0 0,0 0-1 0 0,0 0 1 0 0,-1 0 0 0 0,1 0 0 0 0,0-1 0 0 0,0 1-1 0 0,0 0 1 0 0,0 0 0 0 0,0 0 0 0 0,-1 0 0 0 0,1-1 0 0 0,0 1-1 0 0,0 0 1 0 0,0 0 0 0 0,0 0 0 0 0,0-1 0 0 0,0 1-1 0 0,0 0 1 0 0,0 0 0 0 0,0-1 0 0 0,0 1 0 0 0,0 0 0 0 0,0 0-1 0 0,0 0 1 0 0,0-1 0 0 0,0 1 0 0 0,0 0 0 0 0,0 0-1 0 0,0-1 1 0 0,0 1 0 0 0,0 0 4 0 0,0-1 0 0 0,0 1 0 0 0,0 0-1 0 0,0 0 1 0 0,1 0 0 0 0,-1-1 0 0 0,0 1 0 0 0,0 0 0 0 0,0 0-1 0 0,0-1 1 0 0,0 1 0 0 0,0 0 0 0 0,-1 0 0 0 0,1 0 0 0 0,0-1 0 0 0,0 1-1 0 0,0 0 1 0 0,0 0 0 0 0,0 0 0 0 0,0-1 0 0 0,0 1 0 0 0,0 0-1 0 0,0 0 1 0 0,-1 0 0 0 0,1-1 0 0 0,0 1 0 0 0,0 0 0 0 0,0 0-1 0 0,0 0 1 0 0,-1 0 0 0 0,1 0 0 0 0,0-1 0 0 0,0 1 0 0 0,0 0 0 0 0,-1 0-1 0 0,1 0 1 0 0,0 0 0 0 0,-1 0 0 0 0,-11-2 137 0 0,24 3-25 0 0,-8-1 833 0 0,-14 0-778 0 0,-2 0 129 0 0,11 0-290 0 0,0 0-1 0 0,0 0 0 0 0,1 1 1 0 0,-1-1-1 0 0,0 0 0 0 0,0-1 0 0 0,0 1 1 0 0,0 0-1 0 0,0 0 0 0 0,1 0 1 0 0,-1 0-1 0 0,0-1 0 0 0,0 1 0 0 0,0 0 1 0 0,1-1-1 0 0,-1 1 0 0 0,0-1 1 0 0,0 1-1 0 0,1-1 0 0 0,-1 1 0 0 0,0-1 1 0 0,1 1-1 0 0,-1-1 0 0 0,0 1 1 0 0,1-1-1 0 0,-1-1 0 0 0,-4-2 50 0 0,-1 1-47 0 0,1 1-1 0 0,-1 0 1 0 0,0 0 0 0 0,0 0 0 0 0,0 1-1 0 0,0 0 1 0 0,-8 0 0 0 0,-12-3 19 0 0,0 0 3 0 0,0 1 1 0 0,-1 1-1 0 0,-48 3 1 0 0,-77 18 199 0 0,93-10-140 0 0,-86 2 0 0 0,133-12-103 0 0,-1 0-1 0 0,1-1 0 0 0,0 0 0 0 0,-22-8 1 0 0,-9-2 3 0 0,37 11 96 0 0,-8 1-48 0 0,12 0-35 0 0,-10 2-46 0 0,-31 7 102 0 0,-80 5-1 0 0,116-13-113 0 0,-53 3-214 0 0,60-3 287 0 0,-1 0 0 0 0,1-1 0 0 0,-1 1 0 0 0,1 0 0 0 0,-1-1 0 0 0,1 1 0 0 0,0 0 0 0 0,-1-1 0 0 0,1 1 0 0 0,0 0-1 0 0,0 0 1 0 0,-1-1 0 0 0,1 1 0 0 0,0 0 0 0 0,0 0 0 0 0,0 0 0 0 0,0-1 0 0 0,0 3 0 0 0,-2 6 268 0 0,-4-4-223 0 0,0-1 0 0 0,0 0 1 0 0,0-1-1 0 0,-1 0 0 0 0,1 0 0 0 0,-8 2 1 0 0,6-2-43 0 0,7-2-27 0 0,1 0-1 0 0,-1-1 1 0 0,1 1-1 0 0,-1 0 1 0 0,1-1 0 0 0,0 1-1 0 0,-1 0 1 0 0,1-1-1 0 0,0 1 1 0 0,-1 0-1 0 0,1 0 1 0 0,0-1-1 0 0,0 1 1 0 0,0 0 0 0 0,0 0-1 0 0,0-1 1 0 0,0 1-1 0 0,0 0 1 0 0,0 0-1 0 0,0-1 1 0 0,0 1-1 0 0,0 0 1 0 0,1 1-1 0 0,-1 91-141 0 0,0-90 145 0 0,1 0 1 0 0,-1-1 0 0 0,1 1-1 0 0,0-1 1 0 0,0 1 0 0 0,0-1-1 0 0,0 1 1 0 0,0-1 0 0 0,1 1-1 0 0,-1-1 1 0 0,1 0-1 0 0,-1 0 1 0 0,1 0 0 0 0,0 0-1 0 0,0 0 1 0 0,4 3 0 0 0,-5-4 9 0 0,1 0 1 0 0,0 1-1 0 0,-1-1 1 0 0,1 1-1 0 0,-1-1 1 0 0,0 1 0 0 0,1 0-1 0 0,-1 0 1 0 0,0-1-1 0 0,0 1 1 0 0,0 0-1 0 0,0 0 1 0 0,-1 0-1 0 0,1 0 1 0 0,0 4 0 0 0,-1-6-13 0 0,1 1 0 0 0,-1-1 0 0 0,0 0 0 0 0,0 1 0 0 0,0-1 0 0 0,0 1 0 0 0,0-1 0 0 0,1 1 0 0 0,-1-1 0 0 0,0 0 0 0 0,0 1 0 0 0,0-1 0 0 0,1 0 0 0 0,-1 1 0 0 0,0-1 0 0 0,1 0 0 0 0,-1 1 0 0 0,0-1 0 0 0,1 0 0 0 0,-1 0 0 0 0,0 1 0 0 0,1-1 0 0 0,-1 0 0 0 0,1 0 0 0 0,-1 0 0 0 0,0 0 0 0 0,1 1 0 0 0,-1-1 0 0 0,1 0 0 0 0,-1 0 0 0 0,1 0 0 0 0,-1 0 0 0 0,0 0 0 0 0,1 0 0 0 0,-1 0 0 0 0,1 0 0 0 0,0 0 2 0 0,-1 0 0 0 0,0 0 0 0 0,1 0 0 0 0,-1 0 0 0 0,1 0 0 0 0,-1 0 0 0 0,0 0-1 0 0,1 0 1 0 0,-1 0 0 0 0,0 0 0 0 0,1 0 0 0 0,-1 0 0 0 0,1 0 0 0 0,-1 0 0 0 0,0 0 0 0 0,1 1 0 0 0,-1-1 0 0 0,0 0 0 0 0,0 0 0 0 0,1 1 0 0 0,-1-1 0 0 0,0 0 0 0 0,1 0 0 0 0,-1 1 0 0 0,0-1 0 0 0,0 0 0 0 0,0 0 0 0 0,1 1 0 0 0,-1-1 0 0 0,0 0 0 0 0,0 1 0 0 0,0-1 0 0 0,0 1 0 0 0,1 0 0 0 0,1 1 4 0 0,1-1 1 0 0,0 1 0 0 0,-1 0 0 0 0,1-1-1 0 0,0 1 1 0 0,0-1 0 0 0,0 0-1 0 0,0 0 1 0 0,5 1 0 0 0,-1 0 25 0 0,5 5-19 0 0,5 3-4 0 0,1 0-1 0 0,28 10 1 0 0,-2 4 61 0 0,1-5 0 0 0,66 14-281 0 0,-88-28 249 0 0,11 3-133 0 0,38 3 1 0 0,39 8 150 0 0,0-5 41 0 0,19 0-14 0 0,-99-11 89 0 0,0 1 1 0 0,37 11-1 0 0,-61-14-130 0 0,166 36 361 0 0,-87-26-408 0 0,0-3 1 0 0,173-9-1 0 0,-91-3 444 0 0,-123 2-164 0 0,0-1-1 0 0,84-20 0 0 0,0-13 196 0 0,-93 27-310 0 0,-29 7-111 0 0,0 1 1 0 0,0-1-1 0 0,1 0 0 0 0,-1-1 0 0 0,-1 0 0 0 0,8-4 0 0 0,-6 3-16 0 0,1 1 1 0 0,-1-1-1 0 0,1 1 0 0 0,-1 0 0 0 0,1 1 1 0 0,13-2-1 0 0,35-11 78 0 0,-35 6-52 0 0,0 2 0 0 0,1 0-1 0 0,24-3 1 0 0,-28 6-39 0 0,5-4 53 0 0,-22 6-59 0 0,16-6-14 0 0,-17 4 3 0 0,-1 3 0 0 0,0 1 0 0 0,-1 0 1 0 0,1 0-1 0 0,0 0 0 0 0,0 0 1 0 0,0-1-1 0 0,0 1 0 0 0,0 0 0 0 0,0 0 1 0 0,0 0-1 0 0,0 0 0 0 0,0-1 1 0 0,0 1-1 0 0,0 0 0 0 0,0 0 1 0 0,0 0-1 0 0,0-1 0 0 0,0 1 1 0 0,0 0-1 0 0,0 0 0 0 0,0 0 1 0 0,0 0-1 0 0,0-1 0 0 0,0 1 1 0 0,0 0-1 0 0,0 0 0 0 0,1 0 1 0 0,-1 0-1 0 0,0-1 0 0 0,0 1 0 0 0,0 0 1 0 0,0 0-1 0 0,0 0 0 0 0,0 0 1 0 0,1 0-1 0 0,-1 0 0 0 0,0-1 1 0 0,0 1-1 0 0,0 0 0 0 0,0 0 1 0 0,0 0-1 0 0,1 0 0 0 0,-1 0 1 0 0,0 0-1 0 0,0 0 0 0 0,0 0 1 0 0,1 0-1 0 0,-1 0 0 0 0,0 0 1 0 0,0 0-1 0 0,2-1 7 0 0,-1 0 0 0 0,0 0 0 0 0,1 1-1 0 0,-1-1 1 0 0,0 0 0 0 0,0 0 0 0 0,0-1 0 0 0,0 1 0 0 0,0 0 0 0 0,0 0 0 0 0,0 0-1 0 0,0-1 1 0 0,0 1 0 0 0,0 0 0 0 0,-1-1 0 0 0,1 1 0 0 0,-1-1 0 0 0,1 1 0 0 0,-1-1 0 0 0,1 1-1 0 0,-1-1 1 0 0,0 1 0 0 0,0-1 0 0 0,0 0 0 0 0,0 1 0 0 0,0-1 0 0 0,0 1 0 0 0,0-1 0 0 0,0 1-1 0 0,-1-2 1 0 0,1 1-3 0 0,0 1-1 0 0,0 0 0 0 0,0 0 0 0 0,1 0 1 0 0,-1 0-1 0 0,0 0 0 0 0,1 0 0 0 0,-1-1 1 0 0,1 1-1 0 0,-1 0 0 0 0,1 0 0 0 0,-1 0 1 0 0,1 1-1 0 0,0-1 0 0 0,-1 0 0 0 0,1 0 1 0 0,0 0-1 0 0,1-1 0 0 0,-1 1-1 0 0,0 0-1 0 0,0 0 1 0 0,0 0 0 0 0,0 0-1 0 0,0 0 1 0 0,0 0 0 0 0,-1 0-1 0 0,1 0 1 0 0,0 0 0 0 0,-1-1-1 0 0,1 1 1 0 0,-1 0 0 0 0,1 0-1 0 0,-1-1 1 0 0,0 1 0 0 0,1 0-1 0 0,-1-1 1 0 0,0-2 0 0 0,-2-26 78 0 0,1 28-75 0 0,0 1 0 0 0,1 0 0 0 0,-1 0 0 0 0,0 0 0 0 0,1 0 0 0 0,-1 0 0 0 0,0 0 0 0 0,0 0 0 0 0,0 0 0 0 0,0 0 0 0 0,0 0 0 0 0,0 0 0 0 0,0 1 0 0 0,0-1 0 0 0,-2 0 0 0 0,2 0-4 0 0,1 1 0 0 0,0 0 1 0 0,-1 0-1 0 0,1 0 0 0 0,0-1 0 0 0,0 1 1 0 0,-1 0-1 0 0,1 0 0 0 0,0-1 0 0 0,0 1 1 0 0,-1 0-1 0 0,1-1 0 0 0,0 1 0 0 0,0 0 1 0 0,0 0-1 0 0,0-1 0 0 0,-1 1 1 0 0,1 0-1 0 0,0-1 0 0 0,0 1 0 0 0,0-1 1 0 0,0 1-1 0 0,0 0 0 0 0,0-1 0 0 0,0 1 1 0 0,0 0-1 0 0,0-1 0 0 0,0 1 0 0 0,0 0 1 0 0,0-1-1 0 0,0 0 1 0 0,1 1 0 0 0,-1 0 0 0 0,0-1-1 0 0,0 1 1 0 0,0 0 0 0 0,0-1 0 0 0,0 1 0 0 0,0 0 0 0 0,0-1 0 0 0,0 1 0 0 0,0 0-1 0 0,-1-1 1 0 0,1 1 0 0 0,0 0 0 0 0,0 0 0 0 0,0-1 0 0 0,0 1 0 0 0,0 0-1 0 0,0-1 1 0 0,-1 1 0 0 0,1 0 0 0 0,0 0 0 0 0,0-1 0 0 0,0 1 0 0 0,-1 0 0 0 0,1 0-1 0 0,0-1 1 0 0,-1 1 0 0 0,-5-4 8 0 0,1 0-1 0 0,-1 0 1 0 0,1 0-1 0 0,0-1 1 0 0,0 0-1 0 0,0 0 1 0 0,1 0-1 0 0,0 0 1 0 0,0-1-1 0 0,0 0 1 0 0,1 0-1 0 0,-1 0 1 0 0,-3-10 0 0 0,3 9 2 0 0,-1 0 0 0 0,0 0-1 0 0,-1 0 1 0 0,0 0 0 0 0,0 1 0 0 0,-11-9 0 0 0,-15-16-2 0 0,26 25-51 0 0,-1 0-1 0 0,1 1 1 0 0,-1 0 0 0 0,0 0 0 0 0,-1 0 0 0 0,1 1-1 0 0,-1 0 1 0 0,0 1 0 0 0,0 0 0 0 0,-13-3-1 0 0,12 2 57 0 0,0 2 0 0 0,0-1 0 0 0,0 1 0 0 0,0 0 0 0 0,-1 1-1 0 0,1 0 1 0 0,-11 1 0 0 0,-7-1 80 0 0,-190-28 1265 0 0,83-8-799 0 0,130 36-557 0 0,1-1 0 0 0,-1 1-1 0 0,0-1 1 0 0,1 0 0 0 0,0 0 0 0 0,-1 0 0 0 0,1-1 0 0 0,0 1 0 0 0,0-1 0 0 0,0 1 0 0 0,0-1 0 0 0,1 0 0 0 0,-1 0 0 0 0,1-1 0 0 0,-3-3 0 0 0,-13-15 13 0 0,-19-6 49 0 0,26 23-55 0 0,0 1 0 0 0,0 0 0 0 0,0 1 0 0 0,0 1 0 0 0,-1 0-1 0 0,1 0 1 0 0,-16 0 0 0 0,17 1 9 0 0,1 0-2 0 0,1 0 1 0 0,-1 1-1 0 0,0-1 0 0 0,0 1 1 0 0,-13 3-1 0 0,7-1 19 0 0,-122 15 283 0 0,124-16-292 0 0,-1-1 1 0 0,1-1-1 0 0,-15-1 0 0 0,7 0 32 0 0,16 1-48 0 0,-1 1-1 0 0,1-1 0 0 0,0 1 1 0 0,-1-2-1 0 0,1 1 1 0 0,-8-3-1 0 0,9 2-4 0 0,0 1-1 0 0,0 0 1 0 0,1 1 0 0 0,-1-1-1 0 0,0 1 1 0 0,0-1 0 0 0,0 1 0 0 0,0 0-1 0 0,-5 1 1 0 0,-31-4 87 0 0,14 7-28 0 0,-27 3 125 0 0,43-4-142 0 0,-24 1 123 0 0,25-8-189 0 0,0-2 22 0 0,6 4 15 0 0,0 0 0 0 0,-1 1 0 0 0,1-1 0 0 0,-1 1 0 0 0,1 0 0 0 0,-1 0 0 0 0,1 1 0 0 0,-1-1 0 0 0,0 1 0 0 0,1-1 0 0 0,-1 1 1 0 0,1 0-1 0 0,-1 0 0 0 0,0 1 0 0 0,-5 1 0 0 0,-99 35-74 0 0,45-10 108 0 0,61-26-52 0 0,-1 0 1 0 0,1 1 0 0 0,-1-2 0 0 0,0 1 0 0 0,1 0 0 0 0,-1 0 0 0 0,0-1 0 0 0,0 0 0 0 0,0 1 0 0 0,-2-1 0 0 0,-14 2-9 0 0,12-2 39 0 0,4 0-19 0 0,1 0 0 0 0,-1-1 0 0 0,0 1 0 0 0,1 1 0 0 0,-1-1 0 0 0,1 0 0 0 0,-1 1 0 0 0,1-1-1 0 0,-1 1 1 0 0,1 0 0 0 0,-4 1 0 0 0,5-1-16 0 0,1 0-1 0 0,-1-1 1 0 0,0 1 0 0 0,0 0-1 0 0,1 0 1 0 0,-1-1-1 0 0,0 1 1 0 0,0-1 0 0 0,0 1-1 0 0,0-1 1 0 0,0 1-1 0 0,0-1 1 0 0,1 1-1 0 0,-1-1 1 0 0,0 0 0 0 0,0 1-1 0 0,0-1 1 0 0,0 0-1 0 0,0 0 1 0 0,-1 0 0 0 0,1 0-1 0 0,0 0 1 0 0,-1 0-1 0 0,1 0 2 0 0,0 0-1 0 0,0 0 1 0 0,0 0-1 0 0,0 0 1 0 0,0 0-1 0 0,0 0 1 0 0,0 0-1 0 0,0 0 0 0 0,0 0 1 0 0,0 1-1 0 0,0-1 1 0 0,0 0-1 0 0,0 1 1 0 0,1-1-1 0 0,-1 1 1 0 0,0-1-1 0 0,0 1 1 0 0,0 0-1 0 0,0-1 1 0 0,1 1-1 0 0,-1 0 0 0 0,-1 0 1 0 0,2 0-2 0 0,-1 0 1 0 0,1 0-1 0 0,-1-1 1 0 0,0 1-1 0 0,1 0 1 0 0,-1-1-1 0 0,0 1 1 0 0,0-1-1 0 0,0 1 1 0 0,1-1-1 0 0,-1 1 1 0 0,0-1-1 0 0,0 1 1 0 0,0-1-1 0 0,0 0 1 0 0,0 0-1 0 0,0 1 1 0 0,0-1-1 0 0,-1 0 1 0 0,1 0-1 0 0,-3 4-11 0 0,4-3-52 0 0,0 0-70 0 0,0-1 133 0 0,0 1-1 0 0,1-1 1 0 0,-1 0 0 0 0,0 0-1 0 0,0 0 1 0 0,0 0 0 0 0,0 1 0 0 0,0-1-1 0 0,0 0 1 0 0,0 0 0 0 0,0 0-1 0 0,0 1 1 0 0,0-1 0 0 0,0 0 0 0 0,0 0-1 0 0,0 0 1 0 0,0 1 0 0 0,0-1-1 0 0,0 0 1 0 0,0 0 0 0 0,0 0 0 0 0,0 1-1 0 0,0-1 1 0 0,0 0 0 0 0,-1 0-1 0 0,1 0 1 0 0,0 1 0 0 0,0-1 0 0 0,0 0-1 0 0,0 0 1 0 0,0 0 0 0 0,0 0-1 0 0,-1 0 1 0 0,1 1 0 0 0,0-1 0 0 0,0 0-1 0 0,0 0 1 0 0,0 0 0 0 0,-1 0-1 0 0,1 0 1 0 0,0 0 0 0 0,0 0 0 0 0,0 0-1 0 0,-1 0 1 0 0,1 1 0 0 0,0-1-1 0 0,-1 0 1 0 0,-65-11-2456 0 0,44 8-547 0 0,-41-10 1 0 0,18-6-3278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8:30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134 774 960 0 0,'-89'-48'5283'0'0,"111"2"-4723"0"0,-22 13-1360 0 0,0 5 320 0 0,-22-9 480 0 0,22-10 160 0 0,-22-14-80 0 0,22 1 160 0 0,-22-1 320 0 0,22-14 160 0 0,22-6-239 0 0,-22-2-241 0 0,22 22-240 0 0,-22 28-561 0 0,22 14-2720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8:34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53 1841 0 0,'-85'-20'5762'0'0,"84"20"-5760"0"0,0-1 0 0 0,1 0-1 0 0,-1 0 1 0 0,1 0-1 0 0,-1 0 1 0 0,1 0-1 0 0,0 0 1 0 0,-1 0-1 0 0,1 1 1 0 0,0-1-1 0 0,0 0 1 0 0,-1 0-1 0 0,1 0 1 0 0,0-1-1 0 0,0 1 1 0 0,0 0-1 0 0,0 0 1 0 0,0 0-1 0 0,1 0 1 0 0,-1 0-1 0 0,0-1 1 0 0,1-8 205 0 0,3 9-141 0 0,10 1-39 0 0,-10 0 293 0 0,0 0-173 0 0,27 3 824 0 0,45 0-822 0 0,-58-5-126 0 0,31-2 48 0 0,-9 4 362 0 0,72 10 1 0 0,3 9-101 0 0,-114-19-331 0 0,21 5 46 0 0,0-1-1 0 0,0-1 1 0 0,0-1 0 0 0,43-2-1 0 0,416-13 340 0 0,-449 12-352 0 0,47 6-1 0 0,10 0-23 0 0,-34-2-37 0 0,1 2-1 0 0,100 24 0 0 0,-108-22 46 0 0,0-1 0 0 0,1-2 0 0 0,83-6 0 0 0,-32 1-15 0 0,225-22-70 0 0,-291 19 56 0 0,-14 0 9 0 0,0 2 1 0 0,1 0-1 0 0,0 2 1 0 0,-1 0-1 0 0,1 1 1 0 0,22 5-1 0 0,-37-4 1 0 0,1 0 1 0 0,-1 1-1 0 0,1 0 0 0 0,-1 1 0 0 0,0-1 0 0 0,0 1 0 0 0,-1 1 1 0 0,10 7-1 0 0,13 11-2 0 0,-19-18 2 0 0,0-1 0 0 0,1 0 0 0 0,-1 0 0 0 0,14 3 0 0 0,-20-4-13 0 0,8-10-57 0 0,-3 6 73 0 0,36-26 77 0 0,-40 21-80 0 0,-4 2-13 0 0,40 12 13 0 0,-4-5 67 0 0,67-3 1 0 0,-42-2-30 0 0,28 2-38 0 0,-80-1 0 0 0,-2 2 0 0 0,25 8 0 0 0,-10-6-21 0 0,-1-1 0 0 0,27 0 0 0 0,-13-1 4 0 0,142 13 17 0 0,-133-13 0 0 0,-32-1 4 0 0,-1-1 1 0 0,0 0-1 0 0,14-3 0 0 0,-21 3-48 0 0,-1 0-1 0 0,1 0 1 0 0,0 0 0 0 0,-1 0-1 0 0,1-1 1 0 0,-1 1-1 0 0,0-1 1 0 0,1 0 0 0 0,-1 0-1 0 0,0-1 1 0 0,0 1-1 0 0,5-5 1 0 0,-8 6 6 0 0,0 1 0 0 0,1 0 0 0 0,-1-1-1 0 0,0 1 1 0 0,0 0 0 0 0,0-1 0 0 0,1 1 0 0 0,-1 0 0 0 0,0-1-1 0 0,0 1 1 0 0,0-1 0 0 0,0 1 0 0 0,0 0 0 0 0,0-1 0 0 0,0 1 0 0 0,0-1-1 0 0,0 1 1 0 0,0 0 0 0 0,0-1 0 0 0,0 1 0 0 0,0-1 0 0 0,0 1-1 0 0,0 0 1 0 0,0-1 0 0 0,0 1 0 0 0,-1-1 0 0 0,1 1 0 0 0,0 0-1 0 0,0-1 1 0 0,0 1 0 0 0,-1 0 0 0 0,1-1 0 0 0,0 1 0 0 0,-1 0 0 0 0,1 0-1 0 0,0-1 1 0 0,0 1 0 0 0,-1 0 0 0 0,1 0 0 0 0,0-1 0 0 0,-1 1-1 0 0,0 0 1 0 0,-36-18-3844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8:36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134 123 2721 0 0,'0'-1'122'0'0,"-1"1"1"0"0,1-1-1 0 0,0 1 0 0 0,0 0 0 0 0,0-1 0 0 0,-1 1 0 0 0,1 0 0 0 0,0-1 0 0 0,0 1 1 0 0,-1 0-1 0 0,1-1 0 0 0,0 1 0 0 0,0 0 0 0 0,-1 0 0 0 0,1-1 0 0 0,0 1 0 0 0,-1 0 1 0 0,1 0-1 0 0,-1 0 0 0 0,1-1 0 0 0,0 1 0 0 0,-1 0 0 0 0,1 0 0 0 0,-1 0 1 0 0,1 0-1 0 0,0 0 0 0 0,-1 0 0 0 0,1 0 0 0 0,-1 0 0 0 0,1 0 0 0 0,0 0 0 0 0,-1 0 1 0 0,0 0-80 0 0,1 0 1 0 0,-1 0-1 0 0,1 0 1 0 0,0 0 0 0 0,-1 0-1 0 0,1 0 1 0 0,-1 0-1 0 0,1 0 1 0 0,0 0 0 0 0,-1 0-1 0 0,1 0 1 0 0,-1 0-1 0 0,1-1 1 0 0,0 1 0 0 0,-1 0-1 0 0,1 0 1 0 0,-1 0-1 0 0,1-1 1 0 0,0 1 0 0 0,-1 0-1 0 0,1 0 1 0 0,0-1-1 0 0,0 1 1 0 0,-1 0 0 0 0,1-1-1 0 0,0 1 1 0 0,0 0-1 0 0,-1-1 1 0 0,1 1 0 0 0,0 0-1 0 0,0-1 1 0 0,-1 0-1 0 0,-17-3 798 0 0,9 2-610 0 0,1 0 0 0 0,-1 1 0 0 0,0 0 1 0 0,0 0-1 0 0,-14 2 0 0 0,20 0 63 0 0,-20 4 586 0 0,27-1-867 0 0,0-3-14 0 0,-4-1 1 0 0,1 0 1 0 0,0 0-1 0 0,-1 0 1 0 0,1 0-1 0 0,0 0 1 0 0,-1 0-1 0 0,1 0 1 0 0,-1 1-1 0 0,1-1 0 0 0,0 0 1 0 0,-1 1-1 0 0,1-1 1 0 0,-1 0-1 0 0,1 1 1 0 0,-1-1-1 0 0,1 0 1 0 0,-1 1-1 0 0,1-1 0 0 0,-1 1 1 0 0,0-1-1 0 0,1 1 1 0 0,-1-1-1 0 0,1 1 1 0 0,-1-1-1 0 0,0 1 1 0 0,0 0-1 0 0,1-1 0 0 0,-1 1 1 0 0,0-1-1 0 0,0 1 1 0 0,0 0-1 0 0,1 0 1 0 0,-1 1 2 0 0,0 0 1 0 0,0 0 0 0 0,0-1 0 0 0,1 1-1 0 0,-1 0 1 0 0,1-1 0 0 0,-1 1 0 0 0,1-1-1 0 0,0 1 1 0 0,0-1 0 0 0,0 1 0 0 0,0-1-1 0 0,2 3 1 0 0,5 10 10 0 0,14 45-14 0 0,-21-57-1 0 0,0 0-1 0 0,-1 1 0 0 0,1-1 0 0 0,-1 0 0 0 0,0 1 1 0 0,0-1-1 0 0,0 1 0 0 0,0-1 0 0 0,0 3 0 0 0,-1-3 3 0 0,1 0 1 0 0,0-1-1 0 0,0 1 0 0 0,0 0 0 0 0,0 0 0 0 0,0-1 0 0 0,0 1 0 0 0,0 0 0 0 0,1 0 1 0 0,-1-1-1 0 0,1 1 0 0 0,-1 0 0 0 0,1-1 0 0 0,0 1 0 0 0,1 2 0 0 0,4 2 39 0 0,-5-5-38 0 0,0-1 0 0 0,0 1 0 0 0,0 0 0 0 0,0 0-1 0 0,-1 0 1 0 0,1-1 0 0 0,0 1 0 0 0,0 0 0 0 0,-1 0 0 0 0,1 0 0 0 0,-1 0 0 0 0,1 0 0 0 0,-1 0 0 0 0,1 0 0 0 0,-1 0 0 0 0,0 0 0 0 0,1 1 0 0 0,-1-1 0 0 0,0 0-1 0 0,0 2 1 0 0,0-2-4 0 0,0 1-1 0 0,1-1 1 0 0,-1 0-1 0 0,0 0 0 0 0,1 0 1 0 0,-1 1-1 0 0,0-1 1 0 0,1 0-1 0 0,0 0 1 0 0,-1 0-1 0 0,1 0 0 0 0,-1 0 1 0 0,1 0-1 0 0,0 0 1 0 0,0 0-1 0 0,0 0 0 0 0,0 0 1 0 0,0 0-1 0 0,0-1 1 0 0,0 1-1 0 0,0 0 1 0 0,0-1-1 0 0,0 1 0 0 0,0-1 1 0 0,0 1-1 0 0,0-1 1 0 0,0 1-1 0 0,1-1 1 0 0,-1 0-1 0 0,2 1 0 0 0,-1-1 3 0 0,0 1 0 0 0,-1-1 0 0 0,1 0 0 0 0,0 0 0 0 0,0 0 0 0 0,0 0 0 0 0,0 0 0 0 0,-1 0 0 0 0,1 0 0 0 0,0-1 0 0 0,0 1 0 0 0,-1-1 0 0 0,1 1 0 0 0,0-1 0 0 0,3-1 0 0 0,0-1 0 0 0,7-1 7 0 0,-1 0-1 0 0,1-1 0 0 0,-1 0 0 0 0,0-1 0 0 0,-1 0 1 0 0,1 0-1 0 0,-1-1 0 0 0,-1-1 0 0 0,12-10 0 0 0,9-12 56 0 0,33-42-1 0 0,-34 37-19 0 0,-3 5 15 0 0,-15 15-47 0 0,2 1 0 0 0,-1 0 0 0 0,2 1 0 0 0,21-17 0 0 0,-31 28 57 0 0,-4 3-14 0 0,-4 3-106 0 0,-15 11 28 0 0,-1 0 1 0 0,-22 25-1 0 0,20-18 32 0 0,14-14 12 0 0,0 1 0 0 0,1-1-1 0 0,0 2 1 0 0,0-1 0 0 0,1 1 0 0 0,1-1 0 0 0,-8 20 0 0 0,7-17-10 0 0,4-7 2 0 0,1 1 0 0 0,0-1 1 0 0,0 1-1 0 0,0-1 0 0 0,1 1 0 0 0,0 0 1 0 0,0-1-1 0 0,1 11 0 0 0,0 3-259 0 0,1-19 226 0 0,0 1 1 0 0,0-1-1 0 0,-1 0 0 0 0,1 0 0 0 0,0 0 0 0 0,0 0 0 0 0,0 0 1 0 0,-1 0-1 0 0,1 0 0 0 0,2-1 0 0 0,6-2 21 0 0,0-1 1 0 0,0 1-1 0 0,-1-2 0 0 0,1 1 0 0 0,-1-1 0 0 0,10-8 1 0 0,27-14 72 0 0,9-4 15 0 0,204-101 426 0 0,-230 118-593 0 0,-28 13 72 0 0,0 1 0 0 0,-1 0 0 0 0,1 0 0 0 0,-1-1 0 0 0,1 1 0 0 0,0 0 0 0 0,-1 0 0 0 0,1 0 0 0 0,0 0 0 0 0,-1 0 0 0 0,1 0 0 0 0,0 0 0 0 0,-1 0 0 0 0,1 0 0 0 0,0 0 0 0 0,-1 0 0 0 0,1 0 0 0 0,0 0 0 0 0,-1 1 0 0 0,1-1 0 0 0,0 0-1 0 0,-1 0 1 0 0,1 1 0 0 0,-1-1 0 0 0,1 0 0 0 0,0 1 0 0 0,-1-1 0 0 0,1 1 0 0 0,-1-1 0 0 0,1 1 0 0 0,-2 6-157 0 0,-3 21-1889 0 0,-14 31-4415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8:37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52 1921 0 0,'-66'5'5042'0'0,"43"-5"-2961"0"0,1-5-1601 0 0,0 1-320 0 0,22-5 1 0 0,0 3-81 0 0,22 2 80 0 0,0 0-80 0 0,1-2 80 0 0,21 2-80 0 0,0 0 0 0 0,19-2 0 0 0,-19 6 0 0 0,1-4-320 0 0,-23 8-240 0 0,0 2-1201 0 0,-22 8-1521 0 0,-44 9-1280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8:37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19 400 0 0,'-45'-5'8724'0'0,"68"5"-8564"0"0,-23-5 0 0 0,22 1 0 0 0,0 0 0 0 0,0 4 1 0 0,45 0-402 0 0,22 8-1279 0 0,22 7-3202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8:38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1 313 1841 0 0,'100'-130'5946'0'0,"-26"46"-5142"0"0,-73 82-764 0 0,0 1 1 0 0,1 0 0 0 0,-1 0-1 0 0,0-1 1 0 0,0 1 0 0 0,0-1-1 0 0,0 1 1 0 0,0-1 0 0 0,0 0-1 0 0,-1 1 1 0 0,1-1 0 0 0,0 0-1 0 0,-1 1 1 0 0,1-1-1 0 0,-1 0 1 0 0,0 0 0 0 0,1 0-1 0 0,-1-2 1 0 0,-1 3-17 0 0,1 0 0 0 0,-1 0 0 0 0,0 0 0 0 0,0 0 0 0 0,1 0 0 0 0,-1 0 0 0 0,0 0 1 0 0,0 0-1 0 0,0 0 0 0 0,0 1 0 0 0,0-1 0 0 0,0 0 0 0 0,0 1 0 0 0,0-1 0 0 0,0 0 0 0 0,-1 1 0 0 0,1 0 0 0 0,0-1 0 0 0,0 1 0 0 0,0 0 0 0 0,-1-1 0 0 0,1 1 0 0 0,0 0 0 0 0,0 0 0 0 0,-1 0 0 0 0,1 0 0 0 0,0 0 1 0 0,0 0-1 0 0,-3 1 0 0 0,7-1 56 0 0,9 0 0 0 0,-9 0 0 0 0,15-9 93 0 0,24-2-306 0 0,0 1-1 0 0,1 2 1 0 0,0 2 0 0 0,76 0-1 0 0,-116 6-133 0 0,-1 0 1 0 0,1 0-1 0 0,0 0 0 0 0,-1 1 0 0 0,1-1 0 0 0,-1 1 1 0 0,1 0-1 0 0,-1 0 0 0 0,1 0 0 0 0,-1 0 0 0 0,1 0 1 0 0,-1 0-1 0 0,0 1 0 0 0,0-1 0 0 0,0 1 1 0 0,4 2-1 0 0,-3 11-2868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8:38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1201 0 0,'0'-9'2321'0'0,"22"4"-481"0"0,-22 1-479 0 0,23-2-320 0 0,-1 2-401 0 0,18 4-240 0 0,4 0-640 0 0,67 4-2561 0 0,1 2-1681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8:39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1 880 0 0,'-22'0'1681'0'0,"22"4"-560"0"0,-23-4-561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8:39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1121 0 0,'0'-4'1680'0'0,"0"-2"-159"0"0,0 2 720 0 0,22 4-1040 0 0,-22 4-801 0 0,22 11-240 0 0,1 3 0 0 0,21 16 0 0 0,0 3-160 0 0,-21-13-80 0 0,-1-6-320 0 0,0-9-321 0 0,-22 0-1360 0 0,-22 6-3201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8:40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1 110 80 0 0,'0'-10'2401'0'0,"0"6"-240"0"0,22-6-400 0 0,0 0-480 0 0,0-4-321 0 0,23 5-400 0 0,44-1-720 0 0,44-8-1761 0 0,18-6-3761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8:40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264 253 560 0 0,'22'-9'1637'0'0,"1"1"0"0"0,25-5 0 0 0,-33 10-758 0 0,-21 0 644 0 0,-10 1-1499 0 0,-34 5 16 0 0,0 2 0 0 0,-76 19 0 0 0,126-24-40 0 0,0 0 0 0 0,-19 3 80 0 0,1 1 0 0 0,0 1 0 0 0,0 0 0 0 0,-23 12 0 0 0,40-16-52 0 0,0 0 0 0 0,0 0 1 0 0,0 0-1 0 0,0 1 0 0 0,1-1 0 0 0,-1 0 0 0 0,0 1 0 0 0,1-1 0 0 0,-1 0 0 0 0,1 1 0 0 0,0-1 0 0 0,-1 0 1 0 0,1 1-1 0 0,0-1 0 0 0,0 1 0 0 0,0-1 0 0 0,0 1 0 0 0,0-1 0 0 0,0 1 0 0 0,0-1 0 0 0,1 0 1 0 0,-1 1-1 0 0,1-1 0 0 0,-1 1 0 0 0,1-1 0 0 0,-1 0 0 0 0,2 3 0 0 0,1-2-22 0 0,1 0 0 0 0,-1 0 0 0 0,1 0 1 0 0,0 0-1 0 0,0 0 0 0 0,0-1 0 0 0,0 1 0 0 0,0-1 0 0 0,0 0 0 0 0,0-1 0 0 0,0 1 0 0 0,5 0 0 0 0,-5-1-5 0 0,13 1-10 0 0,-1 0 0 0 0,1-1 0 0 0,-1-1 0 0 0,1-1 0 0 0,-1 0 0 0 0,1-2 0 0 0,-1 1 0 0 0,29-12 0 0 0,-19 7-3 0 0,26-8-17 0 0,0-2-1 0 0,-2-3 1 0 0,0-1-1 0 0,76-48 1 0 0,-123 68 4 0 0,0 1 0 0 0,1-1-1 0 0,-1 0 1 0 0,0 0 0 0 0,0-1-1 0 0,0 1 1 0 0,-1-1 0 0 0,1 1 0 0 0,0-1-1 0 0,-1 0 1 0 0,0 0 0 0 0,0 0 0 0 0,0 0-1 0 0,0 0 1 0 0,0 0 0 0 0,-1-1-1 0 0,1 1 1 0 0,1-7 0 0 0,0 5 42 0 0,-1-1 0 0 0,2 1 1 0 0,-1-1-1 0 0,1 1 0 0 0,-1 0 1 0 0,6-5-1 0 0,-6 7-4 0 0,0 0 0 0 0,0 0 1 0 0,-1 0-1 0 0,1 0 0 0 0,-1-1 1 0 0,0 1-1 0 0,0-1 0 0 0,0 0 0 0 0,0 0 1 0 0,-1 1-1 0 0,0-1 0 0 0,1 0 0 0 0,-1 0 1 0 0,0-8-1 0 0,-26 27-13 0 0,8 0 41 0 0,1 1 1 0 0,1 1-1 0 0,0 0 0 0 0,1 1 1 0 0,1 1-1 0 0,0 0 1 0 0,2 1-1 0 0,0 0 0 0 0,-12 33 1 0 0,17-37 11 0 0,-1-2 1 0 0,0 1 0 0 0,-1-1 0 0 0,-20 26 0 0 0,18-27-17 0 0,1 1-1 0 0,0 0 1 0 0,1 1 0 0 0,-11 25 0 0 0,17-36-38 0 0,0 1 0 0 0,1-1 0 0 0,0 1 1 0 0,0-1-1 0 0,0 1 0 0 0,0 0 0 0 0,1-1 0 0 0,-1 1 0 0 0,1 0 0 0 0,1 5 0 0 0,0-8-16 0 0,0 1 1 0 0,0 0-1 0 0,0-1 0 0 0,0 1 0 0 0,0-1 0 0 0,0 1 0 0 0,1-1 0 0 0,-1 0 0 0 0,1 1 0 0 0,0-1 0 0 0,0 0 1 0 0,0 0-1 0 0,0 0 0 0 0,0 0 0 0 0,4 2 0 0 0,-5-3-38 0 0,0 0-1 0 0,0 0 1 0 0,0 0 0 0 0,1-1-1 0 0,-1 1 1 0 0,0 0-1 0 0,1 0 1 0 0,-1-1 0 0 0,0 1-1 0 0,1-1 1 0 0,-1 1 0 0 0,1-1-1 0 0,-1 0 1 0 0,1 1 0 0 0,-1-1-1 0 0,1 0 1 0 0,0 0 0 0 0,-1 0-1 0 0,2-1 1 0 0,38-13-2306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8:41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85 194 720 0 0,'0'1'184'0'0,"0"0"-1"0"0,0 0 1 0 0,-1-1-1 0 0,1 1 1 0 0,0 0-1 0 0,-1 0 1 0 0,1 0-1 0 0,0 0 1 0 0,-1-1-1 0 0,1 1 1 0 0,-1 0-1 0 0,0 0 1 0 0,1-1-1 0 0,-1 1 1 0 0,1 0-1 0 0,-1-1 1 0 0,0 1-1 0 0,0-1 1 0 0,1 1-1 0 0,-1-1 1 0 0,0 1-1 0 0,0-1 1 0 0,1 0-1 0 0,-1 1 1 0 0,0-1-1 0 0,0 0 1 0 0,0 1-1 0 0,0-1 1 0 0,0 0-1 0 0,0 0 1 0 0,0 0-1 0 0,1 0 1 0 0,-1 0-1 0 0,0 0 1 0 0,0 0-1 0 0,-1 0 1 0 0,-31-5 857 0 0,25-4-548 0 0,6 9-416 0 0,1 0-61 0 0,1 0 1 0 0,-1 0 0 0 0,0 0 0 0 0,0 0 0 0 0,1 0-1 0 0,-1-1 1 0 0,0 1 0 0 0,1 0 0 0 0,-1 0 0 0 0,0 0-1 0 0,1-1 1 0 0,-1 1 0 0 0,1 0 0 0 0,-1-1 0 0 0,0 1-1 0 0,1 0 1 0 0,-1-1 0 0 0,1 1 0 0 0,-1-1 0 0 0,1 1-1 0 0,-1-1 1 0 0,1 1 0 0 0,0-1 0 0 0,-1 1 0 0 0,1-1-1 0 0,-1 0 1 0 0,1 0 0 0 0,5-1 28 0 0,0 0-1 0 0,1 1 0 0 0,-1 0 1 0 0,1 0-1 0 0,10 0 1 0 0,308 14 98 0 0,-300-11-139 0 0,34 5-4 0 0,-1-1 0 0 0,-16-7 0 0 0,-41 0 4 0 0,-1-1 1 0 0,0 1 0 0 0,1 0 0 0 0,-1-1-1 0 0,0 1 1 0 0,0 0 0 0 0,0 0 0 0 0,1-1 0 0 0,-1 1-1 0 0,0 0 1 0 0,-1 0 0 0 0,1 0 0 0 0,0 0 0 0 0,-1 0-1 0 0,1 0 5 0 0,-13-15 76 0 0,-2 0 1 0 0,0 1-1 0 0,0 1 1 0 0,-2 0-1 0 0,1 1 1 0 0,-24-12 0 0 0,-47-36 168 0 0,66 50-280 0 0,0 9 31 0 0,25 7-69 0 0,-2-5-37 0 0,17 7-1730 0 0,1-1 0 0 0,0-1 0 0 0,39 5 0 0 0,24 0-1517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8:42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508 0 4802 0 0,'-107'19'3922'0'0,"-4"-5"-2721"0"0,-22 0-961 0 0,44 4-160 0 0,44-3-160 0 0,23-7-801 0 0,44-2-2000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8:43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98 2241 0 0,'-6'1'430'0'0,"-16"1"63"0"0,1 1 0 0 0,-1 2-1 0 0,-39 12 1 0 0,60-16-459 0 0,1-1 0 0 0,0 0 0 0 0,-1 1 0 0 0,1-1 0 0 0,-1 0 1 0 0,1 0-1 0 0,0 1 0 0 0,-1-1 0 0 0,1 0 0 0 0,-1 0 0 0 0,1 0 0 0 0,-1 0 0 0 0,1 0 0 0 0,-1 1 0 0 0,1-1 0 0 0,-1 0 0 0 0,1 0 0 0 0,0 0 0 0 0,-1 0 0 0 0,1 0 0 0 0,-1 0 1 0 0,1-1-1 0 0,-1 1 0 0 0,1 0 0 0 0,-1 0 0 0 0,1 0 0 0 0,-1 0 0 0 0,1 0 0 0 0,0-1 0 0 0,-1 1 0 0 0,1 0 0 0 0,-1 0 0 0 0,1-1 0 0 0,0 1 0 0 0,-1 0 0 0 0,1-1 0 0 0,0 1 1 0 0,-1 0-1 0 0,1-1 0 0 0,0 1 0 0 0,0-1 0 0 0,-1 1 0 0 0,1 0 0 0 0,0-1 0 0 0,0 1 0 0 0,0-1 0 0 0,-1 1 0 0 0,1-1 0 0 0,0 1 0 0 0,0-1 0 0 0,0 1 0 0 0,0-1 0 0 0,0 1 1 0 0,0 0-1 0 0,0-2 0 0 0,19-6 232 0 0,-7 2-202 0 0,1 1-1 0 0,1 0 1 0 0,-1 1-1 0 0,1 1 0 0 0,-1 0 1 0 0,1 1-1 0 0,23-1 1 0 0,-13 1-11 0 0,90-10 63 0 0,-1 6 1 0 0,1 4 0 0 0,141 16 0 0 0,-144-8-117 0 0,-89-2 0 0 0,-7-1 0 0 0,-33-2 13 0 0,-15-1 108 0 0,-10 1 170 0 0,-1-1-1 0 0,1-3 1 0 0,0-1-1 0 0,-54-13 1 0 0,88 14-175 0 0,0-1 1 0 0,0 0-1 0 0,0 0 1 0 0,-14-10-1 0 0,19 11-111 0 0,-11-10 78 0 0,15 13-87 0 0,-1 0 0 0 0,1-1 0 0 0,0 1 0 0 0,0 0-1 0 0,0 0 1 0 0,0 0 0 0 0,0-1 0 0 0,0 1 0 0 0,0 0-1 0 0,0 0 1 0 0,0-1 0 0 0,0 1 0 0 0,0 0 0 0 0,0 0-1 0 0,0 0 1 0 0,0-1 0 0 0,0 1 0 0 0,0 0-1 0 0,0 0 1 0 0,1 0 0 0 0,-1-1 0 0 0,0 1 0 0 0,0 0-1 0 0,0 0 1 0 0,0 0 0 0 0,0-1 0 0 0,0 1 0 0 0,1 0-1 0 0,-1 0 1 0 0,0 0 0 0 0,0 0 0 0 0,0 0 0 0 0,0-1-1 0 0,1 1 1 0 0,-1 0 0 0 0,0 0 0 0 0,0 0-1 0 0,0 0 1 0 0,1 0 0 0 0,-1 0 0 0 0,35-4-875 0 0,-22 3 473 0 0,54-3-3609 0 0,-23 4 1547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8:43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0 5442 0 0,'-111'34'2642'0'0,"22"-7"-2482"0"0,67 2-560 0 0,0-10-161 0 0,22-10-1680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8:55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157 102 80 0 0,'0'0'98'0'0,"0"-1"-1"0"0,0 1 1 0 0,0 0 0 0 0,0-1-1 0 0,0 1 1 0 0,0 0-1 0 0,1-1 1 0 0,-1 1 0 0 0,0 0-1 0 0,0-1 1 0 0,0 1 0 0 0,1 0-1 0 0,-1 0 1 0 0,0-1 0 0 0,0 1-1 0 0,1 0 1 0 0,-1 0-1 0 0,0-1 1 0 0,1 1 0 0 0,-1 0-1 0 0,0 0 1 0 0,1 0 0 0 0,-1 0-1 0 0,0-1 1 0 0,1 1 0 0 0,-1 0-1 0 0,0 0 1 0 0,1 0-1 0 0,-1 0 1 0 0,1 0 0 0 0,0 0 9 0 0,-1 0 0 0 0,1 0 0 0 0,0 0 0 0 0,-1-1 0 0 0,1 1 1 0 0,-1 0-1 0 0,1 0 0 0 0,0-1 0 0 0,-1 1 0 0 0,1 0 0 0 0,-1-1 1 0 0,1 1-1 0 0,-1 0 0 0 0,1-1 0 0 0,-1 1 0 0 0,1-1 0 0 0,-1 1 0 0 0,1-1 1 0 0,-1 1-1 0 0,0-1 0 0 0,1 1 0 0 0,-1-1 0 0 0,0 1 0 0 0,1-1 0 0 0,-1 0 1 0 0,0 1-1 0 0,0-1 0 0 0,0 1 0 0 0,1-1 0 0 0,-1 0 0 0 0,0 1 0 0 0,0-1 1 0 0,0-1-1 0 0,0-11 733 0 0,0 12-907 0 0,0 24 67 0 0,26-27 80 0 0,-12 4-66 0 0,9-1 53 0 0,-20-3 1120 0 0,-6 4-387 0 0,-12 0-787 0 0,11-2-13 0 0,8 4 0 0 0,7-2 0 0 0,-44-9 94 0 0,20 6-13 0 0,2-2 1 0 0,-1 0-1 0 0,-14-8 1 0 0,-9-4 205 0 0,25 13-213 0 0,1-1 23 0 0,0 1 0 0 0,-1 1-1 0 0,0 0 1 0 0,0 0-1 0 0,-13-1 1 0 0,19 3-17 0 0,4 2-13 0 0,10 2-144 0 0,1 0-151 0 0,-11-2 182 0 0,0-1-1 0 0,0 0 1 0 0,0 0-1 0 0,0 1 1 0 0,0-1 0 0 0,0 0-1 0 0,0 0 1 0 0,0 1-1 0 0,0-1 1 0 0,0 0-1 0 0,0 1 1 0 0,0-1 0 0 0,0 0-1 0 0,0 0 1 0 0,0 1-1 0 0,0-1 1 0 0,0 0 0 0 0,0 0-1 0 0,-1 1 1 0 0,1-1-1 0 0,0 0 1 0 0,0 0-1 0 0,0 1 1 0 0,0-1 0 0 0,-1 0-1 0 0,1 0 1 0 0,0 0-1 0 0,0 0 1 0 0,-1 1-1 0 0,1-1 1 0 0,0 0 0 0 0,0 0-1 0 0,-1 0 1 0 0,1 0-1 0 0,0 0 1 0 0,0 0 0 0 0,-1 1-1 0 0,1-1 1 0 0,0 0-1 0 0,0 0 1 0 0,-1 0-1 0 0,-36 17-6009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8:59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598 42 1121 0 0,'10'-3'484'0'0,"6"1"2873"0"0,-4 4-2961 0 0,-24-3-151 0 0,-14-3 715 0 0,22 3-893 0 0,3 1-54 0 0,0 0-10 0 0,0 0-1 0 0,1 0 1 0 0,-1 0 0 0 0,0 0-1 0 0,1 0 1 0 0,-1 0 0 0 0,1 0-1 0 0,-1 0 1 0 0,0 0 0 0 0,1 0-1 0 0,-1-1 1 0 0,0 1 0 0 0,1 0-1 0 0,-1 0 1 0 0,1-1 0 0 0,-1 1-1 0 0,0 0 1 0 0,1-1 0 0 0,-1 1-1 0 0,1-1 1 0 0,-1 1 0 0 0,1 0-1 0 0,-1-1 1 0 0,1 1 0 0 0,0-1-1 0 0,-1 1 1 0 0,1-1 0 0 0,-1 0-1 0 0,1 0 1 0 0,-1 0-3 0 0,1 1 0 0 0,-1-1 0 0 0,0 1 0 0 0,1-1 0 0 0,-1 1 0 0 0,0-1 0 0 0,1 1 0 0 0,-1 0 0 0 0,0-1 0 0 0,0 1 0 0 0,1 0 0 0 0,-1 0 0 0 0,0 0 0 0 0,0-1 0 0 0,0 1 0 0 0,1 0 0 0 0,-1 0 0 0 0,0 0 0 0 0,0 0 0 0 0,0 0 0 0 0,1 0 0 0 0,-1 1 0 0 0,0-1 0 0 0,0 0 0 0 0,-3 0 0 0 0,-17 0 0 0 0,2 1 0 0 0,-3 3 0 0 0,7 0 0 0 0,27-3-13 0 0,-9-1-54 0 0,16 0-26 0 0,-15 2-14 0 0,-2 1 0 0 0,2-2 61 0 0,0 0 0 0 0,0 1 0 0 0,-1-1 0 0 0,1 1 1 0 0,-1 0-1 0 0,1-1 0 0 0,-1 2 0 0 0,5 3 0 0 0,-8-6 43 0 0,0 0 1 0 0,0 1-1 0 0,0-1 0 0 0,0 0 1 0 0,-1 0-1 0 0,1 1 1 0 0,0-1-1 0 0,0 0 0 0 0,-1 0 1 0 0,1 0-1 0 0,0 1 1 0 0,-1-1-1 0 0,1 0 0 0 0,0 0 1 0 0,-1 0-1 0 0,1 0 1 0 0,0 1-1 0 0,0-1 1 0 0,-1 0-1 0 0,1 0 0 0 0,0 0 1 0 0,-1 0-1 0 0,1 0 1 0 0,-1 0-1 0 0,1 0 0 0 0,0 0 1 0 0,-1 0-1 0 0,1 0 1 0 0,0 0-1 0 0,-1 0 0 0 0,1-1 1 0 0,-1 1-1 0 0,1 0 4 0 0,-1 0-1 0 0,1 0 1 0 0,0 0-1 0 0,-1 0 1 0 0,1-1-1 0 0,0 1 1 0 0,-1 0-1 0 0,1 0 1 0 0,-1 0-1 0 0,1 0 1 0 0,0 0 0 0 0,-1 0-1 0 0,1 0 1 0 0,0 1-1 0 0,-1-1 1 0 0,1 0-1 0 0,-1 0 1 0 0,1 0-1 0 0,0 0 1 0 0,-1 0-1 0 0,1 1 1 0 0,0-1-1 0 0,-1 0 1 0 0,1 0-1 0 0,0 0 1 0 0,-1 1-1 0 0,1-1 1 0 0,0 0-1 0 0,0 1 1 0 0,-1-1-1 0 0,1 0 1 0 0,0 0-1 0 0,0 1 1 0 0,0-1-1 0 0,-1 1 1 0 0,1-1 76 0 0,-1 0-65 0 0,1 1 0 0 0,-1-1 0 0 0,1 0-1 0 0,-1 0 1 0 0,0 0 0 0 0,1 0 0 0 0,-1 1 0 0 0,1-1-1 0 0,-1 0 1 0 0,1 0 0 0 0,-1 0 0 0 0,1 0 0 0 0,-1 0 0 0 0,1 0-1 0 0,-1 0 1 0 0,0 0 0 0 0,1-1 0 0 0,-1 1 0 0 0,1 0-1 0 0,-1 0 1 0 0,1 0 0 0 0,-1-1 0 0 0,1 1 0 0 0,-1 0-1 0 0,1 0 1 0 0,-1-1 0 0 0,1 1 0 0 0,0 0 0 0 0,-1-1-1 0 0,1 1 1 0 0,-1-1 0 0 0,0 0 0 0 0,-17-5 215 0 0,11-12-54 0 0,2 15-139 0 0,1 0 0 0 0,0 0 0 0 0,-1 0 1 0 0,1 1-1 0 0,-1-1 0 0 0,0 1 0 0 0,0 0 0 0 0,0 1 0 0 0,-10-3 0 0 0,-6 1 93 0 0,0 1-1 0 0,-29 1 0 0 0,43 2-59 0 0,-30 2 26 0 0,30 8-93 0 0,-34 11 0 0 0,28-16 0 0 0,0 1 0 0 0,0 0 0 0 0,-19 15 0 0 0,29-20 0 0 0,2-2 0 0 0,0 0 0 0 0,0 1 0 0 0,0-1 0 0 0,0 1 0 0 0,1-1 0 0 0,-1 1 0 0 0,0-1 0 0 0,0 1 0 0 0,0-1 0 0 0,0 1 0 0 0,1 0 0 0 0,-1 0 0 0 0,0-1 0 0 0,1 1 0 0 0,-1 0 0 0 0,0 0 0 0 0,0 1 0 0 0,-3 4 0 0 0,1-5-4 0 0,0 1 0 0 0,1 0 0 0 0,-1 0 0 0 0,0 0 0 0 0,1 0 0 0 0,-1 1 0 0 0,1-1 0 0 0,0 1 0 0 0,-1 0 0 0 0,1-1 0 0 0,1 1 0 0 0,-1 0 0 0 0,0 0 0 0 0,1 0 0 0 0,-1 0 0 0 0,1 1 0 0 0,0-1 0 0 0,0 0 0 0 0,0 5 0 0 0,0-5-2 0 0,-1-1-1 0 0,1 1 0 0 0,0-1 0 0 0,-1 1 0 0 0,1-1 0 0 0,-1 0 1 0 0,1 1-1 0 0,-1-1 0 0 0,0 0 0 0 0,0 0 0 0 0,0 0 0 0 0,-1 0 0 0 0,1-1 1 0 0,0 1-1 0 0,-1-1 0 0 0,1 1 0 0 0,-5 1 0 0 0,-18 17-123 0 0,14-8 7 0 0,9-11 117 0 0,1 0 1 0 0,0 1-1 0 0,0-1 1 0 0,0 0-1 0 0,0 0 1 0 0,0 1-1 0 0,0-1 1 0 0,0 1 0 0 0,0-1-1 0 0,0 1 1 0 0,1-1-1 0 0,-1 1 1 0 0,0-1-1 0 0,1 1 1 0 0,0-1 0 0 0,-1 1-1 0 0,1 0 1 0 0,0 2-1 0 0,0-4 6 0 0,0 0 0 0 0,0 1 0 0 0,0-1 0 0 0,0 0 0 0 0,-1 0 0 0 0,1 1 0 0 0,0-1 0 0 0,0 0 0 0 0,0 1 0 0 0,0-1 0 0 0,0 0 0 0 0,0 1 0 0 0,0-1 0 0 0,-1 0 0 0 0,1 0 0 0 0,0 1 0 0 0,0-1 0 0 0,0 0 0 0 0,-1 0 0 0 0,1 0 0 0 0,0 1 0 0 0,0-1 0 0 0,-1 0 0 0 0,1 0 0 0 0,0 0 0 0 0,-1 0 0 0 0,1 1 0 0 0,0-1 0 0 0,0 0 0 0 0,-1 0 0 0 0,1 0 0 0 0,0 0 0 0 0,-1 0 0 0 0,1 0 0 0 0,0 0 0 0 0,-1 0 0 0 0,1 0 0 0 0,0 0 0 0 0,-1 0 0 0 0,0 0 0 0 0,1 0 0 0 0,-1 0 0 0 0,1 0 0 0 0,-1 0 0 0 0,0 0 0 0 0,1 0 0 0 0,-1 0 0 0 0,1 1 0 0 0,-1-1 0 0 0,1 0 0 0 0,-1 0 0 0 0,1 1 0 0 0,-1-1 0 0 0,1 0 0 0 0,-1 0 0 0 0,1 1 0 0 0,-1-1 0 0 0,1 1 0 0 0,0-1 0 0 0,-1 0 0 0 0,1 1 0 0 0,-1-1 0 0 0,1 1 0 0 0,0-1 0 0 0,0 1 0 0 0,-1-1 0 0 0,1 1 0 0 0,0-1 0 0 0,0 1 0 0 0,-1-1 0 0 0,1 1 0 0 0,0-1 0 0 0,0 1 0 0 0,0 0 0 0 0,0-1 0 0 0,0 1 0 0 0,0-1 0 0 0,0 1 0 0 0,0-1 0 0 0,0 1 0 0 0,0 0 0 0 0,0 1 1 0 0,0-1-1 0 0,0 0 0 0 0,0 0 1 0 0,0 0-1 0 0,0 1 0 0 0,0-1 1 0 0,0 0-1 0 0,0 0 0 0 0,0 0 0 0 0,1 0 1 0 0,-1 1-1 0 0,1-1 0 0 0,-1 0 1 0 0,0 0-1 0 0,1 0 0 0 0,0 0 1 0 0,-1 0-1 0 0,1 0 0 0 0,0 0 1 0 0,-1 0-1 0 0,1 0 0 0 0,0 0 1 0 0,0 0-1 0 0,0-1 0 0 0,0 1 1 0 0,0 0-1 0 0,0 0 0 0 0,2 0 1 0 0,0 1-11 0 0,-3-2 12 0 0,1 1 0 0 0,-1-1-1 0 0,0 0 1 0 0,0 1-1 0 0,1-1 1 0 0,-1 0 0 0 0,0 1-1 0 0,0-1 1 0 0,1 0 0 0 0,-1 1-1 0 0,0-1 1 0 0,0 1 0 0 0,0-1-1 0 0,0 0 1 0 0,0 1 0 0 0,1-1-1 0 0,-1 1 1 0 0,0-1 0 0 0,0 0-1 0 0,0 1 1 0 0,0-1 0 0 0,0 1-1 0 0,0-1 1 0 0,-1 0 0 0 0,1 1-1 0 0,0-1 1 0 0,0 1 0 0 0,0-1-1 0 0,0 0 1 0 0,0 1-1 0 0,0-1 1 0 0,-1 1 0 0 0,1-1-1 0 0,0 0 1 0 0,0 1 0 0 0,-1-1-1 0 0,1 0 1 0 0,0 1 0 0 0,-1-1-1 0 0,1 0 1 0 0,0 0 0 0 0,-1 1-1 0 0,-12 11 8 0 0,12-12-9 0 0,0 3 0 0 0,0-1 0 0 0,0 1 0 0 0,0 0 1 0 0,1-1-1 0 0,-1 1 0 0 0,1 0 0 0 0,-1 0 0 0 0,1 0 0 0 0,0-1 0 0 0,0 1 0 0 0,1 0 0 0 0,0 4 0 0 0,-1 5 13 0 0,1-11-9 0 0,-1 1 0 0 0,1-1 0 0 0,0 0 0 0 0,-1 1 0 0 0,1-1 1 0 0,0 0-1 0 0,0 0 0 0 0,-1 0 0 0 0,1 1 0 0 0,0-1 0 0 0,0 0 0 0 0,0 0 1 0 0,1 0-1 0 0,-1-1 0 0 0,0 1 0 0 0,0 0 0 0 0,2 1 0 0 0,20 10 55 0 0,-23-12-59 0 0,0 0 0 0 0,1 0 1 0 0,-1 0-1 0 0,0 0 0 0 0,0 0 0 0 0,0 0 1 0 0,0 0-1 0 0,0 0 0 0 0,1 0 0 0 0,-1 0 0 0 0,0 0 1 0 0,0 0-1 0 0,0 0 0 0 0,0 0 0 0 0,1 0 1 0 0,-1 0-1 0 0,0 0 0 0 0,0 0 0 0 0,0 0 0 0 0,0 0 1 0 0,0 0-1 0 0,0 0 0 0 0,1 1 0 0 0,-1-1 0 0 0,0 0 1 0 0,0 0-1 0 0,0 0 0 0 0,0 0 0 0 0,0 0 1 0 0,0 0-1 0 0,0 0 0 0 0,0 1 0 0 0,0-1 0 0 0,0 0 1 0 0,1 0-1 0 0,-1 0 0 0 0,0 0 0 0 0,0 0 1 0 0,0 1-1 0 0,0-1 0 0 0,0 0 0 0 0,0 0 0 0 0,0 0 1 0 0,0 0-1 0 0,0 1 0 0 0,0-1 0 0 0,0 0 1 0 0,0 0-1 0 0,0 0 0 0 0,0 0 0 0 0,-1 0 0 0 0,1 1 1 0 0,0-1-1 0 0,0 0 0 0 0,0 0 0 0 0,0 0 1 0 0,0 0-1 0 0,0 0 0 0 0,0 0 0 0 0,0 1 0 0 0,0-1 1 0 0,0 0-1 0 0,-1 0 0 0 0,1 5-1 0 0,23 2 15 0 0,155 41 292 0 0,-134-24-225 0 0,1-7-15 0 0,-44-16-65 0 0,0-1 0 0 0,0 0 0 0 0,0 0 0 0 0,0 0 0 0 0,1 1 0 0 0,-1-1 0 0 0,0 1 0 0 0,0-1 0 0 0,0 1 0 0 0,0-1 0 0 0,0 1 0 0 0,0 0 0 0 0,0-1 0 0 0,1 2 0 0 0,10 6 21 0 0,25 0 35 0 0,-30-8-51 0 0,0 1 1 0 0,0-1-1 0 0,0 0 1 0 0,0 0 0 0 0,0 0-1 0 0,8-3 1 0 0,39-4 40 0 0,-40 6-26 0 0,-1 0 0 0 0,1 1 0 0 0,14 2 0 0 0,55 2 42 0 0,-54-4-31 0 0,9 0-8 0 0,50-8 0 0 0,-82 8-24 0 0,0-1 0 0 0,0 1 0 0 0,0-1 0 0 0,0-1-1 0 0,0 1 1 0 0,7-3 0 0 0,5-2 14 0 0,19-11 35 0 0,-8 1-31 0 0,-12 9-18 0 0,-1-2 0 0 0,0 0 0 0 0,-1-1 0 0 0,29-23 0 0 0,-44 32 0 0 0,1 1 1 0 0,0-1-1 0 0,-1 1 1 0 0,1-1-1 0 0,-1 1 1 0 0,1-1-1 0 0,-1 1 1 0 0,0-1-1 0 0,1 1 1 0 0,-1-1-1 0 0,0 1 1 0 0,1-1-1 0 0,-1 0 1 0 0,0 1-1 0 0,1-1 1 0 0,-1 0-1 0 0,0 1 1 0 0,0-1-1 0 0,0 0 1 0 0,0 1-1 0 0,0-1 1 0 0,0 0-1 0 0,0 1 1 0 0,0-1-1 0 0,0 0 1 0 0,0 1 0 0 0,0-1-1 0 0,0 0 1 0 0,0 1-1 0 0,0-1 1 0 0,-1 0-1 0 0,1 1 1 0 0,0-1-1 0 0,-1 0 1 0 0,1 1-1 0 0,0-1 1 0 0,-1 0-1 0 0,-16-14 39 0 0,15 14-31 0 0,-31-25 43 0 0,26 22-33 0 0,0-1 0 0 0,0 0 0 0 0,0-1 0 0 0,1 0 0 0 0,-1 0 0 0 0,2 0 0 0 0,-1-1 0 0 0,1 1 0 0 0,0-1 0 0 0,0-1 0 0 0,-6-12 0 0 0,10 16-14 0 0,-1-1 1 0 0,0 1-1 0 0,0 0 0 0 0,0 0 0 0 0,0 0 0 0 0,0 0 0 0 0,-1 0 1 0 0,0 1-1 0 0,0-1 0 0 0,0 1 0 0 0,0 0 0 0 0,0 0 0 0 0,-1 0 1 0 0,1 0-1 0 0,-7-4 0 0 0,-31-29 76 0 0,34 26-13 0 0,4 10-59 0 0,3 0-7 0 0,-1 0 0 0 0,0 0 0 0 0,0 0-1 0 0,0 0 1 0 0,1-1 0 0 0,-1 1 0 0 0,0 0 0 0 0,0 0 0 0 0,0-1-1 0 0,1 1 1 0 0,-1 0 0 0 0,0-1 0 0 0,1 1 0 0 0,-1-1 0 0 0,0 1-1 0 0,1-1 1 0 0,-1 1 0 0 0,1-1 0 0 0,-1 1 0 0 0,0-1 0 0 0,0-1-1 0 0,-17-4 67 0 0,15 0-67 0 0,-2-1 0 0 0,-20-3 27 0 0,1-1-1 0 0,-30-20 1 0 0,50 22-6 0 0,5 9-19 0 0,-1 0 0 0 0,0-1 0 0 0,0 1 0 0 0,0-1 0 0 0,0 1 1 0 0,0 0-1 0 0,0-1 0 0 0,0 1 0 0 0,0-1 0 0 0,-1 1 0 0 0,1-1 0 0 0,0 1 0 0 0,0 0 1 0 0,0-1-1 0 0,0 1 0 0 0,0 0 0 0 0,-1-1 0 0 0,1 1 0 0 0,0-1 0 0 0,0 1 0 0 0,-1 0 0 0 0,1-1 1 0 0,0 1-1 0 0,0 0 0 0 0,-1 0 0 0 0,1-1 0 0 0,-1 1 0 0 0,-36-18-2 0 0,37 18 0 0 0,0 0 0 0 0,-1 0 0 0 0,1-1 0 0 0,0 1 0 0 0,-1 0 0 0 0,1 0 0 0 0,0 0 0 0 0,0-1 0 0 0,-1 1 0 0 0,1 0 0 0 0,0 0 0 0 0,0-1 0 0 0,0 1 0 0 0,0 0 0 0 0,-1 0 0 0 0,1-1 0 0 0,0 1 0 0 0,0 0 0 0 0,0 0 0 0 0,0-1 0 0 0,0 1 0 0 0,0 0 0 0 0,0-1 0 0 0,0 1 0 0 0,0 0 0 0 0,-1-1 0 0 0,1 1 0 0 0,1 0 0 0 0,-1-1 0 0 0,0 1 0 0 0,0 0 0 0 0,0-1 0 0 0,-3-8 0 0 0,-2 7 22 0 0,-1 0 0 0 0,1 0 0 0 0,0 0 0 0 0,-1 1 0 0 0,-10-2 1 0 0,-30-9 164 0 0,15 7 76 0 0,25 6-7102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26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660 48 80 0 0,'0'0'1868'0'0,"-3"0"-281"0"0,2 0-1490 0 0,0 0 0 0 0,1 0 0 0 0,-1 0-1 0 0,0 0 1 0 0,1 0 0 0 0,-1 0 0 0 0,0 0 0 0 0,1 0 0 0 0,-1 0 0 0 0,0 0-1 0 0,1-1 1 0 0,-1 1 0 0 0,1 0 0 0 0,-1 0 0 0 0,0-1 0 0 0,1 1 0 0 0,-1 0-1 0 0,1-1 1 0 0,-1 1 0 0 0,1-1 0 0 0,-1 1 0 0 0,1-1 0 0 0,-1 1 0 0 0,1-1-1 0 0,0 1 1 0 0,-1-1 0 0 0,0 0 0 0 0,-1-24 1046 0 0,2 25-1131 0 0,0-1 0 0 0,-1 1 0 0 0,1-1 0 0 0,0 1 0 0 0,0-1 0 0 0,-1 1 0 0 0,1-1 0 0 0,0 1 0 0 0,-1 0 0 0 0,1-1 0 0 0,-1 1 0 0 0,1-1 0 0 0,-1 1-1 0 0,1 0 1 0 0,0 0 0 0 0,-1-1 0 0 0,1 1 0 0 0,-1 0 0 0 0,1 0 0 0 0,-1-1 0 0 0,0 1 0 0 0,1 0 0 0 0,-1 0 0 0 0,1 0 0 0 0,-1 0 0 0 0,1 0 0 0 0,-2 0 0 0 0,-21-2 146 0 0,15 2-37 0 0,-24-3 145 0 0,0 1 1 0 0,-38 4 0 0 0,48 1-267 0 0,-85 16 0 0 0,81-9-53 0 0,1-3 67 0 0,18-8 12 0 0,2 0-13 0 0,-17 10-93 0 0,12-5 80 0 0,0 0 0 0 0,1 1 0 0 0,-1 0 0 0 0,1 0 0 0 0,-9 8 0 0 0,7 6 17 0 0,10-18-14 0 0,1 1 0 0 0,-1-1 0 0 0,1 0 0 0 0,-1 1 1 0 0,0-1-1 0 0,0 0 0 0 0,1 0 0 0 0,-1 1 0 0 0,0-1 0 0 0,0 0 0 0 0,0 0 0 0 0,-2 1 0 0 0,-41 19 20 0 0,44-21-23 0 0,-1 0 0 0 0,1 0 0 0 0,0 0 0 0 0,0 0 0 0 0,0 0 0 0 0,-1 0 0 0 0,1 0 0 0 0,0 0 0 0 0,0 1 0 0 0,0-1 0 0 0,0 0 0 0 0,-1 0 0 0 0,1 0 0 0 0,0 0 0 0 0,0 0 0 0 0,0 0 0 0 0,-1 0 0 0 0,1 0 0 0 0,0 1 0 0 0,0-1 0 0 0,0 0 0 0 0,0 0 0 0 0,0 0 0 0 0,0 0 0 0 0,-1 1 0 0 0,1-1 0 0 0,0 0 0 0 0,0 0 0 0 0,0 0 0 0 0,0 0 0 0 0,0 1 0 0 0,0-1 0 0 0,0 0 0 0 0,0 0 0 0 0,0 0 0 0 0,0 1 0 0 0,0-1 0 0 0,0 0 0 0 0,0 0 0 0 0,0 0 0 0 0,0 1 0 0 0,0-1 0 0 0,-3 3 0 0 0,-2-3-13 0 0,5 0 12 0 0,-1 0-1 0 0,1 0 1 0 0,0 0-1 0 0,-1 0 1 0 0,1 0-1 0 0,-1 0 1 0 0,1 0-1 0 0,0 0 0 0 0,-1 0 1 0 0,1 0-1 0 0,-1 0 1 0 0,1 0-1 0 0,-1 0 1 0 0,1 0-1 0 0,0 0 1 0 0,-1 1-1 0 0,1-1 1 0 0,-1 0-1 0 0,1 0 1 0 0,0 0-1 0 0,-1 0 1 0 0,1 1-1 0 0,0-1 1 0 0,-1 0-1 0 0,1 1 0 0 0,0-1 1 0 0,-1 0-1 0 0,1 1 1 0 0,0-1-1 0 0,0 0 1 0 0,-1 1-1 0 0,1-1 1 0 0,0 0-1 0 0,0 1 1 0 0,0-1-1 0 0,-1 1 1 0 0,1-1-1 0 0,0 0 1 0 0,0 1-1 0 0,0-1 1 0 0,0 1-1 0 0,0-1 1 0 0,0 1-1 0 0,0-1 2 0 0,0 1 0 0 0,0-1 0 0 0,0 1 0 0 0,-1-1 0 0 0,1 0 0 0 0,0 1 0 0 0,0-1 0 0 0,0 0 0 0 0,-1 1 0 0 0,1-1 0 0 0,0 0 0 0 0,0 1 0 0 0,-1-1 0 0 0,1 0 0 0 0,0 0 0 0 0,-1 1 0 0 0,1-1 0 0 0,0 0 0 0 0,-1 0 0 0 0,1 1 0 0 0,0-1 0 0 0,-1 0 0 0 0,1 0 0 0 0,-1 0 0 0 0,1 0 0 0 0,0 0 0 0 0,-1 0 0 0 0,1 1 0 0 0,-1-1 0 0 0,1 0 0 0 0,0 0 0 0 0,-1 0 0 0 0,1 0 0 0 0,-1-1 0 0 0,0 1 0 0 0,1 0 0 0 0,-1 0 0 0 0,1 0 0 0 0,0 0 0 0 0,-1 0 0 0 0,1 0 0 0 0,-1 0 0 0 0,1 0 0 0 0,0 0 0 0 0,-1 0 0 0 0,1 0 0 0 0,0 1 0 0 0,-1-1 0 0 0,1 0 0 0 0,-1 0 0 0 0,1 0 0 0 0,0 0 0 0 0,-1 1 0 0 0,1-1 0 0 0,0 0 0 0 0,0 0 0 0 0,-1 1 0 0 0,1-1 0 0 0,0 0 0 0 0,-1 1 0 0 0,1-1 0 0 0,0 0 0 0 0,0 0 0 0 0,0 1 0 0 0,-1-1 0 0 0,1 1 0 0 0,0-1 0 0 0,0 0 0 0 0,0 1 0 0 0,0 0 1 0 0,-1-1 0 0 0,1 1 0 0 0,0-1 0 0 0,0 0-1 0 0,-1 1 1 0 0,1-1 0 0 0,0 1 0 0 0,0-1 0 0 0,-1 1 0 0 0,1-1 0 0 0,0 0 0 0 0,-1 1 0 0 0,1-1 0 0 0,-1 0-1 0 0,1 1 1 0 0,-1-1 0 0 0,1 0 0 0 0,0 0 0 0 0,-1 1 0 0 0,1-1 0 0 0,-1 0 0 0 0,1 0 0 0 0,-1 0 0 0 0,1 0-1 0 0,-1 0 1 0 0,-8 2 43 0 0,2 13-111 0 0,4-15 67 0 0,3 1 0 0 0,-1-1 0 0 0,0 0 0 0 0,0 0 0 0 0,0 0 0 0 0,1 1 0 0 0,-1-1 0 0 0,0 0 0 0 0,0 1 0 0 0,1-1 0 0 0,-1 1 0 0 0,0-1 0 0 0,1 0 0 0 0,-1 1 0 0 0,0 0 0 0 0,1-1 0 0 0,-1 1 0 0 0,1-1 0 0 0,-1 1 0 0 0,1 0 0 0 0,-1-1 0 0 0,1 1 0 0 0,-1 0 0 0 0,1 0 0 0 0,-1 1 0 0 0,1-2 0 0 0,0 1 0 0 0,0 0 0 0 0,0 0 0 0 0,-1 0 0 0 0,1 0 0 0 0,0 0 0 0 0,-1 0 0 0 0,1 0 0 0 0,-1-1 0 0 0,1 1 0 0 0,-1 0 0 0 0,1 0 0 0 0,-1-1 0 0 0,0 1 0 0 0,1 0-1 0 0,-1 0 1 0 0,0-1 0 0 0,0 1 0 0 0,1-1 0 0 0,-1 1 0 0 0,0-1 0 0 0,-1 1 0 0 0,-3 3 14 0 0,5-4-12 0 0,-1 1-1 0 0,1-1 1 0 0,0 1-1 0 0,0-1 1 0 0,0 1 0 0 0,0-1-1 0 0,-1 0 1 0 0,1 1-1 0 0,0-1 1 0 0,0 1-1 0 0,0-1 1 0 0,0 1-1 0 0,0-1 1 0 0,0 1-1 0 0,0-1 1 0 0,0 1-1 0 0,1-1 1 0 0,-1 1-1 0 0,0-1 1 0 0,0 1 0 0 0,0-1-1 0 0,0 0 1 0 0,1 1-1 0 0,-1-1 1 0 0,0 1-1 0 0,0-1 1 0 0,1 0-1 0 0,-1 1 1 0 0,0-1-1 0 0,1 0 1 0 0,-1 1-1 0 0,0-1 1 0 0,1 0-1 0 0,-1 1 1 0 0,1-1 0 0 0,-1 0-1 0 0,0 0 1 0 0,1 1-1 0 0,-1-1 1 0 0,1 0-1 0 0,-1 0 1 0 0,1 0-1 0 0,0 0 1 0 0,-1 1-2 0 0,1-1 0 0 0,0 1 0 0 0,0-1 0 0 0,-1 0 0 0 0,1 1 0 0 0,0 0-1 0 0,-1-1 1 0 0,1 1 0 0 0,-1-1 0 0 0,1 1 0 0 0,-1 0 0 0 0,1-1 0 0 0,-1 1 0 0 0,1 0 0 0 0,-1 0 0 0 0,1-1 0 0 0,-1 3 0 0 0,3 26-40 0 0,-2-28 37 0 0,0 1 0 0 0,0-1 0 0 0,0 0 0 0 0,0 0 0 0 0,0 0 0 0 0,0 0-1 0 0,0 0 1 0 0,0 0 0 0 0,0 0 0 0 0,1 0 0 0 0,-1 0 0 0 0,2 0 0 0 0,-2 0 1 0 0,-1 0 0 0 0,1 0 0 0 0,-1 0 0 0 0,1 0 0 0 0,-1 0 0 0 0,1 0 0 0 0,-1 0 0 0 0,1 0 0 0 0,-1 1 0 0 0,0-1 0 0 0,0 0 0 0 0,1 0-1 0 0,-1 0 1 0 0,0 0 0 0 0,0 0 0 0 0,0 0 0 0 0,0 1 0 0 0,-1-1 0 0 0,1 0 0 0 0,-1 2 0 0 0,1-1 0 0 0,0-1-1 0 0,0 1 0 0 0,-1 0 1 0 0,1-1-1 0 0,0 1 0 0 0,0 0 1 0 0,1-1-1 0 0,-1 1 0 0 0,0-1 1 0 0,1 1-1 0 0,-1 0 0 0 0,1-1 1 0 0,0 3-1 0 0,11 9-13 0 0,-9-11 11 0 0,-1 0 0 0 0,1 1 0 0 0,-1 0 0 0 0,1-1 0 0 0,-1 1 0 0 0,0 0 0 0 0,0 0 0 0 0,0 0 1 0 0,0 1-1 0 0,-1-1 0 0 0,1 0 0 0 0,1 7 0 0 0,-3-8 4 0 0,0-1 0 0 0,0 1 1 0 0,1 0-1 0 0,-1 0 0 0 0,1-1 1 0 0,-1 1-1 0 0,1 0 0 0 0,-1-1 1 0 0,1 1-1 0 0,0-1 0 0 0,0 1 0 0 0,0-1 1 0 0,0 1-1 0 0,0-1 0 0 0,0 0 1 0 0,0 1-1 0 0,1-1 0 0 0,-1 0 0 0 0,2 1 1 0 0,33 19-53 0 0,-32-19 36 0 0,1 0-1 0 0,-1 0 0 0 0,0 1 0 0 0,1-1 0 0 0,5 6 1 0 0,-6-3-32 0 0,0-1 1 0 0,0 0-1 0 0,0 0 1 0 0,0 0 0 0 0,1 0-1 0 0,0-1 1 0 0,10 6 0 0 0,-13-6 17 0 0,3 3-85 0 0,21 2 102 0 0,-20-10 15 0 0,-1 2-1 0 0,49 11 23 0 0,-46-11 2 0 0,-7 0-14 0 0,9 6 10 0 0,8 2 0 0 0,-1-1 1 0 0,36 9-1 0 0,-15-5 8 0 0,-21-7-5 0 0,0 0-1 0 0,0-1 1 0 0,0 0 0 0 0,0-2 0 0 0,1 0-1 0 0,-1-1 1 0 0,0-1 0 0 0,24-4-1 0 0,-2-5 187 0 0,66-25-1 0 0,-53 16-54 0 0,34-15 165 0 0,-80 32-299 0 0,0-1-1 0 0,1 1 1 0 0,-1-1-1 0 0,0 0 0 0 0,0-1 1 0 0,0 1-1 0 0,-1-1 1 0 0,1 0-1 0 0,-1-1 1 0 0,0 1-1 0 0,0-1 1 0 0,-1 0-1 0 0,1 0 1 0 0,5-9-1 0 0,-10 12-17 0 0,1 1 1 0 0,0-1-1 0 0,-1 0 0 0 0,1 1 0 0 0,-1-1 1 0 0,0 1-1 0 0,1-1 0 0 0,-1 0 0 0 0,0 1 1 0 0,0-1-1 0 0,0 0 0 0 0,0 1 1 0 0,0-1-1 0 0,0 1 0 0 0,-1-1 0 0 0,1 0 1 0 0,0 1-1 0 0,-1-1 0 0 0,0 1 1 0 0,1-1-1 0 0,-1 1 0 0 0,0-1 0 0 0,0 1 1 0 0,1-1-1 0 0,-1 1 0 0 0,0 0 1 0 0,0 0-1 0 0,-2-2 0 0 0,-4-9-5 0 0,-19-51 69 0 0,10 35-48 0 0,0 1-1 0 0,-2 1 1 0 0,-1 1 0 0 0,-41-42-1 0 0,57 64-8 0 0,0 0 0 0 0,-1-1 0 0 0,1 2 0 0 0,-1-1 0 0 0,0 0 0 0 0,0 1 0 0 0,0-1 0 0 0,0 1 0 0 0,0 0 0 0 0,0 1 0 0 0,-1-1 0 0 0,1 1 0 0 0,-1-1-1 0 0,1 2 1 0 0,-9-2 0 0 0,0-1-35 0 0,15 4 130 0 0,10 4-996 0 0,-11-4 564 0 0,-1 0 1 0 0,1 0-1 0 0,-1 0 1 0 0,1 0 0 0 0,-1 0-1 0 0,1 0 1 0 0,-1 0-1 0 0,0 0 1 0 0,0 1-1 0 0,0-1 1 0 0,1 0 0 0 0,-1 0-1 0 0,0 0 1 0 0,-1 2-1 0 0,1 10-3168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29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905 231 560 0 0,'9'-14'2363'0'0,"-9"14"-2277"0"0,1-1 0 0 0,-1 1 1 0 0,0 0-1 0 0,1 0 1 0 0,-1-1-1 0 0,1 1 0 0 0,-1 0 1 0 0,0-1-1 0 0,1 1 1 0 0,-1-1-1 0 0,0 1 0 0 0,0 0 1 0 0,1-1-1 0 0,-1 1 0 0 0,0-1 1 0 0,0 1-1 0 0,0-1 1 0 0,0 1-1 0 0,1-1 0 0 0,-1 1 1 0 0,0 0-1 0 0,0-1 1 0 0,0 1-1 0 0,0-2 0 0 0,-5 0 285 0 0,5 1-307 0 0,-1 1-1 0 0,0 0 0 0 0,1-1 1 0 0,-1 1-1 0 0,1 0 0 0 0,-1-1 1 0 0,1 1-1 0 0,-1-1 0 0 0,1 1 1 0 0,-1-1-1 0 0,1 1 0 0 0,-1-1 1 0 0,1 1-1 0 0,-1-1 0 0 0,1 1 1 0 0,0-1-1 0 0,-1 1 0 0 0,1-1 1 0 0,0 0-1 0 0,0 1 0 0 0,-1-1 1 0 0,1 0-1 0 0,0 1 0 0 0,0-1 1 0 0,0 0-1 0 0,0-1 0 0 0,0 2-44 0 0,-1-1 1 0 0,1 0-1 0 0,-1 1 0 0 0,1-1 0 0 0,-1 1 0 0 0,1-1 0 0 0,-1 0 0 0 0,1 1 0 0 0,-1-1 1 0 0,0 1-1 0 0,1 0 0 0 0,-1-1 0 0 0,0 1 0 0 0,1 0 0 0 0,-1-1 0 0 0,0 1 1 0 0,0 0-1 0 0,1-1 0 0 0,-2 1 0 0 0,-11-6 172 0 0,-12-17-163 0 0,20 17-15 0 0,-1 1 0 0 0,0-1 0 0 0,1 1 0 0 0,-11-6 0 0 0,-1-1 18 0 0,-10-3 98 0 0,-2 6 63 0 0,0 2-1 0 0,-47-6 0 0 0,52 13-163 0 0,0 0 0 0 0,-1 1 0 0 0,1 2 1 0 0,0 0-1 0 0,0 2 0 0 0,1 0 0 0 0,-1 2 0 0 0,-28 12 0 0 0,23 0 65 0 0,25-15-73 0 0,0-1 0 0 0,0 1 1 0 0,0-1-1 0 0,-1 0 0 0 0,-7 3 0 0 0,-33 21-7 0 0,23-12-13 0 0,-8 14 0 0 0,11-17 1 0 0,13-9 0 0 0,0 0 0 0 0,1 0 1 0 0,0 0-1 0 0,-1 1 0 0 0,1 0 0 0 0,1 0 1 0 0,-1 1-1 0 0,1-1 0 0 0,-8 10 0 0 0,4 0-2 0 0,-1-2-1 0 0,0 1 0 0 0,-1-1 0 0 0,0-1 0 0 0,0 0 0 0 0,-19 15 0 0 0,-23 25 2 0 0,49-48 4 0 0,1-1 0 0 0,1 0-1 0 0,-1 0 1 0 0,0 1 0 0 0,0-1 0 0 0,1 1 0 0 0,0 0-1 0 0,-1-1 1 0 0,1 1 0 0 0,0 0 0 0 0,0 0-1 0 0,1 0 1 0 0,-2 4 0 0 0,2-5-3 0 0,1 1-1 0 0,-1-1 1 0 0,0 0 0 0 0,1 0 0 0 0,0 0-1 0 0,-1 0 1 0 0,1 0 0 0 0,0 0 0 0 0,0 0-1 0 0,0 0 1 0 0,0 0 0 0 0,0 0-1 0 0,1 0 1 0 0,-1 0 0 0 0,0-1 0 0 0,1 1-1 0 0,0 0 1 0 0,2 1 0 0 0,2 2-12 0 0,2 1 0 0 0,-1-1 1 0 0,0-1-1 0 0,1 1 0 0 0,0-2 0 0 0,0 1 1 0 0,1-1-1 0 0,8 3 0 0 0,74 14-35 0 0,-60-14 42 0 0,240 31 49 0 0,-151-23-90 0 0,-100-11 47 0 0,-1-1 0 0 0,0-1 0 0 0,1-1 0 0 0,-1 0 0 0 0,1-2 0 0 0,26-4-1 0 0,143-48 70 0 0,-30 8-75 0 0,-26 14 4 0 0,-104 28 1 0 0,-26 5-6 0 0,0-1 0 0 0,1 0 0 0 0,-1-1 0 0 0,1 1 0 0 0,-1 0 0 0 0,0-1 0 0 0,1 0 0 0 0,-1 0 1 0 0,0 0-1 0 0,0 0 0 0 0,0-1 0 0 0,1 1 0 0 0,-1-1 0 0 0,-1 1 0 0 0,1-1 0 0 0,0 0 0 0 0,0 0 0 0 0,4-5 0 0 0,7-14-59 0 0,-1 3 15 0 0,0-1-1 0 0,16-34 0 0 0,-26 47 54 0 0,-1-1 0 0 0,1 0 0 0 0,-1 0 0 0 0,-1 0 0 0 0,1-1 0 0 0,-1 1 0 0 0,0 0 0 0 0,-1 0 0 0 0,0-1 0 0 0,0 1 1 0 0,0 0-1 0 0,-3-13 0 0 0,-3-1 29 0 0,-2 0 1 0 0,0 1 0 0 0,-22-38-1 0 0,19 37 6 0 0,7 13-35 0 0,-1 1-1 0 0,0-1 1 0 0,0 1-1 0 0,-1 0 1 0 0,0 0-1 0 0,0 0 1 0 0,-1 1 0 0 0,0 0-1 0 0,0 0 1 0 0,0 1-1 0 0,-1 0 1 0 0,0 0-1 0 0,0 1 1 0 0,-14-6-1 0 0,13 8-285 0 0,0 0-1 0 0,0 1 1 0 0,-1 0-1 0 0,1 0 0 0 0,-16 2 1 0 0,7 0-784 0 0,-26-1-3189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54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130 770 3362 0 0,'-89'141'2707'0'0,"86"-135"-2661"0"0,0 0 0 0 0,0 0-1 0 0,0 1 1 0 0,1 0-1 0 0,-1-1 1 0 0,2 1-1 0 0,-1 0 1 0 0,1 0 0 0 0,0 0-1 0 0,0 0 1 0 0,1 0-1 0 0,0 0 1 0 0,1 8-1 0 0,-1-15-42 0 0,1 1-3 0 0,-1 0 1 0 0,1 0-1 0 0,-1 0 1 0 0,1 0-1 0 0,0 0 1 0 0,-1-1 0 0 0,1 1-1 0 0,0 0 1 0 0,0 0-1 0 0,0-1 1 0 0,0 1-1 0 0,-1-1 1 0 0,1 1-1 0 0,0-1 1 0 0,0 1-1 0 0,0-1 1 0 0,0 1-1 0 0,0-1 1 0 0,0 0 0 0 0,0 0-1 0 0,1 1 1 0 0,-1-1-1 0 0,0 0 1 0 0,0 0-1 0 0,0 0 1 0 0,0 0-1 0 0,0 0 1 0 0,1-1-1 0 0,3 2-2 0 0,0-1 0 0 0,-1 0 0 0 0,1-1-1 0 0,-1 1 1 0 0,1-1 0 0 0,7-2 0 0 0,34-19-91 0 0,0-2 1 0 0,-2-2-1 0 0,44-33 1 0 0,57-34-232 0 0,-134 88 310 0 0,-1 0 1 0 0,1 0-1 0 0,0 1 0 0 0,0 1 0 0 0,1 0 1 0 0,14-3-1 0 0,-22 6 14 0 0,1-1 0 0 0,0 1 0 0 0,0-1 1 0 0,0 1-1 0 0,0 1 0 0 0,0-1 0 0 0,-1 1 0 0 0,1 0 0 0 0,0 0 1 0 0,0 0-1 0 0,-1 0 0 0 0,1 1 0 0 0,-1 0 0 0 0,1 0 0 0 0,-1 0 1 0 0,7 5-1 0 0,-9-2 5 0 0,-1-1 0 0 0,0 0 1 0 0,0 1-1 0 0,0-1 0 0 0,-1 1 1 0 0,0-1-1 0 0,1 0 0 0 0,-2 1 1 0 0,1-1-1 0 0,-1 8 1 0 0,0 1 95 0 0,1-10-78 0 0,0 0 1 0 0,0 0 0 0 0,0 0-1 0 0,0 0 1 0 0,0-1-1 0 0,-1 1 1 0 0,1 0-1 0 0,-1 0 1 0 0,0 0 0 0 0,1-1-1 0 0,-1 1 1 0 0,-2 3-1 0 0,1-5-13 0 0,0 1 0 0 0,0 0 0 0 0,0-1 0 0 0,-1 0 1 0 0,1 1-1 0 0,0-1 0 0 0,-1 0 0 0 0,1 0 0 0 0,-1 0 0 0 0,1 0 0 0 0,-1-1 0 0 0,1 1 0 0 0,-1-1 0 0 0,0 1 0 0 0,-2-1 0 0 0,-26 2-26 0 0,1-1-1 0 0,-1-2 1 0 0,1-1 0 0 0,-54-10 0 0 0,51 6 0 0 0,-1 1-1 0 0,0 2 1 0 0,-56 2-1 0 0,89 1 15 0 0,0 0 0 0 0,1 0 0 0 0,-1 0 0 0 0,0 0 0 0 0,0 0 0 0 0,0 0 0 0 0,0 0 1 0 0,0 1-1 0 0,0-1 0 0 0,0 0 0 0 0,0 0 0 0 0,0 1 0 0 0,0-1 0 0 0,0 1 0 0 0,0-1 0 0 0,1 1 0 0 0,-1-1 0 0 0,-1 2 0 0 0,15 4-99 0 0,41 4-15 0 0,68 2 23 0 0,-95-10 60 0 0,399 29-269 0 0,-307-27 363 0 0,196-20 0 0 0,-307 15-51 0 0,7 0 27 0 0,0-2 1 0 0,0 0-1 0 0,21-7 1 0 0,-35 10-33 0 0,-1 0 0 0 0,1 0 0 0 0,-1 0 0 0 0,1 0 0 0 0,0 0 0 0 0,-1 0 0 0 0,1-1 0 0 0,-1 1 0 0 0,1 0 0 0 0,-1 0 1 0 0,1-1-1 0 0,-1 1 0 0 0,1 0 0 0 0,-1-1 0 0 0,1 1 0 0 0,-1 0 0 0 0,1-1 0 0 0,-1 1 0 0 0,0-1 0 0 0,1 1 0 0 0,-1-1 0 0 0,0 1 0 0 0,1-1 0 0 0,-1 0 1 0 0,-10-8 249 0 0,-43-8 96 0 0,-4 6-184 0 0,0 2 0 0 0,-1 3 0 0 0,-103 2-1 0 0,126 4-94 0 0,0 1-1 0 0,-55 10 0 0 0,89-11-59 0 0,-1 1 1 0 0,0-1-1 0 0,1 0 1 0 0,-1 0-1 0 0,0 1 0 0 0,1-1 1 0 0,-1 1-1 0 0,1 0 1 0 0,-1-1-1 0 0,1 1 1 0 0,-1 0-1 0 0,1 0 0 0 0,0 0 1 0 0,-1 0-1 0 0,-1 2 1 0 0,3-3-11 0 0,0 1 1 0 0,0-1 0 0 0,0 1 0 0 0,0-1 0 0 0,1 1-1 0 0,-1-1 1 0 0,0 1 0 0 0,0-1 0 0 0,0 1 0 0 0,1-1-1 0 0,-1 1 1 0 0,0-1 0 0 0,0 1 0 0 0,1-1 0 0 0,-1 0-1 0 0,0 1 1 0 0,1-1 0 0 0,-1 0 0 0 0,1 1 0 0 0,-1-1 0 0 0,0 0-1 0 0,1 1 1 0 0,-1-1 0 0 0,1 0 0 0 0,-1 0 0 0 0,1 1-1 0 0,-1-1 1 0 0,1 0 0 0 0,0 0 0 0 0,53 18 18 0 0,-51-17-18 0 0,25 5-3 0 0,0-1 0 0 0,0-1 0 0 0,29 0 0 0 0,341-11 64 0 0,-260 1-48 0 0,-123 5-17 0 0,37-3-12 0 0,-52 3 13 0 0,0 1-1 0 0,0 0 0 0 0,0 0 0 0 0,0 0 1 0 0,0-1-1 0 0,0 1 0 0 0,0 0 1 0 0,0 0-1 0 0,0 0 0 0 0,0 0 0 0 0,0-1 1 0 0,0 1-1 0 0,0 0 0 0 0,0 0 1 0 0,0 0-1 0 0,0-1 0 0 0,0 1 0 0 0,-1 0 1 0 0,1 0-1 0 0,0 0 0 0 0,0 0 0 0 0,0 0 1 0 0,0-1-1 0 0,0 1 0 0 0,0 0 1 0 0,0 0-1 0 0,-1 0 0 0 0,1 0 0 0 0,0 0 1 0 0,0 0-1 0 0,0-1 0 0 0,0 1 1 0 0,-1 0-1 0 0,1 0 0 0 0,0 0 0 0 0,0 0 1 0 0,0 0-1 0 0,0 0 0 0 0,-1 0 0 0 0,1 0 1 0 0,0 0-1 0 0,0 0 0 0 0,0 0 1 0 0,0 0-1 0 0,-1 0 0 0 0,1 0 0 0 0,0 0 1 0 0,0 0-1 0 0,0 0 0 0 0,-1 0 1 0 0,1 0-1 0 0,-13-4 38 0 0,-49-8-3 0 0,-71-3 0 0 0,88 11-8 0 0,-155-7 54 0 0,188 10-111 0 0,13 1 17 0 0,0 0 9 0 0,-1 0 1 0 0,1 0-1 0 0,-1 0 1 0 0,1 0-1 0 0,-1 0 1 0 0,1 0 0 0 0,-1 1-1 0 0,1-1 1 0 0,-1 0-1 0 0,1 0 1 0 0,-1 0 0 0 0,1 0-1 0 0,-1 1 1 0 0,1-1-1 0 0,-1 0 1 0 0,1 0-1 0 0,-1 1 1 0 0,0-1 0 0 0,1 0-1 0 0,-1 1 1 0 0,0-1-1 0 0,1 1 1 0 0,0 0 6 0 0,-1 0 0 0 0,0 0 0 0 0,1-1-1 0 0,-1 1 1 0 0,1 0 0 0 0,0 0 0 0 0,-1-1 0 0 0,1 1 0 0 0,-1-1 0 0 0,1 1 0 0 0,0 0-1 0 0,-1-1 1 0 0,1 1 0 0 0,0-1 0 0 0,0 1 0 0 0,0-1 0 0 0,-1 0 0 0 0,1 1-1 0 0,0-1 1 0 0,0 0 0 0 0,0 0 0 0 0,0 1 0 0 0,1-1 0 0 0,6 3 20 0 0,34 13 57 0 0,186 82 68 0 0,-221-94-135 0 0,1 1 0 0 0,-1-1 0 0 0,0 1 0 0 0,0 1 0 0 0,10 10 0 0 0,8 6 10 0 0,-21-19-22 0 0,-3-3 0 0 0,0 1 0 0 0,1 0 0 0 0,-1-1 0 0 0,0 1 0 0 0,0 0 0 0 0,0 0 0 0 0,0 0 0 0 0,0 0 0 0 0,0-1 0 0 0,-1 2 0 0 0,1-1 0 0 0,0 0 0 0 0,0 0 0 0 0,-1 0 0 0 0,1 0 0 0 0,-1 0 0 0 0,1 0 0 0 0,-1 1 0 0 0,1-1 0 0 0,-1 0 0 0 0,1 3 0 0 0,-2-4-5 0 0,0 0 0 0 0,0 0 0 0 0,-1 0 0 0 0,1 0 0 0 0,0 0 0 0 0,0 0 0 0 0,0 0 0 0 0,0 0 0 0 0,0-1 0 0 0,0 1 0 0 0,0 0 0 0 0,0-1 0 0 0,0 1 0 0 0,0-1 0 0 0,-2 0 0 0 0,-8-12-86 0 0,-11-12 35 0 0,-7 3 51 0 0,-1 1 0 0 0,-56-28 0 0 0,-25-14 20 0 0,91 52 5 0 0,0 1 0 0 0,-31-11-1 0 0,34 15-14 0 0,0-1-1 0 0,0-1 0 0 0,1 0 0 0 0,-25-17 0 0 0,28 16 28 0 0,10 8-37 0 0,0 0 0 0 0,1 0 0 0 0,-1-1 1 0 0,0 1-1 0 0,1-1 0 0 0,0 0 0 0 0,-1 0 0 0 0,1 0 0 0 0,0 0 0 0 0,0 0 0 0 0,-2-4 0 0 0,7 5-48 0 0,0 0 50 0 0,0 0 0 0 0,0 0 0 0 0,0 0-1 0 0,0 1 1 0 0,0 0 0 0 0,0-1 0 0 0,0 1 0 0 0,0 0-1 0 0,1 0 1 0 0,-1 1 0 0 0,0-1 0 0 0,0 1 0 0 0,0-1-1 0 0,0 1 1 0 0,-1 0 0 0 0,5 2 0 0 0,5 2-23 0 0,18 7 25 0 0,-2 0-1 0 0,45 27 1 0 0,-57-29 5 0 0,12 7 29 0 0,-1 1 1 0 0,-1 2-1 0 0,27 26 0 0 0,28 12 61 0 0,-74-42-7 0 0,-6-11-54 0 0,-1-8-20 0 0,-1 1-22 0 0,0 0 0 0 0,0-1 0 0 0,0 1 0 0 0,0-1 0 0 0,0 1 0 0 0,0 0 0 0 0,-1 0 0 0 0,1 0 0 0 0,-1 0 0 0 0,1 0 0 0 0,-1 0 0 0 0,0 0 0 0 0,-3-2 0 0 0,-18-23-92 0 0,-2-26 50 0 0,19 39 40 0 0,0-1 1 0 0,-1 1-1 0 0,-1 1 1 0 0,0-1-1 0 0,-1 1 0 0 0,0 1 1 0 0,-1-1-1 0 0,-13-11 1 0 0,10 14-12 0 0,-2 1 0 0 0,1 0 0 0 0,-1 1 0 0 0,0 0 1 0 0,-31-10-1 0 0,17 7-7 0 0,-51-23-47 0 0,3 0-46 0 0,-100-28-1 0 0,165 59-53 0 0,12 6 83 0 0,21 10 53 0 0,-7-5 43 0 0,175 124 384 0 0,-52-18-94 0 0,-118-96-341 0 0,-28-20-39 0 0,6 1 49 0 0,2-1 41 0 0,0 0-1 0 0,1 0 1 0 0,-1 0 0 0 0,0 0 0 0 0,1 0 0 0 0,0 1 0 0 0,-1-1 0 0 0,1 0 0 0 0,0 0 0 0 0,0 0 0 0 0,0 0 0 0 0,0 0 0 0 0,1-4 0 0 0,-1-6-4 0 0,1-3-38 0 0,-2-1 1 0 0,1 0 0 0 0,-2 0-1 0 0,0 0 1 0 0,-8-24 0 0 0,7 33 5 0 0,0-1 0 0 0,0 1-1 0 0,-1-1 1 0 0,-1 1 0 0 0,1 0 0 0 0,-1 1 0 0 0,0-1 0 0 0,-1 1 0 0 0,1 0-1 0 0,-1 1 1 0 0,0-1 0 0 0,-1 1 0 0 0,-9-6 0 0 0,-64-33-67 0 0,61 35 83 0 0,1-1-1 0 0,-1 0 1 0 0,2-2 0 0 0,-27-20-1 0 0,44 31 14 0 0,-1 0-1 0 0,0 0 1 0 0,1 0-1 0 0,-1 0 1 0 0,0 0 0 0 0,0 0-1 0 0,0 0 1 0 0,0 0-1 0 0,0 1 1 0 0,0-1-1 0 0,0 0 1 0 0,0 1-1 0 0,0-1 1 0 0,0 0 0 0 0,-1 1-1 0 0,1 0 1 0 0,0-1-1 0 0,0 1 1 0 0,0 0-1 0 0,-3-1 1 0 0,5 12-32 0 0,-1-9 5 0 0,4 1 31 0 0,-1-1 0 0 0,1 1 0 0 0,0-1 0 0 0,0 0 0 0 0,0 0 0 0 0,0 0 0 0 0,8 2 0 0 0,-3 0 0 0 0,193 64 277 0 0,-126-45-247 0 0,-74-23-35 0 0,-1 0 0 0 0,1 0-1 0 0,0 1 1 0 0,-1-1 0 0 0,1 0 0 0 0,0-1 0 0 0,-1 1 0 0 0,1 0-1 0 0,0 0 1 0 0,-1-1 0 0 0,1 1 0 0 0,0-1 0 0 0,-1 1 0 0 0,1-1-1 0 0,-1 0 1 0 0,1 0 0 0 0,-1 1 0 0 0,1-1 0 0 0,-1 0 0 0 0,0 0-1 0 0,1-1 1 0 0,-1 1 0 0 0,0 0 0 0 0,0 0 0 0 0,0-1 0 0 0,0 1 0 0 0,0 0-1 0 0,0-1 1 0 0,0 1 0 0 0,1-3 0 0 0,-21-49-142 0 0,16 48 140 0 0,0 0-1 0 0,0 0 1 0 0,-1 1 0 0 0,0-1-1 0 0,0 1 1 0 0,0-1 0 0 0,0 1-1 0 0,-1 0 1 0 0,1 1 0 0 0,-1-1-1 0 0,-8-4 1 0 0,6 4 2 0 0,-4-3 7 0 0,-1 1 0 0 0,1 0 0 0 0,-1 1 0 0 0,0 1 0 0 0,-1 0 0 0 0,1 0 0 0 0,-1 1 0 0 0,0 1 0 0 0,-18-2 0 0 0,-25-5 58 0 0,46 7-45 0 0,1-1 1 0 0,0 0-1 0 0,0 0 1 0 0,1-1 0 0 0,-14-8-1 0 0,22 12-16 0 0,1 0 1 0 0,-1 0-1 0 0,0 0 0 0 0,0 0 0 0 0,1 0 0 0 0,-1 0 0 0 0,0 0 1 0 0,0 0-1 0 0,1 0 0 0 0,-1 0 0 0 0,0-1 0 0 0,0 1 1 0 0,1 0-1 0 0,-1 0 0 0 0,0 0 0 0 0,0 0 0 0 0,0-1 0 0 0,1 1 1 0 0,-1 0-1 0 0,0 0 0 0 0,0 0 0 0 0,0-1 0 0 0,0 1 1 0 0,1 0-1 0 0,-1 0 0 0 0,0-1 0 0 0,0 1 0 0 0,0 0 0 0 0,0 0 1 0 0,0-1-1 0 0,0 1 0 0 0,0 0 0 0 0,0 0 0 0 0,0-1 1 0 0,0 1-1 0 0,0 0 0 0 0,0-1 0 0 0,0 1 0 0 0,0 0 0 0 0,0 0 1 0 0,0-1-1 0 0,0 1 0 0 0,0 0 0 0 0,0 0 0 0 0,0-1 1 0 0,0 1-1 0 0,-1 0 0 0 0,1 0 0 0 0,0-1 0 0 0,0 1 0 0 0,0 0 1 0 0,0 0-1 0 0,0 0 0 0 0,-1-1 0 0 0,1 1 0 0 0,0 0 1 0 0,0 0-1 0 0,-1 0 0 0 0,1 0 0 0 0,0-1 0 0 0,0 1 0 0 0,-1 0 1 0 0,1 0-1 0 0,0 0 0 0 0,0 0 0 0 0,-1 0 0 0 0,1 0 1 0 0,18-3-25 0 0,3 5 23 0 0,1 0 1 0 0,-1 1-1 0 0,1 1 0 0 0,-1 1 1 0 0,-1 1-1 0 0,1 1 0 0 0,31 16 1 0 0,-19-2 128 0 0,-27-13 1 0 0,-23-8-50 0 0,-35-15-18 0 0,1-2 0 0 0,1-3 0 0 0,-60-31 0 0 0,97 45-20 0 0,-18-10 1 0 0,22 11-43 0 0,10 3-10 0 0,3 3-41 0 0,-3 0 52 0 0,-1 0 0 0 0,1 0 1 0 0,0-1-1 0 0,0 1 0 0 0,0 0 0 0 0,0 0 1 0 0,1-1-1 0 0,-1 1 0 0 0,0-1 0 0 0,0 1 1 0 0,0-1-1 0 0,0 1 0 0 0,1-1 0 0 0,-1 0 1 0 0,0 0-1 0 0,2 1 0 0 0,3 0 0 0 0,31 15 41 0 0,0 1-1 0 0,-1 2 1 0 0,48 33-1 0 0,-41-25 30 0 0,-20-12-39 0 0,-7-6 5 0 0,-1 1-1 0 0,0 0 1 0 0,18 17-1 0 0,-30-24-15 0 0,0 0-1 0 0,0 1 1 0 0,0-1-1 0 0,0 1 0 0 0,0 0 1 0 0,-1 0-1 0 0,0 0 0 0 0,0 0 1 0 0,0 1-1 0 0,0-1 0 0 0,0 0 1 0 0,-1 1-1 0 0,0-1 0 0 0,0 1 1 0 0,0 0-1 0 0,0 9 0 0 0,-1-17-29 0 0,-1 1 0 0 0,1 0-1 0 0,0 0 1 0 0,-1 0-1 0 0,1 0 1 0 0,-1 0 0 0 0,0 0-1 0 0,0 0 1 0 0,0 0 0 0 0,0 0-1 0 0,0 1 1 0 0,-2-4 0 0 0,-12-23-2 0 0,9 15-7 0 0,0 1 0 0 0,-1 0-1 0 0,-1 0 1 0 0,0 0 0 0 0,0 1-1 0 0,-1 1 1 0 0,0-1 0 0 0,-18-14-1 0 0,-13-8-39 0 0,-46-29 0 0 0,15 13 70 0 0,57 39 6 0 0,0 2 1 0 0,-1 0 0 0 0,-23-8-1 0 0,37 15-15 0 0,46 30-1 0 0,-29-18 27 0 0,-2-2-15 0 0,-1 1 0 0 0,1 0 0 0 0,-2 1 0 0 0,1 0 0 0 0,-1 1 0 0 0,-1 1 0 0 0,-1 0-1 0 0,1 0 1 0 0,11 21 0 0 0,-16-21 13 0 0,0 0 0 0 0,2 0 0 0 0,-1 0-1 0 0,1-1 1 0 0,1-1 0 0 0,13 15 0 0 0,-3-16 28 0 0,-22-11-54 0 0,0 0 0 0 0,0 0 0 0 0,0-1 0 0 0,0 1-1 0 0,0-1 1 0 0,1 0 0 0 0,-1 0 0 0 0,1 0 0 0 0,-1 0 0 0 0,1 0 0 0 0,0 0 0 0 0,-1-1 0 0 0,1 1-1 0 0,-3-6 1 0 0,-29-52-34 0 0,21 35 20 0 0,7 14 4 0 0,-20-36-97 0 0,-49-70 1 0 0,56 86 45 0 0,14 18 19 0 0,5 13 42 0 0,0 0-1 0 0,0 0 0 0 0,0-1 0 0 0,0 1 1 0 0,0 0-1 0 0,0 0 0 0 0,0 0 0 0 0,0 0 1 0 0,0 0-1 0 0,0 0 0 0 0,0 0 0 0 0,0-1 1 0 0,0 1-1 0 0,0 0 0 0 0,0 0 0 0 0,1 0 1 0 0,-1 0-1 0 0,0 0 0 0 0,0 0 0 0 0,0 0 1 0 0,0 0-1 0 0,0 0 0 0 0,0-1 0 0 0,0 1 1 0 0,0 0-1 0 0,0 0 0 0 0,0 0 0 0 0,0 0 1 0 0,0 0-1 0 0,1 0 0 0 0,-1 0 0 0 0,0 0 1 0 0,0 0-1 0 0,0 0 0 0 0,0 0 0 0 0,0 0 1 0 0,0 0-1 0 0,0 0 0 0 0,0 0 0 0 0,1 0 1 0 0,-1 0-1 0 0,0 0 0 0 0,0 0 0 0 0,0 0 1 0 0,0 0-1 0 0,0 0 0 0 0,0 0 0 0 0,0 0 1 0 0,1 0-1 0 0,-1 0 0 0 0,0 0 0 0 0,0 0 1 0 0,0 0-1 0 0,0 0 0 0 0,0 0 0 0 0,0 0 1 0 0,0 0-1 0 0,0 0 0 0 0,0 0 0 0 0,1 0 1 0 0,-1 1-1 0 0,0-1 0 0 0,0 0 0 0 0,0 0 1 0 0,0 0-1 0 0,0 0 0 0 0,0 0 0 0 0,0 0 1 0 0,0 0-1 0 0,33 23 4 0 0,-1 0 1 0 0,-1 2 0 0 0,47 50 0 0 0,-74-71-1 0 0,117 107 194 0 0,13 14 88 0 0,-84-75-30 0 0,81 107-1 0 0,-118-139-276 0 0,0 0 0 0 0,1-1-1 0 0,31 29 1 0 0,-28-37-125 0 0,-16-9 142 0 0,-1 0 1 0 0,0 0-1 0 0,1 0 1 0 0,-1 0-1 0 0,0 0 1 0 0,1 0-1 0 0,-1 0 1 0 0,0-1-1 0 0,0 1 1 0 0,1 0-1 0 0,-1 0 1 0 0,0 0-1 0 0,1 0 0 0 0,-1 0 1 0 0,0 0-1 0 0,1-1 1 0 0,-1 1-1 0 0,0 0 1 0 0,0 0-1 0 0,1 0 1 0 0,-1-1-1 0 0,0 1 1 0 0,0 0-1 0 0,0 0 1 0 0,1-1-1 0 0,-1 1 1 0 0,0 0-1 0 0,0 0 1 0 0,0-1-1 0 0,2-29-214 0 0,-3 16 234 0 0,3-34-116 0 0,-1 26-82 0 0,-1 0-1 0 0,0 1 0 0 0,-6-39 0 0 0,3 53 163 0 0,1 0 1 0 0,-1 0-1 0 0,-1 1 0 0 0,1-1 0 0 0,-1 1 1 0 0,0 0-1 0 0,0 0 0 0 0,-1 0 0 0 0,0 0 0 0 0,0 1 1 0 0,0 0-1 0 0,0 0 0 0 0,-1 0 0 0 0,0 1 0 0 0,-8-5 1 0 0,4 3 21 0 0,0 0 0 0 0,0 0 0 0 0,-1 1 0 0 0,1 1 1 0 0,-1 0-1 0 0,0 0 0 0 0,-1 1 0 0 0,-14-2 0 0 0,25 5 0 0 0,1 0 0 0 0,-1 0-1 0 0,1 0 1 0 0,0 0 0 0 0,-1 0-1 0 0,1 1 1 0 0,-1-1 0 0 0,1 0-1 0 0,0 0 1 0 0,-1 0-1 0 0,1 1 1 0 0,0-1 0 0 0,-1 0-1 0 0,1 0 1 0 0,0 1 0 0 0,-1-1-1 0 0,1 0 1 0 0,0 1 0 0 0,0-1-1 0 0,-1 0 1 0 0,1 1-1 0 0,0-1 1 0 0,0 0 0 0 0,0 1-1 0 0,-1-1 1 0 0,1 0 0 0 0,0 1-1 0 0,0-1 1 0 0,0 1 0 0 0,0-1-1 0 0,0 0 1 0 0,0 1-1 0 0,0-1 1 0 0,0 1 0 0 0,0-1-1 0 0,0 1 1 0 0,0-1 0 0 0,0 0-1 0 0,0 1 1 0 0,0-1 0 0 0,1 1-1 0 0,3 19 30 0 0,5-2 26 0 0,1-1 0 0 0,0 0 0 0 0,1-1 0 0 0,1 0 0 0 0,20 21 0 0 0,-13-16 13 0 0,26 40 1 0 0,-21-23 191 0 0,45 54 0 0 0,-68-90-262 0 0,0 0 0 0 0,1 0 1 0 0,-1 0-1 0 0,1-1 0 0 0,-1 1 0 0 0,1-1 1 0 0,0 1-1 0 0,0-1 0 0 0,0 0 1 0 0,0 1-1 0 0,0-1 0 0 0,0 0 0 0 0,0 0 1 0 0,0 0-1 0 0,3 0 0 0 0,-4-1-6 0 0,0 0 1 0 0,0 0-1 0 0,0 0 0 0 0,0 0 0 0 0,-1 0 1 0 0,1-1-1 0 0,0 1 0 0 0,0 0 0 0 0,0 0 0 0 0,0-1 1 0 0,0 1-1 0 0,0-1 0 0 0,-1 1 0 0 0,1-1 1 0 0,0 1-1 0 0,0-1 0 0 0,-1 0 0 0 0,1 1 0 0 0,0-1 1 0 0,-1 0-1 0 0,1 1 0 0 0,0-1 0 0 0,-1 0 1 0 0,1-1-1 0 0,2-4-25 0 0,0-1 1 0 0,-1 1-1 0 0,0 0 1 0 0,-1-1-1 0 0,1 1 1 0 0,-1-1-1 0 0,0 1 1 0 0,-1-1-1 0 0,0-7 1 0 0,0-1-44 0 0,-1-1 0 0 0,-1 0 0 0 0,0 1 0 0 0,-1-1-1 0 0,-9-28 1 0 0,8 35 51 0 0,1 1 0 0 0,-1-1-1 0 0,0 1 1 0 0,-1 0 0 0 0,0 0-1 0 0,0 0 1 0 0,-1 1 0 0 0,0 0 0 0 0,0 0-1 0 0,-1 0 1 0 0,-14-11 0 0 0,1 6 19 0 0,0 1 0 0 0,-1 1 0 0 0,0 0 0 0 0,-30-8 0 0 0,-86-19 22 0 0,136 37-11 0 0,0 0 0 0 0,0-1-1 0 0,0 1 1 0 0,0 0-1 0 0,0 0 1 0 0,0 0 0 0 0,0 0-1 0 0,1 0 1 0 0,-1 0 0 0 0,0 0-1 0 0,0 0 1 0 0,0 0-1 0 0,0 0 1 0 0,0 0 0 0 0,0 1-1 0 0,0-1 1 0 0,0 0-1 0 0,0 1 1 0 0,1-1 0 0 0,-1 0-1 0 0,0 1 1 0 0,0-1 0 0 0,1 1-1 0 0,-2 0 1 0 0,-1 10 54 0 0,3-10-47 0 0,2 6 43 0 0,0 1 0 0 0,0-1 0 0 0,1 1 0 0 0,0-1 0 0 0,0 0-1 0 0,5 7 1 0 0,6 13 68 0 0,-3-6-78 0 0,1-1 1 0 0,0 0-1 0 0,2 0 1 0 0,0-1-1 0 0,21 20 1 0 0,-14-16 72 0 0,-2 1 0 0 0,21 32 0 0 0,-37-51-108 0 0,0 0 1 0 0,0 0-1 0 0,1 0 0 0 0,0 0 1 0 0,0-1-1 0 0,1 1 1 0 0,-1-1-1 0 0,6 4 0 0 0,-9-11-40 0 0,0 0 0 0 0,0 0 0 0 0,-1 0 0 0 0,1-1 0 0 0,-1 1 0 0 0,0 0 0 0 0,0-5 0 0 0,-1 5 31 0 0,0 0-1 0 0,0 0 1 0 0,0 0 0 0 0,0 0-1 0 0,-1 0 1 0 0,1 0 0 0 0,-1 0-1 0 0,0 0 1 0 0,1 1 0 0 0,-1-1-1 0 0,-1 1 1 0 0,1-1-1 0 0,0 1 1 0 0,-1 0 0 0 0,1 0-1 0 0,-1 0 1 0 0,1 0 0 0 0,-4-1-1 0 0,-8-8 1 0 0,-29-23-7 0 0,-1 2-1 0 0,-2 2 0 0 0,-1 2 1 0 0,-2 2-1 0 0,0 2 0 0 0,-2 3 1 0 0,0 2-1 0 0,-1 2 0 0 0,-100-19 1 0 0,81 22 86 0 0,53 10-45 0 0,18 3-41 0 0,-1 0-1 0 0,1 0 1 0 0,-1 0 0 0 0,1 1-1 0 0,-1-1 1 0 0,1 0-1 0 0,0 0 1 0 0,0 0-1 0 0,-1 0 1 0 0,1 0 0 0 0,0 1-1 0 0,0-1 1 0 0,0 0-1 0 0,0 0 1 0 0,0 0 0 0 0,0 0-1 0 0,0-1 1 0 0,22 11 6 0 0,12 15 93 0 0,173 140 441 0 0,-199-157-518 0 0,0 0 1 0 0,0 0 0 0 0,9 13-1 0 0,-10-9-5 0 0,4 5-35 0 0,-11-17 24 0 0,0 1-1 0 0,0 0 0 0 0,0 0 1 0 0,0 0-1 0 0,0 0 0 0 0,0 0 1 0 0,0 0-1 0 0,0 0 0 0 0,0 0 1 0 0,0 0-1 0 0,0 0 0 0 0,0 0 1 0 0,1 0-1 0 0,-1-1 0 0 0,0 1 1 0 0,0 0-1 0 0,0 0 1 0 0,0 0-1 0 0,0 0 0 0 0,0 0 1 0 0,0 0-1 0 0,0 0 0 0 0,1 0 1 0 0,-1 0-1 0 0,0 0 0 0 0,0 0 1 0 0,0 0-1 0 0,0 0 0 0 0,0 0 1 0 0,0 0-1 0 0,0 0 0 0 0,1 0 1 0 0,-1 0-1 0 0,0 0 1 0 0,0 1-1 0 0,0-1 0 0 0,0 0 1 0 0,0 0-1 0 0,0 0 0 0 0,0 0 1 0 0,0 0-1 0 0,0 0 0 0 0,0 0 1 0 0,1 0-1 0 0,-1 0 0 0 0,0 0 1 0 0,0 0-1 0 0,0 0 0 0 0,0 1 1 0 0,0-1-1 0 0,0 0 1 0 0,0 0-1 0 0,0 0 0 0 0,0 0 1 0 0,0 0-1 0 0,0 0 0 0 0,0 0 1 0 0,0 0-1 0 0,0 1 0 0 0,0-1 1 0 0,0 0-1 0 0,-37-47-79 0 0,-26-80-13 0 0,59 115 65 0 0,-1 0 0 0 0,-1 1 0 0 0,0-1 0 0 0,0 1 0 0 0,-1 1 0 0 0,0-1 0 0 0,-1 1 1 0 0,-1 1-1 0 0,1-1 0 0 0,-19-14 0 0 0,0 4-30 0 0,-2 0-1 0 0,-40-18 1 0 0,-27-20 73 0 0,67 38 15 0 0,15 9-11 0 0,0 1 1 0 0,-1 0-1 0 0,0 1 1 0 0,0 1-1 0 0,-31-12 1 0 0,24 16 60 0 0,62 2 80 0 0,-28-1-160 0 0,-1 1 0 0 0,1 0 0 0 0,0 0 0 0 0,14 1 0 0 0,-10 1 0 0 0,-7 1-1 0 0,0 0 0 0 0,0 1 0 0 0,0-1 0 0 0,11 5 1 0 0,5 1 70 0 0,-29-9-69 0 0,0 1 0 0 0,0 0 0 0 0,0-1-1 0 0,0 0 1 0 0,0 1 0 0 0,0-2 0 0 0,1 1 0 0 0,-1 0-1 0 0,1-1 1 0 0,-1 0 0 0 0,1 1 0 0 0,0-1 0 0 0,0-1-1 0 0,0 1 1 0 0,0 0 0 0 0,-2-6 0 0 0,-14-9-1 0 0,18 17 0 0 0,-1-1 0 0 0,0 1 0 0 0,1 0 0 0 0,-1 0 0 0 0,1-1 0 0 0,0 1 0 0 0,-1-1 0 0 0,1 1 0 0 0,0-1 0 0 0,0 0 0 0 0,0 1 0 0 0,0-1 0 0 0,0 0 0 0 0,0 0 0 0 0,1 0 0 0 0,-1 0 0 0 0,0 0 0 0 0,1 0 0 0 0,0 1 0 0 0,-1-1 0 0 0,1 0 0 0 0,0-3 0 0 0,0-1-5 0 0,-1 5 2 0 0,1-1-1 0 0,0 1 0 0 0,0-1 1 0 0,-1 1-1 0 0,1-1 0 0 0,0 0 1 0 0,1 1-1 0 0,-1-1 0 0 0,0 1 1 0 0,0-1-1 0 0,1 1 0 0 0,-1-1 1 0 0,1 1-1 0 0,-1-1 0 0 0,1 1 1 0 0,1-3-1 0 0,16-1-11 0 0,-14 9 18 0 0,-4-2-4 0 0,1-2 2 0 0,0 1 1 0 0,0-1 0 0 0,1 1-1 0 0,-1-1 1 0 0,0 1 0 0 0,0 0 0 0 0,0 0-1 0 0,0-1 1 0 0,0 1 0 0 0,-1 0-1 0 0,1 0 1 0 0,0 0 0 0 0,0 0 0 0 0,0 0-1 0 0,-1 0 1 0 0,1 0 0 0 0,-1 1-1 0 0,1-1 1 0 0,-1 0 0 0 0,1 0 0 0 0,-1 0-1 0 0,0 0 1 0 0,1 1 0 0 0,-1-1-1 0 0,0 0 1 0 0,0 0 0 0 0,0 1 0 0 0,0-1-1 0 0,0 0 1 0 0,0 1 0 0 0,0-1-1 0 0,-1 0 1 0 0,1 0 0 0 0,0 0-1 0 0,-1 1 1 0 0,1-1 0 0 0,-1 0 0 0 0,0 2-1 0 0,-1 1 0 0 0,0-1 0 0 0,0 0 0 0 0,-1 1 1 0 0,1-1-1 0 0,-1 0 0 0 0,0 0 0 0 0,0 0 0 0 0,0-1 0 0 0,0 1 0 0 0,0-1 0 0 0,-1 0 0 0 0,-4 3 0 0 0,4-3 6 0 0,0 1 1 0 0,0-1-1 0 0,1 1 0 0 0,-1-1 0 0 0,1 1 0 0 0,0 0 1 0 0,0 0-1 0 0,0 1 0 0 0,0-1 0 0 0,-4 7 1 0 0,0 9 58 0 0,-8-7-52 0 0,16-12-21 0 0,0-1 0 0 0,0 1 0 0 0,0 0 0 0 0,0-1 0 0 0,0 1 0 0 0,0-1 0 0 0,0 1 0 0 0,0-1 0 0 0,0 1 0 0 0,0-1 0 0 0,-1 0 0 0 0,1 0 0 0 0,0 1 0 0 0,0-1 0 0 0,-1 0 0 0 0,1 0 0 0 0,0 0 0 0 0,-1 0 1 0 0,1 0-1 0 0,-1 1 0 0 0,1-1 0 0 0,0-2 0 0 0,-1 0 7 0 0,1 1 0 0 0,-1 0 0 0 0,1-1 0 0 0,0 1 0 0 0,0 0 0 0 0,0-1 0 0 0,1 1 0 0 0,-1 0 0 0 0,0 0 0 0 0,1 0 0 0 0,-1 0 0 0 0,1 0 0 0 0,0 0 0 0 0,0 1 0 0 0,-1-1 0 0 0,5-2 0 0 0,13-15-14 0 0,4-9-34 0 0,-13 17 34 0 0,-1 0-1 0 0,0-1 1 0 0,-1 0 0 0 0,0 0 0 0 0,6-14 0 0 0,-13 24 11 0 0,-1 0 0 0 0,1 1 0 0 0,0-1 0 0 0,-1 0-1 0 0,1 0 1 0 0,-1 0 0 0 0,1 0 0 0 0,-1 0 0 0 0,0 1 0 0 0,0-1 0 0 0,0 0 0 0 0,0 0 0 0 0,0 0-1 0 0,-1 0 1 0 0,1 0 0 0 0,0 0 0 0 0,-1 0 0 0 0,0 1 0 0 0,1-1 0 0 0,-1 0 0 0 0,0 0 0 0 0,0 1-1 0 0,0-1 1 0 0,0 0 0 0 0,0 1 0 0 0,0-1 0 0 0,-2-1 0 0 0,1 2 0 0 0,0 0 0 0 0,0-1 0 0 0,0 1 0 0 0,0 0 0 0 0,-1 1 0 0 0,1-1 0 0 0,0 0 0 0 0,-1 0 0 0 0,1 1 0 0 0,0 0-1 0 0,-1-1 1 0 0,1 1 0 0 0,0 0 0 0 0,-1 0 0 0 0,1 0 0 0 0,-1 1 0 0 0,1-1 0 0 0,0 0 0 0 0,-1 1 0 0 0,1 0 0 0 0,0-1 0 0 0,-1 1 0 0 0,-2 2 0 0 0,-11 5 12 0 0,0 0-1 0 0,0 2 1 0 0,1 0 0 0 0,0 0-1 0 0,-26 25 1 0 0,-66 78 134 0 0,74-76-98 0 0,-182 197 489 0 0,207-219-614 0 0,8-16 73 0 0,1 0 0 0 0,-1 1 0 0 0,0-1 1 0 0,0 0-1 0 0,0 1 0 0 0,0-1 1 0 0,1 0-1 0 0,-1 0 0 0 0,0 1 1 0 0,1-1-1 0 0,-1 1 0 0 0,0-1 1 0 0,1 0-1 0 0,-1 1 0 0 0,1-1 1 0 0,-1 1-1 0 0,1-1 0 0 0,-1 1 1 0 0,2-1-1 0 0,83-80-166 0 0,-24 16 83 0 0,51-57-190 0 0,-96 103 242 0 0,-1-1 0 0 0,-1-1 0 0 0,-1 0-1 0 0,15-34 1 0 0,-27 54 40 0 0,-1 1-1 0 0,0-1 1 0 0,1 0-1 0 0,-1 1 1 0 0,0-1-1 0 0,0 0 1 0 0,0 1-1 0 0,1-1 1 0 0,-1 0-1 0 0,0 1 0 0 0,0-1 1 0 0,0 0-1 0 0,0 1 1 0 0,0-1-1 0 0,0 0 1 0 0,0 0-1 0 0,-1 1 1 0 0,1-1-1 0 0,0 0 1 0 0,0 1-1 0 0,0-1 0 0 0,-1 0 1 0 0,1 1-1 0 0,0-1 1 0 0,-1 0-1 0 0,1 1 1 0 0,0-1-1 0 0,-1 1 1 0 0,1-1-1 0 0,-1 1 1 0 0,1-1-1 0 0,-1 1 0 0 0,1-1 1 0 0,-1 1-1 0 0,0-1 1 0 0,1 1-1 0 0,-1 0 1 0 0,1-1-1 0 0,-1 1 1 0 0,0 0-1 0 0,1 0 1 0 0,-1-1-1 0 0,0 1 0 0 0,1 0 1 0 0,-1 0-1 0 0,0 0 1 0 0,0 0-1 0 0,1 0 1 0 0,-1 0-1 0 0,0 0 1 0 0,1 0-1 0 0,-1 0 1 0 0,0 0-1 0 0,0 1 0 0 0,-1 2 17 0 0,1 0 0 0 0,-1-1-1 0 0,1 1 1 0 0,-1 0-1 0 0,0 0 1 0 0,0-1-1 0 0,0 1 1 0 0,-1-1-1 0 0,1 0 1 0 0,0 0-1 0 0,-4 3 1 0 0,-15 16 92 0 0,-36 37 57 0 0,43-46-142 0 0,0 2 1 0 0,1 0-1 0 0,0 1 1 0 0,1 0-1 0 0,-14 23 1 0 0,-7 26 54 0 0,1-25-30 0 0,19-23-17 0 0,0 0-1 0 0,-10 18 0 0 0,4-7-19 0 0,82-73-320 0 0,-36 21 303 0 0,-2-2-1 0 0,27-35 1 0 0,-19-1-10 0 0,-7 18-35 0 0,-18 35 42 0 0,-1-1 0 0 0,0 0 0 0 0,-1 0 0 0 0,-1-1 0 0 0,0 0 0 0 0,0 0 0 0 0,-1 0 0 0 0,-1 0 0 0 0,0-1 0 0 0,0 1 0 0 0,0-17 0 0 0,-4 29 11 0 0,0 0 0 0 0,1 0 0 0 0,-1 0-1 0 0,0 0 1 0 0,0 0 0 0 0,0 0 0 0 0,0 0 0 0 0,0 1 0 0 0,0-1 0 0 0,0 0-1 0 0,1 1 1 0 0,-1-1 0 0 0,0 1 0 0 0,0-1 0 0 0,1 1 0 0 0,-1-1 0 0 0,0 1 0 0 0,0-1-1 0 0,1 1 1 0 0,-1 0 0 0 0,1-1 0 0 0,-1 1 0 0 0,0 0 0 0 0,1 0 0 0 0,0 0-1 0 0,-1-1 1 0 0,1 1 0 0 0,-1 0 0 0 0,1 0 0 0 0,0 0 0 0 0,0 0 0 0 0,-1 0-1 0 0,1-1 1 0 0,0 1 0 0 0,0 0 0 0 0,0 0 0 0 0,0 2 0 0 0,0 0 7 0 0,0 1 1 0 0,-1-1 0 0 0,1 1 0 0 0,-1-1-1 0 0,0 0 1 0 0,0 1 0 0 0,0-1-1 0 0,0 0 1 0 0,-3 5 0 0 0,-4 16 31 0 0,6-11-25 0 0,0-1 1 0 0,2 1-1 0 0,0 17 0 0 0,1-17-16 0 0,-1 1 0 0 0,-1-1-1 0 0,-3 22 1 0 0,-4 4-2 0 0,2-9 0 0 0,-2-1 0 0 0,-14 39 0 0 0,7-51-13 0 0,15-17 10 0 0,0 1 1 0 0,0-1 0 0 0,0 0 0 0 0,0 0 0 0 0,-1 0 0 0 0,1 0 0 0 0,0 0 0 0 0,0 0 0 0 0,0 0 0 0 0,0 0 0 0 0,0 0 0 0 0,0 0 0 0 0,0 0 0 0 0,0 0 0 0 0,0 0 0 0 0,-1 0 0 0 0,1 0 0 0 0,0 0 0 0 0,0 0 0 0 0,0 0-1 0 0,0 0 1 0 0,0 0 0 0 0,0 0 0 0 0,0 0 0 0 0,0 0 0 0 0,0 0 0 0 0,-1 0 0 0 0,1 0 0 0 0,0 0 0 0 0,0 0 0 0 0,0 0 0 0 0,0 0 0 0 0,0 0 0 0 0,0 0 0 0 0,0 0 0 0 0,0 0 0 0 0,0 0 0 0 0,0 0 0 0 0,-1-1 0 0 0,1 1-1 0 0,0 0 1 0 0,0 0 0 0 0,0 0 0 0 0,0 0 0 0 0,0 0 0 0 0,0 0 0 0 0,0 0 0 0 0,0 0 0 0 0,0 0 0 0 0,0-1 0 0 0,0 1 0 0 0,0 0 0 0 0,0 0 0 0 0,0 0 0 0 0,0 0 0 0 0,0 0 0 0 0,0 0 0 0 0,0 0 0 0 0,0 0 0 0 0,0 0-1 0 0,0-1 1 0 0,0 1 0 0 0,0 0 0 0 0,0 0 0 0 0,0 0 0 0 0,0 0 0 0 0,0 0 0 0 0,0 0 0 0 0,0 0 0 0 0,4-9-135 0 0,40-26 17 0 0,-34 29 105 0 0,-2 0-1 0 0,1-1 1 0 0,-1 0-1 0 0,0-1 0 0 0,12-13 1 0 0,-8 6-35 0 0,-1 0 0 0 0,2 2 0 0 0,14-14 0 0 0,-20 22 42 0 0,-6 4 7 0 0,0 0 0 0 0,1 0 1 0 0,-1 0-1 0 0,0 0 0 0 0,0 0 0 0 0,1 0 0 0 0,-1 0 0 0 0,0 0 0 0 0,0 0 1 0 0,0-1-1 0 0,0 1 0 0 0,-1 0 0 0 0,1-1 0 0 0,0 1 0 0 0,0-1 0 0 0,-1 1 1 0 0,1-1-1 0 0,-1 1 0 0 0,0-1 0 0 0,1 1 0 0 0,-1-3 0 0 0,0 4 1 0 0,0 0-1 0 0,0 0 0 0 0,0 0 0 0 0,0 0 0 0 0,0 0 0 0 0,0 0 1 0 0,-1 0-1 0 0,1 0 0 0 0,0 0 0 0 0,0 0 0 0 0,0 0 0 0 0,0 0 0 0 0,0 0 0 0 0,0 0 0 0 0,0 0 0 0 0,-1 0 0 0 0,1 0 0 0 0,0 0 0 0 0,0 0 0 0 0,0 0 0 0 0,0 0 1 0 0,0 0-1 0 0,0 0 0 0 0,0 0 0 0 0,-1 0 0 0 0,1 0 0 0 0,0 0 0 0 0,0 0 0 0 0,0 0 0 0 0,0 0 0 0 0,0 0 0 0 0,0 0 0 0 0,0-1 0 0 0,0 1 0 0 0,0 0 0 0 0,0 0 0 0 0,0 0 1 0 0,-1 0-1 0 0,1 0 0 0 0,0 0 0 0 0,0 0 0 0 0,0 0 0 0 0,0-1 0 0 0,0 1 0 0 0,0 0 0 0 0,0 0 0 0 0,0 0 0 0 0,0 0 0 0 0,0 0 0 0 0,0 0 0 0 0,0 0 0 0 0,0-1 1 0 0,0 1-1 0 0,0 0 0 0 0,0 0 0 0 0,0 0 0 0 0,0 0 0 0 0,-88 114-79 0 0,-32 3 153 0 0,73-74 277 0 0,-67 80 0 0 0,37-31 138 0 0,53-64-439 0 0,0 1-1 0 0,2 0 0 0 0,-27 50 0 0 0,49-79-53 0 0,0 0 1 0 0,0-1 0 0 0,0 1-1 0 0,1 0 1 0 0,-1 0 0 0 0,0 0-1 0 0,0 0 1 0 0,0 0-1 0 0,1 0 1 0 0,-1 0 0 0 0,0 1-1 0 0,0-1 1 0 0,0 0-1 0 0,1 0 1 0 0,-1 0 0 0 0,0 0-1 0 0,0 0 1 0 0,0 0 0 0 0,1 0-1 0 0,-1 0 1 0 0,0 0-1 0 0,0 1 1 0 0,0-1 0 0 0,0 0-1 0 0,1 0 1 0 0,-1 0 0 0 0,0 0-1 0 0,0 0 1 0 0,0 1-1 0 0,0-1 1 0 0,0 0 0 0 0,0 0-1 0 0,1 0 1 0 0,-1 1-1 0 0,0-1 1 0 0,0 0 0 0 0,0 0-1 0 0,0 0 1 0 0,0 1 0 0 0,0-1-1 0 0,0 0 1 0 0,0 0-1 0 0,0 0 1 0 0,0 1 0 0 0,0-1-1 0 0,0 0 1 0 0,0 0 0 0 0,0 1-1 0 0,0-1 1 0 0,0 0-1 0 0,0 0 1 0 0,-1 0 0 0 0,1 1-1 0 0,0-1 1 0 0,0 0 0 0 0,0 0-1 0 0,0 0 1 0 0,0 0-1 0 0,0 1 1 0 0,0-1 0 0 0,-1 0-1 0 0,1 0 1 0 0,0 0-1 0 0,0 0 1 0 0,0 0 0 0 0,-1 1-1 0 0,13-6-236 0 0,-1 1-1 0 0,0-2 0 0 0,0 0 0 0 0,-1 0 0 0 0,1 0 1 0 0,-1-2-1 0 0,17-15 0 0 0,36-40-2999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57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15 1441 0 0,'18'-4'1525'0'0,"-6"1"-578"0"0,1 0-1 0 0,-1 1 0 0 0,1 0 0 0 0,-1 1 1 0 0,19 1-1 0 0,-15 2-822 0 0,-1 1 1 0 0,1 1-1 0 0,-1 0 1 0 0,0 1-1 0 0,0 1 1 0 0,0 0-1 0 0,-1 1 1 0 0,20 12-1 0 0,-33-18-119 0 0,0 0 0 0 0,0-1 0 0 0,0 1 0 0 0,0 0 0 0 0,0 0 0 0 0,0 0 0 0 0,0 0 0 0 0,0 0 0 0 0,0 0 0 0 0,0 0 0 0 0,0 0 0 0 0,0 0 0 0 0,0 2 0 0 0,11 12 19 0 0,-1-5-4 0 0,-8-8-15 0 0,0 1-1 0 0,0-1 0 0 0,0 1 0 0 0,-1-1 0 0 0,1 1 1 0 0,-1 0-1 0 0,0 0 0 0 0,0 0 0 0 0,0 1 0 0 0,2 4 1 0 0,3 5 0 0 0,-5-10-7 0 0,-1-1 1 0 0,1 1-1 0 0,-1 0 1 0 0,0 0 0 0 0,0 0-1 0 0,0 0 1 0 0,0 1-1 0 0,0-1 1 0 0,-1 0-1 0 0,1 0 1 0 0,-1 0 0 0 0,0 5-1 0 0,0-7 0 0 0,0-1 0 0 0,0 1 0 0 0,1-1 0 0 0,-1 1 0 0 0,0-1 1 0 0,0 1-1 0 0,1-1 0 0 0,-1 1 0 0 0,0-1 0 0 0,1 0 0 0 0,-1 1 0 0 0,0-1 0 0 0,1 1 0 0 0,-1-1 0 0 0,1 0 0 0 0,-1 1 0 0 0,1-1 0 0 0,-1 0 0 0 0,1 0 0 0 0,-1 0 0 0 0,1 1 0 0 0,-1-1 0 0 0,1 0 1 0 0,-1 0-1 0 0,1 0 0 0 0,-1 0 0 0 0,1 0 0 0 0,-1 0 0 0 0,1 0 0 0 0,-1 0 0 0 0,1 0 0 0 0,-1 0 0 0 0,1 0 0 0 0,0 0 0 0 0,-1 0 0 0 0,1-1 0 0 0,1 1-6 0 0,-1 1 1 0 0,0-1 0 0 0,0 0 0 0 0,0 0 0 0 0,0 0 0 0 0,0 0 0 0 0,0-1 0 0 0,0 1 0 0 0,0 0 0 0 0,0 0 0 0 0,0 0 0 0 0,-1-1 0 0 0,1 1 0 0 0,0-1 0 0 0,0 1 0 0 0,0 0 0 0 0,0-1 0 0 0,-1 1 0 0 0,1-1 1 0 0,0 0-1 0 0,0 1 0 0 0,-1-1 0 0 0,1 0 0 0 0,-1 1 0 0 0,1-1 0 0 0,0 0 0 0 0,-1 0 0 0 0,1 1 0 0 0,-1-1 0 0 0,0 0 0 0 0,1 0 0 0 0,-1 0 0 0 0,0 0 0 0 0,1 0 0 0 0,-1 0 0 0 0,0 0 0 0 0,0 1 0 0 0,0-1 0 0 0,0 0 0 0 0,0 0 0 0 0,0-2 0 0 0,5-16-14 0 0,-2 14 29 0 0,-1 0 0 0 0,0-1 0 0 0,0 1 0 0 0,0 0 0 0 0,-1 0 0 0 0,2-11 0 0 0,-3 13 2 0 0,0 0-1 0 0,-1 0 1 0 0,1 1-1 0 0,-1-1 1 0 0,1 0-1 0 0,-1 0 1 0 0,0 1-1 0 0,0-1 1 0 0,0 0-1 0 0,-1 1 1 0 0,1-1-1 0 0,0 1 1 0 0,-1-1-1 0 0,0 1 1 0 0,0 0-1 0 0,1 0 1 0 0,-4-3-1 0 0,0 0-5 0 0,0 0-1 0 0,0 0 1 0 0,-1 1-1 0 0,1 0 1 0 0,-1 0 0 0 0,0 0-1 0 0,0 1 1 0 0,0 0-1 0 0,-1 0 1 0 0,1 0 0 0 0,-1 1-1 0 0,1 0 1 0 0,-1 0-1 0 0,0 1 1 0 0,0-1 0 0 0,0 2-1 0 0,0-1 1 0 0,0 1-1 0 0,0 0 1 0 0,0 0 0 0 0,1 1-1 0 0,-1 0 1 0 0,0 0-1 0 0,0 1 1 0 0,-8 2 0 0 0,-177 86-85 0 0,177-83 62 0 0,1 1 0 0 0,0 1 0 0 0,0 0 0 0 0,1 1 0 0 0,0 0 0 0 0,-19 20 0 0 0,-9 5 139 0 0,19-3-187 0 0,22-32 66 0 0,-1 0-1 0 0,1 1 0 0 0,0-1 0 0 0,0 0 0 0 0,0 1 1 0 0,-1-1-1 0 0,1 0 0 0 0,0 1 0 0 0,0-1 0 0 0,0 0 1 0 0,0 1-1 0 0,0-1 0 0 0,-1 0 0 0 0,1 1 0 0 0,0-1 1 0 0,0 0-1 0 0,0 1 0 0 0,0-1 0 0 0,0 1 0 0 0,0-1 1 0 0,0 0-1 0 0,0 1 0 0 0,1-1 0 0 0,-1 0 1 0 0,0 1-1 0 0,0-1 0 0 0,0 0 0 0 0,0 1 0 0 0,0-1 1 0 0,1 0-1 0 0,-1 1 0 0 0,0-1 0 0 0,0 0 0 0 0,0 0 1 0 0,1 1-1 0 0,-1-1 0 0 0,0 1 0 0 0,18 7-2 0 0,21-1 78 0 0,-37-7-62 0 0,96 16 96 0 0,-40-5-15 0 0,0-4 0 0 0,64 2 0 0 0,3-3-855 0 0,-57 0-477 0 0,-46-6-1736 0 0,-18-4-373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58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27 800 0 0,'19'-10'1950'0'0,"-16"8"-1705"0"0,-1 0 1 0 0,1 0-1 0 0,0 1 0 0 0,0-1 1 0 0,0 1-1 0 0,0-1 0 0 0,0 1 1 0 0,1 0-1 0 0,-1 1 0 0 0,0-1 1 0 0,0 0-1 0 0,1 1 0 0 0,-1 0 1 0 0,1 0-1 0 0,-1 0 0 0 0,0 0 1 0 0,1 0-1 0 0,-1 1 0 0 0,7 1 1 0 0,19 7-44 0 0,0 1 0 0 0,-1 1 0 0 0,0 1 0 0 0,-1 2 0 0 0,0 1 0 0 0,33 24 0 0 0,-55-35-181 0 0,0 0 0 0 0,-1 0 0 0 0,0 1 0 0 0,0-1 0 0 0,0 1 0 0 0,0 0 0 0 0,-1 0 0 0 0,0 0 0 0 0,0 1 0 0 0,0-1 0 0 0,-1 1 0 0 0,0-1 0 0 0,0 1 0 0 0,0 0 0 0 0,-1 0 0 0 0,0 0 0 0 0,0 0 0 0 0,0 0 0 0 0,-1 0 1 0 0,0 0-1 0 0,0 0 0 0 0,0 0 0 0 0,-1 0 0 0 0,0 0 0 0 0,-2 8 0 0 0,-21 40 164 0 0,13-32-11 0 0,-14 42 0 0 0,9-7 8 0 0,3-7-66 0 0,-28 66 0 0 0,30-92-91 0 0,-11 28 3 0 0,12 8-62 0 0,9-50 16 0 0,0 1 0 0 0,-1 0 0 0 0,0-1 0 0 0,0 0 0 0 0,-1 1 0 0 0,-6 12 0 0 0,-24 32-209 0 0,27-40 94 0 0,5-13 59 0 0,0 0 0 0 0,0 0 0 0 0,0 1 0 0 0,0-1 0 0 0,-1 0-1 0 0,1 0 1 0 0,-1 0 0 0 0,1 0 0 0 0,-1 0 0 0 0,-1 1 0 0 0,0-1-81 0 0,1-1 1 0 0,-1 0-1 0 0,0 0 1 0 0,1-1 0 0 0,-1 1-1 0 0,0 0 1 0 0,1-1 0 0 0,-1 0-1 0 0,0 0 1 0 0,0 1-1 0 0,-4-2 1 0 0,-74-8-4635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05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486 123 800 0 0,'16'-4'1178'0'0,"-15"4"-1039"0"0,0 0-1 0 0,0 0 1 0 0,1-1 0 0 0,-1 1 0 0 0,0 0 0 0 0,0 0-1 0 0,0-1 1 0 0,1 1 0 0 0,-1-1 0 0 0,0 1-1 0 0,0-1 1 0 0,0 1 0 0 0,0-1 0 0 0,0 0 0 0 0,0 1-1 0 0,0-1 1 0 0,0 0 0 0 0,0 0 0 0 0,0 0-1 0 0,-1 0 1 0 0,1 0 0 0 0,0 0 0 0 0,-1 0 0 0 0,1 0-1 0 0,0 0 1 0 0,-1 0 0 0 0,1 0 0 0 0,-1 0 0 0 0,0 0-1 0 0,1-1 1 0 0,-1 1 0 0 0,0 0 0 0 0,1-2-1 0 0,-20-2 276 0 0,-33 0-81 0 0,33 4-244 0 0,-1 0 0 0 0,1 1-1 0 0,-1 1 1 0 0,-32 6 0 0 0,34-4-52 0 0,5-1-14 0 0,0 0 1 0 0,0 1-1 0 0,0 1 1 0 0,0 0 0 0 0,1 0-1 0 0,0 1 1 0 0,0 1-1 0 0,0 0 1 0 0,0 1 0 0 0,1 0-1 0 0,0 1 1 0 0,-19 17-1 0 0,-7-2-6 0 0,32-21-18 0 0,0 1 1 0 0,1-1 0 0 0,-1 1 0 0 0,1 0-1 0 0,-1 0 1 0 0,1 0 0 0 0,0 1-1 0 0,0 0 1 0 0,-4 5 0 0 0,1 5-3 0 0,6-11 5 0 0,0-1-1 0 0,0 0 1 0 0,-1 1-1 0 0,1-1 1 0 0,0 0-1 0 0,-1 0 0 0 0,0 0 1 0 0,1 0-1 0 0,-1 0 1 0 0,-3 2-1 0 0,3-2-1 0 0,0-1 0 0 0,0 1 0 0 0,1 0 0 0 0,-1 0 0 0 0,0-1 0 0 0,1 1 0 0 0,-1 0 0 0 0,1 0 0 0 0,0 0 0 0 0,0 1 0 0 0,0-1 0 0 0,0 0 0 0 0,0 0 0 0 0,0 1 0 0 0,0-1 0 0 0,1 0 0 0 0,-1 1 0 0 0,1-1 0 0 0,0 1 0 0 0,0-1 0 0 0,0 1 0 0 0,0-1 0 0 0,0 0 0 0 0,1 4 0 0 0,-1-4 1 0 0,1-1 1 0 0,-1 1-1 0 0,1-1 0 0 0,0 1 0 0 0,-1-1 1 0 0,1 1-1 0 0,0-1 0 0 0,0 1 1 0 0,0-1-1 0 0,0 0 0 0 0,0 0 0 0 0,1 1 1 0 0,-1-1-1 0 0,0 0 0 0 0,0 0 1 0 0,1 0-1 0 0,-1 0 0 0 0,1 0 0 0 0,-1-1 1 0 0,1 1-1 0 0,-1 0 0 0 0,1-1 0 0 0,-1 1 1 0 0,1-1-1 0 0,0 1 0 0 0,-1-1 1 0 0,1 0-1 0 0,3 0 0 0 0,59 7-15 0 0,-55-7-22 0 0,68 2 79 0 0,1-3 0 0 0,-1-4 1 0 0,127-23-1 0 0,-193 25-35 0 0,-1 1 0 0 0,0-2 0 0 0,0 1 0 0 0,0-2 0 0 0,0 1 0 0 0,-1-1 0 0 0,0-1 0 0 0,0 0 0 0 0,0 0 0 0 0,0 0 0 0 0,-1-1 0 0 0,0-1 0 0 0,-1 1 0 0 0,0-1 0 0 0,0 0 0 0 0,-1-1 0 0 0,1 0 0 0 0,-2 0 0 0 0,8-16 0 0 0,-10 20-5 0 0,-1-1 0 0 0,0 1 0 0 0,0-1 0 0 0,0 0 0 0 0,-1 0 0 0 0,1 0 0 0 0,-2 0 0 0 0,1 0 0 0 0,-1 0 0 0 0,1 0 0 0 0,-2 0 0 0 0,1 0 0 0 0,-1 0 0 0 0,0 0 0 0 0,0 0 0 0 0,0 1 0 0 0,-3-7 0 0 0,3 8-23 0 0,1 0 1 0 0,-1 1-1 0 0,0-1 1 0 0,0 0-1 0 0,-1 1 1 0 0,1-1-1 0 0,-1 0 1 0 0,0 1-1 0 0,0 0 1 0 0,0 0-1 0 0,0-1 1 0 0,-1 1-1 0 0,1 0 1 0 0,-1 1-1 0 0,1-1 1 0 0,-1 0-1 0 0,0 1 1 0 0,0 0-1 0 0,-1-1 1 0 0,1 1-1 0 0,0 0 1 0 0,-1 1-1 0 0,1-1 1 0 0,-1 1-1 0 0,-5-2 1 0 0,2 1-252 0 0,-1 0 0 0 0,1 1 0 0 0,0 0 0 0 0,-1 0 0 0 0,1 1 0 0 0,-1 0 0 0 0,1 0 1 0 0,-1 1-1 0 0,1 0 0 0 0,-1 0 0 0 0,1 1 0 0 0,-11 3 0 0 0,-8 4-3291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07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75 4642 0 0,'0'-2'99'0'0,"0"-1"-1"0"0,0 1 0 0 0,1-1 1 0 0,-1 0-1 0 0,0 1 1 0 0,1-1-1 0 0,0 1 0 0 0,-1 0 1 0 0,1-1-1 0 0,0 1 1 0 0,0-1-1 0 0,1 1 0 0 0,-1 0 1 0 0,0 0-1 0 0,1 0 1 0 0,-1 0-1 0 0,1 0 0 0 0,0 0 1 0 0,0 0-1 0 0,-1 0 1 0 0,1 1-1 0 0,0-1 1 0 0,5-2-1 0 0,3-4 88 0 0,-4-2-39 0 0,-12 9 1307 0 0,5 1-1430 0 0,0 0-18 0 0,0 0 0 0 0,0 0 0 0 0,1 0-1 0 0,-1 0 1 0 0,0 0 0 0 0,0 0-1 0 0,1 1 1 0 0,-1-1 0 0 0,0 0 0 0 0,0 1-1 0 0,1-1 1 0 0,-1 0 0 0 0,0 1-1 0 0,1-1 1 0 0,-1 1 0 0 0,0-1 0 0 0,1 1-1 0 0,-1-1 1 0 0,1 1 0 0 0,-1-1 0 0 0,1 1-1 0 0,-1 0 1 0 0,1-1 0 0 0,-1 1-1 0 0,1 1 1 0 0,-2 1 8 0 0,1-1 1 0 0,0 1-1 0 0,0-1 0 0 0,-1 1 0 0 0,0-1 0 0 0,1 1 0 0 0,-1-1 1 0 0,0 0-1 0 0,0 0 0 0 0,0 0 0 0 0,0 0 0 0 0,-1 0 1 0 0,-4 2-1 0 0,3-1 1 0 0,0 0 0 0 0,1 0 0 0 0,-1 1 0 0 0,1-1 0 0 0,-1 1 0 0 0,1 0 0 0 0,0-1 0 0 0,-2 6 0 0 0,-8 28 95 0 0,-9 47 1 0 0,13-45-28 0 0,-18 48-1 0 0,17-56-41 0 0,1 1-1 0 0,-6 37 0 0 0,8-34 0 0 0,6-25-36 0 0,-1-1 1 0 0,1 1 0 0 0,1-1 0 0 0,-1 1 0 0 0,2-1 0 0 0,2 20 0 0 0,-3-25-44 0 0,1 0 1 0 0,1 0 0 0 0,-1 1 0 0 0,0-1 0 0 0,1 0 0 0 0,0 0 0 0 0,0 0 0 0 0,0-1 0 0 0,0 1 0 0 0,1 0-1 0 0,0-1 1 0 0,-1 1 0 0 0,1-1 0 0 0,0 0 0 0 0,1 0 0 0 0,5 4 0 0 0,-7-6-106 0 0,0 0 0 0 0,-1 0-1 0 0,1-1 1 0 0,0 1 0 0 0,0-1 0 0 0,0 1 0 0 0,0-1 0 0 0,-1 0-1 0 0,1 0 1 0 0,0 1 0 0 0,0-1 0 0 0,0-1 0 0 0,0 1 0 0 0,0 0-1 0 0,0 0 1 0 0,-1-1 0 0 0,1 1 0 0 0,0-1 0 0 0,0 1 0 0 0,0-1-1 0 0,-1 0 1 0 0,1 0 0 0 0,0 0 0 0 0,-1 0 0 0 0,2-1 0 0 0,38-19-4699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07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16 880 0 0,'-1'0'255'0'0,"0"0"-1"0"0,0 0 1 0 0,0-1-1 0 0,0 1 1 0 0,0 0-1 0 0,0 0 0 0 0,0-1 1 0 0,0 1-1 0 0,0-1 1 0 0,0 1-1 0 0,1 0 1 0 0,-1-1-1 0 0,0 0 1 0 0,0 1-1 0 0,0-1 0 0 0,1 0 1 0 0,-1 1-1 0 0,0-1 1 0 0,1 0-1 0 0,-1 0 1 0 0,0-1-1 0 0,6-1 2557 0 0,13 5-3229 0 0,-3 1 543 0 0,0-1 1 0 0,30 0-1 0 0,9 1-34 0 0,132 38-1145 0 0,-135-28-4762 0 0,-70-17 3588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08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2481 0 0,'0'0'5203'0'0,"0"-4"-4083"0"0,22 8-800 0 0,-22 1-80 0 0,22 0-80 0 0,22 9 0 0 0,1-1 1 0 0,44 7-1 0 0,0-2-320 0 0,-23-4-881 0 0,-3-9-2080 0 0,-19-5-1682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09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0 186 2321 0 0,'24'-12'4834'0'0,"9"-13"-3454"0"0,-5 4-1524 0 0,6-7-53 0 0,-26 20 191 0 0,1 0 0 0 0,1 0 0 0 0,-1 1 0 0 0,13-6 0 0 0,-18 11 10 0 0,103-48 245 0 0,-88 47-209 0 0,-18 3-42 0 0,0 0 1 0 0,0 0-1 0 0,0 0 0 0 0,0 0 0 0 0,-1 0 0 0 0,1 0 1 0 0,0 0-1 0 0,0 1 0 0 0,0-1 0 0 0,0 0 0 0 0,0 0 1 0 0,0 1-1 0 0,0-1 0 0 0,0 1 0 0 0,-1-1 0 0 0,1 1 1 0 0,0-1-1 0 0,0 1 0 0 0,0-1 0 0 0,-1 1 0 0 0,1 0 1 0 0,0 0-1 0 0,-1-1 0 0 0,1 1 0 0 0,-1 0 0 0 0,1 0 1 0 0,-1 0-1 0 0,1-1 0 0 0,-1 1 0 0 0,0 0 0 0 0,1 0 1 0 0,-1 0-1 0 0,0 0 0 0 0,0 0 0 0 0,1 0 0 0 0,-1 0 1 0 0,0 0-1 0 0,0 0 0 0 0,0 0 0 0 0,0 0 0 0 0,0 0 1 0 0,-1-1-1 0 0,1 1 0 0 0,0 0 0 0 0,0 0 0 0 0,-1 0 1 0 0,1 0-1 0 0,0 0 0 0 0,-1 1 0 0 0,-1 4-14 0 0,-1 1 1 0 0,0-1-1 0 0,0 0 0 0 0,0 0 1 0 0,0 0-1 0 0,-6 6 0 0 0,2-4 14 0 0,0-1 1 0 0,-1 0-1 0 0,0 0 0 0 0,-1-1 0 0 0,1 0 1 0 0,-1-1-1 0 0,0 1 0 0 0,-10 3 1 0 0,-23 14 3 0 0,42-23-2 0 0,0 0 1 0 0,0 0 0 0 0,0 0-1 0 0,0-1 1 0 0,0 1-1 0 0,0 0 1 0 0,0 0 0 0 0,0 0-1 0 0,0 0 1 0 0,0 0 0 0 0,0 0-1 0 0,0 0 1 0 0,0-1-1 0 0,0 1 1 0 0,0 0 0 0 0,0 0-1 0 0,-1 0 1 0 0,1 0-1 0 0,0 0 1 0 0,0 0 0 0 0,0 0-1 0 0,0 0 1 0 0,0 0 0 0 0,0 0-1 0 0,0 0 1 0 0,0 0-1 0 0,0-1 1 0 0,-1 1 0 0 0,1 0-1 0 0,0 0 1 0 0,0 0-1 0 0,0 0 1 0 0,0 0 0 0 0,0 0-1 0 0,0 0 1 0 0,0 0 0 0 0,-1 0-1 0 0,1 0 1 0 0,0 0-1 0 0,0 0 1 0 0,0 0 0 0 0,0 0-1 0 0,0 0 1 0 0,0 0-1 0 0,0 0 1 0 0,-1 1 0 0 0,1-1-1 0 0,0 0 1 0 0,0 0 0 0 0,0 0-1 0 0,0 0 1 0 0,0 0-1 0 0,0 0 1 0 0,0 0 0 0 0,0 0-1 0 0,0 0 1 0 0,-1 0-1 0 0,1 0 1 0 0,0 0 0 0 0,0 1-1 0 0,0-1 1 0 0,0 0 0 0 0,0 0-1 0 0,0 0 1 0 0,5-8 39 0 0,58-34-40 0 0,-48 31 0 0 0,-1 1 0 0 0,2 0 0 0 0,-1 1 0 0 0,28-11 0 0 0,32-18 0 0 0,-53 26-14 0 0,-21 12 11 0 0,0-1 0 0 0,0 1-1 0 0,0 0 1 0 0,0 0 0 0 0,0 0-1 0 0,0-1 1 0 0,0 1 0 0 0,1 0-1 0 0,-1 0 1 0 0,0 0 0 0 0,0 1-1 0 0,0-1 1 0 0,0 0 0 0 0,0 0-1 0 0,2 1 1 0 0,-3 1 2 0 0,1 0 1 0 0,0 0-1 0 0,0 1 0 0 0,-1-1 0 0 0,1 0 1 0 0,-1 0-1 0 0,0 0 0 0 0,0 1 0 0 0,0-1 1 0 0,0 0-1 0 0,0 0 0 0 0,0 0 0 0 0,-1 1 1 0 0,1-1-1 0 0,-1 0 0 0 0,1 0 1 0 0,-2 4-1 0 0,-4 7 17 0 0,0 0 0 0 0,0 0 0 0 0,-1 0 0 0 0,-9 12 0 0 0,1-6 37 0 0,26-20-93 0 0,-3-8 27 0 0,3 5 13 0 0,15-7 0 0 0,-13 0 0 0 0,0 0 0 0 0,21-13 0 0 0,-2 1 0 0 0,-20 15 0 0 0,-6 3 0 0 0,0 0 0 0 0,0 0 0 0 0,1 1 0 0 0,0 0 0 0 0,0 1 0 0 0,0-1 0 0 0,0 1 0 0 0,13-3 0 0 0,3 5 38 0 0,-24 7-10 0 0,1-4-14 0 0,0 2 5 0 0,-1 0 1 0 0,1-1-1 0 0,-1 1 1 0 0,0 0-1 0 0,0 0 1 0 0,0 0-1 0 0,-1 0 1 0 0,1-1-1 0 0,-1 1 0 0 0,0-1 1 0 0,0 1-1 0 0,0-1 1 0 0,-1 0-1 0 0,-4 6 1 0 0,-4 5 75 0 0,5-5-28 0 0,-1 0 1 0 0,1-1-1 0 0,-1 0 1 0 0,-1-1 0 0 0,-16 14-1 0 0,16-14-72 0 0,7-7-11 0 0,1 0-1 0 0,0 1 1 0 0,-1-1 0 0 0,1 1 0 0 0,0-1-1 0 0,0 1 1 0 0,-1-1 0 0 0,1 0 0 0 0,0 1-1 0 0,0-1 1 0 0,-1 1 0 0 0,1 0 0 0 0,0-1-1 0 0,0 1 1 0 0,0-1 0 0 0,0 1 0 0 0,0-1-1 0 0,0 1 1 0 0,0-1 0 0 0,0 1 0 0 0,0 0-1 0 0,0 0-452 0 0,1-2 395 0 0,-1 0 1 0 0,1 0-1 0 0,0 0 0 0 0,-1-1 1 0 0,1 1-1 0 0,0 0 0 0 0,0 0 1 0 0,0 0-1 0 0,0 1 0 0 0,0-1 1 0 0,0 0-1 0 0,0 0 0 0 0,0 0 1 0 0,0 1-1 0 0,0-1 1 0 0,0 0-1 0 0,1 1 0 0 0,-1-1 1 0 0,0 1-1 0 0,0 0 0 0 0,3-1 1 0 0,13-8-948 0 0,8-19-2514 0 0,-6 14 1747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09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44 480 0 0,'1'-1'203'0'0,"-1"0"1"0"0,1 1-1 0 0,0-1 0 0 0,-1 0 0 0 0,1 1 1 0 0,0-1-1 0 0,-1 1 0 0 0,1-1 0 0 0,0 1 1 0 0,-1-1-1 0 0,1 1 0 0 0,0-1 0 0 0,0 1 1 0 0,0 0-1 0 0,-1-1 0 0 0,1 1 0 0 0,1 0 1 0 0,10-6 1059 0 0,48-15 445 0 0,-59 20-1679 0 0,0 0-1 0 0,1 0 1 0 0,-1 0-1 0 0,0 1 1 0 0,1-1-1 0 0,-1 0 1 0 0,1 1 0 0 0,-1-1-1 0 0,1 1 1 0 0,-1 0-1 0 0,1-1 1 0 0,-1 1 0 0 0,1 0-1 0 0,0 0 1 0 0,-1 0-1 0 0,1 0 1 0 0,-1 0 0 0 0,1 1-1 0 0,0-1 1 0 0,-1 0-1 0 0,1 1 1 0 0,2 0 0 0 0,-3 0-24 0 0,0 0 1 0 0,0 0 0 0 0,-1 0 0 0 0,1-1 0 0 0,0 1 0 0 0,0 0 0 0 0,-1 0 0 0 0,1 0 0 0 0,-1 0-1 0 0,1 1 1 0 0,-1-1 0 0 0,1 0 0 0 0,-1 0 0 0 0,1 0 0 0 0,-1 0 0 0 0,0 0 0 0 0,0 1 0 0 0,0-1 0 0 0,1 0-1 0 0,-1 0 1 0 0,-1 0 0 0 0,1 1 0 0 0,0-1 0 0 0,0 0 0 0 0,0 0 0 0 0,0 0 0 0 0,-1 1 0 0 0,1-1 0 0 0,-1 0-1 0 0,0 1 1 0 0,-3 10 59 0 0,0-1-1 0 0,-1 1 1 0 0,0-1-1 0 0,-1-1 1 0 0,0 1-1 0 0,0-1 1 0 0,-1 0-1 0 0,-1 0 1 0 0,0-1-1 0 0,0 0 1 0 0,-10 8-1 0 0,14-14-43 0 0,-8 6 53 0 0,0 1 0 0 0,0 0 1 0 0,1 1-1 0 0,1 0 1 0 0,-14 18-1 0 0,23-27-78 0 0,0-1 0 0 0,1 1 0 0 0,-1 0 0 0 0,0-1 0 0 0,0 1 0 0 0,0-1 0 0 0,0 1 0 0 0,-1-1 1 0 0,1 0-1 0 0,0 1 0 0 0,0-1 0 0 0,-1 0 0 0 0,1 0 0 0 0,-1 0 0 0 0,1 0 0 0 0,-3 1 0 0 0,3-2 2 0 0,1 0-1 0 0,0 0 1 0 0,0 0 0 0 0,0 0-1 0 0,0 0 1 0 0,-1 0-1 0 0,1-1 1 0 0,0 1 0 0 0,0 0-1 0 0,0 0 1 0 0,0 0-1 0 0,0 0 1 0 0,-1 0 0 0 0,1 0-1 0 0,0 0 1 0 0,0-1-1 0 0,0 1 1 0 0,0 0-1 0 0,0 0 1 0 0,0 0 0 0 0,0 0-1 0 0,0-1 1 0 0,-1 1-1 0 0,1 0 1 0 0,0 0 0 0 0,0 0-1 0 0,0 0 1 0 0,0-1-1 0 0,0 1 1 0 0,0 0 0 0 0,0 0-1 0 0,0 0 1 0 0,0 0-1 0 0,0-1 1 0 0,0 1 0 0 0,0 0-1 0 0,0 0 1 0 0,0 0-1 0 0,1-1 1 0 0,-1 1 0 0 0,0 0-1 0 0,0 0 1 0 0,0 0-1 0 0,0 0 1 0 0,0 0 0 0 0,0-1-1 0 0,0 1 1 0 0,0 0-1 0 0,1 0 1 0 0,-1 0 0 0 0,0 0-1 0 0,0 0 1 0 0,0 0-1 0 0,0-1 1 0 0,0 1-1 0 0,1 0 1 0 0,-1 0 0 0 0,0 0-1 0 0,0 0 1 0 0,1 0-1 0 0,31-24-95 0 0,-22 17 67 0 0,-1 1-1 0 0,0-1 0 0 0,0 0 0 0 0,-1-1 1 0 0,0 0-1 0 0,10-13 0 0 0,-17 20 31 0 0,-1 1 0 0 0,0-1-1 0 0,0 1 1 0 0,1-1 0 0 0,-1 0-1 0 0,0 1 1 0 0,0-1 0 0 0,0 1-1 0 0,0-1 1 0 0,0 1 0 0 0,1-1-1 0 0,-1 0 1 0 0,0 1 0 0 0,0-1-1 0 0,0 1 1 0 0,-1-1 0 0 0,1 1-1 0 0,0-1 1 0 0,0 0 0 0 0,0 1-1 0 0,0-1 1 0 0,0 1 0 0 0,-1-1-1 0 0,1 1 1 0 0,0-1 0 0 0,-1 1-1 0 0,1-1 1 0 0,0 1 0 0 0,-1-1-1 0 0,1 1 1 0 0,0-1 0 0 0,-1 1 0 0 0,1 0-1 0 0,-1-1 1 0 0,1 1 0 0 0,-1 0-1 0 0,1-1 1 0 0,-1 1 0 0 0,1 0-1 0 0,-1 0 1 0 0,1-1 0 0 0,-1 1-1 0 0,1 0 1 0 0,-1 0 0 0 0,0 0-1 0 0,0 0 1 0 0,-33-6-43 0 0,23 7 35 0 0,-1 0 1 0 0,1 1 0 0 0,0 0 0 0 0,0 1 0 0 0,0 0 0 0 0,-11 5-1 0 0,-60 30 130 0 0,64-29-64 0 0,14-8-30 0 0,0 1 0 0 0,0 0 0 0 0,0 0 0 0 0,1 0 0 0 0,-1 1 0 0 0,1-1 0 0 0,-1 1 0 0 0,1 0 0 0 0,0 0 0 0 0,0 0 0 0 0,-3 4 0 0 0,6-5-16 0 0,-1-1 0 0 0,1 1 0 0 0,-1-1 0 0 0,1 1 0 0 0,0-1 0 0 0,0 0 0 0 0,0 1 0 0 0,0-1 0 0 0,0 1 0 0 0,0-1 0 0 0,0 1 0 0 0,1-1 1 0 0,-1 1-1 0 0,0-1 0 0 0,1 1 0 0 0,-1-1 0 0 0,1 1 0 0 0,0-1 0 0 0,-1 0 0 0 0,1 1 0 0 0,0-1 0 0 0,0 0 0 0 0,0 0 0 0 0,0 0 0 0 0,0 0 0 0 0,0 0 0 0 0,0 0 0 0 0,0 0 0 0 0,0 0 1 0 0,2 1-1 0 0,1 2-35 0 0,0-1 0 0 0,1 0 0 0 0,-1-1 0 0 0,0 1 0 0 0,1-1 0 0 0,0 1 0 0 0,-1-1 0 0 0,1-1 0 0 0,0 1 0 0 0,0-1 0 0 0,0 0 1 0 0,0 0-1 0 0,10 1 0 0 0,0-2-159 0 0,0-1 0 0 0,-1 0 0 0 0,19-4-1 0 0,-20 3-422 0 0,0-1-1 0 0,-1-1 0 0 0,0 0 0 0 0,1 0 0 0 0,20-13 0 0 0,30-18-3542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10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0 640 0 0,'22'5'1361'0'0,"-22"-1"-241"0"0,23 1-319 0 0,-1 0-241 0 0,-22 5-160 0 0,22-6-80 0 0,0 6 81 0 0,-22-2 79 0 0,-22 11 160 0 0,-22 19 240 0 0,-45-6-399 0 0,22-8-161 0 0,0-1-160 0 0,1-5-80 0 0,26-3-400 0 0,17-15-401 0 0,1-15-1760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10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1 240 0 0,'-44'19'2401'0'0,"-23"18"240"0"0,22-8-1360 0 0,1-1-801 0 0,22 4-320 0 0,22 11 80 0 0,-22 3 1 0 0,44-9-81 0 0,0-3-160 0 0,22-15-160 0 0,23-9-1121 0 0,0-20-3841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11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0 240 0 0,'-45'14'3682'0'0,"23"-4"-881"0"0,4-10-1360 0 0,36 0-961 0 0,-18-6-320 0 0,22 6-80 0 0,23 0 80 0 0,-1 0-80 0 0,0 6 0 0 0,1-2-80 0 0,-23 1-160 0 0,23 4-240 0 0,-45-4-480 0 0,22 5-1281 0 0,-44-2-561 0 0,-1 6 1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11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2081 0 0,'44'4'2401'0'0,"23"2"-400"0"0,17 2-320 0 0,27 2-1281 0 0,0-6-4882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12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157 143 880 0 0,'0'-4'454'0'0,"1"1"-1"0"0,0 0 0 0 0,0 0 1 0 0,0 0-1 0 0,0 0 1 0 0,1 0-1 0 0,-1 0 0 0 0,1 0 1 0 0,0 0-1 0 0,0 0 0 0 0,0 1 1 0 0,0-1-1 0 0,0 1 0 0 0,3-3 1 0 0,10-15 789 0 0,-5 6-552 0 0,-8 13-632 0 0,0-1-1 0 0,-1 0 1 0 0,1 0 0 0 0,-1 0-1 0 0,0-1 1 0 0,1 1 0 0 0,-1 0 0 0 0,0 0-1 0 0,0-1 1 0 0,-1 1 0 0 0,1-1-1 0 0,0-3 1 0 0,0 4-63 0 0,-1 0-1 0 0,1 0 1 0 0,0 0-1 0 0,-1 1 1 0 0,1-1-1 0 0,0 0 1 0 0,0 1-1 0 0,0-1 1 0 0,0 0 0 0 0,1 1-1 0 0,-1-1 1 0 0,0 1-1 0 0,0 0 1 0 0,3-2-1 0 0,-1-1-93 0 0,-19 10 50 0 0,10-3 48 0 0,0 1 0 0 0,1-1 0 0 0,-1 1 0 0 0,1 0 0 0 0,-9 9 0 0 0,-18 14 0 0 0,24-21-5 0 0,1 1 1 0 0,-1 0 0 0 0,2 1 0 0 0,-11 13 0 0 0,9-11 11 0 0,0 0 0 0 0,-19 17 0 0 0,-32 7 6 0 0,58-34-8 0 0,1 1 0 0 0,-1 0 0 0 0,1 0 0 0 0,-1 0 0 0 0,1 0 0 0 0,0 0 0 0 0,-1 0 0 0 0,1 0 1 0 0,0-1-1 0 0,0 1 0 0 0,-1 0 0 0 0,1 0 0 0 0,0 0 0 0 0,0 0 0 0 0,0 0 0 0 0,0 0 0 0 0,0 0 0 0 0,1 0 0 0 0,-1 0 0 0 0,0 0 0 0 0,0 0 0 0 0,1 0 0 0 0,-1 0 0 0 0,0 0 0 0 0,1 0 1 0 0,-1 0-1 0 0,1-1 0 0 0,0 2 0 0 0,11 4-19 0 0,0-2 1 0 0,0 1 0 0 0,0-1-1 0 0,1-1 1 0 0,-1 0 0 0 0,1-1-1 0 0,0 0 1 0 0,0-1 0 0 0,0-1-1 0 0,0 0 1 0 0,23-3 0 0 0,-29 3 22 0 0,-1-1 1 0 0,1-1-1 0 0,-1 1 1 0 0,1-1 0 0 0,-1-1-1 0 0,0 1 1 0 0,1-1-1 0 0,-1 0 1 0 0,0 0 0 0 0,8-7-1 0 0,0-1 48 0 0,0-1 0 0 0,18-22 0 0 0,3-3-13 0 0,6-6 22 0 0,-37 36-39 0 0,-23 6 40 0 0,5 31-40 0 0,-61 60 231 0 0,38-48-166 0 0,2 0-1 0 0,-44 72 1 0 0,13-1-12 0 0,62-109-100 0 0,1 1-1 0 0,1-1 1 0 0,-1 0-1 0 0,1 1 1 0 0,0-1-1 0 0,0 1 1 0 0,0-1-1 0 0,0 1 0 0 0,1 0 1 0 0,0 0-1 0 0,0 0 1 0 0,0 6-1 0 0,1-11-1 0 0,0 0 0 0 0,0 1 0 0 0,0-1-1 0 0,0 0 1 0 0,0 1 0 0 0,0-1 0 0 0,0 0-1 0 0,0 1 1 0 0,0-1 0 0 0,0 0 0 0 0,0 1-1 0 0,1-1 1 0 0,-1 0 0 0 0,0 1 0 0 0,0-1-1 0 0,0 0 1 0 0,0 0 0 0 0,1 1 0 0 0,-1-1-1 0 0,0 0 1 0 0,0 0 0 0 0,1 0 0 0 0,-1 1-1 0 0,0-1 1 0 0,0 0 0 0 0,1 0 0 0 0,-1 0-1 0 0,0 0 1 0 0,1 0 0 0 0,-1 1 0 0 0,0-1-1 0 0,1 0 1 0 0,-1 0 0 0 0,0 0 0 0 0,1 0-1 0 0,-1 0 1 0 0,0 0 0 0 0,1 0 0 0 0,0 0-1 0 0,11-3-908 0 0,-11 3 818 0 0,21-12-3208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13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19 342 3442 0 0,'-19'9'3921'0'0,"20"-9"-3856"0"0,11 0-3 0 0,-6-4 758 0 0,-6 4-633 0 0,4-1 13 0 0,-4 1-183 0 0,1 0 0 0 0,0 0 0 0 0,0-1 1 0 0,0 1-1 0 0,0 0 0 0 0,-1 0 0 0 0,1-1 0 0 0,0 1 0 0 0,0-1 0 0 0,-1 1 0 0 0,1-1 0 0 0,0 1 0 0 0,-1-1 0 0 0,1 1 0 0 0,0-1 0 0 0,-1 1 0 0 0,1-1 0 0 0,-1 0 0 0 0,1 1 0 0 0,-1-1 0 0 0,1 0 0 0 0,-1 0 0 0 0,0 1 0 0 0,1-1 0 0 0,-1-1 1 0 0,2-26 449 0 0,-2 18-537 0 0,0 9 73 0 0,0-1 0 0 0,1 0 1 0 0,-1 1-1 0 0,0-1 0 0 0,1 1 1 0 0,-1-1-1 0 0,1 1 0 0 0,-1-1 0 0 0,1 1 1 0 0,0-1-1 0 0,-1 1 0 0 0,1-1 1 0 0,0 1-1 0 0,0 0 0 0 0,1-2 1 0 0,7-10 9 0 0,9-54 68 0 0,-16 56-54 0 0,1-1-1 0 0,0 1 1 0 0,1 0-1 0 0,0 0 1 0 0,6-11 0 0 0,-9 20-14 0 0,0 0 1 0 0,-1 0-1 0 0,1 1 1 0 0,-1-1-1 0 0,0 0 1 0 0,1 0 0 0 0,-1 0-1 0 0,0 0 1 0 0,0 0-1 0 0,0 1 1 0 0,0-1-1 0 0,0 0 1 0 0,-1-3 0 0 0,0 4-2 0 0,1 0 0 0 0,0 0 0 0 0,0 0 0 0 0,-1 0 0 0 0,1 0 0 0 0,0-1 0 0 0,0 1 0 0 0,0 0 0 0 0,0 0 0 0 0,0 0 0 0 0,1 0 0 0 0,-1 0 0 0 0,0 0 0 0 0,0-1 0 0 0,1 1 0 0 0,-1 0 0 0 0,1 0 0 0 0,-1 0 0 0 0,1 0 0 0 0,-1 0 0 0 0,1 0 0 0 0,1-1 0 0 0,-1 1-3 0 0,0 0 1 0 0,1 0-1 0 0,-1 0 0 0 0,1 0 0 0 0,-1-1 0 0 0,0 1 0 0 0,0 0 0 0 0,0-1 0 0 0,0 1 0 0 0,0-1 0 0 0,1-2 0 0 0,1-34 376 0 0,19 38 15 0 0,0 0-226 0 0,178 4-428 0 0,-157-2-1048 0 0,-27-1-380 0 0,1-1 0 0 0,-1 0 0 0 0,18-3 0 0 0,-31-1-853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14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29 240 0 0,'-3'0'185'0'0,"2"0"-151"0"0,0 0-1 0 0,1 0 0 0 0,-1 1 0 0 0,0-1 0 0 0,0 0 0 0 0,1 0 0 0 0,-1 0 1 0 0,0 0-1 0 0,0 0 0 0 0,0 0 0 0 0,1 0 0 0 0,-1-1 0 0 0,0 1 0 0 0,0 0 0 0 0,1 0 1 0 0,-1-1-1 0 0,0 1 0 0 0,0 0 0 0 0,1-1 0 0 0,-1 1 0 0 0,0-1 0 0 0,1 1 1 0 0,-1-1-1 0 0,0 0 0 0 0,1 1-24 0 0,0 0 0 0 0,0-1 0 0 0,0 1 0 0 0,0 0 1 0 0,0-1-1 0 0,-1 1 0 0 0,1 0 0 0 0,0-1 0 0 0,0 1 0 0 0,0 0 0 0 0,0-1 0 0 0,-1 1 1 0 0,1 0-1 0 0,0-1 0 0 0,0 1 0 0 0,0 0 0 0 0,-1 0 0 0 0,1-1 0 0 0,0 1 0 0 0,-1 0 1 0 0,1 0-1 0 0,0 0 0 0 0,0-1 0 0 0,-1 1 0 0 0,1 0 0 0 0,0 0 0 0 0,-1 0 0 0 0,1 0 1 0 0,0 0-1 0 0,-1 0 0 0 0,1 0 0 0 0,0 0 0 0 0,-1 0 0 0 0,1 0 0 0 0,0 0 0 0 0,-1 0 1 0 0,1 0-1 0 0,-1 0 0 0 0,1 0 25 0 0,-1 0-1 0 0,1 0 1 0 0,-1 0 0 0 0,1 0 0 0 0,-1 0 0 0 0,1 0-1 0 0,-1 0 1 0 0,1 0 0 0 0,-1-1 0 0 0,1 1-1 0 0,0 0 1 0 0,-1 0 0 0 0,1 0 0 0 0,-1-1 0 0 0,1 1-1 0 0,-1 0 1 0 0,1 0 0 0 0,0-1 0 0 0,-1 1 0 0 0,1 0-1 0 0,0-1 1 0 0,-1 1 0 0 0,1 0 0 0 0,0-1 0 0 0,-1 1-1 0 0,1 0 1 0 0,0-1 0 0 0,0 1 0 0 0,0-1-1 0 0,-1 1 1 0 0,1-1 0 0 0,0 1 0 0 0,0 0 0 0 0,0-1-1 0 0,0 1 1 0 0,0-1 0 0 0,0 1 0 0 0,0-1 0 0 0,0 0-1 0 0,-1 1 31 0 0,1-1 1 0 0,0 1-1 0 0,-1-1 0 0 0,1 1 0 0 0,-1 0 0 0 0,1-1 0 0 0,-1 1 0 0 0,1 0 0 0 0,-1 0 1 0 0,1-1-1 0 0,-1 1 0 0 0,1 0 0 0 0,-1 0 0 0 0,1 0 0 0 0,-1 0 0 0 0,1 0 0 0 0,-1-1 1 0 0,1 1-1 0 0,-1 0 0 0 0,0 0 0 0 0,1 0 0 0 0,-1 1 0 0 0,1-1 0 0 0,-1 0 0 0 0,1 0 1 0 0,-1 0-1 0 0,1 0 0 0 0,-1 0 0 0 0,1 1 0 0 0,-1-1 0 0 0,1 0 0 0 0,-1 0 0 0 0,1 1 1 0 0,-1-1-1 0 0,1 0 0 0 0,-1 1 0 0 0,1-1 0 0 0,0 1 0 0 0,-1-1 0 0 0,1 0 0 0 0,0 1 1 0 0,-1-1-1 0 0,1 1 0 0 0,0-1 0 0 0,0 1 0 0 0,-1-1 0 0 0,1 1 0 0 0,0-1 0 0 0,0 1 1 0 0,0-1-1 0 0,0 1 0 0 0,-1-1 0 0 0,1 1 0 0 0,0 0 0 0 0,0-1 0 0 0,0 2 0 0 0,0 0 41 0 0,1 0 0 0 0,-1 0 0 0 0,0 0-1 0 0,0 0 1 0 0,1-1 0 0 0,-1 1 0 0 0,1 0-1 0 0,0 0 1 0 0,0 0 0 0 0,0 0 0 0 0,-1 0 0 0 0,1-1-1 0 0,1 1 1 0 0,-1 0 0 0 0,0-1 0 0 0,0 1-1 0 0,1-1 1 0 0,-1 0 0 0 0,1 1 0 0 0,1 0-1 0 0,1 1-44 0 0,1 0-1 0 0,0 0 1 0 0,-1-1 0 0 0,1 0-1 0 0,0 0 1 0 0,0 0-1 0 0,9 1 1 0 0,6 0-386 0 0,1 0 0 0 0,40-1 0 0 0,-55-2 281 0 0,-6 0 25 0 0,4 0-286 0 0,-1 1 1 0 0,1-1-1 0 0,-1 0 0 0 0,0 0 1 0 0,1 0-1 0 0,-1-1 0 0 0,1 1 1 0 0,-1-1-1 0 0,1 0 0 0 0,-1 0 1 0 0,0 0-1 0 0,0 0 0 0 0,1 0 1 0 0,-1-1-1 0 0,0 1 0 0 0,0-1 1 0 0,2-2-1 0 0,-2-10-1962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14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29 1761 0 0,'-13'-6'1342'0'0,"0"0"0"0"0,0 1 0 0 0,-1 1 0 0 0,-14-3 0 0 0,24 6-529 0 0,35 4-624 0 0,-18-2-138 0 0,32 4-130 0 0,173 10-2296 0 0,-214-15 1858 0 0,-4 1 386 0 0,1-1 0 0 0,0 0 0 0 0,-1 0-1 0 0,1 0 1 0 0,0 0 0 0 0,-1 1 0 0 0,1-1 0 0 0,0 0-1 0 0,-1 0 1 0 0,1-1 0 0 0,0 1 0 0 0,-1 0-1 0 0,1 0 1 0 0,0 0 0 0 0,-1 0 0 0 0,1 0 0 0 0,0-1-1 0 0,-1 1 1 0 0,1 0 0 0 0,-1-1 0 0 0,1 1-1 0 0,0 0 1 0 0,-1-1 0 0 0,1 1 0 0 0,-1-1 0 0 0,1 1-1 0 0,-1-1 1 0 0,1 0 0 0 0,-1-4-2137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15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1761 0 0,'0'0'2961'0'0,"0"-4"-1120"0"0,22 4-720 0 0,-22 4-801 0 0,22 2 0 0 0,1-2-80 0 0,-1 6-80 0 0,-4-1-80 0 0,4 1-80 0 0,0-6-240 0 0,0-4-400 0 0,0-4-1041 0 0,1-6-560 0 0,-1 1-160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16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2 190 80 0 0,'-1'-1'3717'0'0,"1"0"-3655"0"0,0 1 0 0 0,0 0-1 0 0,0-1 1 0 0,0 1 0 0 0,0 0-1 0 0,0-1 1 0 0,0 1 0 0 0,0 0-1 0 0,0-1 1 0 0,0 1 0 0 0,0 0-1 0 0,0-1 1 0 0,0 1 0 0 0,0 0-1 0 0,1-1 1 0 0,-1 1 0 0 0,0 0-1 0 0,0-1 1 0 0,0 1 0 0 0,0 0-1 0 0,1-1 1 0 0,-1 1 0 0 0,0 0 0 0 0,0 0-1 0 0,1-1 1 0 0,-1 1 0 0 0,0 0-1 0 0,1 0 1 0 0,-1 0 0 0 0,1-1-1 0 0,2 0 223 0 0,-2 0-246 0 0,0 1-1 0 0,0 0 1 0 0,-1 0 0 0 0,1-1-1 0 0,0 1 1 0 0,-1 0-1 0 0,1-1 1 0 0,0 1-1 0 0,-1 0 1 0 0,1-1 0 0 0,0 1-1 0 0,-1-1 1 0 0,1 1-1 0 0,-1-1 1 0 0,1 0 0 0 0,-1 1-1 0 0,1-1 1 0 0,-1 0-1 0 0,1 1 1 0 0,-1-1 0 0 0,0 0-1 0 0,1 1 1 0 0,-1-1-1 0 0,0 0 1 0 0,0 0-1 0 0,1 1 1 0 0,-1-1 0 0 0,0-1-1 0 0,1-1 11 0 0,0 0 0 0 0,1-1-1 0 0,-1 1 1 0 0,1 0-1 0 0,-1 1 1 0 0,1-1 0 0 0,0 0-1 0 0,0 0 1 0 0,0 1 0 0 0,1-1-1 0 0,-1 1 1 0 0,0 0 0 0 0,1 0-1 0 0,0 0 1 0 0,-1 0 0 0 0,4-2-1 0 0,20-19 64 0 0,-19 15-67 0 0,0 0 0 0 0,0 0 0 0 0,1 1 0 0 0,0 0 1 0 0,0 1-1 0 0,1 0 0 0 0,0 0 0 0 0,0 1 0 0 0,0 0 1 0 0,1 0-1 0 0,0 1 0 0 0,-1 0 0 0 0,1 1 0 0 0,1 0 0 0 0,13-1 1 0 0,-22 3-44 0 0,0 1 0 0 0,0-1 0 0 0,1 1 0 0 0,-1 0 0 0 0,0 0 0 0 0,1 0 1 0 0,-1 0-1 0 0,0 0 0 0 0,0 0 0 0 0,1 1 0 0 0,-1-1 0 0 0,0 1 0 0 0,0 0 1 0 0,0-1-1 0 0,0 1 0 0 0,0 0 0 0 0,4 2 0 0 0,-5-1 2 0 0,-1-1 0 0 0,1 0 0 0 0,-1 0 0 0 0,1 0 0 0 0,-1 0 1 0 0,0 1-1 0 0,1-1 0 0 0,-1 0 0 0 0,0 1 0 0 0,0-1 0 0 0,0 0 0 0 0,0 0 0 0 0,0 1 0 0 0,0-1 0 0 0,0 0 0 0 0,0 0 0 0 0,-1 3 0 0 0,-1 9 15 0 0,2-8-18 0 0,-1 1 0 0 0,0 0 1 0 0,-1-1-1 0 0,1 0 0 0 0,-1 1 0 0 0,0-1 1 0 0,-1 0-1 0 0,1 0 0 0 0,-1 0 0 0 0,0 0 1 0 0,0 0-1 0 0,0-1 0 0 0,-1 1 0 0 0,0-1 1 0 0,0 0-1 0 0,-7 6 0 0 0,-3 4 9 0 0,11-5 31 0 0,3-14-44 0 0,1 0-1 0 0,1 0 1 0 0,-1 0 0 0 0,1 0-1 0 0,-1 1 1 0 0,1-1-1 0 0,1 0 1 0 0,-1 1-1 0 0,1-1 1 0 0,0 1-1 0 0,0 0 1 0 0,5-6-1 0 0,5-5 8 0 0,31-28-1 0 0,-40 40-1 0 0,0-1 0 0 0,-1 1 0 0 0,1 0 0 0 0,0 0 0 0 0,0 1 0 0 0,1-1 0 0 0,-1 1 0 0 0,0 0 1 0 0,1 0-1 0 0,0 0 0 0 0,6-1 0 0 0,-8 3 2 0 0,0 0 1 0 0,0 1 0 0 0,-1-1-1 0 0,1 1 1 0 0,0-1 0 0 0,-1 1-1 0 0,1 0 1 0 0,0 0 0 0 0,-1 0-1 0 0,1 1 1 0 0,-1-1 0 0 0,0 1-1 0 0,1-1 1 0 0,-1 1 0 0 0,0 0-1 0 0,0 0 1 0 0,0 0 0 0 0,0 0-1 0 0,0 0 1 0 0,-1 0 0 0 0,4 4-1 0 0,-2 2 28 0 0,1-1 0 0 0,-1 1 0 0 0,0-1 0 0 0,-1 1 0 0 0,0 0-1 0 0,0 0 1 0 0,-1 0 0 0 0,1 1 0 0 0,-2-1 0 0 0,1 0 0 0 0,-2 13-1 0 0,1-18 1 0 0,0-77 35 0 0,0 74-64 0 0,0-1 0 0 0,0 0-1 0 0,0 0 1 0 0,0 0-1 0 0,0 0 1 0 0,0 0 0 0 0,1 0-1 0 0,-1 0 1 0 0,0 0-1 0 0,0 1 1 0 0,1-1 0 0 0,-1 0-1 0 0,1 0 1 0 0,-1 0-1 0 0,1 1 1 0 0,-1-1 0 0 0,1 0-1 0 0,-1 1 1 0 0,1-1-1 0 0,0 0 1 0 0,-1 1 0 0 0,1-1-1 0 0,0 1 1 0 0,0-1-1 0 0,0 0 1 0 0,0 1 0 0 0,0-1-1 0 0,-1 1 1 0 0,1 0-1 0 0,0-1 0 0 0,-1 1 1 0 0,1-1-1 0 0,0 0 1 0 0,-1 1-1 0 0,1-1 1 0 0,-1 1-1 0 0,1-1 1 0 0,-1 0-1 0 0,1 1 1 0 0,-1-1-1 0 0,0 0 1 0 0,1 0-1 0 0,-1 1 1 0 0,0-1-1 0 0,0 0 1 0 0,1 0-1 0 0,-1 1 0 0 0,0-1 1 0 0,0 0-1 0 0,0 0 1 0 0,0-1-1 0 0,0 1-1 0 0,1 0 0 0 0,-1 0 0 0 0,1 0 0 0 0,0 0 1 0 0,-1 0-1 0 0,1 0 0 0 0,0 0 0 0 0,0 0 0 0 0,-1 0 0 0 0,1 0 0 0 0,0 0 0 0 0,0 1 0 0 0,0-1 0 0 0,0 0 0 0 0,0 0 0 0 0,0 1 0 0 0,0-1 0 0 0,0 1 0 0 0,0-1 0 0 0,1 1 0 0 0,-1 0 0 0 0,0-1 0 0 0,0 1 0 0 0,0 0 0 0 0,1 0 0 0 0,-1-1 0 0 0,0 1 0 0 0,2 0 0 0 0,0 0-1 0 0,0 0 0 0 0,0-1 0 0 0,0 1 0 0 0,0 0 0 0 0,0 0 0 0 0,0 1 0 0 0,0-1 0 0 0,0 1-1 0 0,0-1 1 0 0,0 1 0 0 0,0 0 0 0 0,2 1 0 0 0,3 3-28 0 0,-1-1 25 0 0,-1 0 0 0 0,0 0 0 0 0,-1 0-1 0 0,1 1 1 0 0,-1 0 0 0 0,1 0 0 0 0,-1 0 0 0 0,4 7-1 0 0,1 2 6 0 0,-6-9 10 0 0,0 0 0 0 0,-1-1 1 0 0,1 1-1 0 0,-1 0 1 0 0,-1 1-1 0 0,1-1 1 0 0,-1 0-1 0 0,0 1 0 0 0,0-1 1 0 0,0 1-1 0 0,-1 0 1 0 0,0 0-1 0 0,1 7 0 0 0,-1-13-72 0 0,-1 0-1 0 0,1 0 1 0 0,0 0-1 0 0,0 0 1 0 0,-1 1-1 0 0,1-1 0 0 0,0-1 1 0 0,0 1-1 0 0,-1 0 1 0 0,1 0-1 0 0,0 0 1 0 0,0 0-1 0 0,-1 0 0 0 0,1-1 1 0 0,0 1-1 0 0,-1 0 1 0 0,1-1-1 0 0,0 1 1 0 0,-1-1-1 0 0,1 1 0 0 0,0 0 1 0 0,-1-1-1 0 0,1 1 1 0 0,-1-1-1 0 0,1 0 1 0 0,-1 1-1 0 0,1-1 0 0 0,-1 1 1 0 0,1-1-1 0 0,-1 0 1 0 0,0 1-1 0 0,1-1 1 0 0,-1 0-1 0 0,0 0 1 0 0,0 1-1 0 0,1-1 0 0 0,-1 0 1 0 0,0-1-1 0 0,3-21-2672 0 0,12-13-615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17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30 1361 0 0,'1'-17'5617'0'0,"8"9"-3972"0"0,-1 6-1612 0 0,1 1 1 0 0,-1 0 0 0 0,1 1-1 0 0,13 0 1 0 0,-22 0-21 0 0,4 0-11 0 0,0 0-1 0 0,0 0 1 0 0,0 0 0 0 0,-1 0-1 0 0,1 1 1 0 0,0-1 0 0 0,0 1-1 0 0,-1 0 1 0 0,1 0 0 0 0,0 0-1 0 0,-1 1 1 0 0,1-1 0 0 0,-1 1-1 0 0,0 0 1 0 0,5 3 0 0 0,-3 4 52 0 0,-1 1-1 0 0,0-1 1 0 0,5 18 0 0 0,-8-23-43 0 0,0-1 0 0 0,0 1-1 0 0,0 0 1 0 0,-1 0-1 0 0,1-1 1 0 0,-1 1-1 0 0,0 0 1 0 0,0 0-1 0 0,0 0 1 0 0,0 0-1 0 0,0-1 1 0 0,-1 1-1 0 0,0 0 1 0 0,-1 5-1 0 0,-7 1 14 0 0,8-9-21 0 0,0 0 0 0 0,0 1 0 0 0,0-1 1 0 0,0 0-1 0 0,0 1 0 0 0,0-1 0 0 0,1 0 0 0 0,-1 1 0 0 0,0-1 1 0 0,1 1-1 0 0,-1-1 0 0 0,1 1 0 0 0,0-1 0 0 0,-1 1 0 0 0,1-1 1 0 0,0 1-1 0 0,0-1 0 0 0,0 1 0 0 0,0-1 0 0 0,0 1 0 0 0,1 2 1 0 0,-1-6 8 0 0,0 0 0 0 0,0 0 0 0 0,0 1 0 0 0,0-1 0 0 0,0 0 0 0 0,1 0 0 0 0,-1 0 0 0 0,0 1 0 0 0,1-1 0 0 0,0 0 0 0 0,-1 0 0 0 0,1 1 0 0 0,0-1 0 0 0,0 0 0 0 0,0 1 0 0 0,0-1 0 0 0,0 1 0 0 0,0 0 0 0 0,2-3 0 0 0,3-2-12 0 0,-5 4 18 0 0,0-1 0 0 0,-1 0 1 0 0,1 0-1 0 0,0 0 0 0 0,-1 0 1 0 0,1 0-1 0 0,-1-1 0 0 0,0 1 1 0 0,0 0-1 0 0,0 0 0 0 0,-1 0 1 0 0,1 0-1 0 0,-1 0 0 0 0,0 0 1 0 0,-1-6-1 0 0,-1 8-12 0 0,-1-1 0 0 0,1 1-1 0 0,0 0 1 0 0,0-1 0 0 0,0 1-1 0 0,-1 1 1 0 0,1-1 0 0 0,0 0 0 0 0,-1 1-1 0 0,1 0 1 0 0,-1 0 0 0 0,1 0-1 0 0,-6 1 1 0 0,-11-1 5 0 0,1 1 0 0 0,0 1 0 0 0,-27 6 0 0 0,36-6-4 0 0,0 1-1 0 0,0 0 0 0 0,1 1 0 0 0,-1 0 1 0 0,1 1-1 0 0,0 0 0 0 0,0 0 0 0 0,1 0 1 0 0,-12 10-1 0 0,18-13-2 0 0,0 0 0 0 0,0 0-1 0 0,1 0 1 0 0,-1 0 0 0 0,0 0 0 0 0,1 0 0 0 0,-1 0 0 0 0,1 0 0 0 0,0 1-1 0 0,-1-1 1 0 0,1 1 0 0 0,-1 3 0 0 0,2-5-2 0 0,0 0 0 0 0,0 0 0 0 0,0 1 1 0 0,0-1-1 0 0,0 0 0 0 0,0 1 0 0 0,0-1 0 0 0,1 0 0 0 0,-1 1 1 0 0,0-1-1 0 0,1 0 0 0 0,-1 0 0 0 0,1 0 0 0 0,-1 1 1 0 0,1-1-1 0 0,-1 0 0 0 0,1 0 0 0 0,1 1 0 0 0,3 4 5 0 0,1-1 0 0 0,0-1 1 0 0,0 1-1 0 0,0-1 0 0 0,1 0 0 0 0,-1 0 0 0 0,8 2 0 0 0,7 5 5 0 0,-3-2 0 0 0,-1-1 1 0 0,1-1-1 0 0,1-1 0 0 0,-1 0 1 0 0,1-2-1 0 0,0 0 0 0 0,0-1 1 0 0,1-1-1 0 0,-1 0 0 0 0,35-3 1 0 0,2-4-414 0 0,0-2 0 0 0,73-19 0 0 0,-36-1-2147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20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41 3602 0 0,'-22'10'2881'0'0,"0"-10"-2401"0"0,22 5-640 0 0,-22-5 160 0 0,-1-5 0 0 0,23 1-80 0 0,0-6-240 0 0,-17-4-881 0 0,17 4-1280 0 0,-23-3-80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21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997 101 480 0 0,'-1'-1'548'0'0,"6"-2"-469"0"0,26-8 47 0 0,-25 11-145 0 0,12-1 1003 0 0,-29 7 887 0 0,8-5-1285 0 0,-5-3-103 0 0,0-1 0 0 0,0-1 0 0 0,1 1 0 0 0,-8-6 0 0 0,-28-12-30 0 0,13 10-291 0 0,-25-6 250 0 0,23 10 189 0 0,17 4-534 0 0,1 0-1 0 0,-1 0 1 0 0,-24 0-1 0 0,-76 0 47 0 0,-103 5 94 0 0,205-2-196 0 0,-37 2 58 0 0,27 1-34 0 0,0 1-1 0 0,1 1 0 0 0,-1 1 0 0 0,1 2 1 0 0,0 0-1 0 0,-24 13 0 0 0,11-8-23 0 0,26-11-3 0 0,0 2 0 0 0,0-1 0 0 0,0 1 0 0 0,1 0 0 0 0,-1 1 0 0 0,-7 6 0 0 0,-28 15 0 0 0,21-15-69 0 0,23-11 62 0 0,0 0 0 0 0,0 0-1 0 0,0 1 1 0 0,-1-1 0 0 0,1 0 0 0 0,0 0 0 0 0,0 0 0 0 0,-1 0 0 0 0,1 0 0 0 0,0 0 0 0 0,0 1-1 0 0,0-1 1 0 0,0 0 0 0 0,-1 0 0 0 0,1 0 0 0 0,0 1 0 0 0,0-1 0 0 0,0 0 0 0 0,0 0 0 0 0,0 0-1 0 0,0 1 1 0 0,-1-1 0 0 0,1 0 0 0 0,0 0 0 0 0,0 0 0 0 0,0 1 0 0 0,0-1 0 0 0,0 0 0 0 0,0 0-1 0 0,0 1 1 0 0,0-1 0 0 0,0 0 0 0 0,0 0 0 0 0,0 1 0 0 0,0-1 0 0 0,0 0 0 0 0,0 0 0 0 0,1 0-1 0 0,-1 1 1 0 0,0-1 0 0 0,0 0 0 0 0,0 0 0 0 0,0 1 0 0 0,0-1 0 0 0,0 0 0 0 0,0 0 0 0 0,1 0-1 0 0,-1 0 1 0 0,0 1 0 0 0,0-1 0 0 0,0 0 0 0 0,1 0 0 0 0,-1 0 0 0 0,0 0 0 0 0,0 0 0 0 0,0 1-1 0 0,1-1 1 0 0,-1 0 0 0 0,0 0 0 0 0,7 3 11 0 0,0 1-19 0 0,-15 1-37 0 0,2-3 30 0 0,2 12 37 0 0,5-5 20 0 0,-2-6-42 0 0,1-1 0 0 0,0 1-1 0 0,0 0 1 0 0,0-1-1 0 0,0 1 1 0 0,0 0 0 0 0,0-1-1 0 0,1 1 1 0 0,-1 0-1 0 0,1-1 1 0 0,0 1 0 0 0,0-1-1 0 0,0 1 1 0 0,0-1 0 0 0,0 1-1 0 0,1-1 1 0 0,-1 0-1 0 0,1 1 1 0 0,-1-1 0 0 0,1 0-1 0 0,2 2 1 0 0,4 23-15 0 0,-5-24 14 0 0,0 0 0 0 0,1 0 0 0 0,-1-1 0 0 0,1 1 0 0 0,0-1 0 0 0,0 0 0 0 0,0 0 0 0 0,7 2 0 0 0,34 19 14 0 0,-39-21-8 0 0,0 0 1 0 0,0 0 0 0 0,0 1-1 0 0,0-1 1 0 0,0 1 0 0 0,6 5-1 0 0,29 12 14 0 0,25 13-20 0 0,-61-32 0 0 0,-1 1 0 0 0,1 1 0 0 0,-1-1 0 0 0,0 1 0 0 0,0 0 0 0 0,0 0 0 0 0,0 0 0 0 0,6 7 0 0 0,-6-7 0 0 0,0 1 0 0 0,-1-1 0 0 0,1 0 0 0 0,0 0 0 0 0,0 0 0 0 0,1 0 0 0 0,-1-1 0 0 0,9 4 0 0 0,24 6-7 0 0,122 34-66 0 0,-127-38 62 0 0,-15-4 0 0 0,-1 0-1 0 0,1-1 1 0 0,0-1-1 0 0,0-1 1 0 0,22 0-1 0 0,-20-1-6 0 0,0-1-1 0 0,23-3 0 0 0,12-2-5 0 0,-44 4 30 0 0,0 0 0 0 0,0-1-1 0 0,0 0 1 0 0,-1 0 0 0 0,1-1-1 0 0,12-8 1 0 0,61-37 83 0 0,-70 40-71 0 0,28-12-4 0 0,-34 18-12 0 0,0 0 0 0 0,0-1 0 0 0,0 1 0 0 0,0-2 1 0 0,6-4-1 0 0,24-9 64 0 0,-37 17-66 0 0,1 1 0 0 0,-1 0 0 0 0,0-1 0 0 0,1 1 0 0 0,-1-1 0 0 0,0 1 0 0 0,1 0 0 0 0,-1-1 0 0 0,0 1 0 0 0,1-1 0 0 0,-1 1-1 0 0,0-1 1 0 0,0 1 0 0 0,1-1 0 0 0,-1 1 0 0 0,0-1 0 0 0,0 0 0 0 0,0 1 0 0 0,0-1 0 0 0,0 1 0 0 0,0-1 0 0 0,0 1 0 0 0,0-1 0 0 0,0 1-1 0 0,0-1 1 0 0,0 0 0 0 0,0 1 0 0 0,0-1 0 0 0,-1 1 0 0 0,1-1 0 0 0,0 1 0 0 0,0-1 0 0 0,-1 1 0 0 0,1-1 0 0 0,0 1 0 0 0,0-1-1 0 0,-1 0 1 0 0,-13-20 7 0 0,11 17 3 0 0,-8-20 63 0 0,-23-38 1 0 0,16 29-23 0 0,16 26-43 0 0,-2 0 0 0 0,1 1 0 0 0,-1 0-1 0 0,0-1 1 0 0,0 1 0 0 0,0 0-1 0 0,-1 1 1 0 0,0-1 0 0 0,0 1 0 0 0,-1 0-1 0 0,1 1 1 0 0,-1-1 0 0 0,-7-3 0 0 0,6 4-2 0 0,0 0 1 0 0,0 1 0 0 0,0 0-1 0 0,0 0 1 0 0,-1 0 0 0 0,1 1-1 0 0,-1 1 1 0 0,0-1 0 0 0,0 1-1 0 0,1 0 1 0 0,-1 1 0 0 0,0 0-1 0 0,-10 1 1 0 0,13-1-74 0 0,4 0 30 0 0,1 0 1 0 0,-1 0 0 0 0,1 0 0 0 0,-1 0 0 0 0,1 0 0 0 0,-1 0 0 0 0,1 0 0 0 0,-1 0 0 0 0,1 1-1 0 0,-1-1 1 0 0,1 0 0 0 0,-1 0 0 0 0,1 0 0 0 0,-1 0 0 0 0,1 1 0 0 0,0-1 0 0 0,-1 0 0 0 0,1 0-1 0 0,-1 1 1 0 0,1-1 0 0 0,0 0 0 0 0,-1 1 0 0 0,1-1 0 0 0,0 1 0 0 0,-1-1 0 0 0,1 0 0 0 0,0 1-1 0 0,-1-1 1 0 0,1 1 0 0 0,0-1 0 0 0,0 1 0 0 0,0-1 0 0 0,0 1 0 0 0,-1-1 0 0 0,1 0 0 0 0,0 1-1 0 0,0-1 1 0 0,0 1 0 0 0,0-1 0 0 0,0 1 0 0 0,0-1 0 0 0,0 1 0 0 0,0-1 0 0 0,0 1 0 0 0,0-1-1 0 0,1 1 1 0 0,-1 0 0 0 0,0-1-106 0 0,0 1 0 0 0,-1 0-1 0 0,1-1 1 0 0,0 1 0 0 0,0-1 0 0 0,0 1 0 0 0,-1 0-1 0 0,1-1 1 0 0,0 1 0 0 0,-1-1 0 0 0,1 1-1 0 0,0-1 1 0 0,-1 1 0 0 0,1-1 0 0 0,-1 0 0 0 0,1 1-1 0 0,-1-1 1 0 0,1 1 0 0 0,-1-1 0 0 0,1 0-1 0 0,-1 1 1 0 0,1-1 0 0 0,-1 0 0 0 0,0 0-1 0 0,1 0 1 0 0,-1 1 0 0 0,1-1 0 0 0,-1 0 0 0 0,0 0-1 0 0,1 0 1 0 0,-2 0 0 0 0,-2 1-789 0 0,1 3-1884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34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15 3602 0 0,'6'-7'1018'0'0,"2"1"70"0"0,23 5 501 0 0,-5 2-1137 0 0,42 8 0 0 0,-59-8-423 0 0,-1 2 23 0 0,-1 0-1 0 0,0 0 0 0 0,-1 0 1 0 0,1 1-1 0 0,0 0 0 0 0,-1 0 1 0 0,0 1-1 0 0,0 0 0 0 0,0 0 0 0 0,-1 0 1 0 0,0 1-1 0 0,8 9 0 0 0,-12-14-39 0 0,1 0-1 0 0,-1 1 0 0 0,0-1 1 0 0,0 1-1 0 0,1 0 1 0 0,-1-1-1 0 0,0 1 0 0 0,0 0 1 0 0,0-1-1 0 0,0 1 0 0 0,-1 0 1 0 0,1 0-1 0 0,-1 0 0 0 0,1 0 1 0 0,-1 0-1 0 0,1 0 0 0 0,-1 0 1 0 0,0 0-1 0 0,0 0 0 0 0,0 0 1 0 0,0 0-1 0 0,0 0 1 0 0,-1 0-1 0 0,1 0 0 0 0,0 0 1 0 0,-1 0-1 0 0,0-1 0 0 0,1 1 1 0 0,-2 3-1 0 0,-1-2 5 0 0,-1 1 0 0 0,1 0 0 0 0,-1-1 0 0 0,1 0 0 0 0,-1 0 0 0 0,0 0 1 0 0,-1 0-1 0 0,1-1 0 0 0,0 0 0 0 0,-1 1 0 0 0,-4 0 0 0 0,-28 14 77 0 0,36-17-91 0 0,0 0 0 0 0,1 1 0 0 0,-1-1 0 0 0,0 0 0 0 0,1 1 0 0 0,-1-1 0 0 0,0 0 0 0 0,1 0 0 0 0,-1 0 0 0 0,0 0 0 0 0,0 0 0 0 0,1 0 0 0 0,-1 0 0 0 0,0 0 0 0 0,0 0 0 0 0,1 0 0 0 0,-1 0 0 0 0,0 0 0 0 0,1 0 0 0 0,-1 0 0 0 0,0-1 0 0 0,0 1 0 0 0,1 0 0 0 0,-1-1 0 0 0,0 1 0 0 0,1 0 0 0 0,-1-1 0 0 0,1 1 0 0 0,-1-1 0 0 0,1 1-1 0 0,-1-1 1 0 0,0 1 0 0 0,1-1 0 0 0,0 0 0 0 0,-1 1 0 0 0,1-1 0 0 0,-1 1 0 0 0,1-1 0 0 0,0 0 0 0 0,-1 1 0 0 0,1-1 0 0 0,0 0 0 0 0,0 0 0 0 0,0 1 0 0 0,-1-1 0 0 0,1 0 0 0 0,0 0 0 0 0,0 1 0 0 0,0-1 0 0 0,0 0 0 0 0,1-1 0 0 0,-1-51 96 0 0,1 38-85 0 0,-1-60-307 0 0,-4 75 201 0 0,1 2 64 0 0,0-1 1 0 0,0 1-1 0 0,1 0 1 0 0,-1 0-1 0 0,0 0 1 0 0,1 0-1 0 0,0 0 0 0 0,-1 0 1 0 0,-1 4-1 0 0,-16 14-139 0 0,-10 6 18 0 0,-59 57 154 0 0,88-80 15 0 0,-1 0 0 0 0,1 0 0 0 0,0-1 0 0 0,0 1-1 0 0,0 0 1 0 0,0 0 0 0 0,1 0 0 0 0,-1 0 0 0 0,1 0 0 0 0,-1 1 0 0 0,1-1 0 0 0,0 0 0 0 0,0 0 0 0 0,1 0 0 0 0,0 4 0 0 0,0 10 65 0 0,-1-15-56 0 0,0 1 1 0 0,0-1 0 0 0,0 1-1 0 0,1-1 1 0 0,-1 1 0 0 0,1-1 0 0 0,0 1-1 0 0,0-1 1 0 0,0 1 0 0 0,0-1-1 0 0,0 0 1 0 0,0 0 0 0 0,1 0 0 0 0,-1 1-1 0 0,1-1 1 0 0,-1 0 0 0 0,3 2-1 0 0,0-1-2 0 0,0 0-1 0 0,0 0 1 0 0,0-1-1 0 0,1 1 1 0 0,-1-1-1 0 0,0 0 1 0 0,1 0-1 0 0,7 2 0 0 0,7 0-144 0 0,-1 0-1 0 0,1-2 0 0 0,-1 0 0 0 0,25-1 0 0 0,35-5-1627 0 0,-8-5-2028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35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1 120 2241 0 0,'0'-4'325'0'0,"1"-1"1"0"0,0 1-1 0 0,0-1 0 0 0,0 1 1 0 0,1 0-1 0 0,0-1 0 0 0,-1 1 1 0 0,2 0-1 0 0,-1 0 0 0 0,0 0 0 0 0,1 1 1 0 0,-1-1-1 0 0,1 0 0 0 0,4-2 1 0 0,-5 3-261 0 0,1 0 0 0 0,0 0 0 0 0,0 0 0 0 0,0 1 1 0 0,0-1-1 0 0,0 1 0 0 0,1 0 0 0 0,-1 0 0 0 0,1 0 1 0 0,-1 0-1 0 0,1 1 0 0 0,0-1 0 0 0,-1 1 0 0 0,1 0 1 0 0,5 0-1 0 0,-8 0-73 0 0,0 1 0 0 0,1 0 1 0 0,-1 0-1 0 0,1 0 1 0 0,-1 0-1 0 0,1 0 0 0 0,-1 0 1 0 0,0 0-1 0 0,1 1 1 0 0,-1-1-1 0 0,1 0 0 0 0,-1 1 1 0 0,0-1-1 0 0,1 1 0 0 0,-1-1 1 0 0,0 1-1 0 0,0 0 1 0 0,0 0-1 0 0,1-1 0 0 0,-1 1 1 0 0,0 0-1 0 0,0 0 0 0 0,0 0 1 0 0,0 0-1 0 0,0 0 1 0 0,0 1-1 0 0,-1-1 0 0 0,1 0 1 0 0,0 0-1 0 0,-1 1 1 0 0,1-1-1 0 0,0 0 0 0 0,-1 1 1 0 0,0-1-1 0 0,1 0 0 0 0,-1 1 1 0 0,0-1-1 0 0,0 1 1 0 0,1-1-1 0 0,-1 0 0 0 0,-1 3 1 0 0,0 4-1 0 0,0-1 0 0 0,-1 1 1 0 0,0-1-1 0 0,0 0 1 0 0,-1 0-1 0 0,-3 7 0 0 0,3-8 23 0 0,1-1 1 0 0,-1 1-1 0 0,-1-1 0 0 0,1 0 0 0 0,-1 0 1 0 0,1-1-1 0 0,-1 1 0 0 0,-1-1 0 0 0,1 0 1 0 0,-1 0-1 0 0,1 0 0 0 0,-1-1 0 0 0,-9 6 1 0 0,14-9-16 0 0,0 0 0 0 0,-1 0 0 0 0,1 0 0 0 0,0 0 0 0 0,0 0 0 0 0,0 0 0 0 0,0 0 0 0 0,-1 0 0 0 0,1 0 0 0 0,0 0 0 0 0,0 0 0 0 0,0 0 0 0 0,0 0 0 0 0,0 0 0 0 0,-1 0 0 0 0,1 0 0 0 0,0 0 0 0 0,0 0 0 0 0,0 0 0 0 0,0 0 0 0 0,0 0 0 0 0,-1 0 0 0 0,1 0 0 0 0,0-1 0 0 0,0 1 0 0 0,0 0 0 0 0,0 0 0 0 0,0 0 0 0 0,0 0 0 0 0,0 0 0 0 0,-1 0 0 0 0,1 0 0 0 0,0-1 0 0 0,0 1 0 0 0,0 0 0 0 0,0 0 0 0 0,0 0 0 0 0,0 0 0 0 0,0 0 0 0 0,0-1 0 0 0,0 1-1 0 0,0 0 1 0 0,0 0 0 0 0,0 0 0 0 0,0 0 0 0 0,0 0 0 0 0,0-1 0 0 0,0 1 0 0 0,0 0 0 0 0,0 0 0 0 0,0 0 0 0 0,0 0 0 0 0,0-1 0 0 0,0 1 0 0 0,0 0 0 0 0,0 0 0 0 0,0 0 0 0 0,0 0 0 0 0,0 0 0 0 0,1 0 0 0 0,-1-1 0 0 0,0 1 0 0 0,4-12 14 0 0,33-21 53 0 0,-29 18-67 0 0,-7 13-1 0 0,0 0 0 0 0,0-1 0 0 0,0 1 0 0 0,0 0 0 0 0,0 0 0 0 0,1 1 0 0 0,-1-1 0 0 0,1 0-1 0 0,-1 0 1 0 0,1 1 0 0 0,0-1 0 0 0,3-2 0 0 0,29-19-52 0 0,-19 1 40 0 0,-1 12 13 0 0,12-9 0 0 0,-23 17-1 0 0,0 0 1 0 0,0 0 0 0 0,1 0 0 0 0,-1 1-1 0 0,0-1 1 0 0,0 1 0 0 0,1 0 0 0 0,-1 0-1 0 0,1 0 1 0 0,-1 0 0 0 0,1 1 0 0 0,5-1-1 0 0,-7 1 3 0 0,-1 0-1 0 0,0-1 0 0 0,0 1 0 0 0,0 0 0 0 0,1 0 0 0 0,-1 0 0 0 0,0 0 1 0 0,0 0-1 0 0,1 0 0 0 0,-1 1 0 0 0,0-1 0 0 0,0 0 0 0 0,0 0 0 0 0,1 1 1 0 0,-1-1-1 0 0,0 1 0 0 0,0-1 0 0 0,0 1 0 0 0,0 0 0 0 0,0-1 0 0 0,0 1 0 0 0,0 0 1 0 0,0 0-1 0 0,0 0 0 0 0,0-1 0 0 0,-1 1 0 0 0,1 0 0 0 0,0 0 0 0 0,0 0 1 0 0,-1 1-1 0 0,1-1 0 0 0,-1 0 0 0 0,1 0 0 0 0,-1 0 0 0 0,1 0 0 0 0,-1 0 1 0 0,1 2-1 0 0,-2 7 22 0 0,1 1 0 0 0,-1-1 1 0 0,-1 1-1 0 0,0-1 0 0 0,0 0 1 0 0,-1 0-1 0 0,-5 12 0 0 0,8-20-5 0 0,0-1-1 0 0,-1 1 0 0 0,1-1 0 0 0,-1 1 0 0 0,1-1 1 0 0,-1 1-1 0 0,0-1 0 0 0,1 0 0 0 0,-1 1 0 0 0,0-1 1 0 0,0 0-1 0 0,0 1 0 0 0,0-1 0 0 0,0 0 0 0 0,0 0 1 0 0,0 0-1 0 0,0 0 0 0 0,-1 0 0 0 0,1 0 0 0 0,0 0 1 0 0,-1-1-1 0 0,1 1 0 0 0,0 0 0 0 0,-1-1 0 0 0,1 1 1 0 0,-1-1-1 0 0,1 1 0 0 0,-1-1 0 0 0,1 0 0 0 0,-1 0 1 0 0,0 1-1 0 0,1-1 0 0 0,-1 0 0 0 0,1 0 0 0 0,-1-1 1 0 0,1 1-1 0 0,-2 0 0 0 0,3-1-9 0 0,0 1 0 0 0,0 0 0 0 0,0 0 0 0 0,0 0 0 0 0,0 0 0 0 0,0 0 0 0 0,0 0 0 0 0,0 0 0 0 0,0 0 0 0 0,1 0-1 0 0,0 0 0 0 0,0 0 0 0 0,0-1-1 0 0,0 1 1 0 0,0 0 0 0 0,0 0 0 0 0,0-1 0 0 0,-1 1-1 0 0,1 0 1 0 0,0-1 0 0 0,0 1 0 0 0,0-1 0 0 0,0 0-1 0 0,0 1 1 0 0,-1-1 0 0 0,1 1 0 0 0,0-1 0 0 0,0 0 0 0 0,-1 0-1 0 0,1 1 1 0 0,0-1 0 0 0,0-2 0 0 0,-2-10-8 0 0,0 11 5 0 0,2 1-4 0 0,-1 0 0 0 0,0 0 0 0 0,1-1 0 0 0,0 1 0 0 0,-1 0 0 0 0,1 0 0 0 0,0 0 0 0 0,0 0 0 0 0,-1 0 0 0 0,1 0 0 0 0,0 0 0 0 0,0 0 0 0 0,0 0 0 0 0,0 1 0 0 0,0-1 0 0 0,1 0 0 0 0,-1 1 1 0 0,2-2-1 0 0,30-14-2 0 0,-17 8-10 0 0,-8 4-20 0 0,0 0 0 0 0,1 0 0 0 0,-1 1 1 0 0,1 0-1 0 0,17-4 0 0 0,-23 7 32 0 0,-1-1-1 0 0,1 1 1 0 0,-1 0 0 0 0,1 0-1 0 0,0 0 1 0 0,-1 0 0 0 0,1 0-1 0 0,0 1 1 0 0,-1-1 0 0 0,1 1-1 0 0,-1-1 1 0 0,1 1 0 0 0,-1 0-1 0 0,1 0 1 0 0,-1 0 0 0 0,0 1-1 0 0,1-1 1 0 0,-1 0-1 0 0,0 1 1 0 0,0 0 0 0 0,0-1-1 0 0,0 1 1 0 0,0 0 0 0 0,-1 0-1 0 0,1 0 1 0 0,2 4 0 0 0,14 32 168 0 0,-18-36-153 0 0,1 0-1 0 0,0 0 0 0 0,-1 0 0 0 0,1 1 1 0 0,-1-1-1 0 0,0 0 0 0 0,1 0 0 0 0,-1 0 1 0 0,0 0-1 0 0,0 1 0 0 0,0-1 0 0 0,-1 0 1 0 0,1 0-1 0 0,-1 0 0 0 0,1 0 0 0 0,-1 0 1 0 0,0 1-1 0 0,1-1 0 0 0,-3 3 0 0 0,-13 6 107 0 0,3-2-112 0 0,27-9-245 0 0,-11-1 77 0 0,0 1 1 0 0,1-1 0 0 0,-1 0-1 0 0,0-1 1 0 0,0 1 0 0 0,-1 0 0 0 0,1-1-1 0 0,0 0 1 0 0,0 1 0 0 0,-1-1-1 0 0,1 0 1 0 0,-1 0 0 0 0,1-1-1 0 0,2-2 1 0 0,-5 4 16 0 0,0 0 0 0 0,0 0 1 0 0,0 0-1 0 0,0 0 0 0 0,1 1 0 0 0,-1-1 0 0 0,0 0 0 0 0,1 0 0 0 0,-1 0 0 0 0,1 0 1 0 0,-1 0-1 0 0,1 1 0 0 0,-1-1 0 0 0,1 0 0 0 0,0 0 0 0 0,-1 1 0 0 0,1-1 0 0 0,0 0 1 0 0,-1 1-1 0 0,1-1 0 0 0,2 0 0 0 0,3-5-792 0 0,-2-8-1174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36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9 1681 0 0,'0'-9'6469'0'0,"0"12"-6474"0"0,1 1 0 0 0,-1-1 0 0 0,1 0 0 0 0,-1 0 0 0 0,1 0-1 0 0,0 0 1 0 0,0 0 0 0 0,0 0 0 0 0,1 0 0 0 0,-1-1 0 0 0,3 5 0 0 0,5 11 13 0 0,-7-14-1 0 0,18 51 100 0 0,-19-51-74 0 0,0 0 0 0 0,0 1 1 0 0,-1-1-1 0 0,0 0 0 0 0,0 0 1 0 0,0 1-1 0 0,0-1 0 0 0,0 0 1 0 0,-1 1-1 0 0,0-1 0 0 0,0 0 1 0 0,-2 7-1 0 0,-4 0 77 0 0,5-9-80 0 0,1 0 1 0 0,-1 1-1 0 0,1-1 1 0 0,0 0-1 0 0,0 1 0 0 0,0-1 1 0 0,0 1-1 0 0,1-1 1 0 0,-1 1-1 0 0,0 0 0 0 0,1-1 1 0 0,0 1-1 0 0,0 0 1 0 0,0-1-1 0 0,0 1 1 0 0,0 3-1 0 0,0-6-26 0 0,0 1 0 0 0,-1-1 0 0 0,1 0 0 0 0,-1 1 0 0 0,1-1 0 0 0,0 0 0 0 0,-1 0 0 0 0,1 1 0 0 0,-1-1 0 0 0,1 0 0 0 0,-1 0 0 0 0,1 0 0 0 0,-1 0 0 0 0,1 0 0 0 0,-1 0 0 0 0,1 0 0 0 0,-1 0 0 0 0,1 0 0 0 0,-1 0 0 0 0,1 0-1 0 0,-1 0 1 0 0,1 0 0 0 0,-1 0 0 0 0,0-1 0 0 0,-6 0-14 0 0,8-2 14 0 0,9-1-3 0 0,-12 1-3 0 0,2 3 3 0 0,-1 0-1 0 0,0 0 1 0 0,0-1-1 0 0,1 1 1 0 0,-1-1-1 0 0,0 1 1 0 0,1 0-1 0 0,-1-1 1 0 0,1 1-1 0 0,-1-1 1 0 0,1 0-1 0 0,-1 1 1 0 0,1-1-1 0 0,-1 1 1 0 0,1-1-1 0 0,-1 0 1 0 0,1 1-1 0 0,0-1 1 0 0,-1 0-1 0 0,1 1 1 0 0,0-1-1 0 0,0 0 1 0 0,0 0-1 0 0,-1 1 1 0 0,1-1-1 0 0,0 0 1 0 0,0 0-1 0 0,0-1 1 0 0,0 1 2 0 0,-1-1 0 0 0,1 1 0 0 0,-1-1 1 0 0,1 0-1 0 0,-1 1 0 0 0,0-1 0 0 0,1 1 0 0 0,-1 0 1 0 0,0-1-1 0 0,0 1 0 0 0,0 0 0 0 0,0-1 1 0 0,-1 1-1 0 0,1 0 0 0 0,0 0 0 0 0,0 0 0 0 0,-1 0 1 0 0,1 0-1 0 0,-1 0 0 0 0,1 0 0 0 0,-3 0 1 0 0,-3-3-5 0 0,1 2 0 0 0,-1-1 0 0 0,1 1 1 0 0,-1 0-1 0 0,-10-2 0 0 0,-3 3 10 0 0,0 1 0 0 0,-1 0 0 0 0,1 2 0 0 0,0 0 0 0 0,0 1 0 0 0,0 1 0 0 0,1 1-1 0 0,-25 9 1 0 0,42-14-4 0 0,-1 1-1 0 0,1 0 1 0 0,-1 0 0 0 0,0 0-1 0 0,1 0 1 0 0,0 0-1 0 0,-1 1 1 0 0,1-1-1 0 0,0 1 1 0 0,0 0-1 0 0,0-1 1 0 0,0 1-1 0 0,0 0 1 0 0,0 0 0 0 0,0 0-1 0 0,0 1 1 0 0,1-1-1 0 0,-1 0 1 0 0,1 1-1 0 0,0-1 1 0 0,-2 6-1 0 0,3-7-1 0 0,0 0-1 0 0,0 0 0 0 0,0 0 0 0 0,0 1 1 0 0,1-1-1 0 0,-1 0 0 0 0,0 0 0 0 0,1 0 1 0 0,-1 0-1 0 0,1 0 0 0 0,-1 1 0 0 0,1-1 0 0 0,-1 0 1 0 0,1 0-1 0 0,0 0 0 0 0,-1 0 0 0 0,1 0 1 0 0,1 1-1 0 0,1 0 0 0 0,1 1 0 0 0,-1-1 0 0 0,0 0 1 0 0,1 0-1 0 0,-1 0 0 0 0,1 0 0 0 0,6 2 0 0 0,7-1-192 0 0,0 0-1 0 0,0 0 1 0 0,0-2-1 0 0,0 0 1 0 0,1-1-1 0 0,23-3 0 0 0,-34 2-194 0 0,0 0 0 0 0,0 0-1 0 0,1 0 1 0 0,-2-1 0 0 0,1 0-1 0 0,0 0 1 0 0,0-1 0 0 0,11-6-1 0 0,23-9-2255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36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1 2001 0 0,'0'0'336'0'0,"0"1"0"0"0,0 0 0 0 0,0 0-1 0 0,0-1 1 0 0,0 1 0 0 0,1 0 0 0 0,-1 0 0 0 0,0-1 0 0 0,1 1 0 0 0,-1 0 0 0 0,1 0 0 0 0,-1-1-1 0 0,0 1 1 0 0,1-1 0 0 0,-1 1 0 0 0,1 0 0 0 0,0-1 0 0 0,0 1 0 0 0,17 9 1574 0 0,26 2-3173 0 0,-33-9 1811 0 0,-9-3-565 0 0,-1 0-1 0 0,0 0 1 0 0,1 1 0 0 0,-1-1 0 0 0,0 0 0 0 0,0 1 0 0 0,1 0 0 0 0,-1-1 0 0 0,0 1-1 0 0,0 0 1 0 0,0-1 0 0 0,0 1 0 0 0,0 0 0 0 0,0 0 0 0 0,0 0 0 0 0,0 0 0 0 0,0 0-1 0 0,0 0 1 0 0,0 0 0 0 0,0 0 0 0 0,-1 0 0 0 0,1 1 0 0 0,-1-1 0 0 0,1 0 0 0 0,-1 0-1 0 0,1 1 1 0 0,-1-1 0 0 0,0 0 0 0 0,1 1 0 0 0,-1-1 0 0 0,0 0 0 0 0,0 1 0 0 0,0-1-1 0 0,0 0 1 0 0,0 1 0 0 0,0-1 0 0 0,0 0 0 0 0,-1 3 0 0 0,0 8-129 0 0,1-11 141 0 0,0 0 0 0 0,0 1 0 0 0,0-1 1 0 0,0 0-1 0 0,-1 0 0 0 0,1 1 0 0 0,0-1 0 0 0,-1 0 0 0 0,1 0 1 0 0,-1 0-1 0 0,0 1 0 0 0,1-1 0 0 0,-1 0 0 0 0,0 0 0 0 0,1 0 1 0 0,-1 0-1 0 0,0 0 0 0 0,0 0 0 0 0,0 0 0 0 0,0-1 0 0 0,0 1 0 0 0,0 0 1 0 0,0 0-1 0 0,-2 0 0 0 0,-30 9 13 0 0,21-7-15 0 0,-143 41-73 0 0,142-40-107 0 0,1-1 0 0 0,-1 0 1 0 0,0 0-1 0 0,0-1 0 0 0,0-1 0 0 0,0 0 1 0 0,-23-2-1 0 0,35 1 126 0 0,1 0 1 0 0,0 0-1 0 0,-1 0 1 0 0,1 0-1 0 0,0 0 1 0 0,-1 0-1 0 0,1 0 1 0 0,0 0-1 0 0,-1 0 0 0 0,1 0 1 0 0,0-1-1 0 0,0 1 1 0 0,-1 0-1 0 0,1 0 1 0 0,0 0-1 0 0,0-1 1 0 0,-1 1-1 0 0,1 0 1 0 0,0 0-1 0 0,0 0 1 0 0,-1-1-1 0 0,1 1 0 0 0,0 0 1 0 0,0-1-1 0 0,0 1 1 0 0,0 0-1 0 0,0 0 1 0 0,-1-1-1 0 0,1 1 1 0 0,0 0-1 0 0,0-1 1 0 0,0 1-1 0 0,0 0 1 0 0,0-1-1 0 0,0 1 0 0 0,0 0 1 0 0,0-1-1 0 0,0 0 1 0 0,0-12-4169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36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0 880 0 0,'-89'29'4562'0'0,"-22"21"-1200"0"0,44-3-2482 0 0,23-4-719 0 0,22-11-81 0 0,44-4-80 0 0,22-4-80 0 0,45-15-321 0 0,0-9-879 0 0,22-13-3442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37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1 880 0 0,'-22'0'8644'0'0,"22"4"-8243"0"0,0 0-241 0 0,22 0-80 0 0,22 2-80 0 0,-21-6-240 0 0,21 4-481 0 0,23-8-1040 0 0,-23 4-720 0 0,1-6 0 0 0,-23 2 160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37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0 6563 0 0,'-40'0'3442'0'0,"-5"0"-2802"0"0,68 0-800 0 0,17 5 160 0 0,49 4 240 0 0,22 0-160 0 0,44-9-80 0 0,23 0-720 0 0,-49-4-1201 0 0,-18-1-3362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27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80 162 80 0 0,'0'0'1774'0'0,"-4"-1"-333"0"0,3 1-1097 0 0,0 0-254 0 0,0 0 0 0 0,1 0 0 0 0,-1 0 0 0 0,0 0 0 0 0,1 0 0 0 0,-1 0 0 0 0,0 0 0 0 0,1 0 0 0 0,-1 0 0 0 0,0 0 0 0 0,1-1 0 0 0,-1 1 0 0 0,0 0 0 0 0,1 0 0 0 0,-1-1 0 0 0,0 1 0 0 0,1-1 0 0 0,-1 1 0 0 0,1 0 0 0 0,-1-1 0 0 0,1 1 0 0 0,-1-1 0 0 0,1 1 0 0 0,-1-1 0 0 0,1 1 0 0 0,-1-2 0 0 0,1 1 324 0 0,0 1-388 0 0,0-1 1 0 0,0 1-1 0 0,-1 0 0 0 0,1-1 0 0 0,0 1 1 0 0,0 0-1 0 0,0 0 0 0 0,0-1 1 0 0,0 1-1 0 0,0 0 0 0 0,0-1 0 0 0,1 1 1 0 0,-1 0-1 0 0,0-1 0 0 0,0 1 1 0 0,0 0-1 0 0,0 0 0 0 0,0-1 0 0 0,0 1 1 0 0,0 0-1 0 0,1 0 0 0 0,-1-1 1 0 0,0 1-1 0 0,0 0 0 0 0,0 0 0 0 0,1-1 1 0 0,-1 1-1 0 0,0 0 0 0 0,0 0 1 0 0,0 0-1 0 0,1 0 0 0 0,-1-1 0 0 0,1 1 1 0 0,1-1 8 0 0,0 0 1 0 0,0-1-1 0 0,-1 1 0 0 0,1-1 1 0 0,0 0-1 0 0,0 1 1 0 0,-1-1-1 0 0,1 0 1 0 0,1-3-1 0 0,18-17 158 0 0,-9 14-151 0 0,-9 6-21 0 0,1-1 1 0 0,-1 1-1 0 0,1-1 0 0 0,-1 0 1 0 0,0 0-1 0 0,0 0 1 0 0,3-4-1 0 0,-2 0 6 0 0,0 0-1 0 0,1 0 1 0 0,0 0 0 0 0,0 1-1 0 0,0-1 1 0 0,11-8 0 0 0,-11 4 47 0 0,-6 23 25 0 0,1-10-84 0 0,0 1 1 0 0,0-1-1 0 0,0 1 0 0 0,0-1 0 0 0,0 1 1 0 0,-1 0-1 0 0,1-1 0 0 0,-1 1 0 0 0,0-1 0 0 0,0 0 1 0 0,0 1-1 0 0,0-1 0 0 0,0 0 0 0 0,0 1 0 0 0,-1-1 1 0 0,1 0-1 0 0,-1 0 0 0 0,-2 2 0 0 0,3-1-10 0 0,0-2-4 0 0,0 0 1 0 0,1 0 0 0 0,-1 0-1 0 0,1 1 1 0 0,0-1 0 0 0,-1 0 0 0 0,1 0-1 0 0,0 0 1 0 0,0 1 0 0 0,0-1-1 0 0,0 0 1 0 0,0 1 0 0 0,0-1-1 0 0,0 0 1 0 0,0 0 0 0 0,1 3 0 0 0,-1-3 1 0 0,0 0 1 0 0,0 0 0 0 0,1 0 0 0 0,-1 1 0 0 0,0-1 0 0 0,0 0 0 0 0,0 0 0 0 0,0 0 0 0 0,0 0-1 0 0,-1 1 1 0 0,1-1 0 0 0,0 0 0 0 0,0 0 0 0 0,-1 0 0 0 0,1 0 0 0 0,-1 0 0 0 0,1 0 0 0 0,-1 1 0 0 0,-1 0-1 0 0,-2 2 13 0 0,3-3-13 0 0,0 1 0 0 0,-1-1 0 0 0,1 0-1 0 0,0 1 1 0 0,0-1 0 0 0,0 1 0 0 0,0-1 0 0 0,0 1 0 0 0,0-1 0 0 0,0 1 0 0 0,1 0 0 0 0,-1-1 0 0 0,1 1 0 0 0,-1 0 0 0 0,1 0 0 0 0,0 0 0 0 0,-1-1 0 0 0,1 1 0 0 0,0 0 0 0 0,0 0 0 0 0,1 3-1 0 0,-2-3 5 0 0,1-1 0 0 0,-1 1 0 0 0,1-1 0 0 0,-1 1 0 0 0,1 0 0 0 0,-1-1 0 0 0,0 1 0 0 0,0-1 0 0 0,0 1 0 0 0,0-1 0 0 0,0 0 0 0 0,0 1 0 0 0,0-1 0 0 0,-1 0 0 0 0,1 0 0 0 0,0 0 0 0 0,-1 0 0 0 0,1 0-1 0 0,-1 0 1 0 0,1 0 0 0 0,-1-1 0 0 0,-1 2 0 0 0,-12 9 47 0 0,10-8-51 0 0,-1 1-1 0 0,1-1 1 0 0,-1 0 0 0 0,1 0-1 0 0,-1 0 1 0 0,0-1 0 0 0,0 0-1 0 0,-1 0 1 0 0,-11 2 0 0 0,-5-1 63 0 0,17-3-41 0 0,-1 1-1 0 0,17-1-6 0 0,104-9 75 0 0,38 0 54 0 0,-137 9-167 0 0,3 0 4 0 0,0-1 0 0 0,0-1 1 0 0,0 0-1 0 0,0-1 0 0 0,-1-1 0 0 0,1-1 0 0 0,19-8 0 0 0,-27 5 32 0 0,0 0 0 0 0,-1-1 0 0 0,-1-1 0 0 0,15-18 0 0 0,-29 22-14 0 0,6 5 1 0 0,-1 1-1 0 0,0 0 1 0 0,1-1 0 0 0,-1 1-1 0 0,1 0 1 0 0,-1-1-1 0 0,1 1 1 0 0,-1-1-1 0 0,1 1 1 0 0,-1-1 0 0 0,1 1-1 0 0,0-1 1 0 0,-1 1-1 0 0,1-1 1 0 0,-1 1 0 0 0,1-1-1 0 0,0 0 1 0 0,0 1-1 0 0,-1-1 1 0 0,1 0 0 0 0,0 1-1 0 0,0-1 1 0 0,0 0-1 0 0,0 0 1 0 0,-1-1 0 0 0,0 1 1 0 0,0-1-1 0 0,1 1 1 0 0,-1-1-1 0 0,0 1 0 0 0,-1 0 1 0 0,1 0-1 0 0,0-1 1 0 0,0 1-1 0 0,0 0 0 0 0,-1 0 1 0 0,1 0-1 0 0,0 1 0 0 0,-1-1 1 0 0,1 0-1 0 0,-1 0 1 0 0,1 1-1 0 0,-1-1 0 0 0,0 1 1 0 0,1-1-1 0 0,-1 1 1 0 0,1 0-1 0 0,-3-1 0 0 0,-11-4 9 0 0,4 1-12 0 0,22 4-13 0 0,-10 0 4 0 0,0 0-1 0 0,1 0 1 0 0,-1 1-1 0 0,1-1 1 0 0,-1 1-1 0 0,0-1 1 0 0,0 1-1 0 0,1 0 1 0 0,-1-1-1 0 0,0 1 1 0 0,0 0-1 0 0,0 0 0 0 0,0 0 1 0 0,0 0-1 0 0,0 0 1 0 0,0 0-1 0 0,0 0 1 0 0,0 0-1 0 0,0 0 1 0 0,0 0-1 0 0,-1 0 1 0 0,2 3-1 0 0,-2-2 7 0 0,0 0-1 0 0,1 0 0 0 0,-1 0 0 0 0,-1 1 0 0 0,1-1 0 0 0,0 0 1 0 0,0 0-1 0 0,-1 0 0 0 0,1 0 0 0 0,-1 0 0 0 0,0 0 0 0 0,1 0 0 0 0,-1 0 1 0 0,0 0-1 0 0,-2 3 0 0 0,-16 27 34 0 0,6-13 55 0 0,-14 32 0 0 0,17-31-41 0 0,-23 36 0 0 0,13-24-39 0 0,11-17 3 0 0,0-1 0 0 0,-1 0-1 0 0,0-1 1 0 0,-1 0 0 0 0,-1-1-1 0 0,-15 13 1 0 0,23-22 1 0 0,1 0 0 0 0,-1-1-1 0 0,1 1 1 0 0,0 0 0 0 0,0 1 0 0 0,0-1 0 0 0,1 1 0 0 0,-1-1 0 0 0,1 1 0 0 0,0 0 0 0 0,0 0 0 0 0,0 0-1 0 0,0 0 1 0 0,1 0 0 0 0,-1 0 0 0 0,1 0 0 0 0,0 1 0 0 0,0-1 0 0 0,1 0 0 0 0,-1 7 0 0 0,1-6 21 0 0,0-4-29 0 0,0 0 0 0 0,-1 0 1 0 0,1-1-1 0 0,0 1 0 0 0,0 0 0 0 0,0 0 0 0 0,0 0 1 0 0,0 0-1 0 0,0 0 0 0 0,0 0 0 0 0,0 0 0 0 0,0 0 1 0 0,1 0-1 0 0,-1 0 0 0 0,0 0 0 0 0,0 0 0 0 0,1-1 1 0 0,-1 1-1 0 0,1 0 0 0 0,-1 0 0 0 0,1 0 1 0 0,-1 0-1 0 0,1-1 0 0 0,-1 1 0 0 0,1 0 0 0 0,0-1 1 0 0,-1 1-1 0 0,1 0 0 0 0,0-1 0 0 0,0 1 0 0 0,-1-1 1 0 0,1 1-1 0 0,0-1 0 0 0,0 1 0 0 0,0-1 1 0 0,0 0-1 0 0,0 1 0 0 0,0-1 0 0 0,0 0 0 0 0,-1 0 1 0 0,1 0-1 0 0,0 0 0 0 0,0 1 0 0 0,0-1 0 0 0,0-1 1 0 0,0 1-1 0 0,0 0 0 0 0,0 0 0 0 0,0 0 1 0 0,0 0-1 0 0,1-1 0 0 0,26-2-635 0 0,-1-2 1 0 0,1 0-1 0 0,26-10 0 0 0,-44 12-494 0 0,-1-2 0 0 0,0 1 0 0 0,15-10-1 0 0,-24 14 1120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27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19 560 0 0,'0'0'77'0'0,"0"0"0"0"0,0-1-1 0 0,0 1 1 0 0,0 0 0 0 0,0-1-1 0 0,0 1 1 0 0,-1 0 0 0 0,1-1-1 0 0,0 1 1 0 0,0 0 0 0 0,0-1-1 0 0,-1 1 1 0 0,1 0 0 0 0,0-1-1 0 0,0 1 1 0 0,-1 0 0 0 0,1 0-1 0 0,0 0 1 0 0,-1-1 0 0 0,1 1 0 0 0,0 0-1 0 0,-1 0 1 0 0,1 0 0 0 0,0 0-1 0 0,-1-1 1 0 0,1 1 0 0 0,0 0-1 0 0,-1 0 1 0 0,1 0 0 0 0,0 0-1 0 0,-1 0 1 0 0,1 0 0 0 0,0 0-1 0 0,-1 0 1 0 0,0 0 0 0 0,1 0 42 0 0,-1 0 1 0 0,1 0 0 0 0,-1 0 0 0 0,1 0-1 0 0,-1 0 1 0 0,1 0 0 0 0,0 0-1 0 0,-1 0 1 0 0,1 0 0 0 0,-1 0 0 0 0,1 0-1 0 0,-1-1 1 0 0,1 1 0 0 0,0 0 0 0 0,-1 0-1 0 0,1-1 1 0 0,-1 1 0 0 0,1 0-1 0 0,0 0 1 0 0,-1-1 0 0 0,1 1 0 0 0,0 0-1 0 0,-1-1 1 0 0,1 1 0 0 0,0 0 0 0 0,0-1-1 0 0,-1 1 1 0 0,1-1 0 0 0,0 1-1 0 0,0-1 1 0 0,0 1 0 0 0,-1 0 0 0 0,1-1-1 0 0,0 1 1 0 0,0-1 0 0 0,0 1 0 0 0,0-1-1 0 0,19 0 948 0 0,116 9-714 0 0,-115-7-359 0 0,19 3-253 0 0,18 1-99 0 0,-20-8-3000 0 0,-33 0 1157 0 0,-4-5-107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28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1121 0 0,'0'5'5282'0'0,"22"-10"-4242"0"0,0 10-559 0 0,1-5-161 0 0,-1 4-80 0 0,22 2-80 0 0,1-2-160 0 0,-1-4 0 0 0,-22 0-80 0 0,23-4-160 0 0,-1-6-320 0 0,-21 1-1041 0 0,17-1-640 0 0,-18 0-80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28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33 320 0 0,'10'-6'1389'0'0,"-6"2"-972"0"0,0 1 0 0 0,1 1 0 0 0,0-1 0 0 0,0 0 0 0 0,0 1 0 0 0,0 0 0 0 0,0 0 0 0 0,0 1 0 0 0,1-1 0 0 0,-1 1 0 0 0,0 0 0 0 0,1 1 0 0 0,-1-1 0 0 0,8 1 0 0 0,13 3-360 0 0,0 0 1 0 0,1 1 0 0 0,-1 2 0 0 0,-1 1 0 0 0,36 14-1 0 0,-57-20-51 0 0,0 1 0 0 0,0 0 0 0 0,-1-1 0 0 0,1 2 0 0 0,-1-1 0 0 0,1 0 0 0 0,-1 1-1 0 0,0 0 1 0 0,0 0 0 0 0,0 0 0 0 0,0 0 0 0 0,-1 0 0 0 0,1 0 0 0 0,2 5-1 0 0,-4-6 6 0 0,-1-1-1 0 0,1 1 1 0 0,0-1-1 0 0,-1 1 1 0 0,1 0-1 0 0,-1-1 1 0 0,1 1-1 0 0,-1 0 1 0 0,0-1-1 0 0,0 1 1 0 0,0 0-1 0 0,0-1 1 0 0,0 1-1 0 0,0 0 1 0 0,0-1-1 0 0,0 1 1 0 0,-1 0-1 0 0,1-1 1 0 0,-1 1-1 0 0,1 0 1 0 0,-1-1-1 0 0,0 1 1 0 0,1-1-1 0 0,-1 1 1 0 0,0-1-1 0 0,0 1 1 0 0,0-1-1 0 0,0 0 1 0 0,0 1 0 0 0,-3 1-1 0 0,-16 13 47 0 0,-1-2 0 0 0,-1 0 0 0 0,0-1 0 0 0,-1-1 0 0 0,0-1-1 0 0,-1-1 1 0 0,0-1 0 0 0,-34 7 0 0 0,24-8-9 0 0,-1-2 0 0 0,1-1 0 0 0,-1-2 0 0 0,0-2 0 0 0,-59-4 0 0 0,87 2-48 0 0,0 1 0 0 0,1 0 0 0 0,-1-1 0 0 0,0-1 0 0 0,-11-3 0 0 0,17 5 0 0 0,0 0 0 0 0,0 0 0 0 0,0-1 0 0 0,0 1 0 0 0,1 0 0 0 0,-1-1 0 0 0,0 1 0 0 0,0-1 0 0 0,1 1 0 0 0,-1-1 0 0 0,0 1 0 0 0,1-1 0 0 0,-1 0 0 0 0,0 1 0 0 0,1-1 0 0 0,-1 0 0 0 0,1 0 0 0 0,-1 1 0 0 0,1-1 0 0 0,0 0 0 0 0,-1 0 0 0 0,1 0 0 0 0,0 1 0 0 0,-1-1 0 0 0,1 0 0 0 0,0 0 0 0 0,0 0 0 0 0,0 0 0 0 0,0 0 0 0 0,0 0 0 0 0,0 1 0 0 0,0-1 0 0 0,0 0 0 0 0,0 0 0 0 0,0 0 0 0 0,1 0 0 0 0,-1 0 0 0 0,0 0 0 0 0,0 1 0 0 0,1-1 0 0 0,-1 0 0 0 0,1 0 0 0 0,-1 0 0 0 0,1 1 0 0 0,-1-1 0 0 0,1 0 0 0 0,3-4-6 0 0,0 1 0 0 0,0 0-1 0 0,0 0 1 0 0,0 0 0 0 0,1 0-1 0 0,0 1 1 0 0,0 0 0 0 0,0 0-1 0 0,0 0 1 0 0,8-3 0 0 0,59-20-151 0 0,-65 24 145 0 0,0 0 1 0 0,0 1-1 0 0,0 0 1 0 0,0 1-1 0 0,13-1 1 0 0,-12 2 0 0 0,-4-1 5 0 0,1 0 1 0 0,-1 0-1 0 0,1 1 1 0 0,-1 0-1 0 0,0 0 1 0 0,1 0 0 0 0,-1 1-1 0 0,0-1 1 0 0,0 1-1 0 0,0 0 1 0 0,0 0 0 0 0,0 0-1 0 0,0 1 1 0 0,-1 0-1 0 0,1-1 1 0 0,3 5-1 0 0,0 0 11 0 0,-1 0-1 0 0,0 1 0 0 0,-1 0 0 0 0,0 0 1 0 0,8 15-1 0 0,-10-17 36 0 0,0 0 0 0 0,0 1 0 0 0,0-1 0 0 0,-1 1 0 0 0,0 0 0 0 0,0-1 0 0 0,-1 1 0 0 0,0 0 0 0 0,0 0 0 0 0,0 14 0 0 0,-1-20-39 0 0,0 0 1 0 0,0 0-1 0 0,1 0 1 0 0,-1 0-1 0 0,0 0 0 0 0,1 0 1 0 0,-1 0-1 0 0,1 1 1 0 0,-1-2-1 0 0,1 1 0 0 0,0 0 1 0 0,-1 0-1 0 0,1 0 0 0 0,0 0 1 0 0,-1 0-1 0 0,1 0 1 0 0,0-1-1 0 0,0 1 0 0 0,0 0 1 0 0,0-1-1 0 0,0 1 1 0 0,0-1-1 0 0,0 1 0 0 0,0-1 1 0 0,0 1-1 0 0,0-1 0 0 0,0 0 1 0 0,0 1-1 0 0,0-1 1 0 0,0 0-1 0 0,0 0 0 0 0,1 0 1 0 0,-1 0-1 0 0,1 0 1 0 0,11 3 2 0 0,-2 1-47 0 0,1-1 0 0 0,0 0 0 0 0,0 0 0 0 0,0-1 0 0 0,1-1 0 0 0,-1 0 0 0 0,0-1 0 0 0,0 0 0 0 0,1-1-1 0 0,-1 0 1 0 0,0-1 0 0 0,20-6 0 0 0,57-13-2238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31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25 135 1441 0 0,'34'-6'4321'0'0,"18"-19"-2498"0"0,-1 0-1578 0 0,-14 10-192 0 0,-10 3 117 0 0,1 2 0 0 0,0 0 1 0 0,44-7-1 0 0,-42 17 7 0 0,-29 0-174 0 0,-1 0-1 0 0,1 0 1 0 0,-1 0-1 0 0,1 1 1 0 0,-1-1-1 0 0,1 0 1 0 0,-1 0-1 0 0,1 0 1 0 0,-1 0-1 0 0,1 1 1 0 0,-1-1-1 0 0,1 0 1 0 0,-1 1-1 0 0,1-1 1 0 0,-1 0-1 0 0,1 1 1 0 0,-1-1-1 0 0,0 1 1 0 0,1-1-1 0 0,-1 0 1 0 0,0 1-1 0 0,1-1 1 0 0,-1 1-1 0 0,0-1 1 0 0,0 1 0 0 0,1-1-1 0 0,-1 1 1 0 0,0-1-1 0 0,0 1 1 0 0,0-1-1 0 0,0 1 1 0 0,0 0-1 0 0,1-1 1 0 0,-1 1-1 0 0,0-1 1 0 0,0 1-1 0 0,-1-1 1 0 0,1 1-1 0 0,0-1 1 0 0,0 1-1 0 0,0 0 1 0 0,0-1-1 0 0,0 1 1 0 0,-1-1-1 0 0,1 1 1 0 0,0-1-1 0 0,0 1 1 0 0,-1-1-1 0 0,1 1 1 0 0,0-1-1 0 0,-1 0 1 0 0,1 1-1 0 0,0-1 1 0 0,-1 1-1 0 0,1-1 1 0 0,-1 1-1 0 0,-13 16 23 0 0,1 0 0 0 0,-2 0 1 0 0,0-2-1 0 0,-1 0 0 0 0,-1 0 0 0 0,0-2 0 0 0,-1 0 1 0 0,-23 13-1 0 0,17-15-47 0 0,9-5 85 0 0,1 1 0 0 0,0 0 0 0 0,0 2 0 0 0,-13 9 0 0 0,27-18-61 0 0,0 0-1 0 0,0 0 1 0 0,0 0-1 0 0,0 0 1 0 0,0 0-1 0 0,0 0 1 0 0,0 0-1 0 0,0 0 1 0 0,0 0-1 0 0,0 0 1 0 0,0 0-1 0 0,0-1 1 0 0,0 1-1 0 0,0 0 1 0 0,0 0-1 0 0,0 0 1 0 0,0 0-1 0 0,0 0 1 0 0,0 0-1 0 0,0 0 1 0 0,0 0-1 0 0,0 0 1 0 0,0 0-1 0 0,0 0 1 0 0,0 0-1 0 0,0 0 1 0 0,-1 0-1 0 0,1 0 1 0 0,0 0-1 0 0,0 0 1 0 0,0 0-1 0 0,0-1 1 0 0,0 1-1 0 0,0 0 1 0 0,0 0-1 0 0,0 0 1 0 0,0 0-1 0 0,0 0 0 0 0,0 0 1 0 0,0 0-1 0 0,-1 0 1 0 0,1 0-1 0 0,0 0 1 0 0,0 0-1 0 0,0 0 1 0 0,0 0-1 0 0,0 1 1 0 0,0-1-1 0 0,0 0 1 0 0,0 0-1 0 0,0 0 1 0 0,0 0-1 0 0,0 0 1 0 0,0 0-1 0 0,0 0 1 0 0,0 0-1 0 0,-1 0 1 0 0,4-7-35 0 0,3 1 21 0 0,-5 6 8 0 0,0-1 0 0 0,0 0-1 0 0,0 0 1 0 0,0 0 0 0 0,0-1-1 0 0,0 1 1 0 0,-1 0 0 0 0,1 0 0 0 0,0 0-1 0 0,0-1 1 0 0,-1 1 0 0 0,1 0-1 0 0,-1-1 1 0 0,1 1 0 0 0,-1-1-1 0 0,0 1 1 0 0,0 0 0 0 0,1-3-1 0 0,0-1-21 0 0,1 1-1 0 0,-1-1 0 0 0,1 0 1 0 0,0 1-1 0 0,1-1 0 0 0,-1 1 1 0 0,1 0-1 0 0,0 0 0 0 0,0 0 1 0 0,0 0-1 0 0,0 1 0 0 0,1-1 0 0 0,-1 1 1 0 0,6-4-1 0 0,11-8-38 0 0,8-4-17 0 0,-9 15 69 0 0,-18 4 12 0 0,0 0-1 0 0,-1 0 1 0 0,1 0-1 0 0,0 0 1 0 0,0-1-1 0 0,0 1 1 0 0,0 0-1 0 0,0 1 1 0 0,-1-1 0 0 0,1 0-1 0 0,0 0 1 0 0,0 0-1 0 0,0 0 1 0 0,0 1-1 0 0,-1-1 1 0 0,1 0-1 0 0,0 1 1 0 0,0-1 0 0 0,0 0-1 0 0,-1 1 1 0 0,1-1-1 0 0,1 2 1 0 0,0 18-43 0 0,-2-13 41 0 0,0-6 1 0 0,-1 0-1 0 0,1-1 1 0 0,-1 1-1 0 0,1 0 1 0 0,-1-1 0 0 0,1 1-1 0 0,-1-1 1 0 0,1 1 0 0 0,-1-1-1 0 0,1 1 1 0 0,-1-1-1 0 0,0 0 1 0 0,1 1 0 0 0,-1-1-1 0 0,0 0 1 0 0,1 1 0 0 0,-1-1-1 0 0,0 0 1 0 0,0 0-1 0 0,1 0 1 0 0,-1 0 0 0 0,0 0-1 0 0,0 0 1 0 0,1 0 0 0 0,-2 0-1 0 0,1 0-15 0 0,-7-3-222 0 0,7 2 219 0 0,0 1 1 0 0,0-1 0 0 0,0 1-1 0 0,0-1 1 0 0,0 1 0 0 0,0-1-1 0 0,0 1 1 0 0,0-1-1 0 0,1 0 1 0 0,-1 0 0 0 0,0 1-1 0 0,0-1 1 0 0,1 0-1 0 0,-1 0 1 0 0,0 0 0 0 0,1 0-1 0 0,-1 0 1 0 0,0-2 0 0 0,-1-26-461 0 0,2 26 468 0 0,0-15-67 0 0,0 15 101 0 0,0 1 0 0 0,1-1 0 0 0,-1 1 0 0 0,1-1 0 0 0,0 1 0 0 0,0 0 1 0 0,0-1-1 0 0,0 1 0 0 0,0 0 0 0 0,0 0 0 0 0,1 0 0 0 0,-1 0 0 0 0,1 0 0 0 0,-1 0 0 0 0,1 0 0 0 0,2-2 0 0 0,2 0 83 0 0,-1 0 1 0 0,0 0 0 0 0,1 0-1 0 0,11-6 1 0 0,-15 9-93 0 0,1 0 0 0 0,-1 0 0 0 0,0 0 0 0 0,1 0 0 0 0,-1 0 0 0 0,1 1 0 0 0,-1-1 0 0 0,1 1 1 0 0,-1-1-1 0 0,1 1 0 0 0,0 0 0 0 0,-1 0 0 0 0,1 0 0 0 0,-1 0 0 0 0,1 1 0 0 0,0-1 0 0 0,-1 1 0 0 0,1 0 0 0 0,-1-1 0 0 0,1 1 1 0 0,-1 0-1 0 0,0 0 0 0 0,1 1 0 0 0,-1-1 0 0 0,0 0 0 0 0,0 1 0 0 0,0 0 0 0 0,0-1 0 0 0,0 1 0 0 0,0 0 0 0 0,0 0 0 0 0,-1 0 0 0 0,1 0 1 0 0,-1 0-1 0 0,1 0 0 0 0,-1 1 0 0 0,0-1 0 0 0,0 0 0 0 0,0 1 0 0 0,0-1 0 0 0,0 1 0 0 0,0-1 0 0 0,-1 1 0 0 0,1-1 0 0 0,-1 1 1 0 0,0-1-1 0 0,0 1 0 0 0,0 0 0 0 0,0-1 0 0 0,0 1 0 0 0,-1-1 0 0 0,0 4 0 0 0,-1 1-17 0 0,1 3 21 0 0,-1-1 1 0 0,-1 0-1 0 0,1 0 1 0 0,-2 0 0 0 0,1-1-1 0 0,-1 1 1 0 0,0-1-1 0 0,-1 0 1 0 0,-6 8-1 0 0,-4 1 118 0 0,0 1-1 0 0,1 1 0 0 0,-22 39 1 0 0,35-57-133 0 0,0 0 0 0 0,1 0 1 0 0,-1 0-1 0 0,1 0 0 0 0,-1 0 0 0 0,1 0 1 0 0,0 0-1 0 0,-1 0 0 0 0,1 0 1 0 0,0 0-1 0 0,0 0 0 0 0,0 0 0 0 0,0 0 1 0 0,-1 0-1 0 0,2 0 0 0 0,-1 0 1 0 0,0 1-1 0 0,0-1 0 0 0,0 0 0 0 0,0 0 1 0 0,1 0-1 0 0,-1 0 0 0 0,0 0 1 0 0,1 0-1 0 0,0 1 0 0 0,0-2-1 0 0,-1 1 0 0 0,1-1 0 0 0,0 0-1 0 0,-1 0 1 0 0,1 0 0 0 0,0 0 0 0 0,0 1 0 0 0,-1-1-1 0 0,1 0 1 0 0,0 0 0 0 0,0 0 0 0 0,-1 0 0 0 0,1-1 0 0 0,0 1-1 0 0,-1 0 1 0 0,1 0 0 0 0,0 0 0 0 0,-1-1 0 0 0,1 1-1 0 0,0 0 1 0 0,-1 0 0 0 0,1-1 0 0 0,0 1 0 0 0,-1-1 0 0 0,1 1-1 0 0,-1-1 1 0 0,1 1 0 0 0,-1-1 0 0 0,1 1 0 0 0,-1-1 0 0 0,1 1-1 0 0,-1-1 1 0 0,1 1 0 0 0,-1-1 0 0 0,0 0 0 0 0,1-1-1 0 0,14-28 41 0 0,-14 28-38 0 0,-1 0 0 0 0,1 0 0 0 0,-1 0 0 0 0,1 0 0 0 0,-1 0 0 0 0,0 0 0 0 0,0 1 0 0 0,0-1 0 0 0,0 0 0 0 0,0 0 0 0 0,0 0 0 0 0,0 0 0 0 0,-1 0 0 0 0,1 0 0 0 0,-1 0 0 0 0,0 0 0 0 0,1 0 0 0 0,-1 0 0 0 0,-1-1 0 0 0,-1 1-2 0 0,1-1-1 0 0,-1 1 0 0 0,0 0 1 0 0,0 0-1 0 0,0 1 0 0 0,0-1 1 0 0,-1 1-1 0 0,1-1 0 0 0,0 1 0 0 0,0 0 1 0 0,-1 0-1 0 0,1 1 0 0 0,-1-1 1 0 0,1 1-1 0 0,-1 0 0 0 0,1-1 1 0 0,-1 1-1 0 0,-5 1 0 0 0,-24 0-57 0 0,-41 5 0 0 0,66-6 57 0 0,-1 2-1 0 0,1-1 1 0 0,0 1-1 0 0,0 0 1 0 0,1 1-1 0 0,-1 0 1 0 0,0 0 0 0 0,1 0-1 0 0,0 1 1 0 0,0 1-1 0 0,-8 5 1 0 0,13-8 19 0 0,1 1 1 0 0,0-1 0 0 0,0 1-1 0 0,0 0 1 0 0,0 0 0 0 0,0-1-1 0 0,1 1 1 0 0,-1 0 0 0 0,1 0-1 0 0,0 0 1 0 0,-1 0 0 0 0,2 0 0 0 0,-1 0-1 0 0,0-1 1 0 0,0 1 0 0 0,1 0-1 0 0,0 0 1 0 0,-1 0 0 0 0,3 4-1 0 0,1-4-11 0 0,-1-2 1 0 0,1 1-1 0 0,-1 0 0 0 0,1-1 0 0 0,0 0 0 0 0,0 0 1 0 0,-1 0-1 0 0,1 0 0 0 0,0 0 0 0 0,0-1 0 0 0,7 0 0 0 0,0 1-13 0 0,25 1-418 0 0,1-1-1 0 0,-1-2 0 0 0,0-2 1 0 0,0-1-1 0 0,65-16 0 0 0,-10-7-3576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32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1 116 560 0 0,'18'-5'2300'0'0,"0"0"0"0"0,19-9-1 0 0,-25 10-1874 0 0,6-4-312 0 0,1 2 0 0 0,0 0 1 0 0,0 1-1 0 0,0 1 1 0 0,38-3-1 0 0,-56 7-118 0 0,0 0 0 0 0,0 0 1 0 0,1 0-1 0 0,-1 0 0 0 0,0 0 0 0 0,0 0 0 0 0,0 0 1 0 0,0 1-1 0 0,0-1 0 0 0,0 0 0 0 0,0 1 0 0 0,0-1 1 0 0,0 1-1 0 0,0-1 0 0 0,0 1 0 0 0,0-1 0 0 0,2 2 1 0 0,-3-1 1 0 0,0-1 1 0 0,0 1 0 0 0,1-1 0 0 0,-1 1 0 0 0,0 0 0 0 0,0-1 0 0 0,0 1-1 0 0,0-1 1 0 0,0 1 0 0 0,0 0 0 0 0,0-1 0 0 0,0 1 0 0 0,0 0 0 0 0,0-1 0 0 0,0 1-1 0 0,0-1 1 0 0,0 1 0 0 0,0 0 0 0 0,0-1 0 0 0,-1 1 0 0 0,1-1 0 0 0,0 1-1 0 0,-1 0 1 0 0,-3 5-3 0 0,0 0-1 0 0,-1 0 1 0 0,1 0-1 0 0,-8 7 1 0 0,3-4 10 0 0,-32 29 75 0 0,41-38-77 0 0,0-1-1 0 0,0 1 1 0 0,0 0 0 0 0,0 0 0 0 0,0 0-1 0 0,0 0 1 0 0,0 0 0 0 0,0 0 0 0 0,0-1-1 0 0,0 1 1 0 0,0 0 0 0 0,0 0 0 0 0,0 0-1 0 0,0 0 1 0 0,0 0 0 0 0,-1 0 0 0 0,1 0-1 0 0,0-1 1 0 0,0 1 0 0 0,0 0-1 0 0,0 0 1 0 0,0 0 0 0 0,0 0 0 0 0,0 0-1 0 0,0 0 1 0 0,0 0 0 0 0,-1 0 0 0 0,1 0-1 0 0,0 0 1 0 0,0 0 0 0 0,0-1 0 0 0,0 1-1 0 0,0 0 1 0 0,0 0 0 0 0,0 0 0 0 0,-1 0-1 0 0,1 0 1 0 0,0 0 0 0 0,0 0 0 0 0,0 0-1 0 0,0 0 1 0 0,0 0 0 0 0,0 0 0 0 0,-1 0-1 0 0,1 0 1 0 0,0 0 0 0 0,0 0 0 0 0,0 1-1 0 0,0-1 1 0 0,0 0 0 0 0,0 0 0 0 0,-1 0-1 0 0,1 0 1 0 0,0 0 0 0 0,0 0-1 0 0,0 0 1 0 0,0 0 0 0 0,0 0 0 0 0,0 0-1 0 0,0 0 1 0 0,0 1 0 0 0,0-1 0 0 0,-1 0-1 0 0,1 0 1 0 0,6-12 46 0 0,9-10-33 0 0,-14 18-16 0 0,2 0-1 0 0,-1 0 1 0 0,0 0 0 0 0,1 0-1 0 0,0 1 1 0 0,0-1 0 0 0,0 1-1 0 0,6-6 1 0 0,10-5 1 0 0,-8 4-3 0 0,0 1 0 0 0,0 1 1 0 0,1 0-1 0 0,0 1 0 0 0,0 0 0 0 0,1 0 0 0 0,16-5 1 0 0,-11 13-53 0 0,-17 0 54 0 0,0 1-1 0 0,0-1 1 0 0,-1 1-1 0 0,1 0 0 0 0,-1-1 1 0 0,1 1-1 0 0,-1 0 1 0 0,0-1-1 0 0,1 1 1 0 0,-1 0-1 0 0,0-1 1 0 0,0 1-1 0 0,0 0 0 0 0,-1-1 1 0 0,1 4-1 0 0,-1 4 10 0 0,1-6 5 0 0,0 1 0 0 0,-1 0-1 0 0,0-1 1 0 0,0 1-1 0 0,0-1 1 0 0,0 1 0 0 0,0-1-1 0 0,0 0 1 0 0,-1 1 0 0 0,0-1-1 0 0,0 0 1 0 0,0 0-1 0 0,0 0 1 0 0,0 0 0 0 0,-5 4-1 0 0,-4 6 63 0 0,10-12-56 0 0,0 1-1 0 0,0-1 1 0 0,1 0 0 0 0,-1 1 0 0 0,0-1-1 0 0,1 1 1 0 0,-1-1 0 0 0,1 1 0 0 0,-1-1 0 0 0,1 1-1 0 0,0 0 1 0 0,0-1 0 0 0,0 1 0 0 0,0 1 0 0 0,0-2 96 0 0,0-1-115 0 0,0 0 1 0 0,0-1-1 0 0,0 1 0 0 0,0 0 0 0 0,0-1 0 0 0,1 1 0 0 0,-1 0 0 0 0,0-1 1 0 0,0 1-1 0 0,1 0 0 0 0,-1-1 0 0 0,0 1 0 0 0,0 0 0 0 0,1 0 0 0 0,-1-1 1 0 0,0 1-1 0 0,0 0 0 0 0,1 0 0 0 0,-1 0 0 0 0,0 0 0 0 0,1-1 0 0 0,-1 1 1 0 0,0 0-1 0 0,1 0 0 0 0,-1 0 0 0 0,1 0 0 0 0,-1 0 0 0 0,0 0 0 0 0,1 0 1 0 0,-1 0-1 0 0,0 0 0 0 0,1 0 0 0 0,-1 0 0 0 0,1 0 0 0 0,-1 0 0 0 0,1 0 0 0 0,-1 0 1 0 0,1 0-1 0 0,-1 0 0 0 0,1 0 0 0 0,-1 0 0 0 0,0 0 0 0 0,1 0 0 0 0,-1 0 0 0 0,1 0 0 0 0,-1 0 0 0 0,1 0 0 0 0,-1 0 0 0 0,0-1 1 0 0,1 1-1 0 0,-1 0 0 0 0,0 0 0 0 0,1 0 0 0 0,-1-1 0 0 0,0 1 0 0 0,1 0 0 0 0,-1-1 0 0 0,0 1 0 0 0,1 0 0 0 0,-1-1 0 0 0,0 1 0 0 0,0 0 1 0 0,1-1-1 0 0,-1 1 0 0 0,0 0 0 0 0,0-1 0 0 0,0 1 0 0 0,1-1 0 0 0,-1 1 0 0 0,0 0 0 0 0,0-1 0 0 0,2-2 7 0 0,0 1-1 0 0,0-1 0 0 0,0 1 1 0 0,0 0-1 0 0,0 0 0 0 0,1 0 1 0 0,-1 0-1 0 0,1 1 0 0 0,-1-1 1 0 0,4-1-1 0 0,7-5-8 0 0,0-1-1 0 0,1 1 0 0 0,0 1 0 0 0,0 0 1 0 0,1 1-1 0 0,27-7 0 0 0,-40 12 0 0 0,29-7-66 0 0,-23 9 67 0 0,-2 1-10 0 0,-5-2 8 0 0,0 0 1 0 0,0 0-1 0 0,0 0 0 0 0,0 0 1 0 0,0 1-1 0 0,0-1 0 0 0,0 0 0 0 0,0 0 1 0 0,0 1-1 0 0,-1-1 0 0 0,1 1 1 0 0,0-1-1 0 0,0 1 0 0 0,0-1 1 0 0,0 1-1 0 0,-1-1 0 0 0,1 1 1 0 0,0 0-1 0 0,0-1 0 0 0,-1 1 0 0 0,2 1 1 0 0,0 23 3 0 0,-2-16 17 0 0,0-6-10 0 0,0 0-1 0 0,0-1 1 0 0,-1 1 0 0 0,1 0-1 0 0,-1 0 1 0 0,1 0 0 0 0,-1-1 0 0 0,0 1-1 0 0,0 0 1 0 0,0-1 0 0 0,-1 1-1 0 0,1-1 1 0 0,-1 0 0 0 0,1 1-1 0 0,-1-1 1 0 0,0 0 0 0 0,0 0-1 0 0,0 0 1 0 0,0 0 0 0 0,0 0 0 0 0,0 0-1 0 0,-1 0 1 0 0,1-1 0 0 0,0 0-1 0 0,-6 3 1 0 0,8-4-31 0 0,0 0 1 0 0,0 0-1 0 0,0 0 1 0 0,-1 0-1 0 0,1 0 1 0 0,0-1-1 0 0,0 1 1 0 0,0 0-1 0 0,-1 0 0 0 0,1 0 1 0 0,0 0-1 0 0,0 0 1 0 0,0 0-1 0 0,-1 0 1 0 0,1-1-1 0 0,0 1 0 0 0,0 0 1 0 0,0 0-1 0 0,0 0 1 0 0,0 0-1 0 0,0-1 1 0 0,-1 1-1 0 0,1 0 0 0 0,0 0 1 0 0,0 0-1 0 0,0-1 1 0 0,0 1-1 0 0,0 0 1 0 0,0 0-1 0 0,0 0 0 0 0,0-1 1 0 0,0 1-1 0 0,0 0 1 0 0,0 0-1 0 0,0-1 1 0 0,0 1-1 0 0,0 0 0 0 0,0 0 1 0 0,0 0-1 0 0,0-1 1 0 0,0 1-1 0 0,0 0 1 0 0,0 0-1 0 0,1 0 0 0 0,-1-1 1 0 0,3-10-1301 0 0,20-17-3079 0 0,-5 10 2134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32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60 320 0 0,'0'-1'132'0'0,"1"0"0"0"0,-1 0-1 0 0,1 0 1 0 0,0 0 0 0 0,-1 0-1 0 0,1 0 1 0 0,0 0 0 0 0,-1 0 0 0 0,1 0-1 0 0,0 0 1 0 0,0 1 0 0 0,0-1 0 0 0,0 0-1 0 0,0 1 1 0 0,0-1 0 0 0,0 0-1 0 0,1 0 1 0 0,1-1 258 0 0,9-11 846 0 0,-10 11-1119 0 0,-1 0 0 0 0,1 0-1 0 0,0 0 1 0 0,0 0 0 0 0,0 0 0 0 0,0 1 0 0 0,0-1 0 0 0,0 1-1 0 0,1-1 1 0 0,-1 1 0 0 0,0 0 0 0 0,1 0 0 0 0,-1 0 0 0 0,6-2-1 0 0,-5 3-22 0 0,0-1-8 0 0,-1 0-1 0 0,1 1 0 0 0,0-1 0 0 0,-1 1 0 0 0,1 0 0 0 0,0-1 0 0 0,-1 1 0 0 0,1 1 0 0 0,3-1 1 0 0,-6 1-72 0 0,1-1 0 0 0,0 0 0 0 0,-1 0 0 0 0,1 0 0 0 0,-1 1 1 0 0,1-1-1 0 0,-1 0 0 0 0,0 1 0 0 0,1-1 0 0 0,-1 1 0 0 0,1-1 1 0 0,-1 0-1 0 0,0 1 0 0 0,1-1 0 0 0,-1 1 0 0 0,0-1 0 0 0,1 1 1 0 0,-1-1-1 0 0,0 1 0 0 0,0-1 0 0 0,1 2 0 0 0,-3 20 50 0 0,-4-5 56 0 0,-1-1 0 0 0,-11 22 0 0 0,-10 20 134 0 0,27-54-205 0 0,0 1 1 0 0,0-1 0 0 0,0 1-1 0 0,0 0 1 0 0,1-1-1 0 0,0 1 1 0 0,0 0 0 0 0,1 4-1 0 0,-1 7 278 0 0,1-16-325 0 0,1 0-1 0 0,-1 0 0 0 0,0 0 0 0 0,0-1 1 0 0,0 1-1 0 0,0 0 0 0 0,0-1 1 0 0,0 1-1 0 0,0 0 0 0 0,0-1 0 0 0,0 1 1 0 0,0-1-1 0 0,0 0 0 0 0,0 1 0 0 0,0-1 1 0 0,0 0-1 0 0,-1 0 0 0 0,2 0 1 0 0,27-23 67 0 0,-28 22-64 0 0,16-19 4 0 0,-17 20-9 0 0,1 0 0 0 0,-1 1 0 0 0,1-1 0 0 0,-1 0 0 0 0,0 0 0 0 0,1 0 0 0 0,-1 0 0 0 0,0 1 0 0 0,0-1 0 0 0,0 0 0 0 0,1 0 0 0 0,-1 0 0 0 0,0 0-1 0 0,0 0 1 0 0,0 0 0 0 0,0 0 0 0 0,-1 1 0 0 0,1-1 0 0 0,0 0 0 0 0,0 0 0 0 0,-1 0 0 0 0,1 0 0 0 0,0 0 0 0 0,-1 1 0 0 0,1-1 0 0 0,0 0 0 0 0,-1 0 0 0 0,1 1 0 0 0,-1-1 0 0 0,0 0 0 0 0,1 1 0 0 0,-2-2 0 0 0,-2 0 2 0 0,0 0 1 0 0,0 1-1 0 0,0-1 0 0 0,0 1 1 0 0,0 0-1 0 0,-1 0 0 0 0,1 1 1 0 0,0-1-1 0 0,-1 1 0 0 0,1 0 1 0 0,0 0-1 0 0,-1 0 0 0 0,1 1 1 0 0,0-1-1 0 0,-1 1 0 0 0,1 0 1 0 0,0 0-1 0 0,-6 3 0 0 0,-6 1 57 0 0,1 1 0 0 0,-1 0 0 0 0,-17 11 0 0 0,30-16-31 0 0,0 1 0 0 0,1 0-1 0 0,-1 0 1 0 0,1 0-1 0 0,-1 0 1 0 0,1 0 0 0 0,0 1-1 0 0,0-1 1 0 0,0 1 0 0 0,0-1-1 0 0,0 1 1 0 0,1 0 0 0 0,-1-1-1 0 0,1 1 1 0 0,-1 0 0 0 0,1 0-1 0 0,0 0 1 0 0,0 0 0 0 0,1 0-1 0 0,-1 1 1 0 0,1-1 0 0 0,-1 6-1 0 0,1-8-20 0 0,1 1 0 0 0,-1 0 0 0 0,0-1 0 0 0,1 1 0 0 0,-1-1 0 0 0,1 1-1 0 0,-1 0 1 0 0,1-1 0 0 0,0 1 0 0 0,0-1 0 0 0,-1 0 0 0 0,1 1 0 0 0,0-1 0 0 0,0 0-1 0 0,1 1 1 0 0,-1-1 0 0 0,2 2 0 0 0,0-2-19 0 0,-1 1-1 0 0,0-1 1 0 0,1 0-1 0 0,-1 0 1 0 0,1 0 0 0 0,-1 0-1 0 0,1-1 1 0 0,0 1-1 0 0,-1-1 1 0 0,1 1-1 0 0,0-1 1 0 0,-1 0 0 0 0,1 0-1 0 0,3 0 1 0 0,60-8-438 0 0,-61 7 199 0 0,1-1 0 0 0,0 1-1 0 0,-1-1 1 0 0,1 0-1 0 0,-1-1 1 0 0,0 1 0 0 0,1-1-1 0 0,-1 0 1 0 0,-1 0-1 0 0,7-5 1 0 0,11-18-2430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32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0 400 0 0,'0'1'297'0'0,"0"0"0"0"0,1 0 0 0 0,-1 0 0 0 0,1 0 1 0 0,-1 0-1 0 0,1 0 0 0 0,-1 0 0 0 0,1-1 0 0 0,-1 1 0 0 0,1 0 0 0 0,0 0 0 0 0,-1-1 0 0 0,1 1 0 0 0,0-1 0 0 0,0 1 0 0 0,0 0 1 0 0,-1-1-1 0 0,1 1 0 0 0,0-1 0 0 0,0 0 0 0 0,0 1 0 0 0,0-1 0 0 0,0 0 0 0 0,1 1 0 0 0,37 9-360 0 0,-11-3 236 0 0,56 15-333 0 0,-83-22 170 0 0,-1 1 0 0 0,0-1 0 0 0,1 0 1 0 0,-1 1-1 0 0,0-1 0 0 0,1 1 0 0 0,-1-1 0 0 0,0 1 1 0 0,0-1-1 0 0,1 1 0 0 0,-1-1 0 0 0,0 1 0 0 0,0-1 0 0 0,0 1 1 0 0,0-1-1 0 0,0 1 0 0 0,1-1 0 0 0,-1 1 0 0 0,0-1 1 0 0,0 1-1 0 0,0-1 0 0 0,-1 1 0 0 0,1-1 0 0 0,0 1 0 0 0,0-1 1 0 0,0 1-1 0 0,0-1 0 0 0,0 1 0 0 0,-1-1 0 0 0,1 1 0 0 0,0-1 1 0 0,0 1-1 0 0,-1-1 0 0 0,1 1 0 0 0,0-1 0 0 0,-1 1 1 0 0,0-1-1 0 0,-2 2-37 0 0,0 0 0 0 0,-1 0 0 0 0,1-1 0 0 0,0 0 0 0 0,-1 0 0 0 0,0 0 1 0 0,1 0-1 0 0,-1 0 0 0 0,0-1 0 0 0,1 1 0 0 0,-1-1 0 0 0,0 0 0 0 0,1 0 0 0 0,-8-1 1 0 0,6-1-685 0 0,0 1 1 0 0,0 0-1 0 0,0-1 1 0 0,0 0 0 0 0,0 0-1 0 0,-8-5 1 0 0,-9-6-1838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33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0 1521 0 0,'-44'34'3521'0'0,"-23"17"-1120"0"0,0-4-2000 0 0,5-5-561 0 0,40 1 400 0 0,22-11 160 0 0,22-9-80 0 0,0 5-240 0 0,63-10-240 0 0,4-18-560 0 0,22-8-1762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52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1017 174 2561 0 0,'0'0'122'0'0,"0"0"0"0"0,-1 1 0 0 0,1-1 0 0 0,-1 1 0 0 0,1-1 0 0 0,0 0 0 0 0,-1 1 1 0 0,1-1-1 0 0,-1 0 0 0 0,1 0 0 0 0,-1 1 0 0 0,1-1 0 0 0,-1 0 0 0 0,0 0 0 0 0,1 0 0 0 0,-1 0 0 0 0,1 0 0 0 0,-1 0 0 0 0,1 0 0 0 0,-1 0 0 0 0,1 0 0 0 0,-1 0 0 0 0,0 0 0 0 0,1 0 0 0 0,-1 0 0 0 0,1 0 0 0 0,-1 0 0 0 0,1 0 0 0 0,-1-1 0 0 0,1 1 0 0 0,-1 0 1 0 0,1 0-1 0 0,-1-1 0 0 0,1 1 0 0 0,-1 0 0 0 0,1-1 0 0 0,-1 1 0 0 0,1-1 0 0 0,0 1 0 0 0,-1 0 0 0 0,1-1 0 0 0,0 1 0 0 0,-1-1 0 0 0,1 1 0 0 0,0-1 0 0 0,-1 0 0 0 0,1 0 198 0 0,0 0-101 0 0,0 1-213 0 0,0 0-1 0 0,0 0 1 0 0,0 0-1 0 0,1-1 1 0 0,-1 1 0 0 0,0 0-1 0 0,0 0 1 0 0,0 0-1 0 0,0 0 1 0 0,0 0-1 0 0,0 0 1 0 0,0 0 0 0 0,0 0-1 0 0,0-1 1 0 0,0 1-1 0 0,0 0 1 0 0,0 0-1 0 0,0 0 1 0 0,0 0 0 0 0,0 0-1 0 0,0 0 1 0 0,0 0-1 0 0,0-1 1 0 0,-1 1 0 0 0,1 0-1 0 0,0 0 1 0 0,0 0-1 0 0,0 0 1 0 0,0 0-1 0 0,0 0 1 0 0,0 0 0 0 0,0 0-1 0 0,0 0 1 0 0,0 0-1 0 0,0-1 1 0 0,0 1-1 0 0,0 0 1 0 0,-1 0 0 0 0,1 0-1 0 0,0 0 1 0 0,0 0-1 0 0,0 0 1 0 0,0 0-1 0 0,0 0 1 0 0,0 0 0 0 0,0 0-1 0 0,0 0 1 0 0,-1 0-1 0 0,1 0 1 0 0,0 0 0 0 0,0 0-1 0 0,0 0 1 0 0,0 0-1 0 0,0 0 1 0 0,0 0-1 0 0,0 0 1 0 0,-1 0 0 0 0,1 0-1 0 0,0 0 1 0 0,0 0-1 0 0,0 0 1 0 0,0 0-1 0 0,0 0 1 0 0,0 0 0 0 0,0 1-1 0 0,-23 3 376 0 0,-1-1 0 0 0,1-1 0 0 0,-35-2 0 0 0,-29 3 323 0 0,32-3-400 0 0,-27-3-48 0 0,69 2-222 0 0,0 2 1 0 0,0 0-1 0 0,0 0 0 0 0,0 1 1 0 0,0 1-1 0 0,-12 4 0 0 0,-2 1 33 0 0,22-7-82 0 0,-1 1 0 0 0,1-1 0 0 0,-1 1 0 0 0,1 1 0 0 0,0-1 0 0 0,0 1 0 0 0,-5 3 0 0 0,2-2 23 0 0,-1 0 0 0 0,1 0 0 0 0,-1 0 0 0 0,-13 2 0 0 0,-7 5 19 0 0,18-7-24 0 0,7-3 4 0 0,1 1-1 0 0,-1 0 0 0 0,1-1 0 0 0,-1 1 1 0 0,1 0-1 0 0,0 1 0 0 0,0-1 1 0 0,-1 1-1 0 0,-3 4 0 0 0,-15 10 9 0 0,18-14-17 0 0,-1-1 0 0 0,1 1 0 0 0,0 0 0 0 0,1 1 0 0 0,-1-1-1 0 0,-5 8 1 0 0,-3 4-111 0 0,11-14 103 0 0,-1 0 0 0 0,1 1 0 0 0,0-1 0 0 0,0 0 0 0 0,0 1 0 0 0,0-1 0 0 0,0 1 0 0 0,1-1 0 0 0,-1 1 0 0 0,0 0 0 0 0,1-1 0 0 0,-1 1 0 0 0,1-1 0 0 0,-1 1 0 0 0,1 0 0 0 0,0 0 0 0 0,0 3 0 0 0,0-5 10 0 0,0 0-1 0 0,0 1 1 0 0,0-1 0 0 0,0 1 0 0 0,0-1-1 0 0,0 1 1 0 0,0-1 0 0 0,-1 1 0 0 0,1-1-1 0 0,0 1 1 0 0,0-1 0 0 0,0 1 0 0 0,0-1-1 0 0,-1 1 1 0 0,1-1 0 0 0,0 0 0 0 0,0 1-1 0 0,-1-1 1 0 0,1 1 0 0 0,0-1 0 0 0,-1 0-1 0 0,1 1 1 0 0,0-1 0 0 0,-1 0-1 0 0,1 1 1 0 0,0-1 0 0 0,-1 0 0 0 0,1 0-1 0 0,-1 1 1 0 0,1-1 0 0 0,-1 0 0 0 0,1 0-1 0 0,-1 0 1 0 0,1 0 0 0 0,-1 0 0 0 0,0 1-1 0 0,1-1 0 0 0,-1 0-1 0 0,1 0 0 0 0,-1 0 0 0 0,0 0 0 0 0,1 0 0 0 0,-1 1 0 0 0,1-1 0 0 0,-1 0 0 0 0,1 1 0 0 0,-1-1 0 0 0,1 0 1 0 0,-1 1-1 0 0,1-1 0 0 0,-1 0 0 0 0,1 1 0 0 0,-1-1 0 0 0,1 1 0 0 0,0-1 0 0 0,-1 1 0 0 0,1-1 0 0 0,0 1 0 0 0,-1-1 1 0 0,1 1-1 0 0,0-1 0 0 0,0 1 0 0 0,0 0 0 0 0,-1-1 0 0 0,1 1 0 0 0,0-1 0 0 0,0 1 0 0 0,0 0 0 0 0,0-1 0 0 0,0 1 1 0 0,0-1-1 0 0,0 1 0 0 0,0 0 0 0 0,0 2 4 0 0,0 0 1 0 0,0-1-1 0 0,-1 1 1 0 0,1 0-1 0 0,-1-1 1 0 0,0 1 0 0 0,1-1-1 0 0,-1 1 1 0 0,-1-1-1 0 0,1 0 1 0 0,-3 5-1 0 0,3-5-4 0 0,0 0-1 0 0,-1 1 1 0 0,1-1-1 0 0,0 1 1 0 0,0-1-1 0 0,0 1 0 0 0,0-1 1 0 0,1 1-1 0 0,-1 0 1 0 0,1-1-1 0 0,-1 6 1 0 0,1-7 1 0 0,0 0 0 0 0,0 0 1 0 0,0-1-1 0 0,0 1 0 0 0,0 0 0 0 0,-1 0 1 0 0,1 0-1 0 0,0 0 0 0 0,0-1 0 0 0,-1 1 1 0 0,1 0-1 0 0,-1 0 0 0 0,1-1 0 0 0,-1 1 1 0 0,1 0-1 0 0,-1 0 0 0 0,1-1 0 0 0,-1 1 1 0 0,1-1-1 0 0,-1 1 0 0 0,-1 0 0 0 0,1 0 1 0 0,0 0 1 0 0,0 0-1 0 0,0 0 0 0 0,0 0 0 0 0,0 0 0 0 0,0 0 0 0 0,0 0 0 0 0,0 1 1 0 0,1-1-1 0 0,-1 0 0 0 0,0 0 0 0 0,1 1 0 0 0,-1-1 0 0 0,1 1 0 0 0,0-1 0 0 0,-1 0 1 0 0,1 1-1 0 0,0-1 0 0 0,0 1 0 0 0,0-1 0 0 0,0 0 0 0 0,0 2 0 0 0,0-2 0 0 0,0 0 0 0 0,0 0 0 0 0,0 0 0 0 0,0 0 0 0 0,0 0 0 0 0,-1 0 0 0 0,1 0 0 0 0,0 0 0 0 0,-1 0 0 0 0,1 0 0 0 0,0-1 0 0 0,-1 1 0 0 0,1 0 0 0 0,-1 0 0 0 0,1 0 0 0 0,-1-1 0 0 0,0 1 0 0 0,1 0 0 0 0,-1-1 0 0 0,0 1 0 0 0,1 0 0 0 0,-1-1 0 0 0,0 1 0 0 0,-1 0 0 0 0,2-1 0 0 0,-1 1 0 0 0,0-1 0 0 0,0 1 0 0 0,1-1 0 0 0,-1 1 0 0 0,1-1 0 0 0,-1 1 0 0 0,0-1 0 0 0,1 1 0 0 0,-1 0 0 0 0,1-1 0 0 0,-1 1 0 0 0,1 0 0 0 0,0 0 0 0 0,-1-1 0 0 0,1 1 0 0 0,0 0 0 0 0,-1 0 0 0 0,1-1 0 0 0,0 1 0 0 0,0 0 0 0 0,0 0 0 0 0,0 1 0 0 0,0 0-1 0 0,0-1 0 0 0,-1 0 0 0 0,1 0 0 0 0,0 0-1 0 0,0 1 1 0 0,-1-1 0 0 0,1 0 0 0 0,-1 0 0 0 0,1 0-1 0 0,-1 0 1 0 0,1 0 0 0 0,-1 0 0 0 0,0 0-1 0 0,1 0 1 0 0,-1 0 0 0 0,0 0 0 0 0,0 0 0 0 0,-1 1-1 0 0,1-1 0 0 0,0 0 0 0 0,0 0-1 0 0,0 0 1 0 0,0 0 0 0 0,0 0 0 0 0,1 0-1 0 0,-1 0 1 0 0,0 0 0 0 0,1 0-1 0 0,-1 0 1 0 0,1 0 0 0 0,-1 0 0 0 0,1 0-1 0 0,-1 1 1 0 0,1-1 0 0 0,0 0-1 0 0,0 0 1 0 0,0 3 0 0 0,-1-3 1 0 0,1 0 0 0 0,0 0 1 0 0,0 0-1 0 0,0 0 1 0 0,0 0-1 0 0,-1-1 0 0 0,1 1 1 0 0,0 0-1 0 0,-1 0 0 0 0,1 0 1 0 0,-1 0-1 0 0,1 0 1 0 0,-1 0-1 0 0,1-1 0 0 0,-1 1 1 0 0,0 0-1 0 0,1-1 0 0 0,-1 1 1 0 0,0 0-1 0 0,0-1 0 0 0,0 1 1 0 0,1-1-1 0 0,-3 2 1 0 0,-2 2 1 0 0,1 6 13 0 0,4-9-14 0 0,0 1 0 0 0,0-1 0 0 0,0 0 0 0 0,0 0 1 0 0,0 1-1 0 0,0-1 0 0 0,-1 0 0 0 0,1 0 0 0 0,0 0 0 0 0,-1 0 1 0 0,1 1-1 0 0,-1-1 0 0 0,1 0 0 0 0,-1 0 0 0 0,0 0 1 0 0,1 0-1 0 0,-1 0 0 0 0,0 0 0 0 0,0 0 0 0 0,-2 1 0 0 0,2-1 0 0 0,0 0-1 0 0,0-1 0 0 0,1 1 0 0 0,-1 0 0 0 0,0 0 1 0 0,0 1-1 0 0,0-1 0 0 0,1 0 0 0 0,-1 0 0 0 0,1 0 1 0 0,-1 0-1 0 0,1 1 0 0 0,-1-1 0 0 0,1 0 0 0 0,0 0 0 0 0,-1 1 1 0 0,1-1-1 0 0,0 0 0 0 0,0 1 0 0 0,0 1 0 0 0,0-1-2 0 0,1 0 0 0 0,-1 0 0 0 0,0 0 0 0 0,0 0 0 0 0,0 0 0 0 0,0 0 0 0 0,0 0 0 0 0,-1 0 0 0 0,1 0 0 0 0,0 0 0 0 0,-1-1-1 0 0,0 1 1 0 0,1 0 0 0 0,-1 0 0 0 0,0 0 0 0 0,0-1 0 0 0,0 1 0 0 0,0 0 0 0 0,0-1 0 0 0,0 1 0 0 0,-1-1 0 0 0,1 1 0 0 0,0-1 0 0 0,-1 0-1 0 0,-1 2 1 0 0,2-2 3 0 0,0-1 0 0 0,1 1 0 0 0,0 0 0 0 0,-1 0 0 0 0,1-1 0 0 0,-1 1 0 0 0,1 0 0 0 0,0 0 0 0 0,0 0 0 0 0,-1 0 0 0 0,1-1 0 0 0,0 1 0 0 0,0 0 0 0 0,0 0 0 0 0,0 0 0 0 0,0 0 0 0 0,0 0 0 0 0,0 0 0 0 0,0-1 0 0 0,0 1 0 0 0,1 1 0 0 0,-1-1 0 0 0,0 0 0 0 0,1 0 0 0 0,-1-1 0 0 0,0 1 0 0 0,0 0 0 0 0,0 0 0 0 0,0 0 0 0 0,0 0 0 0 0,0-1 0 0 0,0 1 0 0 0,0 0 0 0 0,-1 0 0 0 0,1 0 0 0 0,0-1 0 0 0,0 1 0 0 0,-1 0 0 0 0,1 0 0 0 0,0-1 0 0 0,-1 1 0 0 0,1 0 0 0 0,-1 0 0 0 0,0 0 0 0 0,-9 6 2 0 0,8-6-3 0 0,-1 1 0 0 0,1-1 0 0 0,-1 1-1 0 0,1 0 1 0 0,-1 0 0 0 0,1 0 0 0 0,0 0 0 0 0,0 0 0 0 0,0 0 0 0 0,0 0-1 0 0,0 1 1 0 0,-2 3 0 0 0,4-5 9 0 0,0 0 1 0 0,0 1-1 0 0,-1-1 0 0 0,1 0 0 0 0,-1 0 1 0 0,1 0-1 0 0,-1 0 0 0 0,1 0 0 0 0,-1 0 1 0 0,0 0-1 0 0,1 0 0 0 0,-1 0 1 0 0,0 0-1 0 0,0 0 0 0 0,0 0 0 0 0,0-1 1 0 0,-1 2-1 0 0,-4 4 123 0 0,4-1-81 0 0,1 0-1 0 0,-1 1 0 0 0,1-1 1 0 0,1 0-1 0 0,-1 1 0 0 0,1-1 1 0 0,0 1-1 0 0,0-1 1 0 0,0 1-1 0 0,2 5 0 0 0,-1 13 22 0 0,0-18-70 0 0,0-1 0 0 0,0 1 0 0 0,1-1-1 0 0,-1 0 1 0 0,1 1 0 0 0,0-1 0 0 0,1 0 0 0 0,-1 0 0 0 0,1 0 0 0 0,0 0 0 0 0,0-1 0 0 0,1 1 0 0 0,0-1 0 0 0,-1 0 0 0 0,1 0 0 0 0,0 0 0 0 0,9 6-1 0 0,5 3 20 0 0,-1-1-1 0 0,2-1 0 0 0,27 13 0 0 0,-15-10-19 0 0,1-1 0 0 0,0-2 0 0 0,1-1 0 0 0,0-2 0 0 0,1-1 0 0 0,-1-2 0 0 0,1-1 0 0 0,0-2 0 0 0,1-1 0 0 0,-1-1 0 0 0,0-2 0 0 0,0-2 0 0 0,58-13 0 0 0,69-37 113 0 0,-82 25-79 0 0,9 5 115 0 0,-69 20-84 0 0,0-1 0 0 0,0 0 0 0 0,0-1 0 0 0,-1-1 0 0 0,0-1 0 0 0,0-1 0 0 0,-1 0 0 0 0,18-13 0 0 0,7-7 115 0 0,-33 23-145 0 0,1 0 0 0 0,-1-1 0 0 0,10-10 0 0 0,15-14 101 0 0,-22 21-190 0 0,-1 0 0 0 0,0-1 0 0 0,0 0 0 0 0,14-22 0 0 0,-14 15-8 0 0,-5 8 51 0 0,1 0 0 0 0,-1 0 0 0 0,11-10 0 0 0,-15 18 15 0 0,0-1 0 0 0,0 1 0 0 0,0 0 0 0 0,0-1 0 0 0,-1 0 1 0 0,0 1-1 0 0,1-1 0 0 0,-1 0 0 0 0,0 0 0 0 0,0 0 1 0 0,0 1-1 0 0,-1-1 0 0 0,1 0 0 0 0,-1 0 0 0 0,1 0 0 0 0,-1-4 1 0 0,6-27 17 0 0,1 17-12 0 0,-5 12-5 0 0,0 0 1 0 0,0 0-1 0 0,-1 0 1 0 0,0 0-1 0 0,1 0 0 0 0,-2 0 1 0 0,2-9-1 0 0,-2-309 3143 0 0,1 309-3049 0 0,1 0-1 0 0,0-1 1 0 0,2 1-1 0 0,-1 0 1 0 0,2 1-1 0 0,11-26 1 0 0,-9 21 65 0 0,-3-7 20 0 0,-5 23-176 0 0,1 0 1 0 0,0 0-1 0 0,1 0 0 0 0,-1 0 0 0 0,0 0 1 0 0,0-1-1 0 0,1 1 0 0 0,0 0 1 0 0,1-4-1 0 0,5-1 45 0 0,-6 7-43 0 0,0-1-1 0 0,0 1 1 0 0,-1-1 0 0 0,1 1 0 0 0,0-1 0 0 0,-1 1 0 0 0,1-1 0 0 0,0 0 0 0 0,-1 1 0 0 0,1-1-1 0 0,-1 0 1 0 0,1 0 0 0 0,-1 1 0 0 0,0-1 0 0 0,1 0 0 0 0,-1 0 0 0 0,0 0 0 0 0,1 1 0 0 0,-1-1-1 0 0,0 0 1 0 0,0 0 0 0 0,0-1 0 0 0,0 1-7 0 0,1 1-1 0 0,-1-1 0 0 0,0 0 1 0 0,0 1-1 0 0,0-1 1 0 0,1 1-1 0 0,-1-1 1 0 0,0 0-1 0 0,0 1 0 0 0,1-1 1 0 0,-1 1-1 0 0,1-1 1 0 0,-1 1-1 0 0,0-1 1 0 0,1 1-1 0 0,-1-1 0 0 0,1 1 1 0 0,-1 0-1 0 0,1-1 1 0 0,-1 1-1 0 0,1 0 1 0 0,0-1-1 0 0,-1 1 0 0 0,1 0 1 0 0,-1 0-1 0 0,1-1 1 0 0,0 1-1 0 0,-1 0 1 0 0,1 0-1 0 0,-1 0 0 0 0,1 0 1 0 0,0 0-1 0 0,1 0 1 0 0,0 0-6 0 0,2-1-77 0 0,-8 2-80 0 0,-1 1 85 0 0,0 1 1 0 0,1 0-1 0 0,-1 0 1 0 0,1 1-1 0 0,0-1 0 0 0,0 1 1 0 0,0 0-1 0 0,1 0 0 0 0,-1 0 1 0 0,1 1-1 0 0,-5 8 1 0 0,-28 31-1445 0 0,26-37 687 0 0,0 0 1 0 0,0 0 0 0 0,-22 10 0 0 0,6-4-3328 0 0,11-11-1137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54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178 110 2641 0 0,'38'-63'4629'0'0,"-38"61"-4493"0"0,1 0 0 0 0,0 1 0 0 0,0-1 1 0 0,0 0-1 0 0,-1 0 0 0 0,1 0 0 0 0,-1 0 0 0 0,0 0 0 0 0,1 1 0 0 0,-1-1 0 0 0,0-4 1 0 0,1-9 417 0 0,-20 11-87 0 0,16 3 480 0 0,3 2-854 0 0,0 3-13 0 0,0-4-68 0 0,0 1-1 0 0,0 0 0 0 0,0-1 1 0 0,0 1-1 0 0,0 0 1 0 0,0-1-1 0 0,0 1 1 0 0,0 0-1 0 0,0-1 1 0 0,0 1-1 0 0,0-1 1 0 0,-1 1-1 0 0,1 0 1 0 0,0-1-1 0 0,0 1 1 0 0,-1 0-1 0 0,1-1 1 0 0,0 1-1 0 0,-1-1 1 0 0,1 1-1 0 0,-1-1 1 0 0,1 1-1 0 0,-1-1 1 0 0,1 1-1 0 0,-1-1 1 0 0,1 0-1 0 0,-1 1 1 0 0,1-1-1 0 0,-1 1 0 0 0,1-1 1 0 0,-1 0-1 0 0,0 1 1 0 0,-15 12 76 0 0,1 5-74 0 0,13-16-18 0 0,-1 1-1 0 0,1-1 1 0 0,0 1 0 0 0,0 0 0 0 0,0-1 0 0 0,0 1-1 0 0,0 0 1 0 0,1 0 0 0 0,-1 0 0 0 0,1 1 0 0 0,0-1-1 0 0,0 0 1 0 0,0 0 0 0 0,0 1 0 0 0,0 4 0 0 0,1-6 9 0 0,0-1 0 0 0,-1 1 0 0 0,1 0 0 0 0,0-1 0 0 0,-1 1 0 0 0,0-1 0 0 0,1 1 1 0 0,-1-1-1 0 0,0 1 0 0 0,0-1 0 0 0,1 0 0 0 0,-1 1 0 0 0,0-1 0 0 0,0 0 0 0 0,-1 0 1 0 0,1 0-1 0 0,0 1 0 0 0,0-1 0 0 0,-1 0 0 0 0,1-1 0 0 0,0 1 0 0 0,-1 0 0 0 0,1 0 1 0 0,-3 0-1 0 0,-12 11 27 0 0,10-4 3 0 0,3-4-33 0 0,0 0 0 0 0,0 0 0 0 0,0-1-1 0 0,0 1 1 0 0,-1-1 0 0 0,0 0 0 0 0,1 0 0 0 0,-1 0-1 0 0,-8 4 1 0 0,6-4-15 0 0,5-3 14 0 0,0 0 0 0 0,0 1 0 0 0,0-1 1 0 0,1 1-1 0 0,-1-1 0 0 0,0 0 1 0 0,0 1-1 0 0,0-1 0 0 0,1 1 0 0 0,-1 0 1 0 0,0-1-1 0 0,1 1 0 0 0,-1-1 1 0 0,0 1-1 0 0,1 0 0 0 0,-1 0 1 0 0,1-1-1 0 0,-1 1 0 0 0,1 0 0 0 0,0 0 1 0 0,-1 0-1 0 0,1 0 0 0 0,0-1 1 0 0,-1 1-1 0 0,1 0 0 0 0,0 0 0 0 0,0 0 1 0 0,0 0-1 0 0,0 0 0 0 0,0 1 1 0 0,0-1-1 0 0,0 0 1 0 0,0-1-1 0 0,0 1 0 0 0,0-1 1 0 0,-1 1-1 0 0,1-1 1 0 0,0 1-1 0 0,0-1 0 0 0,0 1 1 0 0,-1-1-1 0 0,1 1 1 0 0,0-1-1 0 0,-1 1 0 0 0,1-1 1 0 0,0 1-1 0 0,-1-1 1 0 0,1 1-1 0 0,0-1 0 0 0,-1 0 1 0 0,1 1-1 0 0,-1-1 1 0 0,1 0-1 0 0,-1 1 0 0 0,1-1 1 0 0,-1 0-1 0 0,1 0 1 0 0,-1 0-1 0 0,1 1 0 0 0,-1-1 1 0 0,1 0-1 0 0,-2 0 1 0 0,2 0-2 0 0,-1 0 1 0 0,1 0 0 0 0,-1 0-1 0 0,1 1 1 0 0,-1-1 0 0 0,1 0 0 0 0,-1 0-1 0 0,1 0 1 0 0,0 0 0 0 0,-1 1-1 0 0,1-1 1 0 0,-1 0 0 0 0,1 1-1 0 0,0-1 1 0 0,-1 0 0 0 0,1 0 0 0 0,-1 1-1 0 0,1-1 1 0 0,0 1 0 0 0,0-1-1 0 0,-1 0 1 0 0,1 1 0 0 0,0-1-1 0 0,0 1 1 0 0,-1-1 0 0 0,1 1 0 0 0,0-1-1 0 0,0 1 1 0 0,0-1 0 0 0,0 1-1 0 0,0 0 1 0 0,0-1-1 0 0,0 1 1 0 0,0-1-1 0 0,0 0 1 0 0,0 1-1 0 0,1-1 1 0 0,-1 0-1 0 0,0 1 1 0 0,0-1-1 0 0,0 0 1 0 0,1 1-1 0 0,-1-1 1 0 0,0 0-1 0 0,0 0 1 0 0,1 1-1 0 0,-1-1 1 0 0,0 0-1 0 0,1 0 1 0 0,-1 1-1 0 0,0-1 1 0 0,1 0-1 0 0,-1 0 1 0 0,0 0-1 0 0,1 0 1 0 0,-1 0-1 0 0,1 1 1 0 0,-1-1-1 0 0,0 0 1 0 0,1 0-1 0 0,0 0 2 0 0,0 0 0 0 0,-1 0 0 0 0,1 0 0 0 0,0 0 0 0 0,-1 1 0 0 0,1-1 0 0 0,-1 0 0 0 0,1 0 0 0 0,0 1 0 0 0,-1-1 0 0 0,1 0 0 0 0,-1 1 0 0 0,1-1 0 0 0,-1 1 0 0 0,1-1 0 0 0,-1 1 0 0 0,1-1 0 0 0,-1 1 0 0 0,0-1 0 0 0,1 1 0 0 0,-1-1 0 0 0,0 1 0 0 0,1-1 0 0 0,-1 1 0 0 0,0 0 0 0 0,0-1 0 0 0,0 1 0 0 0,1 0-1 0 0,-1-1 1 0 0,0 1 0 0 0,0 0 0 0 0,0 0 0 0 0,0 0 2 0 0,1 0 0 0 0,-1-1 0 0 0,1 1 0 0 0,-1-1 0 0 0,1 1 0 0 0,-1 0 0 0 0,1-1 0 0 0,-1 1 0 0 0,1-1 0 0 0,0 1 0 0 0,-1-1 0 0 0,1 0 0 0 0,0 1 0 0 0,-1-1 0 0 0,1 0 0 0 0,0 1 0 0 0,-1-1 0 0 0,1 0 0 0 0,1 0 0 0 0,11 6 76 0 0,37 14 117 0 0,-15-8 7 0 0,-21-8-123 0 0,0 0 1 0 0,0-1-1 0 0,1 0 1 0 0,-1-2-1 0 0,1 1 1 0 0,0-2-1 0 0,-1 0 1 0 0,27-4-1 0 0,-27 3 37 0 0,39-7 425 0 0,-49 7-452 0 0,-1 0 0 0 0,0 0-1 0 0,0 0 1 0 0,0-1 0 0 0,1 1 0 0 0,-1-1-1 0 0,-1 0 1 0 0,1 0 0 0 0,0 0 0 0 0,0 0 0 0 0,-1-1-1 0 0,5-4 1 0 0,30-22 776 0 0,-25 9-286 0 0,20-43-1 0 0,-27 50-533 0 0,0 1 0 0 0,1 0-1 0 0,1 0 1 0 0,0 0-1 0 0,0 1 1 0 0,2 0 0 0 0,12-14-1 0 0,-18 16-5 0 0,-2 7-37 0 0,-1 8-62 0 0,-1 10 76 0 0,-1 1 0 0 0,-1 0-1 0 0,0-1 1 0 0,-1 1 0 0 0,-1-1 0 0 0,0 0-1 0 0,-1-1 1 0 0,-13 25 0 0 0,8-21 53 0 0,4-8-8 0 0,1 1 0 0 0,1 0 1 0 0,-1 0-1 0 0,-4 18 0 0 0,4-6-1 0 0,3-12 148 0 0,0 0 0 0 0,0 0 1 0 0,-1-1-1 0 0,-1 1 0 0 0,0-1 1 0 0,-7 11-1 0 0,4-12-86 0 0,7-9-156 0 0,0 0 0 0 0,-1 1 0 0 0,1-1 0 0 0,0 1 0 0 0,0-1 0 0 0,0 1 1 0 0,0 0-1 0 0,0-1 0 0 0,1 1 0 0 0,-1 0 0 0 0,0 0 0 0 0,1-1 0 0 0,-1 1 0 0 0,1 0 0 0 0,-1 2 0 0 0,1-1-3494 0 0,0-9-2286 0 0,0 1 250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54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1441 0 0,'0'0'6162'0'0,"23"6"-4481"0"0,-1-6-240 0 0,0-6-80 0 0,22 6-81 0 0,45-4-239 0 0,-22-6-241 0 0,0 6-320 0 0,-1 4-240 0 0,-21 0-560 0 0,17 4-1121 0 0,5 10-1440 0 0,-23 15-3122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56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24 2801 0 0,'0'-5'3202'0'0,"-23"5"-721"0"0,23-4-400 0 0,0-1-400 0 0,0 0-401 0 0,23 5-319 0 0,17-5-321 0 0,-18 5-240 0 0,22 0-320 0 0,23 5-320 0 0,-23 5-640 0 0,1-1-321 0 0,22 0-80 0 0,-45 1-239 0 0,22 4-721 0 0,-22-10-961 0 0,-22 1 241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57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42 2161 0 0,'-22'5'3762'0'0,"-45"-5"-961"0"0,23 4-1440 0 0,21-4-81 0 0,46-4 161 0 0,-1 4-881 0 0,-22-5 80 0 0,22 5-159 0 0,23-5-1 0 0,-1 5-80 0 0,23-4-160 0 0,-5-1 0 0 0,71-5-720 0 0,-22 1-1521 0 0,0 4-1761 0 0,-44 1-2240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55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469 50 1121 0 0,'-51'3'7381'0'0,"38"-1"-6825"0"0,0-1 1 0 0,0-1 0 0 0,0 0-1 0 0,-14-2 1 0 0,46-7 724 0 0,-19 8-1249 0 0,1 0 0 0 0,-1 0-1 0 0,1 0 1 0 0,-1 1 0 0 0,1-1 0 0 0,0 0 0 0 0,-1 1 0 0 0,1-1 0 0 0,0 0 0 0 0,-1 1 0 0 0,1-1 0 0 0,0 1 0 0 0,0-1-1 0 0,0 1 1 0 0,0-1 0 0 0,0 1 0 0 0,-1 0 0 0 0,3-1 0 0 0,0-1 69 0 0,3-2-3 0 0,-1 0-1 0 0,1 0 1 0 0,0 0 0 0 0,13-5 0 0 0,-18 8-108 0 0,1 0 0 0 0,0 0 1 0 0,0 1-1 0 0,0-1 0 0 0,0 1 0 0 0,0-1 0 0 0,0 1 0 0 0,0 0 1 0 0,0 0-1 0 0,0 0 0 0 0,-1 0 0 0 0,1 0 0 0 0,0 0 0 0 0,0 0 1 0 0,0 1-1 0 0,0-1 0 0 0,0 1 0 0 0,0-1 0 0 0,0 1 1 0 0,0 0-1 0 0,0 0 0 0 0,-1 0 0 0 0,3 1 0 0 0,-3 0 8 0 0,0-1 1 0 0,-1 1-1 0 0,1-1 0 0 0,-1 1 0 0 0,1 0 1 0 0,-1-1-1 0 0,1 1 0 0 0,-1 0 0 0 0,0-1 1 0 0,0 1-1 0 0,0 0 0 0 0,0-1 0 0 0,0 1 0 0 0,0 0 1 0 0,-1 2-1 0 0,1 3 30 0 0,-1 1-3 0 0,0-1 0 0 0,-1 0 0 0 0,1 0-1 0 0,-1 0 1 0 0,-1 0 0 0 0,1 0 0 0 0,-1-1 0 0 0,0 1 0 0 0,-1-1-1 0 0,0 1 1 0 0,0-1 0 0 0,0 0 0 0 0,-1-1 0 0 0,0 1 0 0 0,0-1-1 0 0,0 0 1 0 0,0 0 0 0 0,-1-1 0 0 0,-9 6 0 0 0,0 1 117 0 0,0-1 1 0 0,-2-1-1 0 0,1-1 1 0 0,-1 0-1 0 0,0-1 1 0 0,-28 7-1 0 0,23-9 249 0 0,1-2 0 0 0,-1 0-1 0 0,-36 0 1 0 0,45-3-134 0 0,0-1 0 0 0,0 0 0 0 0,0-1 0 0 0,0-1 0 0 0,0 1 0 0 0,-23-10 0 0 0,35 12-250 0 0,1 0 1 0 0,-1-1-1 0 0,1 1 1 0 0,0 0 0 0 0,-1 0-1 0 0,1 0 1 0 0,-1 0-1 0 0,1 0 1 0 0,0 0-1 0 0,-1-1 1 0 0,1 1 0 0 0,0 0-1 0 0,-1 0 1 0 0,1-1-1 0 0,0 1 1 0 0,0 0-1 0 0,-1 0 1 0 0,1-1 0 0 0,0 1-1 0 0,0 0 1 0 0,-1-1-1 0 0,1 1 1 0 0,0 0-1 0 0,0-1 1 0 0,0 1 0 0 0,-1-1-1 0 0,1 1 1 0 0,0 0-1 0 0,0-1 1 0 0,0 1-1 0 0,0-1 1 0 0,0 1 0 0 0,0 0-1 0 0,0-1 1 0 0,0 1-1 0 0,0-1 1 0 0,0 1-1 0 0,0 0 1 0 0,0-1 0 0 0,0 1-1 0 0,0 0 1 0 0,1-1-1 0 0,-1 1 1 0 0,0-1-1 0 0,0 1 1 0 0,0 0 0 0 0,0-1-1 0 0,1 1 1 0 0,-1 0-1 0 0,0-1 1 0 0,0 1-1 0 0,1 0 1 0 0,-1 0 0 0 0,0-1-1 0 0,1 1 1 0 0,-1 0-1 0 0,0 0 1 0 0,1-1-1 0 0,17-10-31 0 0,-18 11 29 0 0,17-6-24 0 0,0 0 1 0 0,0 1 0 0 0,0 1-1 0 0,0 0 1 0 0,1 2 0 0 0,-1 0-1 0 0,30 0 1 0 0,279 15-2730 0 0,-251-6-380 0 0,83 18 0 0 0,-88-10-527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58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61 2641 0 0,'25'-19'1982'0'0,"36"-21"2306"0"0,-58 39-3888 0 0,-3 1-403 0 0,0 0 0 0 0,0 1 1 0 0,0-1-1 0 0,0 0 0 0 0,0 0 0 0 0,0 1 0 0 0,0-1 1 0 0,0 0-1 0 0,0 1 0 0 0,0-1 0 0 0,-1 0 0 0 0,1 1 0 0 0,0-1 1 0 0,0 0-1 0 0,0 0 0 0 0,0 1 0 0 0,-1-1 0 0 0,1 0 1 0 0,0 0-1 0 0,0 1 0 0 0,-1-1 0 0 0,1 0 0 0 0,0 0 1 0 0,0 0-1 0 0,-1 1 0 0 0,1-1 0 0 0,0 0 0 0 0,-1 0 1 0 0,1 0-1 0 0,-13 0 163 0 0,13 0-103 0 0,80-1 981 0 0,95 3-75 0 0,-167-1-897 0 0,0-1-1 0 0,0 2 1 0 0,0-1-1 0 0,13 5 0 0 0,-20-6-52 0 0,0 1-1 0 0,0-1 1 0 0,0 0-1 0 0,0 0 1 0 0,-1 1-1 0 0,1-1 1 0 0,0 1-1 0 0,0-1 0 0 0,0 0 1 0 0,-1 1-1 0 0,1-1 1 0 0,0 1-1 0 0,0 0 1 0 0,-1-1-1 0 0,1 1 1 0 0,-1 0-1 0 0,1-1 1 0 0,0 1-1 0 0,-1 0 0 0 0,1 0 1 0 0,-1-1-1 0 0,0 1 1 0 0,1 0-1 0 0,-1 0 1 0 0,0 0-1 0 0,1 0 1 0 0,-1 0-1 0 0,0-1 1 0 0,0 1-1 0 0,0 0 0 0 0,0 0 1 0 0,0 0-1 0 0,0 0 1 0 0,0 0-1 0 0,0 0 1 0 0,0 0-1 0 0,0 0 1 0 0,0 0-1 0 0,-1-1 0 0 0,1 1 1 0 0,0 0-1 0 0,-1 0 1 0 0,1 0-1 0 0,0 0 1 0 0,-1-1-1 0 0,1 1 1 0 0,-1 0-1 0 0,1 0 1 0 0,-1-1-1 0 0,0 1 0 0 0,1 0 1 0 0,-2 0-1 0 0,-10 9 156 0 0,1 0 0 0 0,-1-1 0 0 0,-21 13 0 0 0,1-1 54 0 0,-40 29 252 0 0,-79 42-1 0 0,65-52-89 0 0,78-36-356 0 0,0-1 1 0 0,-1 0 0 0 0,1-1 0 0 0,-1 0-1 0 0,0 0 1 0 0,0-1 0 0 0,-14 1 0 0 0,21-3-26 0 0,0 1 0 0 0,1-1 0 0 0,-1 1 0 0 0,0-1-1 0 0,1 0 1 0 0,-1 1 0 0 0,1-1 0 0 0,-1 0 0 0 0,1 0 0 0 0,-1 0 0 0 0,-1-3 0 0 0,-6-2-38 0 0,6 4 39 0 0,0 0-1 0 0,1 0 1 0 0,-1 0 0 0 0,0-1 0 0 0,1 1 0 0 0,0-1-1 0 0,-1 1 1 0 0,1-1 0 0 0,0 0 0 0 0,0 0 0 0 0,1 0-1 0 0,-1 0 1 0 0,1 0 0 0 0,-1 0 0 0 0,-1-5 0 0 0,1-1-83 0 0,0 0 0 0 0,0 0-1 0 0,1 1 1 0 0,0-1 0 0 0,1-11 0 0 0,0 20-67 0 0,8 7 71 0 0,1-1-1 0 0,1 1 1 0 0,-1-2 0 0 0,1 1 0 0 0,14 5 0 0 0,-2-1 152 0 0,155 77 964 0 0,-167-82-1083 0 0,-1-1 0 0 0,1 0 0 0 0,20 5 0 0 0,19-3-4232 0 0,-9-9-1796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59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21 213 4162 0 0,'14'-9'2676'0'0,"-22"1"-1042"0"0,6 7-1542 0 0,-3-7 1150 0 0,3 1-923 0 0,1 7-244 0 0,-11-8 112 0 0,12 8-181 0 0,-1 0-1 0 0,1 0 1 0 0,0 0-1 0 0,0 0 1 0 0,-1 0 0 0 0,1-1-1 0 0,0 1 1 0 0,0 0-1 0 0,0 0 1 0 0,-1 0-1 0 0,1-1 1 0 0,0 1-1 0 0,0 0 1 0 0,0 0 0 0 0,0-1-1 0 0,-1 1 1 0 0,1 0-1 0 0,0 0 1 0 0,0-1-1 0 0,0 1 1 0 0,0 0-1 0 0,0 0 1 0 0,0-1 0 0 0,0 1-1 0 0,0 0 1 0 0,0 0-1 0 0,0-1 1 0 0,0 1-1 0 0,0 0 1 0 0,0-1-1 0 0,0 1 1 0 0,0 0-1 0 0,0 0 1 0 0,0-1 0 0 0,0 1-1 0 0,0 0 1 0 0,1 0-1 0 0,-1-1 1 0 0,0 1-1 0 0,0 0 1 0 0,0 0-1 0 0,0-1 1 0 0,1 1 0 0 0,4-3 33 0 0,-4 3-34 0 0,0-1 0 0 0,-1 1 0 0 0,1 0 0 0 0,0-1 0 0 0,-1 1 0 0 0,1-1 0 0 0,0 1 0 0 0,-1-1 0 0 0,1 1 0 0 0,0-1 0 0 0,-1 1 0 0 0,1-1 0 0 0,-1 1 0 0 0,1-1 0 0 0,-1 0 0 0 0,1 1 0 0 0,-1-1-1 0 0,0 0 1 0 0,1 1 0 0 0,-1-1 0 0 0,0 0 0 0 0,1 0 0 0 0,-1 1 0 0 0,0-1 0 0 0,0 0 0 0 0,0-1 0 0 0,1 0 1 0 0,-1 1 0 0 0,1-1 0 0 0,0 0 0 0 0,0 1 0 0 0,-1-1-1 0 0,1 1 1 0 0,0 0 0 0 0,0-1 0 0 0,0 1 0 0 0,0 0 0 0 0,1 0 0 0 0,-1-1 0 0 0,0 1 0 0 0,1 0 0 0 0,-1 0 0 0 0,0 0 0 0 0,3 0-1 0 0,32-20 42 0 0,-26 16-40 0 0,15-9 28 0 0,-4 2-20 0 0,1 1 0 0 0,35-14 0 0 0,-44 21-28 0 0,19-4-75 0 0,-31 8 86 0 0,-1 0 0 0 0,1 0 0 0 0,0 0 0 0 0,0 0 0 0 0,0 0 0 0 0,0 0 0 0 0,0 0 0 0 0,0 1 0 0 0,0-1 0 0 0,0 0 0 0 0,-1 1-1 0 0,1-1 1 0 0,0 0 0 0 0,0 1 0 0 0,0-1 0 0 0,-1 1 0 0 0,1-1 0 0 0,0 1 0 0 0,0 0 0 0 0,-1-1 0 0 0,1 1 0 0 0,-1 0 0 0 0,1-1 0 0 0,-1 1 0 0 0,1 0 0 0 0,-1 0 0 0 0,1-1 0 0 0,0 3 0 0 0,1 6 9 0 0,-1 0 1 0 0,0 1-1 0 0,0-1 1 0 0,-1 1-1 0 0,0 0 0 0 0,-1-1 1 0 0,0 1-1 0 0,-2 10 1 0 0,1-12-3 0 0,-1-1 1 0 0,0 1 0 0 0,0 0 0 0 0,-7 12 0 0 0,-6 13 85 0 0,12-20-14 0 0,3-12-61 0 0,1 0 1 0 0,0 1-1 0 0,0-1 1 0 0,-1 0-1 0 0,1 1 1 0 0,-1-1-1 0 0,1 0 1 0 0,-1 0-1 0 0,0 0 1 0 0,1 1-1 0 0,-1-1 1 0 0,0 0-1 0 0,0 0 1 0 0,0 0-1 0 0,0 0 1 0 0,0 0-1 0 0,0 0 1 0 0,0-1-1 0 0,0 1 1 0 0,0 0-1 0 0,-2 0 1 0 0,4-2 67 0 0,1 0 0 0 0,-1 0 0 0 0,1 0 1 0 0,-1-1-1 0 0,1 1 0 0 0,-1-1 0 0 0,0 1 0 0 0,1-1 0 0 0,-1 1 0 0 0,0-1 0 0 0,0 0 1 0 0,1-3-1 0 0,-2 4-69 0 0,0 0 1 0 0,0 0 0 0 0,1 1 0 0 0,-1-1-1 0 0,0 0 1 0 0,0 0 0 0 0,1 0-1 0 0,-1 0 1 0 0,0 1 0 0 0,1-1 0 0 0,-1 0-1 0 0,1 0 1 0 0,-1 1 0 0 0,1-1-1 0 0,-1 0 1 0 0,1 1 0 0 0,-1-1-1 0 0,1 1 1 0 0,0-1 0 0 0,0 0 0 0 0,-1 1-1 0 0,2-1 1 0 0,6-6 50 0 0,18-34 40 0 0,36-24-26 0 0,-53 56-71 0 0,-1 0 0 0 0,1 1 0 0 0,1 0 0 0 0,-1 0 0 0 0,21-11 0 0 0,-27 17-34 0 0,0 1 1 0 0,0 0-1 0 0,0 1 1 0 0,0-1-1 0 0,0 0 0 0 0,1 1 1 0 0,-1 0-1 0 0,0 0 1 0 0,1 0-1 0 0,-1 0 1 0 0,0 0-1 0 0,0 1 1 0 0,1-1-1 0 0,-1 1 1 0 0,0 0-1 0 0,0 0 0 0 0,0 0 1 0 0,0 0-1 0 0,0 1 1 0 0,0-1-1 0 0,0 1 1 0 0,-1 0-1 0 0,1 0 1 0 0,4 3-1 0 0,0 24 25 0 0,-2-14 18 0 0,-3-11-4 0 0,0 1 0 0 0,0-1 0 0 0,-1 1-1 0 0,1 0 1 0 0,-1-1 0 0 0,0 1 0 0 0,-1 0 0 0 0,1 0 0 0 0,-1-1 0 0 0,0 1 0 0 0,0 0 0 0 0,-1 0 0 0 0,1 0-1 0 0,-1-1 1 0 0,-2 10 0 0 0,0-11 9 0 0,1 0 0 0 0,0 0 0 0 0,-1 0 0 0 0,0-1 0 0 0,0 1 0 0 0,0-1 0 0 0,-4 4 0 0 0,3-4 51 0 0,0 1 0 0 0,1 0-1 0 0,0-1 1 0 0,-1 2 0 0 0,1-1 0 0 0,0 0-1 0 0,-3 6 1 0 0,1 0 176 0 0,5-8-233 0 0,0-1 0 0 0,0 1 0 0 0,-1 0 0 0 0,1-1-1 0 0,0 1 1 0 0,-1 0 0 0 0,1-1 0 0 0,0 1-1 0 0,-1-1 1 0 0,1 1 0 0 0,-1-1 0 0 0,1 1-1 0 0,-1 0 1 0 0,1-1 0 0 0,-1 0 0 0 0,1 1-1 0 0,-1-1 1 0 0,0 1 0 0 0,1-1 0 0 0,-1 0 0 0 0,1 1-1 0 0,-1-1 1 0 0,0 0 0 0 0,0 0 0 0 0,1 1-1 0 0,-1-1 1 0 0,0 0 0 0 0,1 0 0 0 0,-1 0-1 0 0,0 0 1 0 0,0 0 0 0 0,-3-3 220 0 0,0-3-47 0 0,3 5-170 0 0,0 0 1 0 0,0 1 0 0 0,-1-1-1 0 0,1 0 1 0 0,0 0-1 0 0,0 0 1 0 0,0 0-1 0 0,0-1 1 0 0,0 1-1 0 0,1 0 1 0 0,-1 0 0 0 0,0-1-1 0 0,0 1 1 0 0,1 0-1 0 0,-1-1 1 0 0,0-1-1 0 0,-1-31 194 0 0,2 27-204 0 0,0 0 7 0 0,1 0-1 0 0,0 0 1 0 0,0 0-1 0 0,0 1 1 0 0,1-1-1 0 0,0 0 1 0 0,1 1-1 0 0,-1 0 1 0 0,1-1-1 0 0,0 1 1 0 0,1 0-1 0 0,0 1 0 0 0,0-1 1 0 0,0 0-1 0 0,8-7 1 0 0,-5 6 0 0 0,0 1 0 0 0,0 0 0 0 0,1 0 0 0 0,0 1 0 0 0,0 0 0 0 0,0 0 0 0 0,1 1-1 0 0,0 0 1 0 0,0 0 0 0 0,0 1 0 0 0,14-3 0 0 0,-15 4-21 0 0,6-1-35 0 0,-1 0 1 0 0,0 1 0 0 0,21 0 0 0 0,-31 2 31 0 0,0 0 0 0 0,0 0 1 0 0,0 0-1 0 0,0 0 0 0 0,0 1 0 0 0,0-1 0 0 0,0 1 1 0 0,0 0-1 0 0,0 0 0 0 0,0 0 0 0 0,0 0 0 0 0,0 1 1 0 0,-1-1-1 0 0,1 1 0 0 0,-1-1 0 0 0,1 1 1 0 0,-1 0-1 0 0,0 0 0 0 0,1 0 0 0 0,-1 0 0 0 0,0 1 1 0 0,0-1-1 0 0,2 4 0 0 0,-1 1 20 0 0,0 0-1 0 0,0 1 1 0 0,0 0 0 0 0,-1-1 0 0 0,0 1-1 0 0,-1 0 1 0 0,0 0 0 0 0,0 0-1 0 0,0 0 1 0 0,-1 0 0 0 0,-1 0-1 0 0,1 0 1 0 0,-1 0 0 0 0,0 0-1 0 0,-1 0 1 0 0,0 0 0 0 0,0 0-1 0 0,-1-1 1 0 0,-5 13 0 0 0,2-10 84 0 0,3-7-29 0 0,1 1-1 0 0,1-1 1 0 0,-1 1-1 0 0,0-1 1 0 0,1 1-1 0 0,-1-1 1 0 0,1 1-1 0 0,0 0 1 0 0,1 0-1 0 0,-2 5 1 0 0,4-14-317 0 0,-1 0 0 0 0,1-1 1 0 0,0 1-1 0 0,0 1 0 0 0,0-1 1 0 0,1 0-1 0 0,-1 1 0 0 0,1-1 0 0 0,1 1 1 0 0,-1 0-1 0 0,7-7 0 0 0,6-10-1141 0 0,43-47-2892 0 0,8 8-801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0:59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663 4 5202 0 0,'-4'-3'3002'0'0,"-15"2"-1628"0"0,16 3-1376 0 0,0-1 0 0 0,1 1 1 0 0,-1 0-1 0 0,0-1 0 0 0,1 1 0 0 0,-1 1 1 0 0,1-1-1 0 0,0 0 0 0 0,-1 1 1 0 0,1-1-1 0 0,-3 5 0 0 0,-14 15 169 0 0,-9 5 60 0 0,-47 50 627 0 0,46-44-217 0 0,-1-1 0 0 0,-1-1 0 0 0,-64 47 0 0 0,54-48 326 0 0,-83 62 1685 0 0,100-73-2220 0 0,1 2 0 0 0,-39 44 0 0 0,40-30-588 0 0,22-35 132 0 0,-1 0 0 0 0,1 1 0 0 0,0-1 0 0 0,0 0 0 0 0,-1 1 0 0 0,1-1 0 0 0,0 0 0 0 0,0 1 0 0 0,0-1 0 0 0,-1 1 0 0 0,1-1 0 0 0,0 0 0 0 0,0 1 0 0 0,0-1 0 0 0,0 1 0 0 0,0-1 0 0 0,0 1 0 0 0,0-1 0 0 0,0 1 0 0 0,0-1-1 0 0,0 0 1 0 0,0 1 0 0 0,0-1 0 0 0,0 1 0 0 0,0-1 0 0 0,0 1 0 0 0,1-1 0 0 0,-1 0 0 0 0,0 1 0 0 0,0-1 0 0 0,0 1 0 0 0,1-1 0 0 0,-1 0 0 0 0,0 1 0 0 0,0-1 0 0 0,1 1 0 0 0,18-2-2026 0 0,-12-1 1290 0 0,52-10-4585 0 0,8-17-2014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00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484 36 1281 0 0,'4'-9'5388'0'0,"8"5"-5007"0"0,-10 4 212 0 0,-1 0-552 0 0,-1 0-1 0 0,0 0 0 0 0,0 0 0 0 0,1 0 1 0 0,-1 0-1 0 0,0-1 0 0 0,0 1 0 0 0,0 0 1 0 0,1 0-1 0 0,-1 0 0 0 0,0 0 0 0 0,0 0 0 0 0,0 0 1 0 0,0-1-1 0 0,1 1 0 0 0,-1 0 0 0 0,0 0 1 0 0,0 0-1 0 0,0-1 0 0 0,0 1 0 0 0,0 0 0 0 0,0 0 1 0 0,1 0-1 0 0,-1-1 0 0 0,0 1 0 0 0,0 0 1 0 0,0 0-1 0 0,0 0 0 0 0,0-1 0 0 0,0 1 1 0 0,0 0-1 0 0,0 0 0 0 0,0-1 0 0 0,0 1 0 0 0,0 0 1 0 0,0 0-1 0 0,0 0 0 0 0,0-1 0 0 0,0 1 1 0 0,0 0-1 0 0,-1 0 0 0 0,1-1 0 0 0,0 1 0 0 0,0 0 1 0 0,0 0-1 0 0,0 0 0 0 0,0-1 0 0 0,0 1 1 0 0,-1 0-1 0 0,1 0 0 0 0,0 0 0 0 0,0 0 1 0 0,0 0-1 0 0,0-1 0 0 0,-1 1 0 0 0,1 0 0 0 0,0 0 1 0 0,0 0-1 0 0,0 0 0 0 0,-1 0 0 0 0,1 0 1 0 0,0 0-1 0 0,-1 0 0 0 0,-20-5 107 0 0,-1 2-1 0 0,0 0 1 0 0,-40 2-1 0 0,-65 9 188 0 0,108-7-163 0 0,1 2 0 0 0,1 0 0 0 0,-1 1-1 0 0,-18 6 1 0 0,36-10-161 0 0,1 0 0 0 0,-1 1 0 0 0,0-1 1 0 0,0 0-1 0 0,1 0 0 0 0,-1 0 0 0 0,0 0 0 0 0,0 0 0 0 0,0 0 0 0 0,1 1 0 0 0,-1-1 0 0 0,0 0 1 0 0,0 0-1 0 0,0 0 0 0 0,0 1 0 0 0,0-1 0 0 0,1 0 0 0 0,-1 0 0 0 0,0 0 0 0 0,0 1 0 0 0,0-1 1 0 0,0 0-1 0 0,0 0 0 0 0,0 1 0 0 0,0-1 0 0 0,0 0 0 0 0,0 0 0 0 0,0 1 0 0 0,0-1 0 0 0,0 0 1 0 0,0 0-1 0 0,0 1 0 0 0,0-1 0 0 0,0 0 0 0 0,0 0 0 0 0,0 1 0 0 0,0-1 0 0 0,0 0 0 0 0,0 0 1 0 0,0 1-1 0 0,-1-1 0 0 0,1 0 0 0 0,0 0 0 0 0,0 0 0 0 0,0 1 0 0 0,0-1 0 0 0,-1 0 0 0 0,1 0 1 0 0,0 0-1 0 0,0 0 0 0 0,0 1 0 0 0,-1-1 0 0 0,1 0 0 0 0,0 0 0 0 0,0 0 0 0 0,0 0 0 0 0,-1 0 0 0 0,1 0 1 0 0,0 0-1 0 0,0 0 0 0 0,-1 0 0 0 0,1 0 0 0 0,-1 0 0 0 0,18 5-92 0 0,-17-5 91 0 0,133 24 4 0 0,-119-22 5 0 0,0 0 1 0 0,-1 2-1 0 0,1-1 0 0 0,-1 2 1 0 0,0 0-1 0 0,0 0 0 0 0,22 15 1 0 0,-33-19-1 0 0,0 0-1 0 0,0 1 1 0 0,-1-1 0 0 0,1 1 0 0 0,-1 0 0 0 0,1 0-1 0 0,-1-1 1 0 0,1 1 0 0 0,-1 0 0 0 0,0 0-1 0 0,0 0 1 0 0,0 0 0 0 0,0 1 0 0 0,0-1 0 0 0,-1 0-1 0 0,1 0 1 0 0,-1 0 0 0 0,1 1 0 0 0,-1-1 0 0 0,0 0-1 0 0,0 0 1 0 0,0 1 0 0 0,0-1 0 0 0,0 0-1 0 0,-1 1 1 0 0,1-1 0 0 0,-1 0 0 0 0,1 0 0 0 0,-1 1-1 0 0,0-1 1 0 0,0 0 0 0 0,0 0 0 0 0,0 0 0 0 0,0 0-1 0 0,0 0 1 0 0,0 0 0 0 0,-1-1 0 0 0,1 1-1 0 0,-1 0 1 0 0,0-1 0 0 0,1 1 0 0 0,-1-1 0 0 0,0 1-1 0 0,-2 1 1 0 0,-28 15 251 0 0,0 0 0 0 0,-1-2-1 0 0,0-2 1 0 0,-1-1 0 0 0,-1-2-1 0 0,-66 14 1 0 0,95-25-370 0 0,-1 1 0 0 0,0-1 0 0 0,0 0-1 0 0,1 0 1 0 0,-1 0 0 0 0,0-1 0 0 0,1 0 0 0 0,-1-1 0 0 0,1 0-1 0 0,-1 0 1 0 0,-9-4 0 0 0,15 5-28 0 0,-1 1-1 0 0,1-1 1 0 0,-1 0-1 0 0,1 0 1 0 0,0 0-1 0 0,-1 0 1 0 0,1 0 0 0 0,0 0-1 0 0,-1 0 1 0 0,1 0-1 0 0,0 0 1 0 0,0-1-1 0 0,0 1 1 0 0,0 0-1 0 0,0-1 1 0 0,1 1-1 0 0,-1-1 1 0 0,0 1 0 0 0,1-1-1 0 0,-1 1 1 0 0,1-1-1 0 0,-1 0 1 0 0,1 1-1 0 0,0-1 1 0 0,-1 0-1 0 0,1 1 1 0 0,0-1-1 0 0,0 0 1 0 0,0 1 0 0 0,1-3-1 0 0,0-2-355 0 0,1 1-1 0 0,0-1 1 0 0,0 1-1 0 0,0 0 1 0 0,1 0-1 0 0,0 0 1 0 0,6-9-1 0 0,32-36-4129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01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314 52 1281 0 0,'-85'-29'8083'0'0,"85"29"-8027"0"0,-1 0 1 0 0,1-1-1 0 0,-1 1 0 0 0,1-1 0 0 0,0 1 0 0 0,-1 0 0 0 0,1-1 1 0 0,0 1-1 0 0,0-1 0 0 0,-1 1 0 0 0,1-1 0 0 0,0 1 0 0 0,0-1 1 0 0,0 0-1 0 0,0 1 0 0 0,0-1 0 0 0,-1 1 0 0 0,1-1 0 0 0,0 1 1 0 0,0-1-1 0 0,0 1 0 0 0,1-1 0 0 0,-1 1 0 0 0,0-1 0 0 0,0 0 1 0 0,0 1-1 0 0,0-1 0 0 0,0 1 0 0 0,1-1 0 0 0,-1 1 0 0 0,0-1 1 0 0,0 1-1 0 0,1-1 0 0 0,-1 1 0 0 0,0 0 0 0 0,1-1 0 0 0,0 0 1 0 0,8 0-58 0 0,1 0 1 0 0,-1 0-1 0 0,0 1 1 0 0,1 0 0 0 0,-1 1-1 0 0,0 0 1 0 0,15 3 0 0 0,-22-4 5 0 0,1 1 1 0 0,0 0 0 0 0,-1-1-1 0 0,1 1 1 0 0,0 0 0 0 0,-1 0-1 0 0,1 1 1 0 0,-1-1 0 0 0,1 0 0 0 0,-1 1-1 0 0,0-1 1 0 0,0 1 0 0 0,0 0-1 0 0,0 0 1 0 0,0 0 0 0 0,0 0-1 0 0,0 0 1 0 0,0 0 0 0 0,-1 1-1 0 0,1-1 1 0 0,-1 0 0 0 0,0 1 0 0 0,0 0-1 0 0,0-1 1 0 0,0 1 0 0 0,0-1-1 0 0,0 1 1 0 0,-1 0 0 0 0,1 0-1 0 0,-1 2 1 0 0,0-1 46 0 0,-1 0 1 0 0,0 0-1 0 0,0 0 1 0 0,0 0-1 0 0,0 0 0 0 0,-1-1 1 0 0,1 1-1 0 0,-1-1 1 0 0,0 1-1 0 0,0-1 1 0 0,-1 1-1 0 0,1-1 0 0 0,0 0 1 0 0,-1 0-1 0 0,0 0 1 0 0,0-1-1 0 0,0 1 0 0 0,0-1 1 0 0,-6 4-1 0 0,-4 3 256 0 0,0-2 1 0 0,-1 0-1 0 0,-23 9 0 0 0,21-10-19 0 0,-1 0 0 0 0,0-2 0 0 0,0 0 0 0 0,-31 2 0 0 0,39-5-255 0 0,-1-1 1 0 0,1 0-1 0 0,0 0 0 0 0,-1-1 0 0 0,1-1 1 0 0,0 1-1 0 0,0-1 0 0 0,0-1 0 0 0,-15-6 1 0 0,22 9-44 0 0,1-1-1 0 0,-1 0 1 0 0,0 1 0 0 0,1-1 0 0 0,-1 0 0 0 0,1 0 0 0 0,-1 0 0 0 0,1 0 0 0 0,0 0 0 0 0,-1-1 0 0 0,1 1 0 0 0,0 0 0 0 0,0-1 0 0 0,0 1 0 0 0,0 0 0 0 0,0-1 0 0 0,0 1 0 0 0,0-1 0 0 0,1 0 0 0 0,-1 1 0 0 0,0-1 0 0 0,1 0 0 0 0,-1 1 0 0 0,1-1 0 0 0,0 0 0 0 0,0 0 0 0 0,-1 1 0 0 0,1-1 0 0 0,0 0 0 0 0,1 0 0 0 0,-1 1 0 0 0,0-1 0 0 0,0 0 0 0 0,1-2 0 0 0,2-3-29 0 0,0 0 1 0 0,1 1 0 0 0,-1-1 0 0 0,1 1-1 0 0,0 0 1 0 0,7-8 0 0 0,-1 1 13 0 0,-8 11 27 0 0,0 1-1 0 0,0-1 1 0 0,0 0-1 0 0,0 1 1 0 0,1-1-1 0 0,-1 1 1 0 0,0 0-1 0 0,1-1 1 0 0,0 1-1 0 0,-1 1 1 0 0,1-1-1 0 0,-1 0 1 0 0,1 0 0 0 0,0 1-1 0 0,0 0 1 0 0,-1-1-1 0 0,1 1 1 0 0,0 0-1 0 0,-1 1 1 0 0,1-1-1 0 0,0 0 1 0 0,4 2-1 0 0,1-2 20 0 0,17 2 85 0 0,0 1 0 0 0,0 2 0 0 0,28 7 0 0 0,-15-2-1 0 0,247 77-93 0 0,-277-85-319 0 0,0 1 1 0 0,0 0-1 0 0,0 1 0 0 0,0 0 0 0 0,-1 0 1 0 0,0 0-1 0 0,0 1 0 0 0,0 0 0 0 0,-1 1 0 0 0,1 0 1 0 0,-1 0-1 0 0,7 9 0 0 0,9 7-4363 0 0,1-10-2214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02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19 2801 0 0,'22'-14'2962'0'0,"-22"9"479"0"0,-22 28-2881 0 0,-67 43-640 0 0,49 0 0 0 0,18-20 240 0 0,22 15 161 0 0,0 14 159 0 0,22 0-240 0 0,-22-8-160 0 0,0-7 880 0 0,22-4-239 0 0,-4-14-721 0 0,4-18-480 0 0,0-15-961 0 0,45-28-1120 0 0,-23-28-2642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04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463 317 5603 0 0,'-2'-2'339'0'0,"-1"-1"1"0"0,1 0 0 0 0,0 0-1 0 0,0 0 1 0 0,0 0-1 0 0,0 0 1 0 0,1-1 0 0 0,-1 1-1 0 0,1-1 1 0 0,0 1 0 0 0,-1-7-1 0 0,2 8-280 0 0,0 1 0 0 0,-1-1-1 0 0,2 0 1 0 0,-1 1 0 0 0,0-1 0 0 0,0 0-1 0 0,0 1 1 0 0,1-1 0 0 0,-1 1 0 0 0,1-1-1 0 0,-1 1 1 0 0,1-1 0 0 0,0 1-1 0 0,0-1 1 0 0,-1 1 0 0 0,1 0 0 0 0,0-1-1 0 0,0 1 1 0 0,0 0 0 0 0,1 0-1 0 0,-1-1 1 0 0,0 1 0 0 0,0 0 0 0 0,1 0-1 0 0,-1 1 1 0 0,0-1 0 0 0,1 0-1 0 0,-1 0 1 0 0,1 1 0 0 0,1-2 0 0 0,26-8 417 0 0,0 0 0 0 0,0 2 0 0 0,1 1-1 0 0,44-4 1 0 0,124-2 179 0 0,-150 12-475 0 0,347 2 410 0 0,-276 2-459 0 0,53-7 132 0 0,182-30 1 0 0,-52 3-71 0 0,-27 16-181 0 0,134-13 136 0 0,-211 1-94 0 0,63-5-201 0 0,-247 31 122 0 0,-7 0-1 0 0,-1 0 1 0 0,1 0-1 0 0,0 1 1 0 0,0 0-1 0 0,-1 0 1 0 0,1 1-1 0 0,0-1 1 0 0,-1 2-1 0 0,13 2 1 0 0,-16 5 11 0 0,34-8-427 0 0,-1 2 0 0 0,1 1-1 0 0,-1 1 1 0 0,0 2 0 0 0,0 2-1 0 0,-1 1 1 0 0,0 2 0 0 0,-1 1-1 0 0,-1 2 1 0 0,0 1 0 0 0,41 28 0 0 0,-67-39 459 0 0,-1-1 0 0 0,1 0 0 0 0,-1-1 0 0 0,1 1 0 0 0,0-1 0 0 0,1-1 0 0 0,-1 1 0 0 0,0-1 0 0 0,1 0 1 0 0,-1-1-1 0 0,1 0 0 0 0,-1 0 0 0 0,13-1 0 0 0,18-2-17 0 0,1-2 0 0 0,67-16 0 0 0,-72 13 9 0 0,3-1 134 0 0,1 2 0 0 0,-1 2 1 0 0,1 1-1 0 0,60 4 0 0 0,-77 1-38 0 0,110 10 1442 0 0,-114-10-1421 0 0,-14-4-112 0 0,-1 0 3 0 0,3 1 21 0 0,-4 1-22 0 0,0 0 1 0 0,-1 0-1 0 0,1 0 0 0 0,-1 0 0 0 0,1 0 0 0 0,-1 0 0 0 0,1-1 0 0 0,0 1 0 0 0,-1 0 1 0 0,1 0-1 0 0,-1 0 0 0 0,1-1 0 0 0,-1 1 0 0 0,1 0 0 0 0,-1-1 0 0 0,1 1 0 0 0,-1 0 0 0 0,1-1 1 0 0,-1 1-1 0 0,0-1 0 0 0,1 1 0 0 0,-1-1 0 0 0,0 1 0 0 0,1-1 0 0 0,-1 1 0 0 0,0-1 1 0 0,1 1-1 0 0,-1-1 0 0 0,0 1 0 0 0,0-1 0 0 0,0 1 0 0 0,0-1 0 0 0,0 0 0 0 0,1 1 1 0 0,-1-1-1 0 0,0 1 0 0 0,0-1 0 0 0,0 0 0 0 0,0 1 0 0 0,-1-1 0 0 0,1 1 0 0 0,0-1 0 0 0,0 1 1 0 0,0-1-1 0 0,-1 0 0 0 0,0 0 25 0 0,0 0 0 0 0,0 1 0 0 0,0-1 0 0 0,0 0 0 0 0,0 1 1 0 0,0-1-1 0 0,0 1 0 0 0,-1 0 0 0 0,1-1 0 0 0,0 1 0 0 0,0 0 0 0 0,0 0 0 0 0,-1 0 1 0 0,1 0-1 0 0,0 0 0 0 0,0 0 0 0 0,0 0 0 0 0,-1 0 0 0 0,1 0 0 0 0,0 1 0 0 0,0-1 1 0 0,0 0-1 0 0,-1 1 0 0 0,0 0 0 0 0,-31 8 546 0 0,27 4-442 0 0,2-4-83 0 0,2-1-1 0 0,-1 1 0 0 0,1-1 0 0 0,0 1 1 0 0,1 0-1 0 0,0 0 0 0 0,0 0 0 0 0,1 0 1 0 0,0 0-1 0 0,1 0 0 0 0,2 11 0 0 0,2 2-38 0 0,-1 0-1 0 0,-1-1 0 0 0,0 42 1 0 0,-2 25 58 0 0,2-32 244 0 0,-10 98-1 0 0,2-132-205 0 0,0 0-1 0 0,-2-1 0 0 0,-16 37 0 0 0,15-41 53 0 0,2-1 0 0 0,-1 1 0 0 0,2 0 0 0 0,0 0 0 0 0,1 0 0 0 0,-3 35 0 0 0,8-17 319 0 0,0-21-397 0 0,0-1 0 0 0,-2 1 0 0 0,1 0 0 0 0,-6 23 0 0 0,0-15 22 0 0,3-15-41 0 0,1 0 0 0 0,0 1-1 0 0,0-1 1 0 0,1 0 0 0 0,0 0 0 0 0,0 8 0 0 0,1-5 26 0 0,-1-1 1 0 0,-1 1-1 0 0,1-1 1 0 0,-1 0 0 0 0,-1 0-1 0 0,0 0 1 0 0,-7 16-1 0 0,-37 57 456 0 0,9-14-312 0 0,37-66-232 0 0,-8 11 213 0 0,-3-16-563 0 0,0-3-299 0 0,-69-27-564 0 0,58 22 1068 0 0,0 2 1 0 0,0 0 0 0 0,-1 1 0 0 0,0 2-1 0 0,-27-4 1 0 0,-121-9 188 0 0,164 18-60 0 0,-478-9 232 0 0,214 10 9 0 0,-530-39-425 0 0,-245 0 174 0 0,847 41-28 0 0,-547 19 415 0 0,460 4-313 0 0,208-17-82 0 0,75-7-7 0 0,1-1-1 0 0,0 0 0 0 0,-1 1 0 0 0,1-1 0 0 0,-1-1 1 0 0,1 1-1 0 0,-1 0 0 0 0,1-1 0 0 0,-6-1 1 0 0,8 1 20 0 0,0 0 0 0 0,0 0 0 0 0,0 1 1 0 0,0-1-1 0 0,0-1 0 0 0,0 1 1 0 0,1 0-1 0 0,-1 0 0 0 0,0 0 1 0 0,1 0-1 0 0,-1 0 0 0 0,1-1 1 0 0,-1 1-1 0 0,1 0 0 0 0,-1-1 0 0 0,1 1 1 0 0,0 0-1 0 0,0-1 0 0 0,-1 1 1 0 0,1 0-1 0 0,0-1 0 0 0,0 1 1 0 0,0 0-1 0 0,1-3 0 0 0,1 1-5 0 0,1-1-1 0 0,-1 1 1 0 0,1 0 0 0 0,0 0-1 0 0,0 0 1 0 0,0 0 0 0 0,0 0-1 0 0,1 0 1 0 0,-1 1-1 0 0,8-4 1 0 0,-10 5 0 0 0,3-1-53 0 0,0 0 0 0 0,0 0-1 0 0,1 0 1 0 0,-1 0 0 0 0,1 1-1 0 0,-1-1 1 0 0,8 0 0 0 0,-10 2 49 0 0,-28-8-4145 0 0,-33-11-3214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04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1 1 1761 0 0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17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0 547 2081 0 0,'4'1'2081'0'0,"-3"-1"-1916"0"0,1 0-1 0 0,-1 1 1 0 0,1-1-1 0 0,-1 0 1 0 0,1 0 0 0 0,-1 0-1 0 0,1-1 1 0 0,-1 1-1 0 0,1 0 1 0 0,-1 0 0 0 0,1-1-1 0 0,-1 1 1 0 0,1-1-1 0 0,-1 1 1 0 0,1-1 0 0 0,-1 0-1 0 0,0 0 1 0 0,1 1-1 0 0,-1-1 1 0 0,0 0 0 0 0,0 0-1 0 0,0 0 1 0 0,0-1-1 0 0,0 1 1 0 0,0 0 0 0 0,0 0-1 0 0,0 0 1 0 0,0-1 0 0 0,0 1-1 0 0,1-3 1 0 0,27-30 521 0 0,8 2-281 0 0,48-44 484 0 0,30-41-48 0 0,-107 108-792 0 0,0 1 0 0 0,0 1 1 0 0,11-8-1 0 0,-13 11-28 0 0,0-1 1 0 0,0-1-1 0 0,0 1 0 0 0,0-1 1 0 0,-1 0-1 0 0,6-8 0 0 0,2-3 86 0 0,1 0 0 0 0,1 0 0 0 0,0 2-1 0 0,20-16 1 0 0,-13 15-64 0 0,-18 14-46 0 0,0-1-1 0 0,0 1 0 0 0,0-1 0 0 0,0 0 1 0 0,-1-1-1 0 0,1 1 0 0 0,2-4 0 0 0,-4 3 21 0 0,0 1 1 0 0,1 0-1 0 0,-1-1 0 0 0,1 1 0 0 0,-1 1 0 0 0,7-6 0 0 0,-5-3 15 0 0,-4 8-30 0 0,-1 6 4 0 0,1-2-6 0 0,-1 0 0 0 0,1-1-1 0 0,-1 1 1 0 0,1 0-1 0 0,-1 0 1 0 0,0 0 0 0 0,1-1-1 0 0,-1 1 1 0 0,0 0 0 0 0,0-1-1 0 0,0 1 1 0 0,0-1 0 0 0,1 1-1 0 0,-1-1 1 0 0,0 1-1 0 0,0-1 1 0 0,0 1 0 0 0,0-1-1 0 0,-2 0 1 0 0,-2 3 7 0 0,2-1 0 0 0,0 0 0 0 0,-1 0 0 0 0,1 1 0 0 0,0-1-1 0 0,1 1 1 0 0,-1 0 0 0 0,0 0 0 0 0,1 0-1 0 0,-3 4 1 0 0,-8 10 5 0 0,-18 16 22 0 0,-48 39-1 0 0,15-14-20 0 0,-9 2 51 0 0,52-45-69 0 0,-36 35 0 0 0,3-2-10 0 0,42-38 38 0 0,0 0 1 0 0,0 1 0 0 0,-10 13 0 0 0,8-11-91 0 0,13-13 68 0 0,0 1-1 0 0,1-1 1 0 0,-1 1 0 0 0,0-1-1 0 0,0 1 1 0 0,1-1 0 0 0,-1 1-1 0 0,1-1 1 0 0,-1 1 0 0 0,0 0-1 0 0,1-1 1 0 0,-1 1-1 0 0,1 0 1 0 0,-1 0 0 0 0,1-1-1 0 0,0 1 1 0 0,-1 0 0 0 0,1 0-1 0 0,0 0 1 0 0,-1 1-1 0 0,-2 0 40 0 0,0-2-47 0 0,1 0 0 0 0,0 0-1 0 0,-1 1 1 0 0,1-1 0 0 0,0 1-1 0 0,-1-1 1 0 0,1 1-1 0 0,0 0 1 0 0,0 0 0 0 0,0 0-1 0 0,0 0 1 0 0,-4 3 0 0 0,2-3-44 0 0,22-3 17 0 0,-15-3 63 0 0,-2 3-11 0 0,12-7 72 0 0,-1-1 0 0 0,16-16 0 0 0,30-24 67 0 0,-29 29 52 0 0,63-32 1 0 0,-79 47-181 0 0,0 0 0 0 0,0 1 0 0 0,1 1 0 0 0,-1 0 0 0 0,1 1 0 0 0,0 0 0 0 0,1 1 0 0 0,14-1 0 0 0,-5 3-61 0 0,0 1 0 0 0,0 1 0 0 0,-1 1-1 0 0,26 6 1 0 0,-43-8 26 0 0,-1 1 1 0 0,0-1-1 0 0,0 1 0 0 0,0 0 0 0 0,0 0 1 0 0,0 1-1 0 0,0-1 0 0 0,0 1 0 0 0,-1 0 1 0 0,0 0-1 0 0,1 1 0 0 0,-1-1 0 0 0,0 1 1 0 0,-1 0-1 0 0,1 0 0 0 0,-1 0 0 0 0,1 1 1 0 0,-1-1-1 0 0,-1 1 0 0 0,1 0 0 0 0,0-1 1 0 0,1 8-1 0 0,-3-9 15 0 0,-1-1 1 0 0,1 1-1 0 0,-1-1 0 0 0,0 1 1 0 0,0-1-1 0 0,0 0 1 0 0,-1 1-1 0 0,1-1 1 0 0,0 1-1 0 0,-1-1 0 0 0,1 1 1 0 0,-1-1-1 0 0,0 0 1 0 0,0 0-1 0 0,0 1 0 0 0,0-1 1 0 0,0 0-1 0 0,-1 0 1 0 0,1 0-1 0 0,-1 0 1 0 0,1 0-1 0 0,-1 0 0 0 0,0 0 1 0 0,0-1-1 0 0,0 1 1 0 0,1-1-1 0 0,-5 3 1 0 0,-4 5 33 0 0,-8 6 85 0 0,-1 0 0 0 0,-1-2 1 0 0,0 0-1 0 0,0-1 0 0 0,-2-1 0 0 0,1-1 1 0 0,-25 8-1 0 0,11-4 33 0 0,4-1-60 0 0,-1-2 0 0 0,0-2 0 0 0,-48 8 1 0 0,59-13-311 0 0,1-2 1 0 0,-1-1-1 0 0,0 0 1 0 0,0-1 0 0 0,0-2-1 0 0,-27-4 1 0 0,47 6 132 0 0,0 0 0 0 0,0 0 0 0 0,0 0 0 0 0,0 0 0 0 0,0 0 0 0 0,1 0 0 0 0,-1 0 0 0 0,0 0 0 0 0,0-1 0 0 0,0 1-1 0 0,0 0 1 0 0,1-1 0 0 0,-1 1 0 0 0,0 0 0 0 0,0-1 0 0 0,0 1 0 0 0,1-1 0 0 0,-1 1 0 0 0,0-1 0 0 0,1 0 0 0 0,-1 1 0 0 0,1-1 0 0 0,-1 1 0 0 0,0-1 0 0 0,1 0 0 0 0,0 0 0 0 0,-1 1 0 0 0,1-1 0 0 0,-1 0 0 0 0,1-1-1 0 0,1 0-261 0 0,0 1 0 0 0,0-1 0 0 0,0 0 0 0 0,0 0-1 0 0,0 1 1 0 0,1-1 0 0 0,-1 1 0 0 0,1-1-1 0 0,-1 1 1 0 0,1 0 0 0 0,2-2 0 0 0,37-31-6505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18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25 1121 0 0,'0'-11'3798'0'0,"0"4"2035"0"0,0 6-5822 0 0,0 1 1 0 0,0 0 0 0 0,1-1 0 0 0,-1 1 0 0 0,0 0 0 0 0,0-1 0 0 0,1 1 0 0 0,-1 0 0 0 0,0-1 0 0 0,1 1-1 0 0,-1 0 1 0 0,0-1 0 0 0,1 1 0 0 0,-1 0 0 0 0,0 0 0 0 0,1-1 0 0 0,-1 1 0 0 0,0 0 0 0 0,1 0-1 0 0,-1 0 1 0 0,1-1 0 0 0,-1 1 0 0 0,1 0 0 0 0,-1 0 0 0 0,0 0 0 0 0,1 0 0 0 0,-1 0 0 0 0,1 0-1 0 0,-1 0 1 0 0,1 0 0 0 0,-1 0 0 0 0,0 0 0 0 0,1 0 0 0 0,-1 0 0 0 0,1 1 0 0 0,-1-1 0 0 0,1 0-1 0 0,-1 0 1 0 0,0 0 0 0 0,1 0 0 0 0,0 1 0 0 0,24 8 330 0 0,-22-7-330 0 0,20 8-11 0 0,-1 2-1 0 0,-1 1 0 0 0,21 15 0 0 0,-16-10 13 0 0,-15-11 2 0 0,-1 1 1 0 0,0 0 0 0 0,0 0 0 0 0,0 1-1 0 0,-1 0 1 0 0,14 20 0 0 0,-19-23-12 0 0,-1-1 1 0 0,0 1-1 0 0,0 0 1 0 0,0-1-1 0 0,-1 1 1 0 0,0 1-1 0 0,0-1 1 0 0,-1 0-1 0 0,1 0 1 0 0,-2 1-1 0 0,1-1 1 0 0,0 1-1 0 0,-1-1 1 0 0,0 0-1 0 0,-1 1 1 0 0,-1 7-1 0 0,-10 32 180 0 0,-2-2 1 0 0,-1 1-1 0 0,-3-2 0 0 0,-27 48 0 0 0,31-65-78 0 0,-2 0 0 0 0,0-1 1 0 0,-32 35-1 0 0,2-3 2 0 0,19-25-123 0 0,-1-1 0 0 0,-49 41 0 0 0,43-41-366 0 0,8-11-1380 0 0,24-19 1473 0 0,1-1 0 0 0,-1 1 0 0 0,1-1 0 0 0,-1 0 0 0 0,0 0 0 0 0,1 0 0 0 0,-1 0 1 0 0,0 0-1 0 0,1 0 0 0 0,-1 0 0 0 0,-2-1 0 0 0,4 1 274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39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 80 0 0,'51'0'3082'0'0,"-10"0"2120"0"0,-31 0-4469 0 0,-20 0-159 0 0,7 1 126 0 0,-1 3 454 0 0,0-2-1015 0 0,1-1 0 0 0,-1 1 0 0 0,1 1 0 0 0,0-1 0 0 0,0 0 0 0 0,0 1 0 0 0,0 0 0 0 0,0 0 0 0 0,0-1 0 0 0,1 2 0 0 0,-5 5 0 0 0,7-9-132 0 0,0 1-1 0 0,0-1 1 0 0,0 1 0 0 0,0-1 0 0 0,0 0 0 0 0,0 1 0 0 0,0-1 0 0 0,-1 0-1 0 0,1 0 1 0 0,0 1 0 0 0,0-1 0 0 0,0 0 0 0 0,0 1 0 0 0,-1-1 0 0 0,1 0-1 0 0,0 0 1 0 0,0 1 0 0 0,-1-1 0 0 0,1 0 0 0 0,0 0 0 0 0,0 1 0 0 0,-1-1 0 0 0,1 0-1 0 0,0 0 1 0 0,-1 0 0 0 0,1 0 0 0 0,0 0 0 0 0,-1 1 0 0 0,1-1 0 0 0,0 0-1 0 0,-1 0 1 0 0,1 0 0 0 0,0 0 0 0 0,-1 0 0 0 0,1 0 0 0 0,0 0 0 0 0,-1 0-1 0 0,1 0 1 0 0,-1 0-1 0 0,1 0-1 0 0,-1 0 0 0 0,1 0 0 0 0,-1 0 0 0 0,1 0 0 0 0,-1 0 1 0 0,1 0-1 0 0,-1 0 0 0 0,1 0 0 0 0,-1 0 0 0 0,1 0 1 0 0,-1 1-1 0 0,1-1 0 0 0,-1 0 0 0 0,1 0 0 0 0,0 1 0 0 0,-1-1 1 0 0,1 0-1 0 0,-1 1 0 0 0,1-1 0 0 0,0 0 0 0 0,-1 1 1 0 0,1-1-1 0 0,0 0 0 0 0,0 1 0 0 0,-1-1 0 0 0,1 1 1 0 0,0-1-1 0 0,0 1 0 0 0,-1-1 0 0 0,1 0 0 0 0,0 1 0 0 0,0-1 1 0 0,0 1-1 0 0,0-1 0 0 0,0 1 0 0 0,0-1 0 0 0,0 1 1 0 0,0-1-1 0 0,0 1 0 0 0,0 7 5 0 0,-1-5 6 0 0,1 0 1 0 0,0 0-1 0 0,0 0 0 0 0,0 0 1 0 0,0 0-1 0 0,1 0 0 0 0,0 0 1 0 0,-1 0-1 0 0,3 5 0 0 0,0-3-3 0 0,-1 1-1 0 0,1 0 0 0 0,-1-1 0 0 0,0 1 0 0 0,0 0 1 0 0,-1 1-1 0 0,0-1 0 0 0,0 0 0 0 0,0 0 1 0 0,-1 1-1 0 0,0 10 0 0 0,0-7-2 0 0,-1 1 0 0 0,0-1 0 0 0,0 0 0 0 0,-1 1 0 0 0,-1-1 0 0 0,0 0 0 0 0,-4 11 0 0 0,5-16-8 0 0,1 0 0 0 0,0 0 0 0 0,0 0 1 0 0,1 0-1 0 0,0 0 0 0 0,0 0 0 0 0,0 7 0 0 0,1 1-99 0 0,-1-12 92 0 0,0-1 0 0 0,0 1 0 0 0,1-1 0 0 0,-1 0 1 0 0,0 1-1 0 0,0-1 0 0 0,0 0 0 0 0,1 1 0 0 0,-1-1 0 0 0,0 0 0 0 0,1 1 0 0 0,-1-1 0 0 0,0 0 0 0 0,1 1 0 0 0,-1-1 0 0 0,0 0 1 0 0,1 0-1 0 0,-1 1 0 0 0,0-1 0 0 0,1 0 0 0 0,-1 0 0 0 0,1 0 0 0 0,-1 0 0 0 0,0 0 0 0 0,1 0 0 0 0,-1 0 0 0 0,1 1 1 0 0,-1-1-1 0 0,1 0 0 0 0,-1 0 0 0 0,1-1 0 0 0,-1 1 0 0 0,0 0 0 0 0,1 0 0 0 0,-1 0 0 0 0,1 0 0 0 0,-1 0 0 0 0,0 0 1 0 0,1 0-1 0 0,-1-1 0 0 0,1 1 0 0 0,-1 0 0 0 0,1-1 0 0 0,26-9 9 0 0,-22 7-5 0 0,15-4 30 0 0,-11 3-10 0 0,1 0-1 0 0,-1 0 1 0 0,0 0 0 0 0,0-1-1 0 0,0-1 1 0 0,9-6 0 0 0,53-49 141 0 0,-2-3 0 0 0,68-82 0 0 0,-83 96-38 0 0,-42 40-69 0 0,-1 0-1 0 0,19-21 1 0 0,-33 35-115 0 0,-3 2 66 0 0,0 1-1 0 0,0 0 1 0 0,1 0 0 0 0,0 1-1 0 0,-5 9 1 0 0,2 1 9 0 0,-2 0 1 0 0,0-1-1 0 0,0 0 0 0 0,-15 16 1 0 0,21-27-23 0 0,0 0 0 0 0,0 1 0 0 0,1-1 0 0 0,0 1 0 0 0,0 0 0 0 0,1 0 0 0 0,-1 0 0 0 0,-1 11 0 0 0,2-10 12 0 0,0 1-1 0 0,-1-1 1 0 0,0 0 0 0 0,-5 10 0 0 0,-4 3 28 0 0,8-15-29 0 0,0 0 0 0 0,0 1-1 0 0,1-1 1 0 0,0 1 0 0 0,0 0 0 0 0,0 0 0 0 0,1 0 0 0 0,0 0 0 0 0,1 0 0 0 0,-1 0 0 0 0,1 9-1 0 0,1-15-8 0 0,0 0-1 0 0,0 0 1 0 0,0 0 0 0 0,0 0-1 0 0,0 0 1 0 0,0 0-1 0 0,0 0 1 0 0,0 0-1 0 0,1 0 1 0 0,-1 0-1 0 0,1 0 1 0 0,-1 0-1 0 0,0 0 1 0 0,1 0-1 0 0,-1 0 1 0 0,1-1 0 0 0,0 1-1 0 0,-1 0 1 0 0,1 0-1 0 0,0 0 1 0 0,-1-1-1 0 0,1 1 1 0 0,0 0-1 0 0,0-1 1 0 0,0 1-1 0 0,0-1 1 0 0,1 1-1 0 0,0 0-8 0 0,1 0 1 0 0,-1-1-1 0 0,1 1 0 0 0,-1-1 0 0 0,1 0 0 0 0,-1 0 0 0 0,1 0 0 0 0,0 0 0 0 0,-1 0 0 0 0,5-2 0 0 0,4-1 32 0 0,1 0 0 0 0,-1-1 0 0 0,16-8 0 0 0,-14 5 75 0 0,-1 0-1 0 0,0-2 0 0 0,-1 1 0 0 0,0-1 1 0 0,17-18-1 0 0,22-18 489 0 0,-9 7 128 0 0,-38 32-631 0 0,1-1 101 0 0,11 7-97 0 0,-12 1-78 0 0,0-1-1 0 0,-1 1 1 0 0,1 0 0 0 0,0 0-1 0 0,-1 0 1 0 0,1 1-1 0 0,-1-1 1 0 0,5 3 0 0 0,13 6-3 0 0,-11-8 12 0 0,0-1 1 0 0,0 0 0 0 0,1-1-1 0 0,-1 1 1 0 0,0-2-1 0 0,0 1 1 0 0,0-2 0 0 0,0 1-1 0 0,0-1 1 0 0,0 0 0 0 0,0-1-1 0 0,-1 0 1 0 0,11-5 0 0 0,-6 1-395 0 0,0-1 1 0 0,-1 0 0 0 0,0-1 0 0 0,0-1 0 0 0,-1 0-1 0 0,-1 0 1 0 0,11-13 0 0 0,-4 8-1427 0 0,-15 13 1247 0 0,0 0 1 0 0,1 0-1 0 0,-1 0 0 0 0,0 0 1 0 0,0 0-1 0 0,0 0 1 0 0,0-1-1 0 0,0 1 1 0 0,0 0-1 0 0,-1-1 1 0 0,1 0-1 0 0,-1 1 0 0 0,2-5 1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40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35 1521 0 0,'-2'-1'386'0'0,"0"0"-1"0"0,0 0 1 0 0,0 0 0 0 0,0 1 0 0 0,0-1 0 0 0,-1 1 0 0 0,1-1 0 0 0,0 1-1 0 0,0 0 1 0 0,0 0 0 0 0,0 0 0 0 0,-1 0 0 0 0,-2 1 0 0 0,-7-2 881 0 0,-8-1 880 0 0,3 1 1121 0 0,28 0-2733 0 0,78-9-108 0 0,-29 4-526 0 0,39-3-1013 0 0,-85 9-517 0 0,0 1 1 0 0,22 4 0 0 0,-55 5-4522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40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 4322 0 0,'0'4'3682'0'0,"-22"-4"-1841"0"0,0 0-881 0 0,22 6-320 0 0,22-6-240 0 0,0 0-159 0 0,0 0-1 0 0,1 0-80 0 0,17 0-80 0 0,26 0 0 0 0,-21 0-160 0 0,-1 0-721 0 0,1 4-959 0 0,-1-4-1682 0 0,-22 4-240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54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1441 0 0,'0'2'253'0'0,"0"-1"0"0"0,0 0 0 0 0,-1 1 0 0 0,1-1 0 0 0,0 0 0 0 0,0 0 0 0 0,-1 0 0 0 0,1 1 0 0 0,-1-1 1 0 0,0 0-1 0 0,1 0 0 0 0,-1 0 0 0 0,0 0 0 0 0,1 0 0 0 0,-1 0 0 0 0,0 0 0 0 0,0 0 0 0 0,0 0 0 0 0,0 0 0 0 0,0 0 0 0 0,0-1 1 0 0,0 1-1 0 0,0 0 0 0 0,0-1 0 0 0,-1 1 0 0 0,1-1 0 0 0,0 1 0 0 0,0-1 0 0 0,0 1 0 0 0,-1-1 0 0 0,1 0 0 0 0,0 0 1 0 0,-2 1-1 0 0,-9 2 586 0 0,53 1 788 0 0,243-13 616 0 0,-150 3-3900 0 0,-8 3-5118 0 0,-120 3 5106 0 0,-9 0 70 0 0,-15 4-1296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55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3602 0 0,'0'0'2881'0'0,"-23"4"561"0"0,46-4-3042 0 0,-1 0 0 0 0,45-4 80 0 0,21 4 0 0 0,41 0 1 0 0,27 9-321 0 0,-67-4-1521 0 0,-23-10-1760 0 0,-21-4-2882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56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86 3201 0 0,'0'-1'308'0'0,"0"-1"0"0"0,0 0 0 0 0,0 1 0 0 0,1-1-1 0 0,-1 1 1 0 0,1-1 0 0 0,-1 0 0 0 0,1 1 0 0 0,0-1-1 0 0,0 1 1 0 0,0-1 0 0 0,-1 1 0 0 0,1 0 0 0 0,1-1-1 0 0,-1 1 1 0 0,1-2 0 0 0,29-17 1000 0 0,-18 14-1302 0 0,0 1-1 0 0,0 1 1 0 0,15-3-1 0 0,0 1 69 0 0,43-4 0 0 0,-61 9-63 0 0,1 1 1 0 0,-1 1-1 0 0,1-1 1 0 0,-1 2 0 0 0,0-1-1 0 0,1 2 1 0 0,10 2 0 0 0,-19-4 10 0 0,1 0 0 0 0,0 0 0 0 0,-1 1 0 0 0,1-1 0 0 0,-1 0-1 0 0,1 1 1 0 0,-1 0 0 0 0,0-1 0 0 0,1 1 0 0 0,-1 0 0 0 0,0 0 0 0 0,0 0 0 0 0,0 0 0 0 0,-1 1 0 0 0,1-1 0 0 0,0 1 0 0 0,-1-1 0 0 0,0 1 0 0 0,0-1 0 0 0,1 1 0 0 0,0 3 0 0 0,-2-3 7 0 0,1-1 0 0 0,-1 0 0 0 0,0 0 0 0 0,0 0 0 0 0,0 1 0 0 0,0-1 0 0 0,0 0 0 0 0,-1 0 0 0 0,1 1 0 0 0,-1-1 0 0 0,1 0 0 0 0,-1 0 1 0 0,0 0-1 0 0,0 0 0 0 0,0 0 0 0 0,0 0 0 0 0,0 0 0 0 0,0 0 0 0 0,-1 0 0 0 0,1 0 0 0 0,-1-1 0 0 0,1 1 0 0 0,-1-1 0 0 0,1 1 0 0 0,-1-1 0 0 0,-2 2 0 0 0,-12 6 254 0 0,-1 0-1 0 0,0-1 1 0 0,0-1 0 0 0,-1-1 0 0 0,1 0 0 0 0,-1-2-1 0 0,-1 0 1 0 0,1 0 0 0 0,-36 0 0 0 0,25-6 537 0 0,28 2-750 0 0,0 0 1 0 0,0-1-1 0 0,0 1 0 0 0,0 0 1 0 0,1 0-1 0 0,-1 0 0 0 0,0 0 0 0 0,0-1 1 0 0,0 1-1 0 0,0 0 0 0 0,1-1 1 0 0,-1 1-1 0 0,0 0 0 0 0,0-1 1 0 0,1 1-1 0 0,-1-1 0 0 0,0 0 1 0 0,1 1-1 0 0,-1-1 0 0 0,1 1 1 0 0,-1-1-1 0 0,0 0 0 0 0,0-1 1 0 0,24-2 49 0 0,119-17 60 0 0,-127 20-211 0 0,0 1 0 0 0,0 1 0 0 0,0 0 0 0 0,0 1 0 0 0,0 0 1 0 0,-1 1-1 0 0,20 7 0 0 0,-30-9 18 0 0,-1 0 1 0 0,0 1-1 0 0,1-1 1 0 0,-1 1-1 0 0,0 0 1 0 0,0 0-1 0 0,0 0 1 0 0,0 0-1 0 0,3 4 1 0 0,-5-5 10 0 0,0 0 0 0 0,0 0 1 0 0,0 0-1 0 0,0 0 1 0 0,-1 1-1 0 0,1-1 0 0 0,-1 0 1 0 0,1 0-1 0 0,-1 1 0 0 0,1-1 1 0 0,-1 0-1 0 0,0 1 0 0 0,1-1 1 0 0,-1 0-1 0 0,0 1 0 0 0,0-1 1 0 0,0 0-1 0 0,0 2 1 0 0,-2 1 8 0 0,1-1 1 0 0,0 0-1 0 0,0 0 1 0 0,-1 0-1 0 0,0 0 1 0 0,0-1-1 0 0,0 1 1 0 0,0 0-1 0 0,0-1 1 0 0,0 1-1 0 0,0-1 1 0 0,-1 0-1 0 0,0 0 1 0 0,1 0 0 0 0,-1 0-1 0 0,0 0 1 0 0,0 0-1 0 0,-3 0 1 0 0,-17 9 68 0 0,0-1 1 0 0,-1-1 0 0 0,0-2-1 0 0,0 0 1 0 0,-1-2 0 0 0,1 0 0 0 0,-27 0-1 0 0,11-2-1305 0 0,-1-2-1 0 0,0-2 1 0 0,0-2-1 0 0,1-2 1 0 0,-60-14 0 0 0,74 11-4414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57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79 1761 0 0,'-37'-8'3428'0'0,"36"8"-3364"0"0,1 0 0 0 0,-1-1 0 0 0,1 1 0 0 0,0 0-1 0 0,-1 0 1 0 0,1 0 0 0 0,-1 0 0 0 0,1-1 0 0 0,0 1 0 0 0,-1 0 0 0 0,1-1-1 0 0,0 1 1 0 0,-1 0 0 0 0,1 0 0 0 0,0-1 0 0 0,0 1 0 0 0,-1 0 0 0 0,1-1 0 0 0,0 1-1 0 0,0-1 1 0 0,0 1 0 0 0,-1 0 0 0 0,1-1 0 0 0,0 1 0 0 0,0-1 0 0 0,0 1 0 0 0,0 0-1 0 0,0-1 1 0 0,0 1 0 0 0,0-1 0 0 0,0 1 0 0 0,0-1 0 0 0,-3-8 669 0 0,1 8-663 0 0,0 0-1 0 0,1-1 0 0 0,-1 1 1 0 0,1-1-1 0 0,-1 1 1 0 0,1-1-1 0 0,0 0 0 0 0,0 0 1 0 0,0 1-1 0 0,0-1 0 0 0,0 0 1 0 0,0 0-1 0 0,0 0 0 0 0,1 0 1 0 0,-1 0-1 0 0,1 0 1 0 0,-1 0-1 0 0,1 0 0 0 0,0-1 1 0 0,0 1-1 0 0,0 0 0 0 0,0 0 1 0 0,0 0-1 0 0,1-4 0 0 0,-1 5 238 0 0,4 2-200 0 0,18 5 96 0 0,-1 0 0 0 0,1 2 0 0 0,22 11 0 0 0,2 0 119 0 0,0 0-50 0 0,141 53 843 0 0,-180-70-1093 0 0,1-1-6 0 0,-1 2 0 0 0,0-1 0 0 0,1 1 0 0 0,-1 0 0 0 0,0 0 0 0 0,12 9 0 0 0,18 8 154 0 0,-3 0-1061 0 0,-22-14-3 0 0,-12-7 817 0 0,0 1 1 0 0,1 0 0 0 0,-1 0 0 0 0,0 1-1 0 0,0-1 1 0 0,1 0 0 0 0,-1 0 0 0 0,0 0-1 0 0,0 0 1 0 0,0 0 0 0 0,1 0-1 0 0,-1 0 1 0 0,0 0 0 0 0,0 0 0 0 0,0 0-1 0 0,1 1 1 0 0,-1-1 0 0 0,0 0 0 0 0,0 0-1 0 0,0 0 1 0 0,0 0 0 0 0,1 1-1 0 0,-1-1 1 0 0,0 0 0 0 0,0 0 0 0 0,0 0-1 0 0,0 1 1 0 0,0-1 0 0 0,0 0 0 0 0,1 0-1 0 0,-1 0 1 0 0,0 1 0 0 0,0-1-1 0 0,0 0 1 0 0,0 0 0 0 0,0 1 0 0 0,0-1-1 0 0,0 0 1 0 0,0 0 0 0 0,0 0 0 0 0,0 1-1 0 0,0-1 1 0 0,0 0 0 0 0,0 0-1 0 0,0 1 1 0 0,-1-1 0 0 0,1 0 0 0 0,0 0-1 0 0,0 0 1 0 0,0 1 0 0 0,0-1-1 0 0,0 0 1 0 0,0 0 0 0 0,-1 0 0 0 0,1 1-1 0 0,0-1 1 0 0,0 0 0 0 0,0 0 0 0 0,0 0-1 0 0,-1 0 1 0 0,1 0 0 0 0,0 1-1 0 0,-1-1 1 0 0,-17 4-3619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57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0 353 1761 0 0,'45'-53'3922'0'0,"17"-16"-961"0"0,49 8-1841 0 0,-22 9-879 0 0,22 9-241 0 0,-22 16 0 0 0,-45 8-321 0 0,1 5-639 0 0,-5 5-721 0 0,4 3-2000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58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111 192 1121 0 0,'1'-9'2483'0'0,"-1"7"-2191"0"0,0-1 0 0 0,1 1 1 0 0,-1 0-1 0 0,0-1 0 0 0,-1 1 0 0 0,1 0 1 0 0,0 0-1 0 0,0-1 0 0 0,-1 1 1 0 0,0 0-1 0 0,1 0 0 0 0,-3-4 0 0 0,-2 0 46 0 0,5 6-301 0 0,-1-1 0 0 0,0 0 0 0 0,0 1 1 0 0,0-1-1 0 0,0 0 0 0 0,1 0 0 0 0,-1 0 1 0 0,0 0-1 0 0,1 0 0 0 0,-1 0 0 0 0,1 0 0 0 0,-1 0 1 0 0,1 0-1 0 0,-1 0 0 0 0,1 0 0 0 0,0 0 1 0 0,-1 0-1 0 0,1 0 0 0 0,0 0 0 0 0,0 0 0 0 0,0 0 1 0 0,0 0-1 0 0,0-1 0 0 0,0 1 0 0 0,0 0 1 0 0,0 0-1 0 0,0 0 0 0 0,1 0 0 0 0,0-2 0 0 0,5-6 163 0 0,-5 7-165 0 0,1 0-1 0 0,-1 1 1 0 0,0-1 0 0 0,0 0-1 0 0,0 0 1 0 0,0 0 0 0 0,0 0 0 0 0,0 0-1 0 0,-1 0 1 0 0,1 0 0 0 0,-1 0 0 0 0,1 0-1 0 0,-1 0 1 0 0,0-4 0 0 0,0 5-24 0 0,0 0 0 0 0,0-1 0 0 0,0 1 0 0 0,1 0 0 0 0,-1-1 0 0 0,0 1 0 0 0,1 0 0 0 0,-1 0 0 0 0,1-1 0 0 0,-1 1 0 0 0,1 0 0 0 0,-1 0 1 0 0,1 0-1 0 0,0 0 0 0 0,0-1 0 0 0,-1 1 0 0 0,1 0 0 0 0,0 0 0 0 0,2-1 0 0 0,-2 1-5 0 0,0 1 1 0 0,0-1-1 0 0,-1 0 0 0 0,1 0 0 0 0,0 0 1 0 0,0 0-1 0 0,-1 0 0 0 0,1 0 0 0 0,-1 0 1 0 0,1 0-1 0 0,-1 0 0 0 0,1 0 1 0 0,-1 0-1 0 0,0 0 0 0 0,1 0 0 0 0,-1 0 1 0 0,0 0-1 0 0,0 0 0 0 0,0-2 1 0 0,1 1 5 0 0,-1 1 0 0 0,1 0 1 0 0,-1 0-1 0 0,1-1 0 0 0,-1 1 1 0 0,1 0-1 0 0,0 0 0 0 0,-1 0 1 0 0,1 0-1 0 0,0 0 1 0 0,0 0-1 0 0,0 0 0 0 0,0 0 1 0 0,0 0-1 0 0,0 0 0 0 0,0 0 1 0 0,0 0-1 0 0,0 1 0 0 0,0-1 1 0 0,1 0-1 0 0,0 0 1 0 0,1 0 275 0 0,-3 2-280 0 0,0 0 0 0 0,-1-1 0 0 0,1 1 0 0 0,0 0 1 0 0,0 0-1 0 0,0 0 0 0 0,0 0 0 0 0,-1-1 0 0 0,1 1 0 0 0,0 0 0 0 0,-1 0 1 0 0,1-1-1 0 0,-1 1 0 0 0,1 0 0 0 0,-1-1 0 0 0,1 1 0 0 0,-1 0 0 0 0,1-1 1 0 0,-1 1-1 0 0,0-1 0 0 0,1 1 0 0 0,-1-1 0 0 0,0 1 0 0 0,-1 0 0 0 0,-5 5 29 0 0,-2 11 39 0 0,-8 8 8 0 0,11-18-78 0 0,0 1 0 0 0,1 0 0 0 0,0 0 0 0 0,-6 15 0 0 0,3-8-9 0 0,1 22 123 0 0,-30 2-54 0 0,37-39-65 0 0,-1 1 0 0 0,1 0-1 0 0,-1 0 1 0 0,1-1 0 0 0,-1 1-1 0 0,1 0 1 0 0,0 0 0 0 0,0-1-1 0 0,-1 1 1 0 0,1 0-1 0 0,0 0 1 0 0,0 0 0 0 0,0 0-1 0 0,0-1 1 0 0,0 1 0 0 0,0 0-1 0 0,0 0 1 0 0,0 0 0 0 0,1 1-1 0 0,-1-2 1 0 0,0 1-1 0 0,0 0 1 0 0,1-1-1 0 0,-1 1 1 0 0,0-1-1 0 0,0 1 1 0 0,0-1-1 0 0,0 1 0 0 0,0 0 1 0 0,0-1-1 0 0,0 1 1 0 0,0-1-1 0 0,0 1 1 0 0,-1-1-1 0 0,1 1 1 0 0,0-1-1 0 0,0 1 1 0 0,0 0-1 0 0,-1-1 1 0 0,1 1-1 0 0,0-1 1 0 0,-1 1-1 0 0,1-1 1 0 0,0 0-1 0 0,-1 1 1 0 0,1-1-1 0 0,0 1 1 0 0,-1 0-1 0 0,-8 0-3 0 0,9-1 3 0 0,-1 0 1 0 0,1 0 0 0 0,-1 0 0 0 0,1 0-1 0 0,-1 1 1 0 0,1-1 0 0 0,-1 0-1 0 0,1 0 1 0 0,-1 0 0 0 0,1 1-1 0 0,-1-1 1 0 0,1 0 0 0 0,0 1-1 0 0,-1-1 1 0 0,1 0 0 0 0,-1 1 0 0 0,1-1-1 0 0,0 1 1 0 0,-1-1 0 0 0,1 0-1 0 0,0 1 1 0 0,0-1 0 0 0,-1 2-1 0 0,23-1 227 0 0,7 2 46 0 0,23 2 264 0 0,71-2 0 0 0,114-11-123 0 0,-207 3-414 0 0,-29 5 0 0 0,0 0 0 0 0,-1 0 0 0 0,1 0 0 0 0,0-1 0 0 0,0 1 0 0 0,0 0 0 0 0,0 0 0 0 0,0-1 0 0 0,-1 1 0 0 0,1-1 0 0 0,0 1 0 0 0,0-1 0 0 0,-1 1 0 0 0,1-1 0 0 0,0 1 0 0 0,-1-1 0 0 0,1 0 0 0 0,0 1 0 0 0,-1-1 0 0 0,1 0 0 0 0,-1 0 0 0 0,1 1 0 0 0,-1-1 0 0 0,1-2 0 0 0,-1 3 1 0 0,0-1 1 0 0,0 0-1 0 0,1 0 0 0 0,-1 1 1 0 0,0-1-1 0 0,0 0 0 0 0,1 1 1 0 0,-1-1-1 0 0,0 0 1 0 0,1 1-1 0 0,-1-1 0 0 0,0 1 1 0 0,1-1-1 0 0,-1 0 0 0 0,1 1 1 0 0,-1-1-1 0 0,1 1 0 0 0,0-1 1 0 0,4-6 52 0 0,-9-2-1 0 0,3 8-45 0 0,0 0 0 0 0,0 0 0 0 0,1 0 1 0 0,-1-1-1 0 0,0 1 0 0 0,1 0 1 0 0,-1 0-1 0 0,1-1 0 0 0,-1 1 0 0 0,1 0 1 0 0,0-1-1 0 0,-1-2 0 0 0,1-23 171 0 0,0 16-134 0 0,0 14-176 0 0,-1 11 139 0 0,-1 0-1 0 0,0 0 0 0 0,-4 14 1 0 0,-1 6 43 0 0,-4 18 71 0 0,6-33-76 0 0,1 0 0 0 0,1 0 0 0 0,0 23 0 0 0,2-33-24 0 0,1 0-1 0 0,-2 0 1 0 0,1 0-1 0 0,-1-1 0 0 0,-6 16 1 0 0,3-8 9 0 0,5-15-29 0 0,-2 6 2 0 0,0 0 0 0 0,0 0 0 0 0,-1 0 1 0 0,0 0-1 0 0,-7 12 0 0 0,7-10-710 0 0,8-8-1322 0 0,11-7-1507 0 0,7-14-2548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58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566 20 2241 0 0,'-3'-15'6263'0'0,"3"15"-6212"0"0,-1-1 0 0 0,1 1-1 0 0,-1 0 1 0 0,1-1 0 0 0,-1 1 0 0 0,1 0 0 0 0,-1-1 0 0 0,0 1 0 0 0,1 0 0 0 0,-1 0-1 0 0,1-1 1 0 0,-1 1 0 0 0,0 0 0 0 0,1 0 0 0 0,-1 0 0 0 0,0 0 0 0 0,1 0-1 0 0,-1 0 1 0 0,0 0 0 0 0,0 0 0 0 0,-1 0-19 0 0,-2 0 195 0 0,4 4-76 0 0,0-1 0 0 0,-1 1 1 0 0,1-1-1 0 0,-1 1 0 0 0,0-1 0 0 0,0 1 0 0 0,0-1 0 0 0,0 0 0 0 0,-1 0 0 0 0,0 1 1 0 0,1-1-1 0 0,-1 0 0 0 0,-4 4 0 0 0,-1 3 81 0 0,-140 189 781 0 0,17-25-585 0 0,83-107-75 0 0,-83 90 1 0 0,113-139-310 0 0,11-14-51 0 0,0 2 0 0 0,1-1-1 0 0,0 1 1 0 0,0 0 0 0 0,1 0 0 0 0,-1 0-1 0 0,-5 13 1 0 0,15-18-410 0 0,12-9-420 0 0,46-28-2418 0 0,22-18-1507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59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47 1841 0 0,'0'-1'165'0'0,"0"0"1"0"0,0 0-1 0 0,0 0 0 0 0,0 0 0 0 0,0 0 1 0 0,0 0-1 0 0,0 0 0 0 0,0 0 1 0 0,-1 0-1 0 0,1 0 0 0 0,0 0 1 0 0,0 0-1 0 0,-1 0 0 0 0,1 0 1 0 0,-1 0-1 0 0,1 0 0 0 0,-1 1 1 0 0,1-1-1 0 0,-1 0 0 0 0,0 0 1 0 0,1 1-1 0 0,-1-1 0 0 0,0 0 1 0 0,0 1-1 0 0,1-1 0 0 0,-1 0 1 0 0,0 1-1 0 0,0-1 0 0 0,-1 1 1 0 0,-3-3 116 0 0,5 3-249 0 0,0 0-1 0 0,0-1 1 0 0,-1 1-1 0 0,1 0 1 0 0,0 0-1 0 0,0 0 1 0 0,0 0 0 0 0,-1 0-1 0 0,1-1 1 0 0,0 1-1 0 0,0 0 1 0 0,0 0-1 0 0,0 0 1 0 0,0-1-1 0 0,-1 1 1 0 0,1 0-1 0 0,0 0 1 0 0,0 0-1 0 0,0-1 1 0 0,0 1-1 0 0,0 0 1 0 0,0 0-1 0 0,0-1 1 0 0,0 1 0 0 0,0 0-1 0 0,0 0 1 0 0,0-1-1 0 0,0 1 1 0 0,0 0-1 0 0,0 0 1 0 0,0-1-1 0 0,0 1 1 0 0,0 0-1 0 0,0 0 1 0 0,0-1-1 0 0,0 1 1 0 0,0 0-1 0 0,0 0 1 0 0,0-1 0 0 0,1 1-1 0 0,-1 0 1 0 0,0 0-1 0 0,0 0 1 0 0,0-1-1 0 0,0 1 1 0 0,1 0-1 0 0,-1 0 1 0 0,0 0-1 0 0,0 0 1 0 0,0-1-1 0 0,1 1 1 0 0,-1 0-1 0 0,0 0 1 0 0,0 0 0 0 0,1 0-1 0 0,-1 0 1 0 0,0 0-1 0 0,0 0 1 0 0,1 0-1 0 0,-1 0 1 0 0,0 0-1 0 0,0 0 1 0 0,1 0-1 0 0,11-4 301 0 0,-10 3-283 0 0,0 1-1 0 0,0-1 1 0 0,-1 0 0 0 0,1 1 0 0 0,0 0 0 0 0,0-1 0 0 0,0 1 0 0 0,0 0 0 0 0,0 0 0 0 0,0 0 0 0 0,0 0-1 0 0,0 0 1 0 0,0 1 0 0 0,0-1 0 0 0,-1 1 0 0 0,1-1 0 0 0,0 1 0 0 0,0 0 0 0 0,0-1 0 0 0,1 2 0 0 0,1 1 0 0 0,0-1 1 0 0,-1 1 0 0 0,1 0 0 0 0,-1 0 0 0 0,1 1-1 0 0,-1-1 1 0 0,0 0 0 0 0,3 7 0 0 0,-1-4 18 0 0,-1 1 0 0 0,0 0 1 0 0,-1 1-1 0 0,0-1 0 0 0,0 0 1 0 0,0 1-1 0 0,-1 0 0 0 0,0-1 1 0 0,0 1-1 0 0,0 8 0 0 0,-3-11-18 0 0,0 0 0 0 0,0 0 0 0 0,0 0 0 0 0,-1 0 0 0 0,0-1 0 0 0,0 1 0 0 0,0-1 0 0 0,0 1 0 0 0,0-1 0 0 0,-1 0 0 0 0,0 0 0 0 0,0 0 0 0 0,0 0 0 0 0,-1-1 0 0 0,1 1 0 0 0,-5 3 0 0 0,-5 6 96 0 0,1 1 1 0 0,3-4-54 0 0,0 0-1 0 0,-1 0 1 0 0,0-1 0 0 0,-14 11-1 0 0,18-17-57 0 0,1 0 0 0 0,-1-1 0 0 0,1 1 0 0 0,-1-1 0 0 0,0 0 0 0 0,0-1 0 0 0,0 1 1 0 0,0-1-1 0 0,0 0 0 0 0,0-1 0 0 0,0 1 0 0 0,0-1 0 0 0,-7-1 0 0 0,-2-1-21 0 0,1-1 0 0 0,-1 0 0 0 0,0-1 1 0 0,1 0-1 0 0,0-1 0 0 0,-25-13 0 0 0,35 15 79 0 0,8 3 39 0 0,1 1-69 0 0,0 0 0 0 0,0 0 0 0 0,0 0 0 0 0,0 0 0 0 0,8 4 0 0 0,27 9 72 0 0,315 104 155 0 0,-200-59-3103 0 0,-132-52-616 0 0,-23-7 3325 0 0,0 0 0 0 0,0 0 0 0 0,0 0 0 0 0,0 0 1 0 0,1 0-1 0 0,-1 0 0 0 0,0 0 0 0 0,0 0 0 0 0,0 0 0 0 0,0 0 0 0 0,1 0 0 0 0,-1-1 0 0 0,0 1 0 0 0,0 0 0 0 0,0 0 1 0 0,0 0-1 0 0,0 0 0 0 0,1 0 0 0 0,-1 0 0 0 0,0-1 0 0 0,0 1 0 0 0,0 0 0 0 0,0 0 0 0 0,0 0 0 0 0,0 0 1 0 0,0-1-1 0 0,0 1 0 0 0,0 0 0 0 0,0 0 0 0 0,0 0 0 0 0,0 0 0 0 0,0-1 0 0 0,0 1 0 0 0,0 0 0 0 0,0 0 0 0 0,0 0 1 0 0,0-1-1 0 0,0 1 0 0 0,0 0 0 0 0,0 0 0 0 0,0 0 0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00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31 880 0 0,'0'-1'472'0'0,"0"1"-1"0"0,0-1 0 0 0,0 0 0 0 0,1 1 0 0 0,-1-1 0 0 0,0 0 0 0 0,0 1 0 0 0,0-1 1 0 0,1 0-1 0 0,-1 1 0 0 0,0-1 0 0 0,1 1 0 0 0,-1-1 0 0 0,0 0 0 0 0,1 1 0 0 0,-1-1 1 0 0,1 1-1 0 0,-1-1 0 0 0,1 1 0 0 0,0-1 0 0 0,17-6 3082 0 0,31 3-4074 0 0,-30 3 1348 0 0,-3 0-799 0 0,105-4-219 0 0,-101 5-758 0 0,1 1-1 0 0,-1 1 0 0 0,37 8 1 0 0,-53-8 207 0 0,1-1 1 0 0,0 1-1 0 0,0 1 1 0 0,-1-1-1 0 0,1 1 1 0 0,4 4-1 0 0,2 0-1044 0 0,11 7-1669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00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90 1521 0 0,'-23'0'4722'0'0,"1"-6"-3121"0"0,22 2-1281 0 0,0 0 0 0 0,0-2 160 0 0,0 2 80 0 0,22-1 81 0 0,1-5 79 0 0,-1 1 0 0 0,0 0 1 0 0,23-5-161 0 0,-1 4-80 0 0,0 6-240 0 0,-4 0-560 0 0,27 4-1361 0 0,-22 8-2240 0 0,-1 2-401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01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345 62 1361 0 0,'3'-19'5479'0'0,"5"6"-4562"0"0,-5 11-1010 0 0,1 0-1 0 0,-1 0 0 0 0,1 1 1 0 0,-1-1-1 0 0,1 1 1 0 0,7-3-1 0 0,-9 4 209 0 0,14-5-72 0 0,1 2 1 0 0,-1 0 0 0 0,1 1-1 0 0,0 0 1 0 0,-1 2 0 0 0,1 0-1 0 0,0 0 1 0 0,0 2 0 0 0,-1 0-1 0 0,32 9 1 0 0,-47-11-31 0 0,0 0 0 0 0,0 0 1 0 0,0 1-1 0 0,1-1 0 0 0,-1 0 0 0 0,0 1 1 0 0,0-1-1 0 0,0 1 0 0 0,0-1 0 0 0,0 1 1 0 0,0-1-1 0 0,0 1 0 0 0,0 0 0 0 0,-1 0 1 0 0,1-1-1 0 0,0 1 0 0 0,0 0 1 0 0,0 0-1 0 0,-1 0 0 0 0,1 0 0 0 0,-1 0 1 0 0,1 0-1 0 0,0 0 0 0 0,-1 0 0 0 0,0 0 1 0 0,1 0-1 0 0,-1 0 0 0 0,0 0 0 0 0,1 1 1 0 0,-1-1-1 0 0,0 0 0 0 0,0 0 0 0 0,0 0 1 0 0,0 0-1 0 0,0 0 0 0 0,0 1 0 0 0,0-1 1 0 0,-1 0-1 0 0,1 0 0 0 0,0 0 0 0 0,-1 0 1 0 0,0 2-1 0 0,0-1 14 0 0,-1 1 0 0 0,0-1 0 0 0,0 1 0 0 0,0-1-1 0 0,0 0 1 0 0,0 1 0 0 0,0-1 0 0 0,0 0 0 0 0,-1-1 0 0 0,1 1 0 0 0,-1 0 0 0 0,0-1-1 0 0,1 1 1 0 0,-1-1 0 0 0,0 0 0 0 0,-4 2 0 0 0,-7-1 84 0 0,1 0-1 0 0,0-1 1 0 0,-1-1 0 0 0,1 0 0 0 0,-1-1-1 0 0,1 0 1 0 0,-1-1 0 0 0,1 0-1 0 0,-14-5 1 0 0,30 8-92 0 0,0-1-1 0 0,1 1 1 0 0,-1-1-1 0 0,0 0 0 0 0,0 0 1 0 0,0-1-1 0 0,0 1 1 0 0,4-2-1 0 0,28 0 70 0 0,15 5-76 0 0,-19-3 15 0 0,-1 2 0 0 0,0 1 0 0 0,0 1 0 0 0,0 2-1 0 0,50 16 1 0 0,-79-22-24 0 0,0 0-1 0 0,-1 1 1 0 0,1-1 0 0 0,0 0 0 0 0,0 1-1 0 0,0-1 1 0 0,0 0 0 0 0,0 1-1 0 0,0-1 1 0 0,-1 1 0 0 0,1-1-1 0 0,0 1 1 0 0,0 0 0 0 0,-1-1 0 0 0,1 1-1 0 0,0 0 1 0 0,-1-1 0 0 0,1 1-1 0 0,-1 0 1 0 0,1 0 0 0 0,-1 0-1 0 0,1-1 1 0 0,-1 1 0 0 0,1 2 0 0 0,-2-1 6 0 0,0-1 0 0 0,0 1 0 0 0,0-1 0 0 0,0 0 0 0 0,0 1 0 0 0,0-1 0 0 0,0 0 1 0 0,0 0-1 0 0,-1 1 0 0 0,1-1 0 0 0,0 0 0 0 0,-1 0 0 0 0,1-1 0 0 0,-1 1 0 0 0,-2 1 0 0 0,-62 32 829 0 0,0-3-1 0 0,-3-3 0 0 0,-74 20 0 0 0,-43 0-344 0 0,163-43-513 0 0,-1-2 0 0 0,1 0 0 0 0,-1-1 0 0 0,0-2 0 0 0,-46-5 0 0 0,29-7-715 0 0,40 12 664 0 0,0 0 0 0 0,0 0 1 0 0,0-1-1 0 0,1 1 0 0 0,-1 0 0 0 0,0-1 0 0 0,0 1 0 0 0,0-1 0 0 0,0 1 1 0 0,0-1-1 0 0,1 0 0 0 0,-1 1 0 0 0,0-1 0 0 0,1 0 0 0 0,-1 1 0 0 0,0-1 1 0 0,1 0-1 0 0,-1 0 0 0 0,1 1 0 0 0,-1-1 0 0 0,1 0 0 0 0,-1 0 1 0 0,1 0-1 0 0,0 0 0 0 0,-1 0 0 0 0,1 0 0 0 0,0 0 0 0 0,0 0 0 0 0,0 0 1 0 0,0 0-1 0 0,0 0 0 0 0,0 0 0 0 0,0 0 0 0 0,0-1 0 0 0,3-1-307 0 0,0-1 0 0 0,0 1 1 0 0,0-1-1 0 0,0 1 0 0 0,1 0 0 0 0,-1 0 0 0 0,1 0 0 0 0,7-3 0 0 0,52-35-4238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02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0 1761 0 0,'-22'0'4962'0'0,"22"4"-3921"0"0,22 6-241 0 0,22 14 400 0 0,90 23 561 0 0,-5-10-800 0 0,-41-5-561 0 0,24 1 80 0 0,-46 5-160 0 0,1-5-320 0 0,-23-9-960 0 0,1-6-1361 0 0,-23-8-320 0 0,-4-6-401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02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174 221 5042 0 0,'-85'5'4002'0'0,"19"-10"-2881"0"0,43 0 79 0 0,23-4 1 0 0,23-9-801 0 0,21-6-320 0 0,0 1-80 0 0,63-15 320 0 0,49-9-640 0 0,-23 15-2241 0 0,0 8-1601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02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464 30 1841 0 0,'13'-8'1515'0'0,"-8"5"-1055"0"0,0 0-1 0 0,0 0 0 0 0,0 0 1 0 0,0 0-1 0 0,8-2 1 0 0,-12 5-440 0 0,0 0 0 0 0,0-1 1 0 0,0 1-1 0 0,0 0 0 0 0,0 0 0 0 0,0 0 1 0 0,0 0-1 0 0,0 0 0 0 0,0 0 0 0 0,0 0 1 0 0,0 0-1 0 0,0 0 0 0 0,0 1 1 0 0,0-1-1 0 0,0 0 0 0 0,0 1 0 0 0,0-1 1 0 0,0 0-1 0 0,0 1 0 0 0,0-1 0 0 0,-1 1 1 0 0,1 0-1 0 0,0-1 0 0 0,0 1 1 0 0,0 0-1 0 0,-1-1 0 0 0,1 1 0 0 0,0 0 1 0 0,-1 0-1 0 0,1 0 0 0 0,-1-1 0 0 0,1 1 1 0 0,-1 0-1 0 0,1 0 0 0 0,-1 0 1 0 0,0 0-1 0 0,1 2 0 0 0,0 1-12 0 0,1 0-1 0 0,-1 0 1 0 0,0 0 0 0 0,-1 0-1 0 0,1 1 1 0 0,-1-1 0 0 0,0 0-1 0 0,0 0 1 0 0,0 1 0 0 0,0-1-1 0 0,-1 0 1 0 0,1 0 0 0 0,-1 0-1 0 0,0 1 1 0 0,-1-1 0 0 0,1 0-1 0 0,-3 3 1 0 0,1-1 27 0 0,-1 0 0 0 0,0-1 0 0 0,0 0 0 0 0,0 1 0 0 0,-1-2-1 0 0,0 1 1 0 0,0 0 0 0 0,0-1 0 0 0,-11 7 0 0 0,-10 3 161 0 0,-1-1 1 0 0,0-1-1 0 0,0-2 1 0 0,-31 8-1 0 0,45-14-104 0 0,-5 2-75 0 0,-1-1 0 0 0,1 0 0 0 0,-1-1 0 0 0,0-2 1 0 0,0 0-1 0 0,0 0 0 0 0,0-2 0 0 0,0-1 0 0 0,0 0 0 0 0,0-1 1 0 0,0-1-1 0 0,0-1 0 0 0,-21-7 0 0 0,38 11-2 0 0,1 0 0 0 0,0-1 0 0 0,0 1 0 0 0,-1 0 0 0 0,1-1 0 0 0,0 1 0 0 0,0-1 0 0 0,0 0 0 0 0,0 1 0 0 0,-1-1 0 0 0,1 0 0 0 0,0 0 0 0 0,0 0 0 0 0,0 0 0 0 0,1 0 0 0 0,-1 0 0 0 0,0 0 0 0 0,0 0 0 0 0,0 0 0 0 0,1 0 0 0 0,-2-2 0 0 0,3 3-6 0 0,-1-1 1 0 0,0 0-1 0 0,1 0 0 0 0,-1 1 1 0 0,1-1-1 0 0,-1 0 0 0 0,0 0 1 0 0,1 1-1 0 0,0-1 0 0 0,-1 0 1 0 0,1 1-1 0 0,-1-1 0 0 0,1 1 1 0 0,0-1-1 0 0,-1 1 0 0 0,1-1 0 0 0,0 1 1 0 0,0 0-1 0 0,-1-1 0 0 0,1 1 1 0 0,0 0-1 0 0,0-1 0 0 0,0 1 1 0 0,-1 0-1 0 0,1 0 0 0 0,0 0 1 0 0,0 0-1 0 0,1 0 0 0 0,13-3 64 0 0,0 1-1 0 0,-1 1 0 0 0,1 0 1 0 0,0 1-1 0 0,0 0 1 0 0,22 4-1 0 0,71 7 666 0 0,0 5 0 0 0,176 48 0 0 0,-262-57-787 0 0,-1 2 0 0 0,36 19-1 0 0,-46-21-510 0 0,1 0 0 0 0,0-2 0 0 0,1 0 0 0 0,0 0 0 0 0,14 3 0 0 0,-25-7 167 0 0,0-1-1 0 0,1 0 1 0 0,-1 0-1 0 0,0 0 1 0 0,0 0-1 0 0,1 0 1 0 0,-1 0-1 0 0,0-1 1 0 0,4 0-1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03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14 1121 0 0,'-22'-4'2881'0'0,"0"0"2081"0"0,22-2-3121 0 0,22 6-400 0 0,0 0-481 0 0,18 0-320 0 0,72 0-320 0 0,21 10-239 0 0,22 4-81 0 0,-21 1 80 0 0,-94-7-160 0 0,4-2-721 0 0,-22-2-1200 0 0,1-4-160 0 0,-23-4-240 0 0,0-2-560 0 0,0 2 160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04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47 5923 0 0,'-23'5'4242'0'0,"23"-10"-3282"0"0,0 0 81 0 0,23 5 559 0 0,-1-4-959 0 0,0-1-81 0 0,22 0 0 0 0,-4-4 0 0 0,27 4 1 0 0,0 0-81 0 0,-1 1-320 0 0,-21 0-560 0 0,21 4-961 0 0,-21 4-1200 0 0,-1 0-1761 0 0,1 15-2321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04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78 960 0 0,'1'0'147'0'0,"0"0"0"0"0,0 0 0 0 0,0 0 0 0 0,0 0 0 0 0,0 0 0 0 0,0 0-1 0 0,0 0 1 0 0,0 0 0 0 0,0 0 0 0 0,0 0 0 0 0,0-1 0 0 0,0 1-1 0 0,0-1 1 0 0,0 1 0 0 0,0-1 0 0 0,0 1 0 0 0,1-1 0 0 0,1-20 4176 0 0,-3 17-4033 0 0,0 3-261 0 0,0 1 0 0 0,0-1-1 0 0,0 0 1 0 0,0 1 0 0 0,0-1 0 0 0,0 1 0 0 0,0-1-1 0 0,0 1 1 0 0,1-1 0 0 0,-1 0 0 0 0,0 1-1 0 0,0-1 1 0 0,1 1 0 0 0,-1-1 0 0 0,0 1 0 0 0,1-1-1 0 0,-1 1 1 0 0,0 0 0 0 0,1-1 0 0 0,-1 1-1 0 0,1-1 1 0 0,-1 1 0 0 0,1 0 0 0 0,-1-1 0 0 0,1 1-1 0 0,-1 0 1 0 0,1 0 0 0 0,-1-1 0 0 0,2 1 0 0 0,-1 0 5 0 0,-1-1 1 0 0,1 1-1 0 0,0 0 1 0 0,-1-1-1 0 0,1 1 1 0 0,0 0-1 0 0,-1-1 1 0 0,1 1-1 0 0,-1-1 1 0 0,1 1-1 0 0,-1-1 1 0 0,1 1 0 0 0,-1-1-1 0 0,1 0 1 0 0,-1 1-1 0 0,1-1 1 0 0,-1 1-1 0 0,0-1 1 0 0,1 0-1 0 0,-1 0 1 0 0,0 1-1 0 0,0-1 1 0 0,1 0 0 0 0,-1 1-1 0 0,0-1 1 0 0,0 0-1 0 0,0 0 1 0 0,0 1-1 0 0,0-1 1 0 0,0-1-1 0 0,0 1 22 0 0,0 1 0 0 0,0-1 0 0 0,-1 0 0 0 0,1 0-1 0 0,0 1 1 0 0,0-1 0 0 0,-1 0 0 0 0,1 1 0 0 0,0-1-1 0 0,-1 0 1 0 0,1 1 0 0 0,-1-1 0 0 0,1 0 0 0 0,-1 1-1 0 0,1-1 1 0 0,-1 1 0 0 0,0-1 0 0 0,1 1 0 0 0,-1-1-1 0 0,1 1 1 0 0,-1-1 0 0 0,0 1 0 0 0,1 0 0 0 0,-1-1-1 0 0,0 1 1 0 0,0 0 0 0 0,1 0 0 0 0,-1-1 0 0 0,0 1-1 0 0,0 0 1 0 0,0 0 0 0 0,1 0 0 0 0,-1 0 0 0 0,0 0 0 0 0,0 0-1 0 0,1 0 1 0 0,-1 0 0 0 0,0 0 0 0 0,0 1 0 0 0,1-1-1 0 0,-2 0 1 0 0,-45 12-35 0 0,30-7 282 0 0,-16 5-22 0 0,1 1 1 0 0,-33 17-1 0 0,62-27-271 0 0,1 0-5 0 0,0 0-1 0 0,0 0 1 0 0,1 0 0 0 0,-1 0-1 0 0,0 0 1 0 0,1 1 0 0 0,-1-1-1 0 0,1 1 1 0 0,0-1 0 0 0,-1 1-1 0 0,1-1 1 0 0,0 1 0 0 0,-2 3-1 0 0,-15 16 104 0 0,16-20-104 0 0,0 1-1 0 0,0 0 1 0 0,0 0-1 0 0,0 0 1 0 0,1 0-1 0 0,-1 1 1 0 0,1-1-1 0 0,-1 0 1 0 0,1 1-1 0 0,0-1 1 0 0,0 1-1 0 0,0-1 1 0 0,0 1-1 0 0,0 0 1 0 0,1-1-1 0 0,-1 1 1 0 0,1 0-1 0 0,0-1 1 0 0,0 1-1 0 0,0 0 1 0 0,0 0-1 0 0,0-1 1 0 0,1 6-1 0 0,0 5 7 0 0,-2-8-1 0 0,1 0-1 0 0,-1 0 1 0 0,0 0 0 0 0,0 0 0 0 0,-1 0 0 0 0,-3 9-1 0 0,3-9-5 0 0,0 0-1 0 0,0 1 0 0 0,0-1 1 0 0,1 0-1 0 0,0 1 0 0 0,0-1 0 0 0,0 7 1 0 0,0 18 51 0 0,1-22-60 0 0,-1 1 1 0 0,1 0-1 0 0,0 0 0 0 0,1 0 1 0 0,0 0-1 0 0,4 14 0 0 0,-4-20 8 0 0,1 0 0 0 0,-1 0-1 0 0,1 0 1 0 0,0-1 0 0 0,-1 1-1 0 0,1-1 1 0 0,0 1-1 0 0,1-1 1 0 0,-1 0 0 0 0,0 0-1 0 0,1 0 1 0 0,-1 0-1 0 0,1 0 1 0 0,-1 0 0 0 0,1-1-1 0 0,0 1 1 0 0,0-1-1 0 0,0 0 1 0 0,0 0 0 0 0,0 0-1 0 0,0 0 1 0 0,0 0 0 0 0,5 0-1 0 0,14 2-28 0 0,-1-1 0 0 0,1-1 0 0 0,0-1-1 0 0,-1-1 1 0 0,35-5 0 0 0,-9-3-118 0 0,71-22 0 0 0,-107 27 153 0 0,1 0 1 0 0,-1 0 0 0 0,0-1 0 0 0,-1-1 0 0 0,20-13 0 0 0,-30 19-10 0 0,1 0-1 0 0,-1-1 1 0 0,1 1 0 0 0,-1 0 0 0 0,1-1-1 0 0,-1 1 1 0 0,0-1 0 0 0,1 1 0 0 0,-1 0-1 0 0,0-1 1 0 0,1 1 0 0 0,-1-1 0 0 0,0 1-1 0 0,0-1 1 0 0,0 0 0 0 0,1 1 0 0 0,-1-1-1 0 0,0 1 1 0 0,0-1 0 0 0,0 1 0 0 0,0-1-1 0 0,0 1 1 0 0,0-1 0 0 0,0 1 0 0 0,0-1-1 0 0,0 0 1 0 0,0 1 0 0 0,0-1 0 0 0,-1 1-1 0 0,1-1 1 0 0,0 1 0 0 0,0-1 0 0 0,0 1-1 0 0,-1-1 1 0 0,1 1 0 0 0,0-1 0 0 0,-1 1-1 0 0,1-1 1 0 0,0 1 0 0 0,-1 0 0 0 0,1-1-1 0 0,-1 1 1 0 0,1-1 0 0 0,-20-11 56 0 0,-4 4-128 0 0,-2 0 0 0 0,1 2-1 0 0,-1 1 1 0 0,0 1 0 0 0,0 2 0 0 0,-1 0 0 0 0,1 2 0 0 0,-37 3-1 0 0,51-2 13 0 0,-73 7-940 0 0,83-8 838 0 0,0 0-1 0 0,0 0 1 0 0,0 1 0 0 0,0-1-1 0 0,0 0 1 0 0,0 1-1 0 0,0 0 1 0 0,1-1 0 0 0,-1 1-1 0 0,0 0 1 0 0,0 0-1 0 0,1 0 1 0 0,-1 0 0 0 0,-2 1-1 0 0,5-1 19 0 0,-1-1 0 0 0,1 0 0 0 0,-1 0 0 0 0,1 1 0 0 0,-1-1 1 0 0,1 0-1 0 0,-1 0 0 0 0,1 0 0 0 0,-1 0 0 0 0,1 0 0 0 0,-1 0 0 0 0,1 0 0 0 0,-1 0 0 0 0,1 0 0 0 0,0 0 0 0 0,-1 0 0 0 0,1 0 0 0 0,-1 0 0 0 0,1 0 0 0 0,-1 0 0 0 0,1 0 0 0 0,-1-1 0 0 0,1 1 0 0 0,-1 0 0 0 0,1 0 0 0 0,-1-1 0 0 0,1 1 0 0 0,3-6-3456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06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89 4322 0 0,'-13'2'1644'0'0,"8"-1"-1065"0"0,1-1 1 0 0,0 1-1 0 0,-1-1 0 0 0,1 0 1 0 0,-1 0-1 0 0,-5-1 1 0 0,9 1-477 0 0,0-1 0 0 0,0 1 0 0 0,0-1 0 0 0,1 1-1 0 0,-1 0 1 0 0,0-1 0 0 0,0 0 0 0 0,0 1 0 0 0,0-1 0 0 0,1 1 0 0 0,-1-1 0 0 0,0 0 0 0 0,0 0 0 0 0,1 1 0 0 0,-1-1 0 0 0,1 0 0 0 0,-1 0 0 0 0,1 0 0 0 0,-1 0 0 0 0,1 0 0 0 0,-1 0 0 0 0,1 1 0 0 0,0-1 0 0 0,-1 0 0 0 0,1 0 0 0 0,0 0 0 0 0,0 0 0 0 0,0 0 0 0 0,0 0 0 0 0,0 0 0 0 0,0 0 0 0 0,0-2-1 0 0,0 2-26 0 0,0 0 0 0 0,0 0 0 0 0,0-1-1 0 0,0 1 1 0 0,1 0 0 0 0,-1 0-1 0 0,0-1 1 0 0,1 1 0 0 0,-1 0-1 0 0,1 0 1 0 0,-1 0 0 0 0,1 0-1 0 0,-1 0 1 0 0,1 0 0 0 0,0 0-1 0 0,0 0 1 0 0,-1 0 0 0 0,1 0-1 0 0,0 0 1 0 0,0 0 0 0 0,0 0-1 0 0,0 0 1 0 0,0 1 0 0 0,0-1 0 0 0,0 0-1 0 0,0 1 1 0 0,1-1 0 0 0,-1 1-1 0 0,0-1 1 0 0,2 1 0 0 0,4-2-3 0 0,0 1 1 0 0,0 0 0 0 0,0 1 0 0 0,12 0 0 0 0,0 0 132 0 0,155-4 781 0 0,-43 7-533 0 0,218-6 199 0 0,-242-7-3401 0 0,-104 10 2315 0 0,18-6-1468 0 0,-15-1-4822 0 0,-6 2 1294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06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724 5 2561 0 0,'-81'13'7670'0'0,"79"-15"-6606"0"0,6-1-803 0 0,10-4-198 0 0,16 4 146 0 0,0 0 1 0 0,57 4-1 0 0,-71 0-196 0 0,1 1 0 0 0,0 1 1 0 0,0 1-1 0 0,-1 0 0 0 0,0 1 0 0 0,22 9 0 0 0,-31-11 7 0 0,-1 1 0 0 0,1-1 0 0 0,-1 1 0 0 0,0 1 0 0 0,0-1 0 0 0,10 11 0 0 0,-15-14-6 0 0,0 1 0 0 0,1-1 0 0 0,-1 1 0 0 0,0 0 0 0 0,0-1 0 0 0,0 1 0 0 0,0 0 0 0 0,0 0 0 0 0,0 0 0 0 0,-1 0 0 0 0,1 0 0 0 0,0 0 0 0 0,-1 0 0 0 0,0 0 0 0 0,1 0 0 0 0,-1 0 0 0 0,0 0 0 0 0,0 0 0 0 0,0 0 0 0 0,-1 0 0 0 0,1 0 0 0 0,0 0 0 0 0,-1 0 0 0 0,1 0 0 0 0,-1 0 0 0 0,0 0 0 0 0,1 0 0 0 0,-1 0 0 0 0,0-1 0 0 0,-2 4 0 0 0,-2 2 61 0 0,-1-1 1 0 0,1 1-1 0 0,-2-1 1 0 0,1 0 0 0 0,-1-1-1 0 0,-9 7 1 0 0,-54 32 491 0 0,44-28-369 0 0,-42 24 162 0 0,-1-2 1 0 0,-106 40-1 0 0,133-63-851 0 0,-1-2-1 0 0,0-2 0 0 0,-1-1 0 0 0,0-3 0 0 0,0-1 0 0 0,-53-1 0 0 0,-88-15-5190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07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4322 0 0,'-22'71'4002'0'0,"0"-10"-3202"0"0,0 4-720 0 0,22 6 240 0 0,0 4 241 0 0,0-6-81 0 0,0-17-160 0 0,22-1-80 0 0,22-4-160 0 0,1 0-80 0 0,17-28-320 0 0,5-28-961 0 0,-1-14-880 0 0,1-15-1520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08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956 236 2401 0 0,'-1'0'115'0'0,"1"-1"1"0"0,0 0-1 0 0,-1 1 0 0 0,1-1 0 0 0,-1 1 0 0 0,1-1 1 0 0,-1 1-1 0 0,1-1 0 0 0,-1 1 0 0 0,1-1 0 0 0,-1 1 1 0 0,0 0-1 0 0,1-1 0 0 0,-1 1 0 0 0,1 0 0 0 0,-1-1 1 0 0,0 1-1 0 0,1 0 0 0 0,-1 0 0 0 0,0 0 0 0 0,0-1 1 0 0,1 1-1 0 0,-1 0 0 0 0,0 0 0 0 0,1 0 0 0 0,-2 0 1 0 0,-27-1 1467 0 0,26 1-1168 0 0,-26-2 1064 0 0,25-1-111 0 0,26 0-747 0 0,152-13 433 0 0,252-28-80 0 0,-396 39-944 0 0,454-70 73 0 0,45 0 97 0 0,-268 72-380 0 0,-145 6 214 0 0,-101-3-60 0 0,40 2-42 0 0,-52-1 64 0 0,0-1 1 0 0,0 1-1 0 0,0 0 0 0 0,0 0 1 0 0,0 0-1 0 0,0 0 1 0 0,0 1-1 0 0,0-1 1 0 0,0 1-1 0 0,-1 0 1 0 0,1 0-1 0 0,-1 0 1 0 0,1 0-1 0 0,1 2 1 0 0,3 3 16 0 0,-1-1 1 0 0,-1 1-1 0 0,1 0 0 0 0,-1 1 1 0 0,0-1-1 0 0,-1 1 0 0 0,0 0 1 0 0,0 0-1 0 0,0 0 0 0 0,-1 1 1 0 0,-1-1-1 0 0,1 1 0 0 0,-2 0 1 0 0,1 0-1 0 0,-1 0 0 0 0,0 12 1 0 0,-2 37-2 0 0,0-18 35 0 0,7 73 0 0 0,31 113 447 0 0,-34-200-405 0 0,1 12 63 0 0,2 1 0 0 0,1-1 0 0 0,2 0 0 0 0,1-1 0 0 0,21 51-1 0 0,-26-81-133 0 0,-1 0 0 0 0,1 1 0 0 0,0-2 0 0 0,1 1-1 0 0,0-1 1 0 0,0 1 0 0 0,0-2 0 0 0,1 1 0 0 0,-1-1-1 0 0,1 0 1 0 0,1 0 0 0 0,-1-1 0 0 0,1 0-1 0 0,14 6 1 0 0,11-7-48 0 0,-26-6-57 0 0,-25-2-36 0 0,-123-32 337 0 0,64 22-234 0 0,-153-9 0 0 0,-330 26 185 0 0,407 2-130 0 0,-170 3-41 0 0,-786 5 412 0 0,614-26-542 0 0,354 10-75 0 0,113 4-2 0 0,18 0-235 0 0,-1 0 0 0 0,0 0-1 0 0,-20-4 1 0 0,30 4 359 0 0,1-1 0 0 0,-1 1 0 0 0,0 0 0 0 0,1 0-1 0 0,-1 0 1 0 0,0-1 0 0 0,1 1 0 0 0,-1 0 0 0 0,1-1-1 0 0,-1 1 1 0 0,0 0 0 0 0,1-1 0 0 0,-1 1 0 0 0,1-1 0 0 0,-1 1-1 0 0,1-1 1 0 0,0 1 0 0 0,-1-1 0 0 0,1 1 0 0 0,-1-1 0 0 0,1 0-1 0 0,0 1 1 0 0,-1-1 0 0 0,1 0 0 0 0,0-1-109 0 0,0 1-1 0 0,0 0 1 0 0,1-1 0 0 0,-1 1 0 0 0,1 0-1 0 0,-1-1 1 0 0,1 1 0 0 0,-1 0 0 0 0,1 0-1 0 0,-1 0 1 0 0,1-1 0 0 0,0 1 0 0 0,0 0-1 0 0,0 0 1 0 0,0 0 0 0 0,0 0 0 0 0,1-1-1 0 0,38-41-3802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36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52 1521 0 0,'-3'-19'6113'0'0,"2"18"-6089"0"0,1 1 0 0 0,-1-1-1 0 0,1 0 1 0 0,-1 1 0 0 0,0-1-1 0 0,1 1 1 0 0,-1-1 0 0 0,0 1-1 0 0,0-1 1 0 0,1 1 0 0 0,-1-1-1 0 0,0 1 1 0 0,0 0-1 0 0,0-1 1 0 0,0 1 0 0 0,1 0-1 0 0,-1 0 1 0 0,-2-1 0 0 0,0 0 122 0 0,3-2-79 0 0,0 1-107 0 0,0 0 13 0 0,0 0-26 0 0,0-3 40 0 0,0 2-1 0 0,0 2-52 0 0,0 2-94 0 0,0 2 80 0 0,0-3-40 0 0,-19-3-1575 0 0,15 1-265 0 0,4-1-188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37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1441 0 0,'22'6'6002'0'0,"-4"-6"-8483"0"0,4 0-1841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38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4162 0 0,'0'0'2081'0'0,"23"-4"-1201"0"0,-1 4 241 0 0,-22 4-1 0 0,-22 0-559 0 0,-1-4-5284 0 0,23-8 1602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51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0 4162 0 0,'0'1'49'0'0,"0"-1"-1"0"0,0 0 1 0 0,0 0 0 0 0,0 0 0 0 0,0 0-1 0 0,0 0 1 0 0,0 0 0 0 0,0 0 0 0 0,-1 1-1 0 0,1-1 1 0 0,0 0 0 0 0,0 0 0 0 0,0 0 0 0 0,0 0-1 0 0,0 0 1 0 0,0 0 0 0 0,0 1 0 0 0,0-1-1 0 0,0 0 1 0 0,0 0 0 0 0,0 0 0 0 0,0 0-1 0 0,0 0 1 0 0,1 0 0 0 0,-1 1 0 0 0,0-1-1 0 0,0 0 1 0 0,0 0 0 0 0,0 0 0 0 0,0 0-1 0 0,0 0 1 0 0,0 0 0 0 0,0 0 0 0 0,0 0-1 0 0,0 1 1 0 0,0-1 0 0 0,0 0 0 0 0,1 0-1 0 0,-1 0 1 0 0,0 0 0 0 0,0 0 0 0 0,0 0-1 0 0,0 0 1 0 0,0 0 0 0 0,0 0 0 0 0,0 0 0 0 0,1 0-1 0 0,-1 0 1 0 0,0 0 0 0 0,0 0 0 0 0,0 0-1 0 0,0 0 1 0 0,0 0 0 0 0,0 0 0 0 0,1 0-1 0 0,-1 0 1 0 0,0 0 0 0 0,11 5 325 0 0,-13 0 312 0 0,-7 6-386 0 0,-16 46 1168 0 0,21-49-1338 0 0,1 0-1 0 0,0 1 1 0 0,0 0 0 0 0,1-1-1 0 0,0 1 1 0 0,1 0 0 0 0,0 0 0 0 0,0 13-1 0 0,-5 37 211 0 0,-22 45 390 0 0,20-82-612 0 0,1 1 1 0 0,1 0-1 0 0,1 1 1 0 0,1 0-1 0 0,-1 27 1 0 0,7 1-266 0 0,0-44-2534 0 0,16-32-774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51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11 960 0 0,'22'-6'7124'0'0,"0"6"-6164"0"0,22 0-240 0 0,1 6-319 0 0,22-6-481 0 0,-1-6-401 0 0,1 6-639 0 0,-23-4-641 0 0,-21 4-560 0 0,-1 0-80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51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2641 0 0,'0'-5'3842'0'0,"0"1"-2161"0"0,0-2-1041 0 0,23 2-160 0 0,-23 0-160 0 0,22 4-79 0 0,-22-6-1 0 0,44 6 0 0 0,-22 6 0 0 0,23-6-240 0 0,22 4-1041 0 0,-23-4-1840 0 0,23 0-561 0 0,-45 0 561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54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387 265 1521 0 0,'-11'-1'4280'0'0,"-48"-3"-3665"0"0,28 3-69 0 0,1 1 0 0 0,-51 7 0 0 0,63-4-205 0 0,1 0-1 0 0,-1 1 1 0 0,1 1 0 0 0,0 1-1 0 0,-31 15 1 0 0,46-21-290 0 0,0 1-1 0 0,1 0 1 0 0,-1 0 0 0 0,1 0-1 0 0,-1 0 1 0 0,1 1 0 0 0,-1-1-1 0 0,1 0 1 0 0,0 1 0 0 0,0-1-1 0 0,-1 1 1 0 0,1-1 0 0 0,0 1-1 0 0,0-1 1 0 0,1 1 0 0 0,-1 0-1 0 0,0-1 1 0 0,1 1 0 0 0,-2 3-1 0 0,-3 10 338 0 0,0-6-155 0 0,0 5 188 0 0,6-12-404 0 0,-1-1 1 0 0,1 0-1 0 0,0 0 1 0 0,0 0-1 0 0,0 0 0 0 0,0 0 1 0 0,0 0-1 0 0,0 0 1 0 0,0 0-1 0 0,0 0 1 0 0,0 0-1 0 0,0 0 1 0 0,0-1-1 0 0,0 1 1 0 0,2 0-1 0 0,10 6-40 0 0,1 0-1 0 0,-1-2 1 0 0,1 1-1 0 0,0-2 0 0 0,0 0 1 0 0,1-1-1 0 0,-1 0 1 0 0,1-1-1 0 0,0 0 0 0 0,29-2 1 0 0,-36 0-101 0 0,0-1 0 0 0,0 0 0 0 0,0 0 0 0 0,0-1 1 0 0,-1 0-1 0 0,1-1 0 0 0,0 1 0 0 0,-1-2 0 0 0,1 1 0 0 0,-1-1 0 0 0,0 0 1 0 0,0 0-1 0 0,-1-1 0 0 0,1 0 0 0 0,-1 0 0 0 0,0 0 0 0 0,0-1 1 0 0,-1 0-1 0 0,1 0 0 0 0,-1-1 0 0 0,-1 1 0 0 0,5-8 0 0 0,-1-5-238 0 0,0-1 1 0 0,6-26-1 0 0,4-14-127 0 0,-13 48 423 0 0,-2 5 56 0 0,0-1 0 0 0,0 0 0 0 0,-1 1 0 0 0,0-1 0 0 0,0-1 0 0 0,-1 1 0 0 0,0-13-1 0 0,0 11 35 0 0,1-1 0 0 0,0 0 0 0 0,0 0 0 0 0,5-13 0 0 0,2-14 523 0 0,-9 44-431 0 0,1 0 0 0 0,-1 0-1 0 0,2-1 1 0 0,-1 1-1 0 0,4 9 1 0 0,4 20 178 0 0,-6-12 106 0 0,-2 38 0 0 0,3 23 614 0 0,33 98 1147 0 0,-27-89-1440 0 0,9 58 12 0 0,-16-140-787 0 0,0-1 0 0 0,0 0 1 0 0,1 0-1 0 0,1 0 0 0 0,5 10 1 0 0,-1-2-599 0 0,-5-8-1622 0 0,-4-18-1975 0 0,0-14-460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57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1775 800 0 0,'-2'3'1048'0'0,"-6"-2"669"0"0,-19 0 2011 0 0,24-2-3578 0 0,-2-1-25 0 0,6 5 471 0 0,-1-1-516 0 0,0-4 0 0 0,0 1 0 0 0,0-3-68 0 0,-1 0 0 0 0,1 0 0 0 0,1 0 0 0 0,-1 0 0 0 0,0 1-1 0 0,1-1 1 0 0,0 0 0 0 0,0 0 0 0 0,0 1 0 0 0,0-1 0 0 0,1 0 0 0 0,0 1 0 0 0,-1-1 0 0 0,4-3 0 0 0,0 2 6 0 0,0 1-1 0 0,1-1 1 0 0,-1 2-1 0 0,1-1 1 0 0,0 0 0 0 0,0 1-1 0 0,6-3 1 0 0,-11 6-18 0 0,37-21 82 0 0,-1-2 1 0 0,-1-2-1 0 0,-2-1 0 0 0,0-2 0 0 0,45-47 1 0 0,-45 24 64 0 0,-26 38-98 0 0,-1 1-1 0 0,18-21 1 0 0,-7 14 87 0 0,-11 12-98 0 0,0 0-1 0 0,-1 0 0 0 0,0-1 1 0 0,0 1-1 0 0,7-15 0 0 0,2-4-67 0 0,0 0 0 0 0,2 2 0 0 0,29-33 0 0 0,17-8 204 0 0,-61 62-169 0 0,0 0 1 0 0,1 1 0 0 0,-1-1-1 0 0,1 1 1 0 0,0 0 0 0 0,0 0 0 0 0,0 0-1 0 0,0 0 1 0 0,0 0 0 0 0,0 1-1 0 0,0-1 1 0 0,1 1 0 0 0,6-2 0 0 0,24-1-20 0 0,-17 4 6 0 0,-1 1-1 0 0,1 1 0 0 0,-1 1 0 0 0,0 0 1 0 0,0 1-1 0 0,19 8 0 0 0,-13-6 4 0 0,2 2 5 0 0,0 0 1 0 0,31 16-1 0 0,-49-21-11 0 0,0 0-1 0 0,1 1 1 0 0,-1 0 0 0 0,-1 0-1 0 0,1 0 1 0 0,0 1-1 0 0,-1 0 1 0 0,0 0-1 0 0,0 0 1 0 0,-1 1 0 0 0,0 0-1 0 0,6 8 1 0 0,-10-13 10 0 0,1 1 1 0 0,-1-1-1 0 0,0 0 1 0 0,0 1 0 0 0,1-1-1 0 0,-1 0 1 0 0,0 1-1 0 0,0-1 1 0 0,0 1-1 0 0,-1-1 1 0 0,1 0-1 0 0,0 1 1 0 0,0-1-1 0 0,-1 0 1 0 0,1 1 0 0 0,-1-1-1 0 0,1 0 1 0 0,-1 0-1 0 0,1 1 1 0 0,-1-1-1 0 0,0 0 1 0 0,0 0-1 0 0,1 0 1 0 0,-1 0-1 0 0,0 0 1 0 0,0 0-1 0 0,0 0 1 0 0,0 0 0 0 0,-2 1-1 0 0,1 0 1 0 0,7-3-2 0 0,0 0 0 0 0,1 0 0 0 0,-1-1 0 0 0,0 0-1 0 0,6-3 1 0 0,-6 1 17 0 0,1 0 0 0 0,-1 0 0 0 0,1 0 0 0 0,0 1 0 0 0,10-4 0 0 0,-10 4-3 0 0,0 0 0 0 0,0 0 0 0 0,0 0 0 0 0,0-1 0 0 0,-1 0 0 0 0,9-7 0 0 0,8-9 85 0 0,-12 12-37 0 0,-1-1 1 0 0,0 1 0 0 0,0-1-1 0 0,13-19 1 0 0,-20 25-44 0 0,-1 0 1 0 0,1 0 0 0 0,0 0-1 0 0,0 1 1 0 0,0-1 0 0 0,0 0-1 0 0,1 1 1 0 0,-1 0 0 0 0,1 0 0 0 0,0-1-1 0 0,-1 1 1 0 0,1 1 0 0 0,6-4-1 0 0,-7 4-16 0 0,0 1 0 0 0,0-1-1 0 0,0 1 1 0 0,1 0 0 0 0,-1 0 0 0 0,0 0-1 0 0,0 0 1 0 0,0 0 0 0 0,1 0 0 0 0,-1 0-1 0 0,0 1 1 0 0,0-1 0 0 0,0 1 0 0 0,0 0-1 0 0,0-1 1 0 0,0 1 0 0 0,0 0 0 0 0,0 0-1 0 0,0 0 1 0 0,0 1 0 0 0,0-1 0 0 0,-1 0-1 0 0,1 1 1 0 0,0-1 0 0 0,1 3 0 0 0,34 38 110 0 0,-28-31-39 0 0,0 0-1 0 0,0-1 1 0 0,23 19 0 0 0,-28-26-62 0 0,1 0 1 0 0,0-1 0 0 0,0 1 0 0 0,0-1 0 0 0,0 1-1 0 0,0-2 1 0 0,0 1 0 0 0,0 0 0 0 0,1-1 0 0 0,-1 0 0 0 0,1 0-1 0 0,-1-1 1 0 0,1 0 0 0 0,7 0 0 0 0,2-1 24 0 0,-1 0 0 0 0,0-1-1 0 0,0 0 1 0 0,0-1 0 0 0,0-1 0 0 0,0 0 0 0 0,-1-1 0 0 0,1-1 0 0 0,-1 0 0 0 0,0 0 0 0 0,-1-2-1 0 0,21-14 1 0 0,162-118 926 0 0,-186 133-915 0 0,0 1 1 0 0,1 0 0 0 0,0 0 0 0 0,15-5-1 0 0,23-14-133 0 0,15-14-526 0 0,-63 39 611 0 0,1 0 0 0 0,-1 0-1 0 0,0 0 1 0 0,0 0 0 0 0,0 0 0 0 0,0-1 0 0 0,0 1 0 0 0,0 0 0 0 0,1 0-1 0 0,-1 0 1 0 0,0 0 0 0 0,0-1 0 0 0,0 1 0 0 0,0 0 0 0 0,0 0 0 0 0,0 0-1 0 0,0 0 1 0 0,0-1 0 0 0,0 1 0 0 0,0 0 0 0 0,0 0 0 0 0,0 0 0 0 0,0-1-1 0 0,0 1 1 0 0,0 0 0 0 0,0 0 0 0 0,0 0 0 0 0,0-1 0 0 0,0 1 0 0 0,0 0-1 0 0,0 0 1 0 0,0 0 0 0 0,0 0 0 0 0,0-1 0 0 0,0 1 0 0 0,-1 0-1 0 0,1 0 1 0 0,0 0 0 0 0,0 0 0 0 0,0 0 0 0 0,0-1 0 0 0,0 1 0 0 0,0 0-1 0 0,-1 0 1 0 0,1 0 0 0 0,0 0 0 0 0,0 0 0 0 0,0 0 0 0 0,0 0 0 0 0,-1-1-1 0 0,1 1 1 0 0,0 0 0 0 0,-12-6-35 0 0,10 5 14 0 0,-28-25-13 0 0,5 4 229 0 0,-40-42 1 0 0,58 55-101 0 0,0 0 0 0 0,1 0 0 0 0,0-1 0 0 0,0 1 0 0 0,1-1 0 0 0,0 0 0 0 0,1-1 0 0 0,0 1 0 0 0,-3-16 0 0 0,-1-84 454 0 0,0 80-484 0 0,6 25-35 0 0,0-1-1 0 0,0 1 1 0 0,0-1 0 0 0,1 1 0 0 0,0-1 0 0 0,0 0 0 0 0,0 0-1 0 0,1 0 1 0 0,0 0 0 0 0,0 1 0 0 0,0-1 0 0 0,1 0 0 0 0,0 0-1 0 0,2-9 1 0 0,-1 10 17 0 0,1 1 1 0 0,-1-1-1 0 0,1 1 0 0 0,-1 0 0 0 0,1 0 1 0 0,4-4-1 0 0,-5 6-36 0 0,-1 1 1 0 0,1-1-1 0 0,0 1 0 0 0,0 0 1 0 0,-1 0-1 0 0,1 0 0 0 0,0 0 0 0 0,0 0 1 0 0,0 1-1 0 0,0-1 0 0 0,0 1 1 0 0,0-1-1 0 0,1 1 0 0 0,-1 0 1 0 0,0-1-1 0 0,0 1 0 0 0,0 0 0 0 0,4 1 1 0 0,12 1 65 0 0,-1 0 1 0 0,0 2-1 0 0,1 0 1 0 0,-2 0 0 0 0,27 12-1 0 0,6 2 99 0 0,-25-12-150 0 0,-1-1 0 0 0,1-1 0 0 0,0-1 0 0 0,1-1 0 0 0,-1-1 0 0 0,0-2 0 0 0,0 0 0 0 0,1-1 0 0 0,43-10 0 0 0,-43 3-11 0 0,-19 4-13 0 0,-6 5 0 0 0,9-1 0 0 0,-6 0 7 0 0,0 0-1 0 0,-1 0 1 0 0,1 0-1 0 0,0 0 1 0 0,-1 0 0 0 0,1 0-1 0 0,-1 0 1 0 0,0-1-1 0 0,3-2 1 0 0,30-17 61 0 0,77-37 233 0 0,424-202 225 0 0,-494 244-549 0 0,0 3 1 0 0,63-13 0 0 0,-103 25 13 0 0,1 0 0 0 0,0 1 0 0 0,-1-1 0 0 0,1 1 0 0 0,0 0 0 0 0,0 0 1 0 0,0 0-1 0 0,-1 0 0 0 0,1 1 0 0 0,0-1 0 0 0,0 1 0 0 0,-1 0 0 0 0,4 0 0 0 0,-5 0 9 0 0,-1-1 0 0 0,1 1-1 0 0,-1-1 1 0 0,0 1-1 0 0,1-1 1 0 0,-1 1 0 0 0,1-1-1 0 0,-1 1 1 0 0,0 0 0 0 0,1-1-1 0 0,-1 1 1 0 0,0-1-1 0 0,0 1 1 0 0,1 0 0 0 0,-1-1-1 0 0,0 1 1 0 0,0 0 0 0 0,0-1-1 0 0,0 1 1 0 0,0 0-1 0 0,0-1 1 0 0,0 1 0 0 0,0 0-1 0 0,0-1 1 0 0,0 1 0 0 0,0 0-1 0 0,-1-1 1 0 0,1 1-1 0 0,0 0 1 0 0,0-1 0 0 0,-1 2-1 0 0,-4 6 17 0 0,0 1-1 0 0,-1-1 1 0 0,0 0-1 0 0,0 0 1 0 0,-8 7-1 0 0,3-2-11 0 0,-12 17-33 0 0,7-11-14 0 0,2 1 0 0 0,0 1 1 0 0,-11 24-1 0 0,22-40 18 0 0,0 0 0 0 0,1 0 0 0 0,-1 1 0 0 0,1-1-1 0 0,1 1 1 0 0,-1-1 0 0 0,1 1 0 0 0,-1 9 0 0 0,2-14 5 0 0,0 0 0 0 0,1 0 0 0 0,-1 0 1 0 0,0 0-1 0 0,0 0 0 0 0,1 0 0 0 0,-1 0 0 0 0,1 0 0 0 0,-1 0 0 0 0,1 0 0 0 0,-1 0 0 0 0,1 0 0 0 0,0 0 0 0 0,-1 0 0 0 0,1 0 1 0 0,0 0-1 0 0,1 1 0 0 0,1-1-42 0 0,-1 1 0 0 0,1-1 1 0 0,-1 0-1 0 0,1 1 0 0 0,-1-1 1 0 0,1-1-1 0 0,0 1 1 0 0,0 0-1 0 0,4 0 0 0 0,160 14-4002 0 0,-24-4 3846 0 0,-116-5-128 0 0,35 13-1 0 0,-25-8-427 0 0,-16-5-130 0 0,-16-3-2194 0 0,-5-8 190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46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619 0 4402 0 0,'-7'12'3332'0'0,"-18"2"-2657"0"0,13-7-387 0 0,-3 3-144 0 0,0 1 0 0 0,-21 23-1 0 0,22-21 296 0 0,1 0 0 0 0,-28 17 0 0 0,38-27-364 0 0,1-1-1 0 0,-1 0 1 0 0,0 1 0 0 0,1-1 0 0 0,0 1-1 0 0,-1 0 1 0 0,1 0 0 0 0,0 0 0 0 0,-2 5-1 0 0,-14 17 259 0 0,-8 6 199 0 0,-41 61 0 0 0,49-65-435 0 0,-1 8 157 0 0,17-28-223 0 0,-2 0 0 0 0,1-1 0 0 0,-1 1 0 0 0,0-1 0 0 0,-5 6 0 0 0,6-7-12 0 0,0 0 1 0 0,0 0-1 0 0,1 1 1 0 0,-1-1-1 0 0,1 1 1 0 0,0-1-1 0 0,1 1 1 0 0,-1 0-1 0 0,1-1 0 0 0,0 1 1 0 0,1 0-1 0 0,-1 0 1 0 0,1 0-1 0 0,0 0 1 0 0,2 9-1 0 0,-2 6 70 0 0,0-20-89 0 0,0 0 0 0 0,0 0 0 0 0,0 0 0 0 0,0 0 0 0 0,0 0 0 0 0,1-1 0 0 0,-1 1 0 0 0,0 0 1 0 0,0 0-1 0 0,1 0 0 0 0,-1 0 0 0 0,0-1 0 0 0,1 1 0 0 0,-1 0 0 0 0,1 0 0 0 0,-1-1 0 0 0,1 1 0 0 0,0 0 0 0 0,-1-1 0 0 0,1 1 0 0 0,0 0 0 0 0,-1-1 0 0 0,1 1 0 0 0,0-1 0 0 0,1 1 0 0 0,-2 0 3 0 0,1-1-1 0 0,0 1 1 0 0,-1-1-1 0 0,1 0 1 0 0,0 1-1 0 0,-1 0 1 0 0,1-1-1 0 0,-1 1 1 0 0,1-1-1 0 0,0 1 1 0 0,-1 0 0 0 0,0-1-1 0 0,1 1 1 0 0,-1 0-1 0 0,1-1 1 0 0,-1 1-1 0 0,0 0 1 0 0,1 0-1 0 0,-1-1 1 0 0,0 1-1 0 0,0 0 1 0 0,0 0-1 0 0,0 0 1 0 0,0 0-1 0 0,0 0 1 0 0,0 0-2 0 0,0 1 0 0 0,1-1-1 0 0,-1 0 1 0 0,0 0 0 0 0,0 0 0 0 0,1 0 0 0 0,-1 0 0 0 0,0 0-1 0 0,1 0 1 0 0,-1 0 0 0 0,1 0 0 0 0,0 0 0 0 0,-1 0 0 0 0,1 0-1 0 0,0 0 1 0 0,-1 0 0 0 0,1-1 0 0 0,0 1 0 0 0,1 1 0 0 0,-1-2-2 0 0,0 1 1 0 0,0 0 0 0 0,0 0 0 0 0,0 0 0 0 0,-1 0 0 0 0,1-1-1 0 0,0 1 1 0 0,-1 0 0 0 0,1 0 0 0 0,0 1 0 0 0,-1-1 0 0 0,1 0-1 0 0,-1 0 1 0 0,0 0 0 0 0,1 0 0 0 0,-1 0 0 0 0,0 0 0 0 0,0 1-1 0 0,1 1 1 0 0,-1-1-1 0 0,0 0 0 0 0,0 0 0 0 0,1 0 0 0 0,0 1 0 0 0,-1-1 0 0 0,1 0 0 0 0,0 0 0 0 0,0 0 0 0 0,0 0 0 0 0,0 0 0 0 0,0 0 0 0 0,2 2 0 0 0,-1-3-2 0 0,-1 1 1 0 0,0-1-1 0 0,0 0 1 0 0,0 1 0 0 0,0-1-1 0 0,-1 1 1 0 0,1 0-1 0 0,0-1 1 0 0,-1 1-1 0 0,1 0 1 0 0,-1-1-1 0 0,1 1 1 0 0,-1 0-1 0 0,0-1 1 0 0,0 1-1 0 0,1 0 1 0 0,-1 0-1 0 0,-1-1 1 0 0,1 1-1 0 0,0 0 1 0 0,0 0 0 0 0,-1-1-1 0 0,1 1 1 0 0,-1 0-1 0 0,1-1 1 0 0,-2 3-1 0 0,-5 8-35 0 0,6-9 29 0 0,-1 0 0 0 0,1-1 0 0 0,0 1 0 0 0,-1 0 0 0 0,1 0 0 0 0,0 0 0 0 0,1 0 0 0 0,-1-1 0 0 0,0 1 0 0 0,1 0 0 0 0,0 6-1 0 0,-2 3 9 0 0,0 0 0 0 0,0 0-1 0 0,-1 0 1 0 0,-1 0-1 0 0,0-1 1 0 0,-1 0 0 0 0,0 1-1 0 0,-9 13 1 0 0,-8 24-13 0 0,14 7-53 0 0,1-41 67 0 0,5-13 0 0 0,1 1 0 0 0,0 0 0 0 0,-1-1 0 0 0,1 1 0 0 0,0 0 0 0 0,0 0 0 0 0,1 0 0 0 0,-1 0 0 0 0,0 0 0 0 0,1 0 0 0 0,0 3 0 0 0,0 16-12 0 0,1-13-5 0 0,-1 1 1 0 0,0-1-1 0 0,0 1 0 0 0,-1-1 0 0 0,0 0 0 0 0,0 1 1 0 0,-1-1-1 0 0,-1 0 0 0 0,0 0 0 0 0,0 0 0 0 0,-7 13 1 0 0,6-13 23 0 0,-1 0 0 0 0,1 0 0 0 0,-4 15 0 0 0,6-15-4 0 0,-1 0-1 0 0,-1-1 0 0 0,1 0 0 0 0,-8 12 1 0 0,5-10-2 0 0,1 0 0 0 0,0 0 0 0 0,-5 14 0 0 0,-1 2 88 0 0,7-4 124 0 0,1-5 54 0 0,-4-5-79 0 0,6-11-167 0 0,0 1 0 0 0,-1 0 0 0 0,1 0 0 0 0,0 0 0 0 0,0 0 0 0 0,0 0-1 0 0,1 0 1 0 0,-1 0 0 0 0,0 0 0 0 0,1 0 0 0 0,-1 0 0 0 0,1 0 0 0 0,0 4-1 0 0,0 97 381 0 0,0-102-399 0 0,0 0-1 0 0,0 0 1 0 0,1 0 0 0 0,-1 1 0 0 0,1-1 0 0 0,-1 0 0 0 0,1 0-1 0 0,-1 0 1 0 0,1 0 0 0 0,0 0 0 0 0,-1 0 0 0 0,1 0 0 0 0,0 0 0 0 0,0 0-1 0 0,0 0 1 0 0,1 1 0 0 0,-1-2 4 0 0,0 1-1 0 0,-1-1 0 0 0,1 0 1 0 0,-1 1-1 0 0,1-1 1 0 0,-1 1-1 0 0,1-1 0 0 0,-1 1 1 0 0,1-1-1 0 0,-1 1 1 0 0,1-1-1 0 0,-1 1 1 0 0,0 0-1 0 0,1-1 0 0 0,-1 1 1 0 0,0-1-1 0 0,1 1 1 0 0,-1 0-1 0 0,0 0 1 0 0,0-1-1 0 0,0 1 0 0 0,0 0 1 0 0,0-1-1 0 0,0 1 1 0 0,0 0-1 0 0,0-1 1 0 0,0 1-1 0 0,0 0 0 0 0,0 0 1 0 0,0-1-1 0 0,0 1 1 0 0,0 0-1 0 0,-1-1 1 0 0,1 1-1 0 0,-1 1 0 0 0,-10 16 89 0 0,19 1-54 0 0,-14-2-117 0 0,4-15 74 0 0,1 1-1 0 0,0 0 1 0 0,0-1 0 0 0,0 1-1 0 0,0 0 1 0 0,0 0 0 0 0,1 0-1 0 0,-1 5 1 0 0,1-4 16 0 0,-1 1-1 0 0,0-1 1 0 0,1 1 0 0 0,-1-1-1 0 0,-1 1 1 0 0,1-1 0 0 0,-4 8-1 0 0,3-8 12 0 0,0 1 0 0 0,0-1 0 0 0,1 0 0 0 0,0 1 0 0 0,0-1 0 0 0,0 1 1 0 0,0 8-1 0 0,1-13-35 0 0,0 1 0 0 0,0-1 1 0 0,-1 0-1 0 0,1 0 1 0 0,0 0-1 0 0,0 1 0 0 0,0-1 1 0 0,0 0-1 0 0,0 0 0 0 0,0 1 1 0 0,0-1-1 0 0,0 0 1 0 0,0 0-1 0 0,-1 0 0 0 0,1 0 1 0 0,0 1-1 0 0,0-1 1 0 0,0 0-1 0 0,0 0 0 0 0,-1 0 1 0 0,1 0-1 0 0,0 1 1 0 0,0-1-1 0 0,0 0 0 0 0,-1 0 1 0 0,1 0-1 0 0,0 0 0 0 0,0 0 1 0 0,0 0-1 0 0,-1 0 1 0 0,1 0-1 0 0,0 0 0 0 0,0 0 1 0 0,-1 0-1 0 0,1 0 1 0 0,0 0-1 0 0,0 0 0 0 0,0 0 1 0 0,-1 0-1 0 0,1 0 1 0 0,0 0-1 0 0,0 0 0 0 0,-1 0 1 0 0,1 0-1 0 0,0 0 0 0 0,0 0 1 0 0,0 0-1 0 0,-1-1 1 0 0,1 1-1 0 0,0 0 0 0 0,-10-6-1115 0 0,9 5 832 0 0,1-1-1 0 0,-1 1 0 0 0,1-1 1 0 0,-1 0-1 0 0,1 1 1 0 0,-1-1-1 0 0,1 0 1 0 0,0 1-1 0 0,0-1 0 0 0,0 0 1 0 0,0-2-1 0 0,0 4 295 0 0,0-35-4629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48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1 150 2081 0 0,'0'-1'119'0'0,"1"0"0"0"0,0 0 1 0 0,0 1-1 0 0,0-1 0 0 0,0 0 0 0 0,0 1 1 0 0,0-1-1 0 0,0 0 0 0 0,0 1 0 0 0,0-1 1 0 0,0 1-1 0 0,0 0 0 0 0,0-1 0 0 0,0 1 1 0 0,0 0-1 0 0,0 0 0 0 0,0-1 0 0 0,0 1 1 0 0,1 0-1 0 0,-1 0 0 0 0,0 0 0 0 0,0 0 1 0 0,2 1-1 0 0,45-1 341 0 0,-30 1 126 0 0,84 1 515 0 0,-32 0-611 0 0,83-7 0 0 0,133-19 84 0 0,-128 15-401 0 0,12 4-13 0 0,-49 9-47 0 0,56 9 12 0 0,48 3 28 0 0,-165-15-35 0 0,105-12 0 0 0,566-35 840 0 0,-597 42-822 0 0,251 24-44 0 0,-175-3 256 0 0,5-10 85 0 0,114 9-252 0 0,-308-13-209 0 0,0 1 1 0 0,28 9-1 0 0,-31-7 43 0 0,36 5 0 0 0,-26-6 339 0 0,42 14 0 0 0,-37-9-101 0 0,58 9 0 0 0,-6-11 183 0 0,126-3 0 0 0,85-22-220 0 0,-211 11-131 0 0,120 0 92 0 0,-7 2-47 0 0,-165-1-196 0 0,-32 5 54 0 0,-1 0 1 0 0,1-1 0 0 0,-1 1 0 0 0,1 0 0 0 0,-1-1 0 0 0,1 1 0 0 0,0-1 0 0 0,-1 1 0 0 0,0-1 0 0 0,1 1-1 0 0,-1-1 1 0 0,1 1 0 0 0,-1-1 0 0 0,0 0 0 0 0,1 1 0 0 0,-1-1 0 0 0,0 0 0 0 0,1 1 0 0 0,-1-1 0 0 0,0 0-1 0 0,0 1 1 0 0,0-1 0 0 0,0 0 0 0 0,0 1 0 0 0,0-1 0 0 0,0 0 0 0 0,0 0 0 0 0,0 1 0 0 0,0-1 0 0 0,0 0-1 0 0,0 0 1 0 0,-1-3-143 0 0,0 1-1 0 0,0 0 0 0 0,0 0 1 0 0,0 0-1 0 0,0 0 0 0 0,-1 0 0 0 0,1 0 1 0 0,-3-3-1 0 0,-12-15-2086 0 0,-27-26 0 0 0,-42-36-4735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2:50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0 1601 0 0,'-6'5'1166'0'0,"5"-3"-930"0"0,0-1 0 0 0,0 0 0 0 0,0 0 0 0 0,0 0 0 0 0,-1 0-1 0 0,1-1 1 0 0,0 1 0 0 0,0 0 0 0 0,-1 0 0 0 0,1-1 0 0 0,-1 1 0 0 0,1-1 0 0 0,-3 1-1 0 0,-7-4 312 0 0,22 1-573 0 0,-8 5 3 0 0,-2 10 30 0 0,-5 8 75 0 0,-1-11-34 0 0,4-9-35 0 0,-1 1-1 0 0,1 0 0 0 0,0-1 1 0 0,0 1-1 0 0,0 0 0 0 0,0 0 1 0 0,0 0-1 0 0,1 0 0 0 0,-1 0 1 0 0,1 0-1 0 0,-1 0 0 0 0,1 0 1 0 0,0 0-1 0 0,-1 0 0 0 0,1 0 1 0 0,0 0-1 0 0,0 0 0 0 0,1 0 1 0 0,-1 0-1 0 0,1 4 0 0 0,0-4-3 0 0,0-1 0 0 0,0 1 0 0 0,0 0 0 0 0,0 0 0 0 0,0-1 0 0 0,0 1 0 0 0,-1 0 0 0 0,1 0 1 0 0,-1 0-1 0 0,1-1 0 0 0,-1 1 0 0 0,0 0 0 0 0,0 0 0 0 0,0 0 0 0 0,0 0 0 0 0,0 0 0 0 0,0 0 0 0 0,0 0 0 0 0,-1-1 0 0 0,1 1 0 0 0,-1 0 0 0 0,1 0 0 0 0,-1 0 0 0 0,0-1 0 0 0,0 1 0 0 0,0 0 0 0 0,0-1 0 0 0,0 1 0 0 0,0 0 0 0 0,-2 2 0 0 0,-1 1 30 0 0,1 1 0 0 0,1 0 0 0 0,-1 0 0 0 0,1 0 0 0 0,0 0 0 0 0,0 0 0 0 0,1 0 0 0 0,0 0 0 0 0,0 1 0 0 0,0-1 0 0 0,1 8 0 0 0,1 6 106 0 0,1 0-1 0 0,6 24 1 0 0,-4-25 22 0 0,-1 0-1 0 0,1 25 0 0 0,-5-23 6 0 0,-1-1-1 0 0,-7 31 1 0 0,5-32-59 0 0,1 0 0 0 0,-1 28 0 0 0,4-40-116 0 0,-1 34 126 0 0,-5-27-295 0 0,6-14 155 0 0,0 0 1 0 0,-1 0-1 0 0,1 1 1 0 0,0-1-1 0 0,-1 0 1 0 0,1 0-1 0 0,0 0 1 0 0,-1 0-1 0 0,1 0 1 0 0,0 0-1 0 0,-1 0 1 0 0,1 0-1 0 0,-1 0 1 0 0,1 0-1 0 0,0 0 1 0 0,-1 0-1 0 0,1 0 1 0 0,0 0-1 0 0,-1 0 0 0 0,1 0 1 0 0,0 0-1 0 0,-1 0 1 0 0,1-1-1 0 0,0 1 1 0 0,-1 0-1 0 0,1 0 1 0 0,0 0-1 0 0,-1 0 1 0 0,1-1-1 0 0,0 1 1 0 0,0 0-1 0 0,-1-1 1 0 0,1 1-1 0 0,-1-1-114 0 0,1 0 0 0 0,-1 0 0 0 0,1 0 0 0 0,-1 0 0 0 0,1 0 0 0 0,0 0 0 0 0,-1 0 0 0 0,1 0 0 0 0,0 0 0 0 0,0-1 0 0 0,0 1 0 0 0,0 0 0 0 0,0 0 0 0 0,0 0-1 0 0,0 0 1 0 0,0-1 0 0 0,0-37-4524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3:12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637 923 1441 0 0,'-40'-11'4042'0'0,"36"11"-3905"0"0,1-1 0 0 0,-1 1 1 0 0,1 0-1 0 0,-1 0 1 0 0,1 0-1 0 0,-1 0 1 0 0,1 0-1 0 0,-1 1 1 0 0,1 0-1 0 0,-1 0 1 0 0,1 0-1 0 0,0 0 1 0 0,-1 0-1 0 0,1 0 1 0 0,0 1-1 0 0,-5 3 1 0 0,0 1-74 0 0,0 1 0 0 0,1-1 1 0 0,0 2-1 0 0,-8 9 0 0 0,-11 10 412 0 0,25-25-452 0 0,-1-1-1 0 0,0 0 0 0 0,1 1 1 0 0,-1-1-1 0 0,1 1 0 0 0,-1-1 1 0 0,1 1-1 0 0,0 0 0 0 0,0 0 1 0 0,0-1-1 0 0,0 1 0 0 0,0 0 1 0 0,0 0-1 0 0,0 0 0 0 0,0 0 1 0 0,1 0-1 0 0,-1 0 0 0 0,1 0 1 0 0,0 0-1 0 0,0 1 1 0 0,-1-1-1 0 0,1 0 0 0 0,1 4 1 0 0,-1-7-34 0 0,0 1 0 0 0,0 0 1 0 0,-1-1-1 0 0,1 1 0 0 0,0-1 1 0 0,0 1-1 0 0,0-1 1 0 0,-1 1-1 0 0,1 0 0 0 0,0-1 1 0 0,0 1-1 0 0,-1 0 0 0 0,1-1 1 0 0,0 1-1 0 0,-1 0 1 0 0,1 0-1 0 0,-1-1 0 0 0,1 1 1 0 0,0 0-1 0 0,-1 0 0 0 0,1-1 1 0 0,0 1-1 0 0,-1 0 1 0 0,1 0-1 0 0,-1 0 0 0 0,1 0 1 0 0,-1 0-1 0 0,1 0 0 0 0,-1 0 1 0 0,1 0-1 0 0,0 0 1 0 0,-1 0-1 0 0,1 0 0 0 0,-1 0 1 0 0,-2 0-240 0 0,14-2 101 0 0,-6-5 105 0 0,-2 1 33 0 0,9-7-81 0 0,13-10-125 0 0,-5 8 118 0 0,-17 12 85 0 0,0 1 0 0 0,-1 0 0 0 0,1-1 0 0 0,1 1 0 0 0,-1 0 0 0 0,0 1 0 0 0,0-1 0 0 0,1 0 0 0 0,-1 1 1 0 0,8-2-1 0 0,-14 5 26 0 0,0 0 0 0 0,0 0 1 0 0,1 1-1 0 0,-1-1 1 0 0,0 0-1 0 0,1 1 1 0 0,0 0-1 0 0,0 0 1 0 0,0-1-1 0 0,0 1 1 0 0,-2 5-1 0 0,-13 15 92 0 0,-1-3 103 0 0,-36 29-1 0 0,-14 14 512 0 0,63-55-771 0 0,6-15-176 0 0,2 3 187 0 0,0-1-1 0 0,0 1 1 0 0,0 0 0 0 0,1 0-1 0 0,0 1 1 0 0,0-1 0 0 0,0 1-1 0 0,0 0 1 0 0,8-5 0 0 0,2-2-20 0 0,-1 0 0 0 0,20-21 0 0 0,-24 21 18 0 0,2 1-1 0 0,-1-1 1 0 0,1 2-1 0 0,17-11 0 0 0,-26 17 40 0 0,0 1-1 0 0,0 0 0 0 0,0 0 0 0 0,1 0 0 0 0,-1 0 0 0 0,0 0 0 0 0,0 0 1 0 0,1 0-1 0 0,-1 1 0 0 0,0-1 0 0 0,1 1 0 0 0,-1 0 0 0 0,4-1 0 0 0,-4 3 20 0 0,-16 9 65 0 0,-23 32 122 0 0,25-28-83 0 0,-25 26 0 0 0,6-16-34 0 0,-1-1-1 0 0,-1-2 1 0 0,-1-1-1 0 0,0-2 1 0 0,-64 25-1 0 0,88-40-47 0 0,0 0 0 0 0,0-1 0 0 0,0 0 1 0 0,-21 3-1 0 0,30-6-38 0 0,-1 1 1 0 0,1-1 0 0 0,-1 0 0 0 0,1 0-1 0 0,-1 0 1 0 0,1 0 0 0 0,-1 0-1 0 0,1 0 1 0 0,-1 0 0 0 0,1 0 0 0 0,0-1-1 0 0,-1 1 1 0 0,1-1 0 0 0,-1 1-1 0 0,1-1 1 0 0,-1 1 0 0 0,1-1 0 0 0,0 0-1 0 0,0 1 1 0 0,-1-1 0 0 0,1 0 0 0 0,0 0-1 0 0,0 0 1 0 0,0 0 0 0 0,0 0-1 0 0,0-1 1 0 0,0 1 0 0 0,0 0 0 0 0,0 0-1 0 0,0-1 1 0 0,1 1 0 0 0,-1 0-1 0 0,1-1 1 0 0,-1 1 0 0 0,1 0 0 0 0,-1-1-1 0 0,1 1 1 0 0,0-1 0 0 0,-1 1-1 0 0,1-1 1 0 0,0 1 0 0 0,0-3 0 0 0,1 0-2 0 0,-1 0 1 0 0,1-1 0 0 0,0 1 0 0 0,0 0-1 0 0,0 0 1 0 0,0 0 0 0 0,1-1 0 0 0,0 1-1 0 0,0 1 1 0 0,0-1 0 0 0,0 0 0 0 0,3-4-1 0 0,40-42-194 0 0,-22 26 88 0 0,-6 6 55 0 0,1 0 0 0 0,0 2-1 0 0,1 0 1 0 0,1 1 0 0 0,0 1-1 0 0,27-14 1 0 0,-30 20 16 0 0,1 0 1 0 0,-1 1-1 0 0,35-8 0 0 0,-50 15 30 0 0,0-1-1 0 0,0 1 1 0 0,0 0 0 0 0,1 0-1 0 0,-1 0 1 0 0,0 1 0 0 0,0-1-1 0 0,0 0 1 0 0,0 1-1 0 0,0 0 1 0 0,0-1 0 0 0,0 1-1 0 0,2 1 1 0 0,-3-2 3 0 0,0 1 1 0 0,-1-1 0 0 0,1 0-1 0 0,0 1 1 0 0,-1-1 0 0 0,1 0-1 0 0,-1 1 1 0 0,1-1 0 0 0,-1 1-1 0 0,1-1 1 0 0,-1 1 0 0 0,1-1-1 0 0,-1 1 1 0 0,1-1 0 0 0,-1 1-1 0 0,0-1 1 0 0,1 1 0 0 0,-1 0-1 0 0,0-1 1 0 0,0 1 0 0 0,1 0-1 0 0,-1-1 1 0 0,0 1 0 0 0,0 0-1 0 0,0-1 1 0 0,0 1 0 0 0,0 0-1 0 0,0-1 1 0 0,0 1 0 0 0,0 0-1 0 0,0-1 1 0 0,0 1 0 0 0,0 0-1 0 0,0-1 1 0 0,0 1 0 0 0,-1 1-1 0 0,-12 21 100 0 0,-1 1 1 0 0,-1-2-1 0 0,-1 0 0 0 0,-26 28 0 0 0,1-2 127 0 0,33-38-182 0 0,0 0-1 0 0,0-1 1 0 0,-1 0-1 0 0,0 0 1 0 0,-19 13 0 0 0,27-23-81 0 0,1 0-1 0 0,-1 0 1 0 0,1-1 0 0 0,0 1 0 0 0,-1 0 0 0 0,1-1 0 0 0,0 1 0 0 0,0 0 0 0 0,0-1 0 0 0,0 1 0 0 0,0 0 0 0 0,0-1 0 0 0,0 1 0 0 0,1 0 0 0 0,-1-1 0 0 0,0 1 0 0 0,2-2 0 0 0,10-21 22 0 0,-2 3-7 0 0,25-37 0 0 0,-29 51 53 0 0,-1 0 1 0 0,1 1-1 0 0,1 0 0 0 0,-1 0 1 0 0,1 0-1 0 0,0 0 0 0 0,0 1 1 0 0,14-7-1 0 0,-1-4 17 0 0,-19 15-44 0 0,0-1 1 0 0,0 1-1 0 0,1-1 1 0 0,-1 1-1 0 0,1 0 1 0 0,-1 0 0 0 0,1 0-1 0 0,0 0 1 0 0,-1 0-1 0 0,1 0 1 0 0,0 0-1 0 0,0 0 1 0 0,3 0 0 0 0,13-4 11 0 0,-17 5-10 0 0,0 0 0 0 0,-1 0 0 0 0,1 0 0 0 0,-1 0 0 0 0,1 0 0 0 0,0 0 0 0 0,-1 0 0 0 0,1 0 0 0 0,-1 0 0 0 0,1 0 0 0 0,0 1 0 0 0,-1-1 0 0 0,1 0 0 0 0,-1 1 0 0 0,1-1 0 0 0,-1 0 0 0 0,1 1 0 0 0,-1-1 0 0 0,1 0 0 0 0,-1 1 0 0 0,1-1 0 0 0,-1 1 0 0 0,0-1 0 0 0,1 1 0 0 0,-1-1 0 0 0,0 1 0 0 0,1-1 0 0 0,-1 1 0 0 0,0-1 0 0 0,0 1 0 0 0,0 0 0 0 0,1-1 0 0 0,-1 1 0 0 0,0-1 0 0 0,0 1 0 0 0,0 0 0 0 0,0-1 0 0 0,0 1 0 0 0,0 0 0 0 0,-3 14 102 0 0,0-1 0 0 0,-1 0 0 0 0,-1-1 0 0 0,-9 22 1 0 0,9-24-45 0 0,-2 6 42 0 0,-1 0 1 0 0,-12 19-1 0 0,17-32-82 0 0,1-1 0 0 0,0 1 1 0 0,-1-1-1 0 0,0 0 0 0 0,1 1 0 0 0,-1-1 0 0 0,-1 0 0 0 0,1-1 0 0 0,0 1 0 0 0,-1-1 0 0 0,1 1 1 0 0,-1-1-1 0 0,0 0 0 0 0,-7 3 0 0 0,-2-3-13 0 0,15-6-85 0 0,-1 3 55 0 0,0 0-1 0 0,0 0 1 0 0,0 0 0 0 0,0 0-1 0 0,-1 0 1 0 0,1-1-1 0 0,0 1 1 0 0,0 0 0 0 0,-1 0-1 0 0,1-1 1 0 0,-1 1 0 0 0,1 0-1 0 0,-1-1 1 0 0,0 1-1 0 0,1-3 1 0 0,0-4 1 0 0,0 0 1 0 0,1 0-1 0 0,0 1 1 0 0,0-1-1 0 0,1 1 0 0 0,0-1 1 0 0,0 1-1 0 0,1 0 0 0 0,8-12 1 0 0,1 0-24 0 0,29-35 1 0 0,-29 40 8 0 0,1 0 0 0 0,20-14 0 0 0,-31 25 18 0 0,0 1 0 0 0,0-1 0 0 0,1 1 1 0 0,-1 0-1 0 0,1 0 0 0 0,-1 0 0 0 0,1 0 0 0 0,0 1 1 0 0,0-1-1 0 0,0 1 0 0 0,0 0 0 0 0,0 0 0 0 0,0 0 1 0 0,0 1-1 0 0,6 0 0 0 0,-7 0 30 0 0,0 1 0 0 0,0 0 0 0 0,-1 0-1 0 0,1 0 1 0 0,0 0 0 0 0,-1 1 0 0 0,1-1 0 0 0,-1 1-1 0 0,1-1 1 0 0,-1 1 0 0 0,4 3 0 0 0,7 6 7 0 0,-10-9-15 0 0,1 0 0 0 0,-1 0 0 0 0,-1 0 0 0 0,1 1 0 0 0,0 0 1 0 0,0-1-1 0 0,-1 1 0 0 0,0 0 0 0 0,1 0 0 0 0,-1 0 0 0 0,0 1 0 0 0,-1-1 1 0 0,1 0-1 0 0,-1 1 0 0 0,1-1 0 0 0,-1 1 0 0 0,0 0 0 0 0,0-1 1 0 0,0 1-1 0 0,-1 0 0 0 0,0 0 0 0 0,1-1 0 0 0,-1 1 0 0 0,-1 7 1 0 0,0-3-37 0 0,-1-1 0 0 0,0 1 0 0 0,0-1 1 0 0,-1 0-1 0 0,0 0 0 0 0,0 0 0 0 0,0 0 0 0 0,-1 0 1 0 0,0-1-1 0 0,-1 1 0 0 0,-9 10 0 0 0,0 0-46 0 0,3-4 63 0 0,0 0 0 0 0,-1-1 1 0 0,0 0-1 0 0,-1 0 1 0 0,0-2-1 0 0,-1 1 0 0 0,-14 7 1 0 0,26-17 11 0 0,0 0 1 0 0,0-1 0 0 0,0 1 0 0 0,0-1-1 0 0,0 0 1 0 0,0 1 0 0 0,0-1 0 0 0,0 0 0 0 0,0 0-1 0 0,0 0 1 0 0,0-1 0 0 0,0 1 0 0 0,0 0-1 0 0,0-1 1 0 0,0 1 0 0 0,0-1 0 0 0,0 0-1 0 0,0 0 1 0 0,1 1 0 0 0,-1-1 0 0 0,0-1-1 0 0,1 1 1 0 0,-1 0 0 0 0,0 0 0 0 0,1 0 0 0 0,-1-1-1 0 0,1 1 1 0 0,0-1 0 0 0,-1 1 0 0 0,1-1-1 0 0,0 0 1 0 0,0 1 0 0 0,0-1 0 0 0,0 0-1 0 0,0 0 1 0 0,1 0 0 0 0,-1 0 0 0 0,1 1-1 0 0,-1-1 1 0 0,1 0 0 0 0,-1 0 0 0 0,1 0 0 0 0,0 0-1 0 0,0 0 1 0 0,0 0 0 0 0,0 0 0 0 0,0 0-1 0 0,1 0 1 0 0,-1 0 0 0 0,1 0 0 0 0,-1 0-1 0 0,1 0 1 0 0,0-2 0 0 0,12-24 1 0 0,18-36 0 0 0,-13 53 21 0 0,-17 10-22 0 0,0 1 1 0 0,0 0 0 0 0,0 0 0 0 0,0-1-1 0 0,0 1 1 0 0,0-1 0 0 0,0 1-1 0 0,0-1 1 0 0,0 1 0 0 0,-1-1-1 0 0,1 0 1 0 0,0 1 0 0 0,0-1-1 0 0,0 0 1 0 0,-1 0 0 0 0,1 0-1 0 0,0 1 1 0 0,-1-1 0 0 0,1 0 0 0 0,-1 0-1 0 0,1 0 1 0 0,-1 0 0 0 0,1-2-1 0 0,0 2-3 0 0,0 1 0 0 0,0-1 0 0 0,0 0 0 0 0,0 1-1 0 0,0-1 1 0 0,0 0 0 0 0,0 1 0 0 0,0 0 0 0 0,0-1-1 0 0,0 1 1 0 0,1 0 0 0 0,-1-1 0 0 0,0 1-1 0 0,0 0 1 0 0,0 0 0 0 0,1 0 0 0 0,-1 0 0 0 0,0 0-1 0 0,0 0 1 0 0,2 1 0 0 0,-3-1 2 0 0,1 0 1 0 0,0-1-1 0 0,-1 1 0 0 0,1 0 1 0 0,0 0-1 0 0,-1 0 0 0 0,1 1 0 0 0,-1-1 1 0 0,1 0-1 0 0,0 0 0 0 0,-1 0 1 0 0,1 0-1 0 0,-1 0 0 0 0,1 1 1 0 0,-1-1-1 0 0,1 0 0 0 0,0 1 0 0 0,-1-1 1 0 0,1 0-1 0 0,-1 1 0 0 0,1-1 1 0 0,-1 0-1 0 0,0 1 0 0 0,1-1 1 0 0,-1 1-1 0 0,1-1 0 0 0,-1 1 0 0 0,0-1 1 0 0,1 1-1 0 0,-1-1 0 0 0,0 1 1 0 0,0 0-1 0 0,1-1 0 0 0,-1 1 0 0 0,0-1 1 0 0,0 1-1 0 0,0 0 0 0 0,0-1 1 0 0,0 1-1 0 0,0-1 0 0 0,0 1 1 0 0,0 0-1 0 0,0-1 0 0 0,0 1 0 0 0,0 0 1 0 0,0-1-1 0 0,0 1 0 0 0,-1-1 1 0 0,1 2-1 0 0,-1 0 3 0 0,-7 18 15 0 0,0-1 0 0 0,-1 0 0 0 0,-1 0 0 0 0,-1-1 0 0 0,0-1-1 0 0,-1 0 1 0 0,-1 0 0 0 0,-1-1 0 0 0,-18 16 0 0 0,26-26-8 0 0,-20 16 101 0 0,-1-1-1 0 0,-44 26 0 0 0,71-47-104 0 0,0 1-1 0 0,-1-1 1 0 0,1 1-1 0 0,-1-1 0 0 0,1 0 1 0 0,-1 1-1 0 0,1-1 0 0 0,-1 0 1 0 0,1 0-1 0 0,-1 1 0 0 0,1-1 1 0 0,-1 0-1 0 0,1 0 1 0 0,-1 0-1 0 0,0 1 0 0 0,1-1 1 0 0,-1 0-1 0 0,1 0 0 0 0,-1 0 1 0 0,1 0-1 0 0,-1 0 1 0 0,0 0-1 0 0,1 0 0 0 0,-1 0 1 0 0,1-1-1 0 0,-1 1 0 0 0,1 0 1 0 0,-1 0-1 0 0,1 0 0 0 0,-1-1 1 0 0,0 1-1 0 0,1 0 1 0 0,0 0-1 0 0,-1-1 0 0 0,1 1 1 0 0,-1-1-1 0 0,1 1 0 0 0,-1-1 1 0 0,-1-24 52 0 0,2 14-30 0 0,1 4-25 0 0,1 1 0 0 0,-1-1 0 0 0,1 0 0 0 0,1 1-1 0 0,-1 0 1 0 0,1-1 0 0 0,0 1 0 0 0,1 0 0 0 0,-1 0 0 0 0,1 1 0 0 0,1-1 0 0 0,4-5 0 0 0,9-9-74 0 0,33-32 0 0 0,-21 28-56 0 0,58-36-1 0 0,-81 55 136 0 0,-6 5-6 0 0,0-1-1 0 0,0 0 1 0 0,0 1 0 0 0,0-1 0 0 0,-1 1-1 0 0,1-1 1 0 0,0 1 0 0 0,0 0-1 0 0,0-1 1 0 0,0 1 0 0 0,0 0-1 0 0,0 0 1 0 0,0 0 0 0 0,0 0 0 0 0,0-1-1 0 0,0 1 1 0 0,2 1 0 0 0,1-1-8 0 0,-1 0-59 0 0,-3 4 59 0 0,0-1 1 0 0,-1 1-1 0 0,1-1 1 0 0,-1 1-1 0 0,0-1 0 0 0,0 1 1 0 0,-1-1-1 0 0,1 1 1 0 0,-1-1-1 0 0,1 0 1 0 0,-1 0-1 0 0,0 0 0 0 0,0 0 1 0 0,-1 0-1 0 0,1 0 1 0 0,0 0-1 0 0,-1-1 0 0 0,0 1 1 0 0,1-1-1 0 0,-1 0 1 0 0,-6 4-1 0 0,-7 6 15 0 0,-2 4 22 0 0,-2 0 0 0 0,1-1 0 0 0,-2-1 0 0 0,0-1-1 0 0,-35 16 1 0 0,39-22 39 0 0,0-1 0 0 0,-28 8 1 0 0,39-13-76 0 0,1 0 1 0 0,0-1-1 0 0,-1 1 1 0 0,1-1-1 0 0,0 0 1 0 0,-1 0-1 0 0,1-1 1 0 0,-1 0-1 0 0,1 0 1 0 0,0 0-1 0 0,0 0 1 0 0,-7-4-1 0 0,11 4-10 0 0,0-1 0 0 0,1 1 0 0 0,-1-1 0 0 0,0 0 0 0 0,1 1 1 0 0,0-1-1 0 0,-1 0 0 0 0,1 1 0 0 0,0-1 0 0 0,0 0 0 0 0,0 1 0 0 0,0-1 0 0 0,0 0 0 0 0,0 1 0 0 0,1-1 0 0 0,-1 0 0 0 0,0 1 0 0 0,1-1 0 0 0,-1 0 0 0 0,1 1 0 0 0,1-2 0 0 0,18-16 62 0 0,-16 14-55 0 0,1 0 1 0 0,0 1-1 0 0,0-1 1 0 0,0 1-1 0 0,0 0 0 0 0,1 1 1 0 0,0-1-1 0 0,0 1 1 0 0,0 0-1 0 0,0 1 0 0 0,0 0 1 0 0,0-1-1 0 0,1 2 1 0 0,-1-1-1 0 0,1 1 1 0 0,-1 0-1 0 0,1 0 0 0 0,-1 1 1 0 0,12 1-1 0 0,-18-1 8 0 0,0 0-1 0 0,1 0 1 0 0,-1 0-1 0 0,0 0 0 0 0,1 1 1 0 0,-1-1-1 0 0,0 0 1 0 0,0 0-1 0 0,0 0 1 0 0,1 1-1 0 0,-1-1 1 0 0,0 0-1 0 0,0 0 1 0 0,0 1-1 0 0,1-1 1 0 0,-1 0-1 0 0,0 0 0 0 0,0 1 1 0 0,0-1-1 0 0,0 0 1 0 0,0 1-1 0 0,0-1 1 0 0,0 0-1 0 0,1 1 1 0 0,-1-1-1 0 0,0 0 1 0 0,0 1-1 0 0,0-1 1 0 0,0 0-1 0 0,-1 1 1 0 0,1-1-1 0 0,0 0 0 0 0,0 1 1 0 0,0-1-1 0 0,0 0 1 0 0,0 1-1 0 0,0 1-10 0 0,-1 1 14 0 0,0 0-1 0 0,0 1 0 0 0,0-1 0 0 0,0 0 0 0 0,-1 0 1 0 0,1 0-1 0 0,-1 0 0 0 0,0 0 0 0 0,0 0 0 0 0,0-1 1 0 0,0 1-1 0 0,0-1 0 0 0,0 1 0 0 0,-1-1 0 0 0,1 0 1 0 0,-5 3-1 0 0,-48 32 157 0 0,49-33-144 0 0,-1-1 3 0 0,0 1 0 0 0,0-1 1 0 0,-1 0-1 0 0,1-1 0 0 0,-1 0 1 0 0,1 0-1 0 0,-1 0 0 0 0,-13 0 1 0 0,18-1-57 0 0,3-2 66 0 0,10-6-76 0 0,-2 5-20 0 0,24-17 34 0 0,-28 15 28 0 0,0 1 0 0 0,1 0 0 0 0,-1 0-1 0 0,1 1 1 0 0,0-1 0 0 0,7-1 0 0 0,21-14 8 0 0,-26 13 0 0 0,-33 21-71 0 0,-5 3 113 0 0,-38 31 0 0 0,25-20 118 0 0,44-30-160 0 0,0 0 0 0 0,0 0-1 0 0,0 0 1 0 0,0 0 0 0 0,0 0-1 0 0,0 0 1 0 0,0-1 0 0 0,0 1-1 0 0,0 0 1 0 0,0 0 0 0 0,0 0-1 0 0,0 0 1 0 0,0 0-1 0 0,0-1 1 0 0,0 1 0 0 0,0 0-1 0 0,0 0 1 0 0,0 0 0 0 0,0 0-1 0 0,0 0 1 0 0,0 0 0 0 0,-1 0-1 0 0,1-1 1 0 0,0 1 0 0 0,0 0-1 0 0,0 0 1 0 0,0 0 0 0 0,0 0-1 0 0,0 0 1 0 0,0 0 0 0 0,-1 0-1 0 0,1 0 1 0 0,0 0 0 0 0,0 0-1 0 0,0 0 1 0 0,0 0 0 0 0,0 0-1 0 0,0-1 1 0 0,-1 1 0 0 0,1 0-1 0 0,0 0 1 0 0,0 0 0 0 0,0 0-1 0 0,0 0 1 0 0,0 0 0 0 0,0 0-1 0 0,-1 1 1 0 0,1-1 0 0 0,0 0-1 0 0,0 0 1 0 0,0 0 0 0 0,0 0-1 0 0,0 0 1 0 0,0 0 0 0 0,-1 0-1 0 0,1 0 1 0 0,0 0 0 0 0,0 0-1 0 0,0 0 1 0 0,0 0 0 0 0,0 0-1 0 0,0 1 1 0 0,0-1 0 0 0,0 0-1 0 0,-1 0 1 0 0,1 0 0 0 0,0 0-1 0 0,0 0 1 0 0,6-8-43 0 0,-2 6 46 0 0,-1 0 1 0 0,1 0 0 0 0,-1 0 0 0 0,1-1 0 0 0,-1 1-1 0 0,0-1 1 0 0,0 0 0 0 0,0 0 0 0 0,0 0 0 0 0,-1 0-1 0 0,1 0 1 0 0,-1-1 0 0 0,2-3 0 0 0,0 2-4 0 0,-1 1 0 0 0,0 0 0 0 0,1 0 0 0 0,0 0 1 0 0,0 1-1 0 0,0-1 0 0 0,0 1 0 0 0,9-5 0 0 0,-6 3-3 0 0,-1 1 0 0 0,1-1 0 0 0,-1 0 0 0 0,11-12 1 0 0,-3 4-32 0 0,-12 11 31 0 0,1 0 1 0 0,0-1-1 0 0,-1 1 1 0 0,1-1-1 0 0,-1 1 1 0 0,0-1-1 0 0,0 0 1 0 0,0 0-1 0 0,0 0 0 0 0,0 0 1 0 0,-1 0-1 0 0,3-6 1 0 0,-4 8-2 0 0,1 0 1 0 0,-1 0 0 0 0,1 0-1 0 0,-1 0 1 0 0,0 1-1 0 0,1-1 1 0 0,0 0-1 0 0,-1 0 1 0 0,1 0-1 0 0,0 0 1 0 0,-1 0 0 0 0,1 1-1 0 0,0-1 1 0 0,0 0-1 0 0,1 0 1 0 0,0-1-19 0 0,-11 9 32 0 0,-21 24 70 0 0,-81 68 147 0 0,96-91-240 0 0,15-9-4 0 0,-1 0 0 0 0,1 0 0 0 0,-1 0 0 0 0,1-1 1 0 0,0 1-1 0 0,-1 0 0 0 0,1 0 0 0 0,0 0 0 0 0,0 0 0 0 0,0 0 1 0 0,0 0-1 0 0,0 0 0 0 0,0-1 0 0 0,0 1 0 0 0,0 0 1 0 0,0 0-1 0 0,0 0 0 0 0,1 0 0 0 0,-1 0 0 0 0,0 0 0 0 0,1 0 1 0 0,0-2-1 0 0,5 0 9 0 0,-5 3 6 0 0,-1-1-1 0 0,1 1 1 0 0,0 0 0 0 0,-1 0 0 0 0,1-1 0 0 0,0 1 0 0 0,-1-1-1 0 0,1 1 1 0 0,-1 0 0 0 0,1-1 0 0 0,0 1 0 0 0,-1-1 0 0 0,1 1-1 0 0,-1-1 1 0 0,1 0 0 0 0,-1 1 0 0 0,0-1 0 0 0,1 1-1 0 0,-1-1 1 0 0,0 0 0 0 0,1 0 0 0 0,-1 1 0 0 0,0-1 0 0 0,0 0-1 0 0,0 1 1 0 0,1-2 0 0 0,1-2 7 0 0,-1 1 0 0 0,1 0 0 0 0,1 0 0 0 0,-1 1 0 0 0,0-1 0 0 0,1 0 0 0 0,-1 1 0 0 0,1-1 0 0 0,0 1 0 0 0,0 0 0 0 0,0 0 0 0 0,6-3 0 0 0,-6 4-3 0 0,4-7-2 0 0,-51 33 307 0 0,-49 22-1 0 0,71-43-212 0 0,5-6-118 0 0,15-5-56 0 0,17-10-43 0 0,-8-2 123 0 0,30-3 0 0 0,-33 19 1 0 0,-1-1 0 0 0,0 1 0 0 0,1 0 0 0 0,0 0 1 0 0,0 0-1 0 0,0 1 0 0 0,0-1 0 0 0,0 1 0 0 0,0 0 0 0 0,1 0 0 0 0,4-1 0 0 0,-8 2-1 0 0,-1 1-1 0 0,1-1 1 0 0,-1 1-1 0 0,1 0 1 0 0,0 0-1 0 0,-1-1 1 0 0,1 1-1 0 0,-1 0 1 0 0,1 0-1 0 0,0 0 1 0 0,-1-1-1 0 0,1 1 1 0 0,0 0-1 0 0,-1 0 1 0 0,1 0-1 0 0,0 0 1 0 0,-1 0-1 0 0,1 0 1 0 0,0 1-1 0 0,-1-1 1 0 0,1 0 0 0 0,-1 0-1 0 0,1 0 1 0 0,0 1-1 0 0,-1-1 1 0 0,1 0-1 0 0,-1 1 1 0 0,1-1-1 0 0,0 0 1 0 0,0 1-1 0 0,-6 8 10 0 0,5-9-3 0 0,-32 17 102 0 0,22-13-98 0 0,1 1 0 0 0,0 0-1 0 0,-12 9 1 0 0,14-8-10 0 0,7-6 0 0 0,0 1-1 0 0,-1-1 1 0 0,1 0-1 0 0,0 1 1 0 0,-1-1-1 0 0,1 1 1 0 0,-1-1 0 0 0,1 0-1 0 0,-1 1 1 0 0,1-1-1 0 0,-1 0 1 0 0,1 0-1 0 0,-1 1 1 0 0,1-1 0 0 0,-1 0-1 0 0,1 0 1 0 0,-1 0-1 0 0,1 0 1 0 0,-1 0-1 0 0,1 0 1 0 0,-1 0 0 0 0,1 1-1 0 0,-1-2 1 0 0,0 1-1 0 0,1 0 1 0 0,-1 0-1 0 0,1 0 1 0 0,-1 0 0 0 0,1 0-1 0 0,-2-1 1 0 0,62-40-67 0 0,-57 35 67 0 0,1 1 0 0 0,1 0 0 0 0,-1 0 0 0 0,1 1 0 0 0,0-1 0 0 0,0 1 0 0 0,0 0 0 0 0,0 0 0 0 0,1 1 0 0 0,0-1 0 0 0,11-4 0 0 0,-5 3-6 0 0,-9 3 1 0 0,1 0-1 0 0,-1 1 1 0 0,0-1 0 0 0,1 1-1 0 0,-1 0 1 0 0,1 0 0 0 0,-1 0-1 0 0,1 0 1 0 0,-1 0 0 0 0,1 1 0 0 0,0 0-1 0 0,-1 0 1 0 0,1 0 0 0 0,0 0-1 0 0,0 0 1 0 0,-1 1 0 0 0,1 0 0 0 0,5 1-1 0 0,-7-2-13 0 0,-1 1 0 0 0,0-1 0 0 0,1 1 0 0 0,-1-1-1 0 0,0 1 1 0 0,1-1 0 0 0,-1 1 0 0 0,0 0 0 0 0,0 0 0 0 0,1-1-1 0 0,-1 1 1 0 0,0 0 0 0 0,0 0 0 0 0,0 0 0 0 0,0 0 0 0 0,0 1-1 0 0,0-1 1 0 0,-1 0 0 0 0,1 0 0 0 0,0 1 0 0 0,0-1 0 0 0,-1 0-1 0 0,1 0 1 0 0,-1 1 0 0 0,1-1 0 0 0,-1 1 0 0 0,0-1 0 0 0,0 1-1 0 0,1-1 1 0 0,-1 0 0 0 0,0 1 0 0 0,0-1 0 0 0,0 1 0 0 0,-1-1-1 0 0,1 1 1 0 0,0-1 0 0 0,-1 2 0 0 0,1 1-13 0 0,0-3 27 0 0,0 0-1 0 0,0 0 1 0 0,0-1-1 0 0,0 1 1 0 0,0 0-1 0 0,0 0 1 0 0,-1 0 0 0 0,1 0-1 0 0,0 0 1 0 0,-1-1-1 0 0,1 1 1 0 0,0 0 0 0 0,-1 0-1 0 0,1-1 1 0 0,-1 1-1 0 0,1 0 1 0 0,-1 0 0 0 0,0-1-1 0 0,1 1 1 0 0,-1-1-1 0 0,0 1 1 0 0,1 0-1 0 0,-1-1 1 0 0,-1 1 0 0 0,1 0 6 0 0,0-1 0 0 0,1 1 0 0 0,-1-1 0 0 0,0 1 0 0 0,1-1 1 0 0,-1 1-1 0 0,0-1 0 0 0,1 1 0 0 0,-1 0 0 0 0,1-1 0 0 0,-1 1 0 0 0,1 0 1 0 0,-1-1-1 0 0,1 1 0 0 0,0 0 0 0 0,-1 0 0 0 0,1 0 0 0 0,0-1 0 0 0,-1 1 1 0 0,1 0-1 0 0,0 0 0 0 0,0 0 0 0 0,0 0 0 0 0,0 1 0 0 0,0-5 15 0 0,1 0 0 0 0,0 0-1 0 0,0 1 1 0 0,0-1-1 0 0,0 0 1 0 0,0 1 0 0 0,1-1-1 0 0,-1 1 1 0 0,1-1-1 0 0,0 1 1 0 0,0 0 0 0 0,0-1-1 0 0,0 1 1 0 0,0 0 0 0 0,0 0-1 0 0,3-1 1 0 0,50-38 27 0 0,-42 32-18 0 0,19-12-3 0 0,209-132 209 0 0,-174 120-471 0 0,-115 68 627 0 0,-3-7-250 0 0,38-22-95 0 0,0 0-1 0 0,1 1 1 0 0,0 1 0 0 0,0 0-1 0 0,-19 18 1 0 0,30-26-42 0 0,1 0 0 0 0,0 0 0 0 0,0 0 1 0 0,0 1-1 0 0,0-1 0 0 0,0 0 0 0 0,0 0 0 0 0,0 0 1 0 0,0 1-1 0 0,0-1 0 0 0,0 0 0 0 0,0 0 0 0 0,0 1 1 0 0,0-1-1 0 0,0 0 0 0 0,0 0 0 0 0,0 0 0 0 0,0 1 1 0 0,0-1-1 0 0,0 0 0 0 0,0 0 0 0 0,0 1 0 0 0,0-1 1 0 0,0 0-1 0 0,0 0 0 0 0,0 0 0 0 0,1 1 0 0 0,-1-1 1 0 0,0 0-1 0 0,0 0 0 0 0,0 0 0 0 0,0 0 0 0 0,0 1 1 0 0,1-1-1 0 0,-1 0 0 0 0,0 0 0 0 0,0 0 0 0 0,0 0 1 0 0,1 0-1 0 0,-1 0 0 0 0,0 0 0 0 0,0 0 0 0 0,0 1 1 0 0,1-1-1 0 0,-1 0 0 0 0,0 0 0 0 0,0 0 0 0 0,0 0 1 0 0,1 0-1 0 0,-1 0 0 0 0,0 0 0 0 0,0 0 0 0 0,1 0 1 0 0,-1 0-1 0 0,0 0 0 0 0,0 0 0 0 0,0-1 0 0 0,1 1 1 0 0,-1 0-1 0 0,0 0 0 0 0,0 0 0 0 0,0 0 0 0 0,1 0 1 0 0,-1-1-1 0 0,4 2 0 0 0,-7-1-1 0 0,3 0-2 0 0,-1 0 1 0 0,1 0-1 0 0,-1 1 0 0 0,1-1 1 0 0,0 0-1 0 0,-1 0 1 0 0,1 0-1 0 0,0 0 1 0 0,-1 0-1 0 0,1 0 1 0 0,-1 0-1 0 0,1 0 1 0 0,0 0-1 0 0,-1 0 0 0 0,1 0 1 0 0,0 0-1 0 0,-1 0 1 0 0,1-1-1 0 0,-1 1 1 0 0,1 0-1 0 0,0 0 1 0 0,-1 0-1 0 0,1 0 0 0 0,0-1 1 0 0,0 1-1 0 0,-1 0 1 0 0,1 0-1 0 0,0-1 1 0 0,-1 1-1 0 0,1 0 1 0 0,0 0-1 0 0,0-1 0 0 0,-1 1 1 0 0,1 0-1 0 0,0-1 1 0 0,18-4-225 0 0,-10-4 0 0 0,-8 9 220 0 0,4-2-12 0 0,-1 1-1 0 0,1-1 1 0 0,-1 1 0 0 0,0-1-1 0 0,1 0 1 0 0,-1 0-1 0 0,0 0 1 0 0,0-1-1 0 0,0 1 1 0 0,-1-1 0 0 0,4-3-1 0 0,-7 6 13 0 0,1-4 3 0 0,19-1-12 0 0,-60 32 190 0 0,33-23-144 0 0,3-2-5 0 0,1 1 0 0 0,-1-2 0 0 0,0 1-1 0 0,0 0 1 0 0,1-1 0 0 0,-1 0 0 0 0,0 0 0 0 0,-8 1-1 0 0,-6-10 147 0 0,19 8-170 0 0,-1 0 0 0 0,1 0 0 0 0,0-1 0 0 0,-1 1 1 0 0,1 0-1 0 0,0 0 0 0 0,-1 0 0 0 0,1 0 0 0 0,0-1 0 0 0,0 1 0 0 0,-1 0 0 0 0,1 0 0 0 0,0-1 0 0 0,0 1 0 0 0,-1 0 0 0 0,1 0 0 0 0,0-1 0 0 0,0 1 0 0 0,0 0 0 0 0,0-1 0 0 0,-1 1 0 0 0,1 0 0 0 0,0-1 1 0 0,0 1-1 0 0,0 0 0 0 0,0-1 0 0 0,0 1 0 0 0,0 0 0 0 0,0-1 0 0 0,0 1 0 0 0,0 0 0 0 0,0-1 0 0 0,0 1 0 0 0,0 0 0 0 0,0-1 0 0 0,0 1 0 0 0,0 0 0 0 0,0-1 0 0 0,0 1 0 0 0,1 0 0 0 0,-1-1 0 0 0,0 1 1 0 0,0 0-1 0 0,0-1 0 0 0,1 1 0 0 0,-1 0 0 0 0,0 0 0 0 0,0-1 0 0 0,0 1 0 0 0,1 0 0 0 0,-1 0 0 0 0,1-1 0 0 0,1 1-1 0 0,-1-1 0 0 0,0 1 0 0 0,0 0 0 0 0,0 0 0 0 0,0 0 0 0 0,-1-1 0 0 0,1 1 0 0 0,0 0 0 0 0,0-1 0 0 0,0 1 0 0 0,0-1 0 0 0,-1 1 0 0 0,1-1 0 0 0,0 1 0 0 0,0-1 0 0 0,-1 0 0 0 0,1 1 0 0 0,0-1 0 0 0,0-1 0 0 0,21-7-67 0 0,-4 8 54 0 0,-5 0-7 0 0,8 2-68 0 0,-20-1 87 0 0,0 0 0 0 0,-1 0 0 0 0,1 0-1 0 0,-1 0 1 0 0,1 1 0 0 0,-1-1 0 0 0,1 0 0 0 0,-1 1 0 0 0,0-1-1 0 0,1 0 1 0 0,-1 1 0 0 0,1-1 0 0 0,-1 0 0 0 0,1 1-1 0 0,-1-1 1 0 0,0 1 0 0 0,1-1 0 0 0,-1 1 0 0 0,0-1 0 0 0,0 0-1 0 0,1 1 1 0 0,-1-1 0 0 0,0 1 0 0 0,0 0 0 0 0,0-1 0 0 0,0 1-1 0 0,0-1 1 0 0,1 1 0 0 0,-1-1 0 0 0,0 1 0 0 0,0-1-1 0 0,0 2 1 0 0,-23 4 135 0 0,11-4-102 0 0,-1 0 0 0 0,1-1 0 0 0,-1 0 0 0 0,-15-2 0 0 0,24 1-13 0 0,-1 0 1 0 0,1 0-1 0 0,0-1 0 0 0,0 0 0 0 0,0 0 0 0 0,0 0 0 0 0,0 0 0 0 0,0 0 1 0 0,0-1-1 0 0,0 0 0 0 0,0 0 0 0 0,0 0 0 0 0,1 0 0 0 0,-1 0 0 0 0,-5-6 1 0 0,8 6-22 0 0,0 0 0 0 0,0 0 0 0 0,1 0 0 0 0,-1 0 0 0 0,1 0 0 0 0,-1 0 0 0 0,1 0 0 0 0,0 0 0 0 0,0 0 0 0 0,-1 0 0 0 0,2-1 0 0 0,-1 1 0 0 0,0 0 0 0 0,0 0 0 0 0,1 0 0 0 0,-1 0 0 0 0,1 0 0 0 0,-1 0 0 0 0,1 0 0 0 0,0 0 0 0 0,0 0 0 0 0,0 1 0 0 0,0-1 0 0 0,0 0 0 0 0,0 0 1 0 0,1 1-1 0 0,-1-1 0 0 0,0 1 0 0 0,1-1 0 0 0,0 1 0 0 0,-1 0 0 0 0,1-1 0 0 0,1 0 0 0 0,9-5-41 0 0,-1 0 1 0 0,1 1 0 0 0,0 1-1 0 0,0-1 1 0 0,0 2-1 0 0,23-6 1 0 0,-32 10 26 0 0,0-1 1 0 0,0 0-1 0 0,0 1 1 0 0,0 0-1 0 0,0 0 1 0 0,0 0-1 0 0,0 0 1 0 0,0 0-1 0 0,0 0 1 0 0,0 1-1 0 0,0 0 1 0 0,0-1-1 0 0,0 1 1 0 0,-1 0-1 0 0,1 1 0 0 0,0-1 1 0 0,0 0-1 0 0,-1 1 1 0 0,1-1-1 0 0,-1 1 1 0 0,1 0-1 0 0,-1 0 1 0 0,0 0-1 0 0,0 0 1 0 0,0 0-1 0 0,0 1 1 0 0,0-1-1 0 0,0 1 1 0 0,-1-1-1 0 0,1 1 1 0 0,-1 0-1 0 0,1-1 1 0 0,-1 1-1 0 0,1 5 0 0 0,-1-5 13 0 0,-1 0-1 0 0,0 1 1 0 0,0-1-1 0 0,0 0 1 0 0,0 0-1 0 0,-1 0 1 0 0,1 0-1 0 0,-1 0 1 0 0,0 0-1 0 0,0 0 1 0 0,0 0-1 0 0,0 0 1 0 0,0 0-1 0 0,-1 0 1 0 0,1-1-1 0 0,-1 1 1 0 0,0 0-1 0 0,1-1 1 0 0,-1 1-1 0 0,-1-1 0 0 0,1 0 1 0 0,0 0-1 0 0,0 0 1 0 0,-5 3-1 0 0,2 0 12 0 0,1-1 20 0 0,-1 0 0 0 0,0 0-1 0 0,0 0 1 0 0,0-1-1 0 0,0 1 1 0 0,0-1-1 0 0,-1-1 1 0 0,1 1 0 0 0,-1-1-1 0 0,0 0 1 0 0,0 0-1 0 0,0 0 1 0 0,-10 1-1 0 0,6-3-6 0 0,0 0-1 0 0,1 0 0 0 0,-1-1 0 0 0,0 0 0 0 0,1-1 0 0 0,-1 0 0 0 0,-14-5 0 0 0,21 6-11 0 0,2 1-7 0 0,0 0 0 0 0,0 0 1 0 0,0 0-1 0 0,1 0 0 0 0,-1-1 1 0 0,0 1-1 0 0,0 0 0 0 0,0 0 0 0 0,1-1 1 0 0,-1 1-1 0 0,0-1 0 0 0,0 1 1 0 0,1-1-1 0 0,-1 1 0 0 0,0-1 1 0 0,1 1-1 0 0,-1-1 0 0 0,1 1 1 0 0,-1-1-1 0 0,1 0 0 0 0,-1 1 1 0 0,1-1-1 0 0,-1 0 0 0 0,1 0 0 0 0,-1 1 1 0 0,1-1-1 0 0,0 0 0 0 0,0 0 1 0 0,-1 0-1 0 0,1 0 0 0 0,0 0 2 0 0,0 0 0 0 0,0 1-1 0 0,0-1 1 0 0,0 1 0 0 0,0-1 0 0 0,0 1-1 0 0,-1-1 1 0 0,1 0 0 0 0,0 1-1 0 0,0-1 1 0 0,0 1 0 0 0,-1-1-1 0 0,1 1 1 0 0,0-1 0 0 0,-1 1 0 0 0,1-1-1 0 0,0 1 1 0 0,-1 0 0 0 0,1-1-1 0 0,-1 1 1 0 0,1-1 0 0 0,-1 1 0 0 0,1 0-1 0 0,0-1 1 0 0,-1 1 0 0 0,1 0-1 0 0,-1 0 1 0 0,-1-1 0 0 0,-3-4 62 0 0,6 3-48 0 0,0 0 0 0 0,0 1 1 0 0,0-1-1 0 0,0 0 0 0 0,0 1 1 0 0,0-1-1 0 0,1 0 0 0 0,-1 1 1 0 0,1 0-1 0 0,-1-1 0 0 0,1 1 1 0 0,-1 0-1 0 0,1 0 0 0 0,2-2 1 0 0,33-19-14 0 0,-27 17-19 0 0,1 1 0 0 0,-1 0-1 0 0,0 1 1 0 0,1 0 0 0 0,0 1 0 0 0,0 0 0 0 0,11 0 0 0 0,82 0-100 0 0,-68 5 31 0 0,61 11-1 0 0,-82-11 68 0 0,0 1 0 0 0,0 0 0 0 0,-1 1 0 0 0,0 0-1 0 0,0 1 1 0 0,14 8 0 0 0,-27-13 20 0 0,0-1 1 0 0,0 1-1 0 0,-1-1 0 0 0,1 1 0 0 0,0-1 1 0 0,0 1-1 0 0,-1 0 0 0 0,1 0 1 0 0,0-1-1 0 0,0 1 0 0 0,-1 0 1 0 0,1 0-1 0 0,-1 0 0 0 0,1 0 0 0 0,-1 0 1 0 0,1-1-1 0 0,-1 1 0 0 0,0 0 1 0 0,1 0-1 0 0,-1 0 0 0 0,0 0 0 0 0,0 0 1 0 0,0 0-1 0 0,0 0 0 0 0,0 0 1 0 0,0 1-1 0 0,0-1 0 0 0,0 0 0 0 0,0 0 1 0 0,0 0-1 0 0,0 0 0 0 0,-1 0 1 0 0,1 0-1 0 0,0-1 0 0 0,-1 1 0 0 0,1 0 1 0 0,-1 0-1 0 0,1 0 0 0 0,-1 0 1 0 0,0 0-1 0 0,1 0 0 0 0,-1-1 1 0 0,0 2-1 0 0,-2 1 16 0 0,-1 0 1 0 0,1 0-1 0 0,0 0 1 0 0,-1-1-1 0 0,0 1 1 0 0,1-1-1 0 0,-1 0 1 0 0,-8 3 0 0 0,-8 2 52 0 0,0-1 1 0 0,-1-1 0 0 0,0-1 0 0 0,-39 3 0 0 0,48-7-73 0 0,-1 0 1 0 0,0 0 0 0 0,1-1 0 0 0,-1-1-1 0 0,1 0 1 0 0,-1-1 0 0 0,1 0 0 0 0,0-1 0 0 0,-19-8-1 0 0,30 11 2 0 0,-1 0 0 0 0,1 1 0 0 0,0-1-1 0 0,-1 0 1 0 0,1 0 0 0 0,0 0-1 0 0,-1 0 1 0 0,1-1 0 0 0,0 1 0 0 0,0 0-1 0 0,0 0 1 0 0,0-1 0 0 0,0 1-1 0 0,0 0 1 0 0,1-1 0 0 0,-1 1 0 0 0,0-1-1 0 0,1 1 1 0 0,-1-1 0 0 0,1 0-1 0 0,0 1 1 0 0,-1-1 0 0 0,1 1 0 0 0,0-1-1 0 0,0 0 1 0 0,0 1 0 0 0,0-1-1 0 0,0 0 1 0 0,0 1 0 0 0,1-1 0 0 0,-1 1-1 0 0,0-1 1 0 0,1 0 0 0 0,-1 1-1 0 0,1-1 1 0 0,0 1 0 0 0,-1-1 0 0 0,1 1-1 0 0,0 0 1 0 0,0-1 0 0 0,0 1 0 0 0,0 0-1 0 0,0-1 1 0 0,0 1 0 0 0,1 0-1 0 0,-1 0 1 0 0,0 0 0 0 0,0 0 0 0 0,1 0-1 0 0,-1 0 1 0 0,1 1 0 0 0,-1-1-1 0 0,3 0 1 0 0,16-9-33 0 0,-1 1 0 0 0,2 1 0 0 0,-1 1 0 0 0,1 1 0 0 0,0 1 0 0 0,1 1 0 0 0,-1 1 0 0 0,43-2 0 0 0,-44 5 7 0 0,-1 1 0 0 0,0 0 1 0 0,1 1-1 0 0,-1 1 0 0 0,0 1 1 0 0,-1 1-1 0 0,1 1 0 0 0,-1 0 0 0 0,0 1 1 0 0,19 11-1 0 0,-35-17 27 0 0,1 0 0 0 0,0 1 0 0 0,-1-1 0 0 0,0 1 0 0 0,1 0 0 0 0,-1 0 0 0 0,0 0 0 0 0,0 0 0 0 0,0 0 0 0 0,0 0 0 0 0,0 1-1 0 0,-1-1 1 0 0,1 1 0 0 0,-1-1 0 0 0,1 1 0 0 0,-1 0 0 0 0,0-1 0 0 0,0 1 0 0 0,0 0 0 0 0,0 4 0 0 0,-1 0 14 0 0,0 0 0 0 0,0-1 0 0 0,-1 1 0 0 0,0-1 0 0 0,-1 1 0 0 0,1-1 0 0 0,-6 12 0 0 0,6-14-1 0 0,-1 0 1 0 0,-1 0 0 0 0,1 0 0 0 0,-1 0 0 0 0,1 0 0 0 0,-1-1 0 0 0,0 1-1 0 0,0-1 1 0 0,-1 0 0 0 0,1 0 0 0 0,-1 0 0 0 0,1-1 0 0 0,-6 4-1 0 0,-2 0 47 0 0,-1 0-1 0 0,-23 9 1 0 0,30-14-87 0 0,0 0 1 0 0,1-1-1 0 0,-1 0 1 0 0,0 0-1 0 0,0 0 0 0 0,1-1 1 0 0,-1 1-1 0 0,0-1 1 0 0,1 0-1 0 0,-1-1 1 0 0,1 1-1 0 0,-1-1 0 0 0,1 0 1 0 0,0 0-1 0 0,-1 0 1 0 0,1 0-1 0 0,0-1 0 0 0,0 0 1 0 0,1 0-1 0 0,-1 0 1 0 0,1 0-1 0 0,-1 0 1 0 0,1-1-1 0 0,0 0 0 0 0,-2-3 1 0 0,1-2 11 0 0,0 2 11 0 0,1 0 0 0 0,0-1 0 0 0,0 1-1 0 0,1-1 1 0 0,0 0 0 0 0,0 0-1 0 0,1 0 1 0 0,-1-12 0 0 0,2 17 18 0 0,0 0 0 0 0,0 0 1 0 0,0 0-1 0 0,1 0 0 0 0,0-1 1 0 0,-1 1-1 0 0,1 0 0 0 0,0 0 1 0 0,0 0-1 0 0,1 1 0 0 0,-1-1 1 0 0,1 0-1 0 0,-1 0 0 0 0,1 1 1 0 0,0-1-1 0 0,0 1 0 0 0,0-1 1 0 0,4-2-1 0 0,-1 1-28 0 0,1 0 0 0 0,0 1-1 0 0,0-1 1 0 0,1 1 0 0 0,-1 1 0 0 0,0-1 0 0 0,1 1 0 0 0,0 0 0 0 0,0 0 0 0 0,-1 1-1 0 0,11-1 1 0 0,-11 2 16 0 0,0 0-1 0 0,0 0 1 0 0,0 0 0 0 0,1 0-1 0 0,-1 1 1 0 0,0 0-1 0 0,0 1 1 0 0,0-1-1 0 0,-1 1 1 0 0,1 0-1 0 0,0 1 1 0 0,0-1 0 0 0,-1 1-1 0 0,0 0 1 0 0,0 0-1 0 0,1 1 1 0 0,-2 0-1 0 0,1 0 1 0 0,0 0-1 0 0,-1 0 1 0 0,0 1 0 0 0,0-1-1 0 0,3 7 1 0 0,-3-5 3 0 0,0 4-40 0 0,1-1 0 0 0,0 0-1 0 0,1 0 1 0 0,7 9 0 0 0,-12-16-398 0 0,-6-5 287 0 0,-5-3 73 0 0,9 5 56 0 0,1 1 1 0 0,-1-1 0 0 0,1 0-1 0 0,-1 1 1 0 0,1-1 0 0 0,-1 0-1 0 0,1 0 1 0 0,0 0-1 0 0,-1 1 1 0 0,1-1 0 0 0,0 0-1 0 0,0 0 1 0 0,-1 0 0 0 0,1 1-1 0 0,0-1 1 0 0,0 0 0 0 0,0 0-1 0 0,0 0 1 0 0,1-1-1 0 0,-3-9-33 0 0,-9-2 62 0 0,8 10 5 0 0,1 1 0 0 0,-1-1 1 0 0,1 1-1 0 0,0-1 1 0 0,0 0-1 0 0,0 0 0 0 0,1 0 1 0 0,-1 0-1 0 0,1 0 0 0 0,0-1 1 0 0,-1 1-1 0 0,2 0 1 0 0,-1-1-1 0 0,0 1 0 0 0,1 0 1 0 0,-1-1-1 0 0,1-6 0 0 0,1 9-14 0 0,0 1 0 0 0,0-1-1 0 0,0 0 1 0 0,0 1 0 0 0,0-1-1 0 0,0 1 1 0 0,0 0 0 0 0,0-1-1 0 0,0 1 1 0 0,0 0 0 0 0,0 0-1 0 0,0 0 1 0 0,0 0 0 0 0,0 0-1 0 0,0 0 1 0 0,0 0 0 0 0,0 0-1 0 0,0 0 1 0 0,1 0 0 0 0,128 5 73 0 0,-128-5-91 0 0,-1-1 1 0 0,1 1-1 0 0,0 0 1 0 0,-1 0-1 0 0,1-1 1 0 0,0 1-1 0 0,-1-1 1 0 0,1 1-1 0 0,-1-1 1 0 0,1 1-1 0 0,2-3 1 0 0,-4 3 6 0 0,1-1 0 0 0,-1 1 0 0 0,0-1 0 0 0,1 1 0 0 0,-1-1 0 0 0,0 1 0 0 0,1-1 0 0 0,-1 1 0 0 0,0-1 0 0 0,0 1 0 0 0,1-1 0 0 0,-1 0 0 0 0,0 1 0 0 0,0-1 0 0 0,0 1 0 0 0,0-1 0 0 0,0 0 0 0 0,0 1 0 0 0,0-1 0 0 0,0 1 0 0 0,0-1 0 0 0,0 0 0 0 0,0 1 0 0 0,0-1 0 0 0,-1 1 0 0 0,1-1 0 0 0,0 0 0 0 0,0 1 0 0 0,-1-1 0 0 0,1 1 0 0 0,0-1 0 0 0,-1 1 0 0 0,1-1 0 0 0,0 1 0 0 0,-1-1 0 0 0,1 1 0 0 0,-1-1 0 0 0,1 1 0 0 0,-1 0 0 0 0,1-1 0 0 0,-1 1 0 0 0,-3-5 28 0 0,1 1-1 0 0,-1 1 1 0 0,0-1 0 0 0,0 1-1 0 0,0-1 1 0 0,0 1-1 0 0,-1 0 1 0 0,1 1-1 0 0,-1-1 1 0 0,0 1-1 0 0,0 0 1 0 0,0 0-1 0 0,0 0 1 0 0,0 1-1 0 0,0-1 1 0 0,-6 1 0 0 0,10 0-18 0 0,-1 1 0 0 0,1 0 1 0 0,-1 0-1 0 0,1 1 1 0 0,0-1-1 0 0,-1 0 0 0 0,1 0 1 0 0,-1 1-1 0 0,1-1 0 0 0,0 1 1 0 0,-1-1-1 0 0,1 1 1 0 0,-2 0-1 0 0,3 0-1 0 0,0-1-1 0 0,-1 0 1 0 0,1 1-1 0 0,0-1 1 0 0,0 0 0 0 0,-1 1-1 0 0,1-1 1 0 0,0 0-1 0 0,0 1 1 0 0,0-1-1 0 0,-1 1 1 0 0,1-1 0 0 0,0 1-1 0 0,0-1 1 0 0,0 0-1 0 0,0 1 1 0 0,0-1 0 0 0,0 1-1 0 0,0-1 1 0 0,0 1-1 0 0,0-1 1 0 0,0 0-1 0 0,0 1 1 0 0,0-1 0 0 0,0 1-1 0 0,1 0 1 0 0,14 21 167 0 0,-14-22-171 0 0,6 8 7 0 0,12 7 51 0 0,21 12-112 0 0,-36-23 26 0 0,-4-4 21 0 0,0-1 1 0 0,0 0-1 0 0,0 1 1 0 0,0-1-1 0 0,0 0 0 0 0,-1 1 1 0 0,1-1-1 0 0,0 1 0 0 0,0-1 1 0 0,-1 0-1 0 0,1 1 0 0 0,0-1 1 0 0,-1 1-1 0 0,1-1 1 0 0,0 1-1 0 0,-1-1 0 0 0,1 1 1 0 0,-1-1-1 0 0,1 1 0 0 0,-1 0 1 0 0,1-1-1 0 0,-1 1 1 0 0,1-1-1 0 0,-1 1 0 0 0,1 0 1 0 0,-1 0-1 0 0,0-1 0 0 0,0 1 7 0 0,0 0 0 0 0,1-1 0 0 0,-1 1 0 0 0,0 0 0 0 0,1-1 0 0 0,-1 1-1 0 0,0-1 1 0 0,1 1 0 0 0,-1-1 0 0 0,1 1 0 0 0,-1-1 0 0 0,1 0 0 0 0,-1 1 0 0 0,1-1-1 0 0,-1 0 1 0 0,1 1 0 0 0,0-1 0 0 0,-1 0 0 0 0,1 1 0 0 0,0-1 0 0 0,-1 0-1 0 0,1 0 1 0 0,0 1 0 0 0,0-1 0 0 0,0 0 0 0 0,0 0 0 0 0,0-1 0 0 0,0-62 239 0 0,18 65-174 0 0,-8 4-63 0 0,-1 1-1 0 0,0 0 0 0 0,0 0 0 0 0,-1 1 1 0 0,14 14-1 0 0,-20-19 19 0 0,1 0 0 0 0,-1 1 1 0 0,0-1-1 0 0,0 1 1 0 0,-1-1-1 0 0,1 1 0 0 0,0 0 1 0 0,-1 0-1 0 0,0 0 0 0 0,0 0 1 0 0,0 0-1 0 0,0 0 0 0 0,0 0 1 0 0,0 0-1 0 0,-1 0 0 0 0,1 0 1 0 0,-1 1-1 0 0,0-1 0 0 0,0 0 1 0 0,0 0-1 0 0,-1 0 0 0 0,1 0 1 0 0,-1 1-1 0 0,1-1 0 0 0,-1 0 1 0 0,0 0-1 0 0,0 0 0 0 0,-1 0 1 0 0,1 0-1 0 0,-1-1 0 0 0,1 1 1 0 0,-1 0-1 0 0,0-1 0 0 0,-3 5 1 0 0,-9 8 124 0 0,13-13-138 0 0,0 0 0 0 0,0 0-1 0 0,-1 0 1 0 0,1 0-1 0 0,-1-1 1 0 0,0 1 0 0 0,0-1-1 0 0,1 1 1 0 0,-1-1 0 0 0,0 0-1 0 0,0 1 1 0 0,0-1 0 0 0,-4 1-1 0 0,-1-6-594 0 0,6 4 561 0 0,-1 0-1 0 0,1-1 1 0 0,0 1-1 0 0,0-1 1 0 0,0 1 0 0 0,1-1-1 0 0,-1 0 1 0 0,0 1-1 0 0,0-1 1 0 0,0 0-1 0 0,0 0 1 0 0,1 0-1 0 0,-1 1 1 0 0,0-1-1 0 0,1 0 1 0 0,-1 0-1 0 0,0 0 1 0 0,0-2 0 0 0,-1-26-14 0 0,2 26 75 0 0,0 0-30 0 0,0 0-1 0 0,1 0 0 0 0,-1 0 1 0 0,1 0-1 0 0,0 1 0 0 0,-1-1 1 0 0,1 0-1 0 0,1 0 0 0 0,-1 0 1 0 0,0 1-1 0 0,1-1 0 0 0,-1 1 1 0 0,1-1-1 0 0,0 1 0 0 0,0 0 1 0 0,0-1-1 0 0,0 1 0 0 0,0 0 1 0 0,0 0-1 0 0,0 1 0 0 0,1-1 0 0 0,-1 0 1 0 0,1 1-1 0 0,-1-1 0 0 0,6-1 1 0 0,10-8-24 0 0,-2 0 11 0 0,1 2 0 0 0,-1 0 0 0 0,2 1 0 0 0,-1 0 0 0 0,1 2-1 0 0,0 0 1 0 0,36-7 0 0 0,-39 11 7 0 0,1 0-1 0 0,0 0 1 0 0,0 2-1 0 0,0 0 1 0 0,0 1-1 0 0,0 0 0 0 0,0 1 1 0 0,0 1-1 0 0,26 8 1 0 0,-36-9 10 0 0,0 1 1 0 0,0-1-1 0 0,-1 1 0 0 0,1 0 1 0 0,0 1-1 0 0,-1-1 0 0 0,0 1 1 0 0,0 0-1 0 0,0 1 1 0 0,5 5-1 0 0,-9-9 7 0 0,0 1 0 0 0,1 0 0 0 0,-1 0-1 0 0,0 0 1 0 0,0 0 0 0 0,0 0 0 0 0,-1 0 0 0 0,1 1 0 0 0,0-1 0 0 0,-1 0 0 0 0,1 0-1 0 0,-1 1 1 0 0,0-1 0 0 0,0 0 0 0 0,0 0 0 0 0,0 1 0 0 0,0-1 0 0 0,0 0 0 0 0,-1 0-1 0 0,1 1 1 0 0,-1-1 0 0 0,0 0 0 0 0,1 0 0 0 0,-1 0 0 0 0,0 0 0 0 0,0 0-1 0 0,0 0 1 0 0,-1 0 0 0 0,1 0 0 0 0,0 0 0 0 0,-1 0 0 0 0,-2 2 0 0 0,-10 12 164 0 0,-1 0 0 0 0,0-1 0 0 0,-1-1 0 0 0,-1-1 0 0 0,0 0 0 0 0,-1-1 0 0 0,-36 18 0 0 0,51-28-207 0 0,0-1-1 0 0,1 0 0 0 0,-1 0 0 0 0,0 0 0 0 0,0 0 1 0 0,0 0-1 0 0,0-1 0 0 0,-6 1 0 0 0,8-1 12 0 0,0-1-1 0 0,-1 1 0 0 0,1-1 1 0 0,0 1-1 0 0,0-1 0 0 0,0 0 1 0 0,0 1-1 0 0,0-1 0 0 0,0 0 1 0 0,0 0-1 0 0,0 0 0 0 0,0 0 1 0 0,0 0-1 0 0,0 0 0 0 0,1 0 0 0 0,-1 0 1 0 0,0 0-1 0 0,1 0 0 0 0,-1 0 1 0 0,0-2-1 0 0,0 1 13 0 0,0 1-1 0 0,0-1 0 0 0,0 0 1 0 0,0 0-1 0 0,1 1 1 0 0,-1-1-1 0 0,0 0 0 0 0,1 0 1 0 0,-1 0-1 0 0,1 0 1 0 0,0 1-1 0 0,0-1 0 0 0,0 0 1 0 0,0 0-1 0 0,0 0 1 0 0,0 0-1 0 0,0 0 0 0 0,0 0 1 0 0,1 0-1 0 0,-1 0 1 0 0,1 1-1 0 0,0-1 0 0 0,-1 0 1 0 0,1 0-1 0 0,1-1 1 0 0,0-2 3 0 0,1-3 0 0 0,1 0 0 0 0,0 0 0 0 0,1 1 0 0 0,-1-1-1 0 0,1 1 1 0 0,1 0 0 0 0,-1 1 0 0 0,1-1 0 0 0,1 1 0 0 0,-1 0 0 0 0,13-8 0 0 0,-10 8-105 0 0,0 0 0 0 0,0 1 1 0 0,1 0-1 0 0,10-4 0 0 0,4-2-126 0 0,-9 4 196 0 0,0 1-1 0 0,0 0 0 0 0,1 2 0 0 0,0 0 0 0 0,32-4 0 0 0,81 0 404 0 0,-98 7-299 0 0,-9 0 12 0 0,44 0 56 0 0,-62 1-134 0 0,-1 1 1 0 0,1-1-1 0 0,-1 1 1 0 0,1 0-1 0 0,-1 0 1 0 0,0 0-1 0 0,1 0 1 0 0,-1 0-1 0 0,0 1 1 0 0,0-1-1 0 0,0 1 1 0 0,0 0-1 0 0,0 0 1 0 0,4 4-1 0 0,-6-5 2 0 0,0 0-1 0 0,0-1-1 0 0,-1 1 0 0 0,1-1 1 0 0,-1 1-1 0 0,1 0 0 0 0,-1-1 0 0 0,1 1 1 0 0,-1 0-1 0 0,1-1 0 0 0,-1 1 1 0 0,1 0-1 0 0,-1 0 0 0 0,0-1 0 0 0,0 1 1 0 0,1 0-1 0 0,-1 0 0 0 0,0 1 1 0 0,0-1-2 0 0,-1 0 0 0 0,0 0 1 0 0,0 1-1 0 0,1-1 0 0 0,-1 0 1 0 0,0 0-1 0 0,0 0 0 0 0,0 0 1 0 0,0 0-1 0 0,0 0 0 0 0,-1 0 1 0 0,1-1-1 0 0,0 1 0 0 0,0 0 1 0 0,-2 0-1 0 0,-1 1 5 0 0,0-1 0 0 0,0 0-1 0 0,0 1 1 0 0,-1-1 0 0 0,1-1 0 0 0,0 1-1 0 0,-1-1 1 0 0,1 1 0 0 0,0-1 0 0 0,-1-1 0 0 0,1 1-1 0 0,-1 0 1 0 0,1-1 0 0 0,-8-2 0 0 0,10 2-2 0 0,-1 1 0 0 0,1-1 0 0 0,-1 0 1 0 0,1 0-1 0 0,-1 0 0 0 0,1 0 0 0 0,0 0 0 0 0,-1 0 1 0 0,1-1-1 0 0,0 1 0 0 0,0-1 0 0 0,0 1 1 0 0,0-1-1 0 0,0 0 0 0 0,1 0 0 0 0,-1 0 0 0 0,0 0 1 0 0,1 0-1 0 0,0 0 0 0 0,-1 0 0 0 0,1-1 1 0 0,0 1-1 0 0,0-1 0 0 0,0 1 0 0 0,0 0 0 0 0,1-1 1 0 0,-1 0-1 0 0,1 1 0 0 0,-1-3 0 0 0,3-12 7 0 0,0 0 1 0 0,2 1-1 0 0,0-1 0 0 0,1 1 0 0 0,0 0 0 0 0,1 0 0 0 0,1 1 0 0 0,0 0 0 0 0,1 0 1 0 0,1 0-1 0 0,14-16 0 0 0,19-25 160 0 0,-20 26 56 0 0,1 1 0 0 0,1 0 1 0 0,2 2-1 0 0,29-25 0 0 0,-48 61 453 0 0,-2-4-557 0 0,-4-4-110 0 0,0-1 1 0 0,-1 1 0 0 0,1 0-1 0 0,0 0 1 0 0,0 0 0 0 0,0 0 0 0 0,0 0-1 0 0,-1-1 1 0 0,1 1 0 0 0,-1 0-1 0 0,1 1 1 0 0,0-1 0 0 0,-1 0-1 0 0,0 0 1 0 0,1 0 0 0 0,-1 0 0 0 0,0 0-1 0 0,1 0 1 0 0,-1 0 0 0 0,0 1-1 0 0,0-1 1 0 0,0 0 0 0 0,0 0-1 0 0,0 0 1 0 0,0 1 0 0 0,0-1-1 0 0,-1 0 1 0 0,1 0 0 0 0,0 0 0 0 0,-1 2-1 0 0,-13 24 13 0 0,-1 0 0 0 0,-1 0 0 0 0,-37 45 0 0 0,3-3-23 0 0,-35 44 250 0 0,82-110-309 0 0,0 0 0 0 0,0 0 0 0 0,0 0 0 0 0,0 0 0 0 0,-1 0 0 0 0,1-1 0 0 0,-9 5 0 0 0,12-7 42 0 0,0 0 1 0 0,0 0 0 0 0,0 0 0 0 0,0 0 0 0 0,0 0 0 0 0,0 0 0 0 0,0 0 0 0 0,0 0 0 0 0,-1 0 0 0 0,1 0 0 0 0,0 0 0 0 0,0 0 0 0 0,0 0 0 0 0,0 0 0 0 0,0 0 0 0 0,0 0 0 0 0,0 0 0 0 0,-1 0 0 0 0,1 0 0 0 0,0 0 0 0 0,0 0 0 0 0,0 0 0 0 0,0 0 0 0 0,0 0 0 0 0,0 0 0 0 0,0 0 0 0 0,0 0 0 0 0,-1 0 0 0 0,1 0 0 0 0,0 0 0 0 0,0 0 0 0 0,0 0 0 0 0,0 0 0 0 0,0 0 0 0 0,0 0 0 0 0,0-1 0 0 0,0 1 0 0 0,0 0 0 0 0,0 0 0 0 0,-1 0-1 0 0,1 0 1 0 0,0 0 0 0 0,0 0 0 0 0,0 0 0 0 0,0 0 0 0 0,0 0 0 0 0,0-1 0 0 0,0 1 0 0 0,0 0 0 0 0,0 0 0 0 0,0 0 0 0 0,0 0 0 0 0,0 0 0 0 0,0 0 0 0 0,0 0 0 0 0,0-1 0 0 0,0 1 0 0 0,0 0 0 0 0,0 0 0 0 0,0 0 0 0 0,0 0 0 0 0,0 0 0 0 0,0 0 0 0 0,1-1 0 0 0,10-16-999 0 0,-6 10 925 0 0,-1 0 0 0 0,0 0 1 0 0,-1-1-1 0 0,0 1 0 0 0,0-1 1 0 0,0 0-1 0 0,-1 0 0 0 0,0 0 1 0 0,0-9-1 0 0,12-35 353 0 0,16-12 206 0 0,-21 46-1 0 0,15-36 0 0 0,-20 41-255 0 0,10-27 637 0 0,-13 38-819 0 0,0 1 0 0 0,-1-1 0 0 0,1 1 0 0 0,0 0 0 0 0,0-1 0 0 0,0 1 0 0 0,0 0 0 0 0,1 0 0 0 0,-1 0 0 0 0,0-1 0 0 0,0 1 0 0 0,1 0-1 0 0,-1 1 1 0 0,1-1 0 0 0,-1 0 0 0 0,1 0 0 0 0,-1 1 0 0 0,1-1 0 0 0,1 0 0 0 0,2 3 76 0 0,-3 1-100 0 0,4 0 8 0 0,-3-2-8 0 0,0 1 0 0 0,0 0 0 0 0,-1 0 0 0 0,1 1 0 0 0,0-1 0 0 0,-1 0-1 0 0,1 1 1 0 0,-1 0 0 0 0,0-1 0 0 0,0 1 0 0 0,0 0 0 0 0,3 5 0 0 0,2 7 3 0 0,-1-1 1 0 0,-1 1-1 0 0,0 0 1 0 0,4 22-1 0 0,-7-29-36 0 0,-1-1 0 0 0,0 1 0 0 0,-1 0 0 0 0,0 0 0 0 0,0 0 0 0 0,0 0-1 0 0,-1 0 1 0 0,-1 0 0 0 0,1-1 0 0 0,-6 15 0 0 0,7-21-14 0 0,0 0 1 0 0,0-1-1 0 0,-1 1 0 0 0,1 0 0 0 0,0 0 1 0 0,-1-1-1 0 0,1 1 0 0 0,-1-1 1 0 0,1 1-1 0 0,0 0 0 0 0,-1-1 1 0 0,0 1-1 0 0,1-1 0 0 0,-1 1 1 0 0,1-1-1 0 0,-1 0 0 0 0,1 1 1 0 0,-1-1-1 0 0,0 1 0 0 0,1-1 0 0 0,-1 0 1 0 0,0 0-1 0 0,0 1 0 0 0,1-1 1 0 0,-1 0-1 0 0,0 0 0 0 0,1 0 1 0 0,-1 0-1 0 0,0 0 0 0 0,0 0 1 0 0,1 0-1 0 0,-2 0 0 0 0,-1-1-20 0 0,0 0-1 0 0,1 0 1 0 0,-1 0-1 0 0,1 0 1 0 0,-1-1-1 0 0,1 1 1 0 0,0-1-1 0 0,0 1 1 0 0,-4-4-1 0 0,-4-6-18 0 0,-1 1 0 0 0,-13-21 0 0 0,19 24 129 0 0,0-1 0 0 0,0 1 0 0 0,1-1 0 0 0,0-1-1 0 0,0 1 1 0 0,1 0 0 0 0,0-1 0 0 0,-2-10 0 0 0,2 0 202 0 0,1-1 0 0 0,1-32-1 0 0,1 49-214 0 0,0 1 0 0 0,0 0 0 0 0,1-1 0 0 0,-1 1-1 0 0,1 0 1 0 0,-1 0 0 0 0,1 0 0 0 0,0-1 0 0 0,0 1 0 0 0,0 0-1 0 0,0 0 1 0 0,0 0 0 0 0,0 0 0 0 0,1 0 0 0 0,-1 0 0 0 0,1 1-1 0 0,-1-1 1 0 0,4-2 0 0 0,-1 1-5 0 0,0 0-1 0 0,1 0 1 0 0,0 0 0 0 0,-1 1-1 0 0,1 0 1 0 0,0 0-1 0 0,10-3 1 0 0,3 1-50 0 0,0 1 0 0 0,0 1 0 0 0,35-1 0 0 0,-23 3-41 0 0,0 1 0 0 0,-1 1 0 0 0,1 2 0 0 0,36 8 0 0 0,-39-6-64 0 0,-15-5-22 0 0,0 1 0 0 0,0 1-1 0 0,0 0 1 0 0,-1 0 0 0 0,1 1-1 0 0,-1 1 1 0 0,0 0 0 0 0,13 8-1 0 0,-24-13 127 0 0,0 0 1 0 0,1 0-1 0 0,-1 0 0 0 0,0 1 0 0 0,0-1 0 0 0,1 0 1 0 0,-1 0-1 0 0,0 0 0 0 0,0 1 0 0 0,1-1 0 0 0,-1 0 1 0 0,0 0-1 0 0,0 1 0 0 0,0-1 0 0 0,0 0 0 0 0,0 1 1 0 0,1-1-1 0 0,-1 0 0 0 0,0 1 0 0 0,0-1 0 0 0,0 0 1 0 0,0 0-1 0 0,0 1 0 0 0,0-1 0 0 0,0 0 0 0 0,0 1 1 0 0,0-1-1 0 0,0 0 0 0 0,0 1 0 0 0,0-1 0 0 0,0 0 1 0 0,-1 1-1 0 0,1-1 0 0 0,0 0 0 0 0,0 0 0 0 0,0 1 1 0 0,0-1-1 0 0,0 0 0 0 0,-1 0 0 0 0,1 1 0 0 0,0-1 1 0 0,0 0-1 0 0,0 0 0 0 0,-1 1 0 0 0,1-1 0 0 0,0 0 1 0 0,0 0-1 0 0,-1 0 0 0 0,1 0 0 0 0,0 1 0 0 0,-1-1 1 0 0,1 0-1 0 0,0 0 0 0 0,0 0 0 0 0,-1 0 0 0 0,0 0 1 0 0,-18 6-16 0 0,19-6 15 0 0,-23 4 75 0 0,1 0-1 0 0,-1-2 1 0 0,0-1-1 0 0,0-1 1 0 0,0 0-1 0 0,1-2 1 0 0,-1-1-1 0 0,0-1 1 0 0,1 0-1 0 0,0-2 1 0 0,0-1-1 0 0,-32-14 0 0 0,48 18-18 0 0,1 1-1 0 0,0-1 0 0 0,1 0 0 0 0,-1-1 0 0 0,0 1 0 0 0,1-1 1 0 0,0 0-1 0 0,0 0 0 0 0,0 0 0 0 0,0-1 0 0 0,-4-7 0 0 0,7 9-15 0 0,0 1 0 0 0,0 0 0 0 0,0 0 0 0 0,1 0 0 0 0,-1-1 0 0 0,1 1 0 0 0,0 0 0 0 0,0-1 0 0 0,0 1-1 0 0,0 0 1 0 0,0-1 0 0 0,0 1 0 0 0,0 0 0 0 0,1 0 0 0 0,-1-1 0 0 0,1 1 0 0 0,0 0 0 0 0,0 0 0 0 0,0 0 0 0 0,0-1-1 0 0,0 1 1 0 0,0 0 0 0 0,0 1 0 0 0,1-1 0 0 0,-1 0 0 0 0,1 0 0 0 0,-1 0 0 0 0,1 1 0 0 0,2-3 0 0 0,7-5-17 0 0,0 0 0 0 0,1 1 0 0 0,-1 0 0 0 0,2 0 1 0 0,-1 2-1 0 0,1-1 0 0 0,0 2 0 0 0,0-1 0 0 0,1 2 1 0 0,0 0-1 0 0,-1 1 0 0 0,27-3 0 0 0,-27 4-12 0 0,1 1 1 0 0,-1 1-1 0 0,1 0 0 0 0,-1 0 0 0 0,1 2 0 0 0,-1 0 1 0 0,1 0-1 0 0,-1 1 0 0 0,0 1 0 0 0,0 0 1 0 0,-1 1-1 0 0,1 0 0 0 0,14 9 0 0 0,-25-12 6 0 0,0-1 0 0 0,0 1 0 0 0,0 0 0 0 0,0 0 0 0 0,-1 0 0 0 0,1 0 0 0 0,-1 0 0 0 0,1 0 0 0 0,-1 1 0 0 0,0-1 0 0 0,0 0 0 0 0,0 1 0 0 0,0-1 0 0 0,0 1 0 0 0,0-1 0 0 0,-1 1 0 0 0,1-1 0 0 0,-1 1-1 0 0,0 0 1 0 0,1-1 0 0 0,-1 1 0 0 0,0-1 0 0 0,-1 1 0 0 0,1 0 0 0 0,0-1 0 0 0,-1 1 0 0 0,0-1 0 0 0,1 1 0 0 0,-1-1 0 0 0,0 1 0 0 0,0-1 0 0 0,-1 0 0 0 0,1 1 0 0 0,0-1 0 0 0,-1 0 0 0 0,1 0 0 0 0,-1 0 0 0 0,0 0 0 0 0,0 0 0 0 0,0 0-1 0 0,-2 1 1 0 0,-4 2 38 0 0,1-1 0 0 0,-1 0-1 0 0,0-1 1 0 0,0 1-1 0 0,-1-1 1 0 0,1-1 0 0 0,-1 0-1 0 0,1 0 1 0 0,-13 0 0 0 0,7 0-26 0 0,0-1 0 0 0,0 0 1 0 0,0-2-1 0 0,0 1 1 0 0,-15-4-1 0 0,28 4-5 0 0,0-1 0 0 0,-1 1 0 0 0,1 0 0 0 0,-1-1 0 0 0,1 1 0 0 0,0-1 0 0 0,0 0 0 0 0,-1 0 0 0 0,1 1 0 0 0,0-1 0 0 0,0 0-1 0 0,0 0 1 0 0,0 0 0 0 0,0 0 0 0 0,0 0 0 0 0,0 0 0 0 0,0 0 0 0 0,0-1 0 0 0,0 1 0 0 0,1 0 0 0 0,-2-3 0 0 0,1 1 4 0 0,0 0-1 0 0,1 0 1 0 0,-1 0 0 0 0,1 0 0 0 0,-1 0-1 0 0,1-1 1 0 0,0 1 0 0 0,0 0 0 0 0,1-5-1 0 0,0 0 19 0 0,1 0 1 0 0,0 1-1 0 0,0-1 0 0 0,1 1 0 0 0,0 0 0 0 0,0-1 1 0 0,6-7-1 0 0,-4 8-12 0 0,1 1 0 0 0,0-1 1 0 0,0 1-1 0 0,0 0 0 0 0,1 1 0 0 0,0-1 1 0 0,0 1-1 0 0,0 1 0 0 0,1-1 0 0 0,0 1 1 0 0,0 1-1 0 0,0 0 0 0 0,0 0 0 0 0,0 0 1 0 0,14-2-1 0 0,12-1-9 0 0,0 2 0 0 0,57 0 1 0 0,-48 3 70 0 0,-10 1-33 0 0,63 6-1 0 0,-93-6-37 0 0,0 1 0 0 0,0-1 0 0 0,0 1 0 0 0,0 0 0 0 0,0 0 0 0 0,0 1 0 0 0,0-1 0 0 0,0 1 0 0 0,-1-1-1 0 0,1 1 1 0 0,3 3 0 0 0,-5-4-3 0 0,0-1 0 0 0,-1 1 0 0 0,1 0 0 0 0,0 0 0 0 0,-1 0 0 0 0,1 0-1 0 0,0 0 1 0 0,-1 0 0 0 0,1 0 0 0 0,-1 0 0 0 0,0 0 0 0 0,1 0 0 0 0,-1 0 0 0 0,0 0-1 0 0,1 1 1 0 0,-1-1 0 0 0,0 0 0 0 0,0 0 0 0 0,0 0 0 0 0,0 0 0 0 0,0 0 0 0 0,0 1 0 0 0,-1-1-1 0 0,1 0 1 0 0,0 0 0 0 0,-1 0 0 0 0,1 0 0 0 0,0 0 0 0 0,-1 0 0 0 0,1 0 0 0 0,-1 0-1 0 0,0 0 1 0 0,0 1 0 0 0,-6 6 23 0 0,-1 0-1 0 0,0-1 1 0 0,0 0 0 0 0,0 0-1 0 0,-1-1 1 0 0,-17 10-1 0 0,25-16-40 0 0,1-1 0 0 0,0 1 0 0 0,-1 0-1 0 0,1 0 1 0 0,0 0 0 0 0,-1 0 0 0 0,1 0-1 0 0,-1-1 1 0 0,1 1 0 0 0,0 0 0 0 0,-1 0-1 0 0,1 0 1 0 0,0-1 0 0 0,0 1-1 0 0,-1 0 1 0 0,1-1 0 0 0,0 1 0 0 0,0 0-1 0 0,-1-1 1 0 0,1 1 0 0 0,0 0 0 0 0,0-1-1 0 0,0 1 1 0 0,0 0 0 0 0,-1-1 0 0 0,1 1-1 0 0,0-1 1 0 0,0 1 0 0 0,0 0 0 0 0,0-1-1 0 0,0 1 1 0 0,0-1 0 0 0,0 1 0 0 0,0 0-1 0 0,0-1 1 0 0,0 1 0 0 0,0-1 0 0 0,0 1-1 0 0,1-1 1 0 0,-2-23-615 0 0,1 21 584 0 0,1-11 93 0 0,0 0 0 0 0,0 0 0 0 0,2 1 0 0 0,-1-1 0 0 0,8-19 0 0 0,-9 30-43 0 0,1-6 31 0 0,-1 0 0 0 0,0 0 1 0 0,-1 0-1 0 0,0-12 1 0 0,0 18 129 0 0,-1 20-128 0 0,1 1 0 0 0,-2-1 0 0 0,-1 0 0 0 0,0 1 0 0 0,-1-1 0 0 0,0-1 0 0 0,-2 1 0 0 0,0-1 0 0 0,-1 0 0 0 0,0 0 0 0 0,-1-1 0 0 0,-1 0 0 0 0,-1 0 0 0 0,0-1 0 0 0,-21 24 0 0 0,-24 20-118 0 0,-105 119 223 0 0,156-173-122 0 0,-1 1 0 0 0,1 0 0 0 0,0 0 0 0 0,0 1 0 0 0,0 0 0 0 0,1-1 1 0 0,-1 1-1 0 0,2 0 0 0 0,-1 0 0 0 0,1 1 0 0 0,-1-1 0 0 0,2 0 0 0 0,-1 1 0 0 0,-1 12 1 0 0,3-19-43 0 0,0 0 1 0 0,0 1-1 0 0,0-1 1 0 0,0 1-1 0 0,-1-1 1 0 0,1 1 0 0 0,0-1-1 0 0,0 1 1 0 0,0-1-1 0 0,0 0 1 0 0,0 1-1 0 0,0-1 1 0 0,0 1 0 0 0,0-1-1 0 0,1 1 1 0 0,-1-1-1 0 0,0 1 1 0 0,0-1 0 0 0,0 0-1 0 0,0 1 1 0 0,1-1-1 0 0,-1 1 1 0 0,0-1-1 0 0,0 0 1 0 0,1 1 0 0 0,-1-1-1 0 0,0 0 1 0 0,1 1-1 0 0,-1-1 1 0 0,0 0-1 0 0,1 1 1 0 0,-1-1 0 0 0,0 0-1 0 0,1 0 1 0 0,-1 1-1 0 0,1-1 1 0 0,-1 0-1 0 0,0 0 1 0 0,1 0 0 0 0,-1 0-1 0 0,1 0 1 0 0,-1 0-1 0 0,1 0 1 0 0,-1 1 0 0 0,0-1-1 0 0,1 0 1 0 0,-1 0-1 0 0,1-1 1 0 0,-1 1-1 0 0,1 0 1 0 0,-1 0 0 0 0,1 0-1 0 0,-1 0 1 0 0,0 0-1 0 0,1 0 1 0 0,-1-1-1 0 0,1 1 1 0 0,28-21-551 0 0,-25 17 566 0 0,28-23 83 0 0,-1-1 0 0 0,-2-1 0 0 0,31-41 0 0 0,-33 38 47 0 0,57-54-1 0 0,-82 83-110 0 0,0 1 1 0 0,1 0-1 0 0,0 0 0 0 0,-1 0 0 0 0,1 1 0 0 0,0-1 0 0 0,0 0 0 0 0,0 1 0 0 0,0 0 0 0 0,0 0 0 0 0,0 0 0 0 0,0 0 0 0 0,0 0 0 0 0,1 1 0 0 0,-1-1 0 0 0,0 1 0 0 0,7 0 0 0 0,-6 1-3 0 0,1-1 0 0 0,0 2 1 0 0,0-1-1 0 0,0 0 0 0 0,-1 1 0 0 0,1 0 0 0 0,-1 0 0 0 0,1 0 0 0 0,-1 1 0 0 0,7 5 0 0 0,-4-3 6 0 0,0 1-1 0 0,0 1 0 0 0,0-1 1 0 0,-1 1-1 0 0,0 0 1 0 0,-1 1-1 0 0,0-1 0 0 0,0 1 1 0 0,0 0-1 0 0,-1 0 1 0 0,5 13-1 0 0,-6-6-30 0 0,-1 1 1 0 0,0 0-1 0 0,0-1 0 0 0,-2 1 1 0 0,0 0-1 0 0,-1 0 0 0 0,-4 21 1 0 0,-6 24-3 0 0,12-47-15 0 0,1-1 0 0 0,0 0-1 0 0,1 1 1 0 0,8 23 0 0 0,-9-34-58 0 0,0 0 1 0 0,0-1-1 0 0,1 1 1 0 0,-1 0-1 0 0,1-1 1 0 0,0 0-1 0 0,-1 0 0 0 0,1 0 1 0 0,4 3-1 0 0,-3-3-355 0 0,-11-6-451 0 0,25-30-28 0 0,23-62 761 0 0,-32 72 259 0 0,22-38 0 0 0,-1 1 477 0 0,-28 59-546 0 0,-1-1 0 0 0,1 1-1 0 0,0 0 1 0 0,0 0 0 0 0,0 0 0 0 0,0 0 0 0 0,0 0 0 0 0,0 0 0 0 0,1 0 0 0 0,-1 1 0 0 0,0-1-1 0 0,1 1 1 0 0,0 0 0 0 0,-1 0 0 0 0,1 0 0 0 0,0 0 0 0 0,-1 0 0 0 0,1 0 0 0 0,0 1-1 0 0,0-1 1 0 0,0 1 0 0 0,4 0 0 0 0,-2 0 13 0 0,-1 0 0 0 0,1 0 0 0 0,0 0 1 0 0,0 1-1 0 0,-1-1 0 0 0,1 1 0 0 0,-1 0 0 0 0,1 1 0 0 0,-1-1 0 0 0,1 1 0 0 0,-1 0 0 0 0,0 0 1 0 0,0 0-1 0 0,8 6 0 0 0,-5-2 33 0 0,0 0 0 0 0,-1 1 0 0 0,1 0 0 0 0,-1 1 0 0 0,-1-1 0 0 0,1 1 0 0 0,-1 0 0 0 0,6 14 0 0 0,-9-18-47 0 0,0 1 0 0 0,-1 0-1 0 0,1 0 1 0 0,-1 0-1 0 0,0 0 1 0 0,-1 0-1 0 0,1 0 1 0 0,-1 1-1 0 0,0-1 1 0 0,0 0 0 0 0,0 0-1 0 0,-1 0 1 0 0,0 0-1 0 0,0 0 1 0 0,0 0-1 0 0,-1 0 1 0 0,1 0-1 0 0,-4 6 1 0 0,-4 7 8 0 0,-1-1 0 0 0,-1 0 1 0 0,0 0-1 0 0,-1-1 0 0 0,-1-1 0 0 0,-1 0 0 0 0,0 0 1 0 0,-1-2-1 0 0,0 0 0 0 0,-1 0 0 0 0,0-2 0 0 0,-1 0 1 0 0,0-1-1 0 0,-1 0 0 0 0,0-2 0 0 0,-1 0 1 0 0,0-1-1 0 0,-24 6 0 0 0,35-11-157 0 0,-1-1 1 0 0,0 1-1 0 0,1-1 1 0 0,-1-1-1 0 0,0 0 1 0 0,0 0-1 0 0,1-1 1 0 0,-1 0-1 0 0,-12-3 1 0 0,16 3 97 0 0,0-1 0 0 0,0 0 0 0 0,0 0 1 0 0,0 0-1 0 0,1-1 0 0 0,-1 1 0 0 0,1-1 0 0 0,-1 0 1 0 0,1 0-1 0 0,0-1 0 0 0,0 1 0 0 0,0-1 0 0 0,1 0 1 0 0,-1 0-1 0 0,1 0 0 0 0,0-1 0 0 0,-3-6 1 0 0,3 6 67 0 0,0-1 0 0 0,1 1 0 0 0,0-1 0 0 0,0 0 0 0 0,0 1 1 0 0,1-1-1 0 0,-1 0 0 0 0,1 0 0 0 0,1 0 0 0 0,0 0 0 0 0,-1 0 1 0 0,2-1-1 0 0,0-8 0 0 0,2 4 20 0 0,0 1 0 0 0,0 0-1 0 0,1 0 1 0 0,1 0 0 0 0,-1 0 0 0 0,13-17 0 0 0,-6 9-11 0 0,6-10 41 0 0,2 0-1 0 0,0 1 1 0 0,29-29 0 0 0,-42 50-92 0 0,0 0 1 0 0,0 1-1 0 0,0 0 1 0 0,1 0 0 0 0,0 0-1 0 0,0 0 1 0 0,0 1-1 0 0,1 1 1 0 0,0-1-1 0 0,-1 1 1 0 0,1 0 0 0 0,0 1-1 0 0,0 0 1 0 0,0 0-1 0 0,1 1 1 0 0,-1 0-1 0 0,17 0 1 0 0,-16 3 20 0 0,0-1 1 0 0,0 2-1 0 0,0-1 0 0 0,0 2 0 0 0,0-1 1 0 0,0 1-1 0 0,-1 0 0 0 0,8 6 0 0 0,-14-9-25 0 0,1 1-3 0 0,1 1 0 0 0,0 0 0 0 0,-1 0 0 0 0,0 1 0 0 0,0-1 0 0 0,0 1 0 0 0,0 0 0 0 0,-1-1 0 0 0,1 1 0 0 0,-1 0 0 0 0,0 1 0 0 0,0-1 1 0 0,0 0-1 0 0,2 9 0 0 0,1 1-47 0 0,-2-7 24 0 0,-1 0-1 0 0,1-1 1 0 0,-2 1-1 0 0,1 0 0 0 0,1 9 1 0 0,-3-14 26 0 0,0 1 0 0 0,0 0 0 0 0,-1 0 0 0 0,1 0 0 0 0,-1 0 0 0 0,1 0 0 0 0,-1 0 0 0 0,0 0-1 0 0,0-1 1 0 0,0 1 0 0 0,-1 0 0 0 0,1-1 0 0 0,-1 1 0 0 0,1-1 0 0 0,-1 1 0 0 0,-2 1 0 0 0,-7 8 3 0 0,-1 0 0 0 0,0-1 0 0 0,0-1 0 0 0,-1 0 0 0 0,-1-1 0 0 0,0-1 0 0 0,-27 14 0 0 0,19-13-37 0 0,0 0 0 0 0,0-2 0 0 0,0 0 0 0 0,-42 6 0 0 0,55-12-43 0 0,1-1 1 0 0,0 1-1 0 0,-1-1 1 0 0,1-1 0 0 0,-14-2-1 0 0,19 3 36 0 0,0-1 0 0 0,0 0-1 0 0,0 0 1 0 0,0 0 0 0 0,0 0 0 0 0,1 0-1 0 0,-1-1 1 0 0,0 1 0 0 0,1-1-1 0 0,-1 0 1 0 0,1 0 0 0 0,-1 0-1 0 0,1 0 1 0 0,0 0 0 0 0,0 0-1 0 0,-3-5 1 0 0,4 6 42 0 0,1-1 0 0 0,-1 1 1 0 0,1-1-1 0 0,-1 1 0 0 0,1-1 0 0 0,0 0 0 0 0,0 1 1 0 0,0-1-1 0 0,0 1 0 0 0,0-1 0 0 0,0 0 0 0 0,1 1 0 0 0,-1-1 1 0 0,0 1-1 0 0,1-1 0 0 0,-1 1 0 0 0,1-1 0 0 0,0 1 1 0 0,-1-1-1 0 0,1 1 0 0 0,0 0 0 0 0,0-1 0 0 0,0 1 1 0 0,0 0-1 0 0,0 0 0 0 0,0 0 0 0 0,0-1 0 0 0,0 1 0 0 0,1 0 1 0 0,-1 0-1 0 0,2-1 0 0 0,8-6 49 0 0,-1 1-1 0 0,23-12 1 0 0,-3 4-49 0 0,1 1 1 0 0,0 1 0 0 0,1 2-1 0 0,0 1 1 0 0,0 2 0 0 0,1 1-1 0 0,46-4 1 0 0,-67 10-11 0 0,-1 0 0 0 0,1 1 0 0 0,0 0 0 0 0,-1 1-1 0 0,1 0 1 0 0,18 5 0 0 0,-24-4 0 0 0,1 1 0 0 0,0-1 0 0 0,-1 2 0 0 0,0-1 0 0 0,0 1-1 0 0,0-1 1 0 0,0 2 0 0 0,0-1 0 0 0,-1 1 0 0 0,0 0 0 0 0,10 10 0 0 0,-11-10-4 0 0,0 0 0 0 0,0 0-1 0 0,0 1 1 0 0,-1-1 0 0 0,1 1 0 0 0,-1 0 0 0 0,0 0 0 0 0,-1 0 0 0 0,2 7 0 0 0,-3-10 8 0 0,-1 1 1 0 0,1 0 0 0 0,-1 0-1 0 0,0 0 1 0 0,-1 0 0 0 0,1 0-1 0 0,-1 0 1 0 0,1-1 0 0 0,-1 1-1 0 0,0 0 1 0 0,-1 0 0 0 0,1-1-1 0 0,-1 1 1 0 0,1-1 0 0 0,-1 1-1 0 0,0-1 1 0 0,0 0 0 0 0,-5 5-1 0 0,-6 12 276 0 0,-2-2 1 0 0,0 0-1 0 0,-2 0 0 0 0,0-2 0 0 0,-31 25 1 0 0,44-40-293 0 0,0 0 1 0 0,0 1 0 0 0,0-1-1 0 0,-1-1 1 0 0,1 1 0 0 0,0-1-1 0 0,-1 0 1 0 0,1 0 0 0 0,0 0-1 0 0,-1 0 1 0 0,1-1 0 0 0,0 0-1 0 0,-1 1 1 0 0,1-2 0 0 0,0 1-1 0 0,0 0 1 0 0,-4-3 0 0 0,-23-4-201 0 0,17 6 149 0 0,5 1 52 0 0,-1 0-1 0 0,1-1 1 0 0,-1 0 0 0 0,1 0 0 0 0,0-1 0 0 0,0 0 0 0 0,0-1-1 0 0,-10-5 1 0 0,6-1 50 0 0,5 1 82 0 0,21-1-27 0 0,-4 2-120 0 0,-9 7 27 0 0,1 0 1 0 0,-1 1-1 0 0,1-1 1 0 0,0 0 0 0 0,0 1-1 0 0,-1-1 1 0 0,1 1-1 0 0,0-1 1 0 0,0 1-1 0 0,0-1 1 0 0,-1 1 0 0 0,1-1-1 0 0,0 1 1 0 0,0 0-1 0 0,0 0 1 0 0,0-1 0 0 0,0 1-1 0 0,0 0 1 0 0,0 0-1 0 0,0 0 1 0 0,0 0-1 0 0,0 0 1 0 0,1 0 0 0 0,15-1-9 0 0,0 1 1 0 0,0 1 0 0 0,0 0-1 0 0,-1 1 1 0 0,19 4-1 0 0,-29-5 40 0 0,-1 1 0 0 0,1 0 0 0 0,-1 0 0 0 0,1 0-1 0 0,-1 0 1 0 0,0 1 0 0 0,0 0 0 0 0,0 0 0 0 0,0 0-1 0 0,0 0 1 0 0,-1 1 0 0 0,0 0 0 0 0,1 0 0 0 0,-1 0 0 0 0,-1 1-1 0 0,1-1 1 0 0,-1 1 0 0 0,4 6 0 0 0,-6-9-15 0 0,0 0 1 0 0,0-1 0 0 0,-1 1-1 0 0,1 0 1 0 0,0 0 0 0 0,-1 0-1 0 0,1 0 1 0 0,-1 0-1 0 0,0 0 1 0 0,0 0 0 0 0,0 0-1 0 0,0 1 1 0 0,0-1 0 0 0,0 0-1 0 0,-1 0 1 0 0,1 0-1 0 0,-1 0 1 0 0,1 0 0 0 0,-2 3-1 0 0,0-2 14 0 0,0-1-1 0 0,0 1 0 0 0,0 0 1 0 0,0-1-1 0 0,0 0 0 0 0,-1 1 1 0 0,1-1-1 0 0,0 0 0 0 0,-1 0 0 0 0,0 0 1 0 0,-4 2-1 0 0,-5 1 35 0 0,-1 0-1 0 0,1-1 1 0 0,-1 0 0 0 0,1 0-1 0 0,-26 2 1 0 0,0-3-96 0 0,0-1 1 0 0,-1-2-1 0 0,1-1 0 0 0,0-3 1 0 0,-1 0-1 0 0,1-3 0 0 0,1-1 1 0 0,0-2-1 0 0,-54-21 0 0 0,84 28 27 0 0,1 0 0 0 0,-1 0 0 0 0,1-1 0 0 0,-1 0 0 0 0,1 0 0 0 0,-5-5-1 0 0,9 7-29 0 0,0 0-1 0 0,0 0 0 0 0,0-1 1 0 0,1 1-1 0 0,-1 0 0 0 0,1-1 0 0 0,0 0 1 0 0,-1 1-1 0 0,1-1 0 0 0,0 0 1 0 0,1 1-1 0 0,-1-1 0 0 0,0 0 0 0 0,1 0 1 0 0,0 0-1 0 0,-1 0 0 0 0,2-4 1 0 0,2 6 9 0 0,1 0 0 0 0,0-1 0 0 0,0 1 0 0 0,-1 0 0 0 0,1 1 1 0 0,0-1-1 0 0,0 1 0 0 0,0 0 0 0 0,5 0 0 0 0,-4-1 15 0 0,61-4 111 0 0,17 5-8 0 0,-76 0-77 0 0,1 0 1 0 0,0 1 0 0 0,0 1 0 0 0,-1-1 0 0 0,1 1 0 0 0,-1 1 0 0 0,0-1 0 0 0,0 1 0 0 0,13 7 0 0 0,-19-9-3 0 0,1 0 1 0 0,-1 0 0 0 0,1 0 0 0 0,-1 0 0 0 0,0 0 0 0 0,1 0 0 0 0,-1 1 0 0 0,0-1 0 0 0,0 0 0 0 0,0 1 0 0 0,0-1 0 0 0,0 1 0 0 0,-1-1 0 0 0,1 1 0 0 0,0-1 0 0 0,-1 1-1 0 0,1 0 1 0 0,-1-1 0 0 0,1 1 0 0 0,-1 0 0 0 0,0 0 0 0 0,0-1 0 0 0,0 1 0 0 0,0 0 0 0 0,0-1 0 0 0,0 1 0 0 0,0 0 0 0 0,0 0 0 0 0,-1-1 0 0 0,1 1 0 0 0,-1 0-1 0 0,0 1 1 0 0,-1 1 15 0 0,0-1 0 0 0,-1 0 0 0 0,1 1-1 0 0,0-1 1 0 0,-1 0 0 0 0,0 0 0 0 0,0-1 0 0 0,0 1-1 0 0,0-1 1 0 0,0 1 0 0 0,-1-1 0 0 0,1 0-1 0 0,-8 3 1 0 0,-11 3 7 0 0,-1-1 0 0 0,1-1 0 0 0,-2-1 0 0 0,1-1 1 0 0,-41 1-1 0 0,-116-3-17 0 0,156-3 36 0 0,1-1 0 0 0,0-2 0 0 0,0 0 0 0 0,-43-14 0 0 0,65 18-48 0 0,-1 0-1 0 0,1 0 1 0 0,0 0 0 0 0,0 0-1 0 0,0-1 1 0 0,0 1-1 0 0,0 0 1 0 0,0-1 0 0 0,1 1-1 0 0,-1-1 1 0 0,0 1 0 0 0,0-1-1 0 0,0 0 1 0 0,0 1-1 0 0,0-1 1 0 0,1 0 0 0 0,-1 0-1 0 0,0 1 1 0 0,1-1 0 0 0,-1 0-1 0 0,0 0 1 0 0,1 0 0 0 0,-1 0-1 0 0,1 0 1 0 0,-1 0-1 0 0,1 0 1 0 0,0 0 0 0 0,0 0-1 0 0,-1 0 1 0 0,1 0 0 0 0,0 0-1 0 0,0 0 1 0 0,0 0 0 0 0,0 0-1 0 0,0 0 1 0 0,0 0-1 0 0,0 0 1 0 0,0 0 0 0 0,0 0-1 0 0,1 0 1 0 0,-1 0 0 0 0,0 0-1 0 0,1 0 1 0 0,0-1-1 0 0,1-1 7 0 0,0 0 0 0 0,0 0 0 0 0,0 1 0 0 0,0-1 0 0 0,1 1 0 0 0,-1 0 0 0 0,1-1 0 0 0,0 1 0 0 0,0 0 0 0 0,0 0 0 0 0,0 1 0 0 0,0-1 0 0 0,6-2 0 0 0,-2 2 8 0 0,3-2 19 0 0,1 1 0 0 0,0 0 0 0 0,20-3 0 0 0,68-3-6 0 0,0 4 0 0 0,143 11-1 0 0,-219-4-22 0 0,36 7 0 0 0,-51-7-15 0 0,-1 1 0 0 0,0-1 1 0 0,0 1-1 0 0,0 0 1 0 0,0 1-1 0 0,13 8 1 0 0,-19-11 6 0 0,1 0 1 0 0,0 1 0 0 0,0-1-1 0 0,-1 1 1 0 0,1-1 0 0 0,0 1-1 0 0,-1 0 1 0 0,0-1 0 0 0,1 1-1 0 0,-1 0 1 0 0,0 0-1 0 0,0 0 1 0 0,0 0 0 0 0,0 0-1 0 0,0 0 1 0 0,-1 0 0 0 0,1 1-1 0 0,-1-1 1 0 0,1 3 0 0 0,-1-3 9 0 0,0 0 0 0 0,-1 0 0 0 0,1 0 0 0 0,-1 0 0 0 0,1 0 0 0 0,-1 0 1 0 0,0-1-1 0 0,0 1 0 0 0,0 0 0 0 0,0 0 0 0 0,0-1 0 0 0,0 1 0 0 0,0-1 0 0 0,0 1 1 0 0,-1-1-1 0 0,1 1 0 0 0,-1-1 0 0 0,1 0 0 0 0,-1 0 0 0 0,1 1 0 0 0,-1-1 1 0 0,0 0-1 0 0,-2 1 0 0 0,-14 6 14 0 0,1-1 0 0 0,-2-1 0 0 0,1 0 0 0 0,0-2 0 0 0,-1 0 0 0 0,-27 3 0 0 0,-1-3-70 0 0,-70-4 0 0 0,81-1-19 0 0,-1-1 0 0 0,0-3 0 0 0,1-1 0 0 0,0-1 0 0 0,-48-17 0 0 0,31 1 111 0 0,51 22-45 0 0,0 0 0 0 0,0 0 1 0 0,0-1-1 0 0,0 1 1 0 0,0 0-1 0 0,0-1 0 0 0,0 1 1 0 0,1-1-1 0 0,-1 1 1 0 0,1-1-1 0 0,-1 0 0 0 0,1 0 1 0 0,-1 0-1 0 0,1 0 1 0 0,0 0-1 0 0,0 0 0 0 0,0 0 1 0 0,0 0-1 0 0,1 0 1 0 0,-2-3-1 0 0,4 2-4 0 0,-1-1 0 0 0,1 0 0 0 0,0 1-1 0 0,1-1 1 0 0,-1 1 0 0 0,0-1 0 0 0,1 1 0 0 0,0 0 0 0 0,-1 0 0 0 0,1 0 0 0 0,1 1 0 0 0,-1-1-1 0 0,0 1 1 0 0,7-4 0 0 0,8-3-15 0 0,0 1 0 0 0,1 0 0 0 0,0 2 0 0 0,21-5 0 0 0,88-17-33 0 0,-75 18-140 0 0,18-5 102 0 0,103-8-1 0 0,-158 22 116 0 0,0-1 0 0 0,0-1-1 0 0,0 0 1 0 0,0-1-1 0 0,19-8 1 0 0,-27 9-20 0 0,-1-1 1 0 0,1 0 0 0 0,-1 0-1 0 0,0 0 1 0 0,0-1-1 0 0,-1 0 1 0 0,1-1-1 0 0,-1 1 1 0 0,0-1-1 0 0,-1 0 1 0 0,6-8-1 0 0,-9 10 14 0 0,1-1-1 0 0,-1 1 0 0 0,0-1 0 0 0,-1 0 0 0 0,1 0 0 0 0,-1 1 1 0 0,0-1-1 0 0,0 0 0 0 0,0 0 0 0 0,-1-1 0 0 0,1 1 0 0 0,-1 0 0 0 0,-1 0 1 0 0,1 0-1 0 0,-2-5 0 0 0,1 2 34 0 0,-1 0 0 0 0,1 0 0 0 0,-2 1 0 0 0,1 0 1 0 0,-1-1-1 0 0,0 1 0 0 0,-1 0 0 0 0,0 0 0 0 0,-6-8 0 0 0,3 8 29 0 0,0 0 0 0 0,0 0 0 0 0,-1 1-1 0 0,0 0 1 0 0,0 1 0 0 0,-1 0 0 0 0,1 0 0 0 0,-1 1-1 0 0,0 0 1 0 0,0 0 0 0 0,-13-2 0 0 0,15 3-52 0 0,3 2-13 0 0,0 0 0 0 0,-1 0 0 0 0,1 1 0 0 0,0-1 0 0 0,0 1 0 0 0,-1 0 0 0 0,1 0 0 0 0,-5 1 0 0 0,-4-1-9 0 0,9 0-151 0 0,3-1-585 0 0,6-3 610 0 0,4 1 1 0 0,-6 2 100 0 0,-1 0 1 0 0,1 0-1 0 0,-1 0 1 0 0,1 0 0 0 0,-1 0-1 0 0,0 0 1 0 0,1-1 0 0 0,-1 1-1 0 0,0-1 1 0 0,0 0 0 0 0,0 0-1 0 0,0 0 1 0 0,0 0 0 0 0,2-3-1 0 0,33-19 48 0 0,-31 18 57 0 0,10-6 72 0 0,-11 7 110 0 0,-10 5 15 0 0,-47 28-249 0 0,11-4-144 0 0,31-18 88 0 0,-6 3-30 0 0,-1-1 0 0 0,0 0 0 0 0,0-1 0 0 0,-32 8 0 0 0,39-14 69 0 0,0 0 0 0 0,0 0-1 0 0,0-1 1 0 0,0-1-1 0 0,0 1 1 0 0,0-2-1 0 0,-15-3 1 0 0,21 5 30 0 0,-1-1 1 0 0,1-1-1 0 0,-1 1 0 0 0,1-1 1 0 0,0 1-1 0 0,-1-1 1 0 0,1 0-1 0 0,0-1 0 0 0,0 1 1 0 0,1-1-1 0 0,-1 0 1 0 0,0 0-1 0 0,1 0 1 0 0,0 0-1 0 0,-1 0 0 0 0,2-1 1 0 0,-6-7-1 0 0,7 7-18 0 0,0 1-1 0 0,1-1 1 0 0,0 1-1 0 0,0-1 1 0 0,0 0-1 0 0,0 1 1 0 0,0-1 0 0 0,1 1-1 0 0,-1-1 1 0 0,1 0-1 0 0,0 1 1 0 0,0 0-1 0 0,0-1 1 0 0,1 1-1 0 0,-1 0 1 0 0,1-1-1 0 0,3-3 1 0 0,0-4 15 0 0,1 0-35 0 0,0 0-1 0 0,1 1 1 0 0,0 0-1 0 0,0 0 0 0 0,1 1 1 0 0,0-1-1 0 0,1 2 0 0 0,0-1 1 0 0,1 1-1 0 0,-1 1 0 0 0,1 0 1 0 0,1 0-1 0 0,-1 1 0 0 0,1 0 1 0 0,0 1-1 0 0,1 0 0 0 0,-1 1 1 0 0,1 0-1 0 0,0 1 0 0 0,20-3 1 0 0,-10 4-7 0 0,0 5 40 0 0,-21-3-42 0 0,0 0-1 0 0,0 0 1 0 0,-1 0 0 0 0,1 0 0 0 0,0 0-1 0 0,0 0 1 0 0,-1 0 0 0 0,1 0 0 0 0,0 0-1 0 0,-1 0 1 0 0,1 0 0 0 0,0 1 0 0 0,-1-1-1 0 0,1 0 1 0 0,0 1 0 0 0,-1-1 0 0 0,1 0-1 0 0,0 1 1 0 0,-1-1 0 0 0,1 1 0 0 0,-1-1-1 0 0,1 1 1 0 0,-1-1 0 0 0,1 1 0 0 0,-1 0-1 0 0,1-1 1 0 0,-1 1 0 0 0,0-1-1 0 0,1 1 1 0 0,-1 0 0 0 0,0-1 0 0 0,1 1-1 0 0,-1 0 1 0 0,0 0 0 0 0,0-1 0 0 0,0 2-1 0 0,-1 0-8 0 0,0 0 0 0 0,0 0 0 0 0,0 0 0 0 0,0-1 0 0 0,0 1 0 0 0,-1 0 0 0 0,1-1 0 0 0,-1 1 0 0 0,1-1 0 0 0,-1 1 0 0 0,0-1 0 0 0,-2 2 0 0 0,-8 5-46 0 0,0-1 0 0 0,-1 0 0 0 0,0 0 0 0 0,-1-2 0 0 0,0 1 0 0 0,1-2 0 0 0,-2 0 0 0 0,1 0 0 0 0,0-2 0 0 0,-26 3 0 0 0,38-5 45 0 0,-1 0-1 0 0,0 0 0 0 0,1 0 1 0 0,-1-1-1 0 0,0 1 1 0 0,1 0-1 0 0,-1-1 0 0 0,0 0 1 0 0,1 0-1 0 0,-1 0 1 0 0,1 0-1 0 0,-1 0 0 0 0,-2-2 1 0 0,4 2 15 0 0,0 0 0 0 0,0 0 0 0 0,0 1 0 0 0,1-1 1 0 0,-1 0-1 0 0,0 0 0 0 0,1 0 0 0 0,-1 0 0 0 0,1 0 0 0 0,-1 1 0 0 0,1-1 0 0 0,-1 0 1 0 0,1 0-1 0 0,-1 0 0 0 0,1-1 0 0 0,0 1 0 0 0,0 0 0 0 0,0 0 0 0 0,0 0 1 0 0,-1 0-1 0 0,1 0 0 0 0,1 0 0 0 0,-1 0 0 0 0,0 0 0 0 0,0 0 0 0 0,0 0 0 0 0,0 0 1 0 0,1 0-1 0 0,-1 0 0 0 0,1 0 0 0 0,-1 0 0 0 0,1 0 0 0 0,-1 0 0 0 0,2-2 0 0 0,7-12 26 0 0,2-5 1 0 0,1 0-1 0 0,0 1 1 0 0,25-28-1 0 0,-23 37-32 0 0,-13 10 4 0 0,0 0 0 0 0,-1 0-1 0 0,1-1 1 0 0,0 1 0 0 0,-1-1-1 0 0,1 1 1 0 0,0 0 0 0 0,-1-1 0 0 0,1 1-1 0 0,-1-1 1 0 0,1 1 0 0 0,-1-1-1 0 0,1 0 1 0 0,-1 1 0 0 0,1-1 0 0 0,-1 0-1 0 0,1 1 1 0 0,-1-1 0 0 0,0 0-1 0 0,0 1 1 0 0,1-1 0 0 0,-1-1 0 0 0,-1 0 24 0 0,21-7 16 0 0,-19 6 0 0 0,0-1 0 0 0,0 1 0 0 0,0 0 0 0 0,-1 0-1 0 0,1 0 1 0 0,-1-1 0 0 0,0 1 0 0 0,0 0 0 0 0,0 0 0 0 0,0-1 0 0 0,-1 1-1 0 0,1 0 1 0 0,-1 0 0 0 0,0 0 0 0 0,-1-5 0 0 0,1 8-32 0 0,0-1 0 0 0,1 1-1 0 0,-1-1 1 0 0,1 1 0 0 0,-1-1 0 0 0,1 0 0 0 0,-1 1 0 0 0,1-1 0 0 0,-1 0 0 0 0,1 1-1 0 0,-1-1 1 0 0,1 0 0 0 0,-1 1 0 0 0,1-1 0 0 0,0 0 0 0 0,0 0 0 0 0,-1 1 0 0 0,1-1-1 0 0,0 0 1 0 0,0 0 0 0 0,0 0 0 0 0,0 1 0 0 0,0-1 0 0 0,0 0 0 0 0,0 0 0 0 0,0 0-1 0 0,0 1 1 0 0,0-1 0 0 0,1 0 0 0 0,-1 0 0 0 0,0 1 0 0 0,0-1 0 0 0,1 0 0 0 0,-1 0-1 0 0,1 1 1 0 0,0-2 0 0 0,4-9 36 0 0,2-43 49 0 0,1 40-97 0 0,-6 12-1 0 0,-1 0-1 0 0,0-1 0 0 0,0 1 1 0 0,0 0-1 0 0,0-1 1 0 0,0 1-1 0 0,0-1 0 0 0,0 1 1 0 0,-1-1-1 0 0,0 1 1 0 0,1-1-1 0 0,-1 1 1 0 0,0-6-1 0 0,0 8 2 0 0,0 0 0 0 0,0 0 0 0 0,-1-1 0 0 0,1 1 0 0 0,0 0 0 0 0,0 0 1 0 0,0 0-1 0 0,0-1 0 0 0,0 1 0 0 0,0 0 0 0 0,-1 0 0 0 0,1 0 0 0 0,0-1 0 0 0,0 1 0 0 0,0 0 0 0 0,-1 0 0 0 0,1 0 0 0 0,0 0 0 0 0,0 0 0 0 0,0 0 0 0 0,-1-1 1 0 0,1 1-1 0 0,0 0 0 0 0,0 0 0 0 0,-1 0 0 0 0,1 0 0 0 0,0 0 0 0 0,0 0 0 0 0,-1 0 0 0 0,1 0 0 0 0,0 0 0 0 0,0 0 0 0 0,-1 0 0 0 0,1 0 0 0 0,0 0 0 0 0,0 0 1 0 0,-1 0-1 0 0,1 0 0 0 0,0 0 0 0 0,0 1 0 0 0,-1-1 0 0 0,1 0 0 0 0,0 0 0 0 0,0 0 0 0 0,0 0 0 0 0,-1 0 0 0 0,1 1 0 0 0,-21 8-76 0 0,4 0-34 0 0,-90 26-354 0 0,91-33 478 0 0,11-8 22 0 0,7-3 3 0 0,-2 8-30 0 0,0 0 1 0 0,0 1 0 0 0,0-1 0 0 0,0 0-1 0 0,0 1 1 0 0,0-1 0 0 0,0 0 0 0 0,0 0-1 0 0,-1 1 1 0 0,1-1 0 0 0,0 1 0 0 0,-1-1 0 0 0,1 0-1 0 0,0 1 1 0 0,-1-1 0 0 0,1 1 0 0 0,-1-1-1 0 0,1 1 1 0 0,-1-1 0 0 0,1 1 0 0 0,-1-1-1 0 0,1 1 1 0 0,-1-1 0 0 0,1 1 0 0 0,-1 0-1 0 0,0-1 1 0 0,-1 1 0 0 0,2-1 0 0 0,-1 1 1 0 0,0 0-1 0 0,1-1 1 0 0,-1 1 0 0 0,1 0-1 0 0,-1-1 1 0 0,0 1-1 0 0,1-1 1 0 0,-1 1-1 0 0,1-1 1 0 0,-1 1-1 0 0,1-1 1 0 0,-1 1-1 0 0,1-1 1 0 0,0 1-1 0 0,-1-1 1 0 0,1 0-1 0 0,0 1 1 0 0,-1-1 0 0 0,1 0-1 0 0,0 1 1 0 0,0-1-1 0 0,-1 0 1 0 0,1 0-1 0 0,0 1 1 0 0,0-1-1 0 0,0-1 1 0 0,0 1-3 0 0,0 1-1 0 0,0-1 1 0 0,0 1-1 0 0,0-1 1 0 0,0 0 0 0 0,0 1-1 0 0,-1-1 1 0 0,1 1 0 0 0,0-1-1 0 0,0 1 1 0 0,-1-1 0 0 0,1 1-1 0 0,0-1 1 0 0,0 1 0 0 0,-1-1-1 0 0,1 1 1 0 0,-1-1-1 0 0,1 1 1 0 0,0 0 0 0 0,-1-1-1 0 0,1 1 1 0 0,-1 0 0 0 0,1-1-1 0 0,-1 1 1 0 0,1 0 0 0 0,-1-1-1 0 0,1 1 1 0 0,-1 0 0 0 0,0 0-1 0 0,1 0 1 0 0,-1 0-1 0 0,0-1 1 0 0,0 1-3 0 0,1 0 1 0 0,0 0-1 0 0,-1 0 0 0 0,1 0 1 0 0,-1 0-1 0 0,1 0 0 0 0,-1 0 1 0 0,1 0-1 0 0,0-1 0 0 0,-1 1 0 0 0,1 0 1 0 0,-1 0-1 0 0,1-1 0 0 0,0 1 1 0 0,-1 0-1 0 0,1-1 0 0 0,0 1 0 0 0,-1 0 1 0 0,1-1-1 0 0,0 1 0 0 0,0 0 1 0 0,-1-1-1 0 0,1 1 0 0 0,0 0 1 0 0,0-1-1 0 0,0 1 0 0 0,-1-1 0 0 0,1 1 1 0 0,0-1-1 0 0,0 1 0 0 0,0-1 1 0 0,1 0-9 0 0,0 0 0 0 0,1 0 0 0 0,-1 0 1 0 0,0 1-1 0 0,1-1 0 0 0,-1 0 0 0 0,0 0 1 0 0,1 1-1 0 0,-1-1 0 0 0,1 1 0 0 0,-1 0 1 0 0,1-1-1 0 0,-1 1 0 0 0,1 0 0 0 0,-1 0 1 0 0,1 0-1 0 0,2 0 0 0 0,34 0-117 0 0,-38 0 125 0 0,15 5-43 0 0,-15-4 40 0 0,1-1-1 0 0,-1 0 0 0 0,0 1 1 0 0,1-1-1 0 0,-1 0 0 0 0,0 1 0 0 0,0-1 1 0 0,1 1-1 0 0,-1-1 0 0 0,0 0 1 0 0,0 1-1 0 0,0-1 0 0 0,1 1 1 0 0,-1-1-1 0 0,0 1 0 0 0,0-1 0 0 0,0 1 1 0 0,0-1-1 0 0,0 0 0 0 0,0 1 1 0 0,0-1-1 0 0,0 1 0 0 0,0-1 1 0 0,0 1-1 0 0,0-1 0 0 0,0 1 0 0 0,-1-1 1 0 0,1 1-1 0 0,0-1 0 0 0,0 0 1 0 0,0 1-1 0 0,0-1 0 0 0,-1 1 1 0 0,1-1-1 0 0,0 0 0 0 0,-1 1 1 0 0,1-1-1 0 0,0 0 0 0 0,-1 1 0 0 0,1-1 1 0 0,0 0-1 0 0,-1 1 0 0 0,1-1 1 0 0,0 0-1 0 0,-1 0 0 0 0,1 1 1 0 0,-1-1-1 0 0,-1 1-4 0 0,-6 7-46 0 0,0-1-1 0 0,-1 0 1 0 0,0-1 0 0 0,-18 10 0 0 0,-47 17 105 0 0,107-65-53 0 0,11-11 227 0 0,-40 35-213 0 0,-4 9-12 0 0,1 0 0 0 0,-1 0 1 0 0,0 0-1 0 0,0 1 1 0 0,0-1-1 0 0,0 0 0 0 0,0 0 1 0 0,-1 0-1 0 0,1 0 1 0 0,0 1-1 0 0,0-1 1 0 0,-1 0-1 0 0,1 0 0 0 0,-1 0 1 0 0,1 0-1 0 0,-1 0 1 0 0,1 0-1 0 0,-1 0 1 0 0,0 0-1 0 0,1 0 0 0 0,-1 0 1 0 0,0 0-1 0 0,0 0 1 0 0,0-1-1 0 0,0 1 1 0 0,0 0-1 0 0,0-1 0 0 0,0 1 1 0 0,0 0-1 0 0,0-1 1 0 0,0 1-1 0 0,-1 0 1 0 0,7 1-153 0 0,12-4-181 0 0,-11-2 312 0 0,0-1-1 0 0,0 1 0 0 0,0-1 0 0 0,0 0 0 0 0,-1 0 1 0 0,7-9-1 0 0,-4 5 65 0 0,-1-10 48 0 0,9 2 109 0 0,-19 15 16 0 0,-14 8-91 0 0,-22 14-3 0 0,-49 32-1 0 0,52-29-313 0 0,-63 29 0 0 0,73-43 85 0 0,-11 6-70 0 0,38-15-28 0 0,-1 0 189 0 0,1 1 1 0 0,-1-1-1 0 0,0 0 0 0 0,1 0 1 0 0,-1 1-1 0 0,1-1 1 0 0,-1 0-1 0 0,1 0 1 0 0,-1 0-1 0 0,1 0 1 0 0,-1 0-1 0 0,1 0 1 0 0,-1 0-1 0 0,1 0 1 0 0,0 0-1 0 0,-1 0 1 0 0,1 0-1 0 0,-1 0 1 0 0,1 0-1 0 0,-1 0 1 0 0,1 0-1 0 0,-1 0 1 0 0,1-1-1 0 0,-1 1 1 0 0,1 0-1 0 0,-1 0 1 0 0,0-1-1 0 0,1 1 1 0 0,-1 0-1 0 0,1 0 1 0 0,-1-1-1 0 0,0 1 1 0 0,1-1-1 0 0,-1 1 1 0 0,0 0-1 0 0,1-1 1 0 0,-1 1-1 0 0,0-1 1 0 0,1 1-1 0 0,-1-1 0 0 0,0 1 1 0 0,0-1-1 0 0,0 1 1 0 0,0-1-1 0 0,1 1 1 0 0,-1-1-1 0 0,0 1 1 0 0,0-1-1 0 0,0 1 1 0 0,0-1-1 0 0,0 1 1 0 0,0-1-1 0 0,0 1 1 0 0,0-1-1 0 0,-1 1 1 0 0,1-1-1 0 0,0 1 1 0 0,0-1-1 0 0,0-59 254 0 0,-22 60-173 0 0,-7 4-67 0 0,-3 1 0 0 0,-44 0 0 0 0,13-5-67 0 0,28-3 6 0 0,29 1 29 0 0,2 2-61 0 0,52 10-361 0 0,-14 0 483 0 0,0 0 1 0 0,-2 2-1 0 0,1 1 0 0 0,49 30 1 0 0,-60-25 23 0 0,-22-18-54 0 0,1 0 1 0 0,-1 0-1 0 0,0 0 0 0 0,0 0 1 0 0,0 0-1 0 0,0 0 0 0 0,1 1 1 0 0,-1-1-1 0 0,0 0 0 0 0,0 0 0 0 0,0 0 1 0 0,0 0-1 0 0,0 0 0 0 0,1 1 1 0 0,-1-1-1 0 0,0 0 0 0 0,0 0 1 0 0,0 0-1 0 0,0 0 0 0 0,0 1 0 0 0,0-1 1 0 0,0 0-1 0 0,0 0 0 0 0,0 0 1 0 0,0 0-1 0 0,0 1 0 0 0,0-1 1 0 0,0 0-1 0 0,0 0 0 0 0,0 0 0 0 0,0 1 1 0 0,0-1-1 0 0,0 0 0 0 0,0 0 1 0 0,0 0-1 0 0,0 0 0 0 0,0 1 1 0 0,0-1-1 0 0,0 0 0 0 0,0 0 0 0 0,0 0 1 0 0,0 0-1 0 0,-1 1 0 0 0,1-1 1 0 0,0 0-1 0 0,0 0 0 0 0,0 0 1 0 0,0 0-1 0 0,0 0 0 0 0,0 1 0 0 0,-1-1 1 0 0,1 0-1 0 0,0 0 0 0 0,0 0 1 0 0,0 0-1 0 0,-1 0 0 0 0,-6 0-2 0 0,-1-1-1 0 0,1-1 0 0 0,-1 1 1 0 0,-7-4-1 0 0,1 2-18 0 0,-186-49-349 0 0,-18-3 622 0 0,223 58-88 0 0,16 9-166 0 0,51 12 74 0 0,-2 3 0 0 0,128 71 1 0 0,-196-98-86 0 0,-1 1 1 0 0,1 0 0 0 0,-1 0-1 0 0,1-1 1 0 0,-1 1 0 0 0,1 0-1 0 0,-1 0 1 0 0,0 1 0 0 0,1-1-1 0 0,-1 0 1 0 0,0 0 0 0 0,0 0-1 0 0,0 1 1 0 0,0-1-1 0 0,0 1 1 0 0,0-1 0 0 0,-1 1-1 0 0,1-1 1 0 0,0 1 0 0 0,-1-1-1 0 0,1 1 1 0 0,-1 0 0 0 0,1-1-1 0 0,-1 1 1 0 0,0 0 0 0 0,0 0-1 0 0,0-1 1 0 0,0 4 0 0 0,-26-4-467 0 0,-69-2 53 0 0,-113-16 0 0 0,152 11 521 0 0,36 5-28 0 0,-1-1 1 0 0,1-1-1 0 0,-37-9 1 0 0,52 7 51 0 0,10 5-223 0 0,37 1-51 0 0,5-1 72 0 0,-7 3 82 0 0,-1 2 0 0 0,1 1 0 0 0,-1 2-1 0 0,-1 2 1 0 0,62 23 0 0 0,-98-32-2 0 0,1 0 1 0 0,-1 0 0 0 0,1 0-1 0 0,-1 0 1 0 0,1 0-1 0 0,-1 1 1 0 0,1-1 0 0 0,-1 1-1 0 0,0 0 1 0 0,0-1 0 0 0,0 1-1 0 0,0 0 1 0 0,0 0-1 0 0,0 0 1 0 0,2 5 0 0 0,-4-6 3 0 0,0-1 0 0 0,0 1 0 0 0,0 0 0 0 0,0-1-1 0 0,0 1 1 0 0,0-1 0 0 0,0 1 0 0 0,0 0 0 0 0,-1-1 0 0 0,1 1 0 0 0,0-1 0 0 0,0 1 0 0 0,-1-1 0 0 0,1 1 0 0 0,0-1 0 0 0,-1 1 0 0 0,1-1 0 0 0,-1 1 0 0 0,1-1 0 0 0,0 1 0 0 0,-1-1 0 0 0,0 1 0 0 0,-24 13 68 0 0,14-11-59 0 0,-1 0-1 0 0,0-1 1 0 0,0-1-1 0 0,1 0 1 0 0,-1 0 0 0 0,0-1-1 0 0,0-1 1 0 0,-18-2-1 0 0,2 0-5 0 0,1 1-29 0 0,0-2-1 0 0,-36-9 0 0 0,51 10 17 0 0,1-1 0 0 0,-1 0 0 0 0,1 0 0 0 0,0-1 0 0 0,0-1 0 0 0,0 0 0 0 0,-11-8 0 0 0,22 14 10 0 0,0 0 0 0 0,0 0 0 0 0,0 0 0 0 0,-1 0 0 0 0,1-1 0 0 0,0 1 0 0 0,0 0 0 0 0,0 0 0 0 0,0 0 0 0 0,0 0 0 0 0,-1-1 0 0 0,1 1 0 0 0,0 0 0 0 0,0 0 0 0 0,0 0 0 0 0,0 0 0 0 0,0-1 0 0 0,0 1 0 0 0,0 0 0 0 0,0 0 0 0 0,0 0 0 0 0,0-1 0 0 0,0 1 0 0 0,0 0 0 0 0,0 0 0 0 0,0 0 0 0 0,0-1 0 0 0,0 1 0 0 0,0 0 0 0 0,0 0 0 0 0,0-1 0 0 0,0 1 0 0 0,0 0 0 0 0,0 0 0 0 0,0 0 0 0 0,0 0 0 0 0,0-1 0 0 0,0 1 0 0 0,0 0 0 0 0,1 0 0 0 0,-1 0 0 0 0,0-1 0 0 0,0 1 0 0 0,0 0 0 0 0,0 0 0 0 0,0 0 0 0 0,1 0 0 0 0,-1 0 0 0 0,0 0 0 0 0,0-1 0 0 0,7-1-19 0 0,-1-1-1 0 0,0 1 1 0 0,1 0 0 0 0,0 1-1 0 0,-1 0 1 0 0,1 0-1 0 0,0 0 1 0 0,-1 1 0 0 0,1 0-1 0 0,10 1 1 0 0,-1 0-4 0 0,0 1-1 0 0,0 0 1 0 0,31 10-1 0 0,-37-9 12 0 0,1 1 1 0 0,-1 0-1 0 0,-1 1 0 0 0,1 0 0 0 0,14 11 0 0 0,-22-15 14 0 0,0 0 0 0 0,-1 0 0 0 0,1 0 0 0 0,-1 1-1 0 0,0-1 1 0 0,1 0 0 0 0,-1 1 0 0 0,0-1 0 0 0,0 1-1 0 0,0 0 1 0 0,0-1 0 0 0,0 1 0 0 0,0 0 0 0 0,0-1 0 0 0,0 1-1 0 0,-1 0 1 0 0,1 0 0 0 0,-1 0 0 0 0,1 0 0 0 0,-1 0 0 0 0,0 0-1 0 0,0 0 1 0 0,0 0 0 0 0,0 0 0 0 0,0-1 0 0 0,0 1-1 0 0,-1 0 1 0 0,1 0 0 0 0,-1 0 0 0 0,1 0 0 0 0,-1 0 0 0 0,1 0-1 0 0,-1-1 1 0 0,0 1 0 0 0,0 0 0 0 0,0-1 0 0 0,0 1 0 0 0,-2 2-1 0 0,0-1 15 0 0,0 0 0 0 0,-1 0 0 0 0,1-1 0 0 0,0 1 0 0 0,-1-1 0 0 0,1 0 0 0 0,-1 0 0 0 0,0 0 0 0 0,0 0 0 0 0,0-1 0 0 0,0 1 0 0 0,0-1 0 0 0,0 0 0 0 0,0-1 0 0 0,0 1 0 0 0,-7 0 0 0 0,-9 0 15 0 0,1-1 0 0 0,-23-4-1 0 0,38 4-33 0 0,-2 0-31 0 0,0-1 1 0 0,0 0-1 0 0,0 0 1 0 0,0 0 0 0 0,0-1-1 0 0,1 0 1 0 0,-1 0 0 0 0,1 0-1 0 0,-1-1 1 0 0,1 0 0 0 0,0 0-1 0 0,0 0 1 0 0,0-1 0 0 0,0 1-1 0 0,-5-6 1 0 0,10 8 29 0 0,-1 0 0 0 0,0 1-1 0 0,1-1 1 0 0,-1 0 0 0 0,0 1 0 0 0,1-1 0 0 0,-1 0 0 0 0,1 0 0 0 0,0 1-1 0 0,-1-1 1 0 0,1 0 0 0 0,0 0 0 0 0,-1 0 0 0 0,1 0 0 0 0,0 1-1 0 0,0-1 1 0 0,0 0 0 0 0,0 0 0 0 0,-1 0 0 0 0,1 0 0 0 0,0 0 0 0 0,1 0-1 0 0,-1 0 1 0 0,0 1 0 0 0,0-1 0 0 0,1-2 0 0 0,16-20-138 0 0,-6 10 76 0 0,-8 9 57 0 0,-1 1 0 0 0,1 0 1 0 0,0 0-1 0 0,0 0 0 0 0,0 0 1 0 0,0 1-1 0 0,0-1 0 0 0,1 1 1 0 0,-1 0-1 0 0,1 0 0 0 0,-1 0 1 0 0,1 0-1 0 0,0 1 0 0 0,0-1 1 0 0,-1 1-1 0 0,1 0 0 0 0,0 0 1 0 0,0 1-1 0 0,6-1 0 0 0,2-1-6 0 0,-1 1 0 0 0,0 1 0 0 0,1 0 0 0 0,-1 0 0 0 0,1 1 0 0 0,-1 1 0 0 0,18 4 0 0 0,-26-5 25 0 0,1 0-1 0 0,-1 0 1 0 0,0 1 0 0 0,0-1 0 0 0,0 1 0 0 0,0-1-1 0 0,0 1 1 0 0,0 0 0 0 0,0 0 0 0 0,0 0 0 0 0,-1 1-1 0 0,1-1 1 0 0,-1 1 0 0 0,0-1 0 0 0,0 1 0 0 0,0 0-1 0 0,0 0 1 0 0,0 0 0 0 0,0 0 0 0 0,-1 0 0 0 0,0 0-1 0 0,1 0 1 0 0,-1 1 0 0 0,0-1 0 0 0,-1 0 0 0 0,1 1-1 0 0,0-1 1 0 0,-1 1 0 0 0,0 4 0 0 0,0-7-2 0 0,0 0 1 0 0,0 0 0 0 0,0 0-1 0 0,0 1 1 0 0,0-1 0 0 0,0 0-1 0 0,0 0 1 0 0,-1 0-1 0 0,1 0 1 0 0,0 1 0 0 0,-1-1-1 0 0,1 0 1 0 0,-1 0 0 0 0,0 0-1 0 0,1 0 1 0 0,-1 0 0 0 0,0 0-1 0 0,1 0 1 0 0,-1 0-1 0 0,0-1 1 0 0,0 1 0 0 0,0 0-1 0 0,0 0 1 0 0,0 0 0 0 0,0-1-1 0 0,0 1 1 0 0,0-1-1 0 0,0 1 1 0 0,0-1 0 0 0,0 1-1 0 0,0-1 1 0 0,0 0 0 0 0,0 1-1 0 0,-1-1 1 0 0,1 0 0 0 0,0 0-1 0 0,0 0 1 0 0,0 0-1 0 0,-2 0 1 0 0,-7-1-17 0 0,0 0 1 0 0,0 0-1 0 0,0-1 0 0 0,-12-4 1 0 0,4 1-59 0 0,0-1 0 0 0,0 0 1 0 0,-17-10-1 0 0,32 15 43 0 0,-1-1-1 0 0,0 0 1 0 0,1 1 0 0 0,0-2-1 0 0,-1 1 1 0 0,1 0-1 0 0,0-1 1 0 0,0 1 0 0 0,0-1-1 0 0,0 0 1 0 0,1 0 0 0 0,-1 0-1 0 0,1-1 1 0 0,-1 1-1 0 0,1-1 1 0 0,0 1 0 0 0,1-1-1 0 0,-1 1 1 0 0,1-1-1 0 0,-1 0 1 0 0,1 0 0 0 0,-1-7-1 0 0,2 8 6 0 0,0 0 0 0 0,0 0 0 0 0,0 0 0 0 0,0 0 0 0 0,0 0 0 0 0,1 0 0 0 0,-1 0 0 0 0,1 0 0 0 0,0 1-1 0 0,0-1 1 0 0,0 0 0 0 0,0 0 0 0 0,0 1 0 0 0,1-1 0 0 0,-1 0 0 0 0,1 1 0 0 0,0 0 0 0 0,0-1 0 0 0,0 1 0 0 0,0 0 0 0 0,0 0 0 0 0,0 0 0 0 0,0 0-1 0 0,1 0 1 0 0,-1 1 0 0 0,1-1 0 0 0,0 1 0 0 0,-1-1 0 0 0,1 1 0 0 0,3-1 0 0 0,0 2 6 0 0,0 0 0 0 0,-1 1 0 0 0,1-1 0 0 0,0 2 0 0 0,-1-1 0 0 0,1 0 0 0 0,-1 1 0 0 0,0 0 0 0 0,1 0 0 0 0,-1 1 0 0 0,0-1 1 0 0,9 7-1 0 0,-5-3 36 0 0,1 0 0 0 0,-2 1 0 0 0,1 0 0 0 0,-1 1 0 0 0,0-1 0 0 0,8 12 0 0 0,-12-13 28 0 0,0 1-1 0 0,-1-1 0 0 0,0 1 1 0 0,0 0-1 0 0,-1 0 0 0 0,0 1 0 0 0,0-1 1 0 0,-1 0-1 0 0,1 1 0 0 0,-2-1 1 0 0,1 1-1 0 0,-2 12 0 0 0,1-18-31 0 0,0-1 0 0 0,0 1 1 0 0,0-1-1 0 0,0 1 0 0 0,0 0 0 0 0,-1-1 0 0 0,1 1 0 0 0,-1-1 0 0 0,1 1 0 0 0,-1-1 0 0 0,0 1 0 0 0,1-1 0 0 0,-1 1 1 0 0,0-1-1 0 0,0 0 0 0 0,0 1 0 0 0,0-1 0 0 0,0 0 0 0 0,0 0 0 0 0,-1 0 0 0 0,1 0 0 0 0,0 0 0 0 0,-1 0 0 0 0,1 0 0 0 0,0 0 1 0 0,-1 0-1 0 0,1-1 0 0 0,-1 1 0 0 0,1-1 0 0 0,-1 1 0 0 0,1-1 0 0 0,-1 1 0 0 0,0-1 0 0 0,1 0 0 0 0,-1 0 0 0 0,1 0 1 0 0,-1 0-1 0 0,0 0 0 0 0,-2-1 0 0 0,-4 1-45 0 0,0-1-1 0 0,1 0 1 0 0,-1-1 0 0 0,0 1 0 0 0,0-2-1 0 0,-8-3 1 0 0,-2-1-72 0 0,0-2 0 0 0,-25-16 0 0 0,37 22 87 0 0,1-1 0 0 0,-1-1 0 0 0,1 1 1 0 0,1-1-1 0 0,-1 0 0 0 0,1 0 0 0 0,-1 0 0 0 0,2-1 0 0 0,-1 1 0 0 0,-3-8 0 0 0,5 9 16 0 0,0 0 0 0 0,1 1 0 0 0,-1-1 0 0 0,-1 1 0 0 0,1 0 0 0 0,0-1 0 0 0,-1 1-1 0 0,-3-3 1 0 0,6 6-7 0 0,0 0 0 0 0,0 0 0 0 0,0 0 0 0 0,0 0 0 0 0,0 0-1 0 0,-1 0 1 0 0,1 0 0 0 0,0 0 0 0 0,0-1 0 0 0,0 1 0 0 0,0 0-1 0 0,0 0 1 0 0,0 0 0 0 0,0 0 0 0 0,0 0 0 0 0,-1-1 0 0 0,1 1 0 0 0,0 0-1 0 0,0 0 1 0 0,0 0 0 0 0,0 0 0 0 0,0-1 0 0 0,0 1 0 0 0,0 0-1 0 0,0 0 1 0 0,0 0 0 0 0,0 0 0 0 0,0-1 0 0 0,0 1 0 0 0,0 0-1 0 0,0 0 1 0 0,0 0 0 0 0,0 0 0 0 0,0 0 0 0 0,0-1 0 0 0,1 1-1 0 0,-1 0 1 0 0,0 0 0 0 0,0 0 0 0 0,0 0 0 0 0,0 0 0 0 0,0-1-1 0 0,0 1 1 0 0,0 0 0 0 0,0 0 0 0 0,1 0 0 0 0,-1 0 0 0 0,0 0 0 0 0,0 0-1 0 0,0-1 1 0 0,13-1-103 0 0,15 3-39 0 0,6 4 156 0 0,0 2 0 0 0,-1 2 1 0 0,0 1-1 0 0,0 2 0 0 0,37 18 1 0 0,-65-27-7 0 0,3 0 17 0 0,1 1 0 0 0,-1 0 1 0 0,0 0-1 0 0,0 1 1 0 0,0 1-1 0 0,0-1 1 0 0,-1 1-1 0 0,12 12 0 0 0,-19-17-16 0 0,1-1 0 0 0,-1 0 0 0 0,0 0-1 0 0,0 0 1 0 0,0 0 0 0 0,0 0 0 0 0,0 1-1 0 0,0-1 1 0 0,0 0 0 0 0,1 0 0 0 0,-1 0-1 0 0,0 0 1 0 0,0 1 0 0 0,0-1 0 0 0,0 0-1 0 0,0 0 1 0 0,0 0 0 0 0,0 0 0 0 0,0 1-1 0 0,0-1 1 0 0,0 0 0 0 0,0 0 0 0 0,0 0-1 0 0,0 1 1 0 0,0-1 0 0 0,0 0 0 0 0,0 0 0 0 0,0 0-1 0 0,0 0 1 0 0,-1 1 0 0 0,1-1 0 0 0,0 0-1 0 0,0 0 1 0 0,0 0 0 0 0,0 0 0 0 0,0 0-1 0 0,0 1 1 0 0,0-1 0 0 0,0 0 0 0 0,-1 0-1 0 0,1 0 1 0 0,0 0 0 0 0,0 0 0 0 0,0 0-1 0 0,0 0 1 0 0,-1 1 0 0 0,1-1 0 0 0,0 0-1 0 0,0 0 1 0 0,0 0 0 0 0,0 0 0 0 0,-1 0-1 0 0,1 0 1 0 0,0 0 0 0 0,0 0 0 0 0,0 0-1 0 0,0 0 1 0 0,-1 0 0 0 0,1 0 0 0 0,0 0-1 0 0,-14 0-37 0 0,13 0 68 0 0,-16 0-33 0 0,-14 1-27 0 0,0-2 1 0 0,0-1 0 0 0,-58-12 0 0 0,53 5-93 0 0,-58-23 1 0 0,88 30 102 0 0,3 1 6 0 0,0 0-1 0 0,0 0 0 0 0,1 0 1 0 0,-1-1-1 0 0,0 1 0 0 0,1-1 1 0 0,-1 0-1 0 0,1 1 0 0 0,-1-1 1 0 0,1 0-1 0 0,0 0 0 0 0,0-1 1 0 0,0 1-1 0 0,0 0 0 0 0,0-1 1 0 0,-1-3-1 0 0,-4-1-54 0 0,6 6 52 0 0,0 1 0 0 0,1 0 0 0 0,-1-1 1 0 0,1 1-1 0 0,-1 0 0 0 0,1-1 0 0 0,-1 1 0 0 0,1-1 0 0 0,-1 1 0 0 0,1-1 0 0 0,0 1 0 0 0,-1-1 0 0 0,1 0 0 0 0,0 1 1 0 0,-1-1-1 0 0,1 1 0 0 0,0-1 0 0 0,0 0 0 0 0,-1 1 0 0 0,1-1 0 0 0,0 0 0 0 0,0 1 0 0 0,0-1 0 0 0,0-1 0 0 0,2 1 0 0 0,1 0 0 0 0,-1 0 0 0 0,1 0-1 0 0,-1 0 1 0 0,1 0 0 0 0,0 1-1 0 0,-1-1 1 0 0,1 1 0 0 0,0-1 0 0 0,-1 1-1 0 0,1 0 1 0 0,0 0 0 0 0,5 1 0 0 0,7 0 22 0 0,0 1 0 0 0,1 1 0 0 0,-1 0 0 0 0,0 1 0 0 0,0 0 1 0 0,-1 1-1 0 0,0 1 0 0 0,1 0 0 0 0,-2 1 0 0 0,1 0 0 0 0,-1 2 1 0 0,0-1-1 0 0,-1 1 0 0 0,0 1 0 0 0,14 14 0 0 0,-19-11 142 0 0,-12-10-28 0 0,3-3-120 0 0,1 0 1 0 0,-1 0-1 0 0,1-1 1 0 0,-1 1 0 0 0,0-1-1 0 0,1 1 1 0 0,-1-1 0 0 0,1 0-1 0 0,-1 1 1 0 0,1-1 0 0 0,-3-2-1 0 0,0 0-19 0 0,-1 0 0 0 0,0 0-1 0 0,0 0 1 0 0,0 0 0 0 0,0 1 0 0 0,0 0-1 0 0,-10-2 1 0 0,-21-10-32 0 0,-186-114 150 0 0,207 121-4 0 0,13 6-86 0 0,0 1 0 0 0,1 0 1 0 0,-1-1-1 0 0,1 0 0 0 0,-1 1 1 0 0,1-1-1 0 0,-1 0 1 0 0,1 0-1 0 0,0 0 0 0 0,-1 1 1 0 0,1-2-1 0 0,0 1 1 0 0,0 0-1 0 0,0 0 0 0 0,0 0 1 0 0,0 0-1 0 0,0-1 0 0 0,0 1 1 0 0,0 0-1 0 0,0-1 1 0 0,0 1-1 0 0,1-1 0 0 0,-2-2 1 0 0,3 4-13 0 0,-1-1 0 0 0,1 0 0 0 0,-1 1 0 0 0,0 0 1 0 0,1-1-1 0 0,-1 1 0 0 0,1-1 0 0 0,-1 1 0 0 0,1-1 0 0 0,0 1 1 0 0,-1 0-1 0 0,1 0 0 0 0,-1-1 0 0 0,1 1 0 0 0,0 0 0 0 0,-1 0 0 0 0,1-1 1 0 0,0 1-1 0 0,-1 0 0 0 0,1 0 0 0 0,0 0 0 0 0,-1 0 0 0 0,1 0 1 0 0,0 0-1 0 0,-1 0 0 0 0,1 0 0 0 0,0 1 0 0 0,-1-1 0 0 0,2 0 1 0 0,-2 0-1 0 0,7 5-232 0 0,2-3 215 0 0,8 1-13 0 0,0 0 1 0 0,0 1-1 0 0,-1 1 0 0 0,0 1 1 0 0,26 12-1 0 0,80 58 92 0 0,-103-59-37 0 0,-11-10-281 0 0,-6-19-942 0 0,-2 10 1169 0 0,-1 0 0 0 0,0 0 0 0 0,0 0 1 0 0,0 0-1 0 0,-1 0 0 0 0,1 0 1 0 0,-1 0-1 0 0,1 0 0 0 0,-1 0 0 0 0,1 1 1 0 0,-1-1-1 0 0,0 1 0 0 0,0-1 0 0 0,0 1 1 0 0,-3-2-1 0 0,-13-12-63 0 0,-67-59 234 0 0,81 69-37 0 0,-6-5 34 0 0,10 10-144 0 0,0 0 1 0 0,0 0 0 0 0,0 0 0 0 0,0 0-1 0 0,0 0 1 0 0,0 1 0 0 0,0-1 0 0 0,0 0-1 0 0,0 0 1 0 0,0 0 0 0 0,0 0 0 0 0,0 0-1 0 0,0 0 1 0 0,0 0 0 0 0,0 0 0 0 0,0 1-1 0 0,-1-1 1 0 0,1 0 0 0 0,0 0 0 0 0,0 0-1 0 0,0 0 1 0 0,0 0 0 0 0,0 0 0 0 0,0 0-1 0 0,0 0 1 0 0,0 0 0 0 0,0 0 0 0 0,0 0-1 0 0,-1 0 1 0 0,1 0 0 0 0,0 0 0 0 0,0 0-1 0 0,0 0 1 0 0,0 0 0 0 0,0 0 0 0 0,0 0-1 0 0,0 0 1 0 0,0 0 0 0 0,-1 0 0 0 0,1 0-1 0 0,0 0 1 0 0,0 0 0 0 0,0 0 0 0 0,0 0 0 0 0,0 0-1 0 0,0 0 1 0 0,0 0 0 0 0,0 0 0 0 0,-1 0-1 0 0,1 0 1 0 0,0 0 0 0 0,0 0 0 0 0,0 0-1 0 0,0 0 1 0 0,0 0 0 0 0,0 0 0 0 0,0-1-1 0 0,0 1 1 0 0,0 0 0 0 0,0 0 0 0 0,0 0-1 0 0,0 0 1 0 0,0 0 0 0 0,-1 0 0 0 0,1 0-1 0 0,0 0 1 0 0,0 0 0 0 0,0-1 0 0 0,0 1-1 0 0,15 1 67 0 0,16 4-45 0 0,0 2-1 0 0,0 1 1 0 0,-1 2 0 0 0,0 1-1 0 0,-1 1 1 0 0,0 1 0 0 0,42 27-1 0 0,-64-35-2 0 0,43 28 93 0 0,-47-30-103 0 0,0-1 1 0 0,0 1-1 0 0,0 0 1 0 0,-1 1-1 0 0,1-1 1 0 0,-1 0-1 0 0,0 1 1 0 0,0-1-1 0 0,0 1 1 0 0,-1 0-1 0 0,1 0 0 0 0,1 4 1 0 0,-1 0 9 0 0,-1 0 0 0 0,0 1 0 0 0,0-1 1 0 0,-1 0-1 0 0,0 0 0 0 0,0 1 0 0 0,-1-1 0 0 0,0 0 0 0 0,-1 0 0 0 0,-2 9 1 0 0,-3 4 7 0 0,-1 0 1 0 0,-15 28-1 0 0,18-41-25 0 0,0-1-1 0 0,0 0 0 0 0,0 0 1 0 0,-1 0-1 0 0,0 0 0 0 0,-1-1 0 0 0,1 0 1 0 0,-1 0-1 0 0,-1-1 0 0 0,1 0 1 0 0,-1 0-1 0 0,-11 5 0 0 0,-5 1-2 0 0,0-1 0 0 0,-1-2 1 0 0,-26 7-1 0 0,39-12-29 0 0,-1 0 0 0 0,0-1 0 0 0,-15 1 0 0 0,23-3 16 0 0,1 0 1 0 0,0 0 0 0 0,-1 0-1 0 0,1-1 1 0 0,0 0 0 0 0,0 1-1 0 0,0-2 1 0 0,0 1 0 0 0,0 0-1 0 0,0-1 1 0 0,0 0 0 0 0,0 0-1 0 0,0 0 1 0 0,-5-4 0 0 0,8 5 6 0 0,0 0 1 0 0,0 0 0 0 0,0 0 0 0 0,0 0-1 0 0,1 0 1 0 0,-1 0 0 0 0,0 0-1 0 0,1 0 1 0 0,-1 0 0 0 0,0 0 0 0 0,1 0-1 0 0,-1 0 1 0 0,1-1 0 0 0,0 1 0 0 0,-1 0-1 0 0,1 0 1 0 0,0-1 0 0 0,0 1 0 0 0,0 0-1 0 0,0 0 1 0 0,0-1 0 0 0,0 1 0 0 0,1-2-1 0 0,0-1 11 0 0,0 0-1 0 0,0 0 1 0 0,0 1-1 0 0,1-1 1 0 0,0 1-1 0 0,0-1 1 0 0,0 1-1 0 0,3-4 0 0 0,3-4 51 0 0,1 1-1 0 0,1 1 0 0 0,0-1 0 0 0,20-14 0 0 0,33-14 34 0 0,81-35 0 0 0,-128 66-93 0 0,0 0 0 0 0,1 0 0 0 0,19-4 0 0 0,-34 10 8 0 0,1 0-1 0 0,0 1 0 0 0,-1-1 1 0 0,1 1-1 0 0,0-1 1 0 0,0 1-1 0 0,-1 0 0 0 0,1 0 1 0 0,0 0-1 0 0,0 0 0 0 0,-1 1 1 0 0,1-1-1 0 0,0 1 0 0 0,-1 0 1 0 0,1-1-1 0 0,-1 1 1 0 0,1 1-1 0 0,-1-1 0 0 0,1 0 1 0 0,-1 0-1 0 0,1 1 0 0 0,-1 0 1 0 0,0-1-1 0 0,0 1 0 0 0,0 0 1 0 0,2 2-1 0 0,-3-2 8 0 0,-1-1 1 0 0,1 0-1 0 0,-1 0 0 0 0,1 1 0 0 0,-1-1 1 0 0,0 0-1 0 0,0 1 0 0 0,1-1 0 0 0,-1 0 1 0 0,0 1-1 0 0,0-1 0 0 0,0 0 0 0 0,0 1 1 0 0,-1-1-1 0 0,1 0 0 0 0,0 1 0 0 0,-1-1 1 0 0,0 2-1 0 0,-12 27 121 0 0,7-16-62 0 0,1-4-56 0 0,0 1 1 0 0,0-1 0 0 0,-1 0-1 0 0,0-1 1 0 0,0 0 0 0 0,-1 0-1 0 0,-1 0 1 0 0,0-1 0 0 0,0 0-1 0 0,0 0 1 0 0,-1-1 0 0 0,0 0-1 0 0,0 0 1 0 0,-1-1 0 0 0,0-1-1 0 0,0 0 1 0 0,0 0 0 0 0,-1-1-1 0 0,-13 5 1 0 0,-5-2-70 0 0,0 0 0 0 0,0-1 0 0 0,0-2-1 0 0,0-1 1 0 0,-1-2 0 0 0,-39-2 0 0 0,63 0 30 0 0,-1 0 0 0 0,1 0 1 0 0,0 0-1 0 0,0-1 0 0 0,-10-4 1 0 0,15 6 24 0 0,0 0 0 0 0,0-1 0 0 0,0 1 0 0 0,0-1 0 0 0,0 1-1 0 0,0-1 1 0 0,0 0 0 0 0,0 1 0 0 0,0-1 0 0 0,0 0 0 0 0,1 0 0 0 0,-1 1 0 0 0,0-1 0 0 0,0 0 0 0 0,1 0 0 0 0,-1 0 0 0 0,0 0 0 0 0,1 0 0 0 0,-1 0 0 0 0,1 0 0 0 0,-1 0 0 0 0,1-1 0 0 0,0 1 0 0 0,-1 0-1 0 0,1 0 1 0 0,0 0 0 0 0,0 0 0 0 0,0 0 0 0 0,0-1 0 0 0,0 1 0 0 0,0 0 0 0 0,0 0 0 0 0,0 0 0 0 0,1 0 0 0 0,-1 0 0 0 0,0-1 0 0 0,1 1 0 0 0,0-2 0 0 0,3-3 6 0 0,0 0-1 0 0,0 0 1 0 0,1 0 0 0 0,0 1 0 0 0,0 0-1 0 0,1 0 1 0 0,-1 0 0 0 0,1 0 0 0 0,0 1 0 0 0,0 0-1 0 0,0 0 1 0 0,1 1 0 0 0,0 0 0 0 0,11-5-1 0 0,5 0 7 0 0,0 1-1 0 0,0 1 0 0 0,32-4 0 0 0,-44 8-19 0 0,-1 0-3 0 0,1 1 1 0 0,-1 0-1 0 0,1 0 1 0 0,13 2-1 0 0,-22-1 8 0 0,1 1 0 0 0,0-1 0 0 0,-1 1 0 0 0,1-1 0 0 0,0 1 0 0 0,-1 0 0 0 0,1 0 1 0 0,-1 0-1 0 0,1 1 0 0 0,-1-1 0 0 0,0 0 0 0 0,1 1 0 0 0,-1 0 0 0 0,0-1 0 0 0,0 1 0 0 0,0 0 0 0 0,0 0 0 0 0,0 0 0 0 0,-1 0 0 0 0,1 1 0 0 0,-1-1 0 0 0,2 3 0 0 0,0 0 0 0 0,-1-1 0 0 0,0 1 0 0 0,-1 0 0 0 0,1-1 0 0 0,-1 1 0 0 0,0 0 0 0 0,0 0 0 0 0,0 0 0 0 0,-1 0 0 0 0,1-1 0 0 0,-1 1 0 0 0,-1 0 0 0 0,1 0 0 0 0,-1 0 0 0 0,0 0 0 0 0,0 0 0 0 0,0 0 0 0 0,0-1 0 0 0,-1 1 0 0 0,0 0 0 0 0,0-1 0 0 0,0 1 0 0 0,-5 6 0 0 0,-3-2 23 0 0,0 0-1 0 0,0 0 0 0 0,0-1 0 0 0,-1 0 0 0 0,-1-1 1 0 0,1 0-1 0 0,-1-1 0 0 0,0-1 0 0 0,-1 0 0 0 0,1 0 1 0 0,-15 3-1 0 0,-17 3-27 0 0,-77 10 0 0 0,92-17-66 0 0,-40 0 0 0 0,62-4 63 0 0,0-1 0 0 0,0 1 0 0 0,0-1 1 0 0,0 0-1 0 0,1-1 0 0 0,-1 0 0 0 0,0 0 0 0 0,1 0 0 0 0,-1-1 0 0 0,-9-5 1 0 0,14 7 10 0 0,0-1 1 0 0,0 1 0 0 0,0-1-1 0 0,0 0 1 0 0,0 1 0 0 0,1-1-1 0 0,-1 0 1 0 0,0 0 0 0 0,1 0-1 0 0,-1 0 1 0 0,1 0 0 0 0,0-1 0 0 0,0 1-1 0 0,0 0 1 0 0,0-1 0 0 0,0 1-1 0 0,0 0 1 0 0,1-1 0 0 0,-1 1-1 0 0,1-1 1 0 0,0 1 0 0 0,-1-1-1 0 0,1 1 1 0 0,0-1 0 0 0,1 1 0 0 0,-1-1-1 0 0,0 1 1 0 0,1-1 0 0 0,-1 1-1 0 0,2-4 1 0 0,1-1 20 0 0,-1 1-1 0 0,1 0 1 0 0,0 0 0 0 0,1 0 0 0 0,-1 0-1 0 0,1 1 1 0 0,0-1 0 0 0,1 1 0 0 0,8-8-1 0 0,10-6-11 0 0,1 1 0 0 0,0 1-1 0 0,2 1 1 0 0,0 2 0 0 0,0 0-1 0 0,2 2 1 0 0,-1 1 0 0 0,1 1-1 0 0,1 2 1 0 0,0 0 0 0 0,0 2-1 0 0,0 1 1 0 0,44-1 0 0 0,-63 6-36 0 0,0 0 0 0 0,0 1 1 0 0,0 0-1 0 0,19 5 0 0 0,-26-5 23 0 0,0 0-1 0 0,0 0 1 0 0,-1 0-1 0 0,1 1 1 0 0,0-1-1 0 0,-1 1 1 0 0,1-1-1 0 0,-1 1 1 0 0,4 3-1 0 0,-5-4 5 0 0,-1-1 0 0 0,1 1 0 0 0,0 0-1 0 0,-1 0 1 0 0,1 0 0 0 0,-1 0 0 0 0,1 0-1 0 0,-1 0 1 0 0,1 0 0 0 0,-1 0 0 0 0,0 0-1 0 0,1 0 1 0 0,-1 0 0 0 0,0 0 0 0 0,0 0-1 0 0,0 1 1 0 0,0-1 0 0 0,0 0 0 0 0,0 0-1 0 0,0 0 1 0 0,0 0 0 0 0,0 0 0 0 0,-1 0-1 0 0,1 0 1 0 0,-1 2 0 0 0,-2 3-5 0 0,-1 0 1 0 0,0 0-1 0 0,0-1 1 0 0,0 1-1 0 0,-1-1 1 0 0,0 0-1 0 0,0 0 0 0 0,0 0 1 0 0,-1-1-1 0 0,0 1 1 0 0,-10 5-1 0 0,5-3 6 0 0,-11 7-4 0 0,0 0 0 0 0,-1-2 1 0 0,-1-1-1 0 0,-45 15 0 0 0,-101 18-24 0 0,142-38 29 0 0,15-7-107 0 0,7-2-80 0 0,71-24 70 0 0,0-1 141 0 0,-27 16-2 0 0,0 1 0 0 0,64-8 0 0 0,-102 19-22 0 0,18 2-6 0 0,-18-2 7 0 0,0 1 0 0 0,1 0 0 0 0,-1-1 0 0 0,0 1 0 0 0,1 0 0 0 0,-1-1 0 0 0,0 1 0 0 0,0 0 0 0 0,0 0 0 0 0,0-1 0 0 0,1 1 0 0 0,-1 0 0 0 0,0 0 0 0 0,0-1 0 0 0,0 1 0 0 0,-1 0 0 0 0,1 0 0 0 0,0-1 1 0 0,0 1-1 0 0,0 0 0 0 0,-1 0 0 0 0,1-1 0 0 0,0 1 0 0 0,0 0 0 0 0,-1-1 0 0 0,1 1 0 0 0,-1 0 0 0 0,1-1 0 0 0,-1 1 0 0 0,1-1 0 0 0,-2 2 0 0 0,-7 11 21 0 0,0 0-1 0 0,-1 0 1 0 0,-1-1 0 0 0,0 0-1 0 0,-1-1 1 0 0,0 0 0 0 0,-1-1-1 0 0,0-1 1 0 0,-1 0 0 0 0,0 0-1 0 0,-16 6 1 0 0,-16 7 172 0 0,-1-3-1 0 0,-72 20 0 0 0,117-38-165 0 0,-1 0 0 0 0,0-1-1 0 0,1 1 1 0 0,-1-1 0 0 0,0 0-1 0 0,0 0 1 0 0,1 0-1 0 0,-1 0 1 0 0,0 0 0 0 0,1 0-1 0 0,-1-1 1 0 0,0 1 0 0 0,-3-2-1 0 0,6 2-25 0 0,0 0 0 0 0,0-1 0 0 0,0 1-1 0 0,0 0 1 0 0,-1 0 0 0 0,1 0 0 0 0,0-1 0 0 0,0 1-1 0 0,0 0 1 0 0,0 0 0 0 0,0-1 0 0 0,0 1 0 0 0,0 0-1 0 0,-1 0 1 0 0,1-1 0 0 0,0 1 0 0 0,0 0 0 0 0,0-1-1 0 0,0 1 1 0 0,0 0 0 0 0,0 0 0 0 0,0-1 0 0 0,1 1-1 0 0,-1 0 1 0 0,0 0 0 0 0,0-1 0 0 0,0 1 0 0 0,0 0-1 0 0,0 0 1 0 0,0-1 0 0 0,0 1 0 0 0,0 0-1 0 0,1 0 1 0 0,-1-1 0 0 0,0 1 0 0 0,0 0 0 0 0,0 0-1 0 0,1 0 1 0 0,-1 0 0 0 0,0-1 0 0 0,0 1 0 0 0,0 0-1 0 0,1 0 1 0 0,-1 0 0 0 0,0 0 0 0 0,14-11-49 0 0,-11 9 38 0 0,12-9-11 0 0,1 1 0 0 0,0 1 1 0 0,29-12-1 0 0,4-2 19 0 0,-8 2-14 0 0,93-44-15 0 0,-109 55-79 0 0,1 0 0 0 0,0 2 1 0 0,40-8-1 0 0,-37 14-130 0 0,-29 2 230 0 0,1 0-1 0 0,0-1 0 0 0,0 1 1 0 0,-1 0-1 0 0,1 0 0 0 0,0 0 1 0 0,0 0-1 0 0,0 0 0 0 0,-1 0 1 0 0,1 1-1 0 0,0-1 0 0 0,0 0 1 0 0,0 0-1 0 0,-1 0 0 0 0,1 1 1 0 0,0-1-1 0 0,-1 0 0 0 0,1 1 1 0 0,0-1-1 0 0,-1 1 0 0 0,1-1 0 0 0,0 1 1 0 0,-1-1-1 0 0,2 2 0 0 0,-3-1 7 0 0,1 0 0 0 0,0 0-1 0 0,0 0 1 0 0,-1 1-1 0 0,1-1 1 0 0,0 0-1 0 0,-1 0 1 0 0,1 0 0 0 0,-1 0-1 0 0,0 0 1 0 0,1 0-1 0 0,-1 0 1 0 0,0 0-1 0 0,0 0 1 0 0,1 0 0 0 0,-1 0-1 0 0,0 0 1 0 0,0-1-1 0 0,0 1 1 0 0,-1 1-1 0 0,-10 8 23 0 0,-11 11 65 0 0,-1 0 1 0 0,-1-2-1 0 0,-1 0 0 0 0,0-2 0 0 0,-1-1 0 0 0,-1-1 1 0 0,-33 12-1 0 0,15-9 74 0 0,-1-1 1 0 0,0-3-1 0 0,-91 15 0 0 0,122-27-168 0 0,0-1 0 0 0,0 0 0 0 0,0 0 0 0 0,0-2 0 0 0,0 0 0 0 0,1-1 0 0 0,-29-7 0 0 0,44 9-2 0 0,0 0 0 0 0,0 0-1 0 0,0-1 1 0 0,0 1 0 0 0,0 0 0 0 0,0 0-1 0 0,0 0 1 0 0,0-1 0 0 0,0 1-1 0 0,0 0 1 0 0,0 0 0 0 0,0 0-1 0 0,0 0 1 0 0,0-1 0 0 0,0 1-1 0 0,0 0 1 0 0,0 0 0 0 0,0 0 0 0 0,1 0-1 0 0,-1-1 1 0 0,0 1 0 0 0,0 0-1 0 0,0 0 1 0 0,0 0 0 0 0,0 0-1 0 0,0-1 1 0 0,1 1 0 0 0,-1 0 0 0 0,0 0-1 0 0,0 0 1 0 0,0 0 0 0 0,0 0-1 0 0,1 0 1 0 0,-1 0 0 0 0,0 0-1 0 0,0 0 1 0 0,0 0 0 0 0,0 0-1 0 0,1-1 1 0 0,-1 1 0 0 0,0 0 0 0 0,0 0-1 0 0,0 0 1 0 0,1 0 0 0 0,-1 0-1 0 0,0 0 1 0 0,0 1 0 0 0,0-1-1 0 0,1 0 1 0 0,-1 0 0 0 0,13-5-41 0 0,18-5 24 0 0,94-26 135 0 0,-110 33-104 0 0,0 1 1 0 0,1 0-1 0 0,-1 1 0 0 0,1 1 1 0 0,-1 0-1 0 0,17 3 0 0 0,-31-3-1 0 0,21 6 31 0 0,-21 3-8 0 0,-14 5 13 0 0,-8 0 14 0 0,-1-1 0 0 0,0 0 1 0 0,-1-2-1 0 0,-1-1 0 0 0,0-1 0 0 0,-34 9 1 0 0,-167 32 425 0 0,201-45-406 0 0,-203 26 447 0 0,162-24-302 0 0,46-5-168 0 0,13-1-66 0 0,-1 0 1 0 0,0 0-1 0 0,0-1 0 0 0,1 0 0 0 0,-1 0 1 0 0,0-1-1 0 0,-12-3 0 0 0,18 5-22 0 0,1-1-1 0 0,0 0 1 0 0,-1 0-1 0 0,1 0 1 0 0,-1 0-1 0 0,1 0 1 0 0,0 0-1 0 0,-1 0 1 0 0,1 0 0 0 0,-1 0-1 0 0,1 0 1 0 0,0-1-1 0 0,-1 1 1 0 0,1 0-1 0 0,-1 0 1 0 0,1 0-1 0 0,0 0 1 0 0,-1-1-1 0 0,1 1 1 0 0,0 0 0 0 0,-1 0-1 0 0,1 0 1 0 0,0-1-1 0 0,0 1 1 0 0,-1 0-1 0 0,1-1 1 0 0,0 1-1 0 0,0 0 1 0 0,-1-1-1 0 0,1 1 1 0 0,0 0-1 0 0,0-1 1 0 0,0 1 0 0 0,0 0-1 0 0,-1-1 1 0 0,1 1-1 0 0,0-1 1 0 0,0 1-1 0 0,0 0 1 0 0,0-1-1 0 0,0 1 1 0 0,0-1-1 0 0,0 1 1 0 0,0 0-1 0 0,0-1 1 0 0,0 1 0 0 0,0 0-1 0 0,0-1 1 0 0,1 1-1 0 0,-1-1 1 0 0,0 1-1 0 0,0-1 1 0 0,25-23-2993 0 0,-10 11 1781 0 0,40-30-2390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14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95 1601 0 0,'0'-24'1440'0'0,"0"5"-959"0"0,0 5-561 0 0,0 0-80 0 0,0 4 79 0 0,-22 2-559 0 0,0 2-1841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16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443 124 1361 0 0,'2'0'194'0'0,"-1"1"-1"0"0,1-1 1 0 0,0 1 0 0 0,-1-1 0 0 0,1 0 0 0 0,0 1 0 0 0,-1-1 0 0 0,1 0 0 0 0,0 0-1 0 0,-1 0 1 0 0,1 0 0 0 0,0 0 0 0 0,-1-1 0 0 0,1 1 0 0 0,0 0 0 0 0,-1-1 0 0 0,1 1-1 0 0,-1-1 1 0 0,1 0 0 0 0,-1 0 0 0 0,3-1 0 0 0,-2-1-122 0 0,-1 0 1 0 0,0 0 0 0 0,0-1-1 0 0,0 1 1 0 0,-1 0-1 0 0,1 0 1 0 0,-1-1-1 0 0,0 1 1 0 0,1 0-1 0 0,-2-1 1 0 0,1-3-1 0 0,0 6-67 0 0,-1 1-1 0 0,1-1 0 0 0,0 1 0 0 0,0-1 1 0 0,-1 1-1 0 0,1-1 0 0 0,0 1 0 0 0,0 0 1 0 0,-1-1-1 0 0,1 1 0 0 0,0-1 0 0 0,-1 1 1 0 0,1 0-1 0 0,-1-1 0 0 0,1 1 1 0 0,-1 0-1 0 0,1 0 0 0 0,0-1 0 0 0,-1 1 1 0 0,1 0-1 0 0,-1 0 0 0 0,1 0 0 0 0,-1 0 1 0 0,1-1-1 0 0,-1 1 0 0 0,-8-1 19 0 0,2-8 70 0 0,6 9-77 0 0,-1 0-12 0 0,1 0 1 0 0,0 0-1 0 0,0-1 1 0 0,0 1 0 0 0,0 0-1 0 0,0-1 1 0 0,0 1-1 0 0,0-1 1 0 0,0 1-1 0 0,0-1 1 0 0,0 1 0 0 0,0-1-1 0 0,1 1 1 0 0,-1-1-1 0 0,0 0 1 0 0,-1-1-1 0 0,2 2 63 0 0,-3-1 13 0 0,-12 1 13 0 0,56 1-26 0 0,-31-3-83 0 0,0 1 0 0 0,1-1 0 0 0,-1-1 0 0 0,11-4 0 0 0,-17 4 30 0 0,-4 2 292 0 0,0 2-239 0 0,-4 2-40 0 0,-12 3 39 0 0,14-9-66 0 0,-2 0 67 0 0,1 4-54 0 0,3-1-11 0 0,-1 0-1 0 0,1 0 1 0 0,-1 0-1 0 0,1 0 0 0 0,-1 1 1 0 0,1-1-1 0 0,-1 0 1 0 0,1 0-1 0 0,-1 0 1 0 0,1 0-1 0 0,-1 0 0 0 0,1 0 1 0 0,0-1-1 0 0,-1 1 1 0 0,1 0-1 0 0,-1 0 0 0 0,1 0 1 0 0,-1 0-1 0 0,1 0 1 0 0,-1-1-1 0 0,1 1 1 0 0,0 0-1 0 0,-1 0 0 0 0,1-1 1 0 0,-1 1-1 0 0,1 0 1 0 0,0-1-1 0 0,-1 1 1 0 0,1 0-1 0 0,0-1 0 0 0,0 1 1 0 0,-1 0-1 0 0,1-1 1 0 0,0 1-1 0 0,0-1 1 0 0,-1 1-1 0 0,1-1 0 0 0,0 1 1 0 0,0 0-1 0 0,0-1 1 0 0,0 1-1 0 0,0-1 0 0 0,0 1 1 0 0,0-1-1 0 0,0 1 1 0 0,0-1-1 0 0,0 0 1 0 0,-1 1 0 0 0,1 0-1 0 0,0-1 1 0 0,0 1 0 0 0,0 0-1 0 0,0 0 1 0 0,-1-1 0 0 0,1 1-1 0 0,0 0 1 0 0,0-1 0 0 0,-1 1 0 0 0,1 0-1 0 0,0 0 1 0 0,-1-1 0 0 0,1 1-1 0 0,0 0 1 0 0,-1 0 0 0 0,1 0-1 0 0,0 0 1 0 0,-1-1 0 0 0,1 1 0 0 0,0 0-1 0 0,-1 0 1 0 0,1 0 0 0 0,-1 0-1 0 0,1 0 1 0 0,0 0 0 0 0,-1 0-1 0 0,1 0 1 0 0,0 0 0 0 0,-1 0-1 0 0,0 0 1 0 0,1 0-1 0 0,-1 0 0 0 0,1 0 0 0 0,-1 0 0 0 0,1 0 0 0 0,-1 0 1 0 0,1 0-1 0 0,0 0 0 0 0,-1 0 0 0 0,1 0 0 0 0,-1 0 0 0 0,1 0 0 0 0,-1 0 1 0 0,1-1-1 0 0,0 1 0 0 0,-1 0 0 0 0,1 0 0 0 0,0 0 0 0 0,-1-1 0 0 0,1 1 1 0 0,0 0-1 0 0,-1-1 0 0 0,1 1 0 0 0,0 0 0 0 0,-1-1 0 0 0,1 1 1 0 0,0 0-1 0 0,0-1 0 0 0,-1 1 0 0 0,1 0 0 0 0,0-1 0 0 0,0 1 0 0 0,0-1 1 0 0,-1 0-2 0 0,1 1 1 0 0,-1-1-1 0 0,1 1 1 0 0,-1-1-1 0 0,1 1 1 0 0,-1-1-1 0 0,1 1 1 0 0,-1 0 0 0 0,1-1-1 0 0,-1 1 1 0 0,0 0-1 0 0,1 0 1 0 0,-1-1-1 0 0,1 1 1 0 0,-1 0-1 0 0,0 0 1 0 0,1 0-1 0 0,-1 0 1 0 0,0 0 0 0 0,1 0-1 0 0,-1 0 1 0 0,0 0-1 0 0,1 0 1 0 0,-1 0-1 0 0,0 0 1 0 0,1 0-1 0 0,-1 0 1 0 0,-1 1 0 0 0,-5-1 63 0 0,-12 0 16 0 0,-2 0 10 0 0,-1 1 0 0 0,0 0 0 0 0,1 2 0 0 0,0 0 0 0 0,0 2 0 0 0,0 0 0 0 0,-25 11 0 0 0,34-12-80 0 0,1 1 0 0 0,0 1-1 0 0,1 0 1 0 0,0 0 0 0 0,0 1 0 0 0,0 0 0 0 0,-14 14 0 0 0,10-9-9 0 0,-4 5-34 0 0,-30 37 1 0 0,26-27 4 0 0,20-26 21 0 0,-17 25-39 0 0,19-25 43 0 0,-1 0 1 0 0,1-1-1 0 0,-1 1 1 0 0,1 0-1 0 0,-1 0 1 0 0,1 0-1 0 0,0 0 1 0 0,0 0-1 0 0,-1 0 1 0 0,1 0-1 0 0,0-1 1 0 0,0 1-1 0 0,0 0 1 0 0,0 0-1 0 0,0 0 1 0 0,0 0-1 0 0,0 0 1 0 0,0 0-1 0 0,0 0 0 0 0,0 0 1 0 0,1 0-1 0 0,-1 0 1 0 0,0 0-1 0 0,1-1 1 0 0,-1 1-1 0 0,1 0 1 0 0,-1 0-1 0 0,1 0 1 0 0,-1 0-1 0 0,1-1 1 0 0,0 2-1 0 0,2 0-3 0 0,1 0 0 0 0,-1 0 1 0 0,1-1-1 0 0,-1 1 0 0 0,1-1 0 0 0,0 0 0 0 0,-1 0 0 0 0,1 0 0 0 0,0 0 0 0 0,0 0 1 0 0,0-1-1 0 0,0 0 0 0 0,4 0 0 0 0,60-5-7 0 0,-40 1 15 0 0,42-5-2 0 0,0-3 0 0 0,119-37 0 0 0,-182 47 1 0 0,0-1 0 0 0,1 0 0 0 0,-1 0 0 0 0,0 0 0 0 0,-1-1 1 0 0,1 0-1 0 0,-1 0 0 0 0,1-1 0 0 0,-1 1 0 0 0,-1-1 0 0 0,7-7 0 0 0,-12 11 1 0 0,1 0 1 0 0,-1 0-1 0 0,0 0 0 0 0,0 0 0 0 0,0 0 0 0 0,0 0 1 0 0,0 0-1 0 0,0 0 0 0 0,0 1 0 0 0,0-1 0 0 0,0 0 1 0 0,0 0-1 0 0,0 0 0 0 0,0 0 0 0 0,-1 0 0 0 0,1 0 1 0 0,0 0-1 0 0,-1 0 0 0 0,1 0 0 0 0,-1 1 0 0 0,1-1 1 0 0,-1 0-1 0 0,1 0 0 0 0,-1 1 0 0 0,0-1 1 0 0,1 0-1 0 0,-1 0 0 0 0,0 1 0 0 0,1-1 0 0 0,-1 1 1 0 0,-2-2-1 0 0,-1-2 7 0 0,-22-43 101 0 0,23 40-107 0 0,-1 0 0 0 0,1 0 0 0 0,-1 0 0 0 0,0 0 0 0 0,-1 1 0 0 0,0 0 0 0 0,-8-8 0 0 0,-4 3-878 0 0,27 16-1452 0 0,-6 0 153 0 0,-4 4-201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18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485 42 1201 0 0,'-1'-1'172'0'0,"1"0"0"0"0,-1-1 0 0 0,0 1 0 0 0,0 0 1 0 0,0 0-1 0 0,1 0 0 0 0,-1 0 0 0 0,0 0 0 0 0,-1 0 1 0 0,1 0-1 0 0,0 0 0 0 0,0 0 0 0 0,0 1 0 0 0,0-1 1 0 0,-1 0-1 0 0,1 1 0 0 0,0-1 0 0 0,-1 1 1 0 0,1 0-1 0 0,0-1 0 0 0,-1 1 0 0 0,1 0 0 0 0,-3-1 1 0 0,-50-7 478 0 0,44 7-393 0 0,5 0-225 0 0,-43-6 249 0 0,1 3 1 0 0,-93 2-1 0 0,134 3-271 0 0,1-1-1 0 0,-1 1 1 0 0,1 0 0 0 0,-1 1-1 0 0,-7 2 1 0 0,-2 9-23 0 0,4-2-26 0 0,-42 34-41 0 0,50-42 78 0 0,0 0 0 0 0,0 0 0 0 0,1 0 0 0 0,-1 1 0 0 0,1-1 0 0 0,-1 1 0 0 0,1-1 0 0 0,0 1 0 0 0,1 0 0 0 0,-1 0-1 0 0,1-1 1 0 0,-1 1 0 0 0,0 8 0 0 0,3-7 1 0 0,0 1 0 0 0,1 0 0 0 0,0-1 0 0 0,0 1 0 0 0,0-1 0 0 0,1 1 0 0 0,0-1 0 0 0,0 0 0 0 0,0 0 0 0 0,1-1 0 0 0,-1 1 0 0 0,8 6 0 0 0,-5-7 1 0 0,0 1 0 0 0,1-2 0 0 0,0 1-1 0 0,0-1 1 0 0,0 1 0 0 0,0-2 0 0 0,1 1 0 0 0,-1-1-1 0 0,1 0 1 0 0,-1-1 0 0 0,1 0 0 0 0,8 0 0 0 0,17 1 59 0 0,50-5 1 0 0,-74 2-46 0 0,5 0-6 0 0,0 0 0 0 0,0-2 0 0 0,0 0 0 0 0,0 0-1 0 0,0-1 1 0 0,-1-1 0 0 0,1 0 0 0 0,-1-1 0 0 0,-1-1 0 0 0,1 0 0 0 0,12-9 0 0 0,-24 15-6 0 0,1 0 1 0 0,0 0-1 0 0,0 0 1 0 0,-1-1 0 0 0,1 1-1 0 0,-1-1 1 0 0,1 1-1 0 0,-1-1 1 0 0,0 1 0 0 0,0-1-1 0 0,0 0 1 0 0,0 0-1 0 0,0 1 1 0 0,0-1 0 0 0,0 0-1 0 0,0 0 1 0 0,-1 0-1 0 0,1 0 1 0 0,-1 0-1 0 0,1 0 1 0 0,-1 0 0 0 0,0-4-1 0 0,0 4 1 0 0,-1-1 0 0 0,0 0 0 0 0,0 0 1 0 0,0 1-1 0 0,0-1 0 0 0,0 0 0 0 0,-1 1 0 0 0,1-1 0 0 0,-1 1 0 0 0,1 0 0 0 0,-1-1 0 0 0,0 1 0 0 0,0 0 0 0 0,-3-2 0 0 0,-5-5 18 0 0,-1 1-1 0 0,1 1 1 0 0,-1 0-1 0 0,-1 1 0 0 0,1 0 1 0 0,-18-6-1 0 0,12 6-158 0 0,-1 0-1 0 0,0 2 1 0 0,1 0 0 0 0,-2 1-1 0 0,1 1 1 0 0,0 1-1 0 0,0 0 1 0 0,-1 1 0 0 0,-34 5-1 0 0,53-5 86 0 0,0 0-1 0 0,0 0 0 0 0,-1 0 1 0 0,1 0-1 0 0,0 1 0 0 0,0-1 1 0 0,0 0-1 0 0,0 0 0 0 0,-1 0 1 0 0,1 0-1 0 0,0 0 0 0 0,0 0 1 0 0,0 0-1 0 0,0 1 0 0 0,-1-1 1 0 0,1 0-1 0 0,0 0 0 0 0,0 0 1 0 0,0 0-1 0 0,0 1 0 0 0,0-1 1 0 0,0 0-1 0 0,0 0 0 0 0,0 0 1 0 0,-1 1-1 0 0,1-1 0 0 0,0 0 1 0 0,0 0-1 0 0,0 0 1 0 0,0 1-1 0 0,0-1 0 0 0,0 0 1 0 0,0 0-1 0 0,0 0 0 0 0,0 1 1 0 0,0-1-1 0 0,1 0 0 0 0,-1 0 53 0 0,0 13-3575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0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17 240 0 0,'0'-17'3705'0'0,"0"23"-2341"0"0,0 32-1110 0 0,0-9-103 0 0,1-1 140 0 0,-6 52 0 0 0,-2-43-137 0 0,3-16 3 0 0,1 0 1 0 0,-1 31 0 0 0,3-27-67 0 0,0-14-92 0 0,1-1 0 0 0,0 1 0 0 0,0-1 0 0 0,1 1 0 0 0,0-1 0 0 0,1 0 0 0 0,0 0 0 0 0,1 1 0 0 0,0-1 0 0 0,9 18 0 0 0,6 3-372 0 0,-16-28 252 0 0,-2-2 88 0 0,0-1-1 0 0,0 1 1 0 0,1-1 0 0 0,-1 0-1 0 0,0 1 1 0 0,0-1 0 0 0,0 1-1 0 0,1-1 1 0 0,-1 0 0 0 0,0 1-1 0 0,1-1 1 0 0,-1 0 0 0 0,0 1-1 0 0,1-1 1 0 0,-1 0 0 0 0,0 0-1 0 0,1 1 1 0 0,-1-1 0 0 0,0 0 0 0 0,1 0-1 0 0,-1 0 1 0 0,1 1 0 0 0,-1-1-1 0 0,0 0 1 0 0,1 0 0 0 0,-1 0-1 0 0,1 0 1 0 0,36-2-2181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1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0 960 0 0,'-23'55'3442'0'0,"1"2"-2241"0"0,0 10-1121 0 0,0 6-80 0 0,0 8 80 0 0,-1-12 0 0 0,-21-8 0 0 0,22-19-80 0 0,22-3 80 0 0,0-7 0 0 0,22-13-240 0 0,0-28-561 0 0,0-5-1280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1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1 1281 0 0,'-44'66'1280'0'0,"-1"-1"-159"0"0,-21 6-241 0 0,21-16-480 0 0,23 2-160 0 0,22-15 0 0 0,0-13-240 0 0,22-21-80 0 0,-22 2-240 0 0,45-14-720 0 0,-23-16-2002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2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0 400 0 0,'-22'53'2561'0'0,"-45"3"-1280"0"0,23-5-721 0 0,-1 10-80 0 0,23-4-320 0 0,22 3-79 0 0,-22 10 159 0 0,-1-18-80 0 0,23 5-80 0 0,0-11-80 0 0,0 10-240 0 0,23-28-481 0 0,21-22-1520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2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0 2481 0 0,'-22'53'1921'0'0,"0"-2"-881"0"0,44-13-639 0 0,-22-10-321 0 0,22-5-80 0 0,-22-9 0 0 0,22-10 0 0 0,-4-4-80 0 0,4-8 0 0 0,1-16-561 0 0,-1 1-239 0 0,0 3-721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2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2641 0 0,'-22'65'801'0'0,"0"-4"-801"0"0,0 10 400 0 0,22-14 400 0 0,0-6-80 0 0,0-13-399 0 0,22-6-241 0 0,0-18-80 0 0,0-5-80 0 0,1-9 0 0 0,-1-9-321 0 0,22-15-399 0 0,-21-4-801 0 0,21 5-720 0 0</inkml:trace>
  <inkml:trace contextRef="#ctx0" brushRef="#br0" timeOffset="1">156 239 2321 0 0,'-22'61'2241'0'0,"22"0"-1280"0"0,0 0-561 0 0,0-4-320 0 0,0-11-80 0 0,22-13 0 0 0,1-19-80 0 0,21-10-320 0 0,-22-22-1121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3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0 720 0 0,'0'14'320'0'0,"0"-10"-800"0"0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3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0 1761 0 0,'-45'51'1921'0'0,"23"2"-1281"0"0,0-12-80 0 0,0-7 81 0 0,-1-16-321 0 0,46-9-320 0 0,-1-18-961 0 0,-22-19-1440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3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552 114 4082 0 0,'-22'51'1601'0'0,"22"-15"-1521"0"0,22-7-320 0 0,0-15-1 0 0,0-8-479 0 0,0-16-2001 0 0</inkml:trace>
  <inkml:trace contextRef="#ctx0" brushRef="#br0" timeOffset="1">67 0 3041 0 0,'-44'57'2482'0'0,"44"-6"-1762"0"0,-22 6-720 0 0,22-21-80 0 0,22-7 80 0 0,-22-19-160 0 0,22-20-2882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4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440 1 3442 0 0,'-22'60'2161'0'0,"-45"6"-1761"0"0,23 4-400 0 0,-23 0 0 0 0,1-4 80 0 0,21-9 0 0 0,1-16 0 0 0,-1-3-80 0 0,5-15-80 0 0,40-28-560 0 0,0-13-2082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4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1 2321 0 0,'-44'37'1521'0'0,"-23"15"-641"0"0,22 5-240 0 0,23-6-159 0 0,0-9-321 0 0,22-9-160 0 0,0-9-80 0 0,0-6 0 0 0,0-9-160 0 0,22-14-561 0 0,23-9-1120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4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1 1121 0 0,'-44'71'3441'0'0,"-1"-6"-2160"0"0,23-9-1041 0 0,22-9-240 0 0,0-15-80 0 0,0-12 160 0 0,22-20-80 0 0,0-14-240 0 0,23-10-561 0 0,-1-23-1440 0 0</inkml:trace>
  <inkml:trace contextRef="#ctx0" brushRef="#br0" timeOffset="1">134 86 1601 0 0,'-44'61'2641'0'0,"-1"-9"-1441"0"0,45-1-799 0 0,-22-19-161 0 0,0-8-160 0 0,44-15-80 0 0,-22-3 0 0 0,22-16-80 0 0,23-14-400 0 0,-1-17-2082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5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134 170 3041 0 0,'-23'79'2882'0'0,"23"-14"-2322"0"0,0-18-720 0 0,23-19 0 0 0,-1-14 160 0 0,0-24-80 0 0,22-22-561 0 0,23-29-2880 0 0</inkml:trace>
  <inkml:trace contextRef="#ctx0" brushRef="#br0" timeOffset="1">289 0 1121 0 0,'-67'108'3041'0'0,"1"15"-1200"0"0,-23-2-1121 0 0,44-19-720 0 0,23-35-240 0 0,44-39-320 0 0,1-34-1601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5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2481 0 0,'0'19'1681'0'0,"0"9"-721"0"0,22 14-479 0 0,0 1-321 0 0,1-2-80 0 0,-1-3-80 0 0,-22 9 160 0 0,22 4 80 0 0,0-13-80 0 0,0-14-160 0 0,-22-11-160 0 0,18-17-240 0 0,27-11-1681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6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2001 0 0,'22'37'1040'0'0,"0"-9"-880"0"0,0-14-320 0 0,1-8-240 0 0,-23-16-1361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6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262 150 4082 0 0,'-22'51'1761'0'0,"22"1"-1441"0"0,22-1-480 0 0,-22 2 80 0 0,0-12 80 0 0,-22-3 0 0 0,22-6-80 0 0,0-8-80 0 0,0-5-321 0 0,0-9-559 0 0,0-16-1601 0 0</inkml:trace>
  <inkml:trace contextRef="#ctx0" brushRef="#br0" timeOffset="1">0 0 80 0 0,'0'38'3762'0'0,"0"3"-2162"0"0,44-7-1439 0 0,-26-7-322 0 0,27 11 81 0 0,-23 5 321 0 0,22-2-81 0 0,-21-7-240 0 0,-23-12-321 0 0,0-3-479 0 0,22-14-1441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6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0 560 0 0,'0'0'961'0'0,"0"10"-161"0"0,0 9-160 0 0,0 13-79 0 0,22 11-241 0 0,1-11-160 0 0,-23 2-80 0 0,0-16-80 0 0,0-9-80 0 0,0-18-160 0 0,22-9-881 0 0,0-6-880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7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1 480 0 0,'0'8'1521'0'0,"0"16"320"0"0,0 27-160 0 0,22 6-1121 0 0,-22-5-480 0 0,23-1-160 0 0,-1 6 160 0 0,-44-6-80 0 0,22-9-80 0 0,-23 1 80 0 0,1-11-80 0 0,22-28-561 0 0,-22-8-1359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7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84 320 0 0,'0'5'1281'0'0,"-22"10"-1"0"0,-1 31 1 0 0,-21 9-801 0 0,22 2-400 0 0,0-6-80 0 0,-1 1 80 0 0,-21-9 80 0 0,22-2-80 0 0,-1 7 160 0 0,1-25-80 0 0,44-19-240 0 0,-22-13-320 0 0,45-9-720 0 0,-23-6-1762 0 0</inkml:trace>
  <inkml:trace contextRef="#ctx0" brushRef="#br0" timeOffset="1">396 0 240 0 0,'0'9'1121'0'0,"-23"29"-1"0"0,-39 41-159 0 0,-4 6-561 0 0,21-1-240 0 0,1-14 160 0 0,-1-5-160 0 0,23-8 80 0 0,0-6 80 0 0,-23-3-80 0 0,45-7-160 0 0,0-21-480 0 0,23-20-1040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8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0 320 0 0,'-22'57'2401'0'0,"22"-16"-1760"0"0,22 16-721 0 0,-44 9 160 0 0,-23 8 160 0 0,45 11 160 0 0,0-20-160 0 0,-22-9-160 0 0,22-3-80 0 0,0-12-80 0 0,0-21-720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8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0 2001 0 0,'-22'57'1761'0'0,"22"-33"-1281"0"0,22-30-960 0 0,44-31-2722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8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0 2081 0 0,'-44'43'1201'0'0,"-23"8"-641"0"0,0 1-160 0 0,23-5 0 0 0,0-1-160 0 0,21-7-80 0 0,-21-17-80 0 0,44-17-160 0 0,0-14-320 0 0,22-9-800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9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 2321 0 0,'-45'47'2081'0'0,"-21"-5"-1521"0"0,44-5-320 0 0,-1 5-80 0 0,1-9-80 0 0,22-9-160 0 0,22-14 0 0 0,1-20-2001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19:49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396 0 2401 0 0,'-66'67'1761'0'0,"21"-2"-1041"0"0,1-4-400 0 0,-1-5-240 0 0,23-19 0 0 0,22-9-80 0 0,22-23-320 0 0,1-14-960 0 0</inkml:trace>
  <inkml:trace contextRef="#ctx0" brushRef="#br0" timeOffset="1">219 75 1601 0 0,'-63'71'1921'0'0,"19"-6"-1041"0"0,0-8-240 0 0,21-6-240 0 0,1-17-319 0 0,0-12-81 0 0,44-18-81 0 0,0-12 1 0 0,23-10-480 0 0,-23-11-2241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34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17 1281 0 0,'4'-1'653'0'0,"-4"1"-507"0"0,1 0 1 0 0,0 0-1 0 0,0 0 0 0 0,0 0 0 0 0,0-1 0 0 0,0 1 0 0 0,0 0 0 0 0,0 0 0 0 0,0-1 1 0 0,-1 1-1 0 0,1 0 0 0 0,0-1 0 0 0,0 1 0 0 0,0-1 0 0 0,-1 1 0 0 0,1-1 0 0 0,0 0 1 0 0,-1 1-1 0 0,1-1 0 0 0,0 1 0 0 0,0-2 0 0 0,0 1-39 0 0,-1 1 1 0 0,1-1-1 0 0,0 1 0 0 0,-1-1 1 0 0,1 1-1 0 0,0-1 0 0 0,0 1 1 0 0,0 0-1 0 0,-1 0 0 0 0,1-1 1 0 0,0 1-1 0 0,0 0 0 0 0,0 0 1 0 0,-1 0-1 0 0,1 0 0 0 0,0 0 0 0 0,0 0 1 0 0,0 0-1 0 0,0 0 0 0 0,0 0 1 0 0,0 0-1 0 0,0 0 40 0 0,2 0 707 0 0,-6 0-268 0 0,-29-1 406 0 0,18 0-789 0 0,0 1-1 0 0,-1 0 0 0 0,-14 3 0 0 0,25 0-135 0 0,0-2 0 0 0,-10-1-41 0 0,6 0 28 0 0,-7 0-28 0 0,12 0 121 0 0,1-2-67 0 0,26 3 94 0 0,103 1 1160 0 0,-76-3-761 0 0,8 4-205 0 0,0 4-1 0 0,113 26 1 0 0,-156-29-364 0 0,12 6-19 0 0,-24-8 7 0 0,1 0-1 0 0,0 0 1 0 0,0 0-1 0 0,0 0 0 0 0,10 1 1 0 0,163 21 168 0 0,-85-16-127 0 0,180-6 0 0 0,-224-5 25 0 0,-23 1-22 0 0,0 1 0 0 0,0 1 0 0 0,0 2 0 0 0,0 0 1 0 0,0 2-1 0 0,0 1 0 0 0,31 10 0 0 0,-45-13-10 0 0,0 0 0 0 0,0-1 0 0 0,0 0 0 0 0,15-2 0 0 0,-10 1 4 0 0,361 14 677 0 0,-331-12-499 0 0,86-7 0 0 0,-91 1-102 0 0,0 2 0 0 0,68 6 0 0 0,-54 1-37 0 0,-37-4-56 0 0,-1 0 0 0 0,1 2 0 0 0,0 0 0 0 0,24 8-1 0 0,-24-6 1 0 0,-38-7-2360 0 0,-22-1-1868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35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43 480 0 0,'-22'10'4162'0'0,"22"-6"-2721"0"0,0 6-1441 0 0,0-5-80 0 0,22-5 160 0 0,-22-5 0 0 0,22 0-160 0 0,-22 0 0 0 0,0 1 0 0 0,22 0 0 0 0,-22-2-160 0 0,0 2 160 0 0,0 0-241 0 0,0-2-639 0 0,0-8-641 0 0,0 0-240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36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0 1361 0 0,'0'7'3848'0'0,"0"-14"-1774"0"0,0 8-2054 0 0,0-1 0 0 0,0 1 0 0 0,1-1-1 0 0,-1 1 1 0 0,0-1 0 0 0,0 1 0 0 0,0-1 0 0 0,0 1-1 0 0,0-1 1 0 0,0 1 0 0 0,0 0 0 0 0,0-1-1 0 0,0 1 1 0 0,0-1 0 0 0,-1 1 0 0 0,1-1 0 0 0,0 0-1 0 0,0 1 1 0 0,0-1 0 0 0,-1 1 0 0 0,1-1-1 0 0,0 1 1 0 0,0-1 0 0 0,-1 1 0 0 0,1-1 0 0 0,0 0-1 0 0,-1 1 1 0 0,0-1 0 0 0,0 2 29 0 0,-1-1-1 0 0,1 0 1 0 0,-1 0 0 0 0,1 1 0 0 0,0-1-1 0 0,-1 1 1 0 0,1-1 0 0 0,0 1 0 0 0,0-1-1 0 0,0 1 1 0 0,0 0 0 0 0,0 0 0 0 0,1-1-1 0 0,-1 1 1 0 0,0 0 0 0 0,1 0 0 0 0,0 0-1 0 0,-1 0 1 0 0,1 0 0 0 0,0 0-1 0 0,0 0 1 0 0,0 0 0 0 0,0-1 0 0 0,0 1-1 0 0,1 2 1 0 0,-1-2-22 0 0,0-1-1 0 0,-1 0 1 0 0,1 0 0 0 0,0 0-1 0 0,0 0 1 0 0,-1 0 0 0 0,1 0-1 0 0,0 0 1 0 0,-1 0 0 0 0,1 0-1 0 0,-1 0 1 0 0,0 0-1 0 0,1 0 1 0 0,-1 0 0 0 0,0 0-1 0 0,0 0 1 0 0,1-1 0 0 0,-3 3-1 0 0,2-3-12 0 0,0 1 0 0 0,0 0 0 0 0,0 0 0 0 0,1 0 0 0 0,-1 0 1 0 0,0 0-1 0 0,0 0 0 0 0,1 0 0 0 0,-1 0 0 0 0,0 0 0 0 0,1 0 0 0 0,-1 0 0 0 0,1 1 0 0 0,0-1 0 0 0,-1 0 0 0 0,1 0 0 0 0,0 1 0 0 0,0-1 0 0 0,0 2 0 0 0,0 193 1120 0 0,0-195-1129 0 0,0-1 0 0 0,0 1 0 0 0,0 0-1 0 0,-1 0 1 0 0,1 0 0 0 0,0 0 0 0 0,0 0 0 0 0,0 0 0 0 0,-1 0-1 0 0,1 0 1 0 0,-1 0 0 0 0,1 0 0 0 0,0 0 0 0 0,-1 0 0 0 0,1 0-1 0 0,-1-1 1 0 0,0 1 0 0 0,1 0 0 0 0,-1 0 0 0 0,0-1 0 0 0,0 1-1 0 0,1 0 1 0 0,-1-1 0 0 0,-1 1 0 0 0,1 0-4 0 0,1-1 0 0 0,-1 1 0 0 0,0-1 0 0 0,0 1 0 0 0,1 0 0 0 0,-1-1 0 0 0,0 1 1 0 0,1 0-1 0 0,-1 0 0 0 0,1-1 0 0 0,-1 1 0 0 0,1 0 0 0 0,-1 0 0 0 0,1 0 0 0 0,0 0 0 0 0,-1-1 0 0 0,1 1 0 0 0,0 0 0 0 0,0 0 0 0 0,-1 0 1 0 0,1 0-1 0 0,0 0 0 0 0,0 2 0 0 0,0 62 12 0 0,0-63-9 0 0,0-1-1 0 0,0 0 1 0 0,1 0 0 0 0,-1 0-1 0 0,0 1 1 0 0,0-1 0 0 0,1 0 0 0 0,-1 0-1 0 0,1 0 1 0 0,-1 1 0 0 0,1-1-1 0 0,-1 0 1 0 0,1 0 0 0 0,0 0-1 0 0,-1 0 1 0 0,1 0 0 0 0,0 0-1 0 0,0 0 1 0 0,1 1 0 0 0,-1-1-3 0 0,0 0 1 0 0,0 0 0 0 0,0-1-1 0 0,0 1 1 0 0,0 0 0 0 0,-1 0-1 0 0,1 0 1 0 0,0 0 0 0 0,-1 1-1 0 0,1-1 1 0 0,-1 0 0 0 0,1 0-1 0 0,-1 0 1 0 0,1 0 0 0 0,-1 1-1 0 0,0-1 1 0 0,0 0 0 0 0,0 0-1 0 0,1 3 1 0 0,-1 9 5 0 0,1-10-8 0 0,-1 1 1 0 0,1-1-1 0 0,-1 1 1 0 0,0 0-1 0 0,0-1 0 0 0,0 1 1 0 0,-1 0-1 0 0,0-1 1 0 0,1 1-1 0 0,-1-1 0 0 0,-2 6 1 0 0,0-6 8 0 0,1 0 0 0 0,0 0-1 0 0,0 1 1 0 0,0 0 0 0 0,1-1 0 0 0,-1 1 0 0 0,1 0 0 0 0,0 0-1 0 0,0-1 1 0 0,0 1 0 0 0,0 0 0 0 0,1 0 0 0 0,-1 0 0 0 0,1 0 0 0 0,0 0-1 0 0,1 8 1 0 0,-1 61 152 0 0,0-72-153 0 0,0 0-1 0 0,0 1 1 0 0,0-1-1 0 0,0 0 1 0 0,-1 0 0 0 0,1 0-1 0 0,0 0 1 0 0,-1 0-1 0 0,1 0 1 0 0,-1 0-1 0 0,1 0 1 0 0,-1 0-1 0 0,0 0 1 0 0,1 0-1 0 0,-1-1 1 0 0,0 1-1 0 0,0 0 1 0 0,1 0 0 0 0,-3 0-1 0 0,2 0-8 0 0,0 0-1 0 0,1 0 0 0 0,-1-1 1 0 0,0 1-1 0 0,0 0 1 0 0,1 0-1 0 0,-1 0 1 0 0,0 0-1 0 0,1 0 1 0 0,-1-1-1 0 0,1 1 1 0 0,-1 1-1 0 0,1-1 1 0 0,-1 0-1 0 0,1 0 0 0 0,0 0 1 0 0,0 0-1 0 0,-1 0 1 0 0,1 2-1 0 0,1 0 10 0 0,-1-1 0 0 0,0 1-1 0 0,0 0 1 0 0,0 0 0 0 0,0-1-1 0 0,0 1 1 0 0,0 0 0 0 0,-1 0-1 0 0,1-1 1 0 0,-1 1 0 0 0,0 0-1 0 0,0-1 1 0 0,0 1 0 0 0,0-1-1 0 0,0 1 1 0 0,-1-1 0 0 0,1 1-1 0 0,-1-1 1 0 0,1 0 0 0 0,-1 0-1 0 0,-2 3 1 0 0,2-2-24 0 0,1 1 0 0 0,0-1 0 0 0,0 1 0 0 0,0 0 0 0 0,1-1 0 0 0,0 1 0 0 0,-1 0 0 0 0,1 0 0 0 0,0 0 0 0 0,1-1 0 0 0,0 7 0 0 0,0 5 61 0 0,-1-10-47 0 0,0-1 52 0 0,1 0-1 0 0,-1 0 0 0 0,0 0 1 0 0,0 0-1 0 0,0 1 0 0 0,-1-1 0 0 0,1 0 1 0 0,-1 0-1 0 0,0 0 0 0 0,0 0 1 0 0,-1-1-1 0 0,1 1 0 0 0,-1 0 1 0 0,0 0-1 0 0,0-1 0 0 0,0 1 1 0 0,-3 3-1 0 0,5-7-44 0 0,-1 1 0 0 0,1-1 0 0 0,0 1 0 0 0,-1-1-1 0 0,1 1 1 0 0,0-1 0 0 0,-1 1 0 0 0,1-1 0 0 0,0 1 0 0 0,0 0 0 0 0,0-1-1 0 0,-1 1 1 0 0,1-1 0 0 0,0 1 0 0 0,0 0 0 0 0,0-1 0 0 0,0 1 0 0 0,0 0-1 0 0,0-1 1 0 0,0 1 0 0 0,0-1 0 0 0,0 1 0 0 0,1 0 0 0 0,-1-1 0 0 0,0 1-1 0 0,0-1 1 0 0,0 1 0 0 0,1 0 0 0 0,-1-1 0 0 0,0 1 0 0 0,1-1 0 0 0,-1 1-1 0 0,0-1 1 0 0,1 1 0 0 0,-1-1 0 0 0,1 1 0 0 0,-1-1 0 0 0,1 0 0 0 0,-1 1-1 0 0,1-1 1 0 0,-1 1 0 0 0,1-1 0 0 0,-1 0 0 0 0,1 0 0 0 0,0 1 0 0 0,-1-1-1 0 0,2 0 1 0 0,-2 1 1 0 0,1-1-1 0 0,0 1 1 0 0,0-1-1 0 0,0 1 1 0 0,-1-1-1 0 0,1 1 1 0 0,0 0 0 0 0,-1-1-1 0 0,1 1 1 0 0,-1 0-1 0 0,1-1 1 0 0,-1 1-1 0 0,1 0 1 0 0,-1 0-1 0 0,1 0 1 0 0,-1 0-1 0 0,1 1 1 0 0,-1 194 1022 0 0,0-193-1023 0 0,1 0 0 0 0,-1 0-1 0 0,1 0 1 0 0,-1 0 0 0 0,1 0 0 0 0,0 0-1 0 0,1 0 1 0 0,-1 0 0 0 0,0 0 0 0 0,1-1-1 0 0,-1 1 1 0 0,1 0 0 0 0,0-1 0 0 0,0 0 0 0 0,3 4-1 0 0,14 20 190 0 0,-14-15-65 0 0,0 0 0 0 0,2 0-1 0 0,10 14 1 0 0,-7-11-158 0 0,-9-10-112 0 0,0-1 0 0 0,0 0 0 0 0,0 1 0 0 0,-1-1 0 0 0,0 1 0 0 0,1-1 0 0 0,-1 1 0 0 0,0-1 0 0 0,-1 0 0 0 0,1 1 0 0 0,-1-1 0 0 0,1 1 0 0 0,-3 5 0 0 0,1-9-194 0 0,0-1-1 0 0,-1 1 1 0 0,1-1-1 0 0,0 1 1 0 0,0-1-1 0 0,0 0 1 0 0,0 0-1 0 0,0 0 1 0 0,0 0 0 0 0,0 0-1 0 0,0 0 1 0 0,0-1-1 0 0,1 1 1 0 0,-1 0-1 0 0,0-1 1 0 0,1 0-1 0 0,-3-2 1 0 0,0-25-3306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3:33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2241 0 0,'22'6'2481'0'0,"-22"-2"-880"0"0,22-4-321 0 0,-22-4-3521 0 0,0-2 80 0 0,0-2 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3:33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0 3121 0 0,'22'6'5763'0'0,"-22"-2"-3682"0"0,-22-4-1601 0 0,0 0-720 0 0,22 4 80 0 0,0 2-320 0 0,0-2-481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3:35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4 1441 0 0,'3'4'5898'0'0,"12"-2"-5313"0"0,-19-1-507 0 0,-1 0 0 0 0,1 0 1 0 0,0 1-1 0 0,0 0 0 0 0,-1 0 1 0 0,1 0-1 0 0,-7 5 1 0 0,11-6-83 0 0,0-1 0 0 0,0 0 0 0 0,0 1 0 0 0,0-1 0 0 0,0 0 0 0 0,0 1 0 0 0,0-1 0 0 0,-1 0 0 0 0,1 1 0 0 0,0-1 0 0 0,0 0 0 0 0,0 0 0 0 0,-1 1 0 0 0,1-1 0 0 0,0 0 0 0 0,0 0 0 0 0,-1 1 0 0 0,1-1 0 0 0,0 0 0 0 0,-1 0 0 0 0,1 0 0 0 0,0 1 0 0 0,-1-1 0 0 0,1 0 0 0 0,0 0 0 0 0,-1 0 0 0 0,1 0 0 0 0,0 0 0 0 0,-1 0 0 0 0,1 0 0 0 0,0 0 0 0 0,-1 0 0 0 0,1 0 0 0 0,0 0 0 0 0,-1 0 0 0 0,0 0-9 0 0,1 0 1 0 0,-1 0 0 0 0,1 0-1 0 0,-1 0 1 0 0,1 0-1 0 0,-1 0 1 0 0,1 0 0 0 0,-1 0-1 0 0,1 0 1 0 0,0 1 0 0 0,-1-1-1 0 0,1 0 1 0 0,-1 0 0 0 0,1 0-1 0 0,-1 1 1 0 0,1-1 0 0 0,0 0-1 0 0,-1 1 1 0 0,1-1-1 0 0,-1 0 1 0 0,1 1 0 0 0,0-1-1 0 0,0 0 1 0 0,-1 1 0 0 0,1-1-1 0 0,0 0 1 0 0,-1 1 0 0 0,1-1-1 0 0,0 1 1 0 0,0-1-1 0 0,0 1 1 0 0,0-1 0 0 0,-1 1-1 0 0,1-1 1 0 0,0 1 0 0 0,0-1-1 0 0,0 1 1 0 0,0 0-175 0 0,-10 4-1641 0 0,9-5 1756 0 0,1 1 0 0 0,-1-1-1 0 0,0 0 1 0 0,0 0 0 0 0,1 1 0 0 0,-1-1-1 0 0,0 0 1 0 0,1 1 0 0 0,-1-1-1 0 0,1 1 1 0 0,-1-1 0 0 0,0 1 0 0 0,1-1-1 0 0,-1 1 1 0 0,1-1 0 0 0,-1 1-1 0 0,1 0 1 0 0,-1 0 0 0 0,1-1 52 0 0,0 1 0 0 0,1-1 0 0 0,-1 0 1 0 0,0 1-1 0 0,0-1 0 0 0,0 0 0 0 0,1 0 1 0 0,-1 1-1 0 0,0-1 0 0 0,1 0 0 0 0,-1 0 1 0 0,0 1-1 0 0,1-1 0 0 0,-1 0 0 0 0,0 0 0 0 0,1 0 1 0 0,-1 0-1 0 0,0 1 0 0 0,1-1 0 0 0,-1 0 1 0 0,0 0-1 0 0,1 0 0 0 0,-1 0 0 0 0,1 0 1 0 0,-1 0-1 0 0,0 0 0 0 0,1 0 0 0 0,-1 0 0 0 0,1 0 1 0 0,-1 0-1 0 0,0 0 0 0 0,1 0 0 0 0,0-1 1 0 0,2 1-43 0 0,-14 0 102 0 0,7 0 134 0 0,22 0 613 0 0,31-18 1427 0 0,-1-1-520 0 0,-26 10-1067 0 0,-7 9-534 0 0,-9 0-39 0 0,-4-1-59 0 0,-1 1 0 0 0,0 0 1 0 0,0 0-1 0 0,0-1 0 0 0,0 1 1 0 0,0 0-1 0 0,0 0 0 0 0,1 0 0 0 0,-1 1 1 0 0,0-1-1 0 0,0 0 0 0 0,0 0 1 0 0,0 1-1 0 0,0-1 0 0 0,0 0 1 0 0,0 1-1 0 0,0-1 0 0 0,0 1 1 0 0,0-1-1 0 0,0 1 0 0 0,0 0 0 0 0,0 0 1 0 0,0-1-1 0 0,0 1 0 0 0,-1 0 1 0 0,1 0-1 0 0,1 1 0 0 0,-2-2-4 0 0,0 0 3 0 0,-30 31-47 0 0,30-30 56 0 0,-1 0 1 0 0,1 0 0 0 0,-1 0 0 0 0,0 0 0 0 0,0 0 0 0 0,1 0 0 0 0,-1 0-1 0 0,0-1 1 0 0,0 1 0 0 0,0 0 0 0 0,0-1 0 0 0,0 1 0 0 0,0 0 0 0 0,0-1-1 0 0,0 0 1 0 0,-2 2 0 0 0,-2-1-3 0 0,1 3 13 0 0,33-18 119 0 0,67-18-293 0 0,-67 22-1401 0 0,54-12 1 0 0,-80 23-655 0 0,-3 6-359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3:36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1201 0 0,'0'0'1200'0'0,"0"-4"-1360"0"0,0-4-800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42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374 34 3201 0 0,'59'-27'4549'0'0,"-37"20"-3012"0"0,-27 10-1292 0 0,4-2-196 0 0,-1 0 1 0 0,1-1-1 0 0,-1 1 1 0 0,1-1-1 0 0,-1 1 1 0 0,0-1-1 0 0,1 1 1 0 0,-1-1-1 0 0,1 0 0 0 0,-1 0 1 0 0,0 0-1 0 0,1 0 1 0 0,-1 0-1 0 0,0 0 1 0 0,1-1-1 0 0,-1 1 1 0 0,1 0-1 0 0,-3-1 22 0 0,4 1-51 0 0,0 0-1 0 0,0 0 1 0 0,1 0 0 0 0,-1 0-1 0 0,0 0 1 0 0,0 0-1 0 0,0 1 1 0 0,0-1 0 0 0,0 0-1 0 0,0 0 1 0 0,0 0-1 0 0,0 0 1 0 0,0 1-1 0 0,0-1 1 0 0,0 0 0 0 0,0 0-1 0 0,0 0 1 0 0,0 0-1 0 0,0 0 1 0 0,0 1 0 0 0,0-1-1 0 0,-1 0 1 0 0,1 0-1 0 0,0 0 1 0 0,0 0 0 0 0,0 0-1 0 0,0 0 1 0 0,0 1-1 0 0,0-1 1 0 0,0 0 0 0 0,0 0-1 0 0,0 0 1 0 0,-1 0-1 0 0,1 0 1 0 0,0 0-1 0 0,0 0 1 0 0,0 0 0 0 0,0 0-1 0 0,0 1 1 0 0,-1-1-1 0 0,1 0 1 0 0,0 0 0 0 0,0 0-1 0 0,0 0 1 0 0,0 0-1 0 0,0 0 1 0 0,-1 0 0 0 0,1 0-1 0 0,0 0 1 0 0,0 0-1 0 0,0 0 1 0 0,-14 4 136 0 0,2 2-1 0 0,-1-1 1 0 0,0 2-1 0 0,-12 8 1 0 0,-9 4 26 0 0,-7 3 7 0 0,-45 32-1 0 0,72-44-173 0 0,0 1 0 0 0,1 0 0 0 0,0 1-1 0 0,1 1 1 0 0,0 0 0 0 0,-16 23 0 0 0,6-4-3 0 0,17-26-11 0 0,-1 1 0 0 0,1 0 1 0 0,1 0-1 0 0,-1 0 0 0 0,1 0 0 0 0,1 1 0 0 0,-1 0 0 0 0,1 0 0 0 0,1 0 0 0 0,-1 0 0 0 0,1 0 0 0 0,0 10 0 0 0,5 14 98 0 0,-3-31-104 0 0,0 0 0 0 0,0 0 0 0 0,1 0 0 0 0,-1 0-1 0 0,1 0 1 0 0,-1 0 0 0 0,1 0 0 0 0,-1 0 0 0 0,1 0 0 0 0,0 0-1 0 0,-1-1 1 0 0,1 1 0 0 0,0 0 0 0 0,0 0 0 0 0,-1-1-1 0 0,3 2 1 0 0,1-1-130 0 0,0 0-1 0 0,0 0 1 0 0,0-1 0 0 0,0 1-1 0 0,0-1 1 0 0,1 0-1 0 0,-1 0 1 0 0,0-1-1 0 0,0 1 1 0 0,0-1 0 0 0,7-2-1 0 0,52-11-3585 0 0,4-12-2482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42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16 1121 0 0,'-37'-8'7590'0'0,"34"7"-6203"0"0,3 1-1280 0 0,1-1 0 0 0,-1 1 0 0 0,1-1-1 0 0,0 1 1 0 0,-1-1 0 0 0,1 1 0 0 0,0-1 0 0 0,0 1 0 0 0,-1 0 0 0 0,1-1 0 0 0,0 1-1 0 0,0 0 1 0 0,0-1 0 0 0,-1 1 0 0 0,1 0 0 0 0,0 0 0 0 0,0 0 0 0 0,0 0 0 0 0,0 0-1 0 0,-1 0 1 0 0,1 0 0 0 0,1 0 0 0 0,33 0 103 0 0,-22 1 43 0 0,13-1-228 0 0,1 2 0 0 0,0 0 0 0 0,0 2 0 0 0,-1 1 0 0 0,0 1 0 0 0,0 2 0 0 0,29 12 0 0 0,-54-20-23 0 0,0 0-1 0 0,1 1 1 0 0,-1-1-1 0 0,0 0 1 0 0,0 1 0 0 0,0-1-1 0 0,0 1 1 0 0,0 0-1 0 0,-1-1 1 0 0,1 1-1 0 0,0 0 1 0 0,0-1-1 0 0,0 1 1 0 0,0 0-1 0 0,-1 0 1 0 0,1 0-1 0 0,0 0 1 0 0,-1 0-1 0 0,1 0 1 0 0,-1 0-1 0 0,1 0 1 0 0,0 1-1 0 0,-2 0 3 0 0,1-1 1 0 0,-1 0-1 0 0,0 1 0 0 0,1-1 0 0 0,-1 0 0 0 0,0 0 0 0 0,0 0 0 0 0,0 0 0 0 0,0 0 0 0 0,0 0 0 0 0,0 0 1 0 0,0 0-1 0 0,0 0 0 0 0,-1 0 0 0 0,1-1 0 0 0,0 1 0 0 0,0 0 0 0 0,-1-1 0 0 0,1 1 0 0 0,0-1 0 0 0,-1 1 1 0 0,1-1-1 0 0,-2 0 0 0 0,-41 13 121 0 0,0-3 1 0 0,0-2-1 0 0,-82 5 0 0 0,18-2 468 0 0,100-10-549 0 0,16-2 6 0 0,14-2-24 0 0,122-10 193 0 0,-127 12-230 0 0,0 2 1 0 0,0 0 0 0 0,0 1-1 0 0,0 0 1 0 0,0 2 0 0 0,22 6-1 0 0,-34-8 0 0 0,0 1-1 0 0,0-1 1 0 0,0 1-1 0 0,0 0 0 0 0,0 0 1 0 0,-1 1-1 0 0,1-1 1 0 0,-1 1-1 0 0,0 0 0 0 0,0 0 1 0 0,4 6-1 0 0,-7-9 9 0 0,0 1 0 0 0,0-1 0 0 0,0 1-1 0 0,-1-1 1 0 0,1 1 0 0 0,0 0 0 0 0,-1-1 0 0 0,1 1 0 0 0,-1 0-1 0 0,0-1 1 0 0,1 1 0 0 0,-1 0 0 0 0,0 0 0 0 0,0-1 0 0 0,0 1-1 0 0,0 0 1 0 0,-1 2 0 0 0,0-2 7 0 0,0 1-1 0 0,0-1 1 0 0,0 0 0 0 0,0 0 0 0 0,-1 0-1 0 0,1 0 1 0 0,-1 0 0 0 0,1 0-1 0 0,-1 0 1 0 0,0 0 0 0 0,0-1-1 0 0,0 1 1 0 0,0-1 0 0 0,0 1 0 0 0,0-1-1 0 0,-2 1 1 0 0,-13 7 73 0 0,0-1 1 0 0,0-1-1 0 0,-1 0 0 0 0,0-2 0 0 0,0 0 0 0 0,-28 4 1 0 0,19-6-723 0 0,0 0 1 0 0,-1-2 0 0 0,1-1-1 0 0,-35-5 1 0 0,60 5 15 0 0,-13-3-930 0 0,10-3-3497 0 0,5 2 721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44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34 1281 0 0,'-63'4'8137'0'0,"59"-3"-4202"0"0,4-1-3919 0 0,0-1 0 0 0,0 1 0 0 0,0 0 0 0 0,0 0 0 0 0,0 0 0 0 0,0 0 0 0 0,0 0 0 0 0,0 0 0 0 0,0 0 0 0 0,-1 0 0 0 0,1-1 0 0 0,0 1 0 0 0,0 0 0 0 0,0 0 0 0 0,0 0 0 0 0,0 0 0 0 0,0 0 0 0 0,0 0 0 0 0,0-1 0 0 0,0 1 0 0 0,0 0 0 0 0,0 0 0 0 0,0 0 0 0 0,0 0 0 0 0,0 0 0 0 0,0 0 0 0 0,1-1 0 0 0,-1 1 0 0 0,0 0 0 0 0,0 0 0 0 0,0 0 0 0 0,0 0 0 0 0,0 0 0 0 0,0 0 0 0 0,0 0 0 0 0,0 0 0 0 0,0-1 0 0 0,0 1 0 0 0,0 0 0 0 0,1 0 0 0 0,-1 0 0 0 0,0 0 0 0 0,0 0 0 0 0,0 0 0 0 0,0 0 0 0 0,0 0 0 0 0,0 0 0 0 0,0 0 0 0 0,1 0 0 0 0,-1 0 0 0 0,0 0 0 0 0,0 0 0 0 0,0 0 0 0 0,0 0 0 0 0,0 0 0 0 0,0 0 0 0 0,0 0 0 0 0,1 0 0 0 0,-1 0 0 0 0,0 0 0 0 0,0 0 0 0 0,0 0 0 0 0,0 0 0 0 0,0 0 0 0 0,0 0 0 0 0,1 0 0 0 0,-1 0 0 0 0,0 0 0 0 0,0 0 0 0 0,151-10 958 0 0,-51 9-790 0 0,111 2 419 0 0,-129-1-309 0 0,-95-7-3776 0 0,11 5 2730 0 0,0 0 1 0 0,-1 0 0 0 0,1 1-1 0 0,-1-1 1 0 0,1 1-1 0 0,-1-1 1 0 0,0 1-1 0 0,-5-2 1 0 0,-14 2-2811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45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91 960 0 0,'-6'-3'555'0'0,"0"1"1"0"0,-1-1-1 0 0,1 1 0 0 0,-1 0 0 0 0,0 1 0 0 0,1 0 0 0 0,-1 0 0 0 0,0 0 0 0 0,-8 1 0 0 0,3 1-331 0 0,1 1 1 0 0,-1 1-1 0 0,1-1 0 0 0,0 2 1 0 0,-13 5-1 0 0,-14 9 145 0 0,2 2 0 0 0,-38 26 0 0 0,72-45-336 0 0,0 1 1 0 0,0 0-1 0 0,0-1 1 0 0,0 1-1 0 0,0 0 0 0 0,1 0 1 0 0,-1 0-1 0 0,1 0 0 0 0,-1 1 1 0 0,1-1-1 0 0,0 0 0 0 0,-1 1 1 0 0,1-1-1 0 0,1 0 1 0 0,-1 1-1 0 0,0-1 0 0 0,0 1 1 0 0,1 0-1 0 0,0-1 0 0 0,-1 1 1 0 0,1-1-1 0 0,0 1 0 0 0,0 0 1 0 0,0-1-1 0 0,1 4 1 0 0,-1 1 72 0 0,0-5-87 0 0,1-1 0 0 0,-1 1 0 0 0,0 0-1 0 0,1-1 1 0 0,-1 1 0 0 0,1-1 0 0 0,0 1 0 0 0,-1-1 0 0 0,1 1 0 0 0,0-1 0 0 0,0 0 0 0 0,0 1-1 0 0,0-1 1 0 0,0 0 0 0 0,0 0 0 0 0,0 1 0 0 0,0-1 0 0 0,0 0 0 0 0,1 0 0 0 0,-1 0 0 0 0,0-1 0 0 0,1 1-1 0 0,-1 0 1 0 0,1 0 0 0 0,-1-1 0 0 0,1 1 0 0 0,-1-1 0 0 0,4 1 0 0 0,4 3 46 0 0,2 0-6 0 0,-1 0 0 0 0,1-1 0 0 0,0 0 0 0 0,0-1-1 0 0,0 0 1 0 0,0-1 0 0 0,1 0 0 0 0,-1-1 0 0 0,0 0-1 0 0,1-1 1 0 0,-1 0 0 0 0,0 0 0 0 0,0-1 0 0 0,0-1-1 0 0,0 0 1 0 0,0-1 0 0 0,-1 0 0 0 0,16-8 0 0 0,-9 4 36 0 0,-1-1 0 0 0,1-1 0 0 0,-2 0 0 0 0,0-2 0 0 0,0 1 0 0 0,-1-2 0 0 0,0 0 0 0 0,-1 0 0 0 0,19-26 0 0 0,-29 34-66 0 0,1 0 1 0 0,-1 0-1 0 0,0-1 0 0 0,-1 1 1 0 0,1-1-1 0 0,-1 1 0 0 0,0-1 0 0 0,0 0 1 0 0,-1 0-1 0 0,0 0 0 0 0,1-8 1 0 0,-2 11-34 0 0,0 1 0 0 0,-1 0 1 0 0,1-1-1 0 0,-1 1 1 0 0,1 0-1 0 0,-1-1 1 0 0,0 1-1 0 0,0 0 0 0 0,0 0 1 0 0,0 0-1 0 0,0 0 1 0 0,0 0-1 0 0,-1 0 0 0 0,1 0 1 0 0,-1 0-1 0 0,1 1 1 0 0,-1-1-1 0 0,0 0 0 0 0,0 1 1 0 0,1-1-1 0 0,-1 1 1 0 0,0 0-1 0 0,0 0 0 0 0,0 0 1 0 0,-1 0-1 0 0,1 0 1 0 0,0 0-1 0 0,0 0 0 0 0,-1 1 1 0 0,-2-1-1 0 0,-11-3-283 0 0,-1 1 1 0 0,1 1-1 0 0,-1 1 0 0 0,0 0 0 0 0,0 2 0 0 0,0 0 1 0 0,1 0-1 0 0,-1 1 0 0 0,-29 9 0 0 0,31-6-316 0 0,12 0-259 0 0,25 8-4809 0 0,-4-8 3136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45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33 2481 0 0,'0'0'119'0'0,"0"-1"1"0"0,0 0-1 0 0,0 1 0 0 0,-1-1 0 0 0,1 0 1 0 0,0 1-1 0 0,0-1 0 0 0,0 1 0 0 0,0-1 1 0 0,-1 0-1 0 0,1 1 0 0 0,0-1 0 0 0,-1 1 0 0 0,1-1 1 0 0,0 1-1 0 0,-1-1 0 0 0,1 1 0 0 0,0-1 1 0 0,-1 1-1 0 0,1-1 0 0 0,-1 1 0 0 0,1 0 1 0 0,-1-1-1 0 0,1 1 0 0 0,-1 0 0 0 0,0-1 1 0 0,1 1-1 0 0,-1 0 0 0 0,0-1 0 0 0,0 1 11 0 0,1 0 1 0 0,-1 0-1 0 0,0-1 0 0 0,1 1 0 0 0,-1 0 1 0 0,0-1-1 0 0,1 1 0 0 0,-1-1 0 0 0,1 1 0 0 0,-1-1 1 0 0,1 1-1 0 0,-1-1 0 0 0,1 1 0 0 0,-1-1 0 0 0,1 1 1 0 0,0-1-1 0 0,-1 1 0 0 0,1-1 0 0 0,0 0 0 0 0,-1 1 1 0 0,1-1-1 0 0,0 0 0 0 0,0 1 0 0 0,0-1 1 0 0,-1 0-1 0 0,1 0 0 0 0,0 1 0 0 0,0-1 0 0 0,0-1 1 0 0,0 2 616 0 0,4 0-587 0 0,7 3-133 0 0,-1-1 0 0 0,1 1 0 0 0,-1 1 0 0 0,0 0 0 0 0,0 0 0 0 0,0 1 0 0 0,-1 1 0 0 0,1-1 0 0 0,-1 1 0 0 0,-1 1 0 0 0,1 0 0 0 0,-1 0 0 0 0,0 1-1 0 0,8 10 1 0 0,-10-11 19 0 0,-1 1 0 0 0,0-1 0 0 0,-1 2-1 0 0,1-1 1 0 0,-1 0 0 0 0,-1 1-1 0 0,0-1 1 0 0,0 1 0 0 0,0 0-1 0 0,-1 0 1 0 0,-1 0 0 0 0,0 1-1 0 0,0-1 1 0 0,0 0 0 0 0,-1 0 0 0 0,-1 1-1 0 0,-1 11 1 0 0,-5 10 217 0 0,-1 1-1 0 0,-1-1 1 0 0,-2-1 0 0 0,-1 0 0 0 0,-2-1 0 0 0,0 0-1 0 0,-2-1 1 0 0,-1 0 0 0 0,-27 32 0 0 0,29-42-149 0 0,-1 0 0 0 0,0-2 1 0 0,-1 0-1 0 0,-1 0 0 0 0,0-2 1 0 0,-33 20-1 0 0,46-32-220 0 0,1 0 0 0 0,-1 0 0 0 0,1 0 0 0 0,-1 0 0 0 0,0-1-1 0 0,0 0 1 0 0,0 0 0 0 0,1 0 0 0 0,-1-1 0 0 0,0 0 0 0 0,0 1 0 0 0,-7-2 0 0 0,7 0-259 0 0,1 0 0 0 0,-1 1 0 0 0,0-2 0 0 0,1 1 0 0 0,0-1 0 0 0,-1 1 1 0 0,1-1-1 0 0,0 0 0 0 0,0-1 0 0 0,0 1 0 0 0,0-1 0 0 0,-5-4 0 0 0,5 3-495 0 0,0-1 0 0 0,0 0-1 0 0,0 0 1 0 0,1 0-1 0 0,-4-6 1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49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1 160 0 0,'-4'1'928'0'0,"-1"1"0"0"0,1-1 0 0 0,-1 1 0 0 0,1 0 0 0 0,0 1 0 0 0,-5 2 0 0 0,6-2-583 0 0,-1 0-1 0 0,1 0 1 0 0,-1 0 0 0 0,1 0 0 0 0,0 1 0 0 0,-5 6 0 0 0,7-8-286 0 0,-1 1 0 0 0,1-1 1 0 0,-1 1-1 0 0,1-1 0 0 0,0 1 1 0 0,0 0-1 0 0,1 0 0 0 0,-1 0 1 0 0,0 0-1 0 0,1-1 0 0 0,-1 1 1 0 0,1 0-1 0 0,0 0 0 0 0,0 0 1 0 0,0 0-1 0 0,1 0 0 0 0,-1 0 1 0 0,1 0-1 0 0,0 0 0 0 0,-1-1 1 0 0,1 1-1 0 0,0 0 0 0 0,1 0 1 0 0,-1-1-1 0 0,0 1 0 0 0,3 3 1 0 0,6 9 164 0 0,1 1-96 0 0,-1 0 1 0 0,2-1-1 0 0,0 0 1 0 0,17 16 0 0 0,1-2 69 0 0,30 41 1 0 0,-42-49-196 0 0,-13-14 3 0 0,-1 0 0 0 0,1 0 0 0 0,-1 0 0 0 0,-1 1 0 0 0,0 0 1 0 0,0-1-1 0 0,3 13 0 0 0,5 12-322 0 0,-6-12-520 0 0,-5-20 733 0 0,0 0-1 0 0,0 1 0 0 0,0-1 0 0 0,0 0 1 0 0,0 0-1 0 0,1 1 0 0 0,-1-1 0 0 0,0 0 0 0 0,0 0 1 0 0,0 0-1 0 0,0 1 0 0 0,0-1 0 0 0,0 0 1 0 0,0 0-1 0 0,0 1 0 0 0,0-1 0 0 0,0 0 1 0 0,0 0-1 0 0,-1 1 0 0 0,1-1 0 0 0,0 0 1 0 0,0 0-1 0 0,0 0 0 0 0,0 1 0 0 0,0-1 1 0 0,0 0-1 0 0,0 0 0 0 0,-1 0 0 0 0,1 1 1 0 0,0-1-1 0 0,0 0 0 0 0,0 0 0 0 0,0 0 1 0 0,-1 0-1 0 0,1 1 0 0 0,0-1 0 0 0,0 0 1 0 0,0 0-1 0 0,-1 0 0 0 0,1 0 0 0 0,0 0 1 0 0,0 0-1 0 0,0 0 0 0 0,-1 0 0 0 0,1 0 1 0 0,0 0-1 0 0,-1 0 0 0 0,-17-4-3991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49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1 290 640 0 0,'22'-4'2481'0'0,"0"-6"-480"0"0,18 2-320 0 0,4-17-480 0 0,90-25-241 0 0,21-25-720 0 0,-44 22-1520 0 0,-66 21-1041 0 0,-1-1-2482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50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241 182 1921 0 0,'0'-2'211'0'0,"0"1"1"0"0,0-1-1 0 0,0 1 0 0 0,-1-1 1 0 0,1 1-1 0 0,0 0 0 0 0,-1-1 1 0 0,1 1-1 0 0,-1-1 0 0 0,1 1 1 0 0,-1 0-1 0 0,0 0 1 0 0,1-1-1 0 0,-1 1 0 0 0,0 0 1 0 0,0 0-1 0 0,0 0 0 0 0,-2-2 1 0 0,2 2-140 0 0,0 0 0 0 0,0 0 1 0 0,1 0-1 0 0,-1 0 0 0 0,0 0 0 0 0,0 0 1 0 0,1 0-1 0 0,-1 0 0 0 0,0-1 0 0 0,1 1 1 0 0,-1 0-1 0 0,1 0 0 0 0,0 0 1 0 0,-1-1-1 0 0,1 1 0 0 0,0 0 0 0 0,0-1 1 0 0,0-1-1 0 0,-1-1 0 0 0,1 1 0 0 0,0 0 0 0 0,-1 0 0 0 0,0 0-1 0 0,0 0 1 0 0,0 0 0 0 0,0 0 0 0 0,0 0 0 0 0,0 0 0 0 0,-2-3 0 0 0,1 3-33 0 0,0 0 1 0 0,1 0 0 0 0,0 0-1 0 0,-1 0 1 0 0,1 0 0 0 0,1-1 0 0 0,-1 1-1 0 0,0 0 1 0 0,1 0 0 0 0,-1-4-1 0 0,3-19 149 0 0,-3-2 376 0 0,-6 26-359 0 0,-9 13-175 0 0,12-9-21 0 0,1 1 0 0 0,-1 0 0 0 0,1 0 0 0 0,0 0 0 0 0,0 1 0 0 0,0-1 0 0 0,0 1 0 0 0,1-1-1 0 0,-1 1 1 0 0,1 0 0 0 0,0 0 0 0 0,0 0 0 0 0,0 0 0 0 0,1 1 0 0 0,0-1 0 0 0,-1 0 0 0 0,1 6-1 0 0,1-10-7 0 0,0 1 0 0 0,0 0 0 0 0,0 0 0 0 0,0-1-1 0 0,0 1 1 0 0,0 0 0 0 0,-1-1 0 0 0,1 1-1 0 0,0 0 1 0 0,0-1 0 0 0,0 1 0 0 0,-1 0 0 0 0,1-1-1 0 0,0 1 1 0 0,-1 0 0 0 0,1-1 0 0 0,-1 1-1 0 0,1-1 1 0 0,-1 1 0 0 0,1 0 0 0 0,-1-1 0 0 0,1 1-1 0 0,-1-1 1 0 0,1 0 0 0 0,-1 1 0 0 0,0-1 0 0 0,1 1-1 0 0,-1-1 1 0 0,-1 1 0 0 0,2-1 0 0 0,-1 0 1 0 0,0 0-1 0 0,1 1 1 0 0,-1-1-1 0 0,1 0 1 0 0,-1 1-1 0 0,0-1 0 0 0,1 1 1 0 0,-1-1-1 0 0,1 1 1 0 0,-1-1-1 0 0,1 1 1 0 0,-1-1-1 0 0,1 1 1 0 0,0 0-1 0 0,-1-1 0 0 0,1 1 1 0 0,0-1-1 0 0,-1 1 1 0 0,1 0-1 0 0,0-1 1 0 0,0 1-1 0 0,0 0 0 0 0,-1 0 1 0 0,1-1-1 0 0,0 1 1 0 0,0 0-1 0 0,0-1 1 0 0,0 2-1 0 0,1 0 2 0 0,-1 0 0 0 0,-1 0 0 0 0,1 0 0 0 0,0 0 0 0 0,0 0 1 0 0,-1 0-1 0 0,1 0 0 0 0,-1 0 0 0 0,1-1 0 0 0,-1 1 0 0 0,0 0 0 0 0,0 0 0 0 0,0-1 0 0 0,0 1 0 0 0,0 0 0 0 0,0-1 0 0 0,0 1 0 0 0,-2 1 0 0 0,-2 3 19 0 0,4-5-21 0 0,1 0 0 0 0,-1 0 0 0 0,1 1 0 0 0,-1-1-1 0 0,1 0 1 0 0,-1 0 0 0 0,1 0 0 0 0,0 1 0 0 0,0-1 0 0 0,0 0-1 0 0,-1 0 1 0 0,1 1 0 0 0,0-1 0 0 0,1 0 0 0 0,-1 0 0 0 0,0 2 0 0 0,0-2-2 0 0,1 0 1 0 0,-1 0 0 0 0,0 1 0 0 0,0-1 0 0 0,0 0 0 0 0,0 0 0 0 0,0 0 0 0 0,0 0 0 0 0,-1 0 0 0 0,1 0 0 0 0,0 1 0 0 0,-1-1 0 0 0,1 0 0 0 0,0 0 0 0 0,-2 1 0 0 0,-4 4 0 0 0,6-5 0 0 0,-1-1 0 0 0,0 1 0 0 0,1-1 0 0 0,-1 1 0 0 0,0 0 0 0 0,1-1 0 0 0,-1 1 0 0 0,1 0 0 0 0,-1-1 0 0 0,1 1 0 0 0,-1 0 0 0 0,1 0 0 0 0,0-1 0 0 0,-1 1 0 0 0,1 0 0 0 0,0 0 0 0 0,0 0 0 0 0,0 0 0 0 0,0-1 0 0 0,-1 1 0 0 0,1 0 0 0 0,0 1 0 0 0,0 1 2 0 0,-1-1 1 0 0,1 1 0 0 0,-1-1 0 0 0,0 1-1 0 0,0-1 1 0 0,0 0 0 0 0,0 1 0 0 0,-1-1-1 0 0,1 0 1 0 0,-1 0 0 0 0,1 0 0 0 0,-1 0-1 0 0,0 0 1 0 0,0 0 0 0 0,0 0 0 0 0,0 0-1 0 0,0-1 1 0 0,0 1 0 0 0,-4 1 0 0 0,4-2 21 0 0,-1 1 0 0 0,1-1 0 0 0,0 1 0 0 0,0 0 0 0 0,-1 0 0 0 0,1 0 0 0 0,0 0 0 0 0,1 0 0 0 0,-1 0 0 0 0,0 0 0 0 0,0 1 0 0 0,1-1 0 0 0,0 0 0 0 0,-1 1 0 0 0,1 0 0 0 0,0-1 1 0 0,0 1-1 0 0,0 0 0 0 0,1-1 0 0 0,-1 4 0 0 0,1-5 12 0 0,1 1 0 0 0,0-1 1 0 0,0 0-1 0 0,-1 0 0 0 0,1 0 1 0 0,0 0-1 0 0,0 0 0 0 0,0 0 0 0 0,0 0 1 0 0,1 0-1 0 0,-1 0 0 0 0,0 0 1 0 0,0 0-1 0 0,0-1 0 0 0,1 1 1 0 0,-1-1-1 0 0,0 1 0 0 0,1-1 1 0 0,-1 1-1 0 0,0-1 0 0 0,1 1 0 0 0,-1-1 1 0 0,1 0-1 0 0,-1 0 0 0 0,0 0 1 0 0,1 0-1 0 0,1 0 0 0 0,52 0 629 0 0,8-8-25 0 0,110-30 0 0 0,-156 34-540 0 0,0-2 0 0 0,0 0 0 0 0,21-10 0 0 0,-38 15-84 0 0,1 0 0 0 0,-1 1 0 0 0,1-1 0 0 0,-1 1 0 0 0,1-1 1 0 0,-1 0-1 0 0,1 1 0 0 0,-1-1 0 0 0,0 0 0 0 0,0 0 0 0 0,1 1 0 0 0,-1-1 0 0 0,0 0 0 0 0,0 0 0 0 0,0 1 0 0 0,0-1 0 0 0,0 0 0 0 0,0 0 0 0 0,0 1 0 0 0,0-1 0 0 0,0 0 0 0 0,0 0 0 0 0,0 0 0 0 0,2-15 160 0 0,0 13-149 0 0,1 0 0 0 0,-1 0 1 0 0,0 0-1 0 0,-1 0 1 0 0,1 0-1 0 0,-1-1 1 0 0,1 1-1 0 0,-1-1 0 0 0,0 1 1 0 0,0-1-1 0 0,-1 1 1 0 0,1-1-1 0 0,-1 1 0 0 0,0-1 1 0 0,1 0-1 0 0,-2 1 1 0 0,1-5-1 0 0,0 7-25 0 0,0 1 0 0 0,-1-1 0 0 0,1 1 0 0 0,0-1-1 0 0,0 0 1 0 0,0 1 0 0 0,1-1 0 0 0,-1 1 0 0 0,0-1 0 0 0,0 1 0 0 0,0-1 0 0 0,0 0-1 0 0,1 1 1 0 0,-1-1 0 0 0,0 1 0 0 0,0-1 0 0 0,1 1 0 0 0,-1-1 0 0 0,0 1 0 0 0,1-1-1 0 0,-1 1 1 0 0,0 0 0 0 0,1-1 0 0 0,-1 1 0 0 0,1-1 0 0 0,-1 1 0 0 0,1 0 0 0 0,-1-1-1 0 0,1 1 1 0 0,-1 0 0 0 0,1 0 0 0 0,0-1 0 0 0,0 1-2 0 0,0-1 0 0 0,0 1 0 0 0,0 0 0 0 0,-1-1 1 0 0,1 0-1 0 0,0 1 0 0 0,0-1 0 0 0,-1 1 0 0 0,1-1 0 0 0,0 0 1 0 0,-1 1-1 0 0,1-1 0 0 0,-1 0 0 0 0,1 0 0 0 0,-1 1 0 0 0,1-1 0 0 0,-1 0 1 0 0,0 0-1 0 0,1 0 0 0 0,-1 0 0 0 0,0 0 0 0 0,0 0 0 0 0,1 0 0 0 0,-1 1 1 0 0,0-1-1 0 0,0 0 0 0 0,0 0 0 0 0,0 0 0 0 0,0 0 0 0 0,0 0 1 0 0,-1 0-1 0 0,1-1 0 0 0,0 2-80 0 0,0 5-67 0 0,0-2 154 0 0,0 0 1 0 0,-1 0-1 0 0,1 0 0 0 0,-1 0 1 0 0,0 0-1 0 0,0 0 0 0 0,0 0 0 0 0,0 0 1 0 0,0 0-1 0 0,-4 5 0 0 0,-5 14 60 0 0,4-4-10 0 0,0 1 0 0 0,2 0 1 0 0,1 0-1 0 0,0 0 1 0 0,1 0-1 0 0,1 0 0 0 0,1 1 1 0 0,0-1-1 0 0,6 34 0 0 0,2-28 19 0 0,-6-18-47 0 0,0 0 1 0 0,0 1 0 0 0,0-1-1 0 0,-1 1 1 0 0,1 10 0 0 0,-3 1 676 0 0,1-19-793 0 0,0 1 0 0 0,-1 0 0 0 0,1-1 0 0 0,0 1 0 0 0,0-1 0 0 0,0 1 0 0 0,0 0 0 0 0,0-1 0 0 0,0 1 0 0 0,0 0 0 0 0,0-1 0 0 0,0 1 0 0 0,0-1 0 0 0,0 1 0 0 0,1 0 0 0 0,-1-1 0 0 0,0 1 0 0 0,0-1 0 0 0,0 1 0 0 0,1 0 0 0 0,-1-1 0 0 0,0 1 0 0 0,1 0 0 0 0,21-11-3389 0 0,-19 8 3265 0 0,7-3-570 0 0,-6 4 457 0 0,0-1-1 0 0,0 0 1 0 0,-1 1 0 0 0,1-1-1 0 0,-1-1 1 0 0,1 1-1 0 0,-1-1 1 0 0,0 1-1 0 0,0-1 1 0 0,0 0 0 0 0,0 0-1 0 0,-1 0 1 0 0,4-5-1 0 0,-2-22-3316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52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787 19 2561 0 0,'0'-1'103'0'0,"0"0"1"0"0,0 0-1 0 0,0 0 0 0 0,0 1 0 0 0,0-1 0 0 0,1 0 1 0 0,-1 0-1 0 0,0 1 0 0 0,1-1 0 0 0,-1 0 0 0 0,0 0 1 0 0,1 1-1 0 0,-1-1 0 0 0,1 0 0 0 0,-1 1 0 0 0,1-1 1 0 0,-1 0-1 0 0,1 1 0 0 0,0-1 0 0 0,-1 1 0 0 0,1-1 1 0 0,0 1-1 0 0,-1-1 0 0 0,1 1 0 0 0,0 0 1 0 0,0-1-1 0 0,0 1 0 0 0,-1 0 0 0 0,1 0 0 0 0,0 0 1 0 0,0-1-1 0 0,0 1 0 0 0,-1 0 0 0 0,1 0 0 0 0,0 0 1 0 0,0 0-1 0 0,1 0 0 0 0,-2 3 54 0 0,0-1 0 0 0,0 0 1 0 0,0 0-1 0 0,0 0 0 0 0,0 0 0 0 0,-1 0 0 0 0,1 0 1 0 0,-1 0-1 0 0,1 1 0 0 0,-1-1 0 0 0,0 0 1 0 0,0-1-1 0 0,-2 5 0 0 0,-14 11 24 0 0,0 0 0 0 0,-2-1 0 0 0,-25 17 0 0 0,-25 21 242 0 0,23-15-59 0 0,-1-2-1 0 0,-2-3 1 0 0,-60 33-1 0 0,50-33-54 0 0,-21 12 644 0 0,-107 80 0 0 0,146-96-620 0 0,25-17-399 0 0,16-13 50 0 0,0 0 0 0 0,0 0 0 0 0,0 0-1 0 0,0 0 1 0 0,0 0 0 0 0,0 0 0 0 0,0 0 0 0 0,0 0 0 0 0,0 0-1 0 0,0 0 1 0 0,1 0 0 0 0,-1 0 0 0 0,0 0 0 0 0,0 0 0 0 0,0 0 0 0 0,0 0-1 0 0,0 0 1 0 0,0 0 0 0 0,0 0 0 0 0,0 0 0 0 0,0 0 0 0 0,0 0-1 0 0,0 0 1 0 0,0 0 0 0 0,0 0 0 0 0,0 0 0 0 0,0 0 0 0 0,1 0 0 0 0,-1 0-1 0 0,0 0 1 0 0,0 0 0 0 0,0 0 0 0 0,0 1 0 0 0,0-1 0 0 0,0 0-1 0 0,0 0 1 0 0,0 0 0 0 0,0 0 0 0 0,0 0 0 0 0,0 0 0 0 0,0 0 0 0 0,0 0-1 0 0,0 0 1 0 0,0 0 0 0 0,0 0 0 0 0,44-20-3910 0 0,33-18-530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1:52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526 154 4482 0 0,'-70'11'3266'0'0,"45"-7"-2678"0"0,-1 0-1 0 0,-31 1 1 0 0,56-5-538 0 0,0 0 1 0 0,0 0-1 0 0,0 0 1 0 0,0-1-1 0 0,-1 1 0 0 0,1 0 1 0 0,0 0-1 0 0,0-1 1 0 0,0 1-1 0 0,0-1 0 0 0,0 1 1 0 0,0-1-1 0 0,0 1 1 0 0,0-1-1 0 0,1 1 0 0 0,-1-1 1 0 0,0 0-1 0 0,0 0 0 0 0,0 1 1 0 0,1-1-1 0 0,-1 0 1 0 0,0 0-1 0 0,1 0 0 0 0,-1 0 1 0 0,1 0-1 0 0,-1 0 1 0 0,1 0-1 0 0,-1 0 0 0 0,1 0 1 0 0,0 0-1 0 0,-1 0 1 0 0,1 0-1 0 0,0 0 0 0 0,0 0 1 0 0,0 0-1 0 0,0 0 1 0 0,0 0-1 0 0,0-1 0 0 0,0 1 1 0 0,0 0-1 0 0,0 0 1 0 0,0 0-1 0 0,1 0 0 0 0,-1 0 1 0 0,1 0-1 0 0,-1 0 0 0 0,0 0 1 0 0,1 0-1 0 0,0 0 1 0 0,-1 0-1 0 0,1 0 0 0 0,0 0 1 0 0,0-1-1 0 0,7-10 241 0 0,-6 8-200 0 0,0-1 0 0 0,1 1 0 0 0,0 0 0 0 0,0 0 0 0 0,0 0 0 0 0,0 0 0 0 0,1 0 0 0 0,0 1 0 0 0,6-5 0 0 0,16-10 88 0 0,34-21 147 0 0,-55 36-326 0 0,1 0 1 0 0,-1 0-1 0 0,1 1 0 0 0,-1 0 0 0 0,1 0 0 0 0,0 1 0 0 0,0-1 1 0 0,11 0-1 0 0,-17 2-2 0 0,1 0 0 0 0,-1 0 1 0 0,0 1-1 0 0,1-1 0 0 0,-1 0 1 0 0,0 0-1 0 0,0 0 1 0 0,1 1-1 0 0,-1-1 0 0 0,0 0 1 0 0,0 1-1 0 0,1-1 0 0 0,-1 0 1 0 0,0 0-1 0 0,0 1 0 0 0,0-1 1 0 0,1 0-1 0 0,-1 1 0 0 0,0-1 1 0 0,0 1-1 0 0,0-1 1 0 0,0 0-1 0 0,0 1 0 0 0,0-1 1 0 0,0 0-1 0 0,0 1 0 0 0,0-1 1 0 0,0 0-1 0 0,0 1 0 0 0,0-1 1 0 0,0 1-1 0 0,0-1 0 0 0,0 0 1 0 0,0 1-1 0 0,-1-1 1 0 0,1 1-1 0 0,0 5-4 0 0,-1 2 17 0 0,0 1-1 0 0,-1-1 1 0 0,0 1 0 0 0,0-1 0 0 0,-1 0-1 0 0,0 0 1 0 0,-1 0 0 0 0,0 0-1 0 0,0-1 1 0 0,0 1 0 0 0,-1-1 0 0 0,0 0-1 0 0,-8 9 1 0 0,-4 3 42 0 0,-1-1-1 0 0,0-1 1 0 0,-32 23-1 0 0,-16 6 148 0 0,-83 44 0 0 0,101-62-126 0 0,25-15 8 0 0,-1 0 0 0 0,-35 13 1 0 0,64-27-46 0 0,101-24 246 0 0,-63 21-239 0 0,0 2 1 0 0,79 7 0 0 0,76 23 21 0 0,-63 3-620 0 0,-47-2-3468 0 0,-60-22-20 0 0,13-13-1533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3:23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954 223 1761 0 0,'-4'0'176'0'0,"3"0"-46"0"0,1 0 0 0 0,-1 1 0 0 0,0-1 0 0 0,1 0 0 0 0,-1 0 0 0 0,1 0 0 0 0,-1 0 0 0 0,0 0 0 0 0,1 0 0 0 0,-1 0 0 0 0,1 0 0 0 0,-1 0 0 0 0,0 0 0 0 0,1-1 0 0 0,-1 1 0 0 0,1 0 0 0 0,-1 0 0 0 0,0 0 0 0 0,1-1 0 0 0,-1 1 0 0 0,1 0 0 0 0,-1-1 0 0 0,1 1 0 0 0,-1 0 0 0 0,1-1 0 0 0,-1 1 0 0 0,1-1 0 0 0,0 1 0 0 0,-1-1 0 0 0,1 1 0 0 0,0-1 0 0 0,-1 1 0 0 0,1-1 0 0 0,0 1 0 0 0,-1-1 0 0 0,1 0 0 0 0,0 1 0 0 0,0-1 0 0 0,0 1 0 0 0,0-1 0 0 0,0 0 0 0 0,0 1 0 0 0,0-1 0 0 0,-1 1 0 0 0,2-1 0 0 0,-1 0 0 0 0,0 1 0 0 0,0-1 0 0 0,0 1 0 0 0,0-1 0 0 0,1-1 0 0 0,-3 1-58 0 0,0 0 0 0 0,0 1 0 0 0,1-1-1 0 0,-1 0 1 0 0,0 1 0 0 0,0-1 0 0 0,0 1-1 0 0,0-1 1 0 0,0 1 0 0 0,0 0 0 0 0,0 0-1 0 0,0 0 1 0 0,-2 0 0 0 0,-38 2 617 0 0,10 2-464 0 0,25-4-196 0 0,0 0 0 0 0,0 1 0 0 0,0 0 0 0 0,0 0 0 0 0,0 1-1 0 0,-8 2 1 0 0,6-1 6 0 0,-1-1-1 0 0,0 0 0 0 0,0 0 0 0 0,-1-1 1 0 0,1-1-1 0 0,-11 0 0 0 0,-5 5 33 0 0,1 0-52 0 0,0 1 0 0 0,1 1 0 0 0,0 1 0 0 0,-42 20 0 0 0,26-11 3 0 0,1 1 5 0 0,1 1-1 0 0,-54 36 0 0 0,83-50-11 0 0,1-1 0 0 0,0 1 1 0 0,-1-1-1 0 0,-14 4 0 0 0,17-6-2 0 0,1-1 0 0 0,-1 1 0 0 0,0 1 0 0 0,1-1 0 0 0,-1 1 0 0 0,1 0 0 0 0,0 0 0 0 0,0 0 0 0 0,0 1 0 0 0,1 0 0 0 0,-1 0 1 0 0,-5 6-1 0 0,-11 12 47 0 0,19-20-49 0 0,0 0-1 0 0,-1 0 1 0 0,1 0-1 0 0,0 0 0 0 0,0 1 1 0 0,0-1-1 0 0,0 1 1 0 0,0-1-1 0 0,1 1 1 0 0,-1-1-1 0 0,1 1 0 0 0,0 0 1 0 0,-2 5-1 0 0,2-6-1 0 0,1 0 0 0 0,-1 0-1 0 0,0 0 1 0 0,1 0 0 0 0,-1 0-1 0 0,0 0 1 0 0,0 0-1 0 0,-1 0 1 0 0,1-1 0 0 0,0 1-1 0 0,0-1 1 0 0,-1 1 0 0 0,-2 2-1 0 0,-5 6 11 0 0,-28 23-15 0 0,-8 29 0 0 0,44-59 0 0 0,0 0 0 0 0,0 0 0 0 0,0 0 0 0 0,1 0 0 0 0,-1 0 0 0 0,1 1 0 0 0,-1-1 0 0 0,1 0 0 0 0,0 0 0 0 0,0 1 0 0 0,0-1 0 0 0,2 5 0 0 0,-1 7 0 0 0,-2 3-9 0 0,0-13 5 0 0,1-1 0 0 0,-1 0 0 0 0,1 0 0 0 0,0 0 0 0 0,1 0 0 0 0,-1 0 0 0 0,1 0 0 0 0,0 0 0 0 0,0 0 0 0 0,1 5 0 0 0,13 14 15 0 0,-12-19-7 0 0,0 0-1 0 0,0 0 0 0 0,-1 0 0 0 0,1 0 1 0 0,-1 0-1 0 0,0 0 0 0 0,-1 1 0 0 0,1-1 0 0 0,-1 1 1 0 0,1-1-1 0 0,-1 1 0 0 0,0 7 0 0 0,-1-6-2 0 0,0 0 1 0 0,0 0-1 0 0,1 0 0 0 0,0 0 0 0 0,0 0 0 0 0,0 0 0 0 0,1 0 0 0 0,0 0 0 0 0,0-1 0 0 0,0 1 1 0 0,5 7-1 0 0,-6-11-3 0 0,-1 0 1 0 0,1 0-1 0 0,0-1 1 0 0,-1 1-1 0 0,0 0 1 0 0,1 0-1 0 0,-1 0 1 0 0,0 0-1 0 0,0 0 1 0 0,0 3-1 0 0,3 14 5 0 0,4-7-3 0 0,-5-10 0 0 0,-1 0 0 0 0,0-1 0 0 0,0 1 0 0 0,0 0 0 0 0,0 0 0 0 0,0 0 0 0 0,0 0 0 0 0,-1 0 0 0 0,1 0 0 0 0,0 0 0 0 0,-1 1 0 0 0,0-1 0 0 0,1 3 0 0 0,-1-3-1 0 0,0 0 0 0 0,0 0-1 0 0,0 0 1 0 0,1 0 0 0 0,-1 0-1 0 0,1 0 1 0 0,-1-1 0 0 0,1 1-1 0 0,0 0 1 0 0,0 0 0 0 0,-1 0-1 0 0,1-1 1 0 0,1 1 0 0 0,1 2-1 0 0,-2-2 4 0 0,0-1-1 0 0,0 1 0 0 0,0 0 1 0 0,0-1-1 0 0,0 1 0 0 0,0 0 1 0 0,0 0-1 0 0,0-1 0 0 0,-1 1 1 0 0,1 0-1 0 0,-1 0 0 0 0,0 0 1 0 0,1 0-1 0 0,-1 3 0 0 0,0-3 0 0 0,0-1-1 0 0,1 1 1 0 0,-1 0-1 0 0,1 0 1 0 0,-1-1-1 0 0,1 1 1 0 0,0 0-1 0 0,-1-1 1 0 0,1 1-1 0 0,0-1 1 0 0,0 1-1 0 0,0-1 0 0 0,0 1 1 0 0,0-1-1 0 0,1 0 1 0 0,-1 1-1 0 0,0-1 1 0 0,1 0-1 0 0,-1 0 1 0 0,1 0-1 0 0,-1 0 1 0 0,4 1-1 0 0,11 11-24 0 0,-12-7 22 0 0,0-1 1 0 0,0-1-1 0 0,1 1 0 0 0,0 0 1 0 0,0-1-1 0 0,0 0 0 0 0,11 6 1 0 0,1 5-114 0 0,-16-14 105 0 0,0 1 0 0 0,1-1-1 0 0,-1 1 1 0 0,1-1-1 0 0,0 1 1 0 0,-1-1 0 0 0,1 0-1 0 0,0 0 1 0 0,0 0 0 0 0,0 0-1 0 0,0 0 1 0 0,0 0 0 0 0,0 0-1 0 0,0-1 1 0 0,3 1 0 0 0,67 11-48 0 0,0-3 0 0 0,139-2 0 0 0,-113-5 138 0 0,111 18 0 0 0,-172-16-96 0 0,0-2 0 0 0,-1-2 0 0 0,1-1 0 0 0,71-13 0 0 0,-82 9 32 0 0,1-1 1 0 0,29-11-1 0 0,-28 8 2 0 0,150-47 169 0 0,-150 48-157 0 0,-21 9-4 0 0,-2 1-16 0 0,2-4 9 0 0,30 8 56 0 0,96 28 5 0 0,-106-27-59 0 0,35 15 1 0 0,-43-14 15 0 0,-6-3 24 0 0,8 2 74 0 0,1 0 1 0 0,37 6-1 0 0,-47-9-90 0 0,42 3 136 0 0,-37-6-160 0 0,-1 0 0 0 0,0-1 0 0 0,18-2 0 0 0,-29 1 27 0 0,1 0 1 0 0,0 0 0 0 0,0 0-1 0 0,-1-1 1 0 0,1 0 0 0 0,-1 0-1 0 0,0 0 1 0 0,1-1-1 0 0,-1 1 1 0 0,0-1 0 0 0,7-6-1 0 0,-3 3 79 0 0,0 1-1 0 0,0 0 1 0 0,0 0-1 0 0,10-2 1 0 0,11-7 187 0 0,33-18 407 0 0,-41 22-334 0 0,3 4-254 0 0,-1 1 0 0 0,1 1 1 0 0,0 1-1 0 0,0 1 1 0 0,33 3-1 0 0,-34 1-120 0 0,-22 0-13 0 0,6 0-10 0 0,-8-2 14 0 0,1 0 0 0 0,-1 0 0 0 0,0 0 0 0 0,1 0 0 0 0,-1 0 0 0 0,0 0 0 0 0,1 0 0 0 0,-1 0 1 0 0,0 0-1 0 0,1 0 0 0 0,-1 0 0 0 0,0 0 0 0 0,1 0 0 0 0,-1 0 0 0 0,0-1 0 0 0,1 1 0 0 0,-1 0 0 0 0,0 0 0 0 0,1 0 0 0 0,-1 0 0 0 0,0-1 0 0 0,1 1 0 0 0,-1 0 0 0 0,0 0 0 0 0,0 0 0 0 0,1-1 0 0 0,-1 1 0 0 0,0 0 0 0 0,0-1 0 0 0,0 1 0 0 0,1 0 0 0 0,-1-1 0 0 0,0 1 0 0 0,0 0 0 0 0,0-1 0 0 0,0 1 0 0 0,0 0 0 0 0,0-1 0 0 0,1 0 1 0 0,0 1 0 0 0,0-1-1 0 0,0 1 1 0 0,0-1 0 0 0,0 1 0 0 0,0 0 0 0 0,0-1-1 0 0,0 1 1 0 0,0 0 0 0 0,-1 0 0 0 0,1 0 0 0 0,0 0-1 0 0,0 0 1 0 0,0 0 0 0 0,0 0 0 0 0,0 0 0 0 0,2 0-1 0 0,-3 0 3 0 0,47-9 266 0 0,-6 1-159 0 0,204-7 367 0 0,-201 10-401 0 0,-22 4-67 0 0,0 1-13 0 0,-9 0 0 0 0,19-5 0 0 0,31-8-67 0 0,-56 13 121 0 0,12-1-41 0 0,5-2 96 0 0,47 1 1 0 0,-19 3-36 0 0,-30-4-140 0 0,-18 1 12 0 0,0-2 54 0 0,0 2 17 0 0,-3 2-16 0 0,0 0 1 0 0,-1 0-1 0 0,1 0 1 0 0,-1 0 0 0 0,1 0-1 0 0,0 0 1 0 0,-1 0 0 0 0,1-1-1 0 0,-1 1 1 0 0,1 0-1 0 0,-1 0 1 0 0,1-1 0 0 0,-1 1-1 0 0,1 0 1 0 0,-1-1 0 0 0,1 1-1 0 0,-1-1 1 0 0,1 1 0 0 0,-1-1-1 0 0,0 1 1 0 0,1-1-1 0 0,-1 1 1 0 0,1-1 0 0 0,-1 1-1 0 0,0-1 1 0 0,0 1 0 0 0,1-1-1 0 0,-1 1 1 0 0,0-1-1 0 0,0-1 1 0 0,0 2-1 0 0,0 0 1 0 0,0-1-1 0 0,1 1 0 0 0,-1-1 0 0 0,0 1 1 0 0,0 0-1 0 0,0-1 0 0 0,0 1 0 0 0,0 0 1 0 0,1-1-1 0 0,-1 1 0 0 0,0 0 1 0 0,0-1-1 0 0,1 1 0 0 0,-1 0 0 0 0,0 0 1 0 0,0-1-1 0 0,1 1 0 0 0,-1 0 0 0 0,0 0 1 0 0,1 0-1 0 0,-1-1 0 0 0,0 1 0 0 0,1 0 1 0 0,-1 0-1 0 0,0 0 0 0 0,1 0 1 0 0,-1 0-1 0 0,1-1 0 0 0,-1 1 0 0 0,0 0 1 0 0,1 0-1 0 0,-1 0 0 0 0,0 0 0 0 0,1 0 1 0 0,0 0 0 0 0,-1 0 1 0 0,1 0 0 0 0,-1 0 0 0 0,1 0-1 0 0,-1 0 1 0 0,1 0 0 0 0,-1 0 0 0 0,1 0-1 0 0,-1 0 1 0 0,1 0 0 0 0,-1-1 0 0 0,0 1-1 0 0,1 0 1 0 0,-1 0 0 0 0,1-1-1 0 0,-1 1 1 0 0,0 0 0 0 0,1 0 0 0 0,-1-1-1 0 0,1 1 1 0 0,-1-1 0 0 0,0 1 0 0 0,0 0-1 0 0,1-1 1 0 0,-1 1 0 0 0,0-1-1 0 0,0 1 1 0 0,1 0 0 0 0,-1-1 0 0 0,0 1-1 0 0,0-1 1 0 0,0 1 0 0 0,0-1 0 0 0,0 1-1 0 0,0-1 1 0 0,0 0 0 0 0,2-3 4 0 0,0 1 0 0 0,0-1 1 0 0,0 0-1 0 0,0 1 0 0 0,0 0 0 0 0,1-1 1 0 0,-1 1-1 0 0,1 0 0 0 0,0 1 1 0 0,4-5-1 0 0,4-4 6 0 0,-8 0-13 0 0,-3 10 0 0 0,0 0 0 0 0,0 1 0 0 0,0-1 0 0 0,0 0 0 0 0,0 1 0 0 0,0-1 0 0 0,0 0 0 0 0,1 1 0 0 0,-1-1 0 0 0,0 1 0 0 0,0-1 0 0 0,1 0 0 0 0,-1 1 0 0 0,0-1 0 0 0,0 1 0 0 0,1-1 0 0 0,-1 1 0 0 0,1-1 0 0 0,0 0 0 0 0,10-7 14 0 0,-9 7-11 0 0,0 0 0 0 0,0 0 1 0 0,0 0-1 0 0,0 0 0 0 0,-1-1 1 0 0,1 1-1 0 0,0-1 0 0 0,-1 1 1 0 0,1-1-1 0 0,-1 1 0 0 0,1-1 1 0 0,-1 0-1 0 0,0 0 0 0 0,0 0 1 0 0,0 1-1 0 0,0-1 0 0 0,0 0 1 0 0,0 0-1 0 0,0-4 0 0 0,-1 6-3 0 0,0-1 0 0 0,0 1 0 0 0,1-1 0 0 0,-1 1 0 0 0,0-1 0 0 0,0 1 0 0 0,0-1 0 0 0,0 1 0 0 0,0-1 0 0 0,1 1 0 0 0,-1-1 0 0 0,0 1 0 0 0,0 0 0 0 0,1-1 0 0 0,-1 1 0 0 0,0-1 0 0 0,1 1 0 0 0,-1 0 0 0 0,0-1 0 0 0,1 1 0 0 0,-1 0 0 0 0,0-1 0 0 0,1 1 0 0 0,-1 0 0 0 0,1 0 0 0 0,-1-1 0 0 0,1 1 0 0 0,-1 0 0 0 0,1 0 0 0 0,-1 0 0 0 0,1 0 0 0 0,0 0 0 0 0,0-1 0 0 0,-1 1 0 0 0,1 0 0 0 0,-1 0 0 0 0,1-1 0 0 0,0 1 0 0 0,-1 0 0 0 0,1 0 0 0 0,-1-1 0 0 0,1 1 0 0 0,-1-1 0 0 0,1 1 0 0 0,-1 0 0 0 0,1-1 0 0 0,-1 1 0 0 0,1-1 0 0 0,-1 1 0 0 0,0-1 0 0 0,1 0 0 0 0,-1 1 0 0 0,0-1 0 0 0,1 1 0 0 0,-1-1 0 0 0,0 0 0 0 0,0 1 0 0 0,0-1 0 0 0,0 1 0 0 0,1-1 0 0 0,-1 0 0 0 0,0 1 0 0 0,0-1 0 0 0,0-1 0 0 0,0 2 1 0 0,0 0 0 0 0,0-1 0 0 0,0 1 0 0 0,0 0 0 0 0,0-1 0 0 0,0 1 0 0 0,1 0 0 0 0,-1-1 0 0 0,0 1 0 0 0,0 0 0 0 0,1-1 1 0 0,-1 1-1 0 0,0 0 0 0 0,0 0 0 0 0,1-1 0 0 0,-1 1 0 0 0,0 0 0 0 0,1 0 0 0 0,-1-1 0 0 0,0 1 0 0 0,1 0 0 0 0,-1 0 0 0 0,0 0 0 0 0,1 0 0 0 0,-1 0 0 0 0,0-1 0 0 0,1 1 0 0 0,-1 0 0 0 0,1 0 0 0 0,0 0 1 0 0,-1 0-1 0 0,1 0 1 0 0,0 0-1 0 0,-1 0 0 0 0,1-1 1 0 0,0 1-1 0 0,-1 0 1 0 0,1 0-1 0 0,-1-1 1 0 0,1 1-1 0 0,0 0 1 0 0,-1-1-1 0 0,1 1 1 0 0,-1-1-1 0 0,1 1 1 0 0,-1-1-1 0 0,0 1 1 0 0,1-1-1 0 0,-1 1 1 0 0,1-1-1 0 0,-1 1 1 0 0,0-1-1 0 0,0 0 1 0 0,1 1-1 0 0,-1-1 1 0 0,0 1-1 0 0,0-1 1 0 0,1 0-1 0 0,-1 1 1 0 0,0-1-1 0 0,0 0 1 0 0,0 0-1 0 0,0-108 173 0 0,0 108-169 0 0,0 0-1 0 0,0 0 1 0 0,0-1 0 0 0,0 1 0 0 0,1 0 0 0 0,-1 0 0 0 0,0 0 0 0 0,1-1 0 0 0,-1 1 0 0 0,1 0 0 0 0,-1 0 0 0 0,1 0 0 0 0,0 0-1 0 0,-1 0 1 0 0,1 0 0 0 0,0 0 0 0 0,0 0 0 0 0,0 0 0 0 0,1-1 0 0 0,-1 2-3 0 0,0-1 1 0 0,0 0-1 0 0,0 0 1 0 0,-1 0-1 0 0,1 0 0 0 0,0 0 1 0 0,0 0-1 0 0,-1 0 1 0 0,1 0-1 0 0,-1 0 1 0 0,1 0-1 0 0,-1 0 0 0 0,1-1 1 0 0,-1 1-1 0 0,0 0 1 0 0,1 0-1 0 0,-1 0 1 0 0,0-1-1 0 0,0-1 0 0 0,0 2-1 0 0,0 0 0 0 0,0-1-1 0 0,0 1 1 0 0,1 0 0 0 0,-1-1 0 0 0,0 1-1 0 0,1 0 1 0 0,-1-1 0 0 0,1 1 0 0 0,0 0-1 0 0,-1-1 1 0 0,1 1 0 0 0,0 0-1 0 0,-1 0 1 0 0,1 0 0 0 0,0 0 0 0 0,2-1-1 0 0,-2 0 4 0 0,0 1 0 0 0,0 0-1 0 0,0 0 1 0 0,0-1 0 0 0,0 1 0 0 0,-1 0-1 0 0,1-1 1 0 0,0 1 0 0 0,0-1 0 0 0,-1 1-1 0 0,1-1 1 0 0,-1 1 0 0 0,0-1-1 0 0,1 1 1 0 0,-1-1 0 0 0,0 0 0 0 0,0-2-1 0 0,0-85 238 0 0,0 89-241 0 0,0-1 0 0 0,0 1 0 0 0,0 0 0 0 0,0-1 0 0 0,-1 1 0 0 0,1 0 0 0 0,0-1 0 0 0,0 1 0 0 0,0 0 1 0 0,-1-1-1 0 0,1 1 0 0 0,0 0 0 0 0,0-1 0 0 0,-1 1 0 0 0,1 0 0 0 0,0 0 0 0 0,-1-1 0 0 0,1 1 1 0 0,0 0-1 0 0,-1 0 0 0 0,1 0 0 0 0,0-1 0 0 0,-1 1 0 0 0,1 0 0 0 0,-1 0 0 0 0,1 0 0 0 0,0 0 1 0 0,-1 0-1 0 0,0 0-1 0 0,0 0 1 0 0,1 0-1 0 0,-1-1 1 0 0,0 1-1 0 0,1 0 1 0 0,-1 0-1 0 0,1-1 1 0 0,-1 1-1 0 0,0 0 1 0 0,1-1-1 0 0,-1 1 1 0 0,1 0-1 0 0,-1-1 1 0 0,1 1-1 0 0,-1-1 1 0 0,1 1-1 0 0,-1-1 1 0 0,1 1-1 0 0,0-1 1 0 0,-1 1-1 0 0,1-1 1 0 0,0 1-1 0 0,-1-1 1 0 0,1 1-1 0 0,0-1 1 0 0,0 0-1 0 0,-1 1 1 0 0,1-1-1 0 0,0 0 1 0 0,0 1-1 0 0,0-1 1 0 0,0 0-1 0 0,0-1-3 0 0,0 1 0 0 0,0-1-1 0 0,0 1 1 0 0,0-1 0 0 0,-1 1 0 0 0,1 0-1 0 0,0-1 1 0 0,-1 1 0 0 0,1-1-1 0 0,-1 1 1 0 0,1 0 0 0 0,-1-1 0 0 0,0 1-1 0 0,0 0 1 0 0,1 0 0 0 0,-1-1 0 0 0,0 1-1 0 0,-2-1 1 0 0,2 1 1 0 0,0-1-1 0 0,0 1 1 0 0,0 0-1 0 0,0 0 1 0 0,0-1-1 0 0,0 1 1 0 0,1-1-1 0 0,-1 1 1 0 0,0-1-1 0 0,1 1 1 0 0,-1-1 0 0 0,1 1-1 0 0,-1-1 1 0 0,1 1-1 0 0,0-1 1 0 0,0 0-1 0 0,0 1 1 0 0,0-3-1 0 0,0 3 6 0 0,0-1 0 0 0,0 1 0 0 0,0 0 0 0 0,-1 0 0 0 0,1 0-1 0 0,0 0 1 0 0,-1-1 0 0 0,1 1 0 0 0,0 0 0 0 0,-1 0 0 0 0,1 0-1 0 0,-1 0 1 0 0,0 0 0 0 0,1 0 0 0 0,-1 0 0 0 0,0 0 0 0 0,1 0-1 0 0,-1 0 1 0 0,0 1 0 0 0,-2-2 0 0 0,2 1 1 0 0,1 0-1 0 0,-1 1 1 0 0,0-1-1 0 0,0 0 1 0 0,1 0 0 0 0,-1 1-1 0 0,0-1 1 0 0,1 0-1 0 0,-1 0 1 0 0,1 0 0 0 0,-1 0-1 0 0,1 0 1 0 0,-1 0 0 0 0,1 0-1 0 0,0 0 1 0 0,-1 0-1 0 0,1 0 1 0 0,0 0 0 0 0,0 0-1 0 0,0-1 1 0 0,-1-1 9 0 0,0 0-1 0 0,0 1 1 0 0,0-1 0 0 0,0 1 0 0 0,0 0-1 0 0,-1-1 1 0 0,1 1 0 0 0,-1 0 0 0 0,0 0-1 0 0,1 0 1 0 0,-1 0 0 0 0,0 0 0 0 0,0 0 0 0 0,0 1-1 0 0,0-1 1 0 0,0 1 0 0 0,-3-2 0 0 0,-13-11 96 0 0,-9-9 39 0 0,-27-27 93 0 0,36 30-187 0 0,-1 0 1 0 0,-40-32-1 0 0,26 24-34 0 0,20 16 9 0 0,-1 0 0 0 0,-1 0 0 0 0,0 1-1 0 0,0 1 1 0 0,-1 1 0 0 0,-33-15-1 0 0,22 17-71 0 0,-52-5 0 0 0,74 11 66 0 0,-106-24 4 0 0,3 0-18 0 0,58 11-99 0 0,-2 3-1 0 0,-97-8 0 0 0,115 17-165 0 0,0 3-1 0 0,-46 5 0 0 0,-120 22 71 0 0,156-24 198 0 0,-75-5 0 0 0,42-1-153 0 0,-55-3 257 0 0,-47 1 63 0 0,137 4-286 0 0,-60-7-1 0 0,25 0 246 0 0,-5 6-104 0 0,-33-3-39 0 0,75 0-479 0 0,0 2 1 0 0,-81 8-1 0 0,94-3 123 0 0,-1 1-1 0 0,1 2 1 0 0,0 1 0 0 0,0 1-1 0 0,-31 14 1 0 0,27-8-892 0 0,16-8-300 0 0,1 0 0 0 0,0 2 0 0 0,-23 15 0 0 0,15-8-4502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3:25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4 4722 0 0,'8'1'3551'0'0,"25"-5"-3260"0"0,-122 22 1296 0 0,57-9-1490 0 0,17-5-54 0 0,1 0 0 0 0,0 0 1 0 0,0 2-1 0 0,0 0 1 0 0,0 0-1 0 0,-21 14 0 0 0,15-8-16 0 0,17-11-17 0 0,0 0-1 0 0,0 1 1 0 0,0-1-1 0 0,0 1 1 0 0,0 0-1 0 0,0 0 1 0 0,0 0-1 0 0,0 0 1 0 0,1 0-1 0 0,-1 1 1 0 0,1-1-1 0 0,-1 1 1 0 0,-2 4 0 0 0,5-6-13 0 0,0-1 1 0 0,0 1-1 0 0,0 0 0 0 0,0-1 1 0 0,0 1-1 0 0,0 0 1 0 0,-1-1-1 0 0,1 1 1 0 0,0-1-1 0 0,0 1 1 0 0,-1 0-1 0 0,1-1 1 0 0,0 1-1 0 0,-1-1 1 0 0,1 1-1 0 0,-1-1 1 0 0,1 1-1 0 0,-1-1 1 0 0,1 1-1 0 0,-1-1 1 0 0,1 1-1 0 0,-1-1 0 0 0,1 0 1 0 0,-1 1-1 0 0,0-1 1 0 0,1 0-1 0 0,-2 1 1 0 0,2-1 0 0 0,-1 0-1 0 0,0 1 1 0 0,1-1 0 0 0,-1 0 0 0 0,0 1-1 0 0,1-1 1 0 0,-1 1 0 0 0,1-1 0 0 0,-1 1-1 0 0,1-1 1 0 0,-1 1 0 0 0,1-1 0 0 0,-1 1 0 0 0,1-1-1 0 0,-1 1 1 0 0,1 0 0 0 0,0-1 0 0 0,-1 1-1 0 0,1 0 1 0 0,0-1 0 0 0,0 1 0 0 0,-1 0-1 0 0,1-1 1 0 0,0 1 0 0 0,0 0 0 0 0,0 0-1 0 0,0 0 1 0 0,-1 16-11 0 0,1-14 13 0 0,-1 1 0 0 0,1-1 0 0 0,0 1 0 0 0,0 0 0 0 0,0-1 0 0 0,0 1 0 0 0,1 0 0 0 0,0-1 0 0 0,0 1 0 0 0,2 5 0 0 0,-2-8 1 0 0,-1 0 1 0 0,1 0-1 0 0,0 0 1 0 0,0 0-1 0 0,-1 0 1 0 0,1 0-1 0 0,-1 0 1 0 0,1 0-1 0 0,-1 0 1 0 0,1 0-1 0 0,-1 0 1 0 0,0 0-1 0 0,1 0 1 0 0,-1 1-1 0 0,0-1 1 0 0,0 0-1 0 0,0 0 1 0 0,0 0-1 0 0,0 1 1 0 0,0-1-1 0 0,0 0 1 0 0,0 0-1 0 0,0 0 1 0 0,-1 0-1 0 0,1 1 1 0 0,0-1-1 0 0,-1 0 0 0 0,1 0 1 0 0,-1 0-1 0 0,1 0 1 0 0,-1 0-1 0 0,-1 1 1 0 0,0 4 2 0 0,1-4-8 0 0,0 1-1 0 0,0-1 0 0 0,1 1 1 0 0,-1-1-1 0 0,1 1 0 0 0,-1 0 1 0 0,1-1-1 0 0,0 5 0 0 0,-3 18-6 0 0,0-17 11 0 0,-1-1 0 0 0,1-1 0 0 0,-2 1 0 0 0,-8 11 0 0 0,9-14 0 0 0,0 0 0 0 0,1 1 0 0 0,0-1 0 0 0,0 0 0 0 0,0 1 0 0 0,1 0 0 0 0,0 0 0 0 0,0-1 0 0 0,0 1 0 0 0,0 1 0 0 0,1-1 0 0 0,-1 0 0 0 0,0 9 0 0 0,1 5 0 0 0,1-14 0 0 0,-1-1 0 0 0,1 1 0 0 0,0 0 0 0 0,0 0 0 0 0,1 0 0 0 0,0-1 0 0 0,-1 1 0 0 0,4 9 0 0 0,0-5 5 0 0,-1 0-19 0 0,1 0-1 0 0,1 0 1 0 0,-1-1 0 0 0,1 0 0 0 0,11 14 0 0 0,-10-16 15 0 0,-1 0 1 0 0,1 1-1 0 0,-1-1 1 0 0,0 1-1 0 0,-1 0 1 0 0,0 0-1 0 0,0 1 1 0 0,5 13-1 0 0,-5-14 6 0 0,0 1-1 0 0,1-1 1 0 0,0 0 0 0 0,1 0-1 0 0,-1 0 1 0 0,1-1-1 0 0,0 0 1 0 0,1 0 0 0 0,0 0-1 0 0,0-1 1 0 0,13 8-1 0 0,1 2-32 0 0,-17-12 19 0 0,0 1-1 0 0,0 0 1 0 0,0 0-1 0 0,-1 1 0 0 0,0-1 1 0 0,0 1-1 0 0,0-1 1 0 0,3 8-1 0 0,8 11 23 0 0,-13-22-13 0 0,0 0-1 0 0,-1 1 1 0 0,1-1 0 0 0,0 0-1 0 0,-1 0 1 0 0,1 0-1 0 0,-1 0 1 0 0,1 1 0 0 0,-1-1-1 0 0,1 0 1 0 0,-1 0 0 0 0,0 1-1 0 0,0-1 1 0 0,0 0-1 0 0,0 1 1 0 0,0 1 0 0 0,-12 26-44 0 0,10-25 43 0 0,-35 35-15 0 0,28-22-34 0 0,-8 7 43 0 0,-3 1 33 0 0,-1-3-69 0 0,21-22 41 0 0,0 0 1 0 0,-1 0 0 0 0,1 0-1 0 0,0 0 1 0 0,0 0-1 0 0,0 0 1 0 0,-1 0-1 0 0,1 0 1 0 0,0 0 0 0 0,0 0-1 0 0,0 0 1 0 0,0 0-1 0 0,-1 0 1 0 0,1 0 0 0 0,0 1-1 0 0,0-1 1 0 0,0 0-1 0 0,0 0 1 0 0,0 0 0 0 0,-1 0-1 0 0,1 0 1 0 0,0 0-1 0 0,0 0 1 0 0,0 1-1 0 0,0-1 1 0 0,0 0 0 0 0,0 0-1 0 0,0 0 1 0 0,-1 0-1 0 0,1 1 1 0 0,0-1 0 0 0,0 0-1 0 0,0 0 1 0 0,0 0-1 0 0,0 0 1 0 0,0 1 0 0 0,0-1-1 0 0,0 0 1 0 0,0 0-1 0 0,0 0 1 0 0,0 0-1 0 0,0 1 1 0 0,0-1 0 0 0,0 0-1 0 0,0 0 1 0 0,0 0-1 0 0,0 1 1 0 0,0-1 0 0 0,0 0-1 0 0,0 0 1 0 0,1 0-1 0 0,-1 0 1 0 0,0 0 0 0 0,0 1-1 0 0,0-1 1 0 0,0 0-1 0 0,0 0 1 0 0,0 0-1 0 0,0 0 1 0 0,1 0 0 0 0,-1 1-1 0 0,0-1 1 0 0,0 0-1 0 0,0 0 1 0 0,0 0 0 0 0,1 0-1 0 0,-1 0 1 0 0,0 0-1 0 0,0 0 1 0 0,14 2-65 0 0,-11-2 87 0 0,0 5-23 0 0,-3-1 0 0 0,4 0 0 0 0,28 4 0 0 0,-27-5 0 0 0,3 5 0 0 0,0-5 2 0 0,1 0 1 0 0,0-1-1 0 0,1 0 1 0 0,-1 0-1 0 0,0-1 1 0 0,0-1-1 0 0,11 0 1 0 0,9-1 67 0 0,36-5 0 0 0,394-98 970 0 0,-427 93-796 0 0,0-1-1 0 0,-1-2 0 0 0,45-27 0 0 0,-6 5 118 0 0,-64 32-326 0 0,0 1 0 0 0,0-1 0 0 0,-1 0 0 0 0,1-1 0 0 0,-1 1 0 0 0,0-1-1 0 0,0 0 1 0 0,0 0 0 0 0,-1-1 0 0 0,5-7 0 0 0,25-26 101 0 0,-26 32-113 0 0,39-41 110 0 0,-44 44-128 0 0,0 1 0 0 0,-1-1 0 0 0,1 0 0 0 0,-1 1 1 0 0,0-1-1 0 0,0 0 0 0 0,0-1 0 0 0,-1 1 0 0 0,1 0 0 0 0,-1 0 0 0 0,0-1 0 0 0,0 1 0 0 0,0-6 0 0 0,-1 2 1 0 0,0 0-1 0 0,0 0 1 0 0,-1 0-1 0 0,1 1 1 0 0,-2-1-1 0 0,1 0 1 0 0,-1 0-1 0 0,0 0 1 0 0,-1 1-1 0 0,0-1 1 0 0,0 1-1 0 0,-1 0 1 0 0,0 0-1 0 0,0 0 1 0 0,0 0-1 0 0,-8-7 1 0 0,-8-8 17 0 0,-2 0 0 0 0,-28-20 1 0 0,-31-31 39 0 0,61 54-60 0 0,-1 0 0 0 0,-1 2 0 0 0,-25-16 1 0 0,1 1-17 0 0,19 14 55 0 0,-2 1 1 0 0,0 1-1 0 0,-48-18 1 0 0,40 18 40 0 0,16 8-34 0 0,-1 0-1 0 0,0 1 0 0 0,-1 1 0 0 0,-32-4 0 0 0,-87 1-176 0 0,53 5-171 0 0,45 0-742 0 0,53 1-5994 0 0,4 1 5800 0 0,9-2-1513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3:27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977 184 1201 0 0,'15'-14'1501'0'0,"-10"8"-898"0"0,1 0 1 0 0,0 1-1 0 0,1-1 1 0 0,-1 1-1 0 0,15-7 1 0 0,16-8 276 0 0,-18 14 324 0 0,-31 11 7 0 0,9-4-904 0 0,-30-26 294 0 0,28 19-504 0 0,-1 1 0 0 0,0 1 0 0 0,1-1 0 0 0,-2 1 0 0 0,1 0 0 0 0,-11-5 0 0 0,2 2-92 0 0,8 4 3 0 0,0 0 0 0 0,0 1 0 0 0,-1 0 0 0 0,1 0 0 0 0,-1 0 0 0 0,1 1 0 0 0,-1 0 0 0 0,0 1 0 0 0,1-1 0 0 0,-11 2 1 0 0,-4 3 71 0 0,-1 1 613 0 0,50-11-640 0 0,0 1 0 0 0,-1 1 1 0 0,54-1-1 0 0,-28 3-12 0 0,39 1-28 0 0,-118-3 147 0 0,-53-1 0 0 0,65 6-138 0 0,-31 1 95 0 0,-1 3 1 0 0,-89 20-1 0 0,-115 62 94 0 0,210-69-197 0 0,0 2 0 0 0,2 1 0 0 0,-69 52-1 0 0,65-41 76 0 0,0-1 0 0 0,-71 37 0 0 0,43-26-75 0 0,68-39-23 0 0,-1-1 1 0 0,1 0-1 0 0,0 1 1 0 0,0 0 0 0 0,0 0-1 0 0,0 0 1 0 0,0 0-1 0 0,1 0 1 0 0,-3 4 0 0 0,-3 4-15 0 0,7-10 23 0 0,0-1-1 0 0,0 1 1 0 0,1 0 0 0 0,-1 0-1 0 0,1 0 1 0 0,-1 1 0 0 0,1-1-1 0 0,-1 0 1 0 0,1 0 0 0 0,0 0-1 0 0,-1 0 1 0 0,1 0 0 0 0,0 0-1 0 0,0 1 1 0 0,0-1 0 0 0,0 0 0 0 0,0 0-1 0 0,0 0 1 0 0,0 0 0 0 0,0 0-1 0 0,1 1 1 0 0,-1-1 0 0 0,0 0-1 0 0,1 0 1 0 0,-1 0 0 0 0,1 0-1 0 0,-1 0 1 0 0,1 0 0 0 0,1 2-1 0 0,26 26-13 0 0,-15-17 11 0 0,9 8 2 0 0,1-1-1 0 0,1 0 1 0 0,41 23 0 0 0,23 18 33 0 0,27 43 21 0 0,-93-84-103 0 0,1-1-1 0 0,1-1 1 0 0,0-1 0 0 0,1-1-1 0 0,1-2 1 0 0,0 0-1 0 0,1-1 1 0 0,35 9 0 0 0,-36-14 27 0 0,0-1-1 0 0,0-1 1 0 0,1-1 0 0 0,0-2 0 0 0,-1 0 0 0 0,1-2 0 0 0,0-1 0 0 0,0-1 0 0 0,0-1-1 0 0,-1-2 1 0 0,0-1 0 0 0,0 0 0 0 0,0-2 0 0 0,26-12 0 0 0,36-16 116 0 0,456-201 387 0 0,-524 227-456 0 0,0 0 0 0 0,-1-2 0 0 0,0 0 0 0 0,-1-1 0 0 0,0-1 0 0 0,-1 0 0 0 0,0-2 1 0 0,-1 0-1 0 0,23-32 0 0 0,-35 41-17 0 0,0 0 1 0 0,-1 0-1 0 0,0-1 1 0 0,0 1-1 0 0,0-1 1 0 0,-1 0 0 0 0,-1 0-1 0 0,1 0 1 0 0,-2 0-1 0 0,1-9 1 0 0,0-1 8 0 0,-2 0 0 0 0,0 0-1 0 0,-5-27 1 0 0,3 35-6 0 0,1 1 1 0 0,-2 0-1 0 0,1 0 0 0 0,-2 0 0 0 0,1 0 1 0 0,-1 1-1 0 0,0 0 0 0 0,-1 0 0 0 0,0 0 1 0 0,0 1-1 0 0,0-1 0 0 0,-1 1 0 0 0,0 1 0 0 0,-9-7 1 0 0,-10-5 80 0 0,0 0 0 0 0,-56-27 0 0 0,46 29 8 0 0,-1 2 0 0 0,-1 1 0 0 0,0 2 0 0 0,0 1 0 0 0,-1 3 0 0 0,-1 0 0 0 0,-40 0 0 0 0,-25 4-1055 0 0,-143 14 0 0 0,160-1-3633 0 0,62-2 347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3:37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1 140 4882 0 0,'0'0'2802'0'0,"44"-14"-2963"0"0,-22-10-479 0 0,23 1 480 0 0,-5 9 80 0 0,-18 0 80 0 0,0 4-160 0 0,0-4-800 0 0,1 1-721 0 0,-1-1-320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3:38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19 2881 0 0,'22'0'2802'0'0,"-4"5"799"0"0,-18 0-2960 0 0,0-10-3363 0 0,0 0 81 0 0,-62-13-881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3:39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3762 0 0,'22'0'5282'0'0,"-22"5"-4161"0"0,0-1-1281 0 0,22-4-4162 0 0,0 0-721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51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1 197 480 0 0,'0'-34'3442'0'0,"0"-3"-2482"0"0,0 9-1360 0 0,0 5 160 0 0,0-1 160 0 0,0 0 80 0 0,22 6-160 0 0,0 9-961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51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748 8 1281 0 0,'0'-1'90'0'0,"0"1"1"0"0,0-1 0 0 0,1 1 0 0 0,-1-1-1 0 0,0 1 1 0 0,0 0 0 0 0,1-1 0 0 0,-1 1 0 0 0,1-1-1 0 0,-1 1 1 0 0,0 0 0 0 0,1-1 0 0 0,-1 1-1 0 0,1 0 1 0 0,-1 0 0 0 0,1-1 0 0 0,-1 1 0 0 0,1 0-1 0 0,-1 0 1 0 0,1 0 0 0 0,-1 0 0 0 0,1-1-1 0 0,-1 1 1 0 0,1 0 0 0 0,-1 0 0 0 0,1 0 0 0 0,-1 0-1 0 0,1 0 1 0 0,-1 0 0 0 0,1 0 0 0 0,-1 0-1 0 0,1 1 1 0 0,-1-1 0 0 0,1 0 0 0 0,-1 0-1 0 0,1 1 1 0 0,5-1 1500 0 0,-6 5-380 0 0,0-5-1142 0 0,0 1 1 0 0,0-1-1 0 0,0 1 1 0 0,1-1-1 0 0,-1 1 0 0 0,0-1 1 0 0,0 1-1 0 0,0-1 0 0 0,0 1 1 0 0,0-1-1 0 0,0 1 0 0 0,0-1 1 0 0,0 1-1 0 0,0-1 0 0 0,0 1 1 0 0,-1-1-1 0 0,1 1 0 0 0,0-1 1 0 0,0 1-1 0 0,0-1 1 0 0,0 0-1 0 0,-1 1 0 0 0,1-1 1 0 0,0 1-1 0 0,-1-1 0 0 0,1 0 1 0 0,0 1-1 0 0,-1-1 0 0 0,1 1 1 0 0,-1-1-1 0 0,-17 5 26 0 0,11-4-75 0 0,-1 0 0 0 0,1 1 0 0 0,0 0 0 0 0,0 1 0 0 0,0-1-1 0 0,0 2 1 0 0,0-1 0 0 0,0 1 0 0 0,1-1 0 0 0,0 2 0 0 0,-11 8 0 0 0,13-9 1 0 0,3-3-14 0 0,-1 0-1 0 0,1 1 0 0 0,0-1 1 0 0,0 0-1 0 0,0 1 0 0 0,0-1 0 0 0,0 1 1 0 0,0-1-1 0 0,0 1 0 0 0,0-1 1 0 0,1 1-1 0 0,-1 0 0 0 0,1-1 0 0 0,-1 1 1 0 0,1 0-1 0 0,-1-1 0 0 0,1 1 0 0 0,0 0 1 0 0,0 0-1 0 0,0-1 0 0 0,1 4 1 0 0,-2-2-3 0 0,1 0 0 0 0,0 0 0 0 0,-1 0 1 0 0,0 0-1 0 0,1 0 0 0 0,-1 0 0 0 0,0 0 1 0 0,-3 4-1 0 0,3-4 0 0 0,-1 0 1 0 0,1 0 0 0 0,0 0-1 0 0,0 1 1 0 0,0-1 0 0 0,0 0-1 0 0,1 0 1 0 0,-1 7 0 0 0,1-5-5 0 0,0-1 1 0 0,-1 1 0 0 0,1-1-1 0 0,-1 1 1 0 0,0-1-1 0 0,0 0 1 0 0,-1 1 0 0 0,1-1-1 0 0,-1 0 1 0 0,0 0 0 0 0,0 0-1 0 0,0 0 1 0 0,0 0 0 0 0,-1 0-1 0 0,0-1 1 0 0,0 1-1 0 0,0-1 1 0 0,0 1 0 0 0,0-1-1 0 0,-7 4 1 0 0,7-4 0 0 0,0 1-1 0 0,1-1 1 0 0,-1 1 0 0 0,1-1 0 0 0,-1 1-1 0 0,-1 5 1 0 0,2-5-3 0 0,0 0 0 0 0,0-1 1 0 0,0 1-1 0 0,0-1 0 0 0,-1 1 0 0 0,0-1 0 0 0,1 0 0 0 0,-1 0 0 0 0,-4 3 1 0 0,-35 31 17 0 0,-23 18 34 0 0,56-49-44 0 0,-15 10 19 0 0,0 2 0 0 0,-34 32-1 0 0,-27 18-10 0 0,40-34-28 0 0,6-5-39 0 0,28-23 60 0 0,1 2 0 0 0,0-1-1 0 0,0 1 1 0 0,1 1 0 0 0,-1 0-1 0 0,2 0 1 0 0,-10 13-1 0 0,17-20-6 0 0,0 0 0 0 0,0 0 0 0 0,0 0 0 0 0,0 0 0 0 0,-1 0 0 0 0,1-1-1 0 0,-1 1 1 0 0,1 0 0 0 0,-1-1 0 0 0,0 1 0 0 0,0-1 0 0 0,-2 2 0 0 0,3-2 1 0 0,0 1-4 0 0,0 0 0 0 0,0 0 0 0 0,1 0 0 0 0,-1 1 0 0 0,1-1 0 0 0,-1 0-1 0 0,1 0 1 0 0,0 1 0 0 0,0-1 0 0 0,0 0 0 0 0,0 0 0 0 0,1 5-1 0 0,-1-7-8 0 0,0 1 13 0 0,0-1 1 0 0,0 1-1 0 0,0-1 0 0 0,-1 1 0 0 0,1 0 1 0 0,0-1-1 0 0,0 1 0 0 0,-1-1 0 0 0,1 1 1 0 0,0 0-1 0 0,-1-1 0 0 0,1 1 0 0 0,-1-1 1 0 0,1 1-1 0 0,0-1 0 0 0,-1 0 0 0 0,1 1 1 0 0,-1-1-1 0 0,1 1 0 0 0,-1-1 0 0 0,0 0 1 0 0,1 1-1 0 0,-1-1 0 0 0,1 0 0 0 0,-1 0 1 0 0,0 0-1 0 0,1 1 0 0 0,-1-1 1 0 0,0 0-1 0 0,1 0 0 0 0,-2 0 0 0 0,-1 1 12 0 0,-1 3-13 0 0,4-3-13 0 0,0 17-3295 0 0,0-8-1041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53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0 640 0 0,'0'0'1788'0'0,"-4"1"-268"0"0,-10 6 1124 0 0,28-5-1739 0 0,-10-2-785 0 0,14 4 120 0 0,74 21 627 0 0,-53-15-373 0 0,60 25 1 0 0,0-1-57 0 0,-84-29-372 0 0,0 0 1 0 0,-1 2-1 0 0,18 8 0 0 0,33 15 83 0 0,-36-21-74 0 0,3 1 47 0 0,59 27 1 0 0,-71-27-56 0 0,35 11 0 0 0,-2-1 52 0 0,121 45 428 0 0,-105-37-348 0 0,-52-20-101 0 0,1 0 0 0 0,38 9 1 0 0,2-4-197 0 0,1-3 0 0 0,104 4 0 0 0,-159-14-555 0 0,-8-12-2415 0 0,-14-18-694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54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0 1921 0 0,'-4'1'595'0'0,"3"-1"-493"0"0,1 0 0 0 0,-1 0 0 0 0,1 0 0 0 0,-1 0 0 0 0,0 0 0 0 0,1 0 0 0 0,-1 0 0 0 0,1 0 0 0 0,-1 0 0 0 0,1 0 0 0 0,-1 1 0 0 0,1-1 0 0 0,-1 0 0 0 0,1 0 0 0 0,-1 1 0 0 0,1-1 0 0 0,0 0 0 0 0,-1 0 0 0 0,1 1 0 0 0,-1-1 0 0 0,1 1 0 0 0,0-1 0 0 0,-1 0 1 0 0,1 1-1 0 0,0-1 0 0 0,-1 1 0 0 0,1-1 0 0 0,0 1 0 0 0,0-1 0 0 0,-1 1 0 0 0,1-1 0 0 0,0 2 0 0 0,-1-2-50 0 0,0 1-1 0 0,1-1 1 0 0,-1 1 0 0 0,0-1 0 0 0,0 1 0 0 0,0-1 0 0 0,0 0 0 0 0,1 0-1 0 0,-1 1 1 0 0,0-1 0 0 0,0 0 0 0 0,0 0 0 0 0,0 0 0 0 0,0 0 0 0 0,0 0-1 0 0,0 0 1 0 0,0 0 0 0 0,-2 0 3057 0 0,84 14-1915 0 0,-26-6-357 0 0,86 25 0 0 0,-111-24-579 0 0,36 5 1 0 0,-43-10-160 0 0,1 2-1 0 0,37 13 1 0 0,68 19 155 0 0,-119-34-237 0 0,1-1 1 0 0,0 0-1 0 0,-1-1 0 0 0,13 1 1 0 0,-13-1-4 0 0,1-1 1 0 0,-1 2 0 0 0,0-1-1 0 0,17 8 1 0 0,6 1 26 0 0,1-2 0 0 0,0-1 0 0 0,0-1 0 0 0,54 2 0 0 0,-22-1-6 0 0,174 33 192 0 0,-107-24-139 0 0,-70-10-30 0 0,-45-5-53 0 0,0 0-1 0 0,32-1 0 0 0,-2-2 10 0 0,-56 3 10 0 0,1 1 0 0 0,0-1-1 0 0,0 1 1 0 0,1 0 0 0 0,-1 1 0 0 0,1 0 0 0 0,-1 0 0 0 0,1 0-1 0 0,-9 9 1 0 0,-17 10 45 0 0,6-5-39 0 0,0 1 1 0 0,1 2-1 0 0,-38 39 1 0 0,25-23-6 0 0,35-33-36 0 0,-1 0 1 0 0,1 0-1 0 0,0 0 1 0 0,0 1-1 0 0,-4 8 1 0 0,-14 19-7 0 0,17-28 17 0 0,1 1 1 0 0,0-1-1 0 0,0 1 1 0 0,0 0-1 0 0,0 0 1 0 0,-3 10-1 0 0,-13 22 143 0 0,8-23-121 0 0,-19 31-30 0 0,26-36-11 0 0,0 0 1 0 0,-1-1 0 0 0,0 0-1 0 0,0 0 1 0 0,-1 0-1 0 0,-10 10 1 0 0,13-14 27 0 0,-2 2 35 0 0,1 1 0 0 0,-1-1 0 0 0,1 1 0 0 0,-3 9 0 0 0,-12 18 16 0 0,6-15-83 0 0,-1 1 0 0 0,0-1 0 0 0,-2-1 0 0 0,0-1 0 0 0,-1 0 0 0 0,-23 16 1 0 0,-22 18-71 0 0,41-33 106 0 0,-29 20 0 0 0,49-37-12 0 0,-1-1 0 0 0,1 1-1 0 0,0-1 1 0 0,0 1 0 0 0,-1 0 0 0 0,1 0 0 0 0,0-1 0 0 0,0 1-1 0 0,0 0 1 0 0,0 0 0 0 0,0 0 0 0 0,0 0 0 0 0,0 0 0 0 0,0 1-1 0 0,0-1 1 0 0,1 0 0 0 0,-1 0 0 0 0,0 1 0 0 0,1-1 0 0 0,-1 0-1 0 0,1 1 1 0 0,-1-1 0 0 0,1 0 0 0 0,0 1 0 0 0,-1-1 0 0 0,1 1-1 0 0,0-1 1 0 0,0 0 0 0 0,0 1 0 0 0,0-1 0 0 0,1 3 0 0 0,-20-1-2096 0 0,8 2-423 0 0,7-3 2048 0 0,1-1 0 0 0,0 0-1 0 0,-1 1 1 0 0,1-1 0 0 0,-1 0 0 0 0,1-1 0 0 0,-1 1 0 0 0,-5 0 0 0 0,-35 0-5280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7:02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1014 314 240 0 0,'0'1'219'0'0,"-1"0"0"0"0,1-1 0 0 0,0 1 0 0 0,0 0 0 0 0,0-1 0 0 0,-1 1 1 0 0,1-1-1 0 0,0 1 0 0 0,-1 0 0 0 0,1-1 0 0 0,0 1 0 0 0,-1-1 0 0 0,1 1 0 0 0,-1-1 0 0 0,1 1 0 0 0,-1-1 0 0 0,1 0 0 0 0,-1 1 0 0 0,1-1 0 0 0,-1 1 0 0 0,1-1 0 0 0,-1 0 1 0 0,1 0-1 0 0,-1 1 0 0 0,0-1 0 0 0,1 0 0 0 0,-2 0 0 0 0,-17 4-148 0 0,14-3 487 0 0,2 0-64 0 0,2-1-428 0 0,1 0 1 0 0,0 1 0 0 0,0-1-1 0 0,-1 0 1 0 0,1 1 0 0 0,0-1-1 0 0,-1 0 1 0 0,1 1 0 0 0,-1-1-1 0 0,1 0 1 0 0,0 0-1 0 0,-1 1 1 0 0,1-1 0 0 0,-1 0-1 0 0,1 0 1 0 0,0 0 0 0 0,-1 0-1 0 0,1 0 1 0 0,-1 0 0 0 0,1 1-1 0 0,-1-1 1 0 0,1 0-1 0 0,0 0 1 0 0,-1 0 0 0 0,1-1-1 0 0,-1 1 1 0 0,1 0 0 0 0,-1 0-1 0 0,1 0 1 0 0,-1 0 0 0 0,-21-3-129 0 0,16 2 245 0 0,-2 0-116 0 0,-6-3-40 0 0,6-1 40 0 0,7 4-63 0 0,-1 0 1 0 0,1 0 0 0 0,-1 0 0 0 0,1 0 0 0 0,-1 0 0 0 0,0 1-1 0 0,1-1 1 0 0,-1 1 0 0 0,0-1 0 0 0,0 1 0 0 0,0-1 0 0 0,1 1-1 0 0,-1 0 1 0 0,0 0 0 0 0,0 0 0 0 0,-3 0 0 0 0,-7-5 6 0 0,-1-2 42 0 0,-1 1 0 0 0,-25-8-1 0 0,-3-1 97 0 0,11 4 312 0 0,-66-14 0 0 0,3 1 217 0 0,82 21-592 0 0,-108-41 882 0 0,107 39-845 0 0,-1 1 1 0 0,-23-5-1 0 0,26 7-33 0 0,-1 0 0 0 0,0-1 0 0 0,1 0 0 0 0,0-1 0 0 0,0-1 1 0 0,-13-6-1 0 0,18 8-71 0 0,0 0 1 0 0,0 1-1 0 0,-1 0 1 0 0,1 0-1 0 0,-9-1 1 0 0,9 2-3 0 0,1 0-1 0 0,-1 0 1 0 0,0-1-1 0 0,1 0 1 0 0,-1 0 0 0 0,1 0-1 0 0,0-1 1 0 0,-9-5-1 0 0,9 4 47 0 0,-1 1 0 0 0,1-1-1 0 0,-1 1 1 0 0,0 0-1 0 0,-12-4 1 0 0,12 5-19 0 0,1 0 0 0 0,-1-1 0 0 0,0 0 0 0 0,1 0 1 0 0,-10-6-1 0 0,-10-10 103 0 0,24 18-145 0 0,1 1 0 0 0,-1-1 1 0 0,1 0-1 0 0,-1 1 1 0 0,1-1-1 0 0,-1 1 1 0 0,1-1-1 0 0,-1 1 0 0 0,1-1 1 0 0,-1 1-1 0 0,0-1 1 0 0,1 1-1 0 0,-1 0 1 0 0,0-1-1 0 0,1 1 0 0 0,-1 0 1 0 0,0 0-1 0 0,1-1 1 0 0,-1 1-1 0 0,0 0 1 0 0,0 0-1 0 0,1 0 1 0 0,-1 0-1 0 0,0 0 0 0 0,-1 0 1 0 0,1 0 0 0 0,-3-1-136 0 0,4 17-5750 0 0,0 1-80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7:03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29 1040 0 0,'-4'0'1468'0'0,"1"0"-1038"0"0,-19 0 596 0 0,21 0-971 0 0,1 0 0 0 0,-1 1 1 0 0,0-1-1 0 0,1 0 1 0 0,-1 0-1 0 0,0 0 1 0 0,1-1-1 0 0,-1 1 0 0 0,0 0 1 0 0,1 0-1 0 0,-1 0 1 0 0,1 0-1 0 0,-1-1 1 0 0,0 1-1 0 0,1 0 0 0 0,-1 0 1 0 0,1-1-1 0 0,-1 1 1 0 0,1 0-1 0 0,-1-1 0 0 0,1 1 1 0 0,-1-1-1 0 0,1 1 1 0 0,-1-2-1 0 0,0 2 19 0 0,0-1 0 0 0,0 0 0 0 0,0 1 0 0 0,0-1 0 0 0,0 1 0 0 0,0-1 0 0 0,0 1 0 0 0,-1 0 0 0 0,1-1 0 0 0,0 1 0 0 0,0 0 0 0 0,0 0 0 0 0,0-1 0 0 0,0 1 0 0 0,-1 0 0 0 0,0 0 0 0 0,1 1 8 0 0,0-1-1 0 0,-1 0 0 0 0,1 0 1 0 0,0-1-1 0 0,0 1 0 0 0,0 0 1 0 0,0 0-1 0 0,-1-1 1 0 0,1 1-1 0 0,0 0 0 0 0,0-1 1 0 0,0 1-1 0 0,0-1 0 0 0,0 1 1 0 0,0-1-1 0 0,-1-1 0 0 0,2 1 413 0 0,0 2-427 0 0,0 2-41 0 0,3-2 28 0 0,585-15 1600 0 0,-570 14-2308 0 0,0 1 0 0 0,35 7 1 0 0,-39-4-1266 0 0,-28-3-578 0 0,-9-1-130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7:04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80 0 0,'0'5'3922'0'0,"0"0"-2722"0"0,22 0-479 0 0,-22-1-81 0 0,23 10-160 0 0,61 18 241 0 0,27 7-81 0 0,-22-11-320 0 0,-22-14-240 0 0,-1-1-80 0 0,-21-3-400 0 0,-1-6-641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7:05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774 366 1441 0 0,'0'0'1547'0'0,"3"1"-280"0"0,12-1 1455 0 0,-66-21-1910 0 0,-5-2-437 0 0,-9-5-132 0 0,49 20-140 0 0,-1 1-1 0 0,1 0 1 0 0,-29-7-1 0 0,-107-24 739 0 0,116 22-740 0 0,34 16-97 0 0,0-1 1 0 0,1 0-1 0 0,-1 0 1 0 0,0 0-1 0 0,1 0 1 0 0,-1 0-1 0 0,1 0 1 0 0,-1-1-1 0 0,1 1 1 0 0,0 0-1 0 0,-1-1 1 0 0,1 1-1 0 0,0-1 1 0 0,0 1-1 0 0,0-1 1 0 0,0 0-1 0 0,0 1 1 0 0,-1-5 0 0 0,2 5-2 0 0,0-1 0 0 0,-1 1 0 0 0,1-1 0 0 0,-1 1 0 0 0,0-1 0 0 0,1 1 0 0 0,-1-1 0 0 0,0 1 0 0 0,0-1 0 0 0,0 1 0 0 0,0 0 0 0 0,0 0 0 0 0,0 0 0 0 0,0-1 0 0 0,0 1 0 0 0,-1 0 0 0 0,1 0 0 0 0,0 1 0 0 0,-1-1 0 0 0,1 0 0 0 0,-1 0 0 0 0,-1 0 0 0 0,-13-11 8 0 0,7 3 8 0 0,0 0 1 0 0,0 1-1 0 0,-1 0 0 0 0,0 1 1 0 0,0 0-1 0 0,-17-8 1 0 0,0-2 4 0 0,14 10 97 0 0,0 1 0 0 0,0 0 0 0 0,0 0 0 0 0,0 2 0 0 0,-1-1 0 0 0,-17-2 0 0 0,7 1-8 0 0,2 1 594 0 0,18 5-534 0 0,4-3-39 0 0,4 6-107 0 0,33 1-254 0 0,-33-4-360 0 0,-1 0-627 0 0,8 1-986 0 0,-29-3-922 0 0,-23-5-734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7:06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1281 0 0,'0'28'3201'0'0,"-22"9"-1200"0"0,22-9-1601 0 0,0 1-640 0 0,22-11 160 0 0,-22 2 80 0 0,0-12 0 0 0,23 2-400 0 0,-46-5-2882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7:07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1601 0 0,'0'8'1520'0'0,"22"2"-319"0"0,-22 18 0 0 0,23 23-241 0 0,-1 1-560 0 0,-22-15-240 0 0,22-8-80 0 0,-22-1 80 0 0,22-14-80 0 0,1-4-160 0 0,-1-16-480 0 0,0-12-801 0 0,22-6-1360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7:08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1281 152 1441 0 0,'0'1'75'0'0,"0"-1"0"0"0,0 1 1 0 0,0-1-1 0 0,0 1 1 0 0,0-1-1 0 0,0 1 0 0 0,0-1 1 0 0,0 0-1 0 0,0 1 1 0 0,0-1-1 0 0,-1 1 0 0 0,1-1 1 0 0,0 1-1 0 0,0-1 0 0 0,0 0 1 0 0,-1 1-1 0 0,1-1 1 0 0,0 0-1 0 0,0 1 0 0 0,-1-1 1 0 0,1 0-1 0 0,0 1 1 0 0,-1-1-1 0 0,1 0 0 0 0,0 1 1 0 0,-1-1-1 0 0,1 0 1 0 0,-1 0-1 0 0,1 1 0 0 0,0-1 1 0 0,-1 0-1 0 0,1 0 0 0 0,-1 0 1 0 0,1 0-1 0 0,-1 0 1 0 0,1 0-1 0 0,0 0 0 0 0,-1 1 1 0 0,1-1-1 0 0,-1 0 1 0 0,0-1-1 0 0,1 1-41 0 0,-1 0-1 0 0,1 0 1 0 0,0 0 0 0 0,-1 0 0 0 0,1 0-1 0 0,-1 0 1 0 0,1 0 0 0 0,0 0-1 0 0,-1 1 1 0 0,1-1 0 0 0,0 0 0 0 0,-1 0-1 0 0,1 0 1 0 0,-1 0 0 0 0,1 0-1 0 0,0 1 1 0 0,-1-1 0 0 0,1 0 0 0 0,0 0-1 0 0,0 1 1 0 0,-1-1 0 0 0,1 0-1 0 0,0 0 1 0 0,-1 1 0 0 0,1-1 0 0 0,0 0-1 0 0,0 1 1 0 0,0-1 0 0 0,-1 0 0 0 0,1 1-1 0 0,0-1 1 0 0,0 1 0 0 0,0-1-1 0 0,0 0 1 0 0,0 1 0 0 0,0-1 0 0 0,0 0-1 0 0,0 1 1 0 0,0-1 0 0 0,0 1-1 0 0,0 0 274 0 0,-75-10 1193 0 0,20 1-959 0 0,-176-16 1307 0 0,-134-8 906 0 0,280 26-2340 0 0,85 6-415 0 0,1 0 0 0 0,-1 0 1 0 0,0 0-1 0 0,0-1 1 0 0,0 1-1 0 0,1 0 0 0 0,-1 0 1 0 0,0 0-1 0 0,0 0 0 0 0,0 0 1 0 0,0-1-1 0 0,0 1 0 0 0,1 0 1 0 0,-1 0-1 0 0,0 0 0 0 0,0-1 1 0 0,0 1-1 0 0,0 0 1 0 0,0 0-1 0 0,0 0 0 0 0,0-1 1 0 0,0 1-1 0 0,0 0 0 0 0,0 0 1 0 0,0-1-1 0 0,0 1 0 0 0,0 0 1 0 0,0 0-1 0 0,0 0 1 0 0,0-1-1 0 0,0 1 0 0 0,0 0 1 0 0,0 0-1 0 0,0-1 0 0 0,0 1 1 0 0,0 0-1 0 0,0 0 0 0 0,0 0 1 0 0,0-1-1 0 0,-1 1 0 0 0,1 0 1 0 0,0 0-1 0 0,0 0 1 0 0,0 0-1 0 0,0-1 0 0 0,-1 1 1 0 0,1 0-1 0 0,0 0 0 0 0,0 0 1 0 0,0 0-1 0 0,0 0 0 0 0,-1 0 1 0 0,1 0-1 0 0,0-1 0 0 0,0 1 1 0 0,-1 0-1 0 0,13-4-109 0 0,20-17-67 0 0,-19 10 127 0 0,-13 11 52 0 0,1 0 0 0 0,-1 0 0 0 0,0-1 0 0 0,1 1-1 0 0,-1 0 1 0 0,0 0 0 0 0,1-1 0 0 0,-1 1 0 0 0,0 0 0 0 0,0-1-1 0 0,1 1 1 0 0,-1 0 0 0 0,0-1 0 0 0,0 1 0 0 0,0 0 0 0 0,1-1-1 0 0,-1 1 1 0 0,0 0 0 0 0,0-1 0 0 0,0 1 0 0 0,0 0 0 0 0,0-1-1 0 0,0 1 1 0 0,0-1 0 0 0,0 1 0 0 0,0 0 0 0 0,0-1 0 0 0,0 1-1 0 0,0-1 1 0 0,0 1 0 0 0,0 0 0 0 0,0-1 0 0 0,0 1-1 0 0,0-1 1 0 0,0 1 0 0 0,0 0 0 0 0,-1-1 0 0 0,1 1 0 0 0,0 0-1 0 0,0-1 1 0 0,0 1 0 0 0,-1 0 0 0 0,1-1 0 0 0,0 1 0 0 0,-1 0-1 0 0,1-1 1 0 0,0 1 0 0 0,0 0 0 0 0,-1 0 0 0 0,1 0 0 0 0,-1-1-1 0 0,1 1 1 0 0,0 0 0 0 0,-1 0 0 0 0,0 0 0 0 0,-12-7 55 0 0,7 4-8 0 0,-32-10 164 0 0,-33 10-8 0 0,30 3 115 0 0,38 0-160 0 0,-1 0 1 0 0,-11 0-1 0 0,12 0 80 0 0,-1 0-160 0 0,-188-5 227 0 0,144 5-227 0 0,17-2-730 0 0,29 3 378 0 0,-2 0 33 0 0,-4 11-4163 0 0,-10 0-987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7:11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1300 468 720 0 0,'-42'-3'4872'0'0,"32"2"-4748"0"0,1-1 0 0 0,-1 0 0 0 0,1 0 1 0 0,0-1-1 0 0,0-1 0 0 0,0 1 0 0 0,1-1 1 0 0,-10-6-1 0 0,6 3-20 0 0,0 1 1 0 0,-1 0-1 0 0,-19-5 0 0 0,-32-15 306 0 0,6 1 358 0 0,-105-32 0 0 0,-4-2 217 0 0,142 50-779 0 0,-37-9-1 0 0,43 13-161 0 0,0 0 0 0 0,0-2 0 0 0,-19-8 0 0 0,-25-9 103 0 0,56 14 26 0 0,-56-21-93 0 0,18 11-80 0 0,16 7 22 0 0,18 7 23 0 0,9 5-33 0 0,0-5 49 0 0,2 5-28 0 0,0 0 34 0 0,-4 1 13 0 0,-11 0 0 0 0,12 0 0 0 0,3-1-43 0 0,0 0-36 0 0,0 1 0 0 0,0 0 0 0 0,0 0 0 0 0,0-1 1 0 0,0 1-1 0 0,0 0 0 0 0,0 0 0 0 0,0-1 0 0 0,0 1 1 0 0,0 0-1 0 0,0-1 0 0 0,0 1 0 0 0,0 0 1 0 0,0 0-1 0 0,0-1 0 0 0,0 1 0 0 0,0 0 0 0 0,0 0 1 0 0,-1 0-1 0 0,1-1 0 0 0,0 1 0 0 0,0 0 1 0 0,0 0-1 0 0,0-1 0 0 0,0 1 0 0 0,-1 0 0 0 0,1 0 1 0 0,0 0-1 0 0,0 0 0 0 0,0-1 0 0 0,-1 1 0 0 0,1 0 1 0 0,0 0-1 0 0,0 0 0 0 0,-1 0 0 0 0,-57-15 159 0 0,22 10-122 0 0,31 5-9 0 0,1-3-2 0 0,-3 2 40 0 0,7 1-65 0 0,-1 1 0 0 0,1-1 0 0 0,-1 0 0 0 0,1 0 0 0 0,-1 0 0 0 0,1 0 0 0 0,-1 0 0 0 0,1 0 0 0 0,-1 0 0 0 0,1 0-1 0 0,-1 0 1 0 0,1 0 0 0 0,-1 0 0 0 0,1 0 0 0 0,-1 0 0 0 0,1 0 0 0 0,-1 0 0 0 0,1 0 0 0 0,-1-1 0 0 0,1 1 0 0 0,0 0 0 0 0,-1 0 0 0 0,1-1 0 0 0,-1 1 0 0 0,1 0 0 0 0,0-1 0 0 0,-1 1 0 0 0,1 0-1 0 0,-1-1 1 0 0,1 1 0 0 0,0 0 0 0 0,0-1 0 0 0,-1 0 0 0 0,0 0-1 0 0,1 1-1 0 0,0-1 1 0 0,-1 1-1 0 0,1 0 1 0 0,-1-1 0 0 0,1 1-1 0 0,-1-1 1 0 0,1 1-1 0 0,-1 0 1 0 0,0 0-1 0 0,1-1 1 0 0,-1 1 0 0 0,1 0-1 0 0,-1 0 1 0 0,0 0-1 0 0,1-1 1 0 0,-1 1-1 0 0,1 0 1 0 0,-1 0 0 0 0,0 0-1 0 0,0 0 1 0 0,-12-3 13 0 0,11 2-1 0 0,-27-11 168 0 0,23 12-148 0 0,0-2-60 0 0,-12 0-567 0 0,14 8-1279 0 0,10 9-1970 0 0,12 14-1986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7:12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1342 497 240 0 0,'0'-1'83'0'0,"0"0"1"0"0,0 1-1 0 0,0-1 1 0 0,0 0-1 0 0,-1 0 0 0 0,1 1 1 0 0,0-1-1 0 0,0 0 0 0 0,0 0 1 0 0,0 1-1 0 0,-1-1 1 0 0,1 0-1 0 0,0 1 0 0 0,-1-1 1 0 0,1 0-1 0 0,-1 1 0 0 0,1-1 1 0 0,0 1-1 0 0,-1-1 1 0 0,1 0-1 0 0,-1 1 0 0 0,0-1 1 0 0,1 1-1 0 0,-1 0 0 0 0,1-1 1 0 0,-1 1-1 0 0,0-1 1 0 0,1 1-1 0 0,-1 0 0 0 0,0 0 1 0 0,1-1-1 0 0,-1 1 0 0 0,0 0 1 0 0,0 0-1 0 0,1 0 0 0 0,-1 0 1 0 0,0 0-1 0 0,0 0 1 0 0,1 0-1 0 0,-1 0 0 0 0,0 0 1 0 0,0 0-1 0 0,-1 0 0 0 0,-9 1 1671 0 0,8-1-1680 0 0,0 1 0 0 0,1-1 0 0 0,-1 0 0 0 0,0 0 0 0 0,0-1 0 0 0,1 1 0 0 0,-1 0 0 0 0,0-1 0 0 0,0 0 0 0 0,1 0 0 0 0,-5-1 0 0 0,-78-30 579 0 0,-26-16 54 0 0,104 45-660 0 0,1 0-1 0 0,-1 0 0 0 0,0 1 0 0 0,1 0 1 0 0,-11-2-1 0 0,-26-7 170 0 0,-78-31 264 0 0,24 9-387 0 0,43 13-32 0 0,-88-26 172 0 0,112 40-113 0 0,13 3-53 0 0,0-1-1 0 0,-30-11 1 0 0,44 14-64 0 0,1-1 0 0 0,-1 1 0 0 0,1-1-1 0 0,-1 1 1 0 0,1-1 0 0 0,-1 0 0 0 0,-3-4 0 0 0,-14-10 54 0 0,14 12-55 0 0,1 1 0 0 0,0 0 0 0 0,-1-1 0 0 0,2 0 0 0 0,-1 0 0 0 0,-8-10-1 0 0,7 9 19 0 0,0 1-1 0 0,-1 0 1 0 0,1 0-1 0 0,-12-4 1 0 0,2-1 43 0 0,-9-5 53 0 0,-32-12 0 0 0,42 19-95 0 0,-44-11 192 0 0,51 15-176 0 0,0 0-1 0 0,0 1 0 0 0,0 0 0 0 0,0 0 0 0 0,0 1 1 0 0,-14-1-1 0 0,-41 2 137 0 0,59 0-106 0 0,0 0 26 0 0,-9 1-220 0 0,18 0-1724 0 0,-2-1 1401 0 0,0 0-1 0 0,0-1 1 0 0,-1 1-1 0 0,1 0 1 0 0,0-1-1 0 0,-1 0 1 0 0,1 1-1 0 0,0-1 1 0 0,3-2-1 0 0,-3-6-2363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7:12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0 1841 0 0,'0'0'2481'0'0,"0"5"-1040"0"0,0 4-961 0 0,0 14 80 0 0,0 15-160 0 0,-22-5-320 0 0,22-9 0 0 0,-22-6 0 0 0,22-9-80 0 0,0-13-1280 0 0,0-6-1601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7:13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28 1040 0 0,'-20'-1'3648'0'0,"35"-2"-2079"0"0,34-1-1103 0 0,112 8 314 0 0,-71-1-1316 0 0,0-3 1 0 0,95-12-1 0 0,-163 6-1558 0 0,-18-3-267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7:15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1 312 1521 0 0,'226'-103'4122'0'0,"-34"24"-3229"0"0,11-5-946 0 0,-189 79 50 0 0,-15 5 6 0 0,-19 4 77 0 0,0 2-25 0 0,1 1 0 0 0,0 0 0 0 0,0 1 0 0 0,-22 14 0 0 0,11-6-10 0 0,-3 1 84 0 0,2 1 0 0 0,-57 43 0 0 0,88-61-125 0 0,0 0 0 0 0,0 0 0 0 0,0 1-1 0 0,0-1 1 0 0,0 0 0 0 0,0 0 0 0 0,0 0 0 0 0,0 0 0 0 0,0 0 0 0 0,0 1 0 0 0,0-1-1 0 0,0 0 1 0 0,0 0 0 0 0,0 0 0 0 0,0 0 0 0 0,0 0 0 0 0,0 1 0 0 0,0-1 0 0 0,0 0-1 0 0,0 0 1 0 0,0 0 0 0 0,0 0 0 0 0,0 0 0 0 0,0 1 0 0 0,0-1 0 0 0,0 0-1 0 0,0 0 1 0 0,0 0 0 0 0,0 0 0 0 0,1 0 0 0 0,-1 0 0 0 0,0 0 0 0 0,0 1 0 0 0,0-1-1 0 0,0 0 1 0 0,0 0 0 0 0,0 0 0 0 0,0 0 0 0 0,1 0 0 0 0,-1 0 0 0 0,0 0 0 0 0,0 0-1 0 0,0 0 1 0 0,0 0 0 0 0,0 0 0 0 0,0 0 0 0 0,1 0 0 0 0,-1 0 0 0 0,0 0-1 0 0,0 0 1 0 0,0 0 0 0 0,0 0 0 0 0,1 0 0 0 0,-1 0 0 0 0,0 0 0 0 0,0 0 0 0 0,0 0-1 0 0,0 0 1 0 0,0 0 0 0 0,0 0 0 0 0,1 0 0 0 0,-1 0 0 0 0,0 0 0 0 0,0 0 0 0 0,0 0-1 0 0,0 0 1 0 0,0 0 0 0 0,0 0 0 0 0,1-1 0 0 0,16-1-8 0 0,6-6 63 0 0,-12 4-54 0 0,0 1 1 0 0,0-2-1 0 0,14-7 0 0 0,-17 7 7 0 0,1 1 0 0 0,-1 0-1 0 0,15-5 1 0 0,17-7 8 0 0,1-2-7 0 0,-61 31 135 0 0,0-1 1 0 0,-2-1-1 0 0,1-1 0 0 0,-1 0 1 0 0,0-2-1 0 0,-1 0 1 0 0,-41 7-1 0 0,45-14-68 0 0,18-1-77 0 0,0 0 0 0 0,0 0 0 0 0,0 0 0 0 0,0 0 0 0 0,0 0 0 0 0,0 0 0 0 0,0 0 0 0 0,0-1 0 0 0,0 1 1 0 0,0 0-1 0 0,1 0 0 0 0,-1-1 0 0 0,0 1 0 0 0,0-1 0 0 0,0 1 0 0 0,0-1 0 0 0,0 1 0 0 0,0-1 0 0 0,1 1 0 0 0,-1-1 0 0 0,0 0 0 0 0,0 0 0 0 0,1 1 0 0 0,-1-1 0 0 0,1 0 0 0 0,-1 0 0 0 0,0 0 0 0 0,-1-26 6 0 0,3 15 44 0 0,-1 12-53 0 0,-1-1 1 0 0,2 0-1 0 0,-1 0 1 0 0,0 1-1 0 0,0-1 1 0 0,0 0-1 0 0,0 0 1 0 0,0 1-1 0 0,1-1 1 0 0,-1 0 0 0 0,0 1-1 0 0,1-1 1 0 0,-1 0-1 0 0,0 1 1 0 0,1-1-1 0 0,-1 0 1 0 0,1 1-1 0 0,-1-1 1 0 0,1 1-1 0 0,-1-1 1 0 0,1 1-1 0 0,-1-1 1 0 0,1 1-1 0 0,0-1 1 0 0,-1 1-1 0 0,1-1 1 0 0,1 1-1 0 0,-1-1 0 0 0,-1 1 0 0 0,1 0 0 0 0,0-1 0 0 0,-1 1 0 0 0,1 0 0 0 0,-1-1 0 0 0,1 1 0 0 0,-1-1 0 0 0,1 1 0 0 0,-1-1 0 0 0,1 1 0 0 0,-1-1 0 0 0,1 1 0 0 0,-1-1 0 0 0,1 0 0 0 0,-1 1 0 0 0,0-1 0 0 0,1 0 0 0 0,-1 1 0 0 0,0-1-1 0 0,0 0 1 0 0,0 1 0 0 0,1-1 0 0 0,-1 0 0 0 0,0 1 0 0 0,0-1 0 0 0,0-1 0 0 0,0 2 0 0 0,0-1 0 0 0,0 1 0 0 0,0-1 0 0 0,0 1 0 0 0,0-1 0 0 0,0 1 0 0 0,0-1 0 0 0,0 1 0 0 0,1 0 0 0 0,-1-1 0 0 0,0 1 0 0 0,0-1 0 0 0,0 1 0 0 0,1-1 0 0 0,-1 1 0 0 0,0 0 0 0 0,0-1 0 0 0,1 1 0 0 0,-1 0 0 0 0,0-1 0 0 0,1 1-1 0 0,-1 0 1 0 0,1 0 0 0 0,-1-1 0 0 0,0 1 0 0 0,1 0 0 0 0,-1 0 0 0 0,1 0 0 0 0,-1-1 0 0 0,1 1 0 0 0,-1 0 0 0 0,0 0 0 0 0,1 0 0 0 0,-1 0 0 0 0,1 0 0 0 0,0 0 0 0 0,-1 0 0 0 0,1 0 1 0 0,-1 0-1 0 0,1 0 1 0 0,-1 0-1 0 0,1 0 0 0 0,-1 0 1 0 0,1 0-1 0 0,-1-1 1 0 0,0 1-1 0 0,1 0 0 0 0,-1 0 1 0 0,1 0-1 0 0,-1-1 0 0 0,0 1 1 0 0,1 0-1 0 0,-1 0 1 0 0,0-1-1 0 0,1 1 0 0 0,-1 0 1 0 0,0-1-1 0 0,1 1 1 0 0,-1 0-1 0 0,0-1 0 0 0,1 1 1 0 0,-1 0-1 0 0,0-1 1 0 0,0 1-1 0 0,0-1 0 0 0,0 1 1 0 0,1-1-1 0 0,-1 1 1 0 0,0 0-1 0 0,0-1 0 0 0,0 1 1 0 0,0-1-1 0 0,0 0 1 0 0,19-8 65 0 0,-79 32-79 0 0,101-43-441 0 0,-33 15 443 0 0,-6 4 12 0 0,0-1 0 0 0,0 1-1 0 0,-1 0 1 0 0,1 0 0 0 0,0 0 0 0 0,0 0-1 0 0,0 0 1 0 0,0 0 0 0 0,0 0 0 0 0,1 1-1 0 0,-1-1 1 0 0,0 1 0 0 0,0-1 0 0 0,3 1-1 0 0,-24-4 147 0 0,-5 7-39 0 0,-39 12-1 0 0,39-9-68 0 0,6-2 4 0 0,-94 28 127 0 0,113-32-170 0 0,-1 0 0 0 0,0 0 0 0 0,0 0 0 0 0,0 0 0 0 0,0 0 0 0 0,0 0 0 0 0,0 0 0 0 0,0 0 0 0 0,0 0 0 0 0,0 0 0 0 0,0 0 0 0 0,0 1 0 0 0,0-1 0 0 0,0 0 0 0 0,0 0 0 0 0,0 0 0 0 0,0 0 0 0 0,0 0 0 0 0,0 0 0 0 0,0 0 0 0 0,0 0 0 0 0,0 0 0 0 0,0 0 0 0 0,0 0 0 0 0,0 1 0 0 0,0-1 0 0 0,0 0 0 0 0,0 0 0 0 0,0 0 0 0 0,0 0 0 0 0,0 0 0 0 0,0 0 0 0 0,0 0 0 0 0,0 0 0 0 0,0 0 0 0 0,0 0 0 0 0,0 0 0 0 0,0 0 0 0 0,0 0 0 0 0,-1 1 0 0 0,20-3-68 0 0,-16-2 67 0 0,-2 2-10 0 0,43-26-56 0 0,-39 25 67 0 0,-1 0 0 0 0,1 1 0 0 0,-1-1 0 0 0,1 1 0 0 0,0 0 0 0 0,0 1 0 0 0,0-1 0 0 0,0 1 0 0 0,9-2 0 0 0,-8 2 0 0 0,0 0 0 0 0,0-1 0 0 0,0 1 0 0 0,0-2 0 0 0,11-4 0 0 0,19-8 0 0 0,-33 14 0 0 0,-15 3 0 0 0,11-2 0 0 0,-73 29 0 0 0,31-15 24 0 0,-125 49 192 0 0,164-62-149 0 0,4-5-67 0 0,1 2 0 0 0,-1 0 0 0 0,1 0-1 0 0,0 0 1 0 0,0 0 0 0 0,1 0 0 0 0,-1 0-1 0 0,0 0 1 0 0,0 1 0 0 0,1-1 0 0 0,0 0-1 0 0,-1 1 1 0 0,1-1 0 0 0,0 1 0 0 0,-1-1 0 0 0,1 1-1 0 0,4-2 1 0 0,37-21 17 0 0,20-3-81 0 0,107-28-1 0 0,-158 51 48 0 0,47-8-77 0 0,-63 14 95 0 0,0-1-1 0 0,-1 1 0 0 0,1 0 1 0 0,0 0-1 0 0,1 1 1 0 0,-1-1-1 0 0,-6 6 0 0 0,-26 17-16 0 0,-172 80 109 0 0,202-100-78 0 0,0-2-1 0 0,-1 1 1 0 0,1-1-1 0 0,-1 0 1 0 0,0 0 0 0 0,0-1-1 0 0,0 1 1 0 0,-1-2-1 0 0,1 1 1 0 0,-13 0-1 0 0,25-3-20 0 0,1 0-1 0 0,-1-1 0 0 0,1 0 1 0 0,-1 0-1 0 0,0 0 0 0 0,0-1 1 0 0,0 0-1 0 0,0 0 0 0 0,0 0 1 0 0,0-1-1 0 0,4-3 1 0 0,36-23-75 0 0,-4 13-85 0 0,2 1-1 0 0,56-12 0 0 0,-86 24 120 0 0,68-14-193 0 0,-54 14 152 0 0,-27 8 36 0 0,-1-3 46 0 0,1 0 7 0 0,-1 1 1 0 0,1-1 0 0 0,0 0 0 0 0,0 0 0 0 0,-1 0 0 0 0,1 1 0 0 0,-1-1 0 0 0,1 0 0 0 0,-1 0 0 0 0,1 0-1 0 0,-1 0 1 0 0,0 0 0 0 0,1 0 0 0 0,-1 0 0 0 0,0 0 0 0 0,0 0 0 0 0,0 0 0 0 0,0-1 0 0 0,0 1 0 0 0,-1 1 0 0 0,-18 13 7 0 0,-32 18 1 0 0,25-16-65 0 0,1 0-1 0 0,-27 24 1 0 0,34-25-101 0 0,0-1-1 0 0,-35 21 1 0 0,35-24-122 0 0,16-10-97 0 0,6-3-251 0 0,15-3-1388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42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508 50 1521 0 0,'4'1'640'0'0,"-3"-2"-482"0"0,0 1 1 0 0,-1 1-1 0 0,1-1 0 0 0,0 0 0 0 0,0 0 1 0 0,0 0-1 0 0,0 0 0 0 0,0 1 0 0 0,0-1 1 0 0,-1 0-1 0 0,1 1 0 0 0,0-1 0 0 0,0 0 1 0 0,0 1-1 0 0,-1-1 0 0 0,1 1 0 0 0,0-1 1 0 0,-1 1-1 0 0,1 0 0 0 0,0-1 0 0 0,0 2 1 0 0,-1-1 481 0 0,0-1-612 0 0,0-1 0 0 0,0 1 0 0 0,0 0 0 0 0,1 0 0 0 0,-1 0 0 0 0,0 0 0 0 0,0 0 0 0 0,0 0 0 0 0,0 0 0 0 0,0-1 0 0 0,0 1 0 0 0,0 0 0 0 0,0 0 0 0 0,1 0 0 0 0,-1 0 0 0 0,0 0 0 0 0,0-1 0 0 0,0 1 0 0 0,0 0 0 0 0,0 0 0 0 0,0 0 0 0 0,0 0 0 0 0,0 0 0 0 0,0-1 0 0 0,0 1-1 0 0,0 0 1 0 0,0 0 0 0 0,0 0 0 0 0,0 0 0 0 0,0-1 0 0 0,0 1 0 0 0,0 0 0 0 0,0 0 0 0 0,-1 0 0 0 0,1 0 0 0 0,0 0 0 0 0,0-1 0 0 0,0 1 0 0 0,0 0 0 0 0,0 0 0 0 0,0 0 0 0 0,0 0 0 0 0,0 0 0 0 0,-1 0 0 0 0,1-1 0 0 0,0 1 0 0 0,0 0 0 0 0,0 0 0 0 0,0 0 0 0 0,0 0 0 0 0,0 0 0 0 0,-1 0 0 0 0,1 0 0 0 0,0 0 0 0 0,0 0 0 0 0,-1 0 0 0 0,-12-8 174 0 0,6 4 189 0 0,5 2-328 0 0,0 1 0 0 0,1 0 1 0 0,-1-1-1 0 0,0 1 1 0 0,0 0-1 0 0,0 0 0 0 0,0 0 1 0 0,0 0-1 0 0,0 0 1 0 0,0 1-1 0 0,0-1 1 0 0,0 0-1 0 0,-2 1 0 0 0,-34-10 410 0 0,21 8-308 0 0,1 0-1 0 0,-1 1 1 0 0,0 1-1 0 0,0 1 1 0 0,-29 4-1 0 0,2 12-4 0 0,40-15-106 0 0,4-2-54 0 0,0 0 1 0 0,-1 1-1 0 0,1-1 1 0 0,0 0 0 0 0,0 1-1 0 0,-1-1 1 0 0,1 0-1 0 0,0 1 1 0 0,-1-1 0 0 0,1 0-1 0 0,-1 0 1 0 0,1 1-1 0 0,0-1 1 0 0,-1 0-1 0 0,1 0 1 0 0,-1 0 0 0 0,1 0-1 0 0,-1 1 1 0 0,1-1-1 0 0,0 0 1 0 0,-1 0-1 0 0,1 0 1 0 0,-1 0 0 0 0,0 0-1 0 0,-7 0-1 0 0,0 9 148 0 0,8-9-147 0 0,-1 0-2 0 0,0 0 0 0 0,0 0 0 0 0,1 0 0 0 0,-1 0-1 0 0,0 0 1 0 0,0 0 0 0 0,0 0 0 0 0,0 1 0 0 0,1-1 0 0 0,-1 0 0 0 0,0 1-1 0 0,0-1 1 0 0,1 0 0 0 0,-1 1 0 0 0,0-1 0 0 0,1 1 0 0 0,-1-1-1 0 0,0 1 1 0 0,1-1 0 0 0,-1 1 0 0 0,1 0 0 0 0,-1-1 0 0 0,1 1 0 0 0,-1 1-1 0 0,0-1-2 0 0,-1 1-1 0 0,1 0 0 0 0,0 0 0 0 0,-1-1 1 0 0,1 1-1 0 0,-1-1 0 0 0,0 1 0 0 0,1-1 0 0 0,-1 0 1 0 0,0 0-1 0 0,0 0 0 0 0,-3 2 0 0 0,-12 9 55 0 0,-50 48-36 0 0,67-59-15 0 0,0-1 0 0 0,-1 0 1 0 0,1 1-1 0 0,0-1 0 0 0,-1 1 0 0 0,1-1 0 0 0,0 1 1 0 0,0-1-1 0 0,-1 1 0 0 0,1-1 0 0 0,0 1 0 0 0,0-1 0 0 0,0 1 1 0 0,0-1-1 0 0,-1 1 0 0 0,1-1 0 0 0,0 1 0 0 0,0 0 1 0 0,0-1-1 0 0,0 1 0 0 0,1 0 0 0 0,-1 0 0 0 0,0-1 0 0 0,0 1 1 0 0,0-1-1 0 0,0 1 0 0 0,0-1 0 0 0,0 1 0 0 0,0-1 1 0 0,0 1-1 0 0,0-1 0 0 0,0 1 0 0 0,-1 0 0 0 0,1-1 0 0 0,0 1 1 0 0,0-1-1 0 0,0 1 0 0 0,-1-1 0 0 0,1 0 0 0 0,0 1 1 0 0,-1-1-1 0 0,1 1 0 0 0,-1 0 0 0 0,-5 4 7 0 0,-4 7-64 0 0,7 22 33 0 0,3-32 26 0 0,0 0 0 0 0,-1 0-1 0 0,1 0 1 0 0,-1 0 0 0 0,0-1 0 0 0,1 1-1 0 0,-1 0 1 0 0,0-1 0 0 0,0 1 0 0 0,0 0-1 0 0,-1-1 1 0 0,1 1 0 0 0,0-1 0 0 0,0 0-1 0 0,-1 1 1 0 0,1-1 0 0 0,-1 0 0 0 0,-2 2-1 0 0,2-2 5 0 0,0 0 0 0 0,1 0-1 0 0,-1 1 1 0 0,1-1-1 0 0,-1 0 1 0 0,1 1-1 0 0,-1-1 1 0 0,1 1 0 0 0,0 0-1 0 0,0-1 1 0 0,0 1-1 0 0,0 0 1 0 0,0 0-1 0 0,0-1 1 0 0,0 1-1 0 0,1 0 1 0 0,-1 0 0 0 0,1 0-1 0 0,-1 2 1 0 0,1-3-4 0 0,0 0 1 0 0,0 0 0 0 0,0 0 0 0 0,-1 0 0 0 0,1 0-1 0 0,0 0 1 0 0,0 0 0 0 0,-1 0 0 0 0,1 0-1 0 0,-1 0 1 0 0,1 0 0 0 0,-1 0 0 0 0,1 0 0 0 0,-1-1-1 0 0,0 1 1 0 0,1 0 0 0 0,-1 0 0 0 0,0-1-1 0 0,1 1 1 0 0,-2 0 0 0 0,1 0-4 0 0,1-1-1 0 0,-1 1 1 0 0,1-1-1 0 0,-1 1 1 0 0,1-1-1 0 0,-1 1 1 0 0,1-1-1 0 0,-1 1 1 0 0,1 0-1 0 0,-1-1 1 0 0,1 1-1 0 0,0-1 1 0 0,-1 1-1 0 0,1 0 1 0 0,0 0-1 0 0,0-1 1 0 0,0 1-1 0 0,-1 0 1 0 0,1 0-1 0 0,0-1 4 0 0,0 1 0 0 0,0-1-1 0 0,0 0 1 0 0,0 1 0 0 0,0-1-1 0 0,0 0 1 0 0,0 0 0 0 0,0 1-1 0 0,0-1 1 0 0,0 0 0 0 0,0 1-1 0 0,0-1 1 0 0,-1 0-1 0 0,1 0 1 0 0,0 1 0 0 0,0-1-1 0 0,0 0 1 0 0,0 0 0 0 0,-1 1-1 0 0,1-1 1 0 0,0 0 0 0 0,0 0-1 0 0,0 0 1 0 0,-1 0 0 0 0,1 1-1 0 0,0-1 1 0 0,-1 0 0 0 0,1 0-1 0 0,0 0 1 0 0,0 0 0 0 0,-1 0-1 0 0,1 0 1 0 0,0 0 0 0 0,0 1-1 0 0,-1-1 1 0 0,1 0-1 0 0,0 0 1 0 0,-1 0 0 0 0,1 0-1 0 0,0 0 1 0 0,-1 0 0 0 0,1-1-1 0 0,0 1 1 0 0,-1 0 0 0 0,0 0 1 0 0,1 0-1 0 0,-1 0 0 0 0,1 0 1 0 0,-1 0-1 0 0,1 0 0 0 0,-1 1 1 0 0,1-1-1 0 0,-1 0 0 0 0,0 0 1 0 0,1 0-1 0 0,-1 1 0 0 0,1-1 1 0 0,-1 0-1 0 0,1 0 0 0 0,0 1 1 0 0,-1-1-1 0 0,1 0 1 0 0,-1 1-1 0 0,1-1 0 0 0,-1 1 1 0 0,1-1-1 0 0,0 1 0 0 0,-1-1 1 0 0,1 1-1 0 0,0-1 0 0 0,0 1 1 0 0,-1-1-1 0 0,1 1 0 0 0,0-1 1 0 0,0 1-1 0 0,0-1 0 0 0,-1 1 1 0 0,1-1-1 0 0,0 1 0 0 0,0-1 1 0 0,0 1-1 0 0,0 0 0 0 0,0-1 1 0 0,0 1-1 0 0,0-1 0 0 0,1 1 1 0 0,-1-1-1 0 0,0 2 0 0 0,0-1-4 0 0,0 0 0 0 0,0 0 0 0 0,0 0 0 0 0,0 0-1 0 0,0 0 1 0 0,1 0 0 0 0,-1 0 0 0 0,0 0 0 0 0,1 0-1 0 0,-1 0 1 0 0,0 0 0 0 0,1 0 0 0 0,-1 0 0 0 0,1 0 0 0 0,0 0-1 0 0,-1 0 1 0 0,1-1 0 0 0,0 1 0 0 0,-1 0 0 0 0,1 0-1 0 0,0-1 1 0 0,1 2 0 0 0,-1-1 1 0 0,0-1-1 0 0,0 1 1 0 0,-1 0 0 0 0,1 0-1 0 0,0-1 1 0 0,0 1 0 0 0,-1 0-1 0 0,1 0 1 0 0,0 0-1 0 0,-1 0 1 0 0,1 0 0 0 0,-1 0-1 0 0,1 0 1 0 0,-1 0 0 0 0,0 0-1 0 0,1 0 1 0 0,-1 0 0 0 0,0 0-1 0 0,0 0 1 0 0,0 0 0 0 0,0 0-1 0 0,0 2 1 0 0,37 16 16 0 0,-23-9 5 0 0,-8-6-11 0 0,0 0 0 0 0,0 0 0 0 0,0-1 0 0 0,0 0 0 0 0,1 0 0 0 0,12 4 0 0 0,-15-6-7 0 0,-3-2 0 0 0,-1 1 0 0 0,1 0 0 0 0,0 0 0 0 0,0 0 0 0 0,0 0 0 0 0,-1 1 0 0 0,1-1 0 0 0,0 0 0 0 0,0 0 0 0 0,-1 0 0 0 0,1 1 0 0 0,0-1 0 0 0,-1 0 0 0 0,1 0 0 0 0,0 1 0 0 0,-1-1 0 0 0,1 1 0 0 0,0-1 0 0 0,-1 1 0 0 0,1-1 0 0 0,-1 1 0 0 0,1-1 0 0 0,-1 1 0 0 0,1-1 0 0 0,-1 1 0 0 0,1 1 0 0 0,-1-2 0 0 0,0 0 0 0 0,0 1 0 0 0,1-1 0 0 0,-1 0 0 0 0,0 1 1 0 0,0-1-1 0 0,0 1 0 0 0,0-1 0 0 0,1 0 0 0 0,-1 0 0 0 0,0 1 0 0 0,0-1 0 0 0,1 0 0 0 0,-1 1 0 0 0,0-1 1 0 0,1 0-1 0 0,-1 0 0 0 0,0 1 0 0 0,1-1 0 0 0,-1 0 0 0 0,0 0 0 0 0,1 0 0 0 0,-1 0 0 0 0,0 1 0 0 0,1-1 1 0 0,-1 0-1 0 0,0 0 0 0 0,1 0 0 0 0,-1 0 0 0 0,1 0 0 0 0,-1 0 0 0 0,1 0 0 0 0,0 0 0 0 0,-1 0-1 0 0,1 0 1 0 0,-1 0-1 0 0,0 0 1 0 0,1 0-1 0 0,-1 0 1 0 0,1 0-1 0 0,-1 0 1 0 0,1 0 0 0 0,-1 1-1 0 0,1-1 1 0 0,-1 0-1 0 0,1 0 1 0 0,-1 1-1 0 0,1-1 1 0 0,-1 0-1 0 0,0 0 1 0 0,1 1-1 0 0,-1-1 1 0 0,0 0-1 0 0,1 1 1 0 0,-1-1-1 0 0,0 1 1 0 0,1-1-1 0 0,-1 0 1 0 0,0 1-1 0 0,0-1 1 0 0,0 1 0 0 0,1-1-1 0 0,-1 1 1 0 0,0-1-1 0 0,0 1 1 0 0,0-1-1 0 0,0 1 1 0 0,1 0-4 0 0,0 0 0 0 0,0 0 1 0 0,0 0-1 0 0,0 0 0 0 0,-1 0 0 0 0,1 0 1 0 0,0 0-1 0 0,1 0 0 0 0,-1-1 1 0 0,0 1-1 0 0,0 0 0 0 0,0-1 0 0 0,0 1 1 0 0,1-1-1 0 0,-1 1 0 0 0,0-1 1 0 0,3 1-1 0 0,0 0-9 0 0,5 2-3 0 0,0-1 0 0 0,0 0 1 0 0,0 0-1 0 0,0-1 0 0 0,1 0 1 0 0,-1-1-1 0 0,0 0 0 0 0,0 0 1 0 0,11-3-1 0 0,93-21 31 0 0,-20 3-87 0 0,-65 16 54 0 0,-11 1-18 0 0,0 2 1 0 0,1 0-1 0 0,31 0 1 0 0,-32 6-7 0 0,-14 5 29 0 0,-4-7 17 0 0,1-1 0 0 0,-1 1 0 0 0,0-1 0 0 0,0 1 0 0 0,0-1 0 0 0,0 0 0 0 0,0 1 0 0 0,0-1 0 0 0,0 0-1 0 0,0 0 1 0 0,-1 1 0 0 0,1-1 0 0 0,-3 1 0 0 0,3 0 3 0 0,1 0 1 0 0,-1-1-1 0 0,0 1 0 0 0,1 0 1 0 0,-1 0-1 0 0,1 0 0 0 0,0 0 1 0 0,0 0-1 0 0,-1 0 0 0 0,1 0 1 0 0,0 0-1 0 0,1 0 0 0 0,-1 0 1 0 0,0 0-1 0 0,1-1 0 0 0,-1 1 1 0 0,1 0-1 0 0,-1 0 1 0 0,2 3-1 0 0,20 1-7 0 0,-7-5 13 0 0,-10-2-4 0 0,0 1-1 0 0,-1-1 0 0 0,1 0 1 0 0,-1-1-1 0 0,1 1 1 0 0,-1-1-1 0 0,1 1 0 0 0,6-5 1 0 0,12-4 49 0 0,-4 3 5 0 0,34-16 0 0 0,-18 7-16 0 0,-24 11-25 0 0,1 2 25 0 0,17-2-36 0 0,12-1-11 0 0,-19 2 0 0 0,63-2 0 0 0,-41-1 13 0 0,-36 6 41 0 0,12-1-41 0 0,-19-1-13 0 0,5 1 0 0 0,29-10 0 0 0,-16 11 13 0 0,-6 0 4 0 0,1 0 0 0 0,-1-1-1 0 0,0 0 1 0 0,16-6-1 0 0,3-1-19 0 0,-25 7 8 0 0,-1 1 1 0 0,0-1-1 0 0,0 0 0 0 0,1 0 0 0 0,-2-1 0 0 0,1 0 0 0 0,0 0 0 0 0,9-7 0 0 0,7-4 16 0 0,18-18 59 0 0,-38 28-64 0 0,-1 0 1 0 0,0-1-1 0 0,-1 1 0 0 0,1-1 1 0 0,-1 1-1 0 0,0-1 0 0 0,0 1 1 0 0,-1-8-1 0 0,1 10-12 0 0,1 1 0 0 0,-1-1 0 0 0,0 0-1 0 0,0 1 1 0 0,0-1 0 0 0,0 0 0 0 0,0 1 0 0 0,-1-1 0 0 0,1 0 0 0 0,0 1-1 0 0,-1-1 1 0 0,1 1 0 0 0,-1-1 0 0 0,0 1 0 0 0,1-1 0 0 0,-1 1 0 0 0,0-1 0 0 0,0 1-1 0 0,0-1 1 0 0,0 1 0 0 0,0 0 0 0 0,0 0 0 0 0,0 0 0 0 0,-1-1 0 0 0,-1 0 0 0 0,1 0-12 0 0,1-1 15 0 0,0 1 1 0 0,0 0-1 0 0,0-1 0 0 0,0 1 0 0 0,1 0 0 0 0,-1-1 0 0 0,1 1 1 0 0,0-1-1 0 0,0 1 0 0 0,0-1 0 0 0,0 1 0 0 0,0-1 0 0 0,1-3 0 0 0,0-3 40 0 0,-2 8-45 0 0,0 0 0 0 0,0 0-1 0 0,0 0 1 0 0,0 0 0 0 0,0 0 0 0 0,0 0-1 0 0,0 0 1 0 0,0 0 0 0 0,-1 0 0 0 0,1 0-1 0 0,0 0 1 0 0,-1 1 0 0 0,-1-2 0 0 0,-5-2 53 0 0,-36-17 16 0 0,33 17-21 0 0,1-1 0 0 0,-1 0 0 0 0,1-1-1 0 0,-15-10 1 0 0,-20-12 30 0 0,-14-4 0 0 0,51 27-87 0 0,0 1-1 0 0,-1 1 1 0 0,1-1-1 0 0,-1 2 1 0 0,0-1-1 0 0,1 1 1 0 0,-1 0-1 0 0,0 1 1 0 0,-1 0-1 0 0,1 1 1 0 0,-10 0-1 0 0,-18 2-219 0 0,-51 10-1 0 0,40-5-574 0 0,34-3 161 0 0,2 1-3187 0 0,-6 0-1548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52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792 46 240 0 0,'44'-5'6683'0'0,"-62"1"-4989"0"0,14-1-1201 0 0,0 1-399 0 0,-9 1 41 0 0,-1 1 0 0 0,0 0-1 0 0,0 1 1 0 0,0 1 0 0 0,-22 2-1 0 0,-77 17 165 0 0,85-6-229 0 0,25-11-57 0 0,-1 1 0 0 0,0-1 0 0 0,0-1 0 0 0,1 1-1 0 0,-1 0 1 0 0,-8 1 0 0 0,8-2-8 0 0,0 1 0 0 0,0-1 0 0 0,0 1 0 0 0,1 0 0 0 0,-1 0 0 0 0,1 0 0 0 0,-6 5 0 0 0,-23 11 35 0 0,-12 2-106 0 0,39-19 77 0 0,0 1 0 0 0,0 0 0 0 0,0 0 0 0 0,0 0 0 0 0,1 1 0 0 0,-8 4 0 0 0,-10 6-8 0 0,14-3-17 0 0,7-10 6 0 0,0 0 6 0 0,0 0 0 0 0,0 0 0 0 0,0 0 0 0 0,0 1 0 0 0,1-1-1 0 0,-1 0 1 0 0,0 0 0 0 0,0 1 0 0 0,0-1 0 0 0,0 0 0 0 0,1 1 0 0 0,-1-1-1 0 0,0 1 1 0 0,0-1 0 0 0,1 1 0 0 0,-1-1 0 0 0,0 1 0 0 0,1 0-1 0 0,-1-1 1 0 0,0 2 0 0 0,2 0 14 0 0,-5 0 10 0 0,-12 4-56 0 0,-62 14-31 0 0,58-15 45 0 0,-1 0-1 0 0,1 1 1 0 0,-22 9-1 0 0,-72 51 101 0 0,102-62-26 0 0,9 1 12 0 0,6 13-77 0 0,3-15-19 0 0,0 0 7 0 0,-3 15 34 0 0,-4-17-9 0 0,1 1 1 0 0,0-1-1 0 0,0 1 0 0 0,0-1 0 0 0,0 0 0 0 0,0 1 1 0 0,0-1-1 0 0,0 1 0 0 0,0-1 0 0 0,1 0 1 0 0,-1 1-1 0 0,1-1 0 0 0,-1 0 0 0 0,1 1 0 0 0,-1-1 1 0 0,1 0-1 0 0,0 0 0 0 0,-1 1 0 0 0,1-1 1 0 0,0 0-1 0 0,0 0 0 0 0,0 0 0 0 0,0 0 1 0 0,0 0-1 0 0,0 0 0 0 0,0 0 0 0 0,0 0 0 0 0,1-1 1 0 0,1 2-1 0 0,-2-1-2 0 0,-1-1 0 0 0,1 1 0 0 0,-1-1 0 0 0,0 1 0 0 0,1-1 0 0 0,-1 1 0 0 0,0-1 0 0 0,1 1 0 0 0,-1 0 0 0 0,0-1 0 0 0,0 1 0 0 0,1 0 0 0 0,-1-1 0 0 0,0 1 0 0 0,0 0 0 0 0,0-1 0 0 0,0 1 0 0 0,0 0 0 0 0,0-1 0 0 0,0 1 0 0 0,0 0 0 0 0,0-1 0 0 0,0 1 0 0 0,0 0 0 0 0,-1-1 0 0 0,1 2 0 0 0,0-2 0 0 0,-1 1 0 0 0,1-1 0 0 0,0 1 0 0 0,0-1 0 0 0,0 1 0 0 0,0-1 0 0 0,0 1 0 0 0,0-1 0 0 0,0 1 0 0 0,-1-1 0 0 0,2 1 0 0 0,-1 0 0 0 0,0-1 0 0 0,0 1 0 0 0,0-1 0 0 0,0 1 0 0 0,0-1 0 0 0,0 1 0 0 0,0-1 0 0 0,1 1 0 0 0,-1-1 0 0 0,0 1 0 0 0,0-1 0 0 0,1 1 0 0 0,-1-1 0 0 0,0 0 0 0 0,1 1 0 0 0,-1-1 0 0 0,1 1 0 0 0,0-1 0 0 0,3 2 0 0 0,-3-2 0 0 0,-1 0 0 0 0,1 0 0 0 0,0 0 0 0 0,-1 0 0 0 0,1 0 0 0 0,-1 0 0 0 0,1 1 0 0 0,0-1 0 0 0,-1 0 0 0 0,1 0 0 0 0,-1 1 0 0 0,1-1 0 0 0,-1 0 0 0 0,1 1 0 0 0,-1-1 0 0 0,1 0 0 0 0,-1 1 0 0 0,1-1 0 0 0,-1 1 0 0 0,0-1 0 0 0,1 1 0 0 0,-1-1 0 0 0,0 1 0 0 0,1-1 0 0 0,-1 1 0 0 0,0-1 0 0 0,0 1 0 0 0,1 0 0 0 0,-1-1 0 0 0,0 2 0 0 0,0-2 0 0 0,0 1 0 0 0,0-1 0 0 0,0 1 0 0 0,1-1 0 0 0,-1 1 0 0 0,0-1 0 0 0,0 0 0 0 0,0 1 0 0 0,0-1 0 0 0,1 1 0 0 0,-1-1 0 0 0,0 1 0 0 0,0-1 0 0 0,1 0 0 0 0,-1 1 0 0 0,0-1 0 0 0,1 0 0 0 0,-1 1 0 0 0,0-1 0 0 0,1 0 0 0 0,-1 0 0 0 0,1 1 0 0 0,-1-1 0 0 0,0 0 0 0 0,1 0 0 0 0,-1 0 0 0 0,1 1 0 0 0,-1-1 0 0 0,1 0 0 0 0,-1 0 0 0 0,1 0 0 0 0,-1 0 0 0 0,1 0 0 0 0,0 0 0 0 0,-1 0 0 0 0,1 0 0 0 0,-1 0 0 0 0,1 0 0 0 0,-1 0 0 0 0,0 0 0 0 0,1 0 0 0 0,-1 1 0 0 0,1-1 0 0 0,-1 0 0 0 0,1 0 0 0 0,-1 0 0 0 0,0 1 0 0 0,1-1 0 0 0,-1 0 0 0 0,1 1 0 0 0,-1-1 0 0 0,0 0 0 0 0,1 0 0 0 0,-1 1 0 0 0,0-1 0 0 0,0 1 0 0 0,1-1 0 0 0,-1 0 0 0 0,0 1 0 0 0,0-1 0 0 0,1 1 0 0 0,-1-1 0 0 0,0 1 0 0 0,0-1 0 0 0,0 0 0 0 0,0 1 0 0 0,0 0 0 0 0,0 0 0 0 0,0-1 0 0 0,0 1 0 0 0,0-1 0 0 0,1 0 0 0 0,-1 1 0 0 0,0-1 0 0 0,0 1 0 0 0,0-1 0 0 0,0 1 0 0 0,0-1-1 0 0,1 1 1 0 0,-1-1 0 0 0,0 0 0 0 0,0 1 0 0 0,1-1 0 0 0,-1 0 0 0 0,0 1 0 0 0,1-1 0 0 0,-1 0 0 0 0,0 1 0 0 0,1-1 0 0 0,-1 0 0 0 0,0 1 0 0 0,1-1 0 0 0,-1 0 0 0 0,1 0 0 0 0,-1 0 0 0 0,1 1 0 0 0,-1-1 0 0 0,1 0 0 0 0,-1 0 0 0 0,0 0 0 0 0,1 0 0 0 0,-1 0 0 0 0,1 0 0 0 0,0 0 0 0 0,-1 0 0 0 0,1 0 1 0 0,-1 0-1 0 0,1 0 1 0 0,-1 0-1 0 0,1 1 0 0 0,-1-1 1 0 0,1 0-1 0 0,-1 0 1 0 0,0 0-1 0 0,1 0 1 0 0,-1 1-1 0 0,1-1 0 0 0,-1 0 1 0 0,0 1-1 0 0,1-1 1 0 0,-1 0-1 0 0,1 0 0 0 0,-1 1 1 0 0,0-1-1 0 0,0 1 1 0 0,1-1-1 0 0,-1 0 0 0 0,0 1 1 0 0,0-1-1 0 0,1 1 1 0 0,-1-1-1 0 0,0 0 0 0 0,0 1 1 0 0,0-1-1 0 0,0 1 1 0 0,0-1-1 0 0,0 1 0 0 0,1-1 1 0 0,-1 1-1 0 0,1 1 5 0 0,1 0 0 0 0,0 0 0 0 0,0 0 0 0 0,1 0-1 0 0,-1-1 1 0 0,0 1 0 0 0,1-1 0 0 0,-1 0 0 0 0,1 0 0 0 0,-1 0-1 0 0,1 0 1 0 0,4 1 0 0 0,-1 1-1 0 0,2 1-21 0 0,0 0 1 0 0,0 0-1 0 0,1-1 1 0 0,-1 0 0 0 0,0-1-1 0 0,12 2 1 0 0,30 11 37 0 0,-6 3-7 0 0,-41-18-15 0 0,-2 0 0 0 0,-1 0 1 0 0,1 0-1 0 0,0 1 1 0 0,0-1-1 0 0,0 0 1 0 0,-1 0-1 0 0,1 0 1 0 0,0 1-1 0 0,0-1 0 0 0,-1 0 1 0 0,1 1-1 0 0,0-1 1 0 0,-1 1-1 0 0,1-1 1 0 0,0 1-1 0 0,-1-1 1 0 0,1 1-1 0 0,-1-1 1 0 0,1 1-1 0 0,-1 0 1 0 0,1-1-1 0 0,0 2 0 0 0,-1-1 0 0 0,1 0 0 0 0,-1 0 0 0 0,1 0 0 0 0,-1 0-1 0 0,1 0 1 0 0,-1-1 0 0 0,1 1 0 0 0,0 0 0 0 0,-1 0-1 0 0,1-1 1 0 0,0 1 0 0 0,0 0 0 0 0,0-1 0 0 0,-1 1-1 0 0,1 0 1 0 0,0-1 0 0 0,0 1 0 0 0,0-1 0 0 0,0 0-1 0 0,0 1 1 0 0,0-1 0 0 0,0 0 0 0 0,0 1 0 0 0,0-1-1 0 0,2 0 1 0 0,-2 0 3 0 0,0 0 0 0 0,0 0-1 0 0,0 0 1 0 0,0 1 0 0 0,0-1 0 0 0,0 0-1 0 0,0 1 1 0 0,0-1 0 0 0,0 0-1 0 0,0 1 1 0 0,0-1 0 0 0,0 1 0 0 0,0 0-1 0 0,0-1 1 0 0,-1 1 0 0 0,1 0-1 0 0,0-1 1 0 0,0 1 0 0 0,-1 0 0 0 0,1 0-1 0 0,0 0 1 0 0,-1 0 0 0 0,1-1-1 0 0,-1 1 1 0 0,1 2 0 0 0,-1-3-2 0 0,0 1 0 0 0,0-1 0 0 0,0 1 0 0 0,1-1 0 0 0,-1 1 0 0 0,0-1 0 0 0,0 1 0 0 0,0-1 0 0 0,0 1 0 0 0,1-1 0 0 0,-1 0 0 0 0,0 1 0 0 0,0-1 0 0 0,1 1 0 0 0,-1-1 0 0 0,0 0 0 0 0,1 1 0 0 0,-1-1 0 0 0,0 0 0 0 0,1 1 0 0 0,-1-1 0 0 0,0 0 0 0 0,1 0 0 0 0,-1 1 0 0 0,1-1 0 0 0,-1 0 0 0 0,1 0 0 0 0,-1 0 0 0 0,1 0 0 0 0,-1 1 0 0 0,0-1 0 0 0,2 0 0 0 0,-2 0 0 0 0,1 0 0 0 0,-1 0 0 0 0,1 0 0 0 0,-1 0 0 0 0,1 0 0 0 0,-1 1 0 0 0,1-1 0 0 0,-1 0 0 0 0,1 0 0 0 0,-1 1 0 0 0,1-1 0 0 0,-1 0 0 0 0,1 1 0 0 0,-1-1 0 0 0,1 0 0 0 0,-1 1 0 0 0,0-1 0 0 0,1 0 0 0 0,-1 1 0 0 0,0-1 0 0 0,1 1 0 0 0,-1-1 0 0 0,0 1 0 0 0,0-1 0 0 0,1 1 0 0 0,-1-1 0 0 0,0 1 0 0 0,0-1 0 0 0,0 1 0 0 0,0 0 0 0 0,0-1 0 0 0,0 1 0 0 0,0 0 0 0 0,0 0 0 0 0,-1 8 0 0 0,2-7 0 0 0,1 0 0 0 0,-1-1 0 0 0,1 1 0 0 0,0-1 0 0 0,-1 1 0 0 0,1-1 0 0 0,0 0 0 0 0,0 0 0 0 0,0 0 0 0 0,0 0 0 0 0,0 0 0 0 0,4 1 0 0 0,12 6 0 0 0,-20-7 0 0 0,49 8 0 0 0,-40-6 0 0 0,31 0 0 0 0,24-3 0 0 0,5 4-14 0 0,-60-5-3 0 0,30 3-32 0 0,-30 0 49 0 0,0 0 0 0 0,24-3 0 0 0,12-2 0 0 0,-19 1 7 0 0,42-7-1 0 0,-27 3 59 0 0,14-6-63 0 0,99-45 78 0 0,-150 57-67 0 0,0-1-1 0 0,1 1 1 0 0,-1 0 0 0 0,1 0-1 0 0,-1 0 1 0 0,1 0 0 0 0,-1 0 0 0 0,0 0-1 0 0,1 0 1 0 0,-1 1 0 0 0,1-1 0 0 0,-1 1-1 0 0,0 0 1 0 0,1 0 0 0 0,3 2-1 0 0,18 5 38 0 0,17 2 17 0 0,-31-7-67 0 0,0-2 0 0 0,0 1 0 0 0,1-1 0 0 0,-1-1 0 0 0,0 0 0 0 0,11-1 0 0 0,8 0 0 0 0,23-3 36 0 0,-11 1-14 0 0,44 1 0 0 0,-43-1 0 0 0,-27-4 18 0 0,2-3-22 0 0,-3 6-20 0 0,-8 3 4 0 0,0-1 1 0 0,0 0 0 0 0,-1 0-1 0 0,1-1 1 0 0,9-5-1 0 0,8-5 35 0 0,-1 2 0 0 0,2 0 0 0 0,46-14 0 0 0,-38 15-24 0 0,34-14 133 0 0,-62 20-132 0 0,-4 3-11 0 0,0 0 0 0 0,0 1 0 0 0,1-1 0 0 0,-1 1 0 0 0,0-1 0 0 0,0 0 0 0 0,0 1 0 0 0,1-1 0 0 0,-1 1 0 0 0,0-1 0 0 0,1 1 0 0 0,-1-1 0 0 0,0 1 0 0 0,1-1 0 0 0,-1 1 0 0 0,1-1 0 0 0,-1 1 0 0 0,1 0 0 0 0,-1-1 0 0 0,1 1 0 0 0,-1 0 0 0 0,1-1 0 0 0,-1 1 0 0 0,2-1 0 0 0,-1 1 0 0 0,-1 0-1 0 0,1-1 1 0 0,0 1 0 0 0,0-1-1 0 0,-1 1 1 0 0,1 0 0 0 0,0-1-1 0 0,-1 1 1 0 0,1-1-1 0 0,-1 0 1 0 0,1 1 0 0 0,-1-1-1 0 0,1 0 1 0 0,-1 1 0 0 0,1-1-1 0 0,-1 0 1 0 0,1 1 0 0 0,-1-1-1 0 0,0 0 1 0 0,0 0-1 0 0,1 1 1 0 0,-1-1 0 0 0,0 0-1 0 0,0 0 1 0 0,0 0 0 0 0,0 0-1 0 0,1-1-2 0 0,-1 1 0 0 0,1-1 0 0 0,-1 1 0 0 0,1-1 0 0 0,0 1 0 0 0,-1-1 0 0 0,1 1 0 0 0,0 0 0 0 0,0-1 0 0 0,0 1 0 0 0,0 0 0 0 0,0 0 0 0 0,0 0 0 0 0,0 0 0 0 0,1 0 0 0 0,-1 0 0 0 0,0 0 0 0 0,1 0 0 0 0,-1 0 0 0 0,0 1 0 0 0,3-2 0 0 0,-3 2 0 0 0,0-1 0 0 0,1 1 0 0 0,-1-1 0 0 0,0 0 0 0 0,0 0 0 0 0,0 1 0 0 0,1-1 0 0 0,-1 0 0 0 0,0 0 0 0 0,0 0 0 0 0,0 0 0 0 0,0 0 0 0 0,0-1 0 0 0,-1 1 0 0 0,1 0 0 0 0,0 0 0 0 0,0 0 0 0 0,-1-1 0 0 0,1 1 0 0 0,0-3 0 0 0,-1 4 0 0 0,0-1 0 0 0,0 1 0 0 0,0-1 0 0 0,0 1 0 0 0,0-1 0 0 0,0 1 0 0 0,1-1 0 0 0,-1 1 0 0 0,0-1 0 0 0,0 1 0 0 0,1 0 0 0 0,-1-1 0 0 0,0 1 0 0 0,0-1 0 0 0,1 1 0 0 0,-1 0 0 0 0,0-1 0 0 0,1 1 0 0 0,-1 0 0 0 0,1-1 0 0 0,-1 1 0 0 0,0 0 0 0 0,1-1 0 0 0,-1 1 0 0 0,1 0 0 0 0,-1 0 0 0 0,1 0 0 0 0,-1 0 0 0 0,1-1 0 0 0,-1 1 0 0 0,1 0 0 0 0,0 0 0 0 0,-1 0 0 0 0,1 0 0 0 0,0 0 0 0 0,-1 0 0 0 0,1-1 0 0 0,-1 1 0 0 0,1 0 0 0 0,-1 0 0 0 0,1-1 0 0 0,-1 1 0 0 0,1 0 0 0 0,-1-1 0 0 0,1 1 0 0 0,-1-1 0 0 0,0 1 0 0 0,1 0 0 0 0,-1-1 0 0 0,1 1 0 0 0,-1-1 0 0 0,0 1 0 0 0,0-1 0 0 0,1 1 0 0 0,-1-1 0 0 0,0 1 0 0 0,0-1 0 0 0,1 0 0 0 0,-1 1 0 0 0,0-1 0 0 0,0 1 0 0 0,0-1 0 0 0,0 0 0 0 0,0-4 1 0 0,1 2 6 0 0,-1 0 1 0 0,0 0-1 0 0,0-1 0 0 0,0 1 0 0 0,0 0 0 0 0,0 0 1 0 0,0 0-1 0 0,-1 0 0 0 0,0 0 0 0 0,1 0 0 0 0,-1 0 0 0 0,0 0 1 0 0,-1 0-1 0 0,1 0 0 0 0,0 0 0 0 0,-1 1 0 0 0,0-1 1 0 0,1 0-1 0 0,-1 1 0 0 0,0 0 0 0 0,-1-1 0 0 0,1 1 1 0 0,-3-2-1 0 0,-11-9 54 0 0,0 1 0 0 0,-1 2 1 0 0,-1-1-1 0 0,-22-9 1 0 0,-8 0 110 0 0,23 10 113 0 0,0-1 0 0 0,-33-21 0 0 0,16 12 103 0 0,35 17-344 0 0,0 1 0 0 0,1-1 0 0 0,-1-1 1 0 0,1 1-1 0 0,-7-6 0 0 0,-31-13 343 0 0,36 18-328 0 0,0 1 0 0 0,0 1 0 0 0,0-1-1 0 0,-13-1 1 0 0,-12-4 61 0 0,16 3-48 0 0,-22-9 39 0 0,-1 2-1 0 0,0 1 0 0 0,0 3 0 0 0,-1 1 0 0 0,-56-2 0 0 0,30 9-190 0 0,33-1-229 0 0,21-1-61 0 0,-1 2 0 0 0,0-1-1 0 0,1 2 1 0 0,-1 0 0 0 0,0 0 0 0 0,1 2-1 0 0,-1-1 1 0 0,-13 6 0 0 0,-17 18-3165 0 0,-1 5-2348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9:07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486 6 1361 0 0,'12'5'2746'0'0,"-6"-5"417"0"0,-11 0-3076 0 0,5 0-69 0 0,-1 0 0 0 0,1 0 0 0 0,-1 0 0 0 0,1 0 0 0 0,0 0 0 0 0,-1 0 0 0 0,1 0 0 0 0,-1 0 0 0 0,1 0 0 0 0,-1 0 0 0 0,1 0 0 0 0,-1 0 0 0 0,1 0 1 0 0,0 0-1 0 0,-1 0 0 0 0,1-1 0 0 0,-1 1 0 0 0,1 0 0 0 0,0 0 0 0 0,-1 0 0 0 0,1-1 0 0 0,-1 1 0 0 0,1 0 0 0 0,0-1 0 0 0,-1 1 0 0 0,1 0 0 0 0,0-1 0 0 0,0 1 0 0 0,-1 0 0 0 0,1-1 0 0 0,0 1 0 0 0,0 0 0 0 0,-1-1 0 0 0,1 1 0 0 0,0-1 0 0 0,0 1 0 0 0,0 0 0 0 0,0-1 0 0 0,0 1 0 0 0,0-1 0 0 0,0 1 0 0 0,0-1 0 0 0,0 0 0 0 0,-23 1 556 0 0,19 0-520 0 0,-1 1-1 0 0,0-1 1 0 0,0 1 0 0 0,1 0-1 0 0,-1 1 1 0 0,0-1 0 0 0,1 1-1 0 0,-6 2 1 0 0,-9 3 103 0 0,-18-5 163 0 0,41-2-291 0 0,5 2-10 0 0,-25-1 94 0 0,-3-1-100 0 0,-6 1 70 0 0,-40 7 1 0 0,18-2-24 0 0,45-6-60 0 0,1 0 0 0 0,0 0 0 0 0,0 0 0 0 0,0 0 0 0 0,0 0 0 0 0,1 0 0 0 0,-1 0 0 0 0,0 0 0 0 0,0 0 0 0 0,0 0 0 0 0,0 1 0 0 0,0-1 0 0 0,1 0 0 0 0,-1 1 0 0 0,0-1 0 0 0,0 0 0 0 0,0 1 0 0 0,1-1 0 0 0,-1 1 0 0 0,0-1 0 0 0,1 1 0 0 0,-1 0 0 0 0,0-1 0 0 0,0 2 0 0 0,-3 0 11 0 0,-1 0 1 0 0,1-1 0 0 0,-1 0-1 0 0,0 0 1 0 0,1 0 0 0 0,-1 0-1 0 0,0-1 1 0 0,0 1-1 0 0,-5-1 1 0 0,-1 0 32 0 0,4 9 116 0 0,-2-9-131 0 0,9 0-25 0 0,-1 0 1 0 0,1 0-1 0 0,0 0 1 0 0,-1 0-1 0 0,1 0 1 0 0,-1 0-1 0 0,1 0 1 0 0,-1 0-1 0 0,1 0 1 0 0,0 1-1 0 0,-1-1 1 0 0,1 0-1 0 0,-1 0 1 0 0,1 1-1 0 0,0-1 1 0 0,-1 0-1 0 0,1 0 1 0 0,0 1 0 0 0,-1-1-1 0 0,1 0 1 0 0,0 1-1 0 0,0-1 1 0 0,-1 1-1 0 0,1-1 1 0 0,0 0-1 0 0,0 1 1 0 0,0-1-1 0 0,-1 1 1 0 0,1-1-1 0 0,0 0 1 0 0,0 1-1 0 0,-19 1 143 0 0,-25 21-307 0 0,44-22 163 0 0,-1-1 0 0 0,1 1 1 0 0,-1-1-1 0 0,1 1 0 0 0,-1-1 0 0 0,1 1 0 0 0,0 0 1 0 0,-1-1-1 0 0,1 1 0 0 0,0 0 0 0 0,0-1 1 0 0,-1 1-1 0 0,1 0 0 0 0,0-1 0 0 0,0 1 0 0 0,0 0 1 0 0,0-1-1 0 0,0 1 0 0 0,0 0 0 0 0,0-1 1 0 0,0 1-1 0 0,0 0 0 0 0,-2 12 3 0 0,-5-11-2 0 0,6-2-3 0 0,1 0-1 0 0,-1 1 1 0 0,0-1 0 0 0,1 0-1 0 0,-1 0 1 0 0,0 1-1 0 0,1-1 1 0 0,-1 1 0 0 0,1-1-1 0 0,-1 0 1 0 0,0 1-1 0 0,1-1 1 0 0,-1 1 0 0 0,1-1-1 0 0,0 1 1 0 0,-1-1-1 0 0,1 1 1 0 0,-1 0-1 0 0,1-1 1 0 0,0 1 0 0 0,-1 0-1 0 0,1-1 1 0 0,0 1-1 0 0,0 0 1 0 0,-1-1 0 0 0,1 1-1 0 0,0 0 1 0 0,0-1-1 0 0,0 1 1 0 0,0 0-1 0 0,0 0 1 0 0,0-1 0 0 0,0 1-1 0 0,0 0 1 0 0,0-1-1 0 0,1 1 1 0 0,-1 1 0 0 0,0-1 0 0 0,0-1 1 0 0,1 1 0 0 0,-1-1-1 0 0,0 1 1 0 0,0-1 0 0 0,0 1-1 0 0,1-1 1 0 0,-1 1 0 0 0,0-1-1 0 0,1 1 1 0 0,-1-1 0 0 0,0 0-1 0 0,1 1 1 0 0,-1-1 0 0 0,0 1-1 0 0,1-1 1 0 0,-1 0 0 0 0,1 1-1 0 0,-1-1 1 0 0,1 0 0 0 0,-1 0-1 0 0,1 1 1 0 0,-1-1 0 0 0,2 0-1 0 0,-2 0 2 0 0,1 1 0 0 0,0-1 0 0 0,-1 0 0 0 0,1 1 0 0 0,0-1 0 0 0,-1 1 0 0 0,1-1 0 0 0,0 1 0 0 0,-1-1-1 0 0,1 1 1 0 0,-1-1 0 0 0,1 1 0 0 0,0-1 0 0 0,-1 1 0 0 0,0 0 0 0 0,1-1 0 0 0,-1 1 0 0 0,1 0-1 0 0,-1-1 1 0 0,0 1 0 0 0,0 0 0 0 0,1 0 0 0 0,-1-1 0 0 0,0 1 0 0 0,0 0 0 0 0,0 1 0 0 0,1 14 8 0 0,0-13-11 0 0,0 1-1 0 0,-1 0 0 0 0,0 0 0 0 0,0-1 0 0 0,0 1 0 0 0,0 0 0 0 0,-1 0 0 0 0,1-1 0 0 0,-1 1 0 0 0,0 0 0 0 0,-2 6 0 0 0,-5-3-22 0 0,7-6 22 0 0,0 0-1 0 0,0 0 0 0 0,0 0 0 0 0,0 0 0 0 0,0 0 0 0 0,0 0 0 0 0,1 1 1 0 0,-1-1-1 0 0,0 0 0 0 0,1 1 0 0 0,-1-1 0 0 0,1 0 0 0 0,-1 1 0 0 0,1-1 1 0 0,0 1-1 0 0,-1-1 0 0 0,1 1 0 0 0,0-1 0 0 0,0 1 0 0 0,0-1 0 0 0,0 1 1 0 0,0-1-1 0 0,1 3 0 0 0,-1 19-78 0 0,4-22 80 0 0,14 3 0 0 0,4 2 0 0 0,-21-3 0 0 0,0 2 0 0 0,16 5 0 0 0,-17-10 0 0 0,1 0 0 0 0,-1 1 0 0 0,0-1 0 0 0,0 0 0 0 0,1 0 0 0 0,-1 0 0 0 0,0 1 0 0 0,0-1 0 0 0,1 0 0 0 0,-1 0 0 0 0,0 1 0 0 0,0-1 0 0 0,0 0 0 0 0,1 1 0 0 0,-1-1 0 0 0,0 0 0 0 0,0 1 0 0 0,0-1 0 0 0,0 0 0 0 0,0 1 0 0 0,0-1 0 0 0,0 0 0 0 0,0 1 0 0 0,0-1 0 0 0,0 0 0 0 0,0 1 0 0 0,0-1 0 0 0,0 0 0 0 0,0 1 0 0 0,0-1 0 0 0,0 0 0 0 0,0 1 0 0 0,0-1 0 0 0,0 0 0 0 0,-1 1 0 0 0,1-1 0 0 0,0 0 0 0 0,0 0 0 0 0,0 1 0 0 0,0-1 0 0 0,0 0 0 0 0,0 0 0 0 0,0 0 0 0 0,0 1 0 0 0,0-1 0 0 0,0 0 0 0 0,0 0 0 0 0,0 1 0 0 0,0-1 0 0 0,0 0 0 0 0,0 0 0 0 0,0 1 0 0 0,1-1 0 0 0,-1 0 0 0 0,0 0 0 0 0,0 0 0 0 0,0 1 0 0 0,0-1 0 0 0,0 0 0 0 0,0 0 0 0 0,1 0 0 0 0,-1 1 0 0 0,0-1 0 0 0,0 0 0 0 0,0 0 0 0 0,0 0 0 0 0,1 0 0 0 0,-1 0 0 0 0,0 0 0 0 0,0 1 0 0 0,1-1 0 0 0,-1 0 0 0 0,0 0 0 0 0,0 0 0 0 0,9 0 1 0 0,-9 0-2 0 0,1 0 1 0 0,-1 0-1 0 0,0 0 1 0 0,1 0-1 0 0,-1 0 1 0 0,1 0-1 0 0,-1 0 0 0 0,1 0 1 0 0,-1 1-1 0 0,1-1 1 0 0,-1 0-1 0 0,0 0 1 0 0,1 0-1 0 0,-1 0 0 0 0,1 1 1 0 0,-1-1-1 0 0,0 0 1 0 0,1 1-1 0 0,-1-1 0 0 0,0 0 1 0 0,1 1-1 0 0,-1-1 1 0 0,0 0-1 0 0,1 1 1 0 0,-1 4-54 0 0,-1 1 70 0 0,2-5 0 0 0,18 6 19 0 0,47 21-22 0 0,-58-18 54 0 0,-6-10-66 0 0,-1 0-2 0 0,-1 0 1 0 0,1 0-1 0 0,0 0 1 0 0,0 0-1 0 0,-1 0 0 0 0,1 0 1 0 0,0 1-1 0 0,-1-1 1 0 0,1 0-1 0 0,0 0 1 0 0,0 1-1 0 0,-1-1 0 0 0,1 0 1 0 0,-1 1-1 0 0,1-1 1 0 0,0 1-1 0 0,-1-1 1 0 0,1 1-1 0 0,-1-1 0 0 0,1 1 1 0 0,-1-1-1 0 0,1 1 1 0 0,-1 0-1 0 0,1 0 1 0 0,0 0-5 0 0,0 0 0 0 0,0 1 0 0 0,1-1 0 0 0,-1-1 0 0 0,0 1 0 0 0,1 0 0 0 0,-1 0 1 0 0,0 0-1 0 0,1-1 0 0 0,-1 1 0 0 0,1 0 0 0 0,2 0 0 0 0,2 1 2 0 0,-4-1 4 0 0,-2-1 0 0 0,1 0-1 0 0,0 0 1 0 0,0 0-1 0 0,0 0 1 0 0,0 0 0 0 0,0 0-1 0 0,0 1 1 0 0,-1-1-1 0 0,1 0 1 0 0,0 1-1 0 0,0-1 1 0 0,0 1 0 0 0,-1-1-1 0 0,1 1 1 0 0,0-1-1 0 0,-1 1 1 0 0,1-1-1 0 0,0 1 1 0 0,-1 0 0 0 0,2 0-1 0 0,-2 0 3 0 0,0-1-1 0 0,0 1 1 0 0,0-1-1 0 0,0 0 1 0 0,0 1-1 0 0,1-1 1 0 0,-1 1-1 0 0,0-1 1 0 0,0 0 0 0 0,1 1-1 0 0,-1-1 1 0 0,0 0-1 0 0,1 1 1 0 0,-1-1-1 0 0,0 0 1 0 0,1 1-1 0 0,-1-1 1 0 0,0 0-1 0 0,1 0 1 0 0,-1 1-1 0 0,1-1 1 0 0,-1 0-1 0 0,0 0 1 0 0,1 0-1 0 0,-1 0 1 0 0,1 1 0 0 0,0-1-1 0 0,0 0-3 0 0,-1 0 1 0 0,1 0-1 0 0,-1 0 1 0 0,1 0-1 0 0,0 1 1 0 0,-1-1-1 0 0,1 0 0 0 0,-1 0 1 0 0,1 1-1 0 0,-1-1 1 0 0,1 1-1 0 0,0-1 0 0 0,-1 0 1 0 0,0 1-1 0 0,1-1 1 0 0,-1 1-1 0 0,1-1 1 0 0,-1 1-1 0 0,0-1 0 0 0,1 1 1 0 0,-1-1-1 0 0,0 1 1 0 0,1 0-1 0 0,-1-1 0 0 0,0 1 1 0 0,0-1-1 0 0,0 1 1 0 0,1 0-1 0 0,-1 0 1 0 0,18 5-67 0 0,-4-2 66 0 0,0 0 0 0 0,0-1 0 0 0,1-1-1 0 0,-1-1 1 0 0,1 0 0 0 0,-1 0 0 0 0,0-2 0 0 0,1 0 0 0 0,-1 0 0 0 0,1-2 0 0 0,23-6 0 0 0,17-4 81 0 0,-26 6-40 0 0,46-5 0 0 0,-60 9-46 0 0,37 1-55 0 0,-12 2 48 0 0,-14 7-41 0 0,16 4 47 0 0,-32-8-2 0 0,-1 0 0 0 0,0-1 0 0 0,1 0 0 0 0,-1 0 0 0 0,1-1-1 0 0,0 0 1 0 0,15-1 0 0 0,19-5-4 0 0,-41 4 16 0 0,0 1 0 0 0,0-1 1 0 0,-1 1-1 0 0,1-1 0 0 0,0 1 1 0 0,0 0-1 0 0,0 0 0 0 0,0 0 1 0 0,0 0-1 0 0,-1 0 0 0 0,1 1 1 0 0,4 0-1 0 0,5 2 43 0 0,42-6 12 0 0,-13 1-9 0 0,7-4-5 0 0,-8-8-44 0 0,-35 6 28 0 0,-2 2 11 0 0,78-60 134 0 0,-58 47-173 0 0,-20 7 51 0 0,-3 5-9 0 0,1 7-38 0 0,-1-1-1 0 0,1 0 1 0 0,0 1-1 0 0,-1-1 1 0 0,1 0-1 0 0,0 1 1 0 0,0-1-1 0 0,-1 1 1 0 0,1-1-1 0 0,0 1 1 0 0,0 0-1 0 0,0-1 1 0 0,0 1-1 0 0,0 0 1 0 0,-1-1-1 0 0,1 1 1 0 0,0 0-1 0 0,0 0 1 0 0,1 0-1 0 0,0 0 7 0 0,3-8 62 0 0,-6 5-63 0 0,1 2-7 0 0,0 0 0 0 0,0 0 1 0 0,0-1-1 0 0,0 1 1 0 0,0 0-1 0 0,0 0 0 0 0,0 0 1 0 0,-1 0-1 0 0,1 0 1 0 0,0-1-1 0 0,-1 1 0 0 0,1 0 1 0 0,0 0-1 0 0,-1 0 1 0 0,1 0-1 0 0,-1 0 0 0 0,0 0 1 0 0,1 0-1 0 0,-1 0 1 0 0,0 0-1 0 0,0 1 0 0 0,1-1 1 0 0,-1 0-1 0 0,0 0 1 0 0,0 1-1 0 0,0-1 1 0 0,0 0-1 0 0,-2 0 0 0 0,0-1 9 0 0,3 2-9 0 0,-1-1 1 0 0,1 1 0 0 0,0 0 0 0 0,-1-1-1 0 0,1 1 1 0 0,0 0 0 0 0,-1-1 0 0 0,1 1-1 0 0,0 0 1 0 0,-1-1 0 0 0,1 1 0 0 0,0-1 0 0 0,0 1-1 0 0,0-1 1 0 0,0 1 0 0 0,-1-1 0 0 0,1 1-1 0 0,0 0 1 0 0,0-1 0 0 0,0 1 0 0 0,0-1 0 0 0,0 1-1 0 0,0-1 1 0 0,0 1 0 0 0,0-1 0 0 0,0 1-1 0 0,1-2 1 0 0,-1 2 0 0 0,0-1 0 0 0,0 1 0 0 0,0-1 0 0 0,0 1 0 0 0,0-1-1 0 0,0 1 1 0 0,0-1 0 0 0,0 1 0 0 0,0-1 0 0 0,0 1 0 0 0,0-1 0 0 0,0 1 0 0 0,0-1-1 0 0,-1 1 1 0 0,1 0 0 0 0,0-1 0 0 0,0 1 0 0 0,0-1 0 0 0,-1 1 0 0 0,1-1 0 0 0,0 1 0 0 0,-1 0-1 0 0,1-1 1 0 0,-15-10 92 0 0,-1 2-1 0 0,0 0 0 0 0,0 0 0 0 0,-1 2 1 0 0,0 0-1 0 0,-30-8 0 0 0,-6 1 163 0 0,-61-7 0 0 0,54 15-172 0 0,-1 4-1 0 0,-118 8 1 0 0,129 0-51 0 0,-1-2 1 0 0,1-3 0 0 0,-1-2-1 0 0,-57-8 1 0 0,29 3 376 0 0,71 6-769 0 0,-1 0 0 0 0,0 1 0 0 0,1 0 0 0 0,-1 0 0 0 0,0 1 1 0 0,-12 4-1 0 0,22-5 40 0 0,-1 0 0 0 0,1 0 1 0 0,-1 1-1 0 0,1-1 0 0 0,0 0 1 0 0,-1 0-1 0 0,1 0 1 0 0,0 0-1 0 0,0 0 0 0 0,0 0 1 0 0,0 0-1 0 0,0 0 0 0 0,0 0 1 0 0,0 0-1 0 0,2 0 0 0 0,1 9-4430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9:47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307 127 1040 0 0,'0'-1'188'0'0,"0"1"-1"0"0,0-1 0 0 0,0 0 0 0 0,0 1 0 0 0,0-1 0 0 0,0 1 1 0 0,0-1-1 0 0,0 1 0 0 0,0-1 0 0 0,0 1 0 0 0,0-1 0 0 0,0 1 0 0 0,0-1 1 0 0,1 1-1 0 0,-1-1 0 0 0,0 1 0 0 0,0-1 0 0 0,1 1 0 0 0,-1-1 0 0 0,0 1 1 0 0,1-1-1 0 0,-1 1 0 0 0,0-1 0 0 0,1 1 0 0 0,-1 0 0 0 0,1-1 0 0 0,-1 1 1 0 0,1-1-1 0 0,25 1-245 0 0,9 1 544 0 0,18 2-350 0 0,-40-1 35 0 0,6-7 3 0 0,-18 5-135 0 0,0 0 1 0 0,0 0 0 0 0,0 0-1 0 0,0 0 1 0 0,0 0 0 0 0,1-1-1 0 0,-1 1 1 0 0,0 0 0 0 0,0-1-1 0 0,0 1 1 0 0,0-1 0 0 0,0 1-1 0 0,0-1 1 0 0,0 0 0 0 0,-1 1-1 0 0,1-1 1 0 0,0 0 0 0 0,0 0-1 0 0,0 0 1 0 0,-1 1 0 0 0,1-1-1 0 0,0 0 1 0 0,-1 0 0 0 0,1 0-1 0 0,-1 0 1 0 0,1 0 0 0 0,-1 0-1 0 0,1 0 1 0 0,-1 0 0 0 0,0 0-1 0 0,0-1 1 0 0,1 1 0 0 0,-1 0-1 0 0,0 0 1 0 0,0 0 0 0 0,0 0-1 0 0,0-2 1 0 0,-2 2-14 0 0,1 0 0 0 0,0 0-1 0 0,-1 0 1 0 0,1 0 0 0 0,-1 0 0 0 0,1 0 0 0 0,-1 0-1 0 0,0 0 1 0 0,1 1 0 0 0,-1-1 0 0 0,0 1 0 0 0,0-1-1 0 0,1 1 1 0 0,-3-1 0 0 0,-8-1 3 0 0,1 1 1 0 0,-1 0 0 0 0,1 0-1 0 0,-1 1 1 0 0,0 1-1 0 0,1 0 1 0 0,-1 1-1 0 0,1 0 1 0 0,0 0-1 0 0,-1 1 1 0 0,1 1-1 0 0,0 0 1 0 0,-14 8-1 0 0,-16 8-15 0 0,40-19-9 0 0,-1 0 1 0 0,1 0-1 0 0,-1 0 1 0 0,1 0-1 0 0,-1 0 1 0 0,1 0-1 0 0,-1-1 0 0 0,1 1 1 0 0,-1-1-1 0 0,0 1 1 0 0,1-1-1 0 0,-1 0 1 0 0,0 1-1 0 0,1-1 1 0 0,-1 0-1 0 0,0 0 1 0 0,0 0-1 0 0,-1 0 0 0 0,-6 0 12 0 0,4 3-45 0 0,0 3 2 0 0,-33 7 24 0 0,32-11 3 0 0,1-1 0 0 0,-1 1 0 0 0,0 0 0 0 0,0 0 1 0 0,1 0-1 0 0,0 1 0 0 0,-1 0 0 0 0,1 0 0 0 0,0 1 0 0 0,0-1 0 0 0,1 1 0 0 0,-1 0 0 0 0,1 0 0 0 0,-7 9 0 0 0,3 0 42 0 0,5-10-42 0 0,1-1 0 0 0,0 2 0 0 0,1-1 0 0 0,-1 0-1 0 0,0 0 1 0 0,1 0 0 0 0,0 1 0 0 0,0-1 0 0 0,0 1 0 0 0,0-1-1 0 0,0 5 1 0 0,0-5-4 0 0,1 0 0 0 0,-1 0 0 0 0,0-1-1 0 0,1 1 1 0 0,-2 0 0 0 0,1-1 0 0 0,0 1 0 0 0,0-1-1 0 0,-1 1 1 0 0,1-1 0 0 0,-1 0 0 0 0,0 1 0 0 0,1-1 0 0 0,-1 0-1 0 0,0 0 1 0 0,-1 0 0 0 0,1 0 0 0 0,-3 1 0 0 0,-6 8-4 0 0,11-11 7 0 0,-1 0-1 0 0,1 1 0 0 0,0-1 0 0 0,0 0 0 0 0,-1 1 0 0 0,1-1 1 0 0,0 0-1 0 0,0 1 0 0 0,0-1 0 0 0,0 1 0 0 0,-1-1 0 0 0,1 1 1 0 0,0-1-1 0 0,0 0 0 0 0,0 1 0 0 0,0-1 0 0 0,0 1 0 0 0,0-1 1 0 0,0 1-1 0 0,0-1 0 0 0,0 0 0 0 0,0 1 0 0 0,1-1 0 0 0,-1 1 1 0 0,0-1-1 0 0,0 1 0 0 0,0-1 0 0 0,0 0 0 0 0,1 1 0 0 0,-1-1 1 0 0,0 0-1 0 0,0 1 0 0 0,1-1 0 0 0,-1 1 0 0 0,0-1 0 0 0,1 0 1 0 0,-1 0-1 0 0,0 1 0 0 0,1-1 0 0 0,-1 0 0 0 0,0 0 0 0 0,1 1 1 0 0,-1-1-1 0 0,0 0 0 0 0,1 0 0 0 0,-1 0 0 0 0,1 0 0 0 0,-1 0 1 0 0,1 1-1 0 0,0-1 0 0 0,-1 0 0 0 0,1 0 1 0 0,-1 0-1 0 0,1 0 1 0 0,-1 0-1 0 0,1 0 1 0 0,-1 1-1 0 0,1-1 1 0 0,-1 0-1 0 0,1 0 1 0 0,-1 1-1 0 0,0-1 1 0 0,1 0-1 0 0,-1 0 1 0 0,1 1-1 0 0,-1-1 1 0 0,0 1-1 0 0,1-1 1 0 0,-1 0-1 0 0,0 1 1 0 0,1-1-1 0 0,-1 1 1 0 0,0-1-1 0 0,0 1 1 0 0,1-1-1 0 0,-1 0 1 0 0,0 1-1 0 0,0-1 1 0 0,0 1-1 0 0,0-1 0 0 0,0 1 1 0 0,0-1-1 0 0,0 1 1 0 0,0 0-1 0 0,0-1 1 0 0,0 1-1 0 0,0-1 1 0 0,0 1-1 0 0,0-1 1 0 0,0 1-1 0 0,0-1 1 0 0,0 1-1 0 0,-1-1 1 0 0,1 0-1 0 0,0 1 1 0 0,0-1-1 0 0,-1 2 1 0 0,-4 2 18 0 0,4-4-18 0 0,0 1-1 0 0,1-1 0 0 0,-1 1 0 0 0,0 0 0 0 0,0-1 0 0 0,0 1 0 0 0,1 0 0 0 0,-1-1 1 0 0,0 1-1 0 0,1 0 0 0 0,-1 0 0 0 0,0 0 0 0 0,1 0 0 0 0,-1 0 0 0 0,1 0 1 0 0,-1-1-1 0 0,1 1 0 0 0,0 0 0 0 0,-1 0 0 0 0,1 0 0 0 0,0 0 0 0 0,0 1 1 0 0,0-1-1 0 0,0 0 0 0 0,0 0 0 0 0,0 0 0 0 0,0 0 0 0 0,0 0 0 0 0,0 0 0 0 0,0 0 1 0 0,0 0-1 0 0,1 0 0 0 0,-1 0 0 0 0,0 0 0 0 0,1 0 0 0 0,0 1 0 0 0,5 4-32 0 0,-5-4 34 0 0,0-1 0 0 0,0 0 0 0 0,0 0 0 0 0,0 0 0 0 0,0 1 0 0 0,0-1 0 0 0,0 0 0 0 0,0 1 0 0 0,-1-1 0 0 0,1 1 0 0 0,0-1 0 0 0,-1 1 0 0 0,1-1 0 0 0,-1 1 0 0 0,0-1 0 0 0,0 1 0 0 0,1 0 0 0 0,-1-1 0 0 0,0 3 0 0 0,-1-3 3 0 0,1 1-1 0 0,0-1 1 0 0,1 1-1 0 0,-1-1 1 0 0,0 1-1 0 0,0-1 1 0 0,1 1-1 0 0,-1-1 1 0 0,1 1-1 0 0,-1-1 1 0 0,1 1-1 0 0,-1-1 1 0 0,1 1-1 0 0,0-1 1 0 0,0 0-1 0 0,0 0 1 0 0,0 1-1 0 0,0-1 1 0 0,0 0-1 0 0,0 0 1 0 0,0 0-1 0 0,0 0 1 0 0,1 0-1 0 0,-1 0 1 0 0,0 0-1 0 0,3 0 1 0 0,15 17-19 0 0,-11-8-6 0 0,-6-8 17 0 0,0 0 1 0 0,0 0-1 0 0,-1 1 0 0 0,1-1 0 0 0,-1 1 0 0 0,1-1 1 0 0,-1 1-1 0 0,0 0 0 0 0,0 0 0 0 0,0-1 0 0 0,1 7 0 0 0,-2-8 6 0 0,1 0-1 0 0,-1 1 0 0 0,0-1 1 0 0,1 0-1 0 0,-1 1 0 0 0,1-1 0 0 0,-1 0 1 0 0,1 0-1 0 0,0 0 0 0 0,-1 1 1 0 0,1-1-1 0 0,0 0 0 0 0,0 0 0 0 0,0 0 1 0 0,0 0-1 0 0,0 0 0 0 0,0 0 1 0 0,0-1-1 0 0,2 2 0 0 0,21 11 27 0 0,-23-12-28 0 0,-1-1-1 0 0,0 0 0 0 0,0 0 0 0 0,0 0 1 0 0,1 0-1 0 0,-1 0 0 0 0,0 0 0 0 0,0 0 1 0 0,0 0-1 0 0,0 0 0 0 0,0 0 0 0 0,0 0 1 0 0,0 0-1 0 0,1 0 0 0 0,-1 0 0 0 0,0 0 0 0 0,0 1 1 0 0,0-1-1 0 0,0 0 0 0 0,0 0 0 0 0,0 0 1 0 0,0 0-1 0 0,0 0 0 0 0,0 0 0 0 0,0 0 1 0 0,1 1-1 0 0,-1-1 0 0 0,0 0 0 0 0,0 0 0 0 0,0 0 1 0 0,0 0-1 0 0,0 0 0 0 0,0 0 0 0 0,0 1 1 0 0,0-1-1 0 0,0 0 0 0 0,0 0 0 0 0,0 0 1 0 0,0 0-1 0 0,0 0 0 0 0,0 0 0 0 0,0 1 0 0 0,0-1 1 0 0,-1 0-1 0 0,1 0 0 0 0,0 0 0 0 0,0 0 1 0 0,0 0-1 0 0,0 0 0 0 0,0 1 0 0 0,1 3-61 0 0,22 0 29 0 0,195 7-47 0 0,-151-7 100 0 0,1-3 0 0 0,0-3 0 0 0,128-21 0 0 0,-186 21-7 0 0,1-1-1 0 0,-1 0 0 0 0,0-1 0 0 0,0 0 1 0 0,0 0-1 0 0,0-1 0 0 0,-1-1 0 0 0,0 1 0 0 0,0-2 1 0 0,0 1-1 0 0,13-15 0 0 0,-3 1 14 0 0,51-49 42 0 0,-67 67-67 0 0,-1 0 0 0 0,0-1 1 0 0,0 1-1 0 0,0-1 1 0 0,0 0-1 0 0,0 1 1 0 0,0-1-1 0 0,-1 0 0 0 0,1 0 1 0 0,-1 0-1 0 0,0 0 1 0 0,0-1-1 0 0,0 1 1 0 0,0 0-1 0 0,-1 0 1 0 0,1 0-1 0 0,-1-1 0 0 0,0 1 1 0 0,0 0-1 0 0,0-1 1 0 0,-1 1-1 0 0,1 0 1 0 0,-1 0-1 0 0,1-1 0 0 0,-2-2 1 0 0,-1-2 3 0 0,1 1 0 0 0,-1-1 0 0 0,-1 1 0 0 0,1-1 0 0 0,-1 1 0 0 0,-1 1 1 0 0,1-1-1 0 0,-1 0 0 0 0,0 1 0 0 0,-8-7 0 0 0,-20-15 83 0 0,-1 1-1 0 0,-1 2 1 0 0,-1 2 0 0 0,-1 1-1 0 0,-1 2 1 0 0,-71-27-1 0 0,101 44-77 0 0,-1-1 0 0 0,1 0-1 0 0,-1 0 1 0 0,1-1-1 0 0,0 0 1 0 0,-12-11-1 0 0,17 15-40 0 0,0-1-1 0 0,0 1 1 0 0,0 0-1 0 0,0 0 1 0 0,0 0-1 0 0,0 0 0 0 0,0 1 1 0 0,0-1-1 0 0,0 1 1 0 0,-4 0-1 0 0,3 0-555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5:57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45 694 880 0 0,'1'-1'171'0'0,"0"1"0"0"0,0-1 0 0 0,0 1 0 0 0,0-1 0 0 0,0 0 1 0 0,0 1-1 0 0,0-1 0 0 0,0 0 0 0 0,-1 0 0 0 0,1 1 0 0 0,0-1 0 0 0,-1 0 0 0 0,1 0 0 0 0,0 0 0 0 0,0-1 0 0 0,-11-9 1868 0 0,10 11-1977 0 0,-1 0 0 0 0,1 0 0 0 0,0 0-1 0 0,0 0 1 0 0,0 0 0 0 0,-1 0 0 0 0,1 0 0 0 0,0 0 0 0 0,0 0 0 0 0,0 0 0 0 0,-1 0-1 0 0,1 0 1 0 0,0-1 0 0 0,0 1 0 0 0,0 0 0 0 0,0 0 0 0 0,0 0 0 0 0,-1 0 0 0 0,1 0-1 0 0,0-1 1 0 0,0 1 0 0 0,0 0 0 0 0,0 0 0 0 0,0 0 0 0 0,0-1 0 0 0,0 1 0 0 0,-1 0-1 0 0,1 0 1 0 0,0 0 0 0 0,0-1 0 0 0,0 1 0 0 0,0 0 0 0 0,0 0 0 0 0,0 0 0 0 0,0-1-1 0 0,0 1 1 0 0,0 0 0 0 0,0 0 0 0 0,0-1 0 0 0,0 1 0 0 0,0 0 0 0 0,1 0 0 0 0,-1 0-1 0 0,0-1 1 0 0,0 1 0 0 0,0 0 0 0 0,0 0 0 0 0,0-1 0 0 0,-3 0 694 0 0,-38 1 1245 0 0,44-31-867 0 0,24-11-931 0 0,0 1 0 0 0,3 1 0 0 0,48-50 0 0 0,-47 55-81 0 0,-16 16-47 0 0,-2 0 1 0 0,0-1-1 0 0,-1 0 0 0 0,11-25 1 0 0,16-29 214 0 0,-21 36-34 0 0,-16 32-207 0 0,1 0 0 0 0,-1 1 0 0 0,1 0 1 0 0,0-1-1 0 0,0 1 0 0 0,7-9 0 0 0,-7 12-31 0 0,-1-1 0 0 0,1 1 0 0 0,-1-1 0 0 0,0 0 0 0 0,0 0 0 0 0,0 0 0 0 0,2-7 0 0 0,-4 10-11 0 0,1-1 0 0 0,-1 1 0 0 0,0-1 0 0 0,0 1-1 0 0,0-1 1 0 0,0 1 0 0 0,0-1 0 0 0,0 1 0 0 0,0-1 0 0 0,0 1 0 0 0,-1-1-1 0 0,1 1 1 0 0,0-1 0 0 0,0 1 0 0 0,0-1 0 0 0,0 1 0 0 0,-1-1-1 0 0,1 1 1 0 0,0-1 0 0 0,0 1 0 0 0,-1-1 0 0 0,1 1 0 0 0,0 0 0 0 0,-1-1-1 0 0,1 1 1 0 0,-1 0 0 0 0,1-1 0 0 0,0 1 0 0 0,-1 0 0 0 0,1-1 0 0 0,-1 1-1 0 0,1 0 1 0 0,-1 0 0 0 0,1 0 0 0 0,-1-1 0 0 0,1 1 0 0 0,-1 0 0 0 0,1 0-1 0 0,-1 0 1 0 0,1 0 0 0 0,-1 0 0 0 0,1 0 0 0 0,-1 0 0 0 0,1 0 0 0 0,-1 0-1 0 0,1 0 1 0 0,-1 0 0 0 0,1 0 0 0 0,-1 0 0 0 0,0 1 0 0 0,-3-1 406 0 0,8 0-346 0 0,11-1-54 0 0,-11-6 87 0 0,-4 10 40 0 0,-1-2-117 0 0,1-1-1 0 0,0 0 1 0 0,-1 1-1 0 0,1-1 1 0 0,-1 1-1 0 0,1-1 1 0 0,0 0-1 0 0,-1 1 1 0 0,1-1-1 0 0,-1 0 1 0 0,1 0-1 0 0,-1 1 1 0 0,1-1-1 0 0,-1 0 1 0 0,1 0-1 0 0,-1 0 1 0 0,1 0-1 0 0,-1 0 1 0 0,1 1-1 0 0,-1-1 1 0 0,1 0-1 0 0,-1 0 1 0 0,1 0-1 0 0,-2-1 1 0 0,0 1-14 0 0,13 0 60 0 0,-7 0 24 0 0,3 0 67 0 0,47-3 202 0 0,61-11 1 0 0,15-2-154 0 0,21-7-2792 0 0,-150 23 2511 0 0,-12 2-4787 0 0,-22 4 167 0 0,-8-1 1384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5:58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2401 0 0,'22'-4'4322'0'0,"-22"-2"-400"0"0,22 2-3202 0 0,1 4-160 0 0,-1 0-239 0 0,45 4-161 0 0,-23 6 0 0 0,0-5-80 0 0,1 5-560 0 0,-5-6-1681 0 0,-18-4-1281 0 0,0 0 401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00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0 193 960 0 0,'0'-13'7076'0'0,"0"-13"-5428"0"0,0 25-1628 0 0,0 0-1 0 0,1 0 0 0 0,-1 0 0 0 0,0 0 1 0 0,0 0-1 0 0,0 1 0 0 0,1-1 0 0 0,-1 0 0 0 0,1 0 1 0 0,-1 0-1 0 0,0 1 0 0 0,1-1 0 0 0,-1 0 0 0 0,1 0 1 0 0,0 1-1 0 0,-1-1 0 0 0,1 0 0 0 0,0 1 1 0 0,-1-1-1 0 0,2 0 0 0 0,-1 0 3 0 0,0 0-1 0 0,0 1 1 0 0,0-1 0 0 0,0 0-1 0 0,0 0 1 0 0,-1 0 0 0 0,1 0-1 0 0,0 0 1 0 0,0 0 0 0 0,-1 0-1 0 0,1 0 1 0 0,-1 0 0 0 0,1-1-1 0 0,-1 1 1 0 0,0 0 0 0 0,1 0-1 0 0,-1 0 1 0 0,0-1 0 0 0,0 1-1 0 0,0 0 1 0 0,1-2 0 0 0,-1 1-1 0 0,0-1 0 0 0,0 1-1 0 0,1-1 1 0 0,-1 1 0 0 0,1 0 0 0 0,-1-1 0 0 0,1 1 0 0 0,0-1-1 0 0,0 1 1 0 0,0 0 0 0 0,1 0 0 0 0,-1 0 0 0 0,0 0 0 0 0,1 0-1 0 0,-1 0 1 0 0,1 0 0 0 0,0 0 0 0 0,0 0 0 0 0,0 1 0 0 0,0-1-1 0 0,0 1 1 0 0,0-1 0 0 0,0 1 0 0 0,0 0 0 0 0,0 0 0 0 0,3-1-1 0 0,19-14 138 0 0,-1-3-11 0 0,-16 15-121 0 0,6 1 18 0 0,-4 1-21 0 0,6 2-36 0 0,-6 1-78 0 0,-8-1 84 0 0,0 0 1 0 0,-1 0-1 0 0,1 0 0 0 0,-1 0 0 0 0,1 0 1 0 0,0 0-1 0 0,-1 0 0 0 0,1 0 0 0 0,0 0 1 0 0,-1 1-1 0 0,1-1 0 0 0,-1 0 0 0 0,1 0 1 0 0,0 0-1 0 0,-1 1 0 0 0,1-1 0 0 0,-1 0 0 0 0,1 1 1 0 0,-1-1-1 0 0,1 0 0 0 0,-1 1 0 0 0,1-1 1 0 0,-1 1-1 0 0,1-1 0 0 0,-1 1 0 0 0,1-1 1 0 0,-1 1-1 0 0,0-1 0 0 0,1 2 0 0 0,0-2 3 0 0,0 1-1 0 0,0 0 1 0 0,0-1 0 0 0,0 0-1 0 0,0 1 1 0 0,0-1-1 0 0,0 0 1 0 0,0 1-1 0 0,0-1 1 0 0,0 0-1 0 0,0 0 1 0 0,0 0-1 0 0,0 0 1 0 0,0 0-1 0 0,2 0 1 0 0,-2 0-5 0 0,-1 1 9 0 0,1-1-1 0 0,-1 1 1 0 0,1 0-1 0 0,-1 0 0 0 0,0-1 1 0 0,1 1-1 0 0,-1 0 1 0 0,0 0-1 0 0,1-1 0 0 0,-1 1 1 0 0,0 0-1 0 0,0 0 1 0 0,0 0-1 0 0,0 0 0 0 0,0-1 1 0 0,0 1-1 0 0,0 0 1 0 0,0 0-1 0 0,0 0 0 0 0,0 0 1 0 0,-1 1-1 0 0,1-2 2 0 0,0 1 0 0 0,0-1 1 0 0,0 1-1 0 0,0-1 0 0 0,0 1 0 0 0,-1-1 0 0 0,1 1 1 0 0,0-1-1 0 0,0 1 0 0 0,-1-1 0 0 0,1 1 0 0 0,0-1 1 0 0,0 1-1 0 0,-1-1 0 0 0,1 0 0 0 0,-1 1 0 0 0,1-1 1 0 0,0 1-1 0 0,-1-1 0 0 0,1 0 0 0 0,-1 1 0 0 0,1-1 0 0 0,-1 0 1 0 0,1 0-1 0 0,-1 0 0 0 0,1 1 0 0 0,-1-1 0 0 0,1 0 1 0 0,-2 0-1 0 0,-5 4 30 0 0,-19 39 76 0 0,20-35-62 0 0,5-7-32 0 0,0 1 0 0 0,0-1 0 0 0,0 1 0 0 0,0-1-1 0 0,-1 1 1 0 0,1-1 0 0 0,-1 0 0 0 0,1 0 0 0 0,0 0 0 0 0,-1 0 0 0 0,0 0 0 0 0,-2 2 0 0 0,-16 2 1 0 0,40-11-15 0 0,-20 6 2 0 0,0 0 0 0 0,0 0 0 0 0,0 0 0 0 0,1 0 0 0 0,-1 0 0 0 0,0 0 0 0 0,0 0 0 0 0,0 0 0 0 0,0 0 0 0 0,0 0 0 0 0,1 0 0 0 0,-1 0 0 0 0,0 0-1 0 0,0 0 1 0 0,0 0 0 0 0,0 0 0 0 0,0 0 0 0 0,0-1 0 0 0,1 1 0 0 0,-1 0 0 0 0,0 0 0 0 0,0 0 0 0 0,0 0 0 0 0,0 0 0 0 0,0 0 0 0 0,0 0 0 0 0,0 0 0 0 0,0-1 0 0 0,0 1 0 0 0,0 0-1 0 0,1 0 1 0 0,-1 0 0 0 0,0 0 0 0 0,0 0 0 0 0,0 0 0 0 0,0-1 0 0 0,0 1 0 0 0,0 0 0 0 0,0 0 0 0 0,0 0 0 0 0,0 0 0 0 0,0 0 0 0 0,0-1 0 0 0,0 1 0 0 0,0 0 0 0 0,0 0 0 0 0,0 0 0 0 0,0 0-1 0 0,-1 0 1 0 0,1-1 2 0 0,0 1 0 0 0,0 0-1 0 0,0 0 1 0 0,0 0 0 0 0,0-1 0 0 0,0 1-1 0 0,0 0 1 0 0,0 0 0 0 0,0 0-1 0 0,0-1 1 0 0,0 1 0 0 0,0 0-1 0 0,0 0 1 0 0,0 0 0 0 0,0-1-1 0 0,0 1 1 0 0,1 0 0 0 0,-1 0-1 0 0,0 0 1 0 0,0 0 0 0 0,0-1 0 0 0,0 1-1 0 0,0 0 1 0 0,0 0 0 0 0,0 0-1 0 0,0 0 1 0 0,1-1 0 0 0,-1 1-1 0 0,0 0 1 0 0,0 0 0 0 0,0 0-1 0 0,0 0 1 0 0,1 0 0 0 0,-1 0 0 0 0,0 0-1 0 0,0 0 1 0 0,0 0 0 0 0,1-1-1 0 0,-1 1 1 0 0,0 0 0 0 0,0 0-1 0 0,63-35 292 0 0,-60 35-297 0 0,-1-1 0 0 0,0 0 0 0 0,0 0 0 0 0,1-1 0 0 0,-1 1 1 0 0,0 0-1 0 0,0-1 0 0 0,0 1 0 0 0,2-3 0 0 0,17-11-22 0 0,19-8 105 0 0,-32 15-93 0 0,-8 7 10 0 0,1 1 0 0 0,0 0 0 0 0,-1 0 1 0 0,1-1-1 0 0,0 1 0 0 0,-1 0 0 0 0,1 0 0 0 0,0 0 0 0 0,0 0 0 0 0,-1 0 0 0 0,1-1 0 0 0,0 1 0 0 0,-1 1 1 0 0,1-1-1 0 0,0 0 0 0 0,0 0 0 0 0,-1 0 0 0 0,1 0 0 0 0,0 0 0 0 0,-1 1 0 0 0,1-1 0 0 0,0 0 0 0 0,-1 0 1 0 0,1 1-1 0 0,-1-1 0 0 0,1 1 0 0 0,0-1 0 0 0,-1 1 0 0 0,1 0 0 0 0,-3 5-43 0 0,2-2 53 0 0,0-1-1 0 0,0 1 1 0 0,-1 0 0 0 0,1 0 0 0 0,-1 0 0 0 0,0 0-1 0 0,0 0 1 0 0,0-1 0 0 0,-1 1 0 0 0,0 0 0 0 0,-3 5-1 0 0,1-1-7 0 0,2 4 32 0 0,2-11-29 0 0,0 0 0 0 0,0-1-1 0 0,0 1 1 0 0,0 0 0 0 0,0 0 0 0 0,0 0 0 0 0,0 0-1 0 0,-1-1 1 0 0,1 1 0 0 0,0 0 0 0 0,0 0-1 0 0,-1 0 1 0 0,1-1 0 0 0,0 1 0 0 0,-1 0-1 0 0,1 0 1 0 0,-1-1 0 0 0,1 1 0 0 0,-2 0 0 0 0,-12 4-3 0 0,16-6 6 0 0,0 0 0 0 0,1 0 0 0 0,-1 0 0 0 0,0-1 0 0 0,0 1 0 0 0,0 0 0 0 0,0-1 0 0 0,0 1 0 0 0,2-3 0 0 0,13-9 26 0 0,-14 12-30 0 0,-1-1 1 0 0,0 1 0 0 0,0-1 0 0 0,0 0 0 0 0,0 1 0 0 0,0-1 0 0 0,0 0 0 0 0,-1 0 0 0 0,1-1 0 0 0,-1 1 0 0 0,3-4 0 0 0,-3 3 5 0 0,1 0 0 0 0,0 0 0 0 0,0 1 0 0 0,0-1 0 0 0,0 1 0 0 0,1-1 0 0 0,3-3 1 0 0,3-1 39 0 0,1 0 1 0 0,0 1-1 0 0,1 0 1 0 0,0 0 0 0 0,0 1-1 0 0,12-4 1 0 0,-18 11 26 0 0,-3 0-55 0 0,0-1-4 0 0,-1 0-1 0 0,0 0 1 0 0,0 0-1 0 0,0-1 1 0 0,1 1 0 0 0,-1 0-1 0 0,0 1 1 0 0,0-1-1 0 0,-1 0 1 0 0,1 0-1 0 0,0 0 1 0 0,0 1-1 0 0,-1-1 1 0 0,1 0-1 0 0,0 0 1 0 0,0 2-1 0 0,1 31-282 0 0,-2-31 169 0 0,0-3 58 0 0,0 1-1 0 0,0-1 1 0 0,0 0 0 0 0,0 1-1 0 0,0-1 1 0 0,0 0-1 0 0,0 1 1 0 0,0-1-1 0 0,1 0 1 0 0,-1 1-1 0 0,0-1 1 0 0,0 0-1 0 0,0 1 1 0 0,1-1-1 0 0,-1 0 1 0 0,0 1-1 0 0,0-1 1 0 0,0 0 0 0 0,1 0-1 0 0,-1 1 1 0 0,0-1-1 0 0,1 0 1 0 0,-1 0-1 0 0,0 0 1 0 0,0 1-1 0 0,1-1 1 0 0,-1 0-1 0 0,0 0 1 0 0,1 0-1 0 0,-1 0 1 0 0,1 0 0 0 0,-1 0-1 0 0,1 0 1 0 0,17-1-1786 0 0,18-13-2340 0 0,-14-3 1739 0 0,1-3 347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00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52 1361 0 0,'0'0'1974'0'0,"0"-10"2700"0"0,0-13-2252 0 0,0 22-2387 0 0,0 0-1 0 0,0 0 1 0 0,0 1-1 0 0,0-1 1 0 0,0 0-1 0 0,0 0 1 0 0,1 1-1 0 0,-1-1 1 0 0,0 0-1 0 0,0 1 1 0 0,1-1-1 0 0,-1 0 1 0 0,0 1-1 0 0,1-1 1 0 0,-1 0-1 0 0,1 1 1 0 0,-1-1-1 0 0,1 1 0 0 0,-1-1 1 0 0,1 0-1 0 0,-1 1 1 0 0,1 0-1 0 0,0-1 1 0 0,-1 1-1 0 0,1-1 1 0 0,0 1-1 0 0,-1 0 1 0 0,1-1-1 0 0,0 1 1 0 0,0 0-1 0 0,-1 0 1 0 0,1 0-1 0 0,0-1 1 0 0,0 1-1 0 0,-1 0 1 0 0,1 0-1 0 0,0 0 0 0 0,0 0 1 0 0,-1 0-1 0 0,1 0 1 0 0,0 1-1 0 0,0-1 1 0 0,-1 0-1 0 0,1 0 1 0 0,0 0-1 0 0,0 1 1 0 0,-1-1-1 0 0,1 0 1 0 0,0 1-1 0 0,0 0 1 0 0,2 0-27 0 0,0 0 1 0 0,-1 0 0 0 0,1 1 0 0 0,-1-1-1 0 0,1 0 1 0 0,-1 1 0 0 0,0 0 0 0 0,1 0-1 0 0,-1 0 1 0 0,0 0 0 0 0,0 0 0 0 0,-1 0 0 0 0,4 4-1 0 0,-3 2 2 0 0,0 0 0 0 0,-1 1 0 0 0,0-1 0 0 0,0 1 0 0 0,-1 0 0 0 0,0-1 0 0 0,-2 18 0 0 0,0 8 4 0 0,2-25-9 0 0,2 16 59 0 0,-2-24-63 0 0,1-1-1 0 0,-1 1 0 0 0,0-1 1 0 0,0 1-1 0 0,1-1 0 0 0,-1 1 0 0 0,0-1 1 0 0,1 1-1 0 0,-1-1 0 0 0,1 0 1 0 0,-1 1-1 0 0,0-1 0 0 0,1 0 0 0 0,-1 1 1 0 0,1-1-1 0 0,-1 0 0 0 0,1 1 1 0 0,-1-1-1 0 0,1 0 0 0 0,-1 0 0 0 0,1 0 1 0 0,-1 0-1 0 0,1 1 0 0 0,-1-1 1 0 0,1 0-1 0 0,0 0 0 0 0,-1 0 0 0 0,1 0 1 0 0,-1 0-1 0 0,1 0 0 0 0,-1 0 1 0 0,1-1-1 0 0,-1 1 0 0 0,1 0 0 0 0,0 0 1 0 0,5-7-72 0 0,-5 4 62 0 0,0 3 9 0 0,0 0 0 0 0,-1-1 0 0 0,1 1 0 0 0,0 0 0 0 0,-1-1 0 0 0,1 1 0 0 0,0 0 0 0 0,-1-1 0 0 0,1 1 0 0 0,-1-1 0 0 0,1 1 0 0 0,-1-1 0 0 0,1 0 0 0 0,-1 1 0 0 0,1-1 0 0 0,-1 1 0 0 0,0-1 0 0 0,1 0 0 0 0,-1 1 0 0 0,0-1 0 0 0,1 0 0 0 0,-1 1 0 0 0,0-1 0 0 0,0 0 0 0 0,0 0 0 0 0,0 1 0 0 0,0-1 0 0 0,0-1 0 0 0,-17-20 0 0 0,15 20 0 0 0,-2-1-1 0 0,0 1 1 0 0,0-1-1 0 0,0 1 1 0 0,-1-1-1 0 0,1 1 1 0 0,-1 1-1 0 0,1-1 1 0 0,-1 1-1 0 0,0 0 1 0 0,1 0-1 0 0,-1 0 1 0 0,0 0-1 0 0,-9 1 1 0 0,-4 0 11 0 0,1 0 0 0 0,-28 5 0 0 0,39-4 4 0 0,-6 0 41 0 0,1 1-1 0 0,-1 0 1 0 0,1 1 0 0 0,-18 7 0 0 0,28-10-52 0 0,1 1 0 0 0,-1-1 0 0 0,1 0 0 0 0,0 0 0 0 0,-1 1 0 0 0,1-1 0 0 0,0 1 0 0 0,-1-1 0 0 0,1 0 0 0 0,0 1 0 0 0,0-1 0 0 0,-1 1-1 0 0,1-1 1 0 0,0 0 0 0 0,0 1 0 0 0,0-1 0 0 0,-1 1 0 0 0,1-1 0 0 0,0 1 0 0 0,0-1 0 0 0,0 1 0 0 0,0-1 0 0 0,0 1 0 0 0,0-1 0 0 0,0 1 0 0 0,0-1 0 0 0,0 1 0 0 0,0-1 0 0 0,0 1 0 0 0,1-1 0 0 0,-1 0 0 0 0,0 1 0 0 0,0-1 0 0 0,0 1 0 0 0,1-1 0 0 0,-1 1 0 0 0,0-1 0 0 0,0 0 0 0 0,1 1 0 0 0,-1-1 0 0 0,0 1 0 0 0,1-1 0 0 0,-1 0 0 0 0,0 1 0 0 0,1-1 0 0 0,0 0 0 0 0,5 5 21 0 0,0 0 0 0 0,0 0 0 0 0,0-1 1 0 0,1 0-1 0 0,0-1 0 0 0,-1 1 1 0 0,2-1-1 0 0,-1-1 0 0 0,0 1 0 0 0,0-1 1 0 0,1 0-1 0 0,-1-1 0 0 0,1 0 1 0 0,0 0-1 0 0,-1-1 0 0 0,13 0 1 0 0,11-2-539 0 0,-1 0 1 0 0,55-13-1 0 0,-81 15 392 0 0,10-3-859 0 0,0 0 0 0 0,1 0-1 0 0,-1-1 1 0 0,0-1 0 0 0,-1 0-1 0 0,1-1 1 0 0,18-12 0 0 0,-11 5-1501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01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38 2081 0 0,'0'0'2148'0'0,"0"0"-2087"0"0,0 0 0 0 0,0 0 0 0 0,0 0 0 0 0,0 1 0 0 0,0-1 0 0 0,0 0 0 0 0,0 0 0 0 0,-1 0 1 0 0,1 0-1 0 0,0 0 0 0 0,0 0 0 0 0,0 0 0 0 0,0 0 0 0 0,0 0 0 0 0,0 0 0 0 0,0 0 0 0 0,-1 0 0 0 0,1 0 1 0 0,0 0-1 0 0,0 0 0 0 0,0 0 0 0 0,0 0 0 0 0,0 0 0 0 0,0-1 0 0 0,0 1 0 0 0,-1 0 0 0 0,1 0 0 0 0,0 0 1 0 0,0 0-1 0 0,0 0 0 0 0,0 0 0 0 0,0 0 0 0 0,0 0 0 0 0,0 0 0 0 0,0 0 0 0 0,0 0 0 0 0,0-1 1 0 0,0 1-1 0 0,-1 0 0 0 0,1 0 0 0 0,0 0 0 0 0,0 0 0 0 0,0 0 0 0 0,0 0 0 0 0,0 0 0 0 0,0 0 0 0 0,0-1 1 0 0,0 1-1 0 0,0 0 0 0 0,0 0 0 0 0,0 0 0 0 0,0 0 0 0 0,0 0 0 0 0,0 0 0 0 0,0-1 0 0 0,0 1 0 0 0,0 0 1 0 0,0 0-1 0 0,0 0 0 0 0,0 0 0 0 0,1 0 0 0 0,-6-1 407 0 0,0-1 1 0 0,1 1-1 0 0,-1-1 0 0 0,1 0 1 0 0,-1 0-1 0 0,1 0 1 0 0,0 0-1 0 0,-5-4 0 0 0,3 3-455 0 0,-1 0-1 0 0,1 1 1 0 0,-1 0 0 0 0,0 1-1 0 0,1 0 1 0 0,-1 0 0 0 0,0 0-1 0 0,0 1 1 0 0,0-1-1 0 0,0 2 1 0 0,0-1 0 0 0,-6 2-1 0 0,2-1 12 0 0,0 1 1 0 0,0 0-1 0 0,1 1 0 0 0,-1 0 0 0 0,1 0 1 0 0,-16 9-1 0 0,25-12-21 0 0,0 0 1 0 0,1 1-1 0 0,-1-1 1 0 0,0 0 0 0 0,1 1-1 0 0,-1-1 1 0 0,1 1-1 0 0,-1 0 1 0 0,1-1-1 0 0,-1 1 1 0 0,1-1-1 0 0,-1 1 1 0 0,1 0 0 0 0,0-1-1 0 0,-1 1 1 0 0,1 0-1 0 0,0-1 1 0 0,-1 1-1 0 0,1 0 1 0 0,0-1-1 0 0,0 1 1 0 0,0 0 0 0 0,-1 0-1 0 0,1-1 1 0 0,0 1-1 0 0,0 0 1 0 0,0 0-1 0 0,1 0 1 0 0,-1-1-1 0 0,0 1 1 0 0,0 0 0 0 0,0-1-1 0 0,0 1 1 0 0,1 0-1 0 0,-1 0 1 0 0,0-1-1 0 0,1 1 1 0 0,-1 0-1 0 0,0-1 1 0 0,2 2 0 0 0,-1 0 3 0 0,1 0 0 0 0,0 0 1 0 0,-1 0-1 0 0,1 0 0 0 0,0-1 1 0 0,0 1-1 0 0,0 0 0 0 0,1-1 1 0 0,-1 0-1 0 0,3 2 1 0 0,27 11-13 0 0,47 18 67 0 0,-72-30-57 0 0,0 0 1 0 0,0 0-1 0 0,0-1 1 0 0,0 1-1 0 0,0-2 1 0 0,0 1-1 0 0,0-1 1 0 0,14-1-1 0 0,-15-1 11 0 0,-1 1 0 0 0,0-1 1 0 0,0-1-1 0 0,0 1 0 0 0,0-1 0 0 0,0 0 0 0 0,-1 0 0 0 0,1 0 0 0 0,-1 0 0 0 0,6-7 0 0 0,-2 3 21 0 0,0-10 43 0 0,10 12-294 0 0,-18 6 217 0 0,1 1 0 0 0,-1-1 0 0 0,1 1 0 0 0,-1 0 0 0 0,1-1 0 0 0,-1 1 0 0 0,1-1 0 0 0,0 1-1 0 0,0-1 1 0 0,0 1 0 0 0,0-1 0 0 0,0 0 0 0 0,0 1 0 0 0,2 0 0 0 0,6 11 60 0 0,-3-2 10 0 0,1 0-6 0 0,-1 1 0 0 0,0 0 0 0 0,-1 0 0 0 0,5 17 1 0 0,-9-26-62 0 0,0 1 1 0 0,-1-1 0 0 0,1 1 0 0 0,-1 0 0 0 0,0-1 0 0 0,0 1 0 0 0,0 0 0 0 0,0-1 0 0 0,-1 1 0 0 0,1-1-1 0 0,-1 1 1 0 0,0 0 0 0 0,0-1 0 0 0,0 0 0 0 0,-1 1 0 0 0,1-1 0 0 0,-1 0 0 0 0,0 1 0 0 0,0-1-1 0 0,0 0 1 0 0,-3 2 0 0 0,-5 6 97 0 0,-1-2-1 0 0,0 1 1 0 0,-1-1-1 0 0,0-1 1 0 0,0 0-1 0 0,-1-1 1 0 0,1-1-1 0 0,-2 1 1 0 0,1-2-1 0 0,-1 0 1 0 0,0-1-1 0 0,0 0 1 0 0,-18 2-1 0 0,9-3-714 0 0,0 0 0 0 0,0-1-1 0 0,0-2 1 0 0,0 0 0 0 0,0-1-1 0 0,0-2 1 0 0,-32-7 0 0 0,25-3-3351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01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43 320 0 0,'-16'-10'3339'0'0,"-1"1"1"0"0,-35-14-1 0 0,133 32-791 0 0,101 19-3082 0 0,-149-31-396 0 0,-20-4-1214 0 0,-13 7 1957 0 0,0-1 1 0 0,0 1-1 0 0,1-1 0 0 0,-1 1 0 0 0,0-1 0 0 0,0 1 0 0 0,0-1 0 0 0,0 1 0 0 0,0-1 0 0 0,0 1 0 0 0,-1-1 0 0 0,1 1 0 0 0,0-1 0 0 0,0 1 0 0 0,0 0 0 0 0,0-1 0 0 0,-1 1 0 0 0,1-1 0 0 0,0 1 0 0 0,0-1 0 0 0,-1 1 0 0 0,1 0 0 0 0,0-1 0 0 0,0 1 0 0 0,-1 0 0 0 0,1-1 0 0 0,-1 1 0 0 0,1 0 0 0 0,0-1 0 0 0,-2 1 0 0 0,-16-10-2094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02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6 4002 0 0,'0'0'3682'0'0,"-22"0"-1441"0"0,22-5 0 0 0,22 5-2081 0 0,0 5-80 0 0,0-1 0 0 0,23 6 80 0 0,-23-5-80 0 0,22 4-240 0 0,1-4-561 0 0,-1-5-1199 0 0,-22 0-722 0 0,23 0-79 0 0,-23-5 240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06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1 566 240 0 0,'23'-11'1701'0'0,"-1"-2"0"0"0,0 0 0 0 0,27-24 1 0 0,-38 28-1234 0 0,-1-1 0 0 0,0 0 1 0 0,-1 0-1 0 0,0-1 0 0 0,-1-1 1 0 0,0 1-1 0 0,11-24 1 0 0,-13 22-278 0 0,1 0 1 0 0,1 0 0 0 0,0 1 0 0 0,1 0-1 0 0,0 0 1 0 0,1 1 0 0 0,22-19 0 0 0,-26 25-96 0 0,-5 5-78 0 0,0-1-1 0 0,0 0 1 0 0,0 1-1 0 0,0-1 1 0 0,0 0-1 0 0,0 0 0 0 0,0 0 1 0 0,0 0-1 0 0,0 0 1 0 0,-1 0-1 0 0,1 0 1 0 0,0 0-1 0 0,-1 0 0 0 0,1 0 1 0 0,0 0-1 0 0,-1-1 1 0 0,0 1-1 0 0,1 0 1 0 0,-1 0-1 0 0,0-1 0 0 0,1-1 1 0 0,-1 2-1 0 0,0 0 0 0 0,1 0 0 0 0,-1-1 0 0 0,1 1 0 0 0,-1 0 0 0 0,1 0 0 0 0,-1 0 0 0 0,1 0 0 0 0,0 0 0 0 0,0-1 0 0 0,-1 1 0 0 0,1 0 0 0 0,0 1-1 0 0,0-1 1 0 0,0 0 0 0 0,1-1 0 0 0,12-14 268 0 0,-7 7-165 0 0,0 1 0 0 0,1 0 0 0 0,-1 0 0 0 0,2 0-1 0 0,-1 1 1 0 0,1 0 0 0 0,19-11 0 0 0,0 0 95 0 0,11-7-56 0 0,25-19 16 0 0,-56 39-126 0 0,0-1 0 0 0,1 1 0 0 0,0 1-1 0 0,0 0 1 0 0,0 0 0 0 0,0 0 0 0 0,1 1 0 0 0,-1 1 0 0 0,1 0 0 0 0,0 0 0 0 0,0 1 0 0 0,0 0 0 0 0,0 0 0 0 0,15 2-1 0 0,-23-1-32 0 0,-1 0-1 0 0,0 0 1 0 0,0 1-1 0 0,0-1 0 0 0,0 0 1 0 0,0 0-1 0 0,0 1 1 0 0,0-1-1 0 0,1 0 0 0 0,-1 1 1 0 0,0-1-1 0 0,0 1 1 0 0,0 0-1 0 0,-1-1 0 0 0,1 1 1 0 0,1 1-1 0 0,-1-2 1 0 0,-1 1 0 0 0,0 0 1 0 0,1 0-1 0 0,-1 0 0 0 0,0 0 0 0 0,0 0 1 0 0,0 1-1 0 0,0-1 0 0 0,0 0 0 0 0,0 0 0 0 0,0 0 1 0 0,0 0-1 0 0,0 0 0 0 0,0 0 0 0 0,-1 0 1 0 0,1 0-1 0 0,0 0 0 0 0,-1 0 0 0 0,1 0 0 0 0,-1 0 1 0 0,1-1-1 0 0,-1 1 0 0 0,1 0 0 0 0,-2 1 0 0 0,-7 12 146 0 0,0-1 0 0 0,-1 0 0 0 0,-1-1 0 0 0,-23 22 0 0 0,-59 42 256 0 0,87-71-389 0 0,1-1-1 0 0,-1 0 1 0 0,0-1 0 0 0,0 1 0 0 0,0-1 0 0 0,0 0 0 0 0,-1-1 0 0 0,1 1 0 0 0,-1-1 0 0 0,0-1 0 0 0,-10 2 0 0 0,17-3-36 0 0,-1-1 1 0 0,1 0 0 0 0,-1 1 0 0 0,1-1-1 0 0,0 0 1 0 0,-1 1 0 0 0,1-1 0 0 0,0 0-1 0 0,0 1 1 0 0,0-1 0 0 0,-1 0 0 0 0,1 0 0 0 0,0 1-1 0 0,0-1 1 0 0,0 0 0 0 0,0 0 0 0 0,0 1-1 0 0,0-1 1 0 0,0 0 0 0 0,1 0 0 0 0,-1 1 0 0 0,0-1-1 0 0,0 0 1 0 0,1 0 0 0 0,-1 1 0 0 0,0-1-1 0 0,1 0 1 0 0,-1 1 0 0 0,1-2 0 0 0,32-13-61 0 0,-30 12 72 0 0,-1 0 0 0 0,1 1-1 0 0,0-1 1 0 0,-1 1 0 0 0,1 0 0 0 0,0 0-1 0 0,0 0 1 0 0,1 1 0 0 0,-1-1 0 0 0,0 1-1 0 0,0-1 1 0 0,1 1 0 0 0,5-1 0 0 0,0-1-4 0 0,0 1 0 0 0,1 0 0 0 0,-1 0 1 0 0,0 1-1 0 0,1 0 0 0 0,-1 1 0 0 0,1 0 0 0 0,0 1 1 0 0,-1 0-1 0 0,0 0 0 0 0,1 1 0 0 0,11 3 0 0 0,-16-3-2 0 0,0 0-1 0 0,0 0 0 0 0,0 0 0 0 0,0 1 0 0 0,-1-1 0 0 0,1 1 0 0 0,-1 0 0 0 0,0 1 0 0 0,1-1 0 0 0,-2 1 0 0 0,1 0 0 0 0,0 0 0 0 0,-1 0 1 0 0,1 0-1 0 0,-1 1 0 0 0,-1-1 0 0 0,1 1 0 0 0,-1 0 0 0 0,1-1 0 0 0,-1 1 0 0 0,2 10 0 0 0,-3-11 13 0 0,0 0-1 0 0,-1 0 1 0 0,0 0-1 0 0,0 0 1 0 0,0 0 0 0 0,0 0-1 0 0,0 0 1 0 0,-1 0-1 0 0,0 0 1 0 0,0 0-1 0 0,0 0 1 0 0,0 0 0 0 0,-1 0-1 0 0,0-1 1 0 0,1 1-1 0 0,-1-1 1 0 0,-4 7-1 0 0,-3 0 45 0 0,0 1-1 0 0,0-1 1 0 0,-18 14-1 0 0,16-14 18 0 0,2-1 70 0 0,-1-2 0 0 0,1 1 0 0 0,-1-1 0 0 0,-1-1 0 0 0,0 1 0 0 0,1-2 0 0 0,-24 9 0 0 0,5-2 163 0 0,24-10-286 0 0,0 0-1 0 0,0 0 1 0 0,-1-1 0 0 0,1 0 0 0 0,0 0-1 0 0,-1 0 1 0 0,1 0 0 0 0,0-1-1 0 0,-1 0 1 0 0,1 0 0 0 0,-8-1 0 0 0,3-1-410 0 0,0-1 0 0 0,0 0 1 0 0,0-1-1 0 0,-10-5 1 0 0,-4-2-1390 0 0,20 10 1417 0 0,3 1 240 0 0,0 0 1 0 0,0-1-1 0 0,1 1 1 0 0,-1 0-1 0 0,0-1 1 0 0,0 1-1 0 0,0 0 1 0 0,0-1-1 0 0,0 1 1 0 0,0-1-1 0 0,1 0 1 0 0,-1 1-1 0 0,0-1 1 0 0,0 0-1 0 0,1 1 1 0 0,-1-1-1 0 0,0 0 1 0 0,1 0-1 0 0,-1 1 0 0 0,1-1 1 0 0,-1 0-1 0 0,1 0 1 0 0,0 0-1 0 0,-1 0 1 0 0,1-1-1 0 0,-18 2-2748 0 0,17 0 2234 0 0,-6 6-2404 0 0,-12 6-1001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07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0 192 1201 0 0,'6'-1'903'0'0,"7"-3"475"0"0,-9-4 2917 0 0,18 1 3935 0 0,-2-1-7982 0 0,0 0 0 0 0,0 0 0 0 0,1 2 0 0 0,0 1 0 0 0,24-3 0 0 0,119-7 1155 0 0,-142 13-1186 0 0,45 0 268 0 0,-1 3 0 0 0,104 14-1 0 0,-128-6-287 0 0,-29-6-150 0 0,1 0 1 0 0,-1-1-1 0 0,1-1 0 0 0,0 0 0 0 0,13 0 1 0 0,-8-1-35 0 0,-19-1-8 0 0,0 1 0 0 0,0 0 0 0 0,1 0-1 0 0,-1 0 1 0 0,0 0 0 0 0,0 0 0 0 0,0 0 0 0 0,1 0 0 0 0,-1 0 0 0 0,0 0 0 0 0,0-1-1 0 0,0 1 1 0 0,0 0 0 0 0,1 0 0 0 0,-1 0 0 0 0,0 0 0 0 0,0 0 0 0 0,0-1-1 0 0,0 1 1 0 0,0 0 0 0 0,0 0 0 0 0,1 0 0 0 0,-1-1 0 0 0,0 1 0 0 0,0 0 0 0 0,0 0-1 0 0,0 0 1 0 0,0-1 0 0 0,0 1 0 0 0,0 0 0 0 0,0 0 0 0 0,0-1 0 0 0,0 1 0 0 0,0 0-1 0 0,0 0 1 0 0,0 0 0 0 0,0-1 0 0 0,0 1 0 0 0,0 0 0 0 0,0 0 0 0 0,0 0-1 0 0,-1-1 1 0 0,1 1 0 0 0,0 0 0 0 0,0 0 0 0 0,0 0 0 0 0,0-1 0 0 0,0 1 0 0 0,0 0-1 0 0,-1 0 1 0 0,1 0 0 0 0,0 0 0 0 0,0 0 0 0 0,0-1 0 0 0,0 1 0 0 0,-1 0 0 0 0,1 0-1 0 0,0 0 1 0 0,0 0 0 0 0,0 0 0 0 0,-1 0 0 0 0,1 0 0 0 0,-39-16 372 0 0,2 1 88 0 0,-43-12 0 0 0,-6 7 162 0 0,-90-28 253 0 0,143 39-733 0 0,32 9-240 0 0,0 0-1 0 0,0 0 0 0 0,0 0 1 0 0,0 0-1 0 0,0 0 1 0 0,0 0-1 0 0,0 0 0 0 0,0 0 1 0 0,0 0-1 0 0,0 0 1 0 0,0 0-1 0 0,0 0 0 0 0,0 1 1 0 0,0-1-1 0 0,0 0 1 0 0,0 1-1 0 0,0-1 0 0 0,0 1 1 0 0,-1 0-1 0 0,0-1-835 0 0,62 22-12130 0 0,-38-17 9270 0 0,0 0 548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08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1 960 0 0,'-22'8'2802'0'0,"-23"10"1280"0"0,-44 6-801 0 0,0 0-2481 0 0,45-1-880 0 0,-1-4-160 0 0,23 0 0 0 0,22 0-720 0 0,0-1-2082 0 0,22-8-3601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10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85 2961 0 0,'-5'-1'4629'0'0,"4"2"-4552"0"0,1-1 1 0 0,-1 0-1 0 0,0 0 1 0 0,0 0-1 0 0,0 1 1 0 0,0-1-1 0 0,1 0 1 0 0,-1 1-1 0 0,0-1 1 0 0,0 1-1 0 0,1-1 1 0 0,-1 1-1 0 0,0-1 1 0 0,1 1-1 0 0,-1-1 1 0 0,0 1-1 0 0,1 0 1 0 0,-1-1-1 0 0,1 1 0 0 0,-1 0 1 0 0,1 0-1 0 0,-1-1 1 0 0,1 1-1 0 0,0 0 1 0 0,-1 1-1 0 0,1-1 83 0 0,0-34 334 0 0,0 32-488 0 0,0 1 0 0 0,0-1 1 0 0,0 1-1 0 0,0 0 0 0 0,0-1 0 0 0,0 1 1 0 0,1 0-1 0 0,-1-1 0 0 0,0 1 0 0 0,0 0 1 0 0,0 0-1 0 0,0-1 0 0 0,1 1 0 0 0,-1 0 0 0 0,0-1 1 0 0,0 1-1 0 0,1 0 0 0 0,-1 0 0 0 0,0-1 1 0 0,0 1-1 0 0,1 0 0 0 0,-1 0 0 0 0,0 0 1 0 0,1 0-1 0 0,-1-1 0 0 0,0 1 0 0 0,1 0 0 0 0,-1 0 1 0 0,0 0-1 0 0,1 0 0 0 0,-1 0 0 0 0,0 0 1 0 0,1 0-1 0 0,-1 0 0 0 0,0 0 0 0 0,1 0 0 0 0,0 0 1 0 0,-1 0 2 0 0,1 0 1 0 0,-1 0-1 0 0,1 0 0 0 0,-1 0 1 0 0,1 0-1 0 0,-1 0 1 0 0,1 0-1 0 0,-1 0 1 0 0,0 0-1 0 0,1-1 0 0 0,-1 1 1 0 0,1 0-1 0 0,-1 0 1 0 0,1 0-1 0 0,-1-1 0 0 0,0 1 1 0 0,1 0-1 0 0,-1 0 1 0 0,1-1-1 0 0,-1 1 1 0 0,0 0-1 0 0,1-1 0 0 0,-1 1 1 0 0,0 0-1 0 0,0-1 1 0 0,1 1-1 0 0,-1-1 1 0 0,0 1-1 0 0,0 0 0 0 0,0-1 1 0 0,1 1-1 0 0,-1-1 1 0 0,0 1-1 0 0,0-1 1 0 0,0 1-1 0 0,0-1 0 0 0,0 1 1 0 0,0-1-1 0 0,0 0 1 0 0,0 1-7 0 0,0 0 1 0 0,0-1 0 0 0,0 1 0 0 0,1 0 0 0 0,-1-1-1 0 0,0 1 1 0 0,0 0 0 0 0,0 0 0 0 0,0-1-1 0 0,0 1 1 0 0,1 0 0 0 0,-1-1 0 0 0,0 1 0 0 0,0 0-1 0 0,1 0 1 0 0,-1-1 0 0 0,0 1 0 0 0,0 0 0 0 0,1 0-1 0 0,-1 0 1 0 0,0-1 0 0 0,1 1 0 0 0,-1 0-1 0 0,0 0 1 0 0,0 0 0 0 0,1 0 0 0 0,-1 0 0 0 0,0 0-1 0 0,1 0 1 0 0,-1-1 0 0 0,0 1 0 0 0,1 0 0 0 0,-1 0-1 0 0,1 0 1 0 0,-1 1 0 0 0,1-1 0 0 0,-1 0-28 0 0,1 0 0 0 0,-1 0 0 0 0,1 0 1 0 0,-1 0-1 0 0,1 0 0 0 0,-1 0 0 0 0,1-1 0 0 0,-1 1 1 0 0,0 0-1 0 0,1 0 0 0 0,-1 0 0 0 0,1 0 1 0 0,-1-1-1 0 0,1 1 0 0 0,-1 0 0 0 0,1 0 1 0 0,-1-1-1 0 0,0 1 0 0 0,1 0 0 0 0,-1-1 0 0 0,0 1 1 0 0,1 0-1 0 0,-1-1 0 0 0,0 1 0 0 0,1 0 1 0 0,-1-1-1 0 0,0 1 0 0 0,0-1 0 0 0,1 1 1 0 0,-1-1-1 0 0,0 1 0 0 0,0-1 0 0 0,0 1 0 0 0,0-1 1 0 0,0 1-1 0 0,0 0 0 0 0,0-1 0 0 0,0 0 1 0 0,0 0-42 0 0,1 1 1 0 0,-1 0 0 0 0,0-1 0 0 0,0 1 0 0 0,0 0 0 0 0,0-1 0 0 0,0 1 0 0 0,1 0 0 0 0,-1-1-1 0 0,0 1 1 0 0,0 0 0 0 0,1-1 0 0 0,-1 1 0 0 0,0 0 0 0 0,0-1 0 0 0,1 1 0 0 0,-1 0-1 0 0,0 0 1 0 0,1 0 0 0 0,-1-1 0 0 0,0 1 0 0 0,1 0 0 0 0,-1 0 0 0 0,0 0 0 0 0,1 0-1 0 0,-1 0 1 0 0,1 0 0 0 0,-1-1 0 0 0,0 1 0 0 0,1 0 0 0 0,0 0 0 0 0,4-3-899 0 0,-10 0-70 0 0,5 3 920 0 0,-1 0 0 0 0,1 0 0 0 0,-1 0 0 0 0,1-1 0 0 0,-1 1 0 0 0,1 0 0 0 0,-1 0 0 0 0,1 0 0 0 0,0 0 0 0 0,-1-1 0 0 0,1 1 0 0 0,0 0 0 0 0,-1-1 0 0 0,1 1 0 0 0,-1 0 0 0 0,1-1 0 0 0,0 1 0 0 0,0 0 0 0 0,-1-1 0 0 0,1 1 0 0 0,0 0 0 0 0,0-1 0 0 0,-1 1 0 0 0,1-1 0 0 0,0 1 0 0 0,0 0 0 0 0,0-1 0 0 0,0 1 0 0 0,0-1 0 0 0,-1 0 0 0 0,1-3-1941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11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468 1 240 0 0,'14'-1'8831'0'0,"-25"3"-8320"0"0,9-2-464 0 0,0 1 0 0 0,1-1 0 0 0,-1 0 0 0 0,0 1-1 0 0,0 0 1 0 0,1-1 0 0 0,-1 1 0 0 0,0 0-1 0 0,1 0 1 0 0,-1 0 0 0 0,1 0 0 0 0,-1 0 0 0 0,1 0-1 0 0,-1 1 1 0 0,1-1 0 0 0,0 0 0 0 0,0 1-1 0 0,0-1 1 0 0,0 1 0 0 0,-2 2 0 0 0,-7 8 9 0 0,2-3-21 0 0,1 0 0 0 0,-1 1 0 0 0,2 0 0 0 0,-1 0 1 0 0,-6 17-1 0 0,-24 72 336 0 0,-15 36-75 0 0,-88 113-304 0 0,128-228-51 0 0,-40 67-741 0 0,-3-17-1548 0 0,48-61 1257 0 0,1 1 1 0 0,0-1-1 0 0,-5 13 1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11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26 1761 0 0,'36'-23'3548'0'0,"-18"21"-791"0"0,-18 2-2749 0 0,0 0 1 0 0,0 0 0 0 0,0 0 0 0 0,0 0 0 0 0,1 0-1 0 0,-1 0 1 0 0,0 0 0 0 0,0 0 0 0 0,0 0 0 0 0,1 0 0 0 0,-1 0-1 0 0,0 0 1 0 0,0 0 0 0 0,0 0 0 0 0,1 0 0 0 0,-1 0 0 0 0,0 0-1 0 0,0 0 1 0 0,0 0 0 0 0,0 0 0 0 0,1 0 0 0 0,-1 1 0 0 0,0-1-1 0 0,0 0 1 0 0,0 0 0 0 0,0 0 0 0 0,1 0 0 0 0,-1 0 0 0 0,0 0-1 0 0,0 1 1 0 0,0-1 0 0 0,0 0 0 0 0,0 0 0 0 0,0 0 0 0 0,0 0-1 0 0,1 1 1 0 0,-1-1 0 0 0,0 0 0 0 0,0 0 0 0 0,0 0 0 0 0,0 0-1 0 0,0 1 1 0 0,0-1 0 0 0,0 0 0 0 0,0 0 0 0 0,0 0 0 0 0,0 1-1 0 0,0-1 1 0 0,0 0 0 0 0,0 0 0 0 0,0 0 0 0 0,0 1-1 0 0,0-1 1 0 0,0 0 0 0 0,0 0 0 0 0,-1 0 0 0 0,1 0 0 0 0,0 1-1 0 0,0-1 1 0 0,0 0 0 0 0,0 0 0 0 0,0 0 0 0 0,-1 1 0 0 0,-5 7 114 0 0,0 0 1 0 0,0 1 0 0 0,0 0 0 0 0,1 0 0 0 0,-6 16-1 0 0,-12 21 242 0 0,5-15-160 0 0,-29 54 377 0 0,47-84-582 0 0,-17 34 382 0 0,1 1 1 0 0,-14 53-1 0 0,-51 144 1201 0 0,10-32 249 0 0,26-8-738 0 0,44-187-1229 0 0,0 1 0 0 0,1 0 0 0 0,-1 0 0 0 0,2 10 0 0 0,-1-16 12 0 0,0 0 0 0 0,0 1 0 0 0,1-1 0 0 0,-1 0 0 0 0,0 0 0 0 0,0 0 0 0 0,1 0 0 0 0,-1 1 0 0 0,1-1 0 0 0,-1 0 0 0 0,1 0 0 0 0,-1 0 0 0 0,1 0 0 0 0,0 0 0 0 0,0 0 0 0 0,-1 0 0 0 0,1 0 0 0 0,0-1 0 0 0,0 1 0 0 0,0 0 0 0 0,0 0 0 0 0,0-1 0 0 0,0 1 0 0 0,0 0 0 0 0,0-1 0 0 0,0 1 0 0 0,0-1 0 0 0,2 1 0 0 0,-1-1-371 0 0,-1 0-1 0 0,1 0 1 0 0,0 0 0 0 0,-1 0-1 0 0,1-1 1 0 0,0 1 0 0 0,-1-1 0 0 0,1 1-1 0 0,-1-1 1 0 0,1 1 0 0 0,2-2-1 0 0,-4 2 491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12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0 240 0 0,'-45'19'881'0'0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13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2001 0 0,'1'0'244'0'0,"0"-1"0"0"0,-1 1-1 0 0,1-1 1 0 0,0 1 0 0 0,-1-1 0 0 0,1 1 0 0 0,0-1 0 0 0,0 1 0 0 0,0 0-1 0 0,-1-1 1 0 0,1 1 0 0 0,0 0 0 0 0,0 0 0 0 0,0-1 0 0 0,-1 1 0 0 0,1 0-1 0 0,0 0 1 0 0,0 0 0 0 0,0 0 0 0 0,0 0 0 0 0,1 1 0 0 0,24 1 4249 0 0,-5 4-4105 0 0,0 0 0 0 0,-1 2 1 0 0,0 0-1 0 0,0 1 0 0 0,-1 1 1 0 0,0 1-1 0 0,0 1 0 0 0,22 19 1 0 0,-36-28-344 0 0,0 1-1 0 0,-1 1 1 0 0,1-1 0 0 0,-1 0 0 0 0,0 1 0 0 0,0 0 0 0 0,-1 0 0 0 0,1 0 0 0 0,-1 1-1 0 0,4 9 1 0 0,-1-7-200 0 0,-5-8 106 0 0,0 1 1 0 0,0-1-1 0 0,-1 1 1 0 0,1-1-1 0 0,0 1 1 0 0,-1 0-1 0 0,1-1 1 0 0,0 1-1 0 0,-1 0 1 0 0,1 0-1 0 0,-1 0 1 0 0,1-1-1 0 0,-1 1 1 0 0,0 0-1 0 0,1 0 1 0 0,-1 0-1 0 0,0 0 1 0 0,0 0-1 0 0,0-1 1 0 0,1 1-1 0 0,-1 0 1 0 0,0 0-1 0 0,0 0 1 0 0,0 0-1 0 0,0 0 1 0 0,0 0-1 0 0,-1 0 1 0 0,1 0-1 0 0,0 0 1 0 0,0-1-1 0 0,-1 2 1 0 0,-1 2-186 0 0,-1 1-504 0 0,-1-1 1 0 0,1 1-1 0 0,-1 0 0 0 0,1-1 0 0 0,-1 0 0 0 0,-1 0 0 0 0,-8 7 1 0 0,-9-1-3105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13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0 342 80 0 0,'23'-4'2001'0'0,"-23"-6"80"0"0,22 2-80 0 0,-22-6-240 0 0,44-6-241 0 0,-21-3-319 0 0,43-9-241 0 0,23-21-159 0 0,18-8-481 0 0,-41 19-880 0 0,1 9-641 0 0,-22 11-960 0 0,-1 2-3121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16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30 1281 0 0,'11'-4'1359'0'0,"15"-5"494"0"0,-26 9-1648 0 0,1-1-1 0 0,-1 1 0 0 0,1 0 1 0 0,-1-1-1 0 0,1 1 1 0 0,-1 0-1 0 0,0-1 1 0 0,1 1-1 0 0,-1-1 1 0 0,1 1-1 0 0,-1-1 0 0 0,0 1 1 0 0,1 0-1 0 0,-1-1 1 0 0,0 0-1 0 0,0 1 1 0 0,0-1-1 0 0,1 1 0 0 0,-1-1 1 0 0,0 1-1 0 0,0-2 1 0 0,0 1-156 0 0,-1 1 0 0 0,0-1 0 0 0,1 1 0 0 0,-1-1 0 0 0,0 1 0 0 0,1 0 0 0 0,-1-1 1 0 0,0 1-1 0 0,1 0 0 0 0,-1-1 0 0 0,0 1 0 0 0,0 0 0 0 0,0 0 0 0 0,1-1 0 0 0,-1 1 0 0 0,0 0 0 0 0,0 0 0 0 0,0 0 1 0 0,1 0-1 0 0,-1 0 0 0 0,0 0 0 0 0,-1 1 0 0 0,-28 0 222 0 0,13 1-217 0 0,0 0-1 0 0,1 1 0 0 0,-1 1 1 0 0,1 1-1 0 0,0 0 1 0 0,0 1-1 0 0,0 0 0 0 0,1 1 1 0 0,0 1-1 0 0,0 1 0 0 0,1 0 1 0 0,0 1-1 0 0,-19 18 0 0 0,30-26-30 0 0,1 1 0 0 0,-1 1 0 0 0,1-1 0 0 0,0 0 0 0 0,0 0 0 0 0,0 1 1 0 0,0-1-1 0 0,0 1 0 0 0,1 0 0 0 0,0 0 0 0 0,-1-1 0 0 0,1 1 0 0 0,1 0 0 0 0,-1 0 0 0 0,1 0 0 0 0,-1 0 0 0 0,1 0 0 0 0,0 0 0 0 0,1 0 0 0 0,-1 0 0 0 0,1 0 0 0 0,-1 0 0 0 0,1 0 0 0 0,0-1 0 0 0,1 1 0 0 0,-1 0 0 0 0,1-1 0 0 0,0 1 0 0 0,-1-1 0 0 0,2 1 0 0 0,-1-1 0 0 0,0 0 0 0 0,1 1 0 0 0,-1-2 0 0 0,1 1 0 0 0,0 0 0 0 0,0 0 0 0 0,0-1 0 0 0,7 5 0 0 0,-2-3 9 0 0,0 1 0 0 0,1-1-1 0 0,0 0 1 0 0,0-1 0 0 0,1 0 0 0 0,-1-1 0 0 0,0 0 0 0 0,1 0 0 0 0,-1-1 0 0 0,1 0-1 0 0,0-1 1 0 0,-1 0 0 0 0,1 0 0 0 0,0-1 0 0 0,-1 0 0 0 0,1-1 0 0 0,9-3-1 0 0,-8 3 62 0 0,-1-1-1 0 0,0 0 0 0 0,-1-1 1 0 0,1 0-1 0 0,0 0 1 0 0,-1-1-1 0 0,0 0 0 0 0,0 0 1 0 0,-1-1-1 0 0,1-1 0 0 0,-1 1 1 0 0,13-15-1 0 0,1-1 55 0 0,-12 13-103 0 0,-1 0 1 0 0,1-1-1 0 0,-2 0 1 0 0,1 0-1 0 0,-1-1 1 0 0,-1 0-1 0 0,0-1 0 0 0,7-15 1 0 0,-14 26-44 0 0,1 0 0 0 0,-1 0 0 0 0,0-1 0 0 0,1 1 0 0 0,-1-1 0 0 0,0 1 0 0 0,0 0 0 0 0,0-1 0 0 0,0 1 0 0 0,0 0 0 0 0,0-1 0 0 0,0 1 0 0 0,-1-1 0 0 0,1 1 0 0 0,0 0 0 0 0,-1-1 0 0 0,1 1 0 0 0,-1 0 0 0 0,1 0 0 0 0,-1-1 0 0 0,0 1 0 0 0,0 0 0 0 0,1 0 0 0 0,-1 0 0 0 0,0 0 0 0 0,0 0 0 0 0,0 0 1 0 0,0 0-1 0 0,-1-1 0 0 0,-2-2 8 0 0,3 3-7 0 0,0 0 0 0 0,-1 1 1 0 0,1-1-1 0 0,0 0 0 0 0,0 0 0 0 0,-1 1 0 0 0,1-1 1 0 0,0 1-1 0 0,-1-1 0 0 0,1 1 0 0 0,0 0 0 0 0,-1-1 1 0 0,1 1-1 0 0,-1 0 0 0 0,1 0 0 0 0,0 0 1 0 0,-1 0-1 0 0,1 0 0 0 0,-1 0 0 0 0,1 1 0 0 0,-1-1 1 0 0,1 0-1 0 0,0 1 0 0 0,-1-1 0 0 0,1 1 0 0 0,-2 0 1 0 0,-7 2 4 0 0,5-2 21 0 0,1 0-1 0 0,-1 1 1 0 0,1-1 0 0 0,0 1 0 0 0,0 0 0 0 0,-1 0 0 0 0,1 0 0 0 0,1 1-1 0 0,-1 0 1 0 0,0-1 0 0 0,1 1 0 0 0,-1 1 0 0 0,-4 5 0 0 0,0-1 104 0 0,1 2 1 0 0,0-1-1 0 0,-10 18 1 0 0,14-19-51 0 0,1 0 1 0 0,0 1-1 0 0,0-1 0 0 0,1 1 0 0 0,0-1 0 0 0,1 1 1 0 0,0-1-1 0 0,0 1 0 0 0,2 12 0 0 0,0 11 283 0 0,-2-22-228 0 0,-1 1 0 0 0,-1-1 0 0 0,1 0 0 0 0,-1 0-1 0 0,-1 0 1 0 0,0 0 0 0 0,-6 12 0 0 0,-4 7 424 0 0,-19 27 0 0 0,13-24-177 0 0,6-10-193 0 0,-2 6 138 0 0,-1-1 0 0 0,-1 0 1 0 0,-37 42-1 0 0,14-38-2052 0 0,17-15-1116 0 0,23-16 2744 0 0,0 0 1 0 0,0 0 0 0 0,1 0 0 0 0,-1 0-1 0 0,0 0 1 0 0,0 0 0 0 0,0 0 0 0 0,0 0-1 0 0,1 0 1 0 0,-1 0 0 0 0,0 0 0 0 0,0 0-1 0 0,0 0 1 0 0,0 0 0 0 0,0 0-1 0 0,1 0 1 0 0,-1 0 0 0 0,0 0 0 0 0,0 0-1 0 0,0 0 1 0 0,0 0 0 0 0,0 0 0 0 0,1 0-1 0 0,-1 1 1 0 0,0-1 0 0 0,0 0 0 0 0,0 0-1 0 0,0 0 1 0 0,0 0 0 0 0,0 0-1 0 0,0 0 1 0 0,0 1 0 0 0,0-1 0 0 0,1 0-1 0 0,-1 0 1 0 0,0 0 0 0 0,0 0 0 0 0,0 0-1 0 0,0 1 1 0 0,0-1 0 0 0,0 0 0 0 0,0 0-1 0 0,0 0 1 0 0,0 0 0 0 0,0 0 0 0 0,0 1-1 0 0,0-1 1 0 0,0 0 0 0 0,0 0-1 0 0,0 0 1 0 0,0 0 0 0 0,-1 1 0 0 0,1-1-1 0 0,0 0 1 0 0,0 0 0 0 0,0 0 0 0 0,0 0-1 0 0,0 0 1 0 0,0 1 0 0 0,37-7-6949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16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1681 0 0,'0'0'93'0'0,"0"0"0"0"0,0 0 0 0 0,0 1 0 0 0,0-1 0 0 0,-1 0 0 0 0,1 0-1 0 0,0 0 1 0 0,0 0 0 0 0,0 0 0 0 0,0 0 0 0 0,0 1 0 0 0,0-1 0 0 0,0 0 0 0 0,0 0 0 0 0,0 0 0 0 0,0 0 0 0 0,0 0 0 0 0,0 0 0 0 0,0 1 0 0 0,0-1 0 0 0,0 0 0 0 0,0 0 0 0 0,0 0 0 0 0,0 0 0 0 0,0 0 0 0 0,0 1 0 0 0,0-1 0 0 0,0 0 0 0 0,0 0 0 0 0,0 0 0 0 0,1 0-1 0 0,-1 0 1 0 0,0 0 0 0 0,0 0 0 0 0,0 1 0 0 0,0-1 0 0 0,0 0 0 0 0,0 0 0 0 0,0 0 0 0 0,0 0 0 0 0,1 0 0 0 0,-1 0 0 0 0,0 0 0 0 0,0 0 0 0 0,0 0 0 0 0,0 0 0 0 0,0 0 0 0 0,0 0 0 0 0,1 0 0 0 0,-1 0 0 0 0,0 0 0 0 0,0 0 0 0 0,0 0 0 0 0,0 0 0 0 0,0 0-1 0 0,0 0 1 0 0,1 0 0 0 0,-1 0 0 0 0,0 0 0 0 0,0 0 0 0 0,0 0 0 0 0,0 0 0 0 0,1 0 0 0 0,-1 0-19 0 0,1 0 1 0 0,0 0-1 0 0,0 0 0 0 0,0 1 1 0 0,-1-1-1 0 0,1 0 0 0 0,0 0 1 0 0,0 1-1 0 0,-1-1 0 0 0,1 1 1 0 0,0-1-1 0 0,0 0 0 0 0,-1 1 1 0 0,1-1-1 0 0,0 1 0 0 0,-1-1 1 0 0,1 1-1 0 0,-1 0 0 0 0,1-1 1 0 0,0 2-1 0 0,10 10 806 0 0,2 0-463 0 0,1 0-1 0 0,1-1 1 0 0,28 16-1 0 0,-22-14-8 0 0,36 28-1 0 0,-28-15 93 0 0,100 95 2135 0 0,-109-98-2515 0 0,1-2 0 0 0,1 0 0 0 0,45 32 0 0 0,-68-53-207 0 0,1 0-1 0 0,0 0 1 0 0,0 1-1 0 0,0-1 1 0 0,0 0-1 0 0,-1 0 1 0 0,1 0-1 0 0,0 0 1 0 0,0 1-1 0 0,-1-1 1 0 0,1 0-1 0 0,0 0 1 0 0,0 0-1 0 0,-1 0 1 0 0,1 0-1 0 0,0 0 1 0 0,0 0-1 0 0,-1 0 1 0 0,1 0-1 0 0,0 0 1 0 0,0 0-1 0 0,-1 0 1 0 0,1 0-1 0 0,0 0 1 0 0,0 0-1 0 0,-1 0 1 0 0,1 0-1 0 0,0 0 1 0 0,-1 0-1 0 0,1 0 1 0 0,0 0-1 0 0,0 0 1 0 0,-1 0-1 0 0,1 0 1 0 0,0-1-1 0 0,0 1 1 0 0,0 0-1 0 0,-1 0 1 0 0,1 0-1 0 0,0 0 1 0 0,0-1-1 0 0,0 1 1 0 0,-1 0-1 0 0,1 0 1 0 0,0-1-1 0 0,0 1 1 0 0,0 0-1 0 0,0 0 1 0 0,0-1-1 0 0,2-11-1663 0 0,-2 10 1584 0 0,0 1 1 0 0,1-1-1 0 0,-1 1 0 0 0,0 0 0 0 0,0-1 0 0 0,0 1 0 0 0,0-1 0 0 0,0 1 0 0 0,0 0 1 0 0,0-1-1 0 0,-1 1 0 0 0,1 0 0 0 0,0-1 0 0 0,-1 1 0 0 0,1 0 0 0 0,-1-1 0 0 0,0 1 1 0 0,1 0-1 0 0,-1 0 0 0 0,0-1 0 0 0,0 1 0 0 0,0 0 0 0 0,0 0 0 0 0,-1-1 0 0 0,-20-30-3701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17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1 281 2481 0 0,'0'-5'2561'0'0,"22"5"-320"0"0,0-8-400 0 0,-4-2-400 0 0,26-14-401 0 0,68-31-79 0 0,-1-20-321 0 0,-45 32-880 0 0,-43 15-1361 0 0,21-4-3361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9:59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1767 150 640 0 0,'-23'-1'1628'0'0,"0"-1"-1"0"0,-35-8 1 0 0,59 9-1588 0 0,-1 1 0 0 0,0-1 0 0 0,0 1 0 0 0,0-1 0 0 0,1 1 0 0 0,-1-1 0 0 0,0 1 0 0 0,1-1 0 0 0,-1 1 0 0 0,0 0 0 0 0,1-1 0 0 0,-1 1 0 0 0,0-1 0 0 0,1 1 0 0 0,-1 0 0 0 0,1-1 0 0 0,-1 1 1 0 0,1 0-1 0 0,-1 0 0 0 0,1-1 0 0 0,-1 1 0 0 0,1 0 0 0 0,-1 0 0 0 0,1 0 0 0 0,-1 0 0 0 0,1-1 0 0 0,-1 1 0 0 0,1 0 0 0 0,0 0 0 0 0,0 0 0 0 0,26-9 79 0 0,10 4 375 0 0,-33 5-94 0 0,14 0 454 0 0,-22 0-791 0 0,-31 0 556 0 0,34 0-602 0 0,0 0 0 0 0,0 0-1 0 0,0 0 1 0 0,0 0-1 0 0,0-1 1 0 0,0 1 0 0 0,0 0-1 0 0,0 0 1 0 0,0-1-1 0 0,0 1 1 0 0,0 0 0 0 0,1-1-1 0 0,-1 1 1 0 0,0-1-1 0 0,0 1 1 0 0,0-1 0 0 0,1 0-1 0 0,-1 1 1 0 0,0-1-1 0 0,1 0 1 0 0,-1 1 0 0 0,0-1-1 0 0,1 0 1 0 0,-1 0-1 0 0,1 0 1 0 0,-1 1 0 0 0,1-1-1 0 0,0 0 1 0 0,-1 0-1 0 0,1 0 1 0 0,-1-1 0 0 0,1 1-14 0 0,0 1 0 0 0,0-1 0 0 0,0 1 0 0 0,-1-1 1 0 0,1 1-1 0 0,0-1 0 0 0,0 1 0 0 0,-1 0 1 0 0,1-1-1 0 0,0 1 0 0 0,-1-1 0 0 0,1 1 1 0 0,-1 0-1 0 0,1-1 0 0 0,0 1 0 0 0,-1 0 1 0 0,1 0-1 0 0,-1-1 0 0 0,1 1 0 0 0,-1 0 1 0 0,1 0-1 0 0,-1 0 0 0 0,1 0 0 0 0,-1-1 0 0 0,0 1 1 0 0,-7-1-8 0 0,-4-2 4 0 0,0 0 0 0 0,-1 1 0 0 0,1 0 0 0 0,-1 1 0 0 0,1 1 0 0 0,-1 0 0 0 0,-14 2 0 0 0,-4 0-12 0 0,1 0 69 0 0,-1 0 0 0 0,0 2 0 0 0,1 1 0 0 0,-1 2 0 0 0,1 1-1 0 0,-45 18 1 0 0,45-13-25 0 0,-49 13 0 0 0,51-18-13 0 0,0 2 0 0 0,-47 22-1 0 0,33-12 60 0 0,-50 18 0 0 0,-15 6 47 0 0,10-2-109 0 0,50-22-18 0 0,-49 27 1 0 0,52-16 68 0 0,25-23-54 0 0,23-5-13 0 0,10 3 0 0 0,-13-6 0 0 0,-1 0 0 0 0,0 1 0 0 0,0-1 0 0 0,0 0 0 0 0,1 0 0 0 0,-1 1 0 0 0,0-1 0 0 0,0 0 0 0 0,0 0 0 0 0,0 1 0 0 0,0-1 0 0 0,1 0 0 0 0,-1 0 0 0 0,0 1 0 0 0,0-1 0 0 0,0 0 0 0 0,0 0 0 0 0,0 1 0 0 0,0-1 0 0 0,0 0 0 0 0,0 1 0 0 0,0-1 0 0 0,0 0 0 0 0,0 0 0 0 0,0 1 0 0 0,0-1 0 0 0,0 0 0 0 0,-1 0 0 0 0,1 1 0 0 0,0-1 0 0 0,0 0 0 0 0,0 0 0 0 0,0 1 0 0 0,0-1 0 0 0,-1 0 0 0 0,1 0 0 0 0,0 1 0 0 0,0-1 0 0 0,0 0 0 0 0,-1 0 0 0 0,1 0 0 0 0,0 0 0 0 0,0 1 0 0 0,0-1 0 0 0,-1 0 0 0 0,1 0 0 0 0,0 0 0 0 0,0 0 0 0 0,-1 0 0 0 0,1 0 0 0 0,0 0 0 0 0,-1 1 0 0 0,-5 2 0 0 0,5-3 0 0 0,0 0 0 0 0,1 0 0 0 0,-1 0 0 0 0,1 0 0 0 0,-1 1 0 0 0,0-1 0 0 0,1 0 0 0 0,-1 1 0 0 0,1-1 0 0 0,-1 0 0 0 0,1 1 0 0 0,-1-1 0 0 0,1 1 0 0 0,-1-1 0 0 0,1 1 0 0 0,0-1 0 0 0,-1 1 0 0 0,1-1 0 0 0,-1 1 0 0 0,1-1 0 0 0,0 1 0 0 0,0-1 0 0 0,-1 1 0 0 0,1 0 0 0 0,0-1 0 0 0,0 1 0 0 0,0-1 0 0 0,0 1 0 0 0,0 0 0 0 0,0-1 0 0 0,0 2 0 0 0,0-1 0 0 0,0-1 0 0 0,0 1 0 0 0,0-1 0 0 0,-1 1 0 0 0,1 0 0 0 0,0-1 0 0 0,0 1 0 0 0,0-1 0 0 0,0 1 0 0 0,0-1 0 0 0,-1 1 0 0 0,1-1 0 0 0,0 1 0 0 0,-1-1 0 0 0,1 1 0 0 0,0-1 0 0 0,-1 1 0 0 0,1-1 0 0 0,0 0 0 0 0,-1 1 0 0 0,1-1 0 0 0,-1 1 0 0 0,1-1 0 0 0,-1 0 0 0 0,0 1 0 0 0,-23 16 0 0 0,-100 80 0 0 0,-32 34 80 0 0,129-109-48 0 0,22-18-25 0 0,-1 0 0 0 0,0 0 0 0 0,1 1 0 0 0,-8 9 0 0 0,1 5-94 0 0,8-13 90 0 0,0 0 1 0 0,0 1-1 0 0,0-2 0 0 0,-1 1 1 0 0,-11 10-1 0 0,14-15-3 0 0,0 1 0 0 0,1 0 0 0 0,-1-1 0 0 0,0 1 0 0 0,1 0 0 0 0,-1 0 0 0 0,1 0 0 0 0,-1 0 0 0 0,1 0 0 0 0,0 1 0 0 0,0-1 0 0 0,0 0 0 0 0,0 0 0 0 0,0 1 0 0 0,1-1 0 0 0,-1 1 0 0 0,1-1 0 0 0,0 1 0 0 0,-1-1 0 0 0,1 0 0 0 0,0 1 0 0 0,0-1 0 0 0,1 5 0 0 0,-1-5-3 0 0,0-1 0 0 0,0 1 0 0 0,-1 0 0 0 0,1 0 0 0 0,0 0 1 0 0,-1 0-1 0 0,0-1 0 0 0,1 1 0 0 0,-1 0 0 0 0,0 0 0 0 0,0-1 0 0 0,0 1 0 0 0,0-1 0 0 0,-2 3 0 0 0,2-2 2 0 0,0-1-1 0 0,-1 1 1 0 0,1-1-1 0 0,0 1 1 0 0,1-1-1 0 0,-1 1 1 0 0,0 0-1 0 0,0-1 0 0 0,1 1 1 0 0,-1 0-1 0 0,1 0 1 0 0,0 0-1 0 0,-1-1 1 0 0,1 4-1 0 0,0-3 8 0 0,0 0-1 0 0,0 0 0 0 0,-1 0 0 0 0,1 0 1 0 0,0-1-1 0 0,-1 1 0 0 0,0 0 1 0 0,1 0-1 0 0,-1 0 0 0 0,0-1 1 0 0,0 1-1 0 0,0 0 0 0 0,0-1 0 0 0,-2 4 1 0 0,2-4-2 0 0,0 1 1 0 0,-1 0-1 0 0,1-1 1 0 0,0 1-1 0 0,0 0 1 0 0,0 0-1 0 0,1 0 1 0 0,-1 0-1 0 0,0 0 1 0 0,1 0-1 0 0,-1 0 1 0 0,1 0-1 0 0,0 1 1 0 0,0 3-1 0 0,-1-1-4 0 0,1-3 0 0 0,-1 0 0 0 0,1 0 0 0 0,0 0 0 0 0,0 1 0 0 0,0-1 0 0 0,0 0 0 0 0,0 0 0 0 0,0 0 0 0 0,1 0 0 0 0,-1 0 0 0 0,1 0 0 0 0,-1 0 0 0 0,1 0 0 0 0,1 3 0 0 0,-1-4 1 0 0,0-1-3 0 0,0 1 0 0 0,1 0 0 0 0,-1-1-1 0 0,0 1 1 0 0,0 0 0 0 0,0 0 0 0 0,0 0 0 0 0,0 0 0 0 0,0 0 0 0 0,0 0 0 0 0,0 0 0 0 0,0 0-1 0 0,-1 0 1 0 0,1 1 0 0 0,0-1 0 0 0,-1 0 0 0 0,1 0 0 0 0,0 1 0 0 0,-1-1 0 0 0,0 0 0 0 0,1 1-1 0 0,-1-1 1 0 0,0 1 0 0 0,0-1 0 0 0,0 0 0 0 0,0 1 0 0 0,0-1 0 0 0,0 1 0 0 0,0-1 0 0 0,0 0-1 0 0,-1 3 1 0 0,0 14 50 0 0,0-12-45 0 0,1 0-1 0 0,0 0 0 0 0,0 0 1 0 0,0 1-1 0 0,1-1 0 0 0,0 0 1 0 0,3 12-1 0 0,3-7-2 0 0,-6-10 1 0 0,0 1 0 0 0,0 0 0 0 0,1 0 0 0 0,-1 0 0 0 0,0 0 0 0 0,-1 0 0 0 0,1 0 0 0 0,0 0 0 0 0,-1 0 0 0 0,1 0 0 0 0,-1 0-1 0 0,1 0 1 0 0,-1 5 0 0 0,0 7 38 0 0,-1-9-36 0 0,1 0 0 0 0,-1-1 0 0 0,1 1 0 0 0,1 0 1 0 0,-1 0-1 0 0,1 0 0 0 0,0 0 0 0 0,2 6 0 0 0,1-2 6 0 0,0 0 0 0 0,1-1 0 0 0,0 1 0 0 0,1-1 0 0 0,0 0-1 0 0,0-1 1 0 0,1 1 0 0 0,13 11 0 0 0,-12-12-9 0 0,12 10-20 0 0,1 0 0 0 0,1-2 0 0 0,40 23 0 0 0,-42-28-18 0 0,-2-1 40 0 0,0-1 0 0 0,1 0 0 0 0,0-1 0 0 0,0-1 0 0 0,27 5-1 0 0,73 1 41 0 0,223-7-1 0 0,-189-7-17 0 0,-142 2-24 0 0,881 28 67 0 0,-867-24-66 0 0,-1 1 1 0 0,1 0-1 0 0,-1 2 1 0 0,0 1-1 0 0,0 1 1 0 0,-1 1-1 0 0,0 1 1 0 0,32 20-1 0 0,-46-24 14 0 0,1-2 0 0 0,0 1 0 0 0,0-1 1 0 0,0 0-1 0 0,0-1 0 0 0,1-1 0 0 0,0 1 0 0 0,0-2 0 0 0,0 1 0 0 0,0-2 0 0 0,0 1 1 0 0,0-2-1 0 0,1 1 0 0 0,18-3 0 0 0,92-11 160 0 0,130-33-1 0 0,92-11 344 0 0,-281 55-452 0 0,115 9 0 0 0,-20 1-25 0 0,45 7-7 0 0,-130-7 3 0 0,91-2-1 0 0,479-49 284 0 0,-502 30-209 0 0,73-10-75 0 0,113-13 91 0 0,-150 20-81 0 0,-7 3 168 0 0,1 9-1 0 0,253 24 1 0 0,-219-11-37 0 0,-29-3-48 0 0,151-3 49 0 0,-165-6-102 0 0,-89 7-20 0 0,81 16 0 0 0,33 1-8 0 0,181-17 18 0 0,-211-6-132 0 0,135-4 79 0 0,260-34 149 0 0,-135 6-30 0 0,-101 29-73 0 0,7 1 42 0 0,-216-1-29 0 0,75-6-197 0 0,-91 1 109 0 0,-23 2 164 0 0,118 0 0 0 0,-11 23-212 0 0,75 2 274 0 0,-232-16-201 0 0,0 1-1 0 0,32 7 1 0 0,-32-5 67 0 0,0-1 0 0 0,33 2 0 0 0,608 28 44 0 0,-389 4-22 0 0,11 0 31 0 0,-243-36-23 0 0,1-1 0 0 0,69-11 0 0 0,70-24 193 0 0,-101 19-276 0 0,256-53 324 0 0,-283 58-322 0 0,57-20 1 0 0,24-6 136 0 0,-123 36-150 0 0,146-35 150 0 0,-123 27-112 0 0,-1 0 0 0 0,-1-3 0 0 0,30-15 0 0 0,-34 15-15 0 0,-19 10-26 0 0,0-1-1 0 0,0 0 0 0 0,-1 0 0 0 0,1 0 1 0 0,-1-1-1 0 0,6-5 0 0 0,3 3 51 0 0,-13 6-53 0 0,1 0 0 0 0,-1-1 0 0 0,1 1 0 0 0,-1-1 0 0 0,1 1-1 0 0,-1-1 1 0 0,1 0 0 0 0,-1 0 0 0 0,1 1 0 0 0,-1-1-1 0 0,0 0 1 0 0,1-1 0 0 0,-1 1 0 0 0,2-2 0 0 0,-3 1-1 0 0,0 0 0 0 0,1 1 0 0 0,-1-1-1 0 0,0 0 1 0 0,-1 0 0 0 0,1 0 0 0 0,0 1 0 0 0,0-1 0 0 0,-1 0 0 0 0,1 0 0 0 0,-1 1 0 0 0,0-1 0 0 0,1 0 0 0 0,-1 1 0 0 0,0-1-1 0 0,0 1 1 0 0,0-1 0 0 0,0 1 0 0 0,0-1 0 0 0,-3-1 0 0 0,3 2-2 0 0,0 0-1 0 0,1 0 1 0 0,-1 1-1 0 0,0-1 1 0 0,1 0 0 0 0,-1 0-1 0 0,0 0 1 0 0,1 0-1 0 0,-1 0 1 0 0,1 0-1 0 0,-1 0 1 0 0,1 0 0 0 0,0 0-1 0 0,-1 0 1 0 0,1 0-1 0 0,0 0 1 0 0,0 0 0 0 0,0 0-1 0 0,0 0 1 0 0,0 0-1 0 0,0-1 1 0 0,0-2-2 0 0,0-1 1 0 0,0 1-1 0 0,-1 0 1 0 0,1 0-1 0 0,-1 0 1 0 0,0 0-1 0 0,0-1 1 0 0,0 1-1 0 0,-2-3 0 0 0,2 4-1 0 0,-1 1 0 0 0,1 0 0 0 0,-1 0 0 0 0,0 0 0 0 0,1 0 0 0 0,-1 1 0 0 0,0-1 0 0 0,0 0 0 0 0,0 1 0 0 0,0 0 0 0 0,-1-1-1 0 0,1 1 1 0 0,0 0 0 0 0,-4-1 0 0 0,-46-27 0 0 0,-154-40-20 0 0,16 7-26 0 0,93 28 25 0 0,45 17-21 0 0,2-2 0 0 0,-73-38 0 0 0,-40-36 2 0 0,134 78 31 0 0,-1 0 1 0 0,0 2-1 0 0,-53-14 1 0 0,-103-18 111 0 0,86 24-159 0 0,-917-175-24 0 0,714 149-67 0 0,-297-47 121 0 0,305 60-207 0 0,-138-21 479 0 0,104 0-179 0 0,110 25-281 0 0,26 6 79 0 0,160 21 97 0 0,-173-13 265 0 0,59-3-120 0 0,16 2-68 0 0,-62 4-185 0 0,59 8 94 0 0,43 4 37 0 0,12-2 13 0 0,-567-13-103 0 0,321 16 92 0 0,3 5-334 0 0,-176-1 263 0 0,-339 16 542 0 0,670-8-585 0 0,-610 13-133 0 0,758-26 240 0 0,-257-7 360 0 0,60-4-288 0 0,40 2-104 0 0,-113-2 199 0 0,116-2-161 0 0,157 14-13 0 0,-165-2-399 0 0,-104 24 239 0 0,244-18 21 0 0,24-2-1571 0 0,53-8-2590 0 0,49-4-782 0 0,-22 1 1988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7:33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1 800 0 0,'0'0'2762'0'0,"-3"0"-1735"0"0,1 1-1116 0 0,1-1 151 0 0,0 0 0 0 0,1 0 0 0 0,-1 0-1 0 0,0 0 1 0 0,1 0 0 0 0,-1 0-1 0 0,0 0 1 0 0,0 1 0 0 0,1-1-1 0 0,-1 0 1 0 0,0 1 0 0 0,1-1-1 0 0,-1 0 1 0 0,1 1 0 0 0,-1-1 0 0 0,0 1-1 0 0,1-1 1 0 0,-1 1 0 0 0,1-1-1 0 0,-1 1 1 0 0,1-1 0 0 0,0 1-1 0 0,-1-1 1 0 0,1 1 0 0 0,-1 0-1 0 0,1-1 1 0 0,0 1 0 0 0,0 0 0 0 0,-1-1-1 0 0,1 1 1 0 0,0 0 0 0 0,0 0-1 0 0,0-1 1 0 0,0 1 0 0 0,0 0-1 0 0,0-1 1 0 0,0 1 0 0 0,0 0 0 0 0,0 0-1 0 0,0 1 1 0 0,-18 13 18 0 0,19-15-79 0 0,0 0 1 0 0,0 1-1 0 0,0-1 1 0 0,0 1-1 0 0,0 0 1 0 0,0-1-1 0 0,0 1 0 0 0,0 0 1 0 0,-1-1-1 0 0,1 1 1 0 0,0 0-1 0 0,0 0 1 0 0,-1 0-1 0 0,1 0 0 0 0,0 0 1 0 0,-1 0-1 0 0,1 0 1 0 0,0 2-1 0 0,1 26 108 0 0,-2-23-85 0 0,0-5-22 0 0,0 0 0 0 0,0-1 0 0 0,0 1 0 0 0,0-1 0 0 0,0 1 0 0 0,1-1 0 0 0,-1 1-1 0 0,0-1 1 0 0,0 1 0 0 0,0-1 0 0 0,0 0 0 0 0,1 1 0 0 0,-1-1 0 0 0,0 1 0 0 0,1-1 0 0 0,-1 1 0 0 0,0-1 0 0 0,1 0 0 0 0,-1 1 0 0 0,0-1 0 0 0,1 0 0 0 0,-1 1 0 0 0,1-1-1 0 0,-1 0 1 0 0,0 1 0 0 0,1-1 0 0 0,-1 0 0 0 0,1 0 0 0 0,-1 0 0 0 0,1 0 0 0 0,-1 1 0 0 0,1-1 0 0 0,0 0 1 0 0,0 0 1 0 0,-1 0-1 0 0,1 0 0 0 0,0 1 0 0 0,-1-1 1 0 0,1 0-1 0 0,-1 1 0 0 0,1-1 1 0 0,-1 0-1 0 0,1 1 0 0 0,-1-1 1 0 0,1 0-1 0 0,-1 1 0 0 0,1-1 1 0 0,-1 1-1 0 0,0-1 0 0 0,1 1 1 0 0,-1-1-1 0 0,1 1 0 0 0,-1-1 1 0 0,0 1-1 0 0,0 0 0 0 0,1-1 1 0 0,-1 1-1 0 0,0-1 0 0 0,0 1 0 0 0,0 0 1 0 0,0-1-1 0 0,0 1 0 0 0,0-1 1 0 0,1 1-1 0 0,-2 1 0 0 0,2-1-2 0 0,0 0 0 0 0,-1 0 0 0 0,1 0 0 0 0,0-1 0 0 0,0 1 0 0 0,0 0-1 0 0,0 0 1 0 0,-1-1 0 0 0,1 1 0 0 0,0 0 0 0 0,0-1 0 0 0,0 1 0 0 0,0-1 0 0 0,1 1-1 0 0,-1-1 1 0 0,0 1 0 0 0,0-1 0 0 0,0 0 0 0 0,0 0 0 0 0,2 1 0 0 0,-2-1 2 0 0,0 0 0 0 0,0 0 0 0 0,0 0 1 0 0,0 0-1 0 0,0 1 0 0 0,0-1 0 0 0,0 0 1 0 0,0 1-1 0 0,0-1 0 0 0,0 1 0 0 0,0-1 1 0 0,0 1-1 0 0,0 0 0 0 0,-1-1 0 0 0,1 1 1 0 0,0 0-1 0 0,0-1 0 0 0,0 3 0 0 0,-1-3-3 0 0,1 0 0 0 0,-1 1 0 0 0,0-1 0 0 0,0 1 0 0 0,0-1 0 0 0,0 0 0 0 0,0 1 0 0 0,1-1 0 0 0,-1 0 0 0 0,0 1 0 0 0,0-1 0 0 0,1 0 0 0 0,-1 0 0 0 0,0 1 0 0 0,0-1 0 0 0,1 0 0 0 0,-1 0 0 0 0,0 1 0 0 0,1-1 0 0 0,-1 0 0 0 0,0 0 0 0 0,1 0 0 0 0,-1 1 0 0 0,0-1 0 0 0,1 0 0 0 0,-1 0 0 0 0,1 0 0 0 0,-1 0 0 0 0,0 0 0 0 0,1 0 0 0 0,-1 0 0 0 0,1 0 0 0 0,-1 0 0 0 0,1 0 0 0 0,-1 0 0 0 0,1 0 0 0 0,-1 0 0 0 0,1 0 0 0 0,-1 0 0 0 0,1 0 0 0 0,-1 0 0 0 0,1 0 0 0 0,-1 1 0 0 0,1-1 0 0 0,-1 0 0 0 0,1 0 0 0 0,-1 0 0 0 0,0 1 0 0 0,1-1 0 0 0,-1 0 0 0 0,1 1 0 0 0,-1-1 0 0 0,0 0 0 0 0,1 1 0 0 0,-1-1 0 0 0,0 0 0 0 0,1 1 0 0 0,-1-1 0 0 0,0 1 0 0 0,0-1 0 0 0,1 0 0 0 0,-1 1 0 0 0,0-1 0 0 0,0 1 0 0 0,0-1 0 0 0,0 1 0 0 0,0-1 0 0 0,1 2 0 0 0,-1-2 2 0 0,0 1-1 0 0,0-1 0 0 0,0 0 1 0 0,0 1-1 0 0,0-1 0 0 0,0 1 1 0 0,0-1-1 0 0,1 1 0 0 0,-1-1 1 0 0,0 1-1 0 0,0-1 0 0 0,0 0 1 0 0,1 1-1 0 0,-1-1 0 0 0,0 1 1 0 0,1-1-1 0 0,-1 0 0 0 0,0 1 0 0 0,1-1 1 0 0,-1 0-1 0 0,0 1 0 0 0,1-1 1 0 0,-1 0-1 0 0,1 0 0 0 0,-1 1 1 0 0,1-1-1 0 0,-1 0 0 0 0,0 0 1 0 0,1 0-1 0 0,-1 0 0 0 0,1 0 1 0 0,0 1-1 0 0,0-1 0 0 0,-1 0 0 0 0,1 0 0 0 0,-1 0 0 0 0,1 0 0 0 0,-1 0 0 0 0,1 0 0 0 0,-1 1 1 0 0,1-1-1 0 0,-1 0 0 0 0,1 0 0 0 0,-1 1 0 0 0,1-1 0 0 0,-1 0 0 0 0,1 1 0 0 0,-1-1 0 0 0,0 1 0 0 0,1-1 0 0 0,-1 1 0 0 0,1-1 0 0 0,-1 0 1 0 0,0 1-1 0 0,0-1 0 0 0,1 1 0 0 0,-1-1 0 0 0,0 1 0 0 0,0-1 0 0 0,0 1 0 0 0,1 0 0 0 0,-1-1 0 0 0,0 1 0 0 0,0-1 0 0 0,0 1 0 0 0,0 0 0 0 0,1 9 10 0 0,-1-8-6 0 0,1 1 0 0 0,-1 0 0 0 0,0 0 0 0 0,0-1 0 0 0,0 1 0 0 0,0 0 0 0 0,0-1 0 0 0,-1 1 0 0 0,1 0 0 0 0,-1-1 0 0 0,1 1 0 0 0,-1 0 0 0 0,-2 3 0 0 0,2-5-3 0 0,-1 1 1 0 0,1-1-1 0 0,0 0 1 0 0,-1 0-1 0 0,1 1 1 0 0,0-1-1 0 0,0 1 1 0 0,0-1-1 0 0,0 1 1 0 0,0 0 0 0 0,0-1-1 0 0,0 1 1 0 0,0 2-1 0 0,-1 33 55 0 0,2-35-56 0 0,-1 7 43 0 0,0-6-36 0 0,1 0 0 0 0,-1 0-1 0 0,1 1 1 0 0,0-1 0 0 0,0 0 0 0 0,0 0 0 0 0,1 0 0 0 0,-1 0 0 0 0,1 1 0 0 0,-1-1 0 0 0,1 0 0 0 0,2 5 0 0 0,2-4-7 0 0,-4-3-3 0 0,0-1 0 0 0,0 1 1 0 0,-1-1-1 0 0,1 0 0 0 0,0 1 0 0 0,0 0 0 0 0,-1-1 0 0 0,1 1 1 0 0,0-1-1 0 0,-1 1 0 0 0,1 0 0 0 0,-1 0 0 0 0,1-1 0 0 0,-1 1 0 0 0,1 0 1 0 0,-1 0-1 0 0,0-1 0 0 0,1 1 0 0 0,-1 0 0 0 0,0 0 0 0 0,0 0 1 0 0,1 0-1 0 0,-1 0 0 0 0,0-1 0 0 0,0 1 0 0 0,0 0 0 0 0,0 0 1 0 0,0 0-1 0 0,0 0 0 0 0,-1 0 0 0 0,1 0 0 0 0,0 0 0 0 0,0-1 0 0 0,0 1 1 0 0,-1 0-1 0 0,0 1 0 0 0,-5 10-10 0 0,4-9 18 0 0,1 0 0 0 0,-1 0 0 0 0,1 0 0 0 0,-1 0 0 0 0,1 0 0 0 0,0 1 0 0 0,1-1 0 0 0,-1 0 0 0 0,0 1 1 0 0,1-1-1 0 0,0 1 0 0 0,0 3 0 0 0,0-6-6 0 0,0 1 0 0 0,0-1 1 0 0,1 1-1 0 0,-1 0 1 0 0,0-1-1 0 0,0 1 0 0 0,-1 0 1 0 0,1-1-1 0 0,0 1 1 0 0,0 0-1 0 0,-1-1 0 0 0,1 1 1 0 0,-1-1-1 0 0,0 1 1 0 0,1-1-1 0 0,-1 1 0 0 0,0-1 1 0 0,0 1-1 0 0,0-1 0 0 0,0 0 1 0 0,0 1-1 0 0,0-1 1 0 0,0 0-1 0 0,0 0 0 0 0,-3 2 1 0 0,1-1-11 0 0,2 2 10 0 0,-1 0 0 0 0,1 0 0 0 0,0-1 0 0 0,1 1 0 0 0,-1 0 0 0 0,1 0 0 0 0,-1 0 0 0 0,1 0 0 0 0,1 0 0 0 0,-1 0 0 0 0,2 7 0 0 0,-2 4 0 0 0,1-6 0 0 0,-1-7 0 0 0,1 0 0 0 0,-1 0 0 0 0,0-1 0 0 0,0 1 0 0 0,0 0 0 0 0,0 0 0 0 0,-1 0 0 0 0,1 0 0 0 0,0 0 0 0 0,-1 0 0 0 0,1 0 0 0 0,-1 0 0 0 0,-1 2 0 0 0,-1 0 0 0 0,1 0 0 0 0,0 0 0 0 0,0 0 0 0 0,0 0 0 0 0,0 0 0 0 0,1 0 0 0 0,-1 0 0 0 0,1 1 0 0 0,0-1 0 0 0,1 0 0 0 0,-1 1 0 0 0,1-1 0 0 0,0 1 0 0 0,0 6 0 0 0,-7-3 34 0 0,-3 2 2 0 0,10-10-36 0 0,0 0 0 0 0,-1 1 1 0 0,1-1-1 0 0,0 0 0 0 0,0 0 0 0 0,0 1 1 0 0,0-1-1 0 0,0 0 0 0 0,0 0 0 0 0,0 1 0 0 0,0-1 1 0 0,0 0-1 0 0,0 0 0 0 0,-1 1 0 0 0,1-1 1 0 0,0 0-1 0 0,0 0 0 0 0,1 1 0 0 0,-1-1 0 0 0,0 0 1 0 0,0 0-1 0 0,0 1 0 0 0,0-1 0 0 0,0 0 1 0 0,0 0-1 0 0,0 1 0 0 0,0-1 0 0 0,0 0 1 0 0,0 0-1 0 0,1 0 0 0 0,-1 1 0 0 0,0-1 0 0 0,0 0 1 0 0,0 0-1 0 0,0 0 0 0 0,1 0 0 0 0,-1 1 1 0 0,0-1-1 0 0,0 0 0 0 0,1 0 0 0 0,-1 0 0 0 0,0 0 1 0 0,1 1-1 0 0,0-1 0 0 0,-1 0 0 0 0,1 0 0 0 0,0 1 0 0 0,-1-1 0 0 0,1 0 0 0 0,0 1 0 0 0,-1-1 0 0 0,1 1 0 0 0,-1-1 0 0 0,1 0 0 0 0,-1 1 0 0 0,1 0 0 0 0,-1-1 0 0 0,1 1 0 0 0,-1-1 0 0 0,1 1 0 0 0,-1-1 0 0 0,0 1 0 0 0,1 0 0 0 0,-1-1 0 0 0,1 2 0 0 0,-13 11 0 0 0,11-13 0 0 0,0 4-8 0 0,0 0 1 0 0,0 0 0 0 0,0 0-1 0 0,1 0 1 0 0,-1 0 0 0 0,1 0-1 0 0,0 0 1 0 0,0 0 0 0 0,0 0 0 0 0,2 5-1 0 0,-2 2 75 0 0,0 59-53 0 0,0-70-14 0 0,0 1 0 0 0,0-1 0 0 0,0 0 0 0 0,0 1 0 0 0,0-1 0 0 0,0 1-1 0 0,0-1 1 0 0,-1 0 0 0 0,1 1 0 0 0,0-1 0 0 0,0 0 0 0 0,0 1 0 0 0,-1-1 0 0 0,1 0 0 0 0,0 0 0 0 0,0 1 0 0 0,-1-1 0 0 0,1 0 0 0 0,0 0 0 0 0,-1 1 0 0 0,1-1 0 0 0,0 0 0 0 0,-1 0 0 0 0,1 0 0 0 0,0 1 0 0 0,-1-1 0 0 0,1 0 0 0 0,-1 0 0 0 0,1 0 0 0 0,0 0 0 0 0,-1 0 0 0 0,0 0 0 0 0,0 0 1 0 0,1 0-1 0 0,-1 1 1 0 0,0-1-1 0 0,1 0 0 0 0,-1 0 1 0 0,1 0-1 0 0,-1 1 1 0 0,0-1-1 0 0,1 0 0 0 0,-1 1 1 0 0,1-1-1 0 0,-1 1 1 0 0,1-1-1 0 0,-1 1 1 0 0,1-1-1 0 0,-1 0 0 0 0,1 1 1 0 0,0 0-1 0 0,-1-1 1 0 0,1 1-1 0 0,0-1 0 0 0,-1 1 1 0 0,1-1-1 0 0,0 1 1 0 0,0 0-1 0 0,0-1 1 0 0,-1 1-1 0 0,1 0 0 0 0,0-1 1 0 0,0 1-1 0 0,0-1 1 0 0,0 2-1 0 0,0 0 3 0 0,1 0 0 0 0,-1 0-1 0 0,0 0 1 0 0,0 0 0 0 0,-1 0 0 0 0,1 0 0 0 0,0 0 0 0 0,-1 0-1 0 0,1 0 1 0 0,-1 0 0 0 0,1 0 0 0 0,-1 0 0 0 0,0 0-1 0 0,0-1 1 0 0,0 1 0 0 0,0 0 0 0 0,0 0 0 0 0,0-1 0 0 0,-1 1-1 0 0,1-1 1 0 0,-2 2 0 0 0,0 0 2 0 0,1 0-9 0 0,1 0 0 0 0,0 0 1 0 0,1 0-1 0 0,-1 0 0 0 0,0 0 0 0 0,1 0 1 0 0,0 0-1 0 0,-1 0 0 0 0,1 0 0 0 0,0 0 1 0 0,1 0-1 0 0,-1 0 0 0 0,1 4 1 0 0,0 6 41 0 0,-1 200 56 0 0,0-212-94 0 0,0-1 0 0 0,0 1 0 0 0,0-1 0 0 0,-1 1 0 0 0,1-1 0 0 0,0 0 0 0 0,0 1 0 0 0,0-1 0 0 0,-1 1 0 0 0,1-1 0 0 0,0 0 0 0 0,0 1 0 0 0,-1-1 0 0 0,1 0 0 0 0,0 1 0 0 0,-1-1 0 0 0,1 0 0 0 0,0 1 0 0 0,-1-1 0 0 0,1 0 0 0 0,0 0 0 0 0,-1 1 0 0 0,1-1 0 0 0,-1 0 0 0 0,1 0 0 0 0,-1 0 0 0 0,1 0 0 0 0,0 0 0 0 0,-2 1 0 0 0,2-1 0 0 0,-1 0 0 0 0,1 0 0 0 0,-1 0 0 0 0,0 0 0 0 0,1 0 0 0 0,-1 1 0 0 0,1-1 0 0 0,-1 0 0 0 0,0 1 0 0 0,1-1 0 0 0,-1 0 0 0 0,1 1 0 0 0,-1-1 0 0 0,1 1 0 0 0,0-1 0 0 0,-1 1 0 0 0,1-1 0 0 0,-1 0 0 0 0,1 1 0 0 0,0 0 0 0 0,-1-1 0 0 0,1 1 0 0 0,0-1 0 0 0,0 1 0 0 0,-1-1 0 0 0,1 1 0 0 0,0 0 0 0 0,0-1 0 0 0,0 1 0 0 0,0-1 0 0 0,0 2 0 0 0,0 2-11 0 0,1-2 3 0 0,-1 0-1 0 0,0 1 0 0 0,0-1 0 0 0,0 0 0 0 0,0 0 1 0 0,0 1-1 0 0,0-1 0 0 0,0 0 0 0 0,-1 0 0 0 0,1 0 1 0 0,-1 0-1 0 0,1 1 0 0 0,-3 3 0 0 0,-2-4 15 0 0,5-2-5 0 0,-1 1 1 0 0,0-1-1 0 0,0 1 1 0 0,0-1 0 0 0,1 0-1 0 0,-1 1 1 0 0,0-1-1 0 0,0 1 1 0 0,1 0 0 0 0,-1-1-1 0 0,1 1 1 0 0,-1 0-1 0 0,0-1 1 0 0,1 1 0 0 0,-1 0-1 0 0,1 0 1 0 0,0-1-1 0 0,-1 1 1 0 0,1 0 0 0 0,0 0-1 0 0,-1 0 1 0 0,1-1-1 0 0,0 1 1 0 0,0 0 0 0 0,0 0-1 0 0,-1 0 1 0 0,1 0-1 0 0,0 0 1 0 0,1 1 0 0 0,-1-2-1 0 0,-1 1 1 0 0,1 0 0 0 0,0-1-1 0 0,0 1 1 0 0,0 0-1 0 0,0-1 1 0 0,0 1 0 0 0,-1-1-1 0 0,1 1 1 0 0,0 0-1 0 0,-1-1 1 0 0,1 1 0 0 0,0-1-1 0 0,-1 1 1 0 0,1-1-1 0 0,-1 1 1 0 0,1-1 0 0 0,-1 1-1 0 0,1-1 1 0 0,-1 0 0 0 0,1 1-1 0 0,-1-1 1 0 0,1 1-1 0 0,-1-1 1 0 0,1 0 0 0 0,-2 1-1 0 0,1-1 1 0 0,1 0-1 0 0,-1 1 0 0 0,0-1 0 0 0,1 0 1 0 0,-1 1-1 0 0,0-1 0 0 0,1 1 1 0 0,-1-1-1 0 0,1 1 0 0 0,-1-1 1 0 0,1 1-1 0 0,-1-1 0 0 0,1 1 0 0 0,-1 0 1 0 0,1-1-1 0 0,-1 1 0 0 0,1-1 1 0 0,0 1-1 0 0,-1 0 0 0 0,1 0 1 0 0,0-1-1 0 0,0 1 0 0 0,0 0 1 0 0,0-1-1 0 0,-1 1 0 0 0,1 0 0 0 0,0 1 1 0 0,0-2-2 0 0,0 1 0 0 0,0 0 0 0 0,0 0 0 0 0,0-1 0 0 0,0 1 0 0 0,0 0 0 0 0,0-1 0 0 0,0 1 0 0 0,-1 0 0 0 0,1 0 0 0 0,0-1 0 0 0,-1 1 1 0 0,1 0-1 0 0,0-1 0 0 0,-1 1 0 0 0,1-1 0 0 0,-1 1 0 0 0,1-1 0 0 0,-1 1 0 0 0,1 0 0 0 0,-1-1 0 0 0,1 0 0 0 0,-1 1 0 0 0,1-1 0 0 0,-1 1 0 0 0,0-1 0 0 0,1 0 0 0 0,-2 1 0 0 0,1-1-2 0 0,1 1 0 0 0,-1-1-1 0 0,0 0 1 0 0,1 0 0 0 0,-1 1-1 0 0,1-1 1 0 0,-1 1 0 0 0,1-1-1 0 0,-1 1 1 0 0,1-1 0 0 0,-1 1-1 0 0,1-1 1 0 0,-1 1-1 0 0,1-1 1 0 0,-1 1 0 0 0,1-1-1 0 0,0 1 1 0 0,-1 0 0 0 0,1-1-1 0 0,0 1 1 0 0,0-1 0 0 0,0 1-1 0 0,-1 0 1 0 0,1-1-1 0 0,0 1 1 0 0,0 0 0 0 0,0-1-1 0 0,0 2 1 0 0,0-1 2 0 0,0-1-1 0 0,0 1 1 0 0,0 0-1 0 0,0 0 1 0 0,0-1-1 0 0,0 1 1 0 0,-1 0-1 0 0,1-1 1 0 0,0 1-1 0 0,0 0 1 0 0,-1-1-1 0 0,1 1 1 0 0,0 0-1 0 0,-1-1 1 0 0,1 1-1 0 0,-1-1 1 0 0,1 1-1 0 0,-1 0 1 0 0,1-1-1 0 0,-1 1 1 0 0,1-1 0 0 0,-1 0-1 0 0,1 1 1 0 0,-1-1-1 0 0,0 1 1 0 0,1-1-1 0 0,-2 1 1 0 0,1-1-1 0 0,1 0 1 0 0,-1 1-1 0 0,0-1 1 0 0,1 0-1 0 0,-1 1 1 0 0,1-1-1 0 0,-1 1 1 0 0,0-1-1 0 0,1 1 1 0 0,-1-1-1 0 0,1 1 1 0 0,-1-1-1 0 0,1 1 1 0 0,-1 0 0 0 0,1-1-1 0 0,0 1 1 0 0,-1 0-1 0 0,1-1 1 0 0,0 1-1 0 0,0 0 1 0 0,-1 0-1 0 0,1-1 1 0 0,0 1-1 0 0,0 0 1 0 0,0 0-1 0 0,0-1 1 0 0,0 2-1 0 0,0-1-2 0 0,0 1-1 0 0,0-1 1 0 0,-1 0-1 0 0,1 0 0 0 0,0 0 1 0 0,0 0-1 0 0,-1 1 1 0 0,1-1-1 0 0,-1 0 0 0 0,1 0 1 0 0,-1 0-1 0 0,1 0 1 0 0,-1 0-1 0 0,0 0 0 0 0,0 0 1 0 0,1 0-1 0 0,-1 0 1 0 0,-2 1-1 0 0,2-1 4 0 0,0-1 0 0 0,0 1 0 0 0,0 0 0 0 0,1 1 0 0 0,-1-1 1 0 0,0 0-1 0 0,0 0 0 0 0,0 0 0 0 0,1 0 0 0 0,-1 1 0 0 0,1-1 0 0 0,-1 0 0 0 0,1 0 0 0 0,0 1 0 0 0,-1-1 0 0 0,1 1 0 0 0,0-1 1 0 0,0 3-1 0 0,0 133-347 0 0,-19-155-3068 0 0,15-8-187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7:35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0 3121 0 0,'-44'37'2482'0'0,"-1"1"-1842"0"0,1-1-400 0 0,21-9 80 0 0,1 0-80 0 0,0 1-80 0 0,22-1-80 0 0,-22-14-160 0 0,22-10-320 0 0,22-18-1521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7:37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6 720 0 0,'3'-5'4617'0'0,"5"8"-3790"0"0,7 8-1023 0 0,-15-11 311 0 0,43 35 242 0 0,2-1-1 0 0,1-3 1 0 0,57 29 0 0 0,-61-34-272 0 0,-32-19-63 0 0,-1-1 0 0 0,1 0 0 0 0,12 5 1 0 0,-19-10-24 0 0,-1-1 1 0 0,-1 0 1 0 0,0 1 0 0 0,0-1-1 0 0,0 0 1 0 0,0 1 0 0 0,-1-1-1 0 0,1 0 1 0 0,0 1 0 0 0,0-1-1 0 0,0 1 1 0 0,0 0 0 0 0,0-1-1 0 0,0 1 1 0 0,-1 0 0 0 0,1-1-1 0 0,0 1 1 0 0,0 0 0 0 0,-1 0-1 0 0,1 0 1 0 0,0 1 0 0 0,0-1 4 0 0,1 0 1 0 0,0 0 0 0 0,-1-1-1 0 0,1 1 1 0 0,0 0-1 0 0,-1 0 1 0 0,1-1-1 0 0,0 1 1 0 0,0-1-1 0 0,-1 0 1 0 0,3 1 0 0 0,-4-2 23 0 0,0 0-25 0 0,0 1 0 0 0,0 0 0 0 0,0 0 0 0 0,1-1 0 0 0,-1 1 0 0 0,0 0 0 0 0,0 0 0 0 0,0-1 0 0 0,0 1 0 0 0,0 0 0 0 0,0 0 0 0 0,-1-1 0 0 0,1 1 0 0 0,0 0 0 0 0,0 0 0 0 0,0-1 0 0 0,0 1 0 0 0,0 0 0 0 0,0 0 0 0 0,0-1 0 0 0,0 1 0 0 0,-1 0 0 0 0,1 0 0 0 0,0 0 0 0 0,0-1 0 0 0,0 1 0 0 0,0 0 0 0 0,-1 0 0 0 0,1 0 0 0 0,0 0 0 0 0,0 0 0 0 0,0-1 0 0 0,-1 1 0 0 0,1 0 0 0 0,-1 0 0 0 0,-18-7 227 0 0,14 4-170 0 0,-1 1 0 0 0,1-1 0 0 0,-1 2 0 0 0,1-1 1 0 0,-1 0-1 0 0,0 1 0 0 0,-6 0 0 0 0,-79-6 946 0 0,-113 5 1 0 0,170 4-642 0 0,-36 7 0 0 0,50-6-1 0 0,0 0 1 0 0,0-2 0 0 0,0 0 0 0 0,-22-2 0 0 0,34 1-336 0 0,2-1 74 0 0,12-2-220 0 0,5-2-302 0 0,52-15-9 0 0,-43 14 244 0 0,0 0 0 0 0,0 1 1 0 0,36-4-1 0 0,-20 4-47 0 0,-14 2 97 0 0,0 1 0 0 0,0 1-1 0 0,0 0 1 0 0,33 5 0 0 0,-39-2 79 0 0,19 2-106 0 0,37 10 0 0 0,-146-35 226 0 0,-4-2-111 0 0,29 9 33 0 0,0 1 1 0 0,-74-8-1 0 0,-29-2 159 0 0,148 22-200 0 0,8 3-35 0 0,0-1 0 0 0,0 0 0 0 0,0 0 0 0 0,0 0 1 0 0,0 0-1 0 0,0-1 0 0 0,8 0 0 0 0,-7 1-10 0 0,70 5-268 0 0,130-7-1 0 0,-197 0 332 0 0,1 0 0 0 0,-2 0 1 0 0,1-1-1 0 0,15-6 0 0 0,-21 8 27 0 0,-1-1 0 0 0,1 0 0 0 0,-1 0 0 0 0,0 1 0 0 0,1-1 0 0 0,-1 0 0 0 0,0 0 0 0 0,0 0-1 0 0,0 0 1 0 0,0 0 0 0 0,0 0 0 0 0,0-1 0 0 0,2-1 0 0 0,-3 2 4 0 0,0 0 1 0 0,0 0-1 0 0,1 0 0 0 0,-1 0 1 0 0,0 1-1 0 0,0-1 0 0 0,0 0 0 0 0,0 0 1 0 0,0 0-1 0 0,0 0 0 0 0,-1 0 1 0 0,1 1-1 0 0,0-1 0 0 0,0 0 0 0 0,-1 0 1 0 0,1 0-1 0 0,0 0 0 0 0,-1 1 1 0 0,1-1-1 0 0,-1 0 0 0 0,1 0 0 0 0,-1 1 1 0 0,1-1-1 0 0,-1 0 0 0 0,0 1 1 0 0,0-1-1 0 0,-2-2 15 0 0,-1 1-1 0 0,0 0 1 0 0,1 0 0 0 0,-1 1-1 0 0,0-1 1 0 0,0 1 0 0 0,0 0-1 0 0,0 0 1 0 0,0 0 0 0 0,-8 0-1 0 0,3-1 33 0 0,-15-3 102 0 0,8 2-25 0 0,-1 0 1 0 0,1 1-1 0 0,-25 0 1 0 0,33 2-112 0 0,7 1 4 0 0,13 3 45 0 0,22 3-97 0 0,41 2 0 0 0,12 3-43 0 0,-61-3 2 0 0,-36-7 133 0 0,1-1 1 0 0,-1-1-1 0 0,1 0 0 0 0,-1 0 1 0 0,-12-3-1 0 0,-45-15 281 0 0,48 17-281 0 0,20 1-60 0 0,0 0 0 0 0,0 0 0 0 0,-1 0 0 0 0,1 0 0 0 0,0 1 0 0 0,0-1 1 0 0,-1 0-1 0 0,1 0 0 0 0,0 1 0 0 0,0-1 0 0 0,-1 1 0 0 0,1-1 0 0 0,0 0 0 0 0,-1 1 0 0 0,1-1 1 0 0,-1 1-1 0 0,1 0 0 0 0,-1-1 0 0 0,1 1 0 0 0,-1-1 0 0 0,1 1 0 0 0,-1 0 0 0 0,1-1 0 0 0,-1 1 1 0 0,0 0-1 0 0,1 0 0 0 0,-1-1 0 0 0,0 1 0 0 0,0 0 0 0 0,0 0 0 0 0,1-1 0 0 0,-1 2 0 0 0,1 31-182 0 0,-1-22 152 0 0,0-9 37 0 0,-1 0-1 0 0,1 0 0 0 0,-1 0 0 0 0,1 0 0 0 0,-1-1 1 0 0,1 1-1 0 0,-1 0 0 0 0,0 0 0 0 0,0 0 1 0 0,0-1-1 0 0,0 1 0 0 0,0-1 0 0 0,-1 1 1 0 0,1-1-1 0 0,0 1 0 0 0,-1-1 0 0 0,-2 3 0 0 0,-30 18 127 0 0,24-16-91 0 0,6 1-67 0 0,4-9-163 0 0,0 1 193 0 0,0 1-1 0 0,1-1 0 0 0,-1 1 1 0 0,0 0-1 0 0,0-1 1 0 0,1 1-1 0 0,-1 0 0 0 0,0-1 1 0 0,0 1-1 0 0,1 0 0 0 0,-1-1 1 0 0,0 1-1 0 0,1 0 1 0 0,-1 0-1 0 0,0 0 0 0 0,1-1 1 0 0,-1 1-1 0 0,0 0 0 0 0,1 0 1 0 0,-1 0-1 0 0,0 0 1 0 0,1-1-1 0 0,-1 1 0 0 0,1 0 1 0 0,-1 0-1 0 0,1 0 0 0 0,-1 0 1 0 0,0 0-1 0 0,1 0 1 0 0,0 0-1 0 0,-1 0 1 0 0,1 0 0 0 0,-1 0 0 0 0,1 0 0 0 0,-1 0 0 0 0,0 0 0 0 0,1 0 0 0 0,-1 0 0 0 0,1 0 0 0 0,-1 0 0 0 0,1 0 0 0 0,-1 0-1 0 0,1 0 1 0 0,-1 0 0 0 0,0-1 0 0 0,1 1 0 0 0,-1 0 0 0 0,0 0 0 0 0,1-1 0 0 0,-1 1 0 0 0,0 0 0 0 0,1 0 0 0 0,-1-1 0 0 0,0 1 0 0 0,1 0 0 0 0,-1-1 0 0 0,0 1 0 0 0,0-1 0 0 0,1 1 0 0 0,-1 0 0 0 0,0-1 0 0 0,0 0 0 0 0,3-1-6 0 0,-1 0 1 0 0,0 0-1 0 0,1 0 1 0 0,-1 0-1 0 0,1 0 1 0 0,-1 1-1 0 0,1-1 1 0 0,0 1-1 0 0,-1 0 1 0 0,1 0-1 0 0,0 0 1 0 0,4-1-1 0 0,0-1-1 0 0,37-23-138 0 0,-34 21 106 0 0,2 0-10 0 0,-15 10-257 0 0,-11 5 313 0 0,0-1 0 0 0,-21 11-1 0 0,-9 6 75 0 0,40-24-66 0 0,-4 4 39 0 0,-1 0-1 0 0,0-1 1 0 0,0 0-1 0 0,0-1 1 0 0,-1 0-1 0 0,-17 5 1 0 0,11-6 20 0 0,17-6-76 0 0,10-2-38 0 0,-8-1 27 0 0,2-2-50 0 0,12-5 59 0 0,-8 7-9 0 0,-1 0 1 0 0,1 0-1 0 0,0 1 1 0 0,0 0 0 0 0,10-4-1 0 0,7-5 2 0 0,-11 9-54 0 0,-96 33 227 0 0,56-21-64 0 0,3-2 89 0 0,-38 15 1 0 0,60-20-186 0 0,0 0 1 0 0,0 0-1 0 0,0 0 1 0 0,0 0-1 0 0,0 1 0 0 0,-1-1 1 0 0,1 0-1 0 0,0 0 1 0 0,0 0-1 0 0,0 0 0 0 0,0 0 1 0 0,0 0-1 0 0,0 0 1 0 0,0 0-1 0 0,-1 0 0 0 0,1 0 1 0 0,0 0-1 0 0,0 0 1 0 0,0 0-1 0 0,0 0 0 0 0,0 0 1 0 0,-1 0-1 0 0,1 0 1 0 0,0 0-1 0 0,0 0 0 0 0,0 0 1 0 0,0 0-1 0 0,0 0 1 0 0,0 0-1 0 0,-1 0 0 0 0,1 0 1 0 0,0 0-1 0 0,0 0 0 0 0,0 0 1 0 0,0 0-1 0 0,0 0 1 0 0,0 0-1 0 0,0 0 0 0 0,-1 0 1 0 0,1-1-1 0 0,0 1 1 0 0,0 0-1 0 0,0 0 0 0 0,0 0 1 0 0,0 0-1 0 0,0 0 1 0 0,0 0-1 0 0,0 0 0 0 0,0 0 1 0 0,0-1-1 0 0,0 1 1 0 0,0 0-1 0 0,0 0 0 0 0,0 0 1 0 0,5-7-90 0 0,20-9 203 0 0,31-25-1 0 0,-48 26-113 0 0,7 7-67 0 0,-12 3-13 0 0,-3 4 0 0 0,-3 7-146 0 0,-22 4 223 0 0,-6 4 37 0 0,-39 22 1 0 0,70-36-36 0 0,0 0 0 0 0,0 0 0 0 0,0 0 0 0 0,1 0 0 0 0,-1 0 0 0 0,0 0 0 0 0,0 1 0 0 0,0-1-1 0 0,0 0 1 0 0,0 0 0 0 0,1 0 0 0 0,-1 0 0 0 0,0 0 0 0 0,0 0 0 0 0,0 1 0 0 0,0-1 0 0 0,0 0 0 0 0,0 0 0 0 0,0 0 0 0 0,0 0-1 0 0,0 0 1 0 0,0 1 0 0 0,0-1 0 0 0,1 0 0 0 0,-1 0 0 0 0,0 0 0 0 0,0 1 0 0 0,0-1 0 0 0,0 0 0 0 0,0 0 0 0 0,0 0 0 0 0,0 0 0 0 0,-1 1-1 0 0,1-1 1 0 0,0 0 0 0 0,0 0 0 0 0,0 0 0 0 0,0 0 0 0 0,0 1 0 0 0,0-1 0 0 0,0 0 0 0 0,0 0 0 0 0,0 0 0 0 0,0 0 0 0 0,0 0-1 0 0,-1 0 1 0 0,1 1 0 0 0,0-1 0 0 0,0 0 0 0 0,0 0 0 0 0,0 0 0 0 0,0 0 0 0 0,-1 0 0 0 0,1 0 0 0 0,0 0 0 0 0,0 0 0 0 0,0 0-1 0 0,0 1 1 0 0,-1-1 0 0 0,1 0 0 0 0,0 0 0 0 0,0 0 0 0 0,-1 0 0 0 0,16 1-125 0 0,-13-1 81 0 0,-2 0 37 0 0,0-1 0 0 0,0 1 0 0 0,1 0 1 0 0,-1 0-1 0 0,0 0 0 0 0,1 0 0 0 0,-1-1 0 0 0,0 1 0 0 0,0 0 0 0 0,0 0 0 0 0,1 0 1 0 0,-1-1-1 0 0,0 1 0 0 0,0 0 0 0 0,0-1 0 0 0,0 1 0 0 0,1 0 0 0 0,-1 0 0 0 0,0-1 1 0 0,0 1-1 0 0,0 0 0 0 0,0-1 0 0 0,0 1 0 0 0,0 0 0 0 0,0 0 0 0 0,0-1 1 0 0,0 1-1 0 0,0 0 0 0 0,0-1 0 0 0,0 1 0 0 0,0 0 0 0 0,0-1 0 0 0,0 1 0 0 0,0 0 1 0 0,0-1-1 0 0,0 1 0 0 0,-1 0 0 0 0,1-1 0 0 0,0 1-1 0 0,0-1 1 0 0,0 1 0 0 0,0-1 0 0 0,0 1-1 0 0,0 0 1 0 0,0-1 0 0 0,0 1 0 0 0,0-1-1 0 0,0 1 1 0 0,0-1 0 0 0,0 1 0 0 0,0 0-1 0 0,0-1 1 0 0,0 1 0 0 0,0-1 0 0 0,0 1-1 0 0,1 0 1 0 0,-1-1 0 0 0,0 1 0 0 0,0-1-1 0 0,0 1 1 0 0,1 0 0 0 0,-1-1-1 0 0,0 1 1 0 0,0 0 0 0 0,1-1 0 0 0,-1 1-1 0 0,1-1 1 0 0,58-37 62 0 0,-58 38-53 0 0,-1-1 0 0 0,1 0 0 0 0,-1 1 0 0 0,1-1 0 0 0,-1 1 0 0 0,0-1 0 0 0,1 0 0 0 0,-1 1 0 0 0,0-1 0 0 0,1 0 0 0 0,-1 1 0 0 0,0-1 0 0 0,0 0 0 0 0,0 1 0 0 0,0-1 0 0 0,0 0 0 0 0,0 1 0 0 0,0-1 0 0 0,0 0 0 0 0,0 0 1 0 0,0 1-1 0 0,0-1 0 0 0,0 0 0 0 0,-1 0 0 0 0,1-9 146 0 0,0 11-143 0 0,-1 0-1 0 0,1 0 1 0 0,-1-1 0 0 0,1 1-1 0 0,-1 0 1 0 0,0-1 0 0 0,1 1-1 0 0,-1 0 1 0 0,0-1 0 0 0,1 1-1 0 0,-1-1 1 0 0,0 1 0 0 0,0-1-1 0 0,1 1 1 0 0,-1-1 0 0 0,0 1-1 0 0,0-1 1 0 0,0 0 0 0 0,0 0-1 0 0,1 1 1 0 0,-3-1 0 0 0,-6 4 8 0 0,-24 14 64 0 0,1 2 0 0 0,-51 41-1 0 0,79-56-88 0 0,4-4-54 0 0,4-2-13 0 0,6-3 47 0 0,0-1 1 0 0,0-1-1 0 0,0 1 1 0 0,0-2-1 0 0,12-10 0 0 0,-9 7 2 0 0,10-6-3 0 0,-12 9 22 0 0,-1 0 1 0 0,1-1-1 0 0,-1-1 0 0 0,10-11 0 0 0,-20 20 12 0 0,1-1 0 0 0,0-1 0 0 0,0 1 0 0 0,0 0 0 0 0,0-1 0 0 0,0 1 0 0 0,0 0 0 0 0,0 0 0 0 0,1 0 0 0 0,-1 0 0 0 0,0 0 0 0 0,0 0 0 0 0,1 0 0 0 0,-1 0 0 0 0,1 1 0 0 0,-1-1 0 0 0,2 0 0 0 0,3-4-22 0 0,-12 5-23 0 0,4 2 60 0 0,0-1 0 0 0,-1 1 0 0 0,1 0 0 0 0,0 0 1 0 0,0-1-1 0 0,0 2 0 0 0,0-1 0 0 0,0 0 0 0 0,0 0 0 0 0,-2 5 0 0 0,-15 17 59 0 0,-1 1 4 0 0,10-12-41 0 0,0-1 0 0 0,0 0 1 0 0,-25 20-1 0 0,33-31-41 0 0,1 0-1 0 0,-1 0 1 0 0,1-1-1 0 0,0 1 1 0 0,-1 0-1 0 0,1 1 1 0 0,0-1-1 0 0,0 0 1 0 0,0 0 0 0 0,0 0-1 0 0,0 1 1 0 0,0-1-1 0 0,0 0 1 0 0,0 1-1 0 0,0-1 1 0 0,1 1-1 0 0,-1-1 1 0 0,0 1 0 0 0,1 0-1 0 0,-1-1 1 0 0,1 1-1 0 0,0-1 1 0 0,0 1-1 0 0,-1 0 1 0 0,1-1-1 0 0,1 4 1 0 0,17-16-3451 0 0,-14-2 227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7:40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130 253 640 0 0,'3'2'403'0'0,"0"-1"0"0"0,0 1-1 0 0,0-1 1 0 0,0 0-1 0 0,0 0 1 0 0,0-1 0 0 0,0 1-1 0 0,1 0 1 0 0,-1-1-1 0 0,7 0 1 0 0,-6-10 383 0 0,-1 1-732 0 0,-1 7-52 0 0,0-1-1 0 0,0 1 0 0 0,0 0 0 0 0,-1-1 1 0 0,1 1-1 0 0,-1-1 0 0 0,0 0 1 0 0,1 1-1 0 0,-1-1 0 0 0,0 0 0 0 0,-1 0 1 0 0,1 1-1 0 0,0-1 0 0 0,-1 0 0 0 0,0 0 1 0 0,1 0-1 0 0,-1 0 0 0 0,0 0 1 0 0,-1 0-1 0 0,1-3 0 0 0,0 5 1 0 0,0 0 0 0 0,0 0 0 0 0,0 1 1 0 0,-1-1-1 0 0,1 0 0 0 0,0 0 0 0 0,0 0 0 0 0,0 1 0 0 0,0-1 0 0 0,-1 0 1 0 0,1 0-1 0 0,0 1 0 0 0,-1-1 0 0 0,1 0 0 0 0,-1 1 0 0 0,1-1 0 0 0,-1 0 1 0 0,1 1-1 0 0,-1-1 0 0 0,1 0 0 0 0,-1 1 0 0 0,0-1 0 0 0,1 1 0 0 0,-1-1 1 0 0,0 1-1 0 0,0-1 0 0 0,0 1 8 0 0,0-1-1 0 0,0 1 1 0 0,1-1 0 0 0,-1 1-1 0 0,0-1 1 0 0,1 1 0 0 0,-1-1 0 0 0,0 1-1 0 0,1-1 1 0 0,-1 0 0 0 0,1 1-1 0 0,-1-1 1 0 0,1 0 0 0 0,-1 1 0 0 0,1-1-1 0 0,0 0 1 0 0,-1 0 0 0 0,1 1-1 0 0,0-1 1 0 0,0 0 0 0 0,0 0 0 0 0,-1 0-1 0 0,1 0 1 0 0,0 1 0 0 0,0-1-1 0 0,0-1 1 0 0,-12-5 158 0 0,9 5-120 0 0,22 6 363 0 0,18 1-411 0 0,-32 0 45 0 0,-3-1-23 0 0,-1-4-1 0 0,-1 0-10 0 0,1 0-1 0 0,-1 1 0 0 0,1-1 1 0 0,-1 0-1 0 0,1 0 0 0 0,-1 0 0 0 0,1 0 1 0 0,-1 0-1 0 0,1 1 0 0 0,-1-1 1 0 0,1 0-1 0 0,-1 0 0 0 0,1 0 1 0 0,0 0-1 0 0,-1 0 0 0 0,1 0 1 0 0,-1-1-1 0 0,1 1 0 0 0,-1 0 1 0 0,1 0-1 0 0,-1 0 0 0 0,1 0 1 0 0,-1-1-1 0 0,1 1 0 0 0,-1 0 1 0 0,1-1-1 0 0,-1 1 0 0 0,1 0 0 0 0,-1-1 1 0 0,0 1-1 0 0,1 0 0 0 0,-1-1 1 0 0,0 1-1 0 0,1-1 0 0 0,-1 1 1 0 0,0 0-1 0 0,1-2 0 0 0,-1 2-3 0 0,0 0-1 0 0,-1-1 1 0 0,1 1-1 0 0,0 0 1 0 0,0-1 0 0 0,-1 1-1 0 0,1 0 1 0 0,0 0-1 0 0,-1 0 1 0 0,1-1-1 0 0,0 1 1 0 0,-1 0-1 0 0,1 0 1 0 0,0 0-1 0 0,-1 0 1 0 0,1-1-1 0 0,0 1 1 0 0,-1 0-1 0 0,1 0 1 0 0,0 0-1 0 0,-1 0 1 0 0,1 0-1 0 0,0 0 1 0 0,-1 0 0 0 0,1 0-1 0 0,-1 0 1 0 0,1 0-1 0 0,0 0 1 0 0,-1 0-1 0 0,0 1 1 0 0,1-1-4 0 0,0 0 1 0 0,-1 0-1 0 0,1 0 1 0 0,0 0 0 0 0,-1 0-1 0 0,1 0 1 0 0,-1 0-1 0 0,1 0 1 0 0,0 0-1 0 0,-1 0 1 0 0,1 0 0 0 0,-1 0-1 0 0,1 0 1 0 0,0 0-1 0 0,-1 0 1 0 0,1 0-1 0 0,-1 0 1 0 0,1 0 0 0 0,0-1-1 0 0,-1 1 1 0 0,1 0-1 0 0,0 0 1 0 0,-1 0-1 0 0,1-1 1 0 0,0 1 0 0 0,-1 0-1 0 0,1-1 1 0 0,0 1-1 0 0,0 0 1 0 0,-1-1-1 0 0,1 1 1 0 0,0-1 0 0 0,0 1-1 0 0,-1 0 1 0 0,1-1-1 0 0,0 1 1 0 0,0 0-1 0 0,0 0 1 0 0,0-1-1 0 0,-1 1 1 0 0,1 0-1 0 0,0 0 1 0 0,0-1-1 0 0,-1 1 1 0 0,1 0-1 0 0,0 0 1 0 0,-1 0-1 0 0,1-1 1 0 0,0 1-1 0 0,0 0 1 0 0,-1 0-1 0 0,1 0 1 0 0,0 0-1 0 0,-1 0 1 0 0,1 0-1 0 0,0 0 1 0 0,-1 0-1 0 0,1-1 1 0 0,0 1-1 0 0,-1 0 1 0 0,1 0-1 0 0,0 1 1 0 0,-1-1-1 0 0,1 0 1 0 0,-1 0-1 0 0,1 0 1 0 0,-1 0-1 0 0,1 0 0 0 0,0 0 0 0 0,-1 1 0 0 0,1-1-1 0 0,-1 0 1 0 0,1 0 0 0 0,0 0 0 0 0,-1 0 0 0 0,1 0 0 0 0,0 0-1 0 0,-1 0 1 0 0,1 0 0 0 0,-1 0 0 0 0,1 0 0 0 0,0 0-1 0 0,-1-1 1 0 0,1 1 0 0 0,0 0 0 0 0,-1 0 0 0 0,1 0-1 0 0,0 0 1 0 0,-1 0 0 0 0,1-1 0 0 0,0 1 0 0 0,-1 0 0 0 0,1 0-1 0 0,0-1 1 0 0,0 1 0 0 0,-1 0 0 0 0,1 0 0 0 0,0-1-1 0 0,0 1 1 0 0,-1 0 0 0 0,1-1 0 0 0,0 1 0 0 0,0 0-1 0 0,0-1 1 0 0,-1 0-1 0 0,1 1-1 0 0,0 0 1 0 0,0-1 0 0 0,0 1-1 0 0,0 0 1 0 0,0-1-1 0 0,-1 1 1 0 0,1 0 0 0 0,0-1-1 0 0,0 1 1 0 0,-1 0-1 0 0,1-1 1 0 0,0 1 0 0 0,0 0-1 0 0,-1 0 1 0 0,1-1-1 0 0,0 1 1 0 0,-1 0 0 0 0,1 0-1 0 0,0 0 1 0 0,-1-1-1 0 0,1 1 1 0 0,-1 0 0 0 0,1 0-1 0 0,0 0 1 0 0,-1 0-1 0 0,1 0 1 0 0,0 0 0 0 0,-1 0-1 0 0,1 0 1 0 0,-1 0-1 0 0,1 0 1 0 0,0 0-1 0 0,-1 0 1 0 0,0 0-1 0 0,1 0 0 0 0,0 0 0 0 0,-1 0 0 0 0,1 0 0 0 0,-1 0 1 0 0,1 0-1 0 0,-1 0 0 0 0,1 0 0 0 0,0 0 0 0 0,-1 0 0 0 0,1 0 0 0 0,-1 0 0 0 0,1 0 0 0 0,0-1 0 0 0,-1 1 0 0 0,1 0 0 0 0,0 0 0 0 0,-1 0 0 0 0,1-1 1 0 0,0 1-1 0 0,-1 0 0 0 0,1 0 0 0 0,0-1 0 0 0,-1 1 0 0 0,1 0 0 0 0,0-1 0 0 0,0 1 0 0 0,-1 0 0 0 0,1-1 0 0 0,0 1 0 0 0,0 0 0 0 0,0-1 1 0 0,0 1-1 0 0,-1-1 0 0 0,1 0-1 0 0,0 1 0 0 0,0 0 0 0 0,0-1 0 0 0,0 1 0 0 0,0-1 0 0 0,0 1 0 0 0,-1 0 0 0 0,1-1 0 0 0,0 1 0 0 0,0 0 0 0 0,0 0 0 0 0,-1-1 0 0 0,1 1 0 0 0,0 0 0 0 0,-1-1 0 0 0,1 1 0 0 0,0 0 0 0 0,0 0 0 0 0,-1 0 0 0 0,1-1 0 0 0,0 1 0 0 0,-1 0 0 0 0,1 0 0 0 0,0 0 0 0 0,-1 0 0 0 0,1 0 0 0 0,-1 0 0 0 0,1 0 0 0 0,0-1 0 0 0,-1 1 0 0 0,0 0 0 0 0,0 0 0 0 0,1 0-1 0 0,-1 0 1 0 0,1 0-1 0 0,-1 0 1 0 0,0-1-1 0 0,1 1 1 0 0,-1 0 0 0 0,1 0-1 0 0,-1-1 1 0 0,0 1-1 0 0,1-1 1 0 0,-1 1 0 0 0,1 0-1 0 0,-1-1 1 0 0,1 1-1 0 0,0-1 1 0 0,-1 1 0 0 0,1-1-1 0 0,-1 1 1 0 0,1-1-1 0 0,0 1 1 0 0,-1-1-1 0 0,1 0 1 0 0,0 1 0 0 0,0-1-1 0 0,0 0 1 0 0,-1 1-1 0 0,1-1 1 0 0,0 1 0 0 0,0-1-1 0 0,0 0 1 0 0,0-1-1 0 0,0 1-6 0 0,0 0 1 0 0,1 0-1 0 0,-1 0 0 0 0,0 0 0 0 0,0 0 0 0 0,0 0 0 0 0,-1-1 0 0 0,1 1 0 0 0,0 0 0 0 0,0 0 0 0 0,-1 0 0 0 0,1 0 1 0 0,0 0-1 0 0,-1 0 0 0 0,1 0 0 0 0,-1 0 0 0 0,1 0 0 0 0,-1 0 0 0 0,0 0 0 0 0,1 0 0 0 0,-1 0 0 0 0,0 0 0 0 0,0 0 1 0 0,0 1-1 0 0,0-1 0 0 0,0 0 0 0 0,1 1 0 0 0,-1-1 0 0 0,-2 0 0 0 0,0-1-12 0 0,2 0 14 0 0,0 1 1 0 0,0 0-1 0 0,1-1 1 0 0,-1 1-1 0 0,1-1 0 0 0,-1 1 1 0 0,1-1-1 0 0,0 1 1 0 0,-1-1-1 0 0,1 0 1 0 0,0 1-1 0 0,0-1 1 0 0,0 1-1 0 0,0-1 1 0 0,0 1-1 0 0,1-4 1 0 0,0-1 1 0 0,-5 3 3 0 0,-11 2 13 0 0,2 3-4 0 0,20 2-15 0 0,18 3-10 0 0,-25-8 16 0 0,0 1 0 0 0,0 0 0 0 0,0 0 0 0 0,0 0 0 0 0,1-1 0 0 0,-1 1 0 0 0,0 0 0 0 0,0 0 0 0 0,0-1 0 0 0,0 1 0 0 0,0 0 0 0 0,0 0 0 0 0,0-1 0 0 0,0 1 0 0 0,0 0 0 0 0,0 0 0 0 0,0-1 0 0 0,0 1 0 0 0,0 0 0 0 0,-1 0 0 0 0,1-1 0 0 0,0 1 0 0 0,0 0 0 0 0,0 0 0 0 0,0-1 0 0 0,0 1 0 0 0,0 0 0 0 0,-1 0 0 0 0,1 0 0 0 0,0-1 0 0 0,0 1 0 0 0,0 0 0 0 0,0 0 0 0 0,-1 0 0 0 0,1 0 0 0 0,0-1 0 0 0,0 1 0 0 0,-1 0 0 0 0,1 0 0 0 0,0 0 0 0 0,0 0 0 0 0,-1 0 0 0 0,-10-7 20 0 0,0 1 0 0 0,-1 1 0 0 0,-13-5 0 0 0,28 12-20 0 0,0 0 0 0 0,0-1 0 0 0,0 1 0 0 0,-1 0 0 0 0,1 0 0 0 0,-1 1 0 0 0,1-1 0 0 0,-1 0 0 0 0,0 1 0 0 0,1 0 0 0 0,-1-1 0 0 0,-1 1 0 0 0,1 0 0 0 0,0 0 0 0 0,-1 0 0 0 0,3 6 0 0 0,-4-8 0 0 0,0 0 0 0 0,1 0 1 0 0,-1-1-1 0 0,1 1 1 0 0,-1 0-1 0 0,1 0 0 0 0,0-1 1 0 0,-1 1-1 0 0,1 0 0 0 0,0-1 1 0 0,0 1-1 0 0,-1 0 1 0 0,1-1-1 0 0,0 1 0 0 0,0-1 1 0 0,0 0-1 0 0,-1 1 1 0 0,1-1-1 0 0,0 0 0 0 0,0 1 1 0 0,0-1-1 0 0,1 0 1 0 0,-1 1 3 0 0,3-4 430 0 0,-4-8-410 0 0,0 2 65 0 0,0 6-89 0 0,0 4-3 0 0,0-1 1 0 0,-1 0-1 0 0,1 1 1 0 0,0-1-1 0 0,0 1 1 0 0,0-1-1 0 0,0 1 1 0 0,0-1-1 0 0,0 0 1 0 0,0 1-1 0 0,0-1 1 0 0,0 1-1 0 0,0-1 1 0 0,0 0-1 0 0,0 1 1 0 0,0-1-1 0 0,0 1 1 0 0,1-1-1 0 0,-1 1 1 0 0,0-1-1 0 0,0 0 1 0 0,0 1-1 0 0,1-1 1 0 0,-1 0-1 0 0,0 1 1 0 0,0-1-1 0 0,1 0 1 0 0,-1 1-1 0 0,0-1 1 0 0,1 0-1 0 0,0 1 1 0 0,2 0 2 0 0,-1 0 3 0 0,0-1-1 0 0,0 1 1 0 0,0 0 0 0 0,0 0-1 0 0,0 0 1 0 0,0 0-1 0 0,-1 0 1 0 0,1 0-1 0 0,0 0 1 0 0,0 1-1 0 0,-1-1 1 0 0,1 0-1 0 0,-1 1 1 0 0,1 0-1 0 0,-1-1 1 0 0,0 1 0 0 0,0 0-1 0 0,0 0 1 0 0,1-1-1 0 0,-2 1 1 0 0,1 0-1 0 0,0 0 1 0 0,0 0-1 0 0,-1 0 1 0 0,1 3-1 0 0,-1-5-1 0 0,0 1 0 0 0,1-1 0 0 0,-1 0-1 0 0,0 1 1 0 0,0-1 0 0 0,0 1 0 0 0,0-1-1 0 0,1 1 1 0 0,-1-1 0 0 0,0 0-1 0 0,0 1 1 0 0,1-1 0 0 0,-1 0 0 0 0,0 1-1 0 0,0-1 1 0 0,1 0 0 0 0,-1 1 0 0 0,1-1-1 0 0,-1 0 1 0 0,0 1 0 0 0,1-1 0 0 0,-1 0-1 0 0,1 0 1 0 0,-1 0 0 0 0,0 1-1 0 0,1-1 1 0 0,-1 0 0 0 0,1 0 0 0 0,-1 0-1 0 0,1 0 1 0 0,-1 0 0 0 0,1 0 0 0 0,-1 0-1 0 0,1 0 1 0 0,2 0 20 0 0,-14 2 13 0 0,2-1 25 0 0,0 0 0 0 0,-1 0 1 0 0,1-1-1 0 0,0 0 1 0 0,-1-1-1 0 0,1 0 0 0 0,0-1 1 0 0,0 1-1 0 0,0-2 1 0 0,-10-3-1 0 0,15 2 8 0 0,5 3-67 0 0,0 0 1 0 0,-1 1 0 0 0,1-1-1 0 0,0 0 1 0 0,0 0-1 0 0,-1 1 1 0 0,1-1-1 0 0,0 1 1 0 0,0-1-1 0 0,0 1 1 0 0,0-1 0 0 0,0 1-1 0 0,0 0 1 0 0,0-1-1 0 0,0 1 1 0 0,0 0-1 0 0,0 0 1 0 0,0 0 0 0 0,0 0-1 0 0,0 0 1 0 0,2 0-1 0 0,-3 0 1 0 0,12-2-28 0 0,-1 1 1 0 0,1 1-1 0 0,-1 0 0 0 0,1 0 1 0 0,-1 1-1 0 0,0 1 0 0 0,17 3 1 0 0,-87-1 399 0 0,55-4-293 0 0,0-1-13 0 0,-4 1-54 0 0,8-3-14 0 0,16-2-11 0 0,2 4-41 0 0,-13 1 43 0 0,20 1-43 0 0,-24-1 52 0 0,0 0 0 0 0,-1 0 0 0 0,1 1 0 0 0,0-1 0 0 0,-1 0 0 0 0,1 0 0 0 0,-1 0 0 0 0,1 1 0 0 0,0-1 0 0 0,-1 0 0 0 0,1 0 0 0 0,-1 1 0 0 0,1-1 0 0 0,-1 0 0 0 0,1 1 1 0 0,-1-1-1 0 0,1 1 0 0 0,-1-1 0 0 0,0 1 0 0 0,1-1 0 0 0,-1 1 0 0 0,0-1 0 0 0,1 1 0 0 0,-1-1 0 0 0,0 1 0 0 0,1-1 0 0 0,-1 1 0 0 0,0 0 0 0 0,0-1 0 0 0,0 1 0 0 0,1 0 0 0 0,-2 0 5 0 0,0 0 0 0 0,0 0 0 0 0,0 0 0 0 0,0 0 0 0 0,0 0-1 0 0,0 0 1 0 0,0 0 0 0 0,0 0 0 0 0,0-1 0 0 0,0 1 0 0 0,0-1 0 0 0,0 1 0 0 0,0-1-1 0 0,-1 1 1 0 0,1-1 0 0 0,0 1 0 0 0,0-1 0 0 0,-1 0 0 0 0,1 0 0 0 0,0 0-1 0 0,-1 0 1 0 0,1 0 0 0 0,0 0 0 0 0,-2 0 0 0 0,-30 1 153 0 0,-12-9 150 0 0,41 8-227 0 0,1 0 0 0 0,69-6-574 0 0,-65 6 491 0 0,-1 0-1 0 0,0 0 1 0 0,0 0-1 0 0,0 0 1 0 0,1 0 0 0 0,-1 1-1 0 0,0-1 1 0 0,0 0 0 0 0,0 0-1 0 0,1 0 1 0 0,-1 0-1 0 0,0 0 1 0 0,0 0 0 0 0,0 1-1 0 0,0-1 1 0 0,1 0-1 0 0,-1 0 1 0 0,0 0 0 0 0,0 0-1 0 0,0 1 1 0 0,0-1-1 0 0,0 0 1 0 0,0 0 0 0 0,0 0-1 0 0,0 1 1 0 0,0-1 0 0 0,1 0-1 0 0,-1 0 1 0 0,0 0-1 0 0,0 1 1 0 0,0-1 0 0 0,0 0-1 0 0,0 0 1 0 0,0 1-1 0 0,0-1 1 0 0,0 0 0 0 0,-1 0-1 0 0,1 0 1 0 0,0 1 0 0 0,0-1-1 0 0,0 0 1 0 0,0 0-1 0 0,0 0 1 0 0,0 1 0 0 0,0-1-1 0 0,0 0 1 0 0,0 0-1 0 0,-1 0 1 0 0,1 0 0 0 0,0 1-1 0 0,0-1 1 0 0,0 0-1 0 0,0 0 1 0 0,-1 0 0 0 0,1 0-1 0 0,0 0 1 0 0,0 1 0 0 0,0-1-1 0 0,-1 0 1 0 0,1 0-1 0 0,0 0 1 0 0,-1 0 0 0 0,-8 4-13 0 0,0 1 0 0 0,1 1 0 0 0,-12 8 0 0 0,14-9 6 0 0,-1 0 1 0 0,1-1 0 0 0,-1 0-1 0 0,0 0 1 0 0,-14 5 0 0 0,18-8-45 0 0,3-2-30 0 0,0 1 81 0 0,0 0-1 0 0,0-1 0 0 0,0 1 0 0 0,0-1 1 0 0,0 1-1 0 0,0 0 0 0 0,0-1 1 0 0,0 1-1 0 0,0-1 0 0 0,0 1 0 0 0,0 0 1 0 0,0-1-1 0 0,0 1 0 0 0,0-1 0 0 0,1 1 1 0 0,-1 0-1 0 0,0-1 0 0 0,0 1 1 0 0,0 0-1 0 0,1-1 0 0 0,-1 1 0 0 0,0 0 1 0 0,0-1-1 0 0,1 1 0 0 0,-1 0 0 0 0,0-1 1 0 0,1 1-1 0 0,-1 0 0 0 0,0 0 0 0 0,1-1 1 0 0,-1 1-1 0 0,0 0 0 0 0,1 0 1 0 0,-1 0-1 0 0,0 0 0 0 0,1 0 0 0 0,-1-1 1 0 0,1 1-1 0 0,-1 0 0 0 0,0 0 0 0 0,1 0 1 0 0,0 0-1 0 0,7-6 8 0 0,-8 6-4 0 0,0-1 0 0 0,0 1 0 0 0,1 0 0 0 0,-1-1 0 0 0,0 1 0 0 0,0-1 0 0 0,0 1 0 0 0,1-1 0 0 0,-1 1 0 0 0,0 0 0 0 0,0-1 0 0 0,1 1 0 0 0,-1 0 0 0 0,0-1 0 0 0,1 1 0 0 0,-1 0 0 0 0,0-1 0 0 0,1 1 0 0 0,-1 0 0 0 0,1 0 0 0 0,-1-1 0 0 0,0 1 0 0 0,1 0 0 0 0,-1 0 0 0 0,1 0 0 0 0,-1 0 0 0 0,1-1 0 0 0,-1 1 0 0 0,1 0 0 0 0,-1 0 0 0 0,1 0 0 0 0,0 0 0 0 0,-1 0 0 0 0,1 0 0 0 0,-1 0 0 0 0,1 0 0 0 0,-1 0 0 0 0,1 0 0 0 0,-1 0 0 0 0,0 0 0 0 0,1-1 0 0 0,-1 1 0 0 0,1 0 0 0 0,-1 0 0 0 0,1-1 0 0 0,-1 1 0 0 0,0 0 0 0 0,1 0 0 0 0,-1-1 0 0 0,0 1 0 0 0,1 0 0 0 0,-1-1 0 0 0,0 1 0 0 0,1-1 0 0 0,-1 1 0 0 0,0 0 0 0 0,0-1 0 0 0,1 1 0 0 0,-1-1 0 0 0,0 1 0 0 0,0-1 0 0 0,0 1 0 0 0,0-1 0 0 0,1 0-1 0 0,-1 1 0 0 0,0 0 0 0 0,0-1 0 0 0,0 1 0 0 0,0-1-1 0 0,0 1 1 0 0,1 0 0 0 0,-1-1 0 0 0,0 1 0 0 0,0 0 0 0 0,1-1 0 0 0,-1 1 0 0 0,0 0 0 0 0,0-1-1 0 0,1 1 1 0 0,-1 0 0 0 0,0 0 0 0 0,1 0 0 0 0,-1-1 0 0 0,0 1 0 0 0,1 0 0 0 0,-1 0 0 0 0,1 0-1 0 0,-1 0 1 0 0,0-1 0 0 0,1 1 0 0 0,-1 0 0 0 0,1 0 0 0 0,-1 0 0 0 0,0 0 0 0 0,1 0 0 0 0,-1 0-1 0 0,1 0 1 0 0,0 0 0 0 0,-1 0 0 0 0,1 1 0 0 0,-1-1 0 0 0,0 0 0 0 0,1 0-1 0 0,-1 0 1 0 0,1 0 0 0 0,-1 0 0 0 0,0-1 0 0 0,1 1-1 0 0,-1 0 1 0 0,0 0 0 0 0,1 0 0 0 0,-1 0 0 0 0,1 0 0 0 0,-1 0-1 0 0,0-1 1 0 0,1 1 0 0 0,-1 0 0 0 0,0 0 0 0 0,1 0 0 0 0,-1-1-1 0 0,0 1 1 0 0,0 0 0 0 0,1 0 0 0 0,-1-1 0 0 0,0 1-1 0 0,0 0 1 0 0,1-1 0 0 0,-1 1 0 0 0,0 0 0 0 0,0-1 0 0 0,0 1-1 0 0,0-1 1 0 0,1 1 0 0 0,2-5 1 0 0,8 2-12 0 0,-14 4-16 0 0,2-1 26 0 0,1 0 1 0 0,-1 0-1 0 0,1 1 0 0 0,-1-1 0 0 0,0 0 1 0 0,1 1-1 0 0,-1-1 0 0 0,1 0 0 0 0,-1 1 1 0 0,1-1-1 0 0,-1 1 0 0 0,1-1 0 0 0,-1 1 1 0 0,1-1-1 0 0,-1 1 0 0 0,1-1 0 0 0,-1 1 1 0 0,1-1-1 0 0,0 1 0 0 0,0 0 0 0 0,-1-1 1 0 0,1 2-1 0 0,-1-1 5 0 0,0 0 0 0 0,1 0 0 0 0,-1 1 0 0 0,0-1-1 0 0,1 0 1 0 0,-1 0 0 0 0,0-1 0 0 0,0 1 0 0 0,0 0 0 0 0,0 0 0 0 0,0 0 0 0 0,0 0 0 0 0,0-1 0 0 0,0 1-1 0 0,0-1 1 0 0,0 1 0 0 0,-1-1 0 0 0,1 1 0 0 0,-2 0 0 0 0,-2 1 19 0 0,-4 2 14 0 0,0 0-1 0 0,-1 0 1 0 0,0-1-1 0 0,0 0 1 0 0,-19 3-1 0 0,25-6-155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7:43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24 1681 0 0,'-36'-5'3015'0'0,"21"3"-2203"0"0,14 3-710 0 0,5 0-256 0 0,0 1 207 0 0,-4 1-39 0 0,2 26 326 0 0,-1-29-321 0 0,-1 1 0 0 0,1 0 0 0 0,-1-1 0 0 0,1 1 0 0 0,0-1 0 0 0,-1 1 0 0 0,1-1 0 0 0,0 1 0 0 0,0-1 0 0 0,-1 1 0 0 0,1-1 0 0 0,0 0 0 0 0,0 0 0 0 0,-1 1 0 0 0,1-1 0 0 0,0 0 0 0 0,0 0 0 0 0,0 0 0 0 0,1 0 0 0 0,-2 0-15 0 0,0 0-1 0 0,0 0 1 0 0,0 0 0 0 0,-1 1 0 0 0,1-1 0 0 0,0 0 0 0 0,0 0-1 0 0,0 0 1 0 0,0 0 0 0 0,0 0 0 0 0,0 0 0 0 0,-1 0-1 0 0,1 0 1 0 0,0 0 0 0 0,0 0 0 0 0,0 0 0 0 0,0 1-1 0 0,0-1 1 0 0,0 0 0 0 0,0 0 0 0 0,0 0 0 0 0,0 0 0 0 0,0 0-1 0 0,0 0 1 0 0,0 1 0 0 0,0-1 0 0 0,-1 0 0 0 0,1 0-1 0 0,0 0 1 0 0,0 0 0 0 0,0 0 0 0 0,0 1 0 0 0,0-1-1 0 0,0 0 1 0 0,0 0 0 0 0,1 0 0 0 0,-1 0 0 0 0,0 0 0 0 0,0 0-1 0 0,0 1 1 0 0,0-1 0 0 0,0 0 0 0 0,0 0 0 0 0,0 0-1 0 0,0 0 1 0 0,0 0 0 0 0,0 0 0 0 0,0 0 0 0 0,0 1-1 0 0,0-1 1 0 0,1 0 0 0 0,-1 0 0 0 0,0 0 0 0 0,0 0-1 0 0,0 0 1 0 0,0 0 0 0 0,0 0 0 0 0,0 0 0 0 0,0 0 0 0 0,1 0-1 0 0,-1 0 1 0 0,0 0 0 0 0,-4 2 148 0 0,-6 2-291 0 0,10-3 171 0 0,0-1 0 0 0,0 0 0 0 0,0 0-1 0 0,0 0 1 0 0,-1 0 0 0 0,1 0 0 0 0,0 0 0 0 0,0 0-1 0 0,0 0 1 0 0,-1 0 0 0 0,1-1 0 0 0,0 1 0 0 0,0 0-1 0 0,0 0 1 0 0,0 0 0 0 0,-1 0 0 0 0,1 0-1 0 0,0 0 1 0 0,0 0 0 0 0,0 0 0 0 0,0 0 0 0 0,0 0-1 0 0,-1-1 1 0 0,1 1 0 0 0,0 0 0 0 0,0 0 0 0 0,0 0-1 0 0,0 0 1 0 0,0 0 0 0 0,0-1 0 0 0,0 1 0 0 0,0 0-1 0 0,0 0 1 0 0,0 0 0 0 0,-1 0 0 0 0,1-1-1 0 0,0 1 1 0 0,0 0 0 0 0,0 0 0 0 0,0 0 0 0 0,0 0-1 0 0,0-1 1 0 0,0 1 0 0 0,0 0 0 0 0,0 0 0 0 0,1-1-1 0 0,-1 1 543 0 0,0 0-507 0 0,3 4-54 0 0,23 4-13 0 0,-20-10 0 0 0,-1 1 0 0 0,3 5 0 0 0,6-2 13 0 0,-10 0 41 0 0,-22-10-28 0 0,18 8-23 0 0,-1 0 0 0 0,1 0-1 0 0,0 0 1 0 0,0 0 0 0 0,0 0 0 0 0,0 0-1 0 0,-1 0 1 0 0,1 0 0 0 0,0 0-1 0 0,0 0 1 0 0,0 0 0 0 0,0 0-1 0 0,0 0 1 0 0,-1 0 0 0 0,1 0-1 0 0,0 0 1 0 0,0-1 0 0 0,0 1 0 0 0,0 0-1 0 0,0 0 1 0 0,0 0 0 0 0,-1 0-1 0 0,1 0 1 0 0,0 0 0 0 0,0 0-1 0 0,0-1 1 0 0,0 1 0 0 0,0 0-1 0 0,0 0 1 0 0,0 0 0 0 0,0 0 0 0 0,0 0-1 0 0,0-1 1 0 0,0 1 0 0 0,0 0-1 0 0,0 0 1 0 0,0 0 0 0 0,-1 0-1 0 0,1-1 1 0 0,1 1 0 0 0,-1 0 0 0 0,0 0-1 0 0,0 0 1 0 0,0 0 0 0 0,0 0-1 0 0,0-1 1 0 0,0 1 0 0 0,0 0-1 0 0,0 0 2 0 0,0 0 0 0 0,0-1-1 0 0,0 1 1 0 0,0 0-1 0 0,0 0 1 0 0,0 0-1 0 0,0 0 1 0 0,0 0-1 0 0,0-1 1 0 0,0 1 0 0 0,0 0-1 0 0,0 0 1 0 0,0 0-1 0 0,0 0 1 0 0,0-1-1 0 0,0 1 1 0 0,0 0 0 0 0,0 0-1 0 0,0 0 1 0 0,0 0-1 0 0,0 0 1 0 0,0-1-1 0 0,0 1 1 0 0,0 0 0 0 0,0 0-1 0 0,-1 0 1 0 0,1 0-1 0 0,0 0 1 0 0,0 0-1 0 0,0 0 1 0 0,0-1 0 0 0,0 1-1 0 0,0 0 1 0 0,0 0-1 0 0,-1 0 1 0 0,1 0-1 0 0,0 0 1 0 0,0 0-1 0 0,0 0 1 0 0,0 0 0 0 0,0 0-1 0 0,-1 0 1 0 0,1 0-1 0 0,0 0 1 0 0,0 0-1 0 0,0 0 1 0 0,0 0 0 0 0,-1 0-1 0 0,-10-4 77 0 0,22 3-26 0 0,-7 4-142 0 0,0 0-25 0 0,33 15 20 0 0,-37-18 93 0 0,0 0 0 0 0,0 0 0 0 0,0 0-1 0 0,0 0 1 0 0,0 0 0 0 0,1 0 0 0 0,-1 0 0 0 0,0 0-1 0 0,0 0 1 0 0,0 0 0 0 0,0 0 0 0 0,0 0 0 0 0,0 0 0 0 0,1 0-1 0 0,-1 0 1 0 0,0 0 0 0 0,0 0 0 0 0,0 0 0 0 0,0 0 0 0 0,0 0-1 0 0,0 1 1 0 0,0-1 0 0 0,1 0 0 0 0,-1 0 0 0 0,0 0 0 0 0,0 0-1 0 0,0 0 1 0 0,0 0 0 0 0,0 0 0 0 0,0 0 0 0 0,0 0-1 0 0,0 1 1 0 0,0-1 0 0 0,0 0 0 0 0,0 0 0 0 0,0 0 0 0 0,0 0-1 0 0,0 0 1 0 0,0 0 0 0 0,0 1 0 0 0,0-1 0 0 0,0 0 0 0 0,0 0-1 0 0,0 0 1 0 0,0 0 0 0 0,0 0 0 0 0,0 0 0 0 0,0 1 0 0 0,0-1-1 0 0,0 0 1 0 0,0 0 0 0 0,0 0 0 0 0,0 0 0 0 0,0 0-1 0 0,0 0 1 0 0,0 0 0 0 0,0 1 0 0 0,0-1 0 0 0,0 3-28 0 0,19 3-1 0 0,-19-6 63 0 0,6 4-9 0 0,-27-12 130 0 0,15 5-127 0 0,4 3-22 0 0,1-1 0 0 0,-1 1 0 0 0,1-1 0 0 0,-1 1 0 0 0,1-1 0 0 0,-1 0 0 0 0,1 0 0 0 0,0 0 0 0 0,-1 1 0 0 0,1-1 0 0 0,0 0 0 0 0,-2-2 1 0 0,3 2-5 0 0,0 1 0 0 0,0 0 1 0 0,0-1-1 0 0,0 1 0 0 0,0 0 1 0 0,0-1-1 0 0,0 1 1 0 0,0 0-1 0 0,-1-1 0 0 0,1 1 1 0 0,0 0-1 0 0,0 0 0 0 0,0-1 1 0 0,0 1-1 0 0,-1 0 1 0 0,1 0-1 0 0,0-1 0 0 0,0 1 1 0 0,-1 0-1 0 0,1 0 1 0 0,0 0-1 0 0,0-1 0 0 0,-1 1 1 0 0,1 0-1 0 0,0 0 0 0 0,-1 0 1 0 0,1 0-1 0 0,0 0 1 0 0,0 0-1 0 0,-1 0 0 0 0,1-1 1 0 0,0 1-1 0 0,-1 0 0 0 0,1 0 1 0 0,0 0-1 0 0,-1 0 1 0 0,1 0-1 0 0,0 0 0 0 0,-1 1 1 0 0,1-1-1 0 0,-1 0 1 0 0,1 0 0 0 0,-1 0-1 0 0,1 0 1 0 0,-1 0 0 0 0,1 0-1 0 0,-1 0 1 0 0,1 0 0 0 0,0 0-1 0 0,-1 0 1 0 0,1 0 0 0 0,-1-1-1 0 0,1 1 1 0 0,-1 0 0 0 0,1 0 0 0 0,-1 0-1 0 0,1 0 1 0 0,0-1 0 0 0,-1 1-1 0 0,1 0 1 0 0,0-1 0 0 0,-1 1-1 0 0,1 0 1 0 0,0 0 0 0 0,-1-1-1 0 0,1 1 1 0 0,0-1 0 0 0,-1 1 0 0 0,1 0-1 0 0,0-1 1 0 0,0 1 0 0 0,0-1-1 0 0,-1 1 1 0 0,1 0 0 0 0,0-1-1 0 0,0 1 1 0 0,0-1 0 0 0,0 1-1 0 0,0-1 1 0 0,0 1 0 0 0,0-1 0 0 0,0 1-1 0 0,0-1 1 0 0,4 0-70 0 0,14 2 1 0 0,4 3 39 0 0,-3-3 18 0 0,-13-8 15 0 0,-8-6 10 0 0,2 4-6 0 0,0 8-7 0 0,0 0 0 0 0,1 0 0 0 0,-1 0-1 0 0,0 0 1 0 0,0 0 0 0 0,0 0 0 0 0,0 0 0 0 0,0 0-1 0 0,0 0 1 0 0,0 0 0 0 0,-1-1 0 0 0,1 1 0 0 0,0 0-1 0 0,-1 0 1 0 0,1 0 0 0 0,0 0 0 0 0,-1 0 0 0 0,1 1-1 0 0,-1-1 1 0 0,0 0 0 0 0,1 0 0 0 0,-1 0 0 0 0,0 0 0 0 0,1 0-1 0 0,-1 1 1 0 0,0-1 0 0 0,0 0 0 0 0,0 1 0 0 0,0-1-1 0 0,0 1 1 0 0,1-1 0 0 0,-1 1 0 0 0,0-1 0 0 0,0 1-1 0 0,0 0 1 0 0,0-1 0 0 0,-1 1 0 0 0,1 0 0 0 0,0 0-1 0 0,0 0 1 0 0,0-1 0 0 0,0 1 0 0 0,-1 1 0 0 0,-61-3-5473 0 0,41-3 2562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7:45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70 1040 0 0,'-11'7'2207'0'0,"11"-7"-2139"0"0,-1 0-1 0 0,1 1 1 0 0,0-1-1 0 0,-1 0 0 0 0,1 0 1 0 0,0 0-1 0 0,-1 0 1 0 0,1 0-1 0 0,0 0 0 0 0,-1 0 1 0 0,1 0-1 0 0,0 0 1 0 0,-1 0-1 0 0,1 0 0 0 0,0 0 1 0 0,-1 0-1 0 0,1 0 0 0 0,0-1 1 0 0,-1 1-1 0 0,1 0 1 0 0,0 0-1 0 0,0 0 0 0 0,-1 0 1 0 0,1-1-1 0 0,0 1 1 0 0,-1 0-1 0 0,1 0 0 0 0,0 0 1 0 0,0-1-1 0 0,-1 1 1 0 0,1 0-1 0 0,0 0 0 0 0,0-1 1 0 0,0 1-1 0 0,0 0 1 0 0,-1-1-1 0 0,1 1 0 0 0,0 0 1 0 0,0-1-1 0 0,0 1 1 0 0,0 0-1 0 0,0-1 0 0 0,0 1 1 0 0,0 0-1 0 0,0-1 0 0 0,0 1 1 0 0,0 0-1 0 0,0-1 1 0 0,-1 0 202 0 0,0-9 204 0 0,2 9-465 0 0,-1 1 0 0 0,1-1 0 0 0,0 0 0 0 0,-1 1 0 0 0,1-1 0 0 0,0 1 0 0 0,-1-1 0 0 0,1 1 0 0 0,0-1 0 0 0,0 1 0 0 0,0 0 0 0 0,-1 0 0 0 0,1-1 0 0 0,0 1 0 0 0,0 0 0 0 0,0 0 0 0 0,0 0 0 0 0,0 0 0 0 0,0 0 0 0 0,-1 0 0 0 0,1 0 0 0 0,0 0 0 0 0,1 0 0 0 0,-1 0-38 0 0,4-2-16 0 0,-25 0 146 0 0,12-3-35 0 0,2 5-86 0 0,-3-3 119 0 0,6-13 63 0 0,1 14-162 0 0,2 2-3 0 0,20-8 72 0 0,2-1-55 0 0,-18 6-28 0 0,-4 3 12 0 0,0 1-1 0 0,0-1 0 0 0,0 0 1 0 0,0 1-1 0 0,0-1 1 0 0,0 0-1 0 0,0 1 0 0 0,0-1 1 0 0,-1 0-1 0 0,1 1 0 0 0,0-1 1 0 0,0 0-1 0 0,0 1 1 0 0,0-1-1 0 0,-1 0 0 0 0,1 1 1 0 0,0-1-1 0 0,0 0 1 0 0,-1 0-1 0 0,1 1 0 0 0,0-1 1 0 0,0 0-1 0 0,-1 0 0 0 0,1 0 1 0 0,0 1-1 0 0,-1-1 1 0 0,1 0-1 0 0,0 0 0 0 0,-1 0 1 0 0,1 0-1 0 0,0 0 1 0 0,-1 0-1 0 0,1 0 0 0 0,0 0 1 0 0,-1 0-1 0 0,1 0 0 0 0,0 0 1 0 0,-1 0-1 0 0,1 0 1 0 0,0 0-1 0 0,-1 0 0 0 0,1 0 1 0 0,-1 0-1 0 0,1 0 3 0 0,-1 0-1 0 0,1 0 1 0 0,0 0-1 0 0,-1 0 1 0 0,1 0 0 0 0,0 0-1 0 0,-1 0 1 0 0,1 0-1 0 0,-1 0 1 0 0,1 0 0 0 0,0 0-1 0 0,-1 0 1 0 0,1 0-1 0 0,0 0 1 0 0,-1 0-1 0 0,1 0 1 0 0,0 0 0 0 0,-1 1-1 0 0,1-1 1 0 0,0 0-1 0 0,-1 0 1 0 0,1 0 0 0 0,0 1-1 0 0,0-1 1 0 0,-1 0-1 0 0,1 0 1 0 0,0 1 0 0 0,0-1-1 0 0,-1 0 1 0 0,1 1-1 0 0,0-1 1 0 0,0 0-1 0 0,0 1 1 0 0,-1-1 0 0 0,1 0-1 0 0,0 1 1 0 0,0-1-1 0 0,0 0 1 0 0,0 1 0 0 0,0-1-1 0 0,0 0 1 0 0,0 1-1 0 0,0 0 1 0 0,0-1 2 0 0,0 0-1 0 0,0 1 1 0 0,-1-1-1 0 0,1 0 1 0 0,0 1 0 0 0,0-1-1 0 0,0 0 1 0 0,0 0-1 0 0,-1 1 1 0 0,1-1 0 0 0,0 0-1 0 0,0 0 1 0 0,-1 1 0 0 0,1-1-1 0 0,0 0 1 0 0,0 0-1 0 0,-1 0 1 0 0,1 1 0 0 0,0-1-1 0 0,-1 0 1 0 0,1 0-1 0 0,0 0 1 0 0,-1 0 0 0 0,1 0-1 0 0,0 0 1 0 0,-1 1 0 0 0,1-1-1 0 0,0 0 1 0 0,-1 0-1 0 0,1 0 1 0 0,0 0 0 0 0,-1 0-1 0 0,1-1 1 0 0,0 1-1 0 0,-1 0 1 0 0,1 0 0 0 0,0 0-1 0 0,-1 0 1 0 0,0 0 0 0 0,1 0 0 0 0,0-1-1 0 0,-1 1 1 0 0,1 0 0 0 0,0 0 0 0 0,-1 0 0 0 0,1 0-1 0 0,0 0 1 0 0,-1 0 0 0 0,1 0 0 0 0,0 0 0 0 0,-1 0-1 0 0,1 0 1 0 0,0 0 0 0 0,-1 0 0 0 0,1 0 0 0 0,0 0-1 0 0,-1 1 1 0 0,1-1 0 0 0,0 0 0 0 0,-1 0 0 0 0,1 0-1 0 0,0 0 1 0 0,0 1 0 0 0,-1-1 0 0 0,1 0 0 0 0,0 0-1 0 0,0 1 1 0 0,-1-1 0 0 0,1 0 0 0 0,0 0 0 0 0,0 1-1 0 0,0-1 1 0 0,-1 0 0 0 0,1 1 0 0 0,0-1 0 0 0,0 0-1 0 0,0 1 1 0 0,0 2 12 0 0,0-2-30 0 0,0 0 1 0 0,0 0 0 0 0,0 0-1 0 0,0 0 1 0 0,0 0 0 0 0,-1 0-1 0 0,1 1 1 0 0,0-1 0 0 0,0 0 0 0 0,-1 0-1 0 0,1 0 1 0 0,-1 0 0 0 0,1 0-1 0 0,-1 0 1 0 0,1 0 0 0 0,-1-1-1 0 0,1 1 1 0 0,-1 0 0 0 0,0 0 0 0 0,0 0-1 0 0,1 0 1 0 0,-1-1 0 0 0,0 1-1 0 0,0 0 1 0 0,0-1 0 0 0,-1 1-1 0 0,-3 5-64 0 0,-3 8-103 0 0,-9 7-7 0 0,2-2 84 0 0,8-6 51 0 0,-8-3 55 0 0,15-10 2 0 0,0 0 0 0 0,-1 0 0 0 0,1-1 0 0 0,0 1 0 0 0,0 0 0 0 0,0 0 0 0 0,-1 0 0 0 0,1 0 0 0 0,0 0 0 0 0,0 0 0 0 0,0 0 0 0 0,0 0 0 0 0,-1 0 0 0 0,1 0 0 0 0,0-1 0 0 0,0 1 0 0 0,0 0 0 0 0,0 0 0 0 0,0 0 0 0 0,0 0 0 0 0,-1 0 0 0 0,1-1 0 0 0,0 1 0 0 0,0 0 0 0 0,0 0 0 0 0,0 0-1 0 0,0 0 1 0 0,0-1 0 0 0,0 1 0 0 0,0 0 0 0 0,0 0 0 0 0,0 0 0 0 0,0-1 0 0 0,0 1 0 0 0,0 0 0 0 0,0 0 0 0 0,0 0 0 0 0,0-1 0 0 0,0 1 0 0 0,0 0 0 0 0,0 0 0 0 0,0 0 0 0 0,0 0 0 0 0,0-1 0 0 0,0 1 0 0 0,0 0 0 0 0,0 0 0 0 0,1 0 0 0 0,-1 0 0 0 0,0-1 0 0 0,0 1 0 0 0,0 0-1 0 0,0 0 1 0 0,0 0 0 0 0,1 0 0 0 0,-1 0 0 0 0,0 0 0 0 0,0-1 0 0 0,0 1 0 0 0,0 0 0 0 0,1 0 0 0 0,-1 0 0 0 0,0 0 0 0 0,0 0 0 0 0,0 0 0 0 0,0 0 0 0 0,1 0 0 0 0,10-8 53 0 0,-1 0-1 0 0,16-17 1 0 0,4-3 34 0 0,-23 19-63 0 0,-7 9-27 0 0,1-1 0 0 0,-1 0 0 0 0,1 1 0 0 0,-1-1 0 0 0,1 1 0 0 0,-1-1 0 0 0,1 1 0 0 0,0-1 0 0 0,-1 1 0 0 0,1-1 1 0 0,-1 1-1 0 0,1-1 0 0 0,0 1 0 0 0,0 0 0 0 0,-1-1 0 0 0,1 1 0 0 0,0 0 0 0 0,-1-1 0 0 0,1 1 0 0 0,0 0 0 0 0,0 0 0 0 0,0 0 0 0 0,-1 0 0 0 0,1 0 0 0 0,0 0 0 0 0,1 0 0 0 0,-3 0 1 0 0,0 0 0 0 0,-1 0 0 0 0,1 0 0 0 0,0 1 0 0 0,0-1 0 0 0,0 0 0 0 0,0 1 0 0 0,0-1 0 0 0,0 0 0 0 0,0 1 0 0 0,0 0 0 0 0,0-1 0 0 0,0 1 0 0 0,0-1 0 0 0,0 1 0 0 0,0 0 0 0 0,0 0 0 0 0,0 0 0 0 0,1-1 0 0 0,-2 3 0 0 0,1-2 0 0 0,1 0 0 0 0,-1 0 0 0 0,1 0 0 0 0,-1 0 0 0 0,0 0 0 0 0,0 0 0 0 0,1 0 0 0 0,-1 0 0 0 0,0 0 0 0 0,0 0 0 0 0,0 0 0 0 0,0-1 0 0 0,0 1 0 0 0,0 0 0 0 0,-1 0 0 0 0,-10 9 0 0 0,6-5 18 0 0,-1 0 0 0 0,1-1 0 0 0,-1 0 0 0 0,1 0 0 0 0,-1-1 0 0 0,-15 5-1 0 0,6-1 85 0 0,14-7-17 0 0,-2-3-55 0 0,24-3-132 0 0,-16 0 152 0 0,-4 6-44 0 0,0 0-1 0 0,0 0 1 0 0,0-1-1 0 0,0 1 1 0 0,0 0-1 0 0,0-1 1 0 0,0 1-1 0 0,0 0 1 0 0,0 0-1 0 0,0-1 1 0 0,0 1-1 0 0,0 0 1 0 0,0 0 0 0 0,0-1-1 0 0,0 1 1 0 0,0 0-1 0 0,1 0 1 0 0,-1-1-1 0 0,0 1 1 0 0,0 0-1 0 0,0 0 1 0 0,0-1-1 0 0,1 1 1 0 0,-1 0-1 0 0,0 0 1 0 0,0 0 0 0 0,1 0-1 0 0,-1-1 1 0 0,0 1-1 0 0,0 0 1 0 0,1 0-1 0 0,2-1 11 0 0,1-1 0 0 0,-1 1 0 0 0,1-1 0 0 0,-1 0 0 0 0,0 0 0 0 0,0 0 0 0 0,0 0 0 0 0,0 0 0 0 0,4-5 0 0 0,-9 10-25 0 0,-1-1 0 0 0,0 0 0 0 0,0 1 1 0 0,0-1-1 0 0,0 0 0 0 0,0 0 0 0 0,-6 2 0 0 0,-24 16 27 0 0,14-9-45 0 0,31-15 266 0 0,-12 4-292 0 0,0 0 1 0 0,0-1 0 0 0,0 1 0 0 0,-1 0 0 0 0,1 0-1 0 0,0 0 1 0 0,0 0 0 0 0,0 0 0 0 0,0 0 0 0 0,-1-1 0 0 0,1 1-1 0 0,0 0 1 0 0,0 0 0 0 0,0 0 0 0 0,0 0 0 0 0,0-1-1 0 0,-1 1 1 0 0,1 0 0 0 0,0 0 0 0 0,0 0 0 0 0,0-1-1 0 0,0 1 1 0 0,0 0 0 0 0,0 0 0 0 0,0 0 0 0 0,0-1 0 0 0,0 1-1 0 0,0 0 1 0 0,0 0 0 0 0,0-1 0 0 0,0 1 0 0 0,0 0-1 0 0,0 0 1 0 0,0 0 0 0 0,0-1 0 0 0,0 1 0 0 0,0 0-1 0 0,0 0 1 0 0,0 0 0 0 0,1-1 0 0 0,-1 1 0 0 0,0 0-1 0 0,0 0 1 0 0,0 0 0 0 0,0-1 0 0 0,0 1 0 0 0,1 0 0 0 0,-1 0-1 0 0,0 0 1 0 0,0 0 0 0 0,0 0 0 0 0,0-1 0 0 0,1 1-1 0 0,-1 0 1 0 0,0 0 0 0 0,0 0 0 0 0,0 0 0 0 0,1 0-1 0 0,-1 0 1 0 0,0 0 0 0 0,0 0 0 0 0,1 0 0 0 0,-1 0-1 0 0,0 0 1 0 0,0 0 0 0 0,0 0 0 0 0,1 0 0 0 0,-1 0 0 0 0,0 0-1 0 0,-18-4-2761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07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111 376 240 0 0,'-5'1'1013'0'0,"5"-1"-877"0"0,-1 0-1 0 0,0 0 1 0 0,1 0 0 0 0,-1 0 0 0 0,0 0 0 0 0,1 0 0 0 0,-1 0 0 0 0,1 0 0 0 0,-1 0 0 0 0,0 1 0 0 0,1-1 0 0 0,-1 0 0 0 0,0 0 0 0 0,1 1 0 0 0,-1-1 0 0 0,1 0 0 0 0,-1 1 0 0 0,1-1 0 0 0,-1 0 0 0 0,1 1 0 0 0,-1-1 0 0 0,1 1 0 0 0,-1-1 0 0 0,1 1 0 0 0,0-1 0 0 0,-1 1 0 0 0,1 0 0 0 0,0-1 0 0 0,-1 1 0 0 0,1-1 0 0 0,0 1 0 0 0,0 0-1 0 0,-1-1 1 0 0,1 1 0 0 0,0 0 0 0 0,0-1 0 0 0,0 1 0 0 0,0 0 0 0 0,0-1 0 0 0,0 1 0 0 0,0 0 0 0 0,0 0-130 0 0,0-1 1 0 0,0 0-1 0 0,0 1 0 0 0,0-1 1 0 0,0 0-1 0 0,0 1 0 0 0,-1-1 0 0 0,1 0 1 0 0,0 1-1 0 0,0-1 0 0 0,0 0 1 0 0,0 1-1 0 0,-1-1 0 0 0,1 0 0 0 0,0 0 1 0 0,0 1-1 0 0,-1-1 0 0 0,1 0 0 0 0,0 0 1 0 0,-1 0-1 0 0,1 1 0 0 0,0-1 1 0 0,0 0-1 0 0,-1 0 0 0 0,1 0 0 0 0,0 0 1 0 0,-1 0-1 0 0,1 0 0 0 0,0 1 1 0 0,-1-1-1 0 0,1 0 0 0 0,-1 0 0 0 0,1 0 1 0 0,0 0-1 0 0,-1 0 0 0 0,1-1 0 0 0,-1 1 7 0 0,1 0 0 0 0,-1 0 0 0 0,1 0 0 0 0,-1 0 0 0 0,1 0 0 0 0,-1 0-1 0 0,1 1 1 0 0,-1-1 0 0 0,1 0 0 0 0,-1 0 0 0 0,1 0 0 0 0,-1 0 0 0 0,1 0-1 0 0,0 1 1 0 0,-1-1 0 0 0,1 0 0 0 0,-1 0 0 0 0,1 1 0 0 0,0-1 0 0 0,-1 0-1 0 0,1 1 1 0 0,0-1 0 0 0,-1 0 0 0 0,1 1 0 0 0,0-1 0 0 0,0 1 0 0 0,-1-1-1 0 0,1 0 1 0 0,0 1 0 0 0,0-1 0 0 0,0 1 0 0 0,-1-1 0 0 0,1 1 0 0 0,0-1-1 0 0,0 1 1 0 0,0-1 0 0 0,0 1 0 0 0,0 0 0 0 0,0-1 0 0 0,0 1 0 0 0,0-1 0 0 0,-1 0 0 0 0,1 1 0 0 0,0-1 0 0 0,0 0 1 0 0,0 1-1 0 0,-1-1 0 0 0,1 0 0 0 0,0 1 0 0 0,0-1 0 0 0,-1 0 0 0 0,1 1 0 0 0,0-1 0 0 0,-1 0 1 0 0,1 0-1 0 0,0 1 0 0 0,-1-1 0 0 0,1 0 0 0 0,0 0 0 0 0,-1 0 0 0 0,1 1 0 0 0,-1-1 0 0 0,1 0 1 0 0,0 0-1 0 0,-1 0 0 0 0,1 0 0 0 0,-1 0 0 0 0,1 0 0 0 0,-1 0 0 0 0,1 0 0 0 0,-1 0 0 0 0,0 0-4 0 0,1 0-1 0 0,0 0 0 0 0,-1 0 1 0 0,1 0-1 0 0,-1 0 0 0 0,1 0 1 0 0,0 0-1 0 0,-1 0 0 0 0,1 0 1 0 0,-1 0-1 0 0,1 0 0 0 0,0 0 0 0 0,-1 1 1 0 0,1-1-1 0 0,-1 0 0 0 0,1 0 1 0 0,0 0-1 0 0,-1 1 0 0 0,1-1 1 0 0,0 0-1 0 0,-1 0 0 0 0,1 1 1 0 0,0-1-1 0 0,0 0 0 0 0,-1 1 1 0 0,1-1-1 0 0,0 0 0 0 0,0 1 1 0 0,-1-1-1 0 0,1 0 0 0 0,0 1 1 0 0,0 0-1 0 0,-19 12 379 0 0,21-12-388 0 0,8 0 197 0 0,-12-2 214 0 0,1 1-392 0 0,1 0 1 0 0,-1-1-1 0 0,0 1 1 0 0,0-1-1 0 0,0 1 0 0 0,0-1 1 0 0,1 1-1 0 0,-1-1 1 0 0,0 1-1 0 0,1-1 1 0 0,-1 0-1 0 0,0 1 0 0 0,1-1 1 0 0,-1 0-1 0 0,1 0 1 0 0,-1 1-1 0 0,1-1 1 0 0,-1 0-1 0 0,1-1 0 0 0,0 1-11 0 0,0 0 0 0 0,1 0 0 0 0,-1 0-1 0 0,1 0 1 0 0,-1 0 0 0 0,1 0-1 0 0,-1 0 1 0 0,1 0 0 0 0,0 0-1 0 0,-1 1 1 0 0,1-1 0 0 0,0 0-1 0 0,0 1 1 0 0,-1-1 0 0 0,1 0-1 0 0,0 1 1 0 0,0-1 0 0 0,0 1-1 0 0,2-2 1 0 0,0 0 20 0 0,29-40 210 0 0,-23 29-205 0 0,0 0 0 0 0,15-15 0 0 0,1 4 3 0 0,-13 13-20 0 0,0-1 0 0 0,21-26 0 0 0,-21 19 6 0 0,-2 4-10 0 0,0 0 1 0 0,1 1-1 0 0,12-13 1 0 0,70-72 68 0 0,-87 93-81 0 0,-4 5 0 0 0,-1 0 1 0 0,0 0-1 0 0,0 0 1 0 0,0 0-1 0 0,0 0 0 0 0,0 0 1 0 0,0 0-1 0 0,0 0 1 0 0,0 0-1 0 0,-1 0 1 0 0,1-1-1 0 0,0 1 0 0 0,-1 0 1 0 0,1 0-1 0 0,-1-1 1 0 0,1 1-1 0 0,-1-1 1 0 0,1 1-1 0 0,-1 0 1 0 0,0-1-1 0 0,0-1 0 0 0,4 0-52 0 0,11 2 26 0 0,-19 1 17 0 0,4 0 8 0 0,-1 0 1 0 0,1 0 0 0 0,-1-1 0 0 0,1 1 0 0 0,-1 0 0 0 0,1 0-1 0 0,-1 0 1 0 0,1 0 0 0 0,-1 0 0 0 0,1 0 0 0 0,-1 1 0 0 0,1-1-1 0 0,-1 0 1 0 0,1 0 0 0 0,-1 0 0 0 0,1 0 0 0 0,-1 1 0 0 0,1-1 0 0 0,-1 0-1 0 0,1 0 1 0 0,-1 1 0 0 0,1-1 0 0 0,0 0 0 0 0,-1 1 0 0 0,1-1-1 0 0,0 0 1 0 0,-1 1 0 0 0,1-1 0 0 0,0 1 0 0 0,-1-1 0 0 0,1 1-1 0 0,0-1 1 0 0,0 1 0 0 0,-1-1 0 0 0,1 1 0 0 0,0-1 0 0 0,0 1-1 0 0,0-1 1 0 0,0 1 0 0 0,0-1 0 0 0,0 1 0 0 0,0-1 0 0 0,0 1-1 0 0,0-1 1 0 0,0 1 0 0 0,0-1 0 0 0,0 2 0 0 0,0-2 1 0 0,0 1 1 0 0,0 0 0 0 0,0-1 0 0 0,0 1 0 0 0,0-1-1 0 0,-1 1 1 0 0,1 0 0 0 0,0-1 0 0 0,0 1-1 0 0,0-1 1 0 0,-1 1 0 0 0,1-1 0 0 0,0 1-1 0 0,-1-1 1 0 0,1 1 0 0 0,-1-1 0 0 0,1 1-1 0 0,0-1 1 0 0,-1 1 0 0 0,1-1 0 0 0,-1 0-1 0 0,1 1 1 0 0,-1-1 0 0 0,0 0 0 0 0,1 1-1 0 0,-2-1 1 0 0,1 1 1 0 0,1-1-1 0 0,-1 0 1 0 0,0 1 0 0 0,0-1-1 0 0,1 1 1 0 0,-1-1 0 0 0,0 1-1 0 0,1-1 1 0 0,-1 1 0 0 0,1 0-1 0 0,-1-1 1 0 0,1 1 0 0 0,-1 0-1 0 0,1-1 1 0 0,-1 1 0 0 0,1 0-1 0 0,-1 0 1 0 0,1-1 0 0 0,0 1-1 0 0,0 0 1 0 0,-1 0 0 0 0,1 0-1 0 0,0-1 1 0 0,0 1-1 0 0,0 0 1 0 0,0 0 0 0 0,0 1-1 0 0,-1 3 2 0 0,0 0 0 0 0,-1 0-1 0 0,1 0 1 0 0,-1 0 0 0 0,0 0-1 0 0,-1 0 1 0 0,1-1 0 0 0,-1 1-1 0 0,0-1 1 0 0,0 1 0 0 0,0-1-1 0 0,-8 7 1 0 0,-15 26 2 0 0,20-23 1 0 0,-1 0 0 0 0,0 0 0 0 0,-1-1-1 0 0,0 0 1 0 0,-1 0 0 0 0,-13 13-1 0 0,19-20-58 0 0,3-10 40 0 0,0 3 13 0 0,0 0 0 0 0,1 0 0 0 0,-1 1 0 0 0,1-1 0 0 0,-1 0 0 0 0,1 0 0 0 0,0 1 0 0 0,-1-1 0 0 0,1 0 0 0 0,0 1 0 0 0,-1-1 0 0 0,1 1 0 0 0,0-1 0 0 0,0 1 0 0 0,0-1 0 0 0,0 1 0 0 0,-1-1 0 0 0,3 0 0 0 0,1-1 0 0 0,1-4 14 0 0,-1 1 1 0 0,0-1 0 0 0,0 0-1 0 0,4-9 1 0 0,-5 8 5 0 0,1 0 0 0 0,0 1 0 0 0,0-1 0 0 0,8-7 0 0 0,-9 11-13 0 0,-1 0-1 0 0,1 1 1 0 0,0 0-1 0 0,0 0 1 0 0,0 0-1 0 0,0 0 1 0 0,1 0-1 0 0,-1 0 1 0 0,0 1-1 0 0,1 0 1 0 0,-1-1-1 0 0,1 1 1 0 0,0 0-1 0 0,-1 1 1 0 0,1-1-1 0 0,0 1 1 0 0,-1 0-1 0 0,6 0 1 0 0,-1 1 4 0 0,0 0 1 0 0,-1 0-1 0 0,1 1 1 0 0,0 0-1 0 0,-1 0 0 0 0,1 1 1 0 0,-1 0-1 0 0,11 6 1 0 0,-16-8-10 0 0,0 0 0 0 0,0 0 1 0 0,0 0-1 0 0,0 0 0 0 0,0 0 1 0 0,0 1-1 0 0,0-1 0 0 0,-1 1 0 0 0,1-1 1 0 0,-1 1-1 0 0,1 0 0 0 0,-1 0 1 0 0,0 0-1 0 0,1-1 0 0 0,-1 1 0 0 0,0 0 1 0 0,0 0-1 0 0,0 1 0 0 0,-1-1 0 0 0,1 0 1 0 0,0 0-1 0 0,-1 0 0 0 0,0 0 1 0 0,1 1-1 0 0,-1-1 0 0 0,0 0 0 0 0,0 0 1 0 0,0 1-1 0 0,0-1 0 0 0,-1 0 1 0 0,1 0-1 0 0,-1 1 0 0 0,1-1 0 0 0,-1 0 1 0 0,0 0-1 0 0,0 0 0 0 0,0 0 0 0 0,0 0 1 0 0,0 0-1 0 0,-1 2 0 0 0,-1 0 4 0 0,0-1 0 0 0,-1 0 0 0 0,1 1-1 0 0,0-1 1 0 0,-1-1 0 0 0,0 1 0 0 0,1 0-1 0 0,-1-1 1 0 0,0 0 0 0 0,-7 3-1 0 0,2-3 1 0 0,1 0-1 0 0,0 0 0 0 0,0-1 0 0 0,-1 0 0 0 0,-14-1 0 0 0,-58-7 515 0 0,80 7-514 0 0,1 0 0 0 0,0 0 0 0 0,0 0 1 0 0,-1 0-1 0 0,1 0 0 0 0,0-1 0 0 0,0 1 0 0 0,-1 0 0 0 0,1 0 1 0 0,0-1-1 0 0,0 1 0 0 0,0 0 0 0 0,-1 0 0 0 0,1-1 0 0 0,0 1 0 0 0,0 0 1 0 0,0 0-1 0 0,0-1 0 0 0,0 1 0 0 0,0 0 0 0 0,0-1 0 0 0,0 1 1 0 0,-1 0-1 0 0,1 0 0 0 0,0-1 0 0 0,0 1 0 0 0,0 0 0 0 0,0-1 0 0 0,1 1 1 0 0,-1 0-1 0 0,0-1 0 0 0,0 1 0 0 0,0 0 0 0 0,0-1 0 0 0,0 1 1 0 0,0 0-1 0 0,0 0 0 0 0,0-1 0 0 0,1 1 0 0 0,-1 0 0 0 0,0 0 1 0 0,0-1-1 0 0,0 1 0 0 0,1 0 0 0 0,-1 0 0 0 0,0 0 0 0 0,0-1 0 0 0,1 1 1 0 0,-1 0-1 0 0,0 0 0 0 0,1 0 0 0 0,11-2 17 0 0,0 0 0 0 0,1 2 0 0 0,-1-1 0 0 0,0 2-1 0 0,1 0 1 0 0,16 3 0 0 0,-25-4-19 0 0,-1 1 0 0 0,0 0 0 0 0,0-1 0 0 0,0 1 1 0 0,0 1-1 0 0,0-1 0 0 0,0 0 0 0 0,0 1 0 0 0,0-1 0 0 0,0 1 0 0 0,-1 0 0 0 0,1 0 0 0 0,-1 0 0 0 0,1 0 0 0 0,3 5 1 0 0,-5-6-1 0 0,0 1 0 0 0,-1 0 1 0 0,1-1-1 0 0,0 1 1 0 0,-1 0-1 0 0,1 0 1 0 0,-1-1-1 0 0,0 1 1 0 0,1 0-1 0 0,-1 0 1 0 0,0 0-1 0 0,0-1 1 0 0,0 1-1 0 0,-1 0 1 0 0,1 0-1 0 0,0 0 1 0 0,-1-1-1 0 0,1 1 1 0 0,-1 0-1 0 0,-1 2 1 0 0,-1 2-29 0 0,0 0 0 0 0,-1 0 0 0 0,0-1 1 0 0,0 1-1 0 0,-1-1 0 0 0,1 0 0 0 0,-1-1 0 0 0,0 1 1 0 0,-1-1-1 0 0,1 0 0 0 0,-1 0 0 0 0,1 0 1 0 0,-10 3-1 0 0,-13 5-601 0 0,-1-2 0 0 0,0-1 0 0 0,0-2 0 0 0,-1 0 0 0 0,0-2-1 0 0,-57 2 1 0 0,-2-11-2496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09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55 1121 0 0,'3'-23'3717'0'0,"10"14"-2580"0"0,-10 8-1123 0 0,0-10 594 0 0,-3 11-591 0 0,0 0 1 0 0,0-1-1 0 0,0 1 0 0 0,0 0 1 0 0,0-1-1 0 0,0 1 0 0 0,0 0 1 0 0,0 0-1 0 0,0-1 0 0 0,0 1 0 0 0,0 0 1 0 0,0-1-1 0 0,0 1 0 0 0,0 0 1 0 0,0-1-1 0 0,0 1 0 0 0,0 0 1 0 0,1 0-1 0 0,-1-1 0 0 0,0 1 1 0 0,0 0-1 0 0,0 0 0 0 0,0-1 1 0 0,1 1-1 0 0,-1 0 0 0 0,0 0 1 0 0,0 0-1 0 0,0-1 0 0 0,1 1 1 0 0,-1 0-1 0 0,0 0 0 0 0,0 0 1 0 0,1 0-1 0 0,-1-1 0 0 0,8 0-5 0 0,-7 1 14 0 0,-1 0 1 0 0,0 0 0 0 0,1 0 0 0 0,-1-1-1 0 0,0 1 1 0 0,0 0 0 0 0,1 0-1 0 0,-1 0 1 0 0,0 0 0 0 0,1 0 0 0 0,-1 0-1 0 0,0 0 1 0 0,1 0 0 0 0,-1 0-1 0 0,0 0 1 0 0,1 0 0 0 0,-1 0 0 0 0,0 0-1 0 0,1 1 1 0 0,-1-1 0 0 0,0 0-1 0 0,1 0 1 0 0,-1 0 0 0 0,0 0 0 0 0,0 0-1 0 0,1 1 1 0 0,-1-1 0 0 0,0 0-1 0 0,1 0 1 0 0,-1 0 0 0 0,0 1-1 0 0,0-1 1 0 0,0 0 0 0 0,1 1 0 0 0,-1-1-1 0 0,0 0 1 0 0,0 0 0 0 0,0 1-1 0 0,0-1 1 0 0,0 0 0 0 0,1 1 0 0 0,-1-1-1 0 0,0 0 1 0 0,0 1 0 0 0,0-1-1 0 0,0 0 1 0 0,0 1 0 0 0,0-1 0 0 0,0 0-1 0 0,0 1 1 0 0,0-1 0 0 0,0 0-1 0 0,0 1 1 0 0,-1-1 0 0 0,1 0 0 0 0,0 1-1 0 0,0-1 1 0 0,0 0 0 0 0,0 1 213 0 0,-1 2-197 0 0,1 0 0 0 0,-1 0 0 0 0,1 0 0 0 0,0 0 0 0 0,0 0 0 0 0,0 1 0 0 0,0-1 0 0 0,1 4 0 0 0,0 4-17 0 0,0 1-12 0 0,-1-10-9 0 0,0 1 1 0 0,1-1-1 0 0,-1 1 1 0 0,0-1-1 0 0,0 1 1 0 0,0-1-1 0 0,-1 1 1 0 0,1-1-1 0 0,0 1 1 0 0,-1-1-1 0 0,0 0 1 0 0,0 1-1 0 0,1-1 1 0 0,-1 0-1 0 0,-1 1 1 0 0,-1 2-1 0 0,-15 9 59 0 0,15-13-50 0 0,0 1 0 0 0,1-1 0 0 0,-1 1 1 0 0,1 0-1 0 0,-1-1 0 0 0,1 1 0 0 0,0 0 0 0 0,0 0 0 0 0,0 1 0 0 0,0-1 0 0 0,0 0 0 0 0,0 1 0 0 0,1-1 0 0 0,-1 1 0 0 0,1-1 0 0 0,0 1 0 0 0,-1 0 0 0 0,1 0 0 0 0,0-1 0 0 0,1 1 0 0 0,-2 6 1 0 0,2 183 531 0 0,0-192-545 0 0,0 0-1 0 0,1-1 0 0 0,-1 1 1 0 0,0 0-1 0 0,0-1 1 0 0,0 1-1 0 0,0 0 0 0 0,1-1 1 0 0,-1 1-1 0 0,0 0 0 0 0,0-1 1 0 0,1 1-1 0 0,-1 0 0 0 0,0 0 1 0 0,0 0-1 0 0,1-1 0 0 0,-1 1 1 0 0,0 0-1 0 0,1 0 0 0 0,-1 0 1 0 0,0 0-1 0 0,1-1 0 0 0,-1 1 1 0 0,0 0-1 0 0,1 0 0 0 0,-1 0 1 0 0,0 0-1 0 0,1 0 0 0 0,-1 0 1 0 0,0 0-1 0 0,1 0 0 0 0,-1 0 1 0 0,1 0-1 0 0,-1 0 2 0 0,1 0 1 0 0,-1 0-1 0 0,1 0 0 0 0,-1 0 0 0 0,1 0 1 0 0,-1 0-1 0 0,1 0 0 0 0,-1 0 1 0 0,1 0-1 0 0,-1 0 0 0 0,0 0 0 0 0,1 0 1 0 0,-1-1-1 0 0,1 1 0 0 0,-1 0 0 0 0,0 0 1 0 0,1 0-1 0 0,-1-1 0 0 0,1 1 1 0 0,-1 0-1 0 0,0-1 0 0 0,1 1 0 0 0,-1 0 1 0 0,0-1-1 0 0,0 1 0 0 0,1 0 0 0 0,-1-1 1 0 0,0 1-1 0 0,0-1 0 0 0,1 1 0 0 0,-1 0 1 0 0,0-1-1 0 0,0 1 0 0 0,0-1 1 0 0,0 0-1 0 0,2-3 9 0 0,-1 0 1 0 0,1 1 0 0 0,0-1-1 0 0,0 0 1 0 0,0 1-1 0 0,0-1 1 0 0,1 1-1 0 0,-1 0 1 0 0,1-1 0 0 0,0 1-1 0 0,0 1 1 0 0,0-1-1 0 0,4-3 1 0 0,5-5-1 0 0,-5 4 1 0 0,13-12 81 0 0,-1-1 1 0 0,-1-1 0 0 0,21-31 0 0 0,-32 41 24 0 0,1 1 0 0 0,0-1 0 0 0,1 2-1 0 0,0-1 1 0 0,12-9 0 0 0,-16 7 34 0 0,-5 10-622 0 0,-1 6-426 0 0,-3 6-1238 0 0,-14 7-1788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7:29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23 1201 0 0,'-63'14'5402'0'0,"71"-13"-4481"0"0,-8-1-874 0 0,0 0 0 0 0,1 0 0 0 0,-1 0 0 0 0,1 0 0 0 0,-1 0 1 0 0,1 0-1 0 0,-1 0 0 0 0,1 0 0 0 0,-1-1 0 0 0,0 1 0 0 0,1 0 0 0 0,-1 0 0 0 0,1-1 0 0 0,-1 1 0 0 0,0 0 0 0 0,1 0 0 0 0,-1-1 0 0 0,0 1 0 0 0,1 0 0 0 0,-1-1 0 0 0,0 1 0 0 0,0 0 1 0 0,1-1-1 0 0,-1 1 0 0 0,0-1 0 0 0,0 1 0 0 0,0 0 0 0 0,1-1 0 0 0,-1 1 0 0 0,0-1 0 0 0,0 1 0 0 0,0-1 0 0 0,0 0 0 0 0,0 0 33 0 0,50 1 1 0 0,3-1 79 0 0,62 7-1 0 0,-26 3-159 0 0,-23 0 67 0 0,-35-7-22 0 0,-24-4-27 0 0,0 0-1 0 0,9-1-4 0 0,35-1 81 0 0,-29 4-41 0 0,0 0-39 0 0,0 1-14 0 0,0 3 0 0 0,27 0 0 0 0,-31-3 0 0 0,4 0 13 0 0,0 2 40 0 0,-7-3-53 0 0,-8 1-53 0 0,60 12 40 0 0,-49-11 13 0 0,4 2 0 0 0,1 0 0 0 0,-1 0 0 0 0,0-2 0 0 0,0 1 13 0 0,0 0 44 0 0,-23-5-44 0 0,24 6-21 0 0,0 1 13 0 0,-1-1-5 0 0,111 25 0 0 0,-101-23 0 0 0,-28-5 0 0 0,9 6 0 0 0,5-3 0 0 0,26 1 0 0 0,-3 0 0 0 0,-23-2 0 0 0,-14-6-14 0 0,-11 3-87 0 0,6 0 99 0 0,1 0 1 0 0,-1 0-1 0 0,1 0 1 0 0,-1 0-1 0 0,1 1 0 0 0,-1-1 1 0 0,0 0-1 0 0,1 0 1 0 0,-1 0-1 0 0,1 0 1 0 0,-1 0-1 0 0,1 0 1 0 0,-1-1-1 0 0,1 1 0 0 0,-1 0 1 0 0,1 0-1 0 0,-1 0 1 0 0,1 0-1 0 0,-1-1 1 0 0,1 1-1 0 0,-1 0 0 0 0,1-1 1 0 0,-1 1-1 0 0,1 0 1 0 0,-1-1-1 0 0,1 1 1 0 0,0 0-1 0 0,-1-2 1 0 0,-2 1 10 0 0,1-1 0 0 0,-1 0 0 0 0,1 0 1 0 0,-1 1-1 0 0,1-1 0 0 0,-1 1 0 0 0,0 0 1 0 0,0 0-1 0 0,-3-1 0 0 0,-1-1 72 0 0,-85-39 2227 0 0,30 16-991 0 0,48 21-1053 0 0,0 0-1 0 0,-26-15 0 0 0,35 17 241 0 0,-15-10-4331 0 0,20 13 3652 0 0,0-1 0 0 0,-1 1 0 0 0,1 0 0 0 0,0-1 0 0 0,-1 1 0 0 0,1 0 0 0 0,0 0 0 0 0,0-1 0 0 0,0 1 0 0 0,-1-1 0 0 0,1 1 0 0 0,0 0 0 0 0,0-1-1 0 0,0 1 1 0 0,0 0 0 0 0,0-1 0 0 0,0 1 0 0 0,0-1 0 0 0,-1 1 0 0 0,1-1 0 0 0,0 1 0 0 0,0 0 0 0 0,1-1 0 0 0,-1 1 0 0 0,0-1 0 0 0,0 1 0 0 0,0 0 0 0 0,0-1 0 0 0,0 1 0 0 0,0-1 0 0 0,0 1 0 0 0,1 0 0 0 0,-1-1 0 0 0,0 1 0 0 0,0 0-1 0 0,1-1 1 0 0,-1 1 0 0 0,0 0 0 0 0,0 0 0 0 0,1-1 0 0 0,-1 1 0 0 0,0 0 0 0 0,1-1 0 0 0,-1 1 0 0 0,0 0 0 0 0,1 0 0 0 0,0-1 0 0 0,17-4-2373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7:30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1 640 0 0,'-67'38'4082'0'0,"1"-1"-2241"0"0,26-13-1441 0 0,17-6-320 0 0,-21 10 400 0 0,22-5 1 0 0,-1-3-161 0 0,23-6-400 0 0,-22-5-400 0 0,22-14-1281 0 0,45-9-2961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13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86 400 0 0,'-4'0'1694'0'0,"-55"-10"2682"0"0,37 5-3816 0 0,-1 1 94 0 0,20 4-414 0 0,-1 0-14 0 0,-11 0-39 0 0,12 0 40 0 0,-1 0 13 0 0,-78 0 654 0 0,79 0-427 0 0,6 0-387 0 0,20-5 13 0 0,-5 5-40 0 0,160 6 121 0 0,-93 5-161 0 0,-71-9 25 0 0,-7-1-45 0 0,1 0 1 0 0,0-1 0 0 0,-1 0-1 0 0,1-1 1 0 0,0 1 0 0 0,-1-1-1 0 0,14-4 1 0 0,42-14 73 0 0,-63 19-49 0 0,0 0 1 0 0,-1 0-1 0 0,1 0 1 0 0,0 0-1 0 0,0 0 1 0 0,-1 0 0 0 0,1 0-1 0 0,0 0 1 0 0,0 0-1 0 0,-1 0 1 0 0,1 0 0 0 0,0 0-1 0 0,0-1 1 0 0,-1 1-1 0 0,1 0 1 0 0,0 0-1 0 0,0 0 1 0 0,0 0 0 0 0,-1-1-1 0 0,1 1 1 0 0,0 0-1 0 0,0 0 1 0 0,0 0-1 0 0,0-1 1 0 0,-1 1 0 0 0,1 0-1 0 0,0 0 1 0 0,0-1-1 0 0,0 1 1 0 0,0 0 0 0 0,0 0-1 0 0,0-1 1 0 0,0 1-1 0 0,0 0 1 0 0,0 0-1 0 0,0-1 1 0 0,0 1 0 0 0,0 0-1 0 0,0 0 1 0 0,0-1-1 0 0,0 1 1 0 0,0 0-1 0 0,0 0 1 0 0,0-1 0 0 0,0 1-1 0 0,0 0 1 0 0,0 0-1 0 0,0-1 1 0 0,1 1 0 0 0,-1 0-1 0 0,0 0 1 0 0,0-1-1 0 0,0 1 1 0 0,0 0-1 0 0,1 0 1 0 0,-1 0 0 0 0,0 0-1 0 0,0-1 1 0 0,0 1-1 0 0,1 0 1 0 0,-1 0 0 0 0,0 0-1 0 0,0 0 1 0 0,0 0-1 0 0,1 0 1 0 0,-1-1-1 0 0,0 1 1 0 0,1 0 0 0 0,-18-6 699 0 0,-153-27 2564 0 0,126 28-3082 0 0,40 5-1320 0 0,22 0-2082 0 0,49 0-4455 0 0,-45 0 4883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14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0 1681 0 0,'-22'0'1921'0'0,"-1"6"0"0"0,-43 12 159 0 0,-1 15-719 0 0,1-9-1041 0 0,43-10-320 0 0,6 0-160 0 0,-6-5-400 0 0,1-9-1201 0 0,22-9-3041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29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33 1441 0 0,'-10'0'903'0'0,"-13"0"838"0"0,23 0-1692 0 0,-1 0 0 0 0,1 0 0 0 0,-1 0 0 0 0,1 0-1 0 0,-1 0 1 0 0,1 0 0 0 0,-1 0 0 0 0,1 0 0 0 0,-1 0-1 0 0,1 0 1 0 0,0-1 0 0 0,-1 1 0 0 0,1 0 0 0 0,-1 0-1 0 0,1 0 1 0 0,0-1 0 0 0,-1 1 0 0 0,1 0 0 0 0,0-1-1 0 0,-1 1 1 0 0,1 0 0 0 0,0-1 0 0 0,-1 1 0 0 0,1 0-1 0 0,0-1 1 0 0,0 1 0 0 0,-1 0 0 0 0,1-1 0 0 0,0 1 0 0 0,0-1-1 0 0,0 1 1 0 0,-1-1 0 0 0,-17-1 431 0 0,14-3 470 0 0,4 3-432 0 0,0 6 1016 0 0,4-5-1521 0 0,21-4-8 0 0,1 2 0 0 0,47-1 0 0 0,17-2-20 0 0,-68 6-34 0 0,23 5-49 0 0,-23-1 98 0 0,12 4 0 0 0,-29-8 0 0 0,22 3 0 0 0,-19-2 0 0 0,29 1-13 0 0,26-2-67 0 0,-41 1-67 0 0,-18 2 67 0 0,-4-1 86 0 0,-1-1 0 0 0,1 1 1 0 0,0 0-1 0 0,-1 0 0 0 0,1 0 0 0 0,-1 0 0 0 0,0-1 0 0 0,1 1 1 0 0,-1 0-1 0 0,0-1 0 0 0,0 1 0 0 0,0 0 0 0 0,0-1 1 0 0,0 1-1 0 0,-1-1 0 0 0,1 0 0 0 0,0 1 0 0 0,-1-1 1 0 0,1 0-1 0 0,-1 0 0 0 0,-2 2 0 0 0,-14 15 178 0 0,15-13-145 0 0,1-1-1 0 0,-1 0 1 0 0,0 0-1 0 0,0 0 1 0 0,-1-1 0 0 0,1 1-1 0 0,-1-1 1 0 0,-7 6-1 0 0,3-3 15 0 0,6-4-37 0 0,0-1-1 0 0,0 0 1 0 0,0 1-1 0 0,1 0 0 0 0,-1-1 1 0 0,1 1-1 0 0,0 0 1 0 0,-1 0-1 0 0,1 0 0 0 0,0 0 1 0 0,0 0-1 0 0,0 0 1 0 0,0 0-1 0 0,0 0 1 0 0,1 1-1 0 0,-1-1 0 0 0,1 0 1 0 0,-1 0-1 0 0,1 1 1 0 0,0-1-1 0 0,0 3 0 0 0,-7 28 127 0 0,-6 7-45 0 0,9-29-87 0 0,1 0 0 0 0,-1-1 0 0 0,-1 1-1 0 0,-7 12 1 0 0,11-20-11 0 0,-17 30-180 0 0,18-32 149 0 0,0-1 1 0 0,0 1-1 0 0,0 0 1 0 0,0-1-1 0 0,0 1 1 0 0,-1 0 0 0 0,1-1-1 0 0,0 1 1 0 0,1 0-1 0 0,-1-1 1 0 0,0 1-1 0 0,0 0 1 0 0,0-1 0 0 0,0 1-1 0 0,0 0 1 0 0,1-1-1 0 0,-1 1 1 0 0,0 0-1 0 0,1-1 1 0 0,-1 1 0 0 0,0-1-1 0 0,1 1 1 0 0,-1-1-1 0 0,1 1 1 0 0,-1-1-1 0 0,0 1 1 0 0,1-1 0 0 0,-1 1-1 0 0,1-1 1 0 0,0 1-1 0 0,-1-1 1 0 0,1 0 0 0 0,-1 1-1 0 0,1-1 1 0 0,0 0-1 0 0,-1 0 1 0 0,1 1-1 0 0,0-1 1 0 0,-1 0 0 0 0,1 0-1 0 0,0 0 1 0 0,0 0-1 0 0,3 1-1462 0 0,0-1-293 0 0,14 0-748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31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36 160 0 0,'20'3'1853'0'0,"-19"-3"-1736"0"0,0 1-1 0 0,-1-1 1 0 0,1 0 0 0 0,0 0 0 0 0,0 1 0 0 0,0-1-1 0 0,0 0 1 0 0,-1 0 0 0 0,1 0 0 0 0,0 0-1 0 0,0 0 1 0 0,0 0 0 0 0,0-1 0 0 0,-1 1 0 0 0,1 0-1 0 0,0 0 1 0 0,0-1 0 0 0,0 1 0 0 0,-1 0-1 0 0,1-1 1 0 0,0 1 0 0 0,0 0 0 0 0,0-2 0 0 0,-1 2-51 0 0,0-1 14 0 0,0-3 0 0 0,0 3 0 0 0,-13 5 277 0 0,-14 2 87 0 0,27-6-442 0 0,0 0 1 0 0,0 0-1 0 0,1 0 1 0 0,-1 0 0 0 0,0 0-1 0 0,0 0 1 0 0,0 0-1 0 0,0 0 1 0 0,0 0 0 0 0,0 0-1 0 0,0 0 1 0 0,1 0-1 0 0,-1 0 1 0 0,0 0-1 0 0,0 0 1 0 0,0 0 0 0 0,0 0-1 0 0,0 0 1 0 0,0 0-1 0 0,0 0 1 0 0,1 0 0 0 0,-1 0-1 0 0,0 0 1 0 0,0 0-1 0 0,0 0 1 0 0,0 0-1 0 0,0 0 1 0 0,0 0 0 0 0,0 0-1 0 0,0 0 1 0 0,1 0-1 0 0,-1 0 1 0 0,0-1-1 0 0,0 1 1 0 0,0 0 0 0 0,0 0-1 0 0,0 0 1 0 0,0 0-1 0 0,0 0 1 0 0,0 0 0 0 0,0 0-1 0 0,0 0 1 0 0,0-1-1 0 0,0 1 1 0 0,0 0-1 0 0,0 0 1 0 0,0 0 0 0 0,0 0-1 0 0,0 0 1 0 0,0 0-1 0 0,0 0 1 0 0,0-1 0 0 0,0 1-1 0 0,0 0 1 0 0,0 0-1 0 0,0 0 1 0 0,0 0-1 0 0,0 0 1 0 0,0 0 0 0 0,0 0-1 0 0,0-1 1 0 0,15 1 10 0 0,-12 0 134 0 0,9 0-147 0 0,-12 0 24 0 0,0 1 1 0 0,0-1 0 0 0,1 0 0 0 0,-1 0 0 0 0,0 0-1 0 0,0 0 1 0 0,1 0 0 0 0,-1 0 0 0 0,0 0 0 0 0,0 0 0 0 0,1 0-1 0 0,-1 0 1 0 0,0 0 0 0 0,0 0 0 0 0,0 0 0 0 0,1 0-1 0 0,-1 0 1 0 0,0 0 0 0 0,0-1 0 0 0,1 1 0 0 0,-1 0 0 0 0,0 0-1 0 0,0 0 1 0 0,0 0 0 0 0,1 0 0 0 0,-1 0 0 0 0,0-1-1 0 0,0 1 1 0 0,0 0 0 0 0,0 0 0 0 0,1 0 0 0 0,-1 0 0 0 0,0-1-1 0 0,0 1 1 0 0,0 0 0 0 0,0 0 0 0 0,0 0 0 0 0,0-1-1 0 0,0 1 1 0 0,0 0 0 0 0,0 0 0 0 0,1-1 0 0 0,-1 1 0 0 0,0 0-1 0 0,0 0 1 0 0,0-1 0 0 0,0 1 0 0 0,0 0 0 0 0,0 0-1 0 0,0 0 1 0 0,-1-1 0 0 0,1 1 0 0 0,0 0 0 0 0,0 0 0 0 0,0-1-1 0 0,0 1 1 0 0,0 0 0 0 0,0 0 0 0 0,0 0 0 0 0,0-1-1 0 0,-1 1 1 0 0,1-2-56 0 0,1 0 41 0 0,-1 2-12 0 0,-16-8 88 0 0,15 7-65 0 0,-1-4 52 0 0,2 1-21 0 0,3 1-38 0 0,10 0-16 0 0,-11 7 5 0 0,2-1-71 0 0,11-2 55 0 0,-15-1 19 0 0,0 1-1 0 0,1-1 1 0 0,-1 0 0 0 0,0 0 0 0 0,1 1 0 0 0,-1-1 0 0 0,0 0 0 0 0,1 1 0 0 0,-1-1 0 0 0,0 1-1 0 0,0-1 1 0 0,0 0 0 0 0,1 1 0 0 0,-1-1 0 0 0,0 1 0 0 0,0-1 0 0 0,0 1 0 0 0,0-1 0 0 0,0 0 0 0 0,0 1-1 0 0,0-1 1 0 0,0 1 0 0 0,0-1 0 0 0,0 1 0 0 0,0-1 0 0 0,0 1 0 0 0,0-1 0 0 0,0 0 0 0 0,0 1-1 0 0,-1-1 1 0 0,1 1 0 0 0,0-1 0 0 0,0 1 0 0 0,0-1 0 0 0,-1 0 0 0 0,1 1 0 0 0,0-1 0 0 0,0 0 0 0 0,-1 1-1 0 0,1-1 1 0 0,0 0 0 0 0,-1 1 0 0 0,-18-1 621 0 0,19 0-632 0 0,0-1 0 0 0,1 1 0 0 0,-1-1 0 0 0,0 1 0 0 0,0 0-1 0 0,1-1 1 0 0,-1 1 0 0 0,0 0 0 0 0,0-1 0 0 0,1 1 0 0 0,-1 0 0 0 0,0 0 0 0 0,1-1 0 0 0,-1 1 0 0 0,0 0-1 0 0,1 0 1 0 0,-1 0 0 0 0,0-1 0 0 0,1 1 0 0 0,-1 0 0 0 0,0 0 0 0 0,1 0 0 0 0,-1 0 0 0 0,1 0 0 0 0,-1 0-1 0 0,1 0 1 0 0,-1 0 0 0 0,0 0 0 0 0,1 0 0 0 0,0 0 0 0 0,-1 0 0 0 0,1 0 0 0 0,-1 0 0 0 0,1 0 0 0 0,-1 0 0 0 0,0 0 0 0 0,1 0 0 0 0,-1 0-1 0 0,1 0 1 0 0,-1 0 0 0 0,1-1 0 0 0,-1 1 0 0 0,1 0 0 0 0,-1 0 0 0 0,0 0 0 0 0,1 0 0 0 0,-1-1 0 0 0,0 1 0 0 0,1 0 0 0 0,-1 0 0 0 0,0-1 0 0 0,1 1 0 0 0,-1 0-1 0 0,0-1 1 0 0,1 1 0 0 0,-1 0 0 0 0,0-1 0 0 0,0 1 0 0 0,1-1 0 0 0,-1 1 0 0 0,0 0 0 0 0,0-1 0 0 0,1 0-2 0 0,-1 0 1 0 0,1 1-1 0 0,-1-1 1 0 0,1 0-1 0 0,-1 1 0 0 0,1-1 1 0 0,-1 1-1 0 0,1-1 1 0 0,-1 1-1 0 0,1 0 1 0 0,0-1-1 0 0,-1 1 1 0 0,1-1-1 0 0,-1 1 0 0 0,1 0 1 0 0,0 0-1 0 0,0-1 1 0 0,-1 1-1 0 0,1 0 1 0 0,0 0-1 0 0,-1 0 0 0 0,1 0 1 0 0,0 0-1 0 0,0 0 1 0 0,1 0-1 0 0,20-1-132 0 0,-21 1 129 0 0,3 0-70 0 0,-4 1 13 0 0,0 0 82 0 0,0 1-1 0 0,0-1 1 0 0,0 1 0 0 0,0-1 0 0 0,0 1-1 0 0,0 0 1 0 0,-1-1 0 0 0,1 1 0 0 0,-1-1-1 0 0,1 1 1 0 0,-1-1 0 0 0,1 0 0 0 0,-1 1-1 0 0,0-1 1 0 0,0 1 0 0 0,0-1 0 0 0,1 0-1 0 0,-1 0 1 0 0,-1 0 0 0 0,1 1 0 0 0,0-1-1 0 0,-2 1 1 0 0,0 0 41 0 0,0-1 0 0 0,-1 0 1 0 0,1 0-1 0 0,0 0 0 0 0,-1 0 0 0 0,1 0 1 0 0,-7 0-1 0 0,-12 3 316 0 0,18-3-327 0 0,2-1-22 0 0,-25-7 149 0 0,108-6-866 0 0,-41 19 534 0 0,-39-6 161 0 0,-1 1 1 0 0,0-1 0 0 0,0 0-1 0 0,1 0 1 0 0,-1 0-1 0 0,0 0 1 0 0,0 1-1 0 0,1-1 1 0 0,-1 0-1 0 0,0 0 1 0 0,0 1-1 0 0,0-1 1 0 0,1 0-1 0 0,-1 0 1 0 0,0 1 0 0 0,0-1-1 0 0,0 0 1 0 0,0 1-1 0 0,0-1 1 0 0,0 0-1 0 0,1 0 1 0 0,-1 1-1 0 0,0-1 1 0 0,0 0-1 0 0,0 1 1 0 0,0-1-1 0 0,0 0 1 0 0,0 1 0 0 0,0-1-1 0 0,0 0 1 0 0,0 1-1 0 0,-1-1 1 0 0,1 0-1 0 0,0 0 1 0 0,0 1-1 0 0,0-1 1 0 0,0 0-1 0 0,0 1 1 0 0,0-1-1 0 0,-1 0 1 0 0,1 0 0 0 0,0 1-1 0 0,0-1 1 0 0,-1 0-1 0 0,1 0 1 0 0,0 1-1 0 0,0-1 1 0 0,0 0-1 0 0,-1 0 1 0 0,1 0-1 0 0,-1 1 1 0 0,-11 2 93 0 0,0 0-1 0 0,0 0 1 0 0,0-1 0 0 0,-1 0 0 0 0,1-1-1 0 0,-1-1 1 0 0,0 0 0 0 0,1-1-1 0 0,-24-4 1 0 0,33 5-96 0 0,2 0-4 0 0,-1 0 1 0 0,1 0-1 0 0,0 0 0 0 0,0 0 0 0 0,0-1 0 0 0,1 1 0 0 0,-1 0 0 0 0,0 0 0 0 0,0-1 1 0 0,0 1-1 0 0,0 0 0 0 0,0-1 0 0 0,0 1 0 0 0,0-1 0 0 0,0 1 0 0 0,0-1 0 0 0,1 0 1 0 0,-2-1-1 0 0,2 2-302 0 0,22 0-8404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37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 1841 0 0,'0'0'2774'0'0,"-4"0"-1199"0"0,3 0-1235 0 0,0 0-250 0 0,1 0-1 0 0,-1 0 0 0 0,0-1 1 0 0,1 1-1 0 0,-1 0 1 0 0,0 0-1 0 0,1 0 1 0 0,-1 0-1 0 0,1 0 1 0 0,-1 0-1 0 0,0 0 1 0 0,1 0-1 0 0,-1 0 0 0 0,0 1 1 0 0,1-1-1 0 0,-1 0 1 0 0,1 0-1 0 0,-1 0 1 0 0,1 1-1 0 0,-1-1 1 0 0,0 0-1 0 0,1 1 0 0 0,-1-1 1 0 0,1 0-1 0 0,-1 1 1 0 0,1-1-1 0 0,0 1 1 0 0,-2 0-1 0 0,-12-6 3753 0 0,134 17-3347 0 0,-48-3-657 0 0,13 3-5267 0 0,-81-12 2006 0 0,-8-3 1684 0 0,-14 2-569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37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24 2721 0 0,'-1'1'276'0'0,"1"0"1"0"0,-1 0-1 0 0,0-1 0 0 0,0 1 0 0 0,0 0 0 0 0,0-1 1 0 0,0 1-1 0 0,0-1 0 0 0,0 1 0 0 0,0-1 1 0 0,0 1-1 0 0,0-1 0 0 0,0 0 0 0 0,0 0 0 0 0,0 1 1 0 0,-2-1-1 0 0,122-7 1039 0 0,50 1-483 0 0,-97 10-834 0 0,-19 0-1011 0 0,55-4 1 0 0,-105 0 755 0 0,-2 0 137 0 0,0 0 0 0 0,-1 0 0 0 0,1 0 0 0 0,0 1 0 0 0,0-1 0 0 0,-1 0 1 0 0,1 0-1 0 0,0 0 0 0 0,0 0 0 0 0,-1 0 0 0 0,1 0 0 0 0,0-1 0 0 0,0 1 0 0 0,-1 0 0 0 0,1 0 0 0 0,0 0 0 0 0,-1-1 0 0 0,1 1 0 0 0,0 0 0 0 0,-1-1 0 0 0,1 1 0 0 0,-1-1 0 0 0,1 1 0 0 0,0-1 0 0 0,-1 1 0 0 0,1-1 0 0 0,-1 1 0 0 0,1-1 0 0 0,-1 1 0 0 0,1-1 0 0 0,-1 0 0 0 0,0 1 0 0 0,1-1 0 0 0,-1 0 0 0 0,0 1 0 0 0,0-1 0 0 0,1 0 0 0 0,-1 1 0 0 0,0-2 0 0 0,0-12-2201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44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23 127 320 0 0,'19'-14'1331'0'0,"-2"-1"-1"0"0,1 0 1 0 0,17-22 0 0 0,-31 33-1113 0 0,0 0 0 0 0,0 1-1 0 0,0-1 1 0 0,1 1 0 0 0,7-4 0 0 0,-4 2-85 0 0,-5-4 22 0 0,-3 9-150 0 0,0 0 0 0 0,0 0 0 0 0,0 0 0 0 0,0-1 1 0 0,0 1-1 0 0,0 0 0 0 0,0 0 0 0 0,0-1 0 0 0,0 1 0 0 0,0 0 0 0 0,0 0 1 0 0,0 0-1 0 0,0-1 0 0 0,0 1 0 0 0,0 0 0 0 0,0 0 0 0 0,0-1 0 0 0,0 1 0 0 0,0 0 1 0 0,0 0-1 0 0,1 0 0 0 0,-1 0 0 0 0,0-1 0 0 0,0 1 0 0 0,0 0 0 0 0,0 0 1 0 0,0 0-1 0 0,1 0 0 0 0,-1-1 0 0 0,0 1 0 0 0,0 0 0 0 0,0 0 0 0 0,0 0 1 0 0,1 0-1 0 0,-1 0 0 0 0,0 0 0 0 0,0 0 0 0 0,1 0 0 0 0,-1-1 0 0 0,4 1 28 0 0,-1 0-1 0 0,1 1 0 0 0,-1-1 0 0 0,1 0 0 0 0,-1 1 0 0 0,0 0 0 0 0,5 1 1 0 0,-8-2-28 0 0,1 0 0 0 0,0 1 0 0 0,-1-1-1 0 0,1 0 1 0 0,0 1 0 0 0,-1-1 0 0 0,1 0 0 0 0,0 1 0 0 0,-1-1 0 0 0,1 1 0 0 0,-1-1 0 0 0,1 1 0 0 0,-1-1 0 0 0,1 1 0 0 0,-1 0 0 0 0,1-1 0 0 0,-1 1 0 0 0,0 0 0 0 0,1-1 0 0 0,-1 2 0 0 0,0-1-6 0 0,0 0 0 0 0,0 0-1 0 0,0 0 1 0 0,0 0-1 0 0,0 1 1 0 0,-1-1-1 0 0,1 0 1 0 0,0 0 0 0 0,-1 0-1 0 0,1 0 1 0 0,-1 0-1 0 0,1 0 1 0 0,-1 0-1 0 0,1-1 1 0 0,-1 1 0 0 0,0 0-1 0 0,0 0 1 0 0,1 0-1 0 0,-3 1 1 0 0,-30 31 108 0 0,3 17 173 0 0,5-17-58 0 0,16-23-114 0 0,1 0 1 0 0,-12 20-1 0 0,3-2 2 0 0,10-18-139 0 0,1 0 0 0 0,0 0 1 0 0,0 0-1 0 0,1 1 1 0 0,0 0-1 0 0,1 0 1 0 0,1 0-1 0 0,-5 24 1 0 0,8-35-30 0 0,0 1-1 0 0,-1 0 1 0 0,1-1-1 0 0,0 1 1 0 0,0-1 0 0 0,0 1-1 0 0,0-1 1 0 0,0 1 0 0 0,0 0-1 0 0,1-1 1 0 0,-1 1 0 0 0,0-1-1 0 0,0 1 1 0 0,0-1 0 0 0,0 1-1 0 0,1-1 1 0 0,-1 1-1 0 0,0-1 1 0 0,1 1 0 0 0,-1-1-1 0 0,0 1 1 0 0,1-1 0 0 0,0 1-1 0 0,17-2-3262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44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70 320 0 0,'0'0'54'0'0,"0"0"-1"0"0,-1 0 1 0 0,1 0-1 0 0,0 0 1 0 0,0 0 0 0 0,0 0-1 0 0,0 0 1 0 0,0 0-1 0 0,0 0 1 0 0,0 0-1 0 0,-1 0 1 0 0,1 0 0 0 0,0 0-1 0 0,0 0 1 0 0,0 0-1 0 0,0 0 1 0 0,0 0-1 0 0,0 0 1 0 0,0 0 0 0 0,-1 0-1 0 0,1 0 1 0 0,0 0-1 0 0,0 0 1 0 0,0 0-1 0 0,0 0 1 0 0,0 0 0 0 0,0 0-1 0 0,0 0 1 0 0,0 0-1 0 0,-1 1 1 0 0,1-1-1 0 0,0 0 1 0 0,0 0 0 0 0,0 0-1 0 0,0 0 1 0 0,0 0-1 0 0,0 0 1 0 0,0 0-1 0 0,0 0 1 0 0,0 0 0 0 0,0 1-1 0 0,0-1 1 0 0,0 0-1 0 0,0 0 1 0 0,0 0 0 0 0,0 0-1 0 0,0 0 1 0 0,0 0-1 0 0,0 0 1 0 0,0 1-1 0 0,0-1 1 0 0,0 0 0 0 0,0 0-1 0 0,0 0 1 0 0,0 0-1 0 0,0 0 1 0 0,0 0-1 0 0,0 0 1 0 0,0 1 0 0 0,0-1-1 0 0,0 0 1 0 0,-4 1 267 0 0,0-1 102 0 0,0 1-1 0 0,0 0 0 0 0,0 0 0 0 0,-1 1 1 0 0,1-1-1 0 0,0 1 0 0 0,1 0 0 0 0,-5 2 1 0 0,-1 1-365 0 0,1-1 1 0 0,0-1-1 0 0,-1 1 1 0 0,1-1-1 0 0,-16 2 1 0 0,10-1 60 0 0,1 0 0 0 0,-1 0 0 0 0,-13 7 0 0 0,18-6-24 0 0,-1 0 1 0 0,1 1-1 0 0,0 0 1 0 0,1 0-1 0 0,-1 1 1 0 0,1 0-1 0 0,1 0 1 0 0,-13 16-1 0 0,17-21-85 0 0,1 1 0 0 0,1 0 0 0 0,-1 0-1 0 0,0 0 1 0 0,1 0 0 0 0,-1 0 0 0 0,1 0 0 0 0,0 1 0 0 0,0-1-1 0 0,0 0 1 0 0,1 1 0 0 0,-1-1 0 0 0,1 0 0 0 0,0 1-1 0 0,0-1 1 0 0,0 1 0 0 0,0-1 0 0 0,0 0 0 0 0,1 1 0 0 0,-1-1-1 0 0,1 0 1 0 0,0 1 0 0 0,0-1 0 0 0,1 0 0 0 0,-1 0 0 0 0,1 0-1 0 0,-1 0 1 0 0,1 0 0 0 0,0 0 0 0 0,0 0 0 0 0,4 4-1 0 0,-1-2 14 0 0,0 0 0 0 0,0-1-1 0 0,0 0 1 0 0,1 0-1 0 0,-1 0 1 0 0,1 0 0 0 0,0-1-1 0 0,0 0 1 0 0,1 0-1 0 0,-1 0 1 0 0,1-1 0 0 0,-1 0-1 0 0,1-1 1 0 0,0 1-1 0 0,-1-1 1 0 0,15 0 0 0 0,0-1 28 0 0,1-1 0 0 0,-1-1 0 0 0,0-1 1 0 0,22-6-1 0 0,-21 4-5 0 0,0-1 1 0 0,-1 0 0 0 0,1-2 0 0 0,-1-1-1 0 0,-1 0 1 0 0,0-2 0 0 0,0 0-1 0 0,-1-1 1 0 0,34-30 0 0 0,-32 27-10 0 0,-15 12-26 0 0,-1 0 1 0 0,0 0 0 0 0,0-1-1 0 0,0 0 1 0 0,0 0 0 0 0,-1-1-1 0 0,0 1 1 0 0,0-1 0 0 0,0 0-1 0 0,0 0 1 0 0,-1 0-1 0 0,1 0 1 0 0,3-10 0 0 0,-6 10 40 0 0,0 0 0 0 0,0-1 0 0 0,0 1 1 0 0,0-1-1 0 0,-1 1 0 0 0,0-1 0 0 0,0 1 0 0 0,-1 0 1 0 0,1-1-1 0 0,-4-9 0 0 0,4 12-34 0 0,-2 0 1 0 0,1 0-1 0 0,0 0 1 0 0,-1 0-1 0 0,1 0 0 0 0,-1 0 1 0 0,0 0-1 0 0,0 0 1 0 0,0 1-1 0 0,0-1 0 0 0,-1 1 1 0 0,1-1-1 0 0,-1 1 0 0 0,1 0 1 0 0,-1 0-1 0 0,0 0 1 0 0,0 0-1 0 0,0 1 0 0 0,0-1 1 0 0,-3-1-1 0 0,-13-2-543 0 0,0 0 1 0 0,0 1-1 0 0,0 0 0 0 0,0 2 1 0 0,-35-1-1 0 0,10 7-3317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45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 5042 0 0,'0'-4'3042'0'0,"22"4"-2962"0"0,-22-6 0 0 0,22 6 160 0 0,0 0 0 0 0,1 0 0 0 0,21 0-80 0 0,-4 6 80 0 0,27-2-240 0 0,-23 0-240 0 0,23-4-560 0 0,-45 0-1201 0 0,0 0-400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46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418 16 480 0 0,'22'-4'2900'0'0,"-11"1"-2374"0"0,0 0 0 0 0,0 1 1 0 0,1 1-1 0 0,-1 0 0 0 0,0 0 1 0 0,1 1-1 0 0,17 2 0 0 0,-26 2 178 0 0,-10 2-508 0 0,-12 3-109 0 0,-37 8 222 0 0,28-10-116 0 0,-36 15-1 0 0,59-20-185 0 0,29 1 79 0 0,9-4-81 0 0,-20 0 29 0 0,0 1 0 0 0,0 0 0 0 0,0 0 1 0 0,0 1-1 0 0,0 1 0 0 0,0 0 0 0 0,-1 1 1 0 0,1 0-1 0 0,16 7 0 0 0,-28-9-5 0 0,1 0 0 0 0,0 1 0 0 0,-1-1-1 0 0,1 0 1 0 0,-1 1 0 0 0,1-1 0 0 0,-1 1 0 0 0,1-1-1 0 0,-1 1 1 0 0,0 0 0 0 0,0 0 0 0 0,0-1 0 0 0,0 1-1 0 0,0 0 1 0 0,0 0 0 0 0,-1 0 0 0 0,1 0 0 0 0,-1 0-1 0 0,1 0 1 0 0,-1 0 0 0 0,0 0 0 0 0,1 0 0 0 0,-1 0 0 0 0,0 0-1 0 0,-1 0 1 0 0,1 3 0 0 0,-1-1 7 0 0,1 0 0 0 0,-1-1 0 0 0,0 1 1 0 0,0 0-1 0 0,0 0 0 0 0,-1-1 0 0 0,1 1 0 0 0,-1-1 1 0 0,0 1-1 0 0,0-1 0 0 0,0 0 0 0 0,0 0 0 0 0,-1 0 1 0 0,-3 4-1 0 0,-4 1 10 0 0,0-1 1 0 0,-1 0 0 0 0,0 0 0 0 0,0-1-1 0 0,0-1 1 0 0,0 0 0 0 0,-1 0-1 0 0,-14 3 1 0 0,-105 19-14 0 0,102-23-256 0 0,0-1 0 0 0,-55-2 0 0 0,69-2-290 0 0,0 0 0 0 0,0-2-1 0 0,0 1 1 0 0,1-2 0 0 0,-1 0-1 0 0,1-1 1 0 0,-19-8 0 0 0,-15-18-3876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53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9 400 0 0,'2'-8'6043'0'0,"7"9"-4579"0"0,3 1-820 0 0,58 12 489 0 0,-35-10-1349 0 0,1 3-1 0 0,-1 1 0 0 0,43 16 0 0 0,-77-24 90 0 0,-1 0-1 0 0,1 0 1 0 0,-1 1-1 0 0,1-1 0 0 0,-1 0 1 0 0,1 1-1 0 0,-1-1 1 0 0,1 0-1 0 0,-1 1 0 0 0,0-1 1 0 0,1 1-1 0 0,-1-1 1 0 0,1 1-1 0 0,-1-1 0 0 0,0 1 1 0 0,0-1-1 0 0,1 1 1 0 0,-1-1-1 0 0,0 1 0 0 0,0-1 1 0 0,0 1-1 0 0,0-1 1 0 0,1 1-1 0 0,-1-1 1 0 0,0 1-1 0 0,0-1 0 0 0,0 1 1 0 0,0 0-1 0 0,0-1 1 0 0,0 1-1 0 0,-1-1 0 0 0,1 1 1 0 0,0-1-1 0 0,0 1 1 0 0,0-1-1 0 0,0 1 0 0 0,-1-1 1 0 0,1 1-1 0 0,0-1 1 0 0,0 1-1 0 0,-1-1 0 0 0,1 1 1 0 0,0-1-1 0 0,-1 1 1 0 0,0 0-1 0 0,-17 4-2340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54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70 4802 0 0,'-22'-4'3842'0'0,"44"4"-4082"0"0,0-4 80 0 0,23-2-320 0 0,-23-8-961 0 0,22-5-720 0 0,23-3-320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56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285 116 880 0 0,'4'-1'613'0'0,"10"-2"-141"0"0,-10-1 2792 0 0,-4 3-2824 0 0,0-2 172 0 0,1 3-576 0 0,-1-1 0 0 0,0 1 1 0 0,0-1-1 0 0,0 1 0 0 0,0 0 1 0 0,0-1-1 0 0,0 1 0 0 0,0-1 1 0 0,0 1-1 0 0,0 0 0 0 0,0-1 1 0 0,0 1-1 0 0,0-1 0 0 0,0 1 1 0 0,0 0-1 0 0,0-1 0 0 0,0 1 1 0 0,-1-1-1 0 0,1 1 0 0 0,0 0 1 0 0,0-1-1 0 0,0 1 0 0 0,-1 0 1 0 0,1-1-1 0 0,0 1 0 0 0,0 0 1 0 0,-1-1-1 0 0,1 1 0 0 0,0 0 1 0 0,-1 0-1 0 0,1-1 0 0 0,-3 0-26 0 0,2 1 13 0 0,1 0 0 0 0,-1 0 0 0 0,0 0 0 0 0,1 0 0 0 0,-1 0 0 0 0,0 0 0 0 0,0-1-1 0 0,1 1 1 0 0,-1 0 0 0 0,1-1 0 0 0,-1 1 0 0 0,0 0 0 0 0,1-1 0 0 0,-1 1 0 0 0,1-1 0 0 0,-1 1 0 0 0,1-1 0 0 0,-1 1-1 0 0,1-1 1 0 0,-1 1 0 0 0,1-1 0 0 0,-1 1 0 0 0,1-1 0 0 0,0 0 0 0 0,-1 1 0 0 0,1-1 0 0 0,0 0 0 0 0,0 1 0 0 0,0-1 0 0 0,-1 0-1 0 0,1 1 1 0 0,0-1 0 0 0,0 0 0 0 0,0 0 0 0 0,0 1 0 0 0,0-1 0 0 0,0 0 0 0 0,0 0-17 0 0,0 1 0 0 0,0 0 0 0 0,0 0 0 0 0,0-1 0 0 0,0 1 0 0 0,-1 0 0 0 0,1 0 0 0 0,0 0 0 0 0,0-1 0 0 0,0 1 0 0 0,0 0 0 0 0,-1 0 0 0 0,1 0 0 0 0,0 0 0 0 0,0-1 0 0 0,0 1 0 0 0,-1 0 0 0 0,1 0 0 0 0,0 0 0 0 0,0 0 1 0 0,-1 0-1 0 0,1 0 0 0 0,0 0 0 0 0,0 0 0 0 0,-1 0 0 0 0,1 0 0 0 0,0 0 0 0 0,0 0 0 0 0,-1 0 0 0 0,1 0 0 0 0,0 0 0 0 0,0 0 0 0 0,-1 0 0 0 0,1 0 0 0 0,-1 0 3 0 0,1 0 0 0 0,-1 0 0 0 0,1 0-1 0 0,-1 0 1 0 0,1 0 0 0 0,-1 0 0 0 0,1 0 0 0 0,-1 0 0 0 0,0 0-1 0 0,1 0 1 0 0,-1 0 0 0 0,1-1 0 0 0,-1 1 0 0 0,1 0 0 0 0,-1 0-1 0 0,1-1 1 0 0,0 1 0 0 0,-1 0 0 0 0,1-1 0 0 0,-1 1 0 0 0,1 0-1 0 0,-1-1 1 0 0,1 1 0 0 0,0 0 0 0 0,-1-1 0 0 0,1 1 0 0 0,0-1 0 0 0,0 1-1 0 0,-1-1 1 0 0,1 1 0 0 0,0-1 0 0 0,0 1 0 0 0,-1-1 0 0 0,1 1-1 0 0,0-1 1 0 0,0 1 0 0 0,0-1 0 0 0,0 1 0 0 0,0-1 0 0 0,0 0-1 0 0,0 0 379 0 0,0 0-377 0 0,0 1 1 0 0,-1 0-1 0 0,1-1 0 0 0,0 1 0 0 0,0-1 0 0 0,-1 1 1 0 0,1 0-1 0 0,0-1 0 0 0,-1 1 0 0 0,1 0 1 0 0,-1-1-1 0 0,1 1 0 0 0,0 0 0 0 0,-1-1 0 0 0,1 1 1 0 0,-1 0-1 0 0,1 0 0 0 0,-1 0 0 0 0,1-1 0 0 0,-1 1 1 0 0,1 0-1 0 0,-1 0 0 0 0,1 0 0 0 0,-1 0 0 0 0,1 0 1 0 0,-1 0-1 0 0,1 0 0 0 0,-1 0 0 0 0,0 0-7 0 0,1 0 1 0 0,0 0-1 0 0,-1 0 0 0 0,1 0 0 0 0,0 0 0 0 0,-1 0 0 0 0,1 0 1 0 0,0 0-1 0 0,-1 0 0 0 0,1 0 0 0 0,0 0 0 0 0,-1 0 1 0 0,1 0-1 0 0,0 0 0 0 0,-1 0 0 0 0,1-1 0 0 0,0 1 0 0 0,-1 0 1 0 0,1 0-1 0 0,0 0 0 0 0,0 0 0 0 0,-1-1 0 0 0,1 1 0 0 0,0 0 1 0 0,0 0-1 0 0,-1-1 0 0 0,1 1 0 0 0,0 0 0 0 0,0-1 1 0 0,0 1-1 0 0,-1 0 0 0 0,1-1 0 0 0,0 1 0 0 0,0 0 0 0 0,0-1 1 0 0,0 1-1 0 0,-19-5 304 0 0,-25-5 159 0 0,40 10 28 0 0,0 0-427 0 0,-1-2-31 0 0,-30 3 21 0 0,-6 0 10 0 0,37 3-67 0 0,8-8-80 0 0,14 4 26 0 0,5 1 41 0 0,-11 0 30 0 0,1-1-1 0 0,0 0 1 0 0,15-3 0 0 0,-14 0-2 0 0,-9 2-16 0 0,1 0 1 0 0,-1 1 0 0 0,0-1 0 0 0,1 1 0 0 0,-1 0-1 0 0,0 1 1 0 0,11 1 0 0 0,3 1-13 0 0,-12-2-41 0 0,8-1 41 0 0,-12 4 93 0 0,-3-8 0 0 0,-3 4 0 0 0,-12 0 0 0 0,11-4 104 0 0,1 0-48 0 0,-38-7-56 0 0,-26 3 67 0 0,45 12-120 0 0,5-2 16 0 0,15-2-37 0 0,0 0 0 0 0,1 0 0 0 0,-1 0-1 0 0,0 1 1 0 0,0-1 0 0 0,0 1 0 0 0,1-1-1 0 0,-1 1 1 0 0,0-1 0 0 0,1 1-1 0 0,-1 0 1 0 0,0 0 0 0 0,1 0 0 0 0,-1 0-1 0 0,1 0 1 0 0,0 0 0 0 0,-2 2 0 0 0,0-1-6 0 0,0 1 0 0 0,0-1 0 0 0,0 0 0 0 0,0 0 0 0 0,-1 0 0 0 0,1 0 0 0 0,-1-1 0 0 0,-5 3 0 0 0,6-4 0 0 0,0 1 0 0 0,0 0 0 0 0,1 0 0 0 0,-1 0 0 0 0,1 1 0 0 0,-1-1 0 0 0,1 1 0 0 0,-1-1 0 0 0,1 1 0 0 0,0 0 0 0 0,0 0 0 0 0,0 0 0 0 0,0 0 0 0 0,0 0 0 0 0,0 0 0 0 0,-2 4 0 0 0,-18 36 0 0 0,21-42-1 0 0,1 1 0 0 0,0 0 0 0 0,-1-1 1 0 0,1 1-1 0 0,0 0 0 0 0,0-1 1 0 0,0 1-1 0 0,0 0 0 0 0,-1 0 1 0 0,1-1-1 0 0,0 1 0 0 0,0 0 1 0 0,1-1-1 0 0,-1 1 0 0 0,0 0 1 0 0,0 0-1 0 0,0-1 0 0 0,0 1 1 0 0,0 0-1 0 0,1-1 0 0 0,-1 1 0 0 0,0 0 1 0 0,1-1-1 0 0,-1 1 0 0 0,1 0 1 0 0,-1-1-1 0 0,0 1 0 0 0,2 0 1 0 0,18 18-42 0 0,-6-6 10 0 0,-7 1-13 0 0,-6-12 43 0 0,0 0 1 0 0,0 0 0 0 0,0 0-1 0 0,0 0 1 0 0,0 0-1 0 0,0-1 1 0 0,0 1-1 0 0,1 0 1 0 0,-1-1-1 0 0,1 1 1 0 0,-1-1 0 0 0,1 0-1 0 0,0 1 1 0 0,-1-1-1 0 0,1 0 1 0 0,0 0-1 0 0,0 0 1 0 0,0 0-1 0 0,0 0 1 0 0,0-1-1 0 0,0 1 1 0 0,0-1 0 0 0,3 1-1 0 0,3 1-8 0 0,0 0 0 0 0,0-1-1 0 0,0 0 1 0 0,0-1 0 0 0,0 0 0 0 0,0 0-1 0 0,0 0 1 0 0,0-1 0 0 0,0-1-1 0 0,0 1 1 0 0,0-1 0 0 0,0 0 0 0 0,-1-1-1 0 0,10-4 1 0 0,2-3 9 0 0,-1 0 0 0 0,0-2-1 0 0,-1 0 1 0 0,24-21 0 0 0,-39 31 2 0 0,0-1-1 0 0,0 1 1 0 0,1-1-1 0 0,-2 0 1 0 0,1 1-1 0 0,0-1 1 0 0,-1 0-1 0 0,1 0 1 0 0,-1 0 0 0 0,0 0-1 0 0,0-1 1 0 0,0 1-1 0 0,0 0 1 0 0,0 0-1 0 0,-1-1 1 0 0,0 1-1 0 0,0 0 1 0 0,0-1 0 0 0,0 1-1 0 0,-1-7 1 0 0,1-3 0 0 0,2 10 3 0 0,-3 2-5 0 0,0 0 0 0 0,0 1 0 0 0,0-1 0 0 0,0 1 0 0 0,0-1 0 0 0,-1 1 1 0 0,1-1-1 0 0,0 1 0 0 0,0 0 0 0 0,0-1 0 0 0,0 1 0 0 0,-1 0 0 0 0,1 0 0 0 0,0 0 1 0 0,0 0-1 0 0,-1 0 0 0 0,1 0 0 0 0,-2 0 0 0 0,0 1-1 0 0,0-1-1 0 0,1 1 1 0 0,-1 0 0 0 0,0-1-1 0 0,1 1 1 0 0,-1 0-1 0 0,1 1 1 0 0,0-1 0 0 0,-1 0-1 0 0,1 1 1 0 0,0-1 0 0 0,0 1-1 0 0,0 0 1 0 0,0 0-1 0 0,0-1 1 0 0,0 1 0 0 0,0 1-1 0 0,0-1 1 0 0,1 0-1 0 0,-1 0 1 0 0,1 1 0 0 0,0-1-1 0 0,0 1 1 0 0,-2 3 0 0 0,-11 17-6 0 0,10-16 4 0 0,1 0 0 0 0,0 0 0 0 0,0 0 0 0 0,1 0 0 0 0,-1 0 0 0 0,2 0 0 0 0,-1 1 0 0 0,1-1 0 0 0,0 1 0 0 0,0 0 0 0 0,1-1 0 0 0,0 1 0 0 0,2 8 0 0 0,-2 2-6 0 0,-1-11 11 0 0,1-1 1 0 0,-1 1 0 0 0,-1-1 0 0 0,1 1-1 0 0,-1-1 1 0 0,0 1 0 0 0,0-1 0 0 0,-1 0-1 0 0,0 0 1 0 0,0 0 0 0 0,-1 0 0 0 0,1-1-1 0 0,-1 1 1 0 0,-5 5 0 0 0,-7 6-63 0 0,-1 0 0 0 0,-29 22 1 0 0,17-15-158 0 0,24-20 91 0 0,1 1 0 0 0,1-1 0 0 0,-1 1 1 0 0,0-1-1 0 0,1 1 0 0 0,-3 7 0 0 0,-17 21-1146 0 0,-10-4-915 0 0,33-28 1996 0 0,-1-1-1 0 0,0 1 0 0 0,1 0 0 0 0,-1-1 1 0 0,1 1-1 0 0,-1 0 0 0 0,1 0 0 0 0,-1-1 1 0 0,1 1-1 0 0,-1 0 0 0 0,1 0 0 0 0,0 0 1 0 0,-1 0-1 0 0,1 0 0 0 0,0 0 0 0 0,0-1 1 0 0,0 1-1 0 0,0 0 0 0 0,0 1 0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56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 1201 0 0,'0'4'1920'0'0,"0"2"-479"0"0,0-2-400 0 0,0 0-321 0 0,0 6-240 0 0,0 13 80 0 0,-22 19-320 0 0,22-13-159 0 0,-22-11-562 0 0,44-8-2400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57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1 166 160 0 0,'0'0'115'0'0,"0"0"0"0"0,0 0 0 0 0,0 0 0 0 0,0 0 0 0 0,0 0 0 0 0,0 1 0 0 0,0-1 0 0 0,0 0 0 0 0,0 0 0 0 0,0 0 0 0 0,0 0 0 0 0,0 0 0 0 0,0 0 0 0 0,0 0 0 0 0,0 1 0 0 0,0-1 0 0 0,0 0 0 0 0,1 0 0 0 0,-1 0-1 0 0,0 0 1 0 0,0 0 0 0 0,0 0 0 0 0,0 0 0 0 0,0 0 0 0 0,0 0 0 0 0,1 0 0 0 0,-1 0 0 0 0,0 1 0 0 0,0-1 0 0 0,0 0 0 0 0,0 0 0 0 0,0 0 0 0 0,0 0 0 0 0,1 0 0 0 0,-1 0 0 0 0,0 0 0 0 0,0 0 0 0 0,0 0 0 0 0,0 0 0 0 0,0 0 0 0 0,1 0 0 0 0,-1 0 0 0 0,0-1 0 0 0,0 1 0 0 0,0 0 0 0 0,0 0 0 0 0,0 0 0 0 0,0 0 0 0 0,0 0 0 0 0,1 0 0 0 0,-1 0 0 0 0,0 0 0 0 0,0 0-1 0 0,0-1 1 0 0,14-8 2286 0 0,22-23-2389 0 0,-21 19 750 0 0,11-8-457 0 0,-12 11-108 0 0,0-1 1 0 0,-1-1 0 0 0,-1 0 0 0 0,13-14 0 0 0,-25 24-176 0 0,1 1 1 0 0,0-1 0 0 0,0 1-1 0 0,0-1 1 0 0,1 1 0 0 0,-1 0-1 0 0,0 0 1 0 0,0-1 0 0 0,1 1-1 0 0,-1 0 1 0 0,3-1 0 0 0,2-2 25 0 0,-6 4-48 0 0,0 0 0 0 0,0 0 1 0 0,0 0-1 0 0,1 0 0 0 0,-1 0 1 0 0,0 0-1 0 0,0 0 0 0 0,0 0 0 0 0,0 0 1 0 0,0 0-1 0 0,1 0 0 0 0,-1 0 1 0 0,0 0-1 0 0,0 0 0 0 0,0 0 1 0 0,0 0-1 0 0,1 0 0 0 0,-1 0 0 0 0,0 0 1 0 0,0 0-1 0 0,0 0 0 0 0,0 0 1 0 0,0 0-1 0 0,1 1 0 0 0,-1-1 0 0 0,0 0 1 0 0,0 0-1 0 0,0 0 0 0 0,0 0 1 0 0,0 0-1 0 0,0 0 0 0 0,0 0 0 0 0,1 0 1 0 0,-1 1-1 0 0,0-1 0 0 0,0 0 1 0 0,0 0-1 0 0,0 0 0 0 0,0 0 1 0 0,0 0-1 0 0,0 1 0 0 0,0-1 0 0 0,0 0 1 0 0,0 0-1 0 0,0 0 0 0 0,0 0 1 0 0,0 1-1 0 0,0-1 0 0 0,0 0 0 0 0,0 0 1 0 0,0 0-1 0 0,0 0 0 0 0,0 0 1 0 0,0 1-1 0 0,0-1 0 0 0,0 0 1 0 0,0 0-1 0 0,0 0 0 0 0,0 0 0 0 0,0 0 1 0 0,-1 1-1 0 0,-7 20-85 0 0,-34 33 38 0 0,29-38 42 0 0,0 0-1 0 0,1 0 1 0 0,0 1-1 0 0,2 1 1 0 0,-10 20-1 0 0,-2 17-21 0 0,21-54-41 0 0,0 1 0 0 0,1-1-1 0 0,-1 0 1 0 0,1 0-1 0 0,-1 1 1 0 0,1-1 0 0 0,-1 0-1 0 0,1 1 1 0 0,0-1-1 0 0,0 1 1 0 0,0-1 0 0 0,0 0-1 0 0,0 1 1 0 0,0-1-1 0 0,0 0 1 0 0,0 1-1 0 0,0-1 1 0 0,1 0 0 0 0,-1 1-1 0 0,0-1 1 0 0,1 0-1 0 0,-1 1 1 0 0,1-1 0 0 0,0 0-1 0 0,-1 0 1 0 0,1 0-1 0 0,0 1 1 0 0,0-1 0 0 0,0 0-1 0 0,0 0 1 0 0,0 0-1 0 0,0 0 1 0 0,0 0 0 0 0,0-1-1 0 0,0 1 1 0 0,0 0-1 0 0,0 0 1 0 0,3 0 0 0 0,-1 1-3321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58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14 560 0 0,'-1'0'171'0'0,"0"-1"-1"0"0,1 0 1 0 0,-1 1-1 0 0,1-1 1 0 0,-1 0-1 0 0,0 1 1 0 0,0-1-1 0 0,1 1 1 0 0,-1-1 0 0 0,0 1-1 0 0,0-1 1 0 0,0 1-1 0 0,0 0 1 0 0,1-1-1 0 0,-1 1 1 0 0,0 0-1 0 0,0 0 1 0 0,0 0-1 0 0,0 0 1 0 0,-1 0-1 0 0,1-1 104 0 0,-11-2 2975 0 0,-2 1-1495 0 0,15 2-1748 0 0,0 0 0 0 0,0 1 1 0 0,-1-1-1 0 0,1 0 0 0 0,0 0 0 0 0,0 1 1 0 0,-1-1-1 0 0,1 0 0 0 0,0 1 1 0 0,0-1-1 0 0,-1 0 0 0 0,1 1 0 0 0,0-1 1 0 0,-1 1-1 0 0,1-1 0 0 0,-1 1 1 0 0,2 1-1 0 0,14 10-13 0 0,43 22 38 0 0,48 32-8 0 0,5 10-1824 0 0,-108-75-831 0 0,-5-5 1315 0 0,1-2-1871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58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61 4162 0 0,'-22'4'4402'0'0,"22"-8"-4482"0"0,22-2-80 0 0,0 2 80 0 0,23 0 80 0 0,-1-2-80 0 0,23-8-240 0 0,66-13-2482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59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10 164 160 0 0,'0'-3'205'0'0,"1"1"0"0"0,-1-1 0 0 0,1 0 0 0 0,0 1 0 0 0,-1-1 1 0 0,1 1-1 0 0,0-1 0 0 0,1 1 0 0 0,-1-1 0 0 0,0 1 0 0 0,1 0 0 0 0,-1-1 0 0 0,1 1 0 0 0,0 0 0 0 0,0 0 0 0 0,0 0 0 0 0,0 1 0 0 0,0-1 1 0 0,0 0-1 0 0,0 1 0 0 0,1-1 0 0 0,-1 1 0 0 0,1 0 0 0 0,-1 0 0 0 0,5-2 0 0 0,11-7 319 0 0,19-18 260 0 0,-22 17-578 0 0,1-1 0 0 0,0 2 0 0 0,0 0 0 0 0,21-8 0 0 0,-19 9-126 0 0,-18 9-79 0 0,0 0-1 0 0,0 0 0 0 0,0 0 0 0 0,0 0 0 0 0,0 1 1 0 0,0-1-1 0 0,0 0 0 0 0,0 0 0 0 0,0 0 0 0 0,0 0 1 0 0,0 0-1 0 0,0 0 0 0 0,0 0 0 0 0,0 0 0 0 0,0 0 1 0 0,0 1-1 0 0,0-1 0 0 0,0 0 0 0 0,0 0 1 0 0,1 0-1 0 0,-1 0 0 0 0,0 0 0 0 0,0 0 0 0 0,0 0 1 0 0,0 0-1 0 0,0 0 0 0 0,0 0 0 0 0,0 1 0 0 0,0-1 1 0 0,0 0-1 0 0,0 0 0 0 0,0 0 0 0 0,0 0 1 0 0,1 0-1 0 0,-1 0 0 0 0,0 0 0 0 0,0 0 0 0 0,0 0 1 0 0,0 0-1 0 0,0 0 0 0 0,0 0 0 0 0,0 0 0 0 0,0 0 1 0 0,0 0-1 0 0,1 0 0 0 0,-1 0 0 0 0,0 0 1 0 0,0 0-1 0 0,0 0 0 0 0,0 0 0 0 0,0 0 0 0 0,0 0 1 0 0,0 0-1 0 0,0 0 0 0 0,0 0 0 0 0,1 0 0 0 0,-1 0 1 0 0,0 0-1 0 0,0 0 0 0 0,0 0 0 0 0,0-1 1 0 0,0 1-1 0 0,0 0 0 0 0,0 0 0 0 0,0 0 0 0 0,0 0 1 0 0,0 0-1 0 0,0 0 0 0 0,-4 11 12 0 0,-2-1 6 0 0,-1 1 0 0 0,0-1-1 0 0,0-1 1 0 0,-1 1 0 0 0,-10 7 0 0 0,-10 14 8 0 0,21-23-23 0 0,-68 90 10 0 0,66-85-16 0 0,1 1 1 0 0,0 0-1 0 0,1 1 1 0 0,0 0-1 0 0,-5 19 0 0 0,4 2-63 0 0,7-33 45 0 0,0 0 0 0 0,0 0 0 0 0,0 0 1 0 0,0 0-1 0 0,1 0 0 0 0,-1 0 0 0 0,1 1 1 0 0,0 4-1 0 0,0-7-9 0 0,0-1 0 0 0,0 1 0 0 0,1-1 0 0 0,-1 1 0 0 0,0 0 0 0 0,0-1 0 0 0,0 1 0 0 0,1-1 0 0 0,-1 1 0 0 0,0-1 0 0 0,1 0 0 0 0,-1 1 0 0 0,0-1-1 0 0,1 1 1 0 0,-1-1 0 0 0,0 1 0 0 0,1-1 0 0 0,-1 0 0 0 0,1 1 0 0 0,-1-1 0 0 0,1 0 0 0 0,-1 0 0 0 0,2 1 0 0 0,-1-1-130 0 0,1 1 0 0 0,0-1 0 0 0,-1 0 0 0 0,1 0 0 0 0,0 0 0 0 0,-1 0 0 0 0,1 0 0 0 0,0-1 0 0 0,-1 1 0 0 0,1 0 0 0 0,-1-1 0 0 0,3 0 0 0 0,18-11-4616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8:59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198 155 2321 0 0,'-148'56'4122'0'0,"145"-55"-4102"0"0,0 0-1 0 0,1 0 1 0 0,-1 0-1 0 0,0 1 1 0 0,0-1-1 0 0,1 1 1 0 0,-1-1 0 0 0,1 1-1 0 0,0 0 1 0 0,-1 0-1 0 0,1 0 1 0 0,0 0 0 0 0,0 0-1 0 0,0 1 1 0 0,0-1-1 0 0,0 0 1 0 0,1 1-1 0 0,-1 0 1 0 0,1-1 0 0 0,0 1-1 0 0,0 0 1 0 0,-1 3-1 0 0,2-5 1 0 0,0 0-1 0 0,0 1 0 0 0,0-1 1 0 0,0 0-1 0 0,0 0 0 0 0,1 1 0 0 0,-1-1 1 0 0,1 0-1 0 0,-1 0 0 0 0,1 0 1 0 0,-1 0-1 0 0,1 1 0 0 0,0-1 0 0 0,-1 0 1 0 0,1 0-1 0 0,0 0 0 0 0,0 0 1 0 0,1 1-1 0 0,1 0 3 0 0,0 1 0 0 0,0-1 0 0 0,0 0-1 0 0,1-1 1 0 0,-1 1 0 0 0,0-1 0 0 0,1 1 0 0 0,6 1 0 0 0,2-1 36 0 0,0 0 1 0 0,1-1-1 0 0,-1 0 0 0 0,1-1 1 0 0,-1 0-1 0 0,1-1 0 0 0,-1-1 1 0 0,1 0-1 0 0,16-5 1 0 0,2-2 222 0 0,1-1 0 0 0,44-22 0 0 0,-44 16-108 0 0,-1-1 1 0 0,-1-2-1 0 0,44-35 1 0 0,-68 48-178 0 0,0-1 0 0 0,-1 1 0 0 0,1-1 0 0 0,-1 0 0 0 0,-1-1 0 0 0,1 1 0 0 0,-1-1 0 0 0,-1 0 0 0 0,5-13 0 0 0,-8 20-29 0 0,1 0-1 0 0,-1 0 1 0 0,0 0 0 0 0,1 0 0 0 0,-1-1 0 0 0,0 1 0 0 0,0 0 0 0 0,0 0 0 0 0,0 0 0 0 0,0-1 0 0 0,0 1-1 0 0,0 0 1 0 0,-1 0 0 0 0,1 0 0 0 0,0-1 0 0 0,-1 1 0 0 0,1 0 0 0 0,-1 0 0 0 0,1 0 0 0 0,-1 0-1 0 0,1 0 1 0 0,-1 0 0 0 0,0 0 0 0 0,1 0 0 0 0,-1 0 0 0 0,0 0 0 0 0,0 0 0 0 0,0 0 0 0 0,0 0 0 0 0,0 1-1 0 0,0-1 1 0 0,0 0 0 0 0,0 1 0 0 0,0-1 0 0 0,0 1 0 0 0,0-1 0 0 0,0 1 0 0 0,-3-1 0 0 0,-5-2-527 0 0,-1 1 1 0 0,1 1 0 0 0,-1-1-1 0 0,-11 1 1 0 0,12 0-182 0 0,-54-3-3888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9:00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20 880 0 0,'0'-5'6563'0'0,"22"10"-5762"0"0,0 0-401 0 0,23-5-320 0 0,-1 0-560 0 0,0 0-961 0 0,1-5-640 0 0,-1-5-160 0 0,-21 1 160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9:00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20 1601 0 0,'0'0'155'0'0,"0"0"-1"0"0,0 0 1 0 0,0-1 0 0 0,0 1 0 0 0,-1 0 0 0 0,1 0 0 0 0,0-1 0 0 0,0 1 0 0 0,0 0-1 0 0,0 0 1 0 0,0-1 0 0 0,0 1 0 0 0,0 0 0 0 0,0-1 0 0 0,0 1 0 0 0,0 0-1 0 0,0 0 1 0 0,0-1 0 0 0,0 1 0 0 0,1 0 0 0 0,-1 0 0 0 0,0-1 0 0 0,0 1 0 0 0,0 0-1 0 0,0 0 1 0 0,0-1 0 0 0,0 1 0 0 0,1 0 0 0 0,-1 0 0 0 0,0 0 0 0 0,0-1-1 0 0,0 1 1 0 0,1 0 0 0 0,-1 0 0 0 0,0 0 0 0 0,0 0 0 0 0,1-1 0 0 0,-1 1 0 0 0,0 0-1 0 0,1 0 1 0 0,15-4-75 0 0,1 2 0 0 0,0-1 0 0 0,0 2 0 0 0,0 0 0 0 0,0 1 1 0 0,0 1-1 0 0,0 1 0 0 0,0 0 0 0 0,-1 1 0 0 0,31 10 0 0 0,-70 10 53 0 0,17-21-98 0 0,6-2-29 0 0,-1 0 0 0 0,1 0 0 0 0,-1 0 0 0 0,0 0 0 0 0,1 0 0 0 0,-1 0 0 0 0,1 1 0 0 0,-1-1 0 0 0,1 0 0 0 0,-1 0 0 0 0,1 0 0 0 0,0 1 0 0 0,-1-1 0 0 0,1 0 0 0 0,-1 1 0 0 0,1-1 1 0 0,-1 0-1 0 0,1 1 0 0 0,0-1 0 0 0,-1 1 0 0 0,1-1 0 0 0,0 1 0 0 0,-1-1 0 0 0,1 1 0 0 0,0-1 0 0 0,0 1 0 0 0,0-1 0 0 0,-1 1 0 0 0,1-1 0 0 0,0 1 0 0 0,0-1 0 0 0,0 1 0 0 0,0 0 0 0 0,0 0 74 0 0,4-1-13 0 0,27 7-53 0 0,-25-1-16 0 0,1 4 17 0 0,-6-10-11 0 0,-1 0-1 0 0,1 0 1 0 0,-1 1 0 0 0,1-1 0 0 0,-1 0 0 0 0,1 1 0 0 0,-1-1 0 0 0,1 0 0 0 0,-1 1 0 0 0,1-1-1 0 0,-1 1 1 0 0,1-1 0 0 0,-1 1 0 0 0,0-1 0 0 0,1 1 0 0 0,-1-1 0 0 0,0 1 0 0 0,0-1 0 0 0,1 1-1 0 0,-1-1 1 0 0,0 1 0 0 0,0 0 0 0 0,0-1 0 0 0,0 1 0 0 0,1-1 0 0 0,-1 1 0 0 0,0 0 0 0 0,0-1-1 0 0,0 1 1 0 0,-1 0 0 0 0,1-1 0 0 0,0 1 0 0 0,0-1 0 0 0,0 1 0 0 0,0 0 0 0 0,0-1 0 0 0,-1 1-1 0 0,1-1 1 0 0,0 1 0 0 0,-1-1 0 0 0,1 1 0 0 0,0-1 0 0 0,-1 1 0 0 0,0 0 0 0 0,-4 9 61 0 0,2-5-53 0 0,0 0 1 0 0,-1 0 0 0 0,1 0 0 0 0,-1 0-1 0 0,0-1 1 0 0,-1 1 0 0 0,1-1-1 0 0,-1 0 1 0 0,0-1 0 0 0,0 1 0 0 0,0-1-1 0 0,0 0 1 0 0,0 0 0 0 0,-1-1-1 0 0,0 1 1 0 0,1-1 0 0 0,-1 0 0 0 0,-8 1-1 0 0,0 0-399 0 0,0-1 0 0 0,-1 0 0 0 0,1-1 0 0 0,-1 0 0 0 0,1-2 0 0 0,-29-3 0 0 0,-1-5-2041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9:01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45 110 1601 0 0,'40'3'4858'0'0,"-36"-4"-4676"0"0,0 0-1 0 0,0 0 0 0 0,-1-1 0 0 0,1 0 1 0 0,0 1-1 0 0,0-1 0 0 0,-1 0 0 0 0,0-1 1 0 0,7-4-1 0 0,-8 5-76 0 0,109-66 175 0 0,-108 65-287 0 0,0 1-1 0 0,1-1 0 0 0,0 1 0 0 0,-1 0 1 0 0,1 0-1 0 0,0 1 0 0 0,0-1 1 0 0,0 1-1 0 0,0 0 0 0 0,4-1 0 0 0,-7 3 12 0 0,-1-1 0 0 0,0 0 0 0 0,1 0 0 0 0,-1 0 0 0 0,1 1 0 0 0,-1-1 0 0 0,1 0 0 0 0,-1 0 0 0 0,0 1-1 0 0,1-1 1 0 0,-1 0 0 0 0,0 1 0 0 0,1-1 0 0 0,-1 1 0 0 0,0-1 0 0 0,1 0 0 0 0,-1 1 0 0 0,0-1 0 0 0,0 1-1 0 0,0-1 1 0 0,1 1 0 0 0,-1-1 0 0 0,0 1 0 0 0,0-1 0 0 0,0 1 0 0 0,0-1 0 0 0,0 1 0 0 0,0-1-1 0 0,0 1 1 0 0,0-1 0 0 0,0 1 0 0 0,0-1 0 0 0,0 1 0 0 0,0-1 0 0 0,0 0 0 0 0,0 1 0 0 0,-1-1 0 0 0,1 1-1 0 0,0-1 1 0 0,0 1 0 0 0,0-1 0 0 0,-1 1 0 0 0,1 0 0 0 0,-7 15 192 0 0,-1 1 0 0 0,-20 29 0 0 0,20-32-110 0 0,-15 19 207 0 0,-33 39 0 0 0,9-12-239 0 0,39-50-306 0 0,0 1 0 0 0,-1-1 1 0 0,0-1-1 0 0,0 0 0 0 0,-1 0 0 0 0,0-1 0 0 0,-19 13 1 0 0,7-14-2671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9:08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5 3442 0 0,'0'0'1827'0'0,"-4"-1"-773"0"0,-6-2-521 0 0,20 2-212 0 0,1 3-106 0 0,0 0 1 0 0,-1 0 0 0 0,1 1 0 0 0,-1 1 0 0 0,0 0 0 0 0,0 0 0 0 0,0 1 0 0 0,-1 0 0 0 0,1 1-1 0 0,11 9 1 0 0,-3-4 131 0 0,32 19 250 0 0,76 34-1 0 0,-94-51-1147 0 0,-1-1-1 0 0,2-2 0 0 0,61 12 0 0 0,-68-22-1942 0 0,-4-9-1815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9:09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1 146 3201 0 0,'0'0'4322'0'0,"0"-10"-2721"0"0,0 2-1201 0 0,22-2-240 0 0,23-4-240 0 0,-1-9-160 0 0,41-11-640 0 0,92-13-2722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9:10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267 126 1521 0 0,'-63'4'5829'0'0,"59"-4"-4788"0"0,-14-1 12 0 0,-4-2 68 0 0,18 1-326 0 0,0-2 638 0 0,2 3-1394 0 0,-1-1 1 0 0,1 1 0 0 0,0 0 0 0 0,0-1 0 0 0,0 1-1 0 0,0-1 1 0 0,0 0 0 0 0,0 1 0 0 0,0-1 0 0 0,0 0 0 0 0,1 0-1 0 0,-1-1 1 0 0,1 1 0 0 0,0 0 0 0 0,-1 0 0 0 0,-1-5-1 0 0,1 0 27 0 0,1 0-1 0 0,-1 0 0 0 0,1 1 1 0 0,0-1-1 0 0,1 0 0 0 0,-1-9 0 0 0,1-9-548 0 0,0 22 156 0 0,0 18 190 0 0,0 49 284 0 0,0-64-146 0 0,1 1 0 0 0,-2-1 0 0 0,1 1 0 0 0,0-1 0 0 0,0 1 0 0 0,0-1 0 0 0,0 1 0 0 0,0-1 0 0 0,0 1 0 0 0,0-1 0 0 0,-1 1 0 0 0,1-1 0 0 0,0 1 0 0 0,0-1 0 0 0,-1 1 0 0 0,1-1 0 0 0,0 0 0 0 0,-1 1 0 0 0,1-1 0 0 0,0 0 0 0 0,-1 1 0 0 0,1-1 0 0 0,0 0 0 0 0,-1 1 0 0 0,1-1 0 0 0,-1 0 0 0 0,1 0 0 0 0,-1 1 0 0 0,1-1 0 0 0,-1 0 0 0 0,1 0 0 0 0,-1 0 0 0 0,1 0 0 0 0,-1 0 0 0 0,0 1 0 0 0,1-1 1 0 0,-1 0 0 0 0,1 0-1 0 0,-1 0 1 0 0,1 0 0 0 0,-1 0-1 0 0,0 1 1 0 0,1-1 0 0 0,-1 0 0 0 0,1 1-1 0 0,0-1 1 0 0,-1 0 0 0 0,1 1-1 0 0,-1-1 1 0 0,1 0 0 0 0,-1 1-1 0 0,1-1 1 0 0,0 1 0 0 0,-1-1-1 0 0,1 1 1 0 0,0-1 0 0 0,-1 1-1 0 0,1-1 1 0 0,0 1 0 0 0,0-1-1 0 0,0 1 1 0 0,0-1 0 0 0,-1 1-1 0 0,1 0 1 0 0,0-1 0 0 0,0 1-1 0 0,0-1 1 0 0,0 1 0 0 0,0 0-1 0 0,-12 10 70 0 0,-2-1-8 0 0,-23 26-50 0 0,33-28-13 0 0,1-2 0 0 0,-4-3-14 0 0,6-3 11 0 0,1 0-1 0 0,-1 0 0 0 0,1 0 0 0 0,-1 1 1 0 0,1-1-1 0 0,-1 0 0 0 0,0 0 1 0 0,1 1-1 0 0,-1-1 0 0 0,1 0 1 0 0,-1 1-1 0 0,1-1 0 0 0,-1 1 1 0 0,1-1-1 0 0,0 0 0 0 0,-1 1 0 0 0,1-1 1 0 0,0 1-1 0 0,-1-1 0 0 0,1 1 1 0 0,0-1-1 0 0,-1 1 0 0 0,1 0 1 0 0,0-1-1 0 0,0 1 0 0 0,0-1 1 0 0,-1 1-1 0 0,1-1 0 0 0,0 1 1 0 0,0 0-1 0 0,0-1 0 0 0,0 1 0 0 0,0-1 1 0 0,0 1-1 0 0,0 0 0 0 0,23 7-89 0 0,11 2 145 0 0,2-3 0 0 0,-1-1-1 0 0,55 3 1 0 0,25 3 34 0 0,-102-11-122 0 0,1 1-1 0 0,0-1 0 0 0,-1-1 1 0 0,1-1-1 0 0,-1 1 0 0 0,1-2 1 0 0,17-4-1 0 0,-30 5 38 0 0,1 1 0 0 0,0-1 0 0 0,-1 0 1 0 0,1 0-1 0 0,-1 0 0 0 0,0 0 0 0 0,1 0 0 0 0,-1 0 0 0 0,0 0 0 0 0,0 0 0 0 0,1-1 0 0 0,-1 1 1 0 0,0 0-1 0 0,0-1 0 0 0,-1 1 0 0 0,1-1 0 0 0,0 1 0 0 0,0-1 0 0 0,-1 1 0 0 0,1-1 1 0 0,0-3-1 0 0,1-39 233 0 0,-3 25-93 0 0,1 17-135 0 0,0 0-1 0 0,0 1 1 0 0,1-1-1 0 0,-1 1 0 0 0,1-1 1 0 0,-1 1-1 0 0,1-1 1 0 0,0 1-1 0 0,-1-1 1 0 0,1 1-1 0 0,0-1 1 0 0,0 1-1 0 0,0 0 0 0 0,0 0 1 0 0,0-1-1 0 0,0 1 1 0 0,2-1-1 0 0,5-9-263 0 0,-9 18 271 0 0,-1 1 1 0 0,0-1-1 0 0,0 0 1 0 0,-1 1-1 0 0,1-1 0 0 0,-2 0 1 0 0,1 0-1 0 0,-1-1 0 0 0,0 1 1 0 0,0-1-1 0 0,-1 0 0 0 0,-5 6 1 0 0,-7 12 39 0 0,15-21-47 0 0,-5 9 5 0 0,0-1-1 0 0,-1 1 1 0 0,0-1-1 0 0,-1 0 1 0 0,0-1-1 0 0,-15 13 1 0 0,-9 8-851 0 0,0 1-1 0 0,-45 61 1 0 0,52-58-1255 0 0,4-17-959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9:10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0 2641 0 0,'-45'39'3522'0'0,"23"-3"-2242"0"0,-18 3-1280 0 0,18 7-80 0 0,-23 1 80 0 0,23-5 80 0 0,0-13-80 0 0,0-21-320 0 0,44-8-1441 0 0,0-18-3441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9:11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70 203 880 0 0,'-1'-1'106'0'0,"1"0"0"0"0,1 0 0 0 0,-1 0 0 0 0,0 0 0 0 0,0 0 0 0 0,0 0 0 0 0,0 0 0 0 0,1 0 0 0 0,-1 1-1 0 0,0-1 1 0 0,1 0 0 0 0,-1 0 0 0 0,1 0 0 0 0,-1 0 0 0 0,1 0 0 0 0,-1 1 0 0 0,1-1 0 0 0,0 0 0 0 0,-1 0 0 0 0,1 1-1 0 0,0-1 1 0 0,0 0 0 0 0,0 0 0 0 0,0 1-23 0 0,0-1 0 0 0,0 0 0 0 0,0 1 0 0 0,0-1 1 0 0,-1 0-1 0 0,1 1 0 0 0,0-1 0 0 0,-1 0 0 0 0,1 0 0 0 0,-1 0 0 0 0,1 0 0 0 0,-1 0 0 0 0,1 0 0 0 0,-1 0 0 0 0,1 0 0 0 0,-1 1 0 0 0,0-2 0 0 0,0 1 0 0 0,1 0 1 0 0,-1 0-1 0 0,0 0 0 0 0,0 0 0 0 0,0-1 0 0 0,-1-17 982 0 0,0 14-917 0 0,1-1 1 0 0,-1 1-1 0 0,1-1 1 0 0,1 1-1 0 0,-1-1 1 0 0,1 0-1 0 0,0 1 0 0 0,2-10 1 0 0,4 4-92 0 0,-6 8-28 0 0,1 1-1 0 0,-1-1 0 0 0,1 0 1 0 0,-1 0-1 0 0,0 0 1 0 0,0 0-1 0 0,0-1 1 0 0,0 1-1 0 0,-1 0 0 0 0,1 0 1 0 0,-1 0-1 0 0,0-7 1 0 0,0 9-15 0 0,0 0-1 0 0,0 1 1 0 0,0-1 0 0 0,0 0 0 0 0,0 0 0 0 0,0 0 0 0 0,0 1-1 0 0,0-1 1 0 0,0 0 0 0 0,0 0 0 0 0,0 0 0 0 0,1 1 0 0 0,-1-1-1 0 0,0 0 1 0 0,1 0 0 0 0,-1 1 0 0 0,1-1 0 0 0,-1 0 0 0 0,1 1-1 0 0,-1-1 1 0 0,1 0 0 0 0,-1 1 0 0 0,1-1 0 0 0,-1 1 0 0 0,1-1-1 0 0,0 1 1 0 0,-1-1 0 0 0,1 1 0 0 0,0 0 0 0 0,-1-1 0 0 0,1 1-1 0 0,0 0 1 0 0,1-1 0 0 0,2-1 9 0 0,-3 2-14 0 0,-1 0-1 0 0,0 0 1 0 0,0 0-1 0 0,0 0 1 0 0,0 0-1 0 0,1 0 1 0 0,-1 0-1 0 0,0 0 1 0 0,0 0-1 0 0,0 0 1 0 0,0 0-1 0 0,1 0 1 0 0,-1 0-1 0 0,0 0 1 0 0,0 0-1 0 0,0 0 1 0 0,0 0-1 0 0,0 0 1 0 0,1 0-1 0 0,-1 0 0 0 0,0 0 1 0 0,0 0-1 0 0,0 0 1 0 0,0 0-1 0 0,1 0 1 0 0,-1 0-1 0 0,0 0 1 0 0,0 0-1 0 0,0 1 1 0 0,0-1-1 0 0,0 0 1 0 0,0 0-1 0 0,1 0 1 0 0,-1 0-1 0 0,0 0 1 0 0,0 0-1 0 0,0 1 1 0 0,0-1-1 0 0,0 0 1 0 0,0 0-1 0 0,0 0 1 0 0,0 0-1 0 0,0 1 1 0 0,0-1-1 0 0,0 0 1 0 0,0 0-1 0 0,0 0 1 0 0,0 0-1 0 0,0 1 0 0 0,0-1 1 0 0,0 0-1 0 0,0 0 1 0 0,0 0-1 0 0,0 0 1 0 0,0 1-1 0 0,0-1 1 0 0,-6 9 374 0 0,1-7-383 0 0,5-2 0 0 0,-1 0 0 0 0,0 1 0 0 0,1-1 0 0 0,-1 0 0 0 0,1 0 0 0 0,-1 0 0 0 0,0 1 0 0 0,1-1 0 0 0,-1 0 0 0 0,1 1 0 0 0,-1-1 0 0 0,0 1 0 0 0,1-1 0 0 0,-1 0 0 0 0,1 1 0 0 0,0-1 0 0 0,-1 1 0 0 0,1-1 0 0 0,-1 1 0 0 0,1 0 0 0 0,0-1 0 0 0,-1 1 0 0 0,1-1 0 0 0,0 1 0 0 0,0 0 0 0 0,-1-1 0 0 0,1 1 0 0 0,0 0 0 0 0,0-1 0 0 0,0 1 0 0 0,0 0 0 0 0,0-1 0 0 0,0 1 0 0 0,0 1 0 0 0,-26 11 0 0 0,23-12 0 0 0,2-1 0 0 0,0 0 0 0 0,1 0 0 0 0,-1 0 0 0 0,0 1 0 0 0,0-1 0 0 0,0 0 0 0 0,0 1 0 0 0,0-1 0 0 0,1 0 0 0 0,-1 1 0 0 0,0-1 0 0 0,0 1 0 0 0,1-1 0 0 0,-1 1 0 0 0,0-1 0 0 0,1 1 0 0 0,-1 0 0 0 0,0 1 0 0 0,-25 17 0 0 0,10-8 19 0 0,14-11-17 0 0,1 1 0 0 0,-1 0 0 0 0,1-1 1 0 0,-1 1-1 0 0,1 0 0 0 0,0 0 0 0 0,0 0 0 0 0,-1 0 1 0 0,1 0-1 0 0,0 1 0 0 0,0-1 0 0 0,0 0 0 0 0,0 0 1 0 0,0 1-1 0 0,0-1 0 0 0,0 1 0 0 0,0-1 0 0 0,1 1 1 0 0,-1-1-1 0 0,1 1 0 0 0,-1-1 0 0 0,1 1 0 0 0,-1-1 1 0 0,1 1-1 0 0,0 0 0 0 0,0-1 0 0 0,0 3 0 0 0,-1 2-2 0 0,1-3 0 0 0,-1 1 0 0 0,1-1 0 0 0,0 0 0 0 0,0 0 0 0 0,0 0 0 0 0,0 0 0 0 0,0 0 0 0 0,1 0 0 0 0,-1 0 0 0 0,1 0 0 0 0,0 0 0 0 0,2 4 0 0 0,3-1 0 0 0,-5-4 0 0 0,1 0 0 0 0,0 0 0 0 0,1 0 0 0 0,-1 0 0 0 0,0-1 0 0 0,1 1 0 0 0,-1-1 0 0 0,0 1 0 0 0,1-1 0 0 0,0 0 0 0 0,-1 0 0 0 0,5 1 0 0 0,6 1-16 0 0,0-2 0 0 0,-1 1 0 0 0,1-2 0 0 0,0 0 0 0 0,0 0 0 0 0,0-1 0 0 0,-1-1 0 0 0,1 0 0 0 0,23-7 0 0 0,9-4 13 0 0,-38 12-6 0 0,-1-1 1 0 0,0 1-1 0 0,0-1 1 0 0,1 0-1 0 0,-1-1 1 0 0,-1 1-1 0 0,1-1 1 0 0,8-6-1 0 0,-7-9-57 0 0,8 8 132 0 0,-17 11-51 0 0,0-1 0 0 0,0 0 0 0 0,0 1 0 0 0,0-1 0 0 0,0 1-1 0 0,0 0 1 0 0,1 0 0 0 0,-1-1 0 0 0,0 1 0 0 0,0 0 0 0 0,1 1 0 0 0,-1-1-1 0 0,0 0 1 0 0,1 0 0 0 0,0 1 0 0 0,-1-1 0 0 0,1 1 0 0 0,-2 2 0 0 0,-11 10 49 0 0,3-4-4 0 0,-11 11 118 0 0,-21 25-1 0 0,37-38-121 0 0,0 0 0 0 0,0 0 1 0 0,1 0-1 0 0,0 1 0 0 0,1 0 0 0 0,0 0 0 0 0,0 0 0 0 0,-2 11 1 0 0,1 6 91 0 0,4-20-120 0 0,0 0 0 0 0,-1 0 1 0 0,1-1-1 0 0,-1 1 0 0 0,0 0 0 0 0,0 0 0 0 0,-5 6 0 0 0,5-8-66 0 0,-15 30 6 0 0,17-33-3 0 0,0 0 0 0 0,0-1 0 0 0,-1 1 0 0 0,1-1 0 0 0,0 1 0 0 0,0 0 0 0 0,0-1-1 0 0,0 1 1 0 0,1 0 0 0 0,-1-1 0 0 0,0 1 0 0 0,0 0 0 0 0,0-1 0 0 0,0 1 0 0 0,1-1 0 0 0,-1 1 0 0 0,0 0 0 0 0,1-1 0 0 0,-1 1 0 0 0,0-1 0 0 0,1 1 0 0 0,-1-1 0 0 0,1 1 0 0 0,-1-1 0 0 0,0 1 0 0 0,1-1 0 0 0,-1 1 0 0 0,1-1 0 0 0,0 0-1 0 0,-1 1 1 0 0,1-1 0 0 0,-1 0 0 0 0,1 0 0 0 0,0 1 0 0 0,-1-1 0 0 0,1 0 0 0 0,-1 0 0 0 0,1 0 0 0 0,0 0 0 0 0,-1 0 0 0 0,1 1 0 0 0,0-1 0 0 0,-1-1 0 0 0,1 1 0 0 0,0 0 0 0 0,-1 0 0 0 0,1 0 0 0 0,0 0 0 0 0,19-6-3274 0 0,1-10-2280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9:12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1 720 0 0,'0'0'1761'0'0,"22"4"-80"0"0,-22 14-160 0 0,22 35 319 0 0,0-2-879 0 0,0-13-721 0 0,-22-6-80 0 0,23-3-80 0 0,-23-3-80 0 0,22-11-240 0 0,-22-5-560 0 0,0-6-961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9:12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1 113 2321 0 0,'22'0'2001'0'0,"0"-5"-480"0"0,0-4-401 0 0,67-19-720 0 0,67-43-2721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9:13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45 229 240 0 0,'3'0'536'0'0,"0"-1"1"0"0,0 0-1 0 0,0 0 0 0 0,1 0 0 0 0,-1-1 0 0 0,0 1 1 0 0,0-1-1 0 0,-1 0 0 0 0,5-2 0 0 0,-1-2-80 0 0,0 0-1 0 0,0 0 0 0 0,-1-1 0 0 0,0 0 0 0 0,4-7 0 0 0,16-21 3 0 0,71-66 489 0 0,-95 100-937 0 0,0 1 0 0 0,-1-1 0 0 0,1 0 1 0 0,0 0-1 0 0,-1 0 0 0 0,1 0 0 0 0,-1 0 0 0 0,1 0 0 0 0,-1 0 1 0 0,1 1-1 0 0,-1-1 0 0 0,0 0 0 0 0,1-1 0 0 0,-1 1 1 0 0,0 0-1 0 0,0 0 0 0 0,0 0 0 0 0,0 0 0 0 0,0 0 0 0 0,0 0 1 0 0,0-1-1 0 0,0-7 113 0 0,-4 10-57 0 0,0 1-61 0 0,0 0-1 0 0,0 0 1 0 0,0 0 0 0 0,0 1-1 0 0,1 0 1 0 0,-1 0-1 0 0,1 0 1 0 0,0 0-1 0 0,0 1 1 0 0,0-1-1 0 0,0 1 1 0 0,1 0-1 0 0,-1-1 1 0 0,1 1 0 0 0,-3 6-1 0 0,-4 6 17 0 0,-80 139 125 0 0,75-132-134 0 0,0 1-1 0 0,2 0 0 0 0,1 0 0 0 0,1 1 0 0 0,-14 52 0 0 0,23-73-75 0 0,0-1 0 0 0,0 1 0 0 0,1-1 0 0 0,0 1 0 0 0,-1 0 0 0 0,1-1 0 0 0,0 1 0 0 0,1 0 0 0 0,-1-1 0 0 0,1 1 0 0 0,0 0 0 0 0,0-1 0 0 0,0 1 0 0 0,0-1 0 0 0,0 1 0 0 0,1-1 0 0 0,0 0 0 0 0,-1 0 0 0 0,1 0 0 0 0,0 1 0 0 0,1-2-1 0 0,-1 1 1 0 0,0 0 0 0 0,1 0 0 0 0,0-1 0 0 0,0 0 0 0 0,-1 1 0 0 0,1-1 0 0 0,1 0 0 0 0,-1 0 0 0 0,0-1 0 0 0,0 1 0 0 0,1-1 0 0 0,5 2 0 0 0,17 1-2550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9:13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363 127 2881 0 0,'-48'22'1282'0'0,"9"-4"-455"0"0,-55 18-1 0 0,77-30-641 0 0,0 0 1 0 0,1 2-1 0 0,0 0 1 0 0,1 1-1 0 0,0 0 1 0 0,0 1-1 0 0,1 1 0 0 0,0 0 1 0 0,-17 19-1 0 0,30-30-176 0 0,0 1 0 0 0,0 0-1 0 0,0 0 1 0 0,0 0 0 0 0,1 1 0 0 0,-1-1-1 0 0,0 0 1 0 0,0 0 0 0 0,1 0 0 0 0,-1 0-1 0 0,1 1 1 0 0,-1-1 0 0 0,1 0 0 0 0,0 1-1 0 0,-1-1 1 0 0,1 0 0 0 0,0 1 0 0 0,0-1-1 0 0,0 0 1 0 0,0 1 0 0 0,0-1 0 0 0,0 0-1 0 0,0 1 1 0 0,1-1 0 0 0,-1 0 0 0 0,0 1-1 0 0,1-1 1 0 0,-1 0 0 0 0,1 1 0 0 0,-1-1-1 0 0,1 0 1 0 0,0 0 0 0 0,-1 0 0 0 0,1 0-1 0 0,0 0 1 0 0,0 1 0 0 0,0-2 0 0 0,0 1-1 0 0,0 0 1 0 0,1 1 0 0 0,3 2 9 0 0,0-1 1 0 0,0 0-1 0 0,0 0 0 0 0,0 0 1 0 0,0-1-1 0 0,0 1 0 0 0,1-1 0 0 0,0-1 1 0 0,-1 1-1 0 0,8 0 0 0 0,13 2-7 0 0,-1-2 0 0 0,2 0-1 0 0,-1-2 1 0 0,0-1 0 0 0,0-1-1 0 0,-1-2 1 0 0,1 0 0 0 0,0-2-1 0 0,-1 0 1 0 0,0-2 0 0 0,-1-1-1 0 0,0-1 1 0 0,0 0 0 0 0,35-23 0 0 0,-45 23-17 0 0,-1-1 0 0 0,1 0 0 0 0,-2 0 0 0 0,0-2 0 0 0,19-24 0 0 0,-26 32-34 0 0,-1-1-1 0 0,-1 0 1 0 0,1 0 0 0 0,-1 0 0 0 0,0 0-1 0 0,0-1 1 0 0,-1 1 0 0 0,0-1-1 0 0,0 0 1 0 0,-1 0 0 0 0,1 0 0 0 0,-2 0-1 0 0,1 0 1 0 0,-1 1 0 0 0,0-1-1 0 0,-2-13 1 0 0,1 15-23 0 0,0 1 0 0 0,0 0 1 0 0,-1 0-1 0 0,1 1 0 0 0,-1-1 0 0 0,0 0 0 0 0,-1 0 0 0 0,1 1 0 0 0,0-1 0 0 0,-1 1 0 0 0,0 0 1 0 0,0 0-1 0 0,0 0 0 0 0,0 0 0 0 0,0 1 0 0 0,-1-1 0 0 0,1 1 0 0 0,-1 0 0 0 0,0 0 0 0 0,-5-3 1 0 0,-35-11-1646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9:15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396 89 1040 0 0,'1'0'122'0'0,"0"0"-1"0"0,1 0 0 0 0,-1-1 0 0 0,0 1 0 0 0,0-1 0 0 0,0 1 0 0 0,0-1 0 0 0,0 1 0 0 0,-1-1 0 0 0,1 0 0 0 0,0 1 0 0 0,0-1 0 0 0,0 0 0 0 0,0 1 0 0 0,-1-1 0 0 0,1 0 0 0 0,0 0 0 0 0,-1 0 0 0 0,1 0 0 0 0,-1 0 0 0 0,1-1 0 0 0,-1 1-11 0 0,0 0 0 0 0,-1 0-1 0 0,1 0 1 0 0,-1 0 0 0 0,1 1-1 0 0,-1-1 1 0 0,0 0-1 0 0,1 1 1 0 0,-1-1 0 0 0,0 0-1 0 0,1 1 1 0 0,-1-1 0 0 0,0 1-1 0 0,0-1 1 0 0,0 1-1 0 0,0-1 1 0 0,1 1 0 0 0,-1 0-1 0 0,-2-1 1 0 0,2-1 56 0 0,0 0 0 0 0,0-1-1 0 0,1 1 1 0 0,-1 0 0 0 0,1 0 0 0 0,-1-1 0 0 0,1 1 0 0 0,0 0-1 0 0,-1-1 1 0 0,1 1 0 0 0,1 0 0 0 0,-1-1 0 0 0,0 1-1 0 0,1-2 1 0 0,-1-2 335 0 0,4 6-434 0 0,33-5-1 0 0,-33 4-106 0 0,-4 1 38 0 0,1-1-1 0 0,-1 1 0 0 0,1 0 0 0 0,-1-1 1 0 0,1 1-1 0 0,0-1 0 0 0,-1 1 0 0 0,1 0 1 0 0,-1-1-1 0 0,1 1 0 0 0,0 0 0 0 0,-1 0 1 0 0,1 0-1 0 0,0 0 0 0 0,-1-1 1 0 0,1 1-1 0 0,0 0 0 0 0,-1 0 0 0 0,1 0 1 0 0,0 0-1 0 0,0 0 0 0 0,-1 1 0 0 0,1-1 1 0 0,0 0-1 0 0,-1 0 0 0 0,1 0 0 0 0,-1 1 1 0 0,1-1-1 0 0,0 0 0 0 0,-1 0 0 0 0,1 1 1 0 0,-1-1-1 0 0,2 1 0 0 0,2-3 16 0 0,11 1 54 0 0,-12 1 253 0 0,-29-8 867 0 0,19 8-1099 0 0,-1 0 0 0 0,1 1 0 0 0,-1 0 0 0 0,1 0 0 0 0,0 1 0 0 0,0 0 0 0 0,-1 0 0 0 0,1 1 0 0 0,-9 4 0 0 0,-5 2-87 0 0,10-5-10 0 0,1 1 1 0 0,0-1-1 0 0,0 2 1 0 0,0 0 0 0 0,-9 8-1 0 0,-22 11 60 0 0,-32 22-35 0 0,39-24-19 0 0,22-15 3 0 0,1 0 0 0 0,1 0 0 0 0,0 1 0 0 0,0 1 0 0 0,0-1 0 0 0,1 2 0 0 0,-8 11 0 0 0,16-21-1 0 0,0 0-1 0 0,1 0 1 0 0,-1 0-1 0 0,0 1 1 0 0,1-1-1 0 0,-1 0 1 0 0,1 0-1 0 0,-1 1 1 0 0,1-1-1 0 0,0 0 1 0 0,0 1-1 0 0,-1-1 1 0 0,1 1-1 0 0,0-1 1 0 0,0 0-1 0 0,0 1 1 0 0,1-1-1 0 0,-1 0 1 0 0,0 1-1 0 0,0-1 1 0 0,1 1-1 0 0,-1-1 1 0 0,1 2-1 0 0,1-2-4 0 0,-1 1-1 0 0,0 0 1 0 0,1 0-1 0 0,-1-1 1 0 0,1 1-1 0 0,0-1 0 0 0,0 1 1 0 0,-1-1-1 0 0,1 0 1 0 0,0 0-1 0 0,0 0 1 0 0,4 2-1 0 0,6 1-38 0 0,0-1 0 0 0,1 0 0 0 0,23 3 0 0 0,-27-5 26 0 0,62 7-162 0 0,-65-8 165 0 0,1 0 1 0 0,-1 0-1 0 0,1 0 0 0 0,-1-1 0 0 0,1 0 1 0 0,-1 0-1 0 0,11-4 0 0 0,-16 4 29 0 0,-1 0-1 0 0,1 0 1 0 0,-1 0-1 0 0,1 0 1 0 0,-1 0-1 0 0,1 0 1 0 0,-1 0-1 0 0,0 0 1 0 0,0 0-1 0 0,1-1 1 0 0,-1 1-1 0 0,0 0 0 0 0,0 0 1 0 0,0 0-1 0 0,0 0 1 0 0,0 0-1 0 0,-1-1 1 0 0,1 1-1 0 0,0 0 1 0 0,0 0-1 0 0,-1 0 1 0 0,1 0-1 0 0,-1 0 1 0 0,1 0-1 0 0,-1 0 1 0 0,1 0-1 0 0,-1 0 1 0 0,0 0-1 0 0,0 0 1 0 0,-1-1-1 0 0,-12-10 61 0 0,0 2 0 0 0,-19-11 0 0 0,-6-4 28 0 0,26 15-90 0 0,-1-1 42 0 0,-2 1 0 0 0,-23-13 0 0 0,35 21-123 0 0,0 0 1 0 0,1 0-1 0 0,-1 1 0 0 0,0 0 1 0 0,0 0-1 0 0,0 0 1 0 0,0 0-1 0 0,0 1 0 0 0,0-1 1 0 0,0 1-1 0 0,0 0 1 0 0,0 0-1 0 0,0 0 0 0 0,0 1 1 0 0,0 0-1 0 0,-6 1 0 0 0,9-1-57 0 0,1 0 1 0 0,-1-1-1 0 0,1 1 0 0 0,-1-1 0 0 0,1 1 0 0 0,-1 0 0 0 0,1-1 0 0 0,0 1 0 0 0,0 0 0 0 0,-1 0 0 0 0,1-1 0 0 0,0 1 0 0 0,0 0 0 0 0,0 0 0 0 0,-1-1 0 0 0,1 1 0 0 0,0 0 0 0 0,0 0 0 0 0,0 0 0 0 0,1 0 0 0 0,-4 14-2529 0 0,-15 11-1973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9:31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52 400 0 0,'-3'-12'7206'0'0,"-5"9"-6054"0"0,8 3-1178 0 0,-1 0-1 0 0,1 0 1 0 0,-1 0-1 0 0,0-1 1 0 0,1 1-1 0 0,-1 0 1 0 0,1 0-1 0 0,-1 0 1 0 0,1-1-1 0 0,-1 1 0 0 0,1 0 1 0 0,-1-1-1 0 0,1 1 1 0 0,-1 0-1 0 0,1-1 1 0 0,0 1-1 0 0,-1-1 1 0 0,1 1-1 0 0,0 0 1 0 0,-1-1-1 0 0,1 1 1 0 0,0-1-1 0 0,-1 1 0 0 0,1-1 1 0 0,0 1-1 0 0,0-1 1 0 0,0 0-1 0 0,-1 1 1 0 0,1-1-1 0 0,0 1 1 0 0,0-1-1 0 0,0 1 1 0 0,0-1-1 0 0,0 0 1 0 0,0 1-1 0 0,0-1 0 0 0,0 1 1 0 0,0-1-1 0 0,1 0 1 0 0,-1 0 35 0 0,0 0-1 0 0,0 1 1 0 0,0-1 0 0 0,0 1-1 0 0,0-1 1 0 0,0 1 0 0 0,0-1 0 0 0,-1 1-1 0 0,1-1 1 0 0,0 1 0 0 0,0-1-1 0 0,0 1 1 0 0,-1-1 0 0 0,1 1 0 0 0,0-1-1 0 0,0 1 1 0 0,-1-1 0 0 0,1 1-1 0 0,0-1 1 0 0,-1 1 0 0 0,1 0-1 0 0,-1-1 1 0 0,1 1 0 0 0,0 0 0 0 0,-1-1-1 0 0,1 1 1 0 0,-1 0 0 0 0,1 0-1 0 0,-1-1 1 0 0,1 1 0 0 0,-1 0 0 0 0,1 0-1 0 0,-1 0 1 0 0,1 0 0 0 0,-1 0-1 0 0,0-1 1 0 0,1 1 0 0 0,-1 0 0 0 0,1 0-1 0 0,-2 1 1 0 0,2-1-1 0 0,0 0 0 0 0,0 0 0 0 0,-1 0-1 0 0,1 0 1 0 0,0 0 0 0 0,0 0 0 0 0,-1 0 0 0 0,1 0 0 0 0,0 0 0 0 0,0 0-1 0 0,-1 0 1 0 0,1 0 0 0 0,0-1 0 0 0,-1 1 0 0 0,1 0 0 0 0,0 0 0 0 0,0 0 0 0 0,-1 0-1 0 0,1 0 1 0 0,0 0 0 0 0,0-1 0 0 0,0 1 0 0 0,-1 0 0 0 0,1 0 0 0 0,0 0-1 0 0,0-1 1 0 0,0 1 0 0 0,-1 0 0 0 0,1 0 0 0 0,0 0 0 0 0,0-1 0 0 0,0 1 0 0 0,0 0-1 0 0,0 0 1 0 0,0-1 0 0 0,12 0 324 0 0,-5 3-277 0 0,-8 1 198 0 0,-13 3 143 0 0,24 7 15 0 0,-2-6-337 0 0,50 47 567 0 0,83 86-95 0 0,-97-80-1413 0 0,-40-56 371 0 0,0-1-1 0 0,0 0 1 0 0,0 1 0 0 0,0-2-1 0 0,8 5 1 0 0,-7-3-781 0 0,-1-2-3285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9:32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80 720 0 0,'-22'0'4082'0'0,"22"-4"-1841"0"0,0-6-1200 0 0,0 1-481 0 0,0-1-160 0 0,22 2-240 0 0,0-2 0 0 0,23 0-80 0 0,-23 2-240 0 0,45 2-480 0 0,-23 2-1121 0 0,1 4-560 0 0,17 0-240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9:32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17 145 2161 0 0,'-15'-5'1740'0'0,"13"0"395"0"0,23-8 1203 0 0,-3 4-3534 0 0,1-2 404 0 0,0 1 1 0 0,1 2-1 0 0,38-13 1 0 0,-14 6-56 0 0,7-1 0 0 0,71-15 0 0 0,-111 30-132 0 0,-10 4 37 0 0,-17 9 89 0 0,-5 3-92 0 0,-24 39 145 0 0,-81 105-120 0 0,123-154-94 0 0,0 1 0 0 0,-1-1 0 0 0,2 1 0 0 0,-1-1 0 0 0,1 1 0 0 0,0 0 1 0 0,0 0-1 0 0,0 0 0 0 0,1 0 0 0 0,0 0 0 0 0,-1 9 0 0 0,2-13-83 0 0,0 0 0 0 0,0 1 0 0 0,0-1 0 0 0,0 0-1 0 0,1 0 1 0 0,-1 0 0 0 0,1 0 0 0 0,-1 0 0 0 0,1 0 0 0 0,0 0-1 0 0,-1 0 1 0 0,1 0 0 0 0,0 0 0 0 0,0 0 0 0 0,1 0 0 0 0,-1-1-1 0 0,0 1 1 0 0,1 0 0 0 0,-1-1 0 0 0,1 1 0 0 0,-1-1 0 0 0,1 0-1 0 0,0 1 1 0 0,-1-1 0 0 0,1 0 0 0 0,0 0 0 0 0,0 0 0 0 0,0 0-1 0 0,0 0 1 0 0,0-1 0 0 0,0 1 0 0 0,0-1 0 0 0,0 1 0 0 0,0-1-1 0 0,0 1 1 0 0,4-1 0 0 0,34 1-3091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0:05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4 3442 0 0,'-50'-1'3625'0'0,"24"-1"-2954"0"0,-1 2 0 0 0,1 0 0 0 0,-44 8 0 0 0,58-8-524 0 0,-7 1-15 0 0,18-1-94 0 0,1 0 0 0 0,0 0 0 0 0,-1 0 0 0 0,1 0 0 0 0,-1 0 0 0 0,1 0 0 0 0,0 0 0 0 0,-1 0 0 0 0,1 0 0 0 0,0 0 1 0 0,-1 1-1 0 0,1-1 0 0 0,0 0 0 0 0,-1 0 0 0 0,1 0 0 0 0,0 1 0 0 0,-1-1 0 0 0,1 0 0 0 0,0 0 0 0 0,-1 1 0 0 0,1-1 0 0 0,0 0 0 0 0,0 1 0 0 0,-1-1 0 0 0,1 0 0 0 0,0 1 0 0 0,0-1 0 0 0,0 0 0 0 0,-1 3 3249 0 0,58-3-1877 0 0,111 2-1246 0 0,-89 2-203 0 0,110 7-832 0 0,-68-2-2621 0 0,-110-8 2685 0 0,0 0 0 0 0,0 1 0 0 0,0 0 0 0 0,-1 1 0 0 0,13 5 0 0 0,-23-8 696 0 0,0 1 0 0 0,0-1-1 0 0,0 1 1 0 0,0-1 0 0 0,0 0 0 0 0,0 1 0 0 0,0-1 0 0 0,-1 1 0 0 0,1-1 0 0 0,0 0-1 0 0,0 1 1 0 0,0-1 0 0 0,-1 0 0 0 0,1 1 0 0 0,0-1 0 0 0,0 0 0 0 0,-1 1 0 0 0,1-1-1 0 0,0 0 1 0 0,-1 1 0 0 0,1-1 0 0 0,0 0 0 0 0,-1 0 0 0 0,1 0 0 0 0,-1 1 0 0 0,1-1-1 0 0,0 0 1 0 0,-1 0 0 0 0,1 0 0 0 0,-1 0 0 0 0,1 0 0 0 0,-1 0 0 0 0,1 0 0 0 0,0 0-1 0 0,-2 0 1 0 0,2 0 83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0:06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58 2081 0 0,'-25'4'1279'0'0,"16"-3"-849"0"0,0 1 0 0 0,0-1 0 0 0,0-1-1 0 0,-15 0 1 0 0,16-7 437 0 0,7 7-720 0 0,0 0-112 0 0,0 0 1 0 0,1 0-1 0 0,-1 0 0 0 0,1 0 0 0 0,-1 0 1 0 0,0 0-1 0 0,1 0 0 0 0,-1 0 1 0 0,1 0-1 0 0,-1 0 0 0 0,0 0 0 0 0,1 0 1 0 0,-1 0-1 0 0,1 0 0 0 0,-1-1 1 0 0,1 1-1 0 0,-1 0 0 0 0,0 0 0 0 0,1-1 1 0 0,-1 1-1 0 0,1 0 0 0 0,0-1 1 0 0,-1 1-1 0 0,1-1 0 0 0,-1 1 0 0 0,1 0 1 0 0,-1-1-1 0 0,1 1 0 0 0,0-1 1 0 0,-1 0-1 0 0,-1 0 79 0 0,0 0 0 0 0,0 0 1 0 0,0 0-1 0 0,0 0 0 0 0,0 1 1 0 0,0-1-1 0 0,0 1 0 0 0,0-1 1 0 0,0 1-1 0 0,-3 0 0 0 0,-11-4 721 0 0,35 1-459 0 0,84-8 160 0 0,174-12 771 0 0,-184 19-2262 0 0,92 10 0 0 0,-144-1-1540 0 0,-41-5 2378 0 0,1 0-1 0 0,-1 0 0 0 0,0 0 0 0 0,1 0 0 0 0,-1 0 0 0 0,0 0 1 0 0,1 1-1 0 0,-1-1 0 0 0,0 0 0 0 0,1 0 0 0 0,-1 0 0 0 0,0 0 1 0 0,0 1-1 0 0,1-1 0 0 0,-1 0 0 0 0,0 0 0 0 0,0 1 0 0 0,1-1 1 0 0,-1 0-1 0 0,0 0 0 0 0,0 1 0 0 0,0-1 0 0 0,1 0 0 0 0,-1 1 1 0 0,0-1-1 0 0,0 0 0 0 0,0 1 0 0 0,0-1 0 0 0,0 0 0 0 0,0 1 1 0 0,0-1-1 0 0,0 0 0 0 0,0 1 0 0 0,0-1 0 0 0,0 1 1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0:08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10 1121 0 0,'0'-1'1242'0'0,"0"1"-1062"0"0,0 0 1 0 0,0-1 0 0 0,0 1 0 0 0,0 0-1 0 0,0 0 1 0 0,0-1 0 0 0,1 1-1 0 0,-1 0 1 0 0,0-1 0 0 0,0 1 0 0 0,0 0-1 0 0,0 0 1 0 0,0-1 0 0 0,0 1-1 0 0,-1 0 1 0 0,1 0 0 0 0,0-1 0 0 0,0 1-1 0 0,0 0 1 0 0,0 0 0 0 0,0-1-1 0 0,0 1 1 0 0,0 0 0 0 0,0 0-1 0 0,-1-1 1 0 0,1 1 0 0 0,0 0 0 0 0,0 0-1 0 0,0 0 1 0 0,-1-1 0 0 0,1 1-1 0 0,0 0 1 0 0,0 0 0 0 0,0 0 0 0 0,-1 0-1 0 0,1 0 1 0 0,0-1 0 0 0,0 1-1 0 0,-1 0 1 0 0,-2 0-126 0 0,5 1-24 0 0,12 1-12 0 0,25 2 36 0 0,31-2-45 0 0,-32-1-58 0 0,-1 1 0 0 0,54 10 1 0 0,-90-12 44 0 0,-1 0 0 0 0,1 0 0 0 0,-1 0 0 0 0,0 0 1 0 0,1 0-1 0 0,-1 0 0 0 0,1 0 0 0 0,-1 0 0 0 0,1 1 1 0 0,-1-1-1 0 0,0 0 0 0 0,1 0 0 0 0,-1 0 0 0 0,1 1 1 0 0,-1-1-1 0 0,0 0 0 0 0,1 0 0 0 0,-1 1 0 0 0,0-1 1 0 0,1 0-1 0 0,-1 1 0 0 0,0-1 0 0 0,1 0 0 0 0,-1 1 0 0 0,0-1 1 0 0,0 1-1 0 0,0-1 0 0 0,1 0 0 0 0,-1 1 0 0 0,0-1 1 0 0,0 1-1 0 0,0-1 0 0 0,0 1 0 0 0,0-1 0 0 0,0 0 1 0 0,0 1-1 0 0,0-1 0 0 0,0 1 0 0 0,0-1 0 0 0,0 1 0 0 0,0-1 1 0 0,0 1-1 0 0,0-1 0 0 0,0 0 0 0 0,-1 2 0 0 0,-15 22-71 0 0,0-2 38 0 0,4-5 54 0 0,-2 0 1 0 0,1 0 0 0 0,-2-2 0 0 0,0 1 0 0 0,-24 17 0 0 0,18-16-30 0 0,2 1 0 0 0,-25 29 0 0 0,-2 18 59 0 0,42-60 6 0 0,1 0-1 0 0,0 1 1 0 0,1-1 0 0 0,-1 1 0 0 0,1 0 0 0 0,0 0 0 0 0,1 0 0 0 0,-1 0 0 0 0,0 11 0 0 0,1-7 17 0 0,1-9-60 0 0,0 1 0 0 0,0 0 1 0 0,0-1-1 0 0,0 1 0 0 0,0 0 0 0 0,0-1 0 0 0,0 1 0 0 0,1-1 0 0 0,-1 1 0 0 0,1 0 0 0 0,0 2 0 0 0,0-3-39 0 0,0 0 0 0 0,0-1 0 0 0,0 1 0 0 0,0 0 0 0 0,0-1 0 0 0,0 1 0 0 0,0-1 0 0 0,0 1 0 0 0,0-1 0 0 0,0 1 0 0 0,1-1 0 0 0,-1 0 0 0 0,0 0 0 0 0,0 1 0 0 0,0-1 0 0 0,0 0 0 0 0,1 0 0 0 0,-1 0 0 0 0,0 0-1 0 0,0 0 1 0 0,0-1 0 0 0,2 1 0 0 0,27-5-1319 0 0,-30 5 1265 0 0,1 0 0 0 0,-1 0 0 0 0,0 0 0 0 0,1 0 0 0 0,-1 0 0 0 0,0 0 1 0 0,1 0-1 0 0,-1-1 0 0 0,0 1 0 0 0,1 0 0 0 0,-1 0 0 0 0,0 0 0 0 0,0 0 0 0 0,1-1 0 0 0,-1 1 0 0 0,0 0 0 0 0,0 0 0 0 0,1-1 0 0 0,-1 1 0 0 0,0 0 0 0 0,0 0 0 0 0,0-1 0 0 0,1 1 0 0 0,-1 0 1 0 0,0-1-1 0 0,0 1 0 0 0,0 0 0 0 0,0-1 0 0 0,0 1 0 0 0,0 0 0 0 0,0 0 0 0 0,0-1 0 0 0,0 1 0 0 0,0-1 0 0 0,0-4-3626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0:09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0 159 1601 0 0,'23'0'2401'0'0,"-1"-4"-400"0"0,0-6-481 0 0,134-27-319 0 0,44-10-561 0 0,-71 23-560 0 0,-41 10-240 0 0,-21 4-400 0 0,0 2-1601 0 0,-23 4-3522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0:09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0 880 0 0,'-22'10'2562'0'0,"0"9"-1"0"0,0 9-640 0 0,-1 5-1201 0 0,1-5-560 0 0,0 0-80 0 0,22 5 0 0 0,-22-5-80 0 0,0 0-80 0 0,22-5-400 0 0,0-5-801 0 0,0-12-2961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0:09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403 75 560 0 0,'-7'1'-157'0'0,"-27"2"7091"0"0,27 2-6041 0 0,-108 12 15 0 0,-48 27-388 0 0,158-42-512 0 0,0-1 0 0 0,0 1 1 0 0,0 1-1 0 0,0-1 0 0 0,0 1 1 0 0,1 0-1 0 0,-1 0 0 0 0,1 0 0 0 0,0 0 1 0 0,0 1-1 0 0,0 0 0 0 0,-5 6 1 0 0,8-8 26 0 0,-1 1 1 0 0,1-1 0 0 0,-1 1 0 0 0,1 0 0 0 0,0-1 0 0 0,0 1 0 0 0,0 0 0 0 0,0 0 0 0 0,0 0 0 0 0,1 0 0 0 0,0 0 0 0 0,-1 0-1 0 0,1 0 1 0 0,0 0 0 0 0,0 0 0 0 0,1-1 0 0 0,-1 1 0 0 0,0 0 0 0 0,1 0 0 0 0,0 0 0 0 0,0 0 0 0 0,2 4 0 0 0,-2-4-33 0 0,0-1 0 0 0,1 1 0 0 0,0-1 0 0 0,0 0 1 0 0,-1 0-1 0 0,1 0 0 0 0,1 1 0 0 0,-1-2 1 0 0,0 1-1 0 0,0 0 0 0 0,1 0 0 0 0,-1-1 1 0 0,1 1-1 0 0,-1-1 0 0 0,1 0 0 0 0,0 0 1 0 0,4 1-1 0 0,57 10-10 0 0,-60-11 9 0 0,21 1 8 0 0,1-1 1 0 0,0-1-1 0 0,0-2 1 0 0,0 0-1 0 0,0-2 1 0 0,-1-1-1 0 0,28-8 1 0 0,1-4-39 0 0,-1-3 0 0 0,62-32 0 0 0,-107 49-25 0 0,0-1 1 0 0,-1 0-1 0 0,1-1 1 0 0,-1 0-1 0 0,0 0 0 0 0,0 0 1 0 0,-1-1-1 0 0,1 0 1 0 0,-1 0-1 0 0,-1-1 1 0 0,1 0-1 0 0,-1 0 0 0 0,0 0 1 0 0,-1 0-1 0 0,0-1 1 0 0,7-15-1 0 0,-11 21-11 0 0,1 1 0 0 0,-1-1 1 0 0,1 1-1 0 0,-1-1 0 0 0,0 0 0 0 0,0 1 0 0 0,0-1 0 0 0,0 0 0 0 0,0 1 1 0 0,0-1-1 0 0,0 1 0 0 0,0-1 0 0 0,0 0 0 0 0,-1 1 0 0 0,1-1 0 0 0,-1 1 1 0 0,1-1-1 0 0,-1 1 0 0 0,0-1 0 0 0,0 1 0 0 0,1-1 0 0 0,-1 1 0 0 0,0 0 1 0 0,0-1-1 0 0,0 1 0 0 0,-1 0 0 0 0,1 0 0 0 0,0 0 0 0 0,0 0 0 0 0,-3-2 1 0 0,-1 0-394 0 0,-1 0-1 0 0,0 0 1 0 0,0 0 0 0 0,-1 1 0 0 0,-10-3 0 0 0,-28-6-3932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0:10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157 156 1921 0 0,'-41'-14'4989'0'0,"40"12"-4867"0"0,0 0 0 0 0,1 0 0 0 0,-1 0 0 0 0,0 0 0 0 0,1 0 0 0 0,0 0 0 0 0,-1 0 0 0 0,1 0 0 0 0,0 0 0 0 0,0 0 0 0 0,0 0 1 0 0,0 0-1 0 0,0 0 0 0 0,1 0 0 0 0,-1 0 0 0 0,1 0 0 0 0,-1 1 0 0 0,1-1 0 0 0,1-3 0 0 0,3 1-55 0 0,-4 4-60 0 0,0 0 0 0 0,0-1 0 0 0,0 1 0 0 0,-1-1 0 0 0,1 1 0 0 0,0-1 0 0 0,0 0 0 0 0,-1 1 0 0 0,1-1-1 0 0,0 0 1 0 0,-1 1 0 0 0,1-1 0 0 0,-1 0 0 0 0,1 0 0 0 0,-1 1 0 0 0,0-1 0 0 0,1 0 0 0 0,-1 0 0 0 0,0 0 0 0 0,1 0-1 0 0,-1 0 1 0 0,0 1 0 0 0,0-1 0 0 0,0-2 0 0 0,0 2-5 0 0,0 1 0 0 0,0-1 0 0 0,0 0 0 0 0,1 0 0 0 0,-1 1 0 0 0,0-1 0 0 0,0 0 0 0 0,0 1 0 0 0,0-1 0 0 0,1 0 0 0 0,-1 0 0 0 0,0 1 0 0 0,1-1 0 0 0,-1 1 0 0 0,0-1 0 0 0,1 0 0 0 0,-1 1 0 0 0,1-1 0 0 0,-1 1 0 0 0,1-1 0 0 0,-1 1 0 0 0,1-1 0 0 0,0 1 0 0 0,-1-1 0 0 0,1 1 0 0 0,0 0 0 0 0,-1-1 0 0 0,2 1 0 0 0,-1-1-1 0 0,-1 1 0 0 0,1 0 1 0 0,-1-1-1 0 0,1 1 0 0 0,0 0 0 0 0,-1-1 0 0 0,1 1 1 0 0,-1 0-1 0 0,1-1 0 0 0,-1 1 0 0 0,1-1 1 0 0,-1 1-1 0 0,1-1 0 0 0,-1 1 0 0 0,0-1 1 0 0,1 0-1 0 0,-1 1 0 0 0,0-1 0 0 0,1 1 0 0 0,-1-1 1 0 0,0 0-1 0 0,0 1 0 0 0,0-1 0 0 0,0 0 1 0 0,1 1-1 0 0,-1-1 0 0 0,0 0 0 0 0,0 0 0 0 0,0 0-1 0 0,0 0 0 0 0,0 0 0 0 0,0 0 0 0 0,0 1 0 0 0,0-1 0 0 0,0 0 0 0 0,1 0 0 0 0,-1 0 0 0 0,0 1 0 0 0,1-1 0 0 0,-1 0 0 0 0,0 0 0 0 0,1 1 0 0 0,-1-1 0 0 0,1 0 0 0 0,-1 1 0 0 0,1-1 0 0 0,-1 1 0 0 0,1-1 0 0 0,0 0 0 0 0,-1 1 0 0 0,1-1 0 0 0,0 1 0 0 0,0-1 0 0 0,0 1 0 0 0,0-1 0 0 0,0 1 0 0 0,-1-1 0 0 0,1 1 0 0 0,0-1 0 0 0,0 0 0 0 0,-1 1 0 0 0,1-1 0 0 0,-1 0 0 0 0,1 1 0 0 0,-1-1 0 0 0,1 0 0 0 0,-1 0 0 0 0,1 0 0 0 0,-1 0 0 0 0,1 1 0 0 0,-1-1 0 0 0,0 0 0 0 0,0 0 0 0 0,1 0 0 0 0,-1 0 0 0 0,0 0 0 0 0,0 0 0 0 0,0-1 0 0 0,0 1 0 0 0,1 1 0 0 0,0-1-1 0 0,-1 1 1 0 0,1-1 0 0 0,0 1-1 0 0,-1 0 1 0 0,1-1-1 0 0,0 1 1 0 0,0 0 0 0 0,-1-1-1 0 0,1 1 1 0 0,0 0 0 0 0,0 0-1 0 0,0 0 1 0 0,-1 0-1 0 0,1 0 1 0 0,0 0 0 0 0,0 0-1 0 0,0 0 1 0 0,-1 0 0 0 0,1 0-1 0 0,1 0 1 0 0,-2 0-5 0 0,1 0 4 0 0,-1 1 0 0 0,0-1-1 0 0,0 0 1 0 0,0 0 0 0 0,1 0-1 0 0,-1 0 1 0 0,0 0 0 0 0,0 0-1 0 0,0 0 1 0 0,1 0 0 0 0,-1 1 0 0 0,0-1-1 0 0,0 0 1 0 0,0 0 0 0 0,0 0-1 0 0,0 0 1 0 0,1 0 0 0 0,-1 1 0 0 0,0-1-1 0 0,0 0 1 0 0,0 0 0 0 0,0 0-1 0 0,0 1 1 0 0,0-1 0 0 0,0 0 0 0 0,0 0-1 0 0,0 0 1 0 0,0 1 0 0 0,0-1-1 0 0,0 0 1 0 0,0 0 0 0 0,0 0-1 0 0,0 1 1 0 0,0-1 0 0 0,0 0 0 0 0,0 0-1 0 0,0 1 1 0 0,0-1 0 0 0,0 0-1 0 0,0 0 1 0 0,0 0 0 0 0,0 1 0 0 0,0-1-1 0 0,0 0 1 0 0,0 0 0 0 0,-1 0-1 0 0,1 0 1 0 0,0 1 0 0 0,0-1 0 0 0,0 0-1 0 0,0 0 1 0 0,-1 0 0 0 0,1 0-1 0 0,0 0 1 0 0,0 1 0 0 0,0-1 0 0 0,0 0-1 0 0,-1 0 1 0 0,1 0 0 0 0,0 0-1 0 0,-1 0 1 0 0,-10 7 1 0 0,0 0 0 0 0,0 0 0 0 0,-16 17 0 0 0,-16 10 13 0 0,-2-10 67 0 0,38-10-146 0 0,4-13 54 0 0,2-1 12 0 0,0 0 0 0 0,0 1-1 0 0,0-1 1 0 0,1 0 0 0 0,-1 1 0 0 0,0-1 0 0 0,0 1 0 0 0,0-1 0 0 0,1 1 0 0 0,-1-1 0 0 0,0 1 0 0 0,0 0 0 0 0,1-1 0 0 0,-1 1 0 0 0,1 0 0 0 0,-1-1 0 0 0,0 1 0 0 0,1 0 0 0 0,-1 0-1 0 0,0 1 1 0 0,1-1 1 0 0,0-1 0 0 0,0 1-1 0 0,0-1 1 0 0,0 1-1 0 0,0-1 1 0 0,0 1-1 0 0,0-1 1 0 0,0 0 0 0 0,0 1-1 0 0,-1-1 1 0 0,1 1-1 0 0,0-1 1 0 0,0 1 0 0 0,0-1-1 0 0,-1 0 1 0 0,1 1-1 0 0,0-1 1 0 0,-1 0 0 0 0,1 1-1 0 0,0-1 1 0 0,-1 0-1 0 0,1 1 1 0 0,0-1-1 0 0,-1 0 1 0 0,1 0 0 0 0,0 1-1 0 0,-1-1 1 0 0,1 0-1 0 0,-1 0 1 0 0,1 0 0 0 0,-1 0-1 0 0,1 0 1 0 0,0 1-1 0 0,-2-1 1 0 0,2 0 0 0 0,-1 0 0 0 0,1 0 1 0 0,-1 0-1 0 0,0 0 0 0 0,1 1 1 0 0,-1-1-1 0 0,1 0 0 0 0,-1 0 0 0 0,1 1 1 0 0,-1-1-1 0 0,1 0 0 0 0,-1 1 1 0 0,1-1-1 0 0,-1 1 0 0 0,1-1 0 0 0,-1 0 1 0 0,1 1-1 0 0,0-1 0 0 0,-1 1 1 0 0,1-1-1 0 0,0 1 0 0 0,-1-1 0 0 0,1 1 1 0 0,0 0-1 0 0,0-1 0 0 0,-1 1 1 0 0,1-1-1 0 0,0 1 0 0 0,0 0 0 0 0,0-1 1 0 0,0 1-1 0 0,0-1 0 0 0,0 1 1 0 0,0 0-1 0 0,0 0 0 0 0,0 0 0 0 0,0 1-1 0 0,0-1 1 0 0,1 0-1 0 0,-1 0 1 0 0,0 0 0 0 0,1 1-1 0 0,-1-1 1 0 0,0 0 0 0 0,1 0-1 0 0,0 0 1 0 0,-1 0-1 0 0,1 0 1 0 0,0 0 0 0 0,-1 0-1 0 0,1 0 1 0 0,0 0-1 0 0,0 0 1 0 0,0 0 0 0 0,0 0-1 0 0,0-1 1 0 0,2 2-1 0 0,0 1 1 0 0,1-2-1 0 0,0 1 1 0 0,0 0-1 0 0,0-1 1 0 0,1 1-1 0 0,6 0 1 0 0,9 1-2 0 0,0-2 0 0 0,22 0-1 0 0,-41-1 2 0 0,73-6 40 0 0,-69 6-36 0 0,0-1-1 0 0,0 0 0 0 0,0 0 1 0 0,-1-1-1 0 0,1 1 0 0 0,0-1 1 0 0,-1 0-1 0 0,1-1 0 0 0,-1 1 1 0 0,0-1-1 0 0,8-5 0 0 0,5-1 14 0 0,-16 9-15 0 0,0 0 0 0 0,0 0 0 0 0,0 0 0 0 0,0 0 0 0 0,-1-1 0 0 0,1 1 0 0 0,0 0 0 0 0,0-1 0 0 0,0 1 0 0 0,0-1 0 0 0,0 1 0 0 0,0-1 0 0 0,-1 1 0 0 0,1-1 0 0 0,0 0 0 0 0,0 1 0 0 0,-1-1 0 0 0,1 0 0 0 0,0 0 0 0 0,-1 0 0 0 0,1 1 0 0 0,-1-1 0 0 0,1 0 0 0 0,0-1 0 0 0,-1 1-1 0 0,0 0 0 0 0,0 1 0 0 0,0-1 0 0 0,0 1 0 0 0,1-1 0 0 0,-1 1 0 0 0,0-1 0 0 0,0 1 0 0 0,1-1 0 0 0,-1 1 0 0 0,0-1 0 0 0,0 1 0 0 0,1-1 0 0 0,-1 1 0 0 0,1-1 0 0 0,-1 1 0 0 0,1-1 0 0 0,-1 1 0 0 0,0 0 0 0 0,1-1 0 0 0,-1 1 0 0 0,1 0 0 0 0,-1 0 0 0 0,1-1 0 0 0,1 1 0 0 0,-2 0 1 0 0,1-1 1 0 0,0 1-1 0 0,-1 0 1 0 0,1-1-1 0 0,0 1 1 0 0,-1-1-1 0 0,1 1 1 0 0,0-1-1 0 0,-1 1 1 0 0,1-1-1 0 0,-1 1 1 0 0,1-1-1 0 0,-1 1 1 0 0,1-1-1 0 0,-1 0 1 0 0,1 1-1 0 0,-1-1 1 0 0,0 0-1 0 0,1 0 1 0 0,-1 1-1 0 0,0-1 1 0 0,0 0-1 0 0,1 0 1 0 0,-1 1-1 0 0,0-1 1 0 0,0-1 0 0 0,-4-2-3 0 0,-11 3-14 0 0,10 8-48 0 0,3-3 71 0 0,-18 21 58 0 0,-16 22-1 0 0,-5 15 97 0 0,27-42 176 0 0,-22 39 0 0 0,-27 42-153 0 0,63-101-202 0 0,0 0 0 0 0,-1 0 0 0 0,1 0-1 0 0,0 1 1 0 0,0-1 0 0 0,0 0-1 0 0,0 0 1 0 0,0 0 0 0 0,0 0-1 0 0,0 0 1 0 0,0 0 0 0 0,0 0 0 0 0,0 0-1 0 0,0 0 1 0 0,0 0 0 0 0,0 0-1 0 0,0 0 1 0 0,0 1 0 0 0,0-1 0 0 0,0 0-1 0 0,0 0 1 0 0,0 0 0 0 0,0 0-1 0 0,0 0 1 0 0,0 0 0 0 0,0 0-1 0 0,0 0 1 0 0,0 0 0 0 0,0 1 0 0 0,0-1-1 0 0,0 0 1 0 0,0 0 0 0 0,0 0-1 0 0,0 0 1 0 0,0 0 0 0 0,0 0 0 0 0,0 0-1 0 0,0 0 1 0 0,0 0 0 0 0,0 0-1 0 0,0 0 1 0 0,0 0 0 0 0,0 1 0 0 0,0-1-1 0 0,0 0 1 0 0,1 0 0 0 0,-1 0-1 0 0,0 0 1 0 0,0 0 0 0 0,0 0-1 0 0,0 0 1 0 0,0 0 0 0 0,0 0 0 0 0,0 0-1 0 0,0 0 1 0 0,0 0 0 0 0,0 0-1 0 0,1 0 1 0 0,-1 0 0 0 0,0 0 0 0 0,0 0-1 0 0,0 0 1 0 0,0 0 0 0 0,0 0-1 0 0,0 0 1 0 0,0 0 0 0 0,11-3-539 0 0,14-11-733 0 0,-21 10 741 0 0,0 1 0 0 0,-1-1 0 0 0,1 0 0 0 0,-1 0 0 0 0,5-7 0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0:13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1 960 0 0,'-22'0'4402'0'0,"22"4"-2961"0"0,0 6-240 0 0,22 13-161 0 0,-22 19-480 0 0,22-4-400 0 0,0-9-160 0 0,1-11 0 0 0,-1 5 0 0 0,0 1 0 0 0,0-6-80 0 0,-22 0 0 0 0,23 7-720 0 0,-23-3-641 0 0,-23 12-480 0 0,1-15-2481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0:13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1 264 1281 0 0,'22'-6'2801'0'0,"-22"-2"-960"0"0,44-6-561 0 0,23-15-239 0 0,84-41-81 0 0,-18 9-640 0 0,-22 28-480 0 0,-44 15-480 0 0,-22 8-1521 0 0,17-4-3602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0:14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80 107 1441 0 0,'30'-28'4028'0'0,"-13"19"-3118"0"0,25-14 808 0 0,-34 17-1595 0 0,0 0-1 0 0,1 1 0 0 0,0 0 1 0 0,0 1-1 0 0,0 0 1 0 0,0 0-1 0 0,0 1 1 0 0,1 0-1 0 0,0 1 1 0 0,11-2-1 0 0,-20 4-126 0 0,0 0-1 0 0,-1 0 0 0 0,1 0 0 0 0,0 0 1 0 0,0 0-1 0 0,-1 0 0 0 0,1 0 0 0 0,0 0 1 0 0,0 1-1 0 0,-1-1 0 0 0,1 0 0 0 0,0 0 1 0 0,0 1-1 0 0,-1-1 0 0 0,1 0 0 0 0,0 1 1 0 0,-1-1-1 0 0,1 1 0 0 0,-1-1 0 0 0,1 1 1 0 0,0-1-1 0 0,-1 1 0 0 0,1 0 0 0 0,-1-1 1 0 0,0 1-1 0 0,1-1 0 0 0,-1 1 0 0 0,1 1 1 0 0,-1 0-8 0 0,1-1 0 0 0,-1 1 1 0 0,0 0-1 0 0,0 0 1 0 0,0 0-1 0 0,0 0 0 0 0,0 0 1 0 0,0 0-1 0 0,0 0 1 0 0,-1 0-1 0 0,0 2 1 0 0,-2 5-37 0 0,-1 1 1 0 0,0-1-1 0 0,-7 12 0 0 0,1-5 13 0 0,-2 0 0 0 0,0 0 0 0 0,-1-2-1 0 0,-27 25 1 0 0,16-16 38 0 0,-23 20 5 0 0,21-20 1 0 0,-27 30 1 0 0,41-39-114 0 0,-12 17-895 0 0,23-31 963 0 0,1 1 0 0 0,0-1 0 0 0,0 0 0 0 0,-1 1 0 0 0,1-1 0 0 0,0 1 0 0 0,0-1 1 0 0,0 0-1 0 0,0 1 0 0 0,0-1 0 0 0,-1 1 0 0 0,1-1 0 0 0,0 1 0 0 0,0-1 0 0 0,0 0 1 0 0,0 1-1 0 0,0-1 0 0 0,0 1 0 0 0,0-1 0 0 0,1 1 0 0 0,-1-1 0 0 0,0 1 0 0 0,0-1 1 0 0,0 0-1 0 0,0 1 0 0 0,1-1 0 0 0,-1 1 0 0 0,0-1 0 0 0,0 0 0 0 0,0 1 0 0 0,1-1 1 0 0,-1 0-1 0 0,0 1 0 0 0,1-1 0 0 0,-1 0 0 0 0,0 1 0 0 0,1-1 0 0 0,-1 0 0 0 0,1 0 0 0 0,-1 1 1 0 0,0-1-1 0 0,1 0 0 0 0,-1 0 0 0 0,1 0 0 0 0,-1 0 0 0 0,0 0 0 0 0,1 1 0 0 0,-1-1 1 0 0,1 0-1 0 0,-1 0 0 0 0,1 0 0 0 0,-1 0 0 0 0,1 0 0 0 0,-1 0 0 0 0,0 0 0 0 0,1-1 1 0 0,22-1-4047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0:14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310 183 480 0 0,'-19'1'1291'0'0,"1"2"0"0"0,-1 0 1 0 0,1 2-1 0 0,0 0 0 0 0,-23 9 0 0 0,-4 2-741 0 0,33-13-436 0 0,1 1 0 0 0,-1 1 0 0 0,1 0 0 0 0,0 0 0 0 0,1 1 0 0 0,-1 0 0 0 0,1 1 0 0 0,0 0 0 0 0,1 1 0 0 0,-10 10 0 0 0,18-18-100 0 0,1 1 1 0 0,-1 0-1 0 0,1-1 0 0 0,-1 1 0 0 0,1 0 0 0 0,-1 0 0 0 0,1-1 0 0 0,0 1 0 0 0,-1 0 1 0 0,1 0-1 0 0,0 0 0 0 0,0 0 0 0 0,-1 0 0 0 0,1-1 0 0 0,0 1 0 0 0,0 0 0 0 0,0 0 1 0 0,0 0-1 0 0,0 0 0 0 0,0 0 0 0 0,1 0 0 0 0,-1-1 0 0 0,0 1 0 0 0,0 0 0 0 0,1 0 1 0 0,-1 0-1 0 0,0 0 0 0 0,1-1 0 0 0,-1 1 0 0 0,1 0 0 0 0,-1 0 0 0 0,1-1 0 0 0,-1 1 1 0 0,1 0-1 0 0,-1-1 0 0 0,1 1 0 0 0,1 1 0 0 0,30 13 195 0 0,-30-14-194 0 0,14 4 36 0 0,1-1 1 0 0,0 0 0 0 0,-1-1-1 0 0,1-1 1 0 0,0-1 0 0 0,0 0 0 0 0,23-3-1 0 0,-1-2 23 0 0,72-16-1 0 0,41-22-52 0 0,-130 34-39 0 0,1-2 1 0 0,-1 0-1 0 0,-1-1 1 0 0,24-16-1 0 0,-27 13-279 0 0,0-1 1 0 0,-1 0-1 0 0,0-1 0 0 0,-1-1 0 0 0,-1 0 0 0 0,-1-1 1 0 0,23-38-1 0 0,-36 54 254 0 0,-1 1 1 0 0,1 0 0 0 0,0-1-1 0 0,0 1 1 0 0,-1-1-1 0 0,1 1 1 0 0,-1-1-1 0 0,1 1 1 0 0,-1-1 0 0 0,0 1-1 0 0,0-1 1 0 0,0 1-1 0 0,1-1 1 0 0,-1 1 0 0 0,-1-1-1 0 0,1 1 1 0 0,0-1-1 0 0,0 0 1 0 0,-1 1 0 0 0,1-1-1 0 0,0 1 1 0 0,-1-1-1 0 0,0 1 1 0 0,1 0 0 0 0,-1-1-1 0 0,0 1 1 0 0,0-1-1 0 0,0 1 1 0 0,0 0-1 0 0,0 0 1 0 0,0 0 0 0 0,0 0-1 0 0,-2-2 1 0 0,-1 0-163 0 0,-1 1-1 0 0,1 0 1 0 0,0 0 0 0 0,-1 0-1 0 0,1 1 1 0 0,-1-1 0 0 0,0 1-1 0 0,1 0 1 0 0,-8 0 0 0 0,-32-1-3210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0:15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 1201 0 0,'0'-10'2401'0'0,"23"6"-80"0"0,-1 4-320 0 0,0-4-481 0 0,23-2-479 0 0,21 6-481 0 0,-4 0-480 0 0,5 0-720 0 0,0-4-1361 0 0,-23-1-1281 0 0,1 5 241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0:15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20 2081 0 0,'-1'-1'1375'0'0,"0"-5"1544"0"0,25-1 844 0 0,-21 6-3782 0 0,23-3-279 0 0,-26 4 297 0 0,1 0 0 0 0,-1 0-1 0 0,1 0 1 0 0,-1 0-1 0 0,1-1 1 0 0,0 1 0 0 0,-1 0-1 0 0,1 0 1 0 0,-1 0 0 0 0,1 0-1 0 0,-1 0 1 0 0,1 0 0 0 0,-1 1-1 0 0,1-1 1 0 0,-1 0 0 0 0,1 0-1 0 0,-1 0 1 0 0,1 0-1 0 0,-1 1 1 0 0,1-1 0 0 0,-1 0-1 0 0,1 1 1 0 0,-1-1 0 0 0,1 0-1 0 0,-1 1 1 0 0,1-1 0 0 0,-1 0-1 0 0,0 1 1 0 0,1-1 0 0 0,-1 1-1 0 0,1 0 1 0 0,-1 0 8 0 0,0 0 0 0 0,-1 0 0 0 0,1 0 0 0 0,0-1 0 0 0,0 1 0 0 0,-1 0 0 0 0,1 0 0 0 0,-1 0 0 0 0,1 0 0 0 0,-1 0 0 0 0,1-1 0 0 0,-1 1 0 0 0,1 0 0 0 0,-1 0 0 0 0,0-1 0 0 0,1 1 0 0 0,-1 0 0 0 0,0-1 0 0 0,0 1 0 0 0,1-1 0 0 0,-2 1 0 0 0,-8 9 79 0 0,-29 35 203 0 0,14-14-105 0 0,-2-1 0 0 0,-38 33-1 0 0,54-54-148 0 0,5-5-20 0 0,0 1 1 0 0,0 0-1 0 0,1 0 1 0 0,-1 1-1 0 0,1-1 0 0 0,0 1 1 0 0,1 1-1 0 0,-5 6 1 0 0,-2 6-16 0 0,6-6-81 0 0,5-13 68 0 0,0 1 0 0 0,1-1-1 0 0,-1 1 1 0 0,0-1 0 0 0,1 0-1 0 0,-1 1 1 0 0,1-1 0 0 0,-1 0-1 0 0,1 1 1 0 0,-1-1 0 0 0,0 0-1 0 0,1 0 1 0 0,-1 0 0 0 0,1 1-1 0 0,-1-1 1 0 0,1 0 0 0 0,-1 0-1 0 0,1 0 1 0 0,0 0 0 0 0,-1 0 0 0 0,1 0-1 0 0,-1 0 1 0 0,1 0 0 0 0,-1 0-1 0 0,1 0 1 0 0,5 0-377 0 0,-1 0-1 0 0,1 0 1 0 0,-1 0 0 0 0,1-1 0 0 0,-1 0 0 0 0,0 0 0 0 0,1 0-1 0 0,-1-1 1 0 0,0 1 0 0 0,0-1 0 0 0,0-1 0 0 0,0 1 0 0 0,0-1-1 0 0,-1 0 1 0 0,7-5 0 0 0,11-6-2771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0:16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507 81 2161 0 0,'0'-1'122'0'0,"0"0"-1"0"0,1 0 1 0 0,-1 1 0 0 0,0-1-1 0 0,0 0 1 0 0,0 0 0 0 0,1 1-1 0 0,-1-1 1 0 0,0 0 0 0 0,1 0 0 0 0,-1 1-1 0 0,1-1 1 0 0,-1 1 0 0 0,1-1-1 0 0,-1 0 1 0 0,1 1 0 0 0,-1-1-1 0 0,1 1 1 0 0,0-1 0 0 0,-1 1-1 0 0,1-1 1 0 0,0 1 0 0 0,-1 0-1 0 0,1-1 1 0 0,0 1 0 0 0,0-1-1 0 0,5-2 556 0 0,-6 3-632 0 0,0 0-1 0 0,0 0 1 0 0,0-1 0 0 0,1 1-1 0 0,-1 0 1 0 0,0 0 0 0 0,0-1-1 0 0,0 1 1 0 0,0 0 0 0 0,0 0 0 0 0,0-1-1 0 0,1 1 1 0 0,-1 0 0 0 0,0 0-1 0 0,0-1 1 0 0,0 1 0 0 0,0 0-1 0 0,0-1 1 0 0,0 1 0 0 0,0 0 0 0 0,0 0-1 0 0,0-1 1 0 0,0 1 0 0 0,-1 0-1 0 0,1-1 1 0 0,0 1 0 0 0,0 0 0 0 0,0 0-1 0 0,0-1 1 0 0,0 1 0 0 0,0 0-1 0 0,-1 0 1 0 0,1-1 0 0 0,0 1-1 0 0,0 0 1 0 0,0 0 0 0 0,-1 0 0 0 0,1-1-1 0 0,0 1 1 0 0,0 0 0 0 0,0 0-1 0 0,-1 0 1 0 0,1 0 0 0 0,-1-1-1 0 0,-10-6 522 0 0,10 7-342 0 0,0-1-120 0 0,1 0 0 0 0,-1 0-1 0 0,1-1 1 0 0,-1 1 0 0 0,1 0-1 0 0,0 0 1 0 0,-1 0 0 0 0,1-1 0 0 0,0 1-1 0 0,0 0 1 0 0,0 0 0 0 0,0-1-1 0 0,0 1 1 0 0,0 0 0 0 0,0 0 0 0 0,1-2-1 0 0,-1 2-67 0 0,0 0 0 0 0,0 0-1 0 0,0 1 1 0 0,1-1 0 0 0,-1 0-1 0 0,0 0 1 0 0,0 1-1 0 0,0-1 1 0 0,0 0 0 0 0,0 0-1 0 0,0 0 1 0 0,0 1 0 0 0,-1-1-1 0 0,1 0 1 0 0,0 0 0 0 0,0 1-1 0 0,-1-1 1 0 0,1 0 0 0 0,0 0-1 0 0,-1 1 1 0 0,1-1 0 0 0,-1 0-1 0 0,1 1 1 0 0,-2-2 0 0 0,-6 2-27 0 0,0 0 1 0 0,-1 1 0 0 0,1 0-1 0 0,-1 0 1 0 0,1 1 0 0 0,0 0-1 0 0,0 0 1 0 0,0 1 0 0 0,0 0-1 0 0,-9 4 1 0 0,5-2-10 0 0,-151 66 14 0 0,147-63 9 0 0,0 0 0 0 0,0 2-1 0 0,0 0 1 0 0,2 0 0 0 0,-21 20 0 0 0,27-23 13 0 0,1 1 0 0 0,0 0 0 0 0,0 0 0 0 0,1 1 0 0 0,0-1 0 0 0,1 2 0 0 0,0-1 0 0 0,0 0 0 0 0,1 1 0 0 0,-3 12 0 0 0,6-20-27 0 0,0 0-1 0 0,1 1 1 0 0,0-1 0 0 0,-1 1-1 0 0,1-1 1 0 0,0 0-1 0 0,0 1 1 0 0,0-1 0 0 0,1 1-1 0 0,-1-1 1 0 0,0 0-1 0 0,1 1 1 0 0,0-1 0 0 0,-1 0-1 0 0,1 0 1 0 0,0 1 0 0 0,0-1-1 0 0,3 3 1 0 0,-2-1-15 0 0,1-1 0 0 0,0 0-1 0 0,0 0 1 0 0,0 0 0 0 0,1 0 0 0 0,-1 0 0 0 0,1 0 0 0 0,0-1 0 0 0,6 3 0 0 0,1 0-30 0 0,1 0 1 0 0,0-1-1 0 0,0-1 0 0 0,0 0 1 0 0,0 0-1 0 0,23 1 1 0 0,-26-5 37 0 0,0 0 1 0 0,0 0-1 0 0,0-1 1 0 0,0 0-1 0 0,0 0 1 0 0,0-1 0 0 0,-1 0-1 0 0,1-1 1 0 0,-1 0-1 0 0,0 0 1 0 0,0-1 0 0 0,13-9-1 0 0,-12 7 24 0 0,0 0 0 0 0,0 0 0 0 0,-1-1 0 0 0,0 0 0 0 0,-1 0 0 0 0,1-1 0 0 0,-2 0 0 0 0,1 0 0 0 0,7-16 0 0 0,-13 23-26 0 0,0 0-1 0 0,0 0 1 0 0,0 0 0 0 0,-1 0 0 0 0,1 0-1 0 0,0-1 1 0 0,-1 1 0 0 0,0 0-1 0 0,1 0 1 0 0,-1-1 0 0 0,0 1 0 0 0,0 0-1 0 0,-1-1 1 0 0,1 1 0 0 0,0 0-1 0 0,-1 0 1 0 0,1-1 0 0 0,-1 1 0 0 0,0 0-1 0 0,-1-4 1 0 0,0 4-4 0 0,0 0 0 0 0,0-1 1 0 0,0 1-1 0 0,0 0 0 0 0,0 0 0 0 0,-1 1 0 0 0,1-1 1 0 0,-1 0-1 0 0,1 1 0 0 0,-1 0 0 0 0,0-1 0 0 0,1 1 1 0 0,-1 0-1 0 0,-3-1 0 0 0,-9-1-19 0 0,0 0 0 0 0,0 1 0 0 0,0 1 1 0 0,0 0-1 0 0,-17 2 0 0 0,7 1-574 0 0,-1 1 0 0 0,0 2 0 0 0,1 0 0 0 0,0 2 0 0 0,0 0 0 0 0,0 2 0 0 0,-34 17 0 0 0,55-23-30 0 0,1-1-1 0 0,-1 0 1 0 0,1 1-1 0 0,-1-1 1 0 0,1 1-1 0 0,-5 6 0 0 0,8-9 579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0:19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0 378 3041 0 0,'30'-24'4869'0'0,"-3"8"-4497"0"0,-9 6 96 0 0,-1-1-1 0 0,25-19 0 0 0,46-59 340 0 0,-61 59-410 0 0,53-45 0 0 0,-61 61-407 0 0,-13 10 4 0 0,0 0-1 0 0,0 0 1 0 0,-1 0 0 0 0,0-1 0 0 0,1 0 0 0 0,4-7 0 0 0,-8 9 13 0 0,0 0 1 0 0,0 1-1 0 0,0-1 1 0 0,0 1-1 0 0,1-1 1 0 0,-1 1-1 0 0,1 0 1 0 0,-1 0-1 0 0,1 0 1 0 0,0 0-1 0 0,0 1 1 0 0,0-1-1 0 0,0 1 1 0 0,0 0-1 0 0,4-2 1 0 0,-3-3-67 0 0,-5 8-16 0 0,2 19 21 0 0,-1-12 37 0 0,0-1 0 0 0,0 1 0 0 0,-1 0 0 0 0,0 0 0 0 0,0 0 0 0 0,-4 12 0 0 0,-12 18 275 0 0,-1-1 0 0 0,-29 43 0 0 0,44-76-262 0 0,1-1 0 0 0,-1 1 1 0 0,0 0-1 0 0,1 0 1 0 0,0 1-1 0 0,1-1 0 0 0,-1 0 1 0 0,1 1-1 0 0,0-1 0 0 0,-1 11 1 0 0,2-15 7 0 0,0 0 0 0 0,0 0 0 0 0,0 0-1 0 0,0 0 1 0 0,0 0 0 0 0,1 0 0 0 0,-1 0 0 0 0,0 0 0 0 0,0 0 0 0 0,1 0 0 0 0,-1 0 0 0 0,1 0 0 0 0,-1 0 0 0 0,1 0 0 0 0,-1 0 0 0 0,1-1 0 0 0,-1 1 0 0 0,1 0 0 0 0,0 0-1 0 0,-1-1 1 0 0,1 1 0 0 0,0 0 0 0 0,0-1 0 0 0,0 1 0 0 0,1 0 0 0 0,0 0 1 0 0,0 0 0 0 0,1-1 0 0 0,-1 1 0 0 0,1-1 0 0 0,-1 1 0 0 0,1-1 0 0 0,-1 0 0 0 0,0 0 0 0 0,1 0 0 0 0,3-1 0 0 0,7-1 78 0 0,0-1 1 0 0,-1 0 0 0 0,15-7-1 0 0,-24 9-27 0 0,43-19 134 0 0,0-1 0 0 0,-2-3 0 0 0,55-39 0 0 0,14-7-137 0 0,-89 56-276 0 0,-1 0-1 0 0,-1-1 1 0 0,23-21 0 0 0,-41 34 180 0 0,-1 0 0 0 0,0 0 0 0 0,0 0 0 0 0,1 0 0 0 0,-1 1 0 0 0,1-1 0 0 0,0 1 1 0 0,-1 0-1 0 0,1 1 0 0 0,4-2 0 0 0,12-3-459 0 0,-42-5-8462 0 0,-19 6 6736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0:21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 1281 0 0,'0'0'88'0'0,"0"0"1"0"0,0 0 0 0 0,0 0 0 0 0,0 1 0 0 0,0-1 0 0 0,0 0 0 0 0,-1 0-1 0 0,1 1 1 0 0,0-1 0 0 0,0 0 0 0 0,0 0 0 0 0,0 0 0 0 0,-1 1 0 0 0,1-1-1 0 0,0 0 1 0 0,0 0 0 0 0,0 0 0 0 0,-1 0 0 0 0,1 0 0 0 0,0 1-1 0 0,0-1 1 0 0,-1 0 0 0 0,1 0 0 0 0,0 0 0 0 0,0 0 0 0 0,-1 0 0 0 0,1 0-1 0 0,0 0 1 0 0,0 0 0 0 0,-1 0 0 0 0,1 0 0 0 0,0 0 0 0 0,0 0 0 0 0,-1 0-1 0 0,1 0 1 0 0,-1 0 20 0 0,1 0-1 0 0,-1 0 0 0 0,0 0 1 0 0,1 0-1 0 0,-1 0 1 0 0,1 0-1 0 0,-1 0 1 0 0,1 0-1 0 0,-1 0 0 0 0,1 0 1 0 0,-1 1-1 0 0,1-1 1 0 0,-1 0-1 0 0,1 0 0 0 0,-1 1 1 0 0,1-1-1 0 0,-1 0 1 0 0,1 1-1 0 0,-1-1 0 0 0,1 0 1 0 0,-1 1-1 0 0,1-1 1 0 0,0 1-1 0 0,-1-1 1 0 0,1 1-1 0 0,0-1 0 0 0,-1 1 1 0 0,1-1-1 0 0,0 1 1 0 0,0-1-1 0 0,0 1 0 0 0,-1-1 1 0 0,1 1-1 0 0,0-1 1 0 0,0 1-1 0 0,0-1 0 0 0,0 1 1 0 0,0-1-1 0 0,0 1 1 0 0,0 1-1 0 0,0 3-81 0 0,0 0 1 0 0,-1 0-1 0 0,0 1 1 0 0,0-1-1 0 0,0 0 0 0 0,-1 0 1 0 0,-2 7-1 0 0,-4 14-19 0 0,-5 37 55 0 0,-23 88 221 0 0,5-34-211 0 0,16-58 24 0 0,-27 71-1 0 0,23-85-47 0 0,-26 70 154 0 0,40-99-183 0 0,1 1 0 0 0,0-1 1 0 0,1 1-1 0 0,1 0 1 0 0,-1 18-1 0 0,3-33-46 0 0,0 0 1 0 0,0 0-1 0 0,1 1 1 0 0,-1-1-1 0 0,0 0 1 0 0,1 0-1 0 0,-1 0 0 0 0,1-1 1 0 0,0 1-1 0 0,0 0 1 0 0,0 0-1 0 0,0 0 1 0 0,0 0-1 0 0,0-1 0 0 0,0 1 1 0 0,0 0-1 0 0,1-1 1 0 0,-1 1-1 0 0,1-1 1 0 0,-1 0-1 0 0,1 1 0 0 0,-1-1 1 0 0,1 0-1 0 0,0 0 1 0 0,0 0-1 0 0,0 0 1 0 0,-1 0-1 0 0,1-1 1 0 0,0 1-1 0 0,0 0 0 0 0,0-1 1 0 0,0 1-1 0 0,0-1 1 0 0,0 0-1 0 0,4 0 1 0 0,2 0-284 0 0,0 0 1 0 0,0 0 0 0 0,-1-1 0 0 0,1 0 0 0 0,0-1 0 0 0,-1 1 0 0 0,1-1-1 0 0,-1-1 1 0 0,11-5 0 0 0,42-25-5348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0:23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312 226 1281 0 0,'-27'-4'3244'0'0,"26"4"-3103"0"0,0 0 0 0 0,0 0 1 0 0,1 0-1 0 0,-1 0 0 0 0,0 0 0 0 0,0-1 1 0 0,0 1-1 0 0,0 0 0 0 0,1 0 1 0 0,-1-1-1 0 0,0 1 0 0 0,0-1 1 0 0,1 1-1 0 0,-1-1 0 0 0,0 1 0 0 0,1-1 1 0 0,-1 1-1 0 0,0-1 0 0 0,1 0 1 0 0,-1 1-1 0 0,1-1 0 0 0,-1 0 0 0 0,1 0 1 0 0,-1 0-1 0 0,27-12 1153 0 0,-14 9-1204 0 0,-1 0 1 0 0,1 1 0 0 0,0 0-1 0 0,17-1 1 0 0,6-1 16 0 0,61-7-20 0 0,1 4 0 0 0,0 5-1 0 0,138 12 1 0 0,-146-9 62 0 0,0-3 0 0 0,96-16-1 0 0,25-1-114 0 0,1333-69 753 0 0,-216 60-387 0 0,-776 42-226 0 0,1054 21 520 0 0,-1143-25-668 0 0,748-19 334 0 0,-970-3-332 0 0,179 0-16 0 0,-395 14 8 0 0,40 7 0 0 0,-62-8-39 0 0,0 0-1 0 0,-1 1 0 0 0,1-1 0 0 0,-1 1 0 0 0,1-1 1 0 0,-1 1-1 0 0,1 0 0 0 0,-1-1 0 0 0,0 1 0 0 0,1 0 1 0 0,-1 0-1 0 0,0 0 0 0 0,1 0 0 0 0,0 1 0 0 0,-1-1 5 0 0,-1 0 0 0 0,0-1 0 0 0,1 1 0 0 0,-1 0 0 0 0,0 0 0 0 0,0-1 0 0 0,1 1 0 0 0,-1 0 0 0 0,0 0 0 0 0,0-1 0 0 0,0 1 0 0 0,0 0 0 0 0,0 0 0 0 0,0-1 0 0 0,0 1 0 0 0,0 0 0 0 0,0 0 0 0 0,0-1 0 0 0,0 1 0 0 0,-1 1 0 0 0,-2 4-37 0 0,0-1 0 0 0,0 0 0 0 0,0 0 0 0 0,-1 0-1 0 0,0-1 1 0 0,-4 6 0 0 0,-7 7 176 0 0,5-2-100 0 0,0 0 1 0 0,1 0-1 0 0,1 0 1 0 0,0 1-1 0 0,-10 34 0 0 0,11-18-8 0 0,4-14 10 0 0,-1 0 0 0 0,-8 21 0 0 0,-72 217 54 0 0,77-236-26 0 0,2-1-1 0 0,0 1 1 0 0,1 0 0 0 0,1 1 0 0 0,1-1 0 0 0,1 1 0 0 0,1-1-1 0 0,0 1 1 0 0,4 21 0 0 0,7 23 323 0 0,28 92 0 0 0,-26-107-309 0 0,-4-21-4 0 0,1-1 1 0 0,1 0-1 0 0,1 0 0 0 0,31 48 0 0 0,-25-46 371 0 0,-1 1 1 0 0,14 38 0 0 0,-30-69-433 0 0,-1 1 0 0 0,1 0 0 0 0,-1 0 0 0 0,1 0 0 0 0,-1 0 0 0 0,0 0-1 0 0,1 0 1 0 0,-1 0 0 0 0,0 0 0 0 0,0 0 0 0 0,0-1 0 0 0,0 1 0 0 0,0 0 0 0 0,0 0 0 0 0,0 0 0 0 0,0 0 0 0 0,0 0 0 0 0,0 0 0 0 0,0 0 0 0 0,-1 0 0 0 0,1 0 0 0 0,0 0-1 0 0,-1 0 1 0 0,1 0 0 0 0,-1 0 0 0 0,1-1 0 0 0,-1 1 0 0 0,1 0 0 0 0,-2 1 0 0 0,0-1-6 0 0,0 0 0 0 0,-1 0 0 0 0,1-1 0 0 0,0 1 1 0 0,-1 0-1 0 0,1-1 0 0 0,0 0 0 0 0,-1 1 0 0 0,-3-1 0 0 0,-5 1-3 0 0,-42 5 33 0 0,0-2 0 0 0,-92-5-1 0 0,-203-13-159 0 0,-156 12 145 0 0,-5 29 12 0 0,-127 2-7 0 0,-27-55-17 0 0,99 5-45 0 0,-5 28-121 0 0,56 1 137 0 0,-2838-157-371 0 0,3275 142 396 0 0,-465-56-299 0 0,476 52 205 0 0,-226-26 103 0 0,269 34 48 0 0,18 3-120 0 0,8 0-53 0 0,89 0-727 0 0,184 27 0 0 0,-291-35-4328 0 0,-79-21-1829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0:28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68 193 2641 0 0,'-4'0'377'0'0,"4"0"-281"0"0,-1 0 1 0 0,1 0-1 0 0,-1 0 0 0 0,0 1 0 0 0,1-1 0 0 0,-1 0 0 0 0,1 0 0 0 0,-1 0 1 0 0,1 0-1 0 0,-1 0 0 0 0,0 0 0 0 0,1 0 0 0 0,-1 0 0 0 0,1 0 0 0 0,-1-1 1 0 0,1 1-1 0 0,-1 0 0 0 0,1 0 0 0 0,-1 0 0 0 0,1-1 0 0 0,-1 1 0 0 0,1 0 0 0 0,-1-1 1 0 0,1 1-1 0 0,-1 0 0 0 0,1-1 0 0 0,-1 1 0 0 0,1 0 0 0 0,-1-1 0 0 0,1 1 1 0 0,0-1-1 0 0,-1 1 0 0 0,1-1 0 0 0,0 1 0 0 0,0-1 0 0 0,-1 1 0 0 0,1-1 1 0 0,0 1-1 0 0,0-1 0 0 0,0 0 0 0 0,0 1 0 0 0,-1-1 0 0 0,1 1 0 0 0,0-1 1 0 0,0 1-1 0 0,0-2 0 0 0,0 1 491 0 0,-40 6 640 0 0,36-5-894 0 0,4-1-309 0 0,0 1-1 0 0,0 0 0 0 0,0 0 0 0 0,0-1 0 0 0,0 1 0 0 0,0 0 0 0 0,0 0 0 0 0,-1-1 0 0 0,1 1 0 0 0,0 0 1 0 0,1 0-1 0 0,-1-1 0 0 0,0 1 0 0 0,0 0 0 0 0,0 0 0 0 0,0 0 0 0 0,0-1 0 0 0,0 1 0 0 0,0 0 0 0 0,0 0 1 0 0,0-1-1 0 0,0 1 0 0 0,1 0 0 0 0,-1 0 0 0 0,0 0 0 0 0,0-1 0 0 0,0 1 0 0 0,0 0 0 0 0,1 0 0 0 0,-1 0 1 0 0,0 0-1 0 0,0-1 0 0 0,0 1 0 0 0,1 0 0 0 0,-1 0 0 0 0,0 0 0 0 0,0 0 0 0 0,1 0 0 0 0,-1 0 0 0 0,0 0 1 0 0,0 0-1 0 0,1 0 0 0 0,-1-1 0 0 0,0 1 0 0 0,0 0 0 0 0,1 0 0 0 0,-1 0 0 0 0,0 1 0 0 0,0-1 0 0 0,1 0 1 0 0,-1 0-1 0 0,0 0 0 0 0,0 0 0 0 0,0 0 0 0 0,1 0 0 0 0,-1 0 0 0 0,14-1 568 0 0,-14-14 223 0 0,3 13-792 0 0,1 0 0 0 0,-1 0 0 0 0,0 0 1 0 0,1 0-1 0 0,0 1 0 0 0,-1-1 0 0 0,6 0 1 0 0,-1-2 25 0 0,-6 2-4 0 0,22-4 6 0 0,-22 5-50 0 0,1 1 0 0 0,-1 0 1 0 0,1-1-1 0 0,-1 1 0 0 0,1-1 0 0 0,-1 0 1 0 0,0 0-1 0 0,1 0 0 0 0,-1 0 0 0 0,0 0 1 0 0,0 0-1 0 0,3-2 0 0 0,28 1-17 0 0,-14 2-36 0 0,3 0 40 0 0,144 7 72 0 0,-131-8-30 0 0,-1 2-1 0 0,1 2 1 0 0,50 9-1 0 0,-40-2 1 0 0,-7-3 27 0 0,-1 2-1 0 0,-1 1 1 0 0,0 2-1 0 0,57 26 1 0 0,-81-31-43 0 0,1-1-1 0 0,0-1 1 0 0,1 0 0 0 0,17 5-1 0 0,6-3 30 0 0,43 2 0 0 0,-79-8-41 0 0,21 1-18 0 0,1-1 0 0 0,-1-1 0 0 0,24-2 0 0 0,102-22 177 0 0,-114 17-145 0 0,-15 3 6 0 0,0 0 0 0 0,1 2-1 0 0,0 0 1 0 0,0 1 0 0 0,-1 1-1 0 0,30 3 1 0 0,-9 0-34 0 0,-36-2-41 0 0,7 3 42 0 0,-3-4 24 0 0,-1 0 29 0 0,5 0-24 0 0,0-1 1 0 0,1 0 0 0 0,-1 0 0 0 0,0-1 0 0 0,-1-1 0 0 0,1 0 0 0 0,0 0 0 0 0,-1-1 0 0 0,15-7 0 0 0,-7 3 3 0 0,17-5 86 0 0,-29 11-88 0 0,0 0 0 0 0,1-1 0 0 0,-1 0 0 0 0,0 0 0 0 0,0-1 0 0 0,6-4 0 0 0,-7 5-7 0 0,1 0 0 0 0,0 1-1 0 0,0-1 1 0 0,0 1 0 0 0,0 0 0 0 0,1 1 0 0 0,-1 0 0 0 0,9 0 0 0 0,15-4 27 0 0,91-31 106 0 0,-3 2-36 0 0,84 1 198 0 0,-2 25 80 0 0,-54 5-134 0 0,-110 1-161 0 0,-16 2 11 0 0,0-2-1 0 0,34-6 1 0 0,18-1 311 0 0,-60 7-351 0 0,1 1 0 0 0,0 1 1 0 0,19 1-1 0 0,-7 0-23 0 0,747-11 854 0 0,-639 14-787 0 0,-113 0-2525 0 0,-54-3-3688 0 0,-63-6-1885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20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1 141 4642 0 0,'40'-63'5403'0'0,"-39"63"-5381"0"0,-1-1 0 0 0,0 1 0 0 0,1 0 0 0 0,-1-1 0 0 0,0 1 0 0 0,0-1 0 0 0,1 1 0 0 0,-1-1 0 0 0,0 1 1 0 0,0-1-1 0 0,0 1 0 0 0,1-1 0 0 0,-1 1 0 0 0,0-1 0 0 0,0 1 0 0 0,0-1 0 0 0,0 1 0 0 0,0-1 0 0 0,0 1 1 0 0,0-1-1 0 0,0 1 0 0 0,0-1 0 0 0,-1 1 0 0 0,1-1 0 0 0,0 1 0 0 0,0-1 0 0 0,0 1 0 0 0,0-1 0 0 0,-1 1 0 0 0,1 0 1 0 0,0-1-1 0 0,0 1 0 0 0,-1-1 0 0 0,1 1 0 0 0,0 0 0 0 0,-1-1 0 0 0,1 1 0 0 0,-1 0 0 0 0,1-1 0 0 0,0 1 1 0 0,-1 0-1 0 0,1-1 0 0 0,-1 1 0 0 0,1 0 0 0 0,-1 0 0 0 0,1 0 0 0 0,-1-1 0 0 0,0 1 0 0 0,0 0-16 0 0,1 0 0 0 0,-1-1 0 0 0,0 1 0 0 0,1-1 0 0 0,-1 1 0 0 0,0-1 0 0 0,1 1 0 0 0,-1-1 0 0 0,0 1 1 0 0,1-1-1 0 0,-1 1 0 0 0,1-1 0 0 0,-1 0 0 0 0,1 1 0 0 0,-1-1 0 0 0,1 0 0 0 0,-1 0 0 0 0,1 1 0 0 0,0-1 0 0 0,0 0 0 0 0,-1 0 0 0 0,1 0 0 0 0,0-1 0 0 0,0 1 17 0 0,1 0 0 0 0,-1 0 0 0 0,1 0 1 0 0,-1 0-1 0 0,1 0 0 0 0,0 0 0 0 0,-1 0 1 0 0,1 0-1 0 0,0 0 0 0 0,0 0 0 0 0,0 0 1 0 0,0 0-1 0 0,-1 1 0 0 0,1-1 0 0 0,0 0 0 0 0,1 1 1 0 0,-1-1-1 0 0,0 1 0 0 0,0-1 0 0 0,0 1 1 0 0,0-1-1 0 0,0 1 0 0 0,0 0 0 0 0,1-1 0 0 0,-1 1 1 0 0,0 0-1 0 0,2 0 0 0 0,36-4 234 0 0,3 3 38 0 0,27 0-188 0 0,-63 2-67 0 0,-1-1 0 0 0,1 1-1 0 0,-1 0 1 0 0,1 0 0 0 0,-1 1 0 0 0,0-1 0 0 0,0 1 0 0 0,0 1-1 0 0,6 2 1 0 0,-10-4-8 0 0,-1 0 0 0 0,1-1 0 0 0,-1 1 0 0 0,0 0 0 0 0,1 0 0 0 0,-1 0 0 0 0,0 0 0 0 0,1 0 0 0 0,-1-1-1 0 0,0 1 1 0 0,0 0 0 0 0,0 0 0 0 0,0 0 0 0 0,0 0 0 0 0,0 0 0 0 0,0 0 0 0 0,0 0 0 0 0,0 0 0 0 0,0 0 0 0 0,0 0 0 0 0,-1 0-1 0 0,1-1 1 0 0,0 1 0 0 0,-1 0 0 0 0,1 0 0 0 0,0 0 0 0 0,-2 1 0 0 0,-12 26 491 0 0,-9 23-86 0 0,22-47-431 0 0,0 0-1 0 0,-1 1 0 0 0,0-1 0 0 0,1 0 1 0 0,-1 0-1 0 0,-1 0 0 0 0,1 0 0 0 0,-1-1 1 0 0,1 1-1 0 0,-6 5 0 0 0,4-6 4 0 0,1 2 0 0 0,0-1 0 0 0,0 0 0 0 0,0 1 0 0 0,0-1 0 0 0,-3 8 0 0 0,2-3-3 0 0,4-8-7 0 0,-1-1 1 0 0,0 1-1 0 0,1 0 1 0 0,0 0-1 0 0,-1 0 0 0 0,1 0 1 0 0,-1 0-1 0 0,1 0 1 0 0,0 0-1 0 0,0 0 0 0 0,0 0 1 0 0,-1 0-1 0 0,1 0 1 0 0,0 0-1 0 0,0 0 1 0 0,0 0-1 0 0,1 0 0 0 0,-1 0 1 0 0,0 0-1 0 0,0 0 1 0 0,0 0-1 0 0,1 0 1 0 0,-1 0-1 0 0,1 0 0 0 0,-1 0 1 0 0,1 0-1 0 0,-1 0 1 0 0,1-1-1 0 0,-1 1 0 0 0,1 0 1 0 0,0 0-1 0 0,-1 0 1 0 0,2 0-1 0 0,5 12-122 0 0,-6-12 119 0 0,-1-1 0 0 0,0 1 0 0 0,1 0 0 0 0,-1-1 0 0 0,0 1 0 0 0,1-1 0 0 0,-1 1 0 0 0,1-1 0 0 0,-1 1 0 0 0,1-1 0 0 0,-1 0 0 0 0,1 1 0 0 0,-1-1 0 0 0,1 0 1 0 0,-1 1-1 0 0,1-1 0 0 0,-1 0 0 0 0,1 1 0 0 0,0-1 0 0 0,-1 0 0 0 0,1 0 0 0 0,0 0 0 0 0,-1 0 0 0 0,1 0 0 0 0,0 0 0 0 0,-1 0 0 0 0,1 0 0 0 0,-1 0 0 0 0,1 0 1 0 0,0 0-1 0 0,-1 0 0 0 0,2 0 0 0 0,8 0-2 0 0,-1 0 1 0 0,1-1-1 0 0,0 1 1 0 0,-1-2 0 0 0,1 1-1 0 0,-1-1 1 0 0,0-1-1 0 0,1 0 1 0 0,-1 0-1 0 0,-1-1 1 0 0,1 0-1 0 0,0 0 1 0 0,-1-1 0 0 0,0 0-1 0 0,0-1 1 0 0,0 0-1 0 0,9-9 1 0 0,-7 5 44 0 0,0 0 0 0 0,-1-1 0 0 0,0 0 1 0 0,-1 0-1 0 0,0-1 0 0 0,-1 0 0 0 0,0 0 1 0 0,-1-1-1 0 0,0 0 0 0 0,7-26 0 0 0,-12 37-34 0 0,-1 0 1 0 0,1 1-1 0 0,-1-1 0 0 0,0 0 0 0 0,0 0 0 0 0,0 0 0 0 0,0 0 1 0 0,0 0-1 0 0,0 0 0 0 0,0 0 0 0 0,-1 0 0 0 0,1 0 1 0 0,0 1-1 0 0,-1-1 0 0 0,0 0 0 0 0,1 0 0 0 0,-1 0 0 0 0,0 1 1 0 0,0-1-1 0 0,0 0 0 0 0,0 1 0 0 0,-2-3 0 0 0,0 2-21 0 0,0 0-1 0 0,0 0 1 0 0,0 0 0 0 0,0 0-1 0 0,0 0 1 0 0,0 0-1 0 0,0 1 1 0 0,-1 0-1 0 0,1-1 1 0 0,-1 1-1 0 0,-3 0 1 0 0,-8-2-144 0 0,0 2-1 0 0,-1 0 1 0 0,1 0-1 0 0,-25 3 1 0 0,27-1 113 0 0,0 1-1 0 0,-1 0 1 0 0,1 1 0 0 0,1 0-1 0 0,-1 1 1 0 0,0 0 0 0 0,1 1-1 0 0,0 1 1 0 0,0 0 0 0 0,-13 8 0 0 0,24-13 38 0 0,-1 0 1 0 0,1-1 0 0 0,-1 1-1 0 0,1 0 1 0 0,-1 0-1 0 0,1 1 1 0 0,0-1 0 0 0,0 0-1 0 0,-1 0 1 0 0,1 1 0 0 0,0-1-1 0 0,0 1 1 0 0,0-1 0 0 0,1 1-1 0 0,-1-1 1 0 0,0 1 0 0 0,0-1-1 0 0,1 1 1 0 0,-1 0 0 0 0,1-1-1 0 0,-1 1 1 0 0,1 3 0 0 0,0-4 5 0 0,1 1 1 0 0,0-1 0 0 0,-1 1 0 0 0,1-1-1 0 0,0 0 1 0 0,0 1 0 0 0,0-1 0 0 0,0 0 0 0 0,0 0-1 0 0,0 0 1 0 0,0 0 0 0 0,1 0 0 0 0,-1 0-1 0 0,0 0 1 0 0,1 0 0 0 0,-1 0 0 0 0,0 0 0 0 0,1-1-1 0 0,2 2 1 0 0,11 3-74 0 0,0 0 0 0 0,0-1 1 0 0,28 3-1 0 0,-43-7 69 0 0,78 12-2561 0 0,81 0 0 0 0,-88-15-2968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21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47 400 0 0,'1'-6'1300'0'0,"-4"-21"4527"0"0,3 26-5715 0 0,0 0 1 0 0,-1 1-1 0 0,1-1 0 0 0,-1 0 1 0 0,1 0-1 0 0,-1 1 0 0 0,1-1 1 0 0,-1 0-1 0 0,1 1 1 0 0,-1-1-1 0 0,0 0 0 0 0,1 1 1 0 0,-1-1-1 0 0,0 1 0 0 0,0-1 1 0 0,0 1-1 0 0,1 0 0 0 0,-1-1 1 0 0,0 1-1 0 0,0 0 1 0 0,0-1-1 0 0,-1 1 0 0 0,-2-1 862 0 0,6 20-342 0 0,-2-18-625 0 0,0 1 1 0 0,-1-1 0 0 0,1 0 0 0 0,0 1 0 0 0,0-1 0 0 0,0 1 0 0 0,1-1 0 0 0,-1 1 0 0 0,0-1 0 0 0,0 1-1 0 0,1-1 1 0 0,-1 0 0 0 0,1 1 0 0 0,-1-1 0 0 0,1 0 0 0 0,0 1 0 0 0,1 1 0 0 0,6 8 84 0 0,2 0 1 0 0,16 15-1 0 0,-13-13 16 0 0,0-1-1 0 0,20 29 1 0 0,-26-31-157 0 0,0 1 1 0 0,-1 0-1 0 0,-1 0 0 0 0,0 1 0 0 0,6 19 1 0 0,-10-28-196 0 0,0 1 0 0 0,0-1 0 0 0,-1 0 0 0 0,1 1 0 0 0,-1-1 0 0 0,1 1 0 0 0,-1-1 0 0 0,0 1 1 0 0,0-1-1 0 0,-1 1 0 0 0,1-1 0 0 0,-1 1 0 0 0,1-1 0 0 0,-1 0 0 0 0,0 1 0 0 0,-1-1 1 0 0,1 0-1 0 0,0 0 0 0 0,-1 0 0 0 0,0 0 0 0 0,0 0 0 0 0,0 0 0 0 0,0 0 0 0 0,-4 4 0 0 0,-16 8-5025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21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0 276 1441 0 0,'0'0'4162'0'0,"0"-4"-1521"0"0,0-1-1281 0 0,0-4-319 0 0,22-5-321 0 0,23-14-240 0 0,66-38-159 0 0,18 0-802 0 0,-40 19-1440 0 0,-23 11-3761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22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40 560 0 0,'0'-1'117'0'0,"0"0"-1"0"0,0 0 1 0 0,0 0-1 0 0,0 1 1 0 0,1-1-1 0 0,-1 0 1 0 0,0 0-1 0 0,0 1 1 0 0,1-1-1 0 0,-1 0 1 0 0,0 0-1 0 0,1 1 1 0 0,-1-1-1 0 0,1 0 1 0 0,-1 1 0 0 0,1-1-1 0 0,-1 0 1 0 0,1 1-1 0 0,-1-1 1 0 0,1 1-1 0 0,-1-1 1 0 0,1 1-1 0 0,0-1 1 0 0,-1 1-1 0 0,1 0 1 0 0,1-1-1 0 0,-1 0 4 0 0,-1 1-1 0 0,1 0 1 0 0,-1 0 0 0 0,1-1-1 0 0,0 1 1 0 0,-1 0 0 0 0,1-1-1 0 0,-1 1 1 0 0,1-1-1 0 0,-1 1 1 0 0,1-1 0 0 0,-1 1-1 0 0,0-1 1 0 0,1 1 0 0 0,-1-1-1 0 0,0 1 1 0 0,1-1-1 0 0,-1 0 1 0 0,0 1 0 0 0,1-1-1 0 0,-1 1 1 0 0,0-1 0 0 0,0 0-1 0 0,0 1 1 0 0,0-2-1 0 0,0 1-51 0 0,0 0 0 0 0,-1 1 0 0 0,1-1-1 0 0,-1 1 1 0 0,1-1 0 0 0,-1 1-1 0 0,1-1 1 0 0,-1 1 0 0 0,0 0 0 0 0,1-1-1 0 0,-1 1 1 0 0,1 0 0 0 0,-1-1-1 0 0,0 1 1 0 0,1 0 0 0 0,-1 0 0 0 0,0-1-1 0 0,1 1 1 0 0,-1 0 0 0 0,0 0 0 0 0,1 0-1 0 0,-1 0 1 0 0,0 0 0 0 0,0 0-1 0 0,1 0 1 0 0,-1 0 0 0 0,0 0 0 0 0,1 1-1 0 0,-1-1 1 0 0,0 0 0 0 0,1 0-1 0 0,-2 1 1 0 0,-3-1 179 0 0,-12 2-55 0 0,-1 1 1 0 0,1 0 0 0 0,0 1-1 0 0,-1 1 1 0 0,2 1 0 0 0,-1 0-1 0 0,1 1 1 0 0,-22 13 0 0 0,37-19-181 0 0,-1 0 0 0 0,1-1 1 0 0,0 1-1 0 0,-1 0 0 0 0,1 0 0 0 0,0 0 1 0 0,0 0-1 0 0,0 1 0 0 0,0-1 1 0 0,0 0-1 0 0,0 0 0 0 0,0 1 0 0 0,0-1 1 0 0,0 1-1 0 0,0-1 0 0 0,1 1 0 0 0,-1-1 1 0 0,1 1-1 0 0,-2 2 0 0 0,3-3-4 0 0,-1 1-1 0 0,0-1 0 0 0,1 0 0 0 0,-1 0 1 0 0,0 1-1 0 0,1-1 0 0 0,0 0 0 0 0,-1 0 1 0 0,1 0-1 0 0,0 0 0 0 0,-1 0 0 0 0,1 0 1 0 0,0 0-1 0 0,0 0 0 0 0,0 0 0 0 0,0 0 1 0 0,0 0-1 0 0,0 0 0 0 0,0 0 0 0 0,0-1 1 0 0,0 1-1 0 0,1-1 0 0 0,-1 1 0 0 0,1 0 1 0 0,31 14 145 0 0,68 21 0 0 0,-74-28-148 0 0,-18-6 9 0 0,-1 0 1 0 0,1 1-1 0 0,-1-1 0 0 0,1 2 1 0 0,-1-1-1 0 0,0 1 0 0 0,-1 0 0 0 0,14 10 1 0 0,-20-13 2 0 0,0-1 0 0 0,-1 1 0 0 0,1-1 0 0 0,-1 1 0 0 0,1-1 0 0 0,-1 1 0 0 0,1-1 0 0 0,-1 1 0 0 0,0 0 0 0 0,1-1 0 0 0,-1 1 0 0 0,0-1 0 0 0,1 1 0 0 0,-1 0 0 0 0,0-1 0 0 0,0 1 0 0 0,1 0 0 0 0,-1 0 0 0 0,0-1 0 0 0,0 1 0 0 0,0 1 0 0 0,-13 8 803 0 0,-7 4 240 0 0,7-6-517 0 0,0 0-1 0 0,0-1 1 0 0,-1 0-1 0 0,1-1 0 0 0,-1 0 1 0 0,-23 5-1 0 0,-91 15 797 0 0,108-23-1638 0 0,-35 4 56 0 0,51-7-436 0 0,0 0 0 0 0,-1 0 0 0 0,1-1-1 0 0,0 1 1 0 0,0-1 0 0 0,-6-2 0 0 0,6 2-194 0 0,-2-4-2096 0 0,23-3-3234 0 0,2 3 3536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23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43 136 480 0 0,'15'-7'1554'0'0,"9"-3"605"0"0,-1-1 0 0 0,44-29 0 0 0,-47 19-1307 0 0,-19 21-824 0 0,-1-1 0 0 0,1 0 0 0 0,-1 1 0 0 0,1-1 0 0 0,-1 0 0 0 0,1 0-1 0 0,-1 0 1 0 0,0 0 0 0 0,1 1 0 0 0,-1-1 0 0 0,0 0 0 0 0,0 0 0 0 0,0 0 0 0 0,0 0 0 0 0,0 0-1 0 0,0 0 1 0 0,0 0 0 0 0,0 0 0 0 0,0 0 0 0 0,0 1 0 0 0,0-1 0 0 0,0 0 0 0 0,-1 0 0 0 0,1 0-1 0 0,0 0 1 0 0,-1 0 0 0 0,1 0 0 0 0,-1 1 0 0 0,1-1 0 0 0,-1 0 0 0 0,1 0 0 0 0,-1 1 0 0 0,0-2-1 0 0,-3 0 7 0 0,0-1 0 0 0,0 1 0 0 0,-1 0-1 0 0,1 1 1 0 0,0-1 0 0 0,-1 1 0 0 0,1 0-1 0 0,-1 0 1 0 0,1 0 0 0 0,-1 0 0 0 0,0 1-1 0 0,1 0 1 0 0,-1 0 0 0 0,0 0 0 0 0,1 0-1 0 0,-1 1 1 0 0,0 0 0 0 0,1 0 0 0 0,-1 0-1 0 0,-7 4 1 0 0,6-4-5 0 0,0 2 0 0 0,0-1 0 0 0,1 0 0 0 0,-1 1 0 0 0,1 0 0 0 0,0 0 0 0 0,0 1 0 0 0,0 0-1 0 0,0 0 1 0 0,0 0 0 0 0,1 0 0 0 0,0 0 0 0 0,0 1 0 0 0,0 0 0 0 0,0 0 0 0 0,-3 7 0 0 0,6-10-23 0 0,1 0 1 0 0,-1-1-1 0 0,1 1 0 0 0,0 0 0 0 0,-1 0 1 0 0,1-1-1 0 0,0 1 0 0 0,0 0 1 0 0,0-1-1 0 0,1 1 0 0 0,-1 0 0 0 0,0 0 1 0 0,1-1-1 0 0,-1 1 0 0 0,1 0 1 0 0,-1-1-1 0 0,1 1 0 0 0,0-1 1 0 0,0 1-1 0 0,1 1 0 0 0,23 29 72 0 0,-15-21-48 0 0,-6-7-51 0 0,0 1 0 0 0,1-1-1 0 0,-1 1 1 0 0,1-1 0 0 0,0 0 0 0 0,0-1-1 0 0,0 1 1 0 0,0-1 0 0 0,1 0 0 0 0,-1-1 0 0 0,1 1-1 0 0,0-1 1 0 0,-1 0 0 0 0,1 0 0 0 0,0-1-1 0 0,11 2 1 0 0,-11-3-212 0 0,-1 0 0 0 0,0-1 1 0 0,1 1-1 0 0,-1-1 0 0 0,1 0 0 0 0,-1 0 0 0 0,0-1 0 0 0,0 0 0 0 0,0 0 0 0 0,0 0 1 0 0,0 0-1 0 0,7-5 0 0 0,3-2-1142 0 0,-10 6 883 0 0,0 1 0 0 0,0-1 0 0 0,-1 0 0 0 0,0 0 0 0 0,1-1-1 0 0,-1 1 1 0 0,0-1 0 0 0,0 0 0 0 0,4-5 0 0 0,-5-13-1336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24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 1441 0 0,'2'-1'4849'0'0,"-1"1"-4749"0"0,0 0 0 0 0,0 0 0 0 0,0 0-1 0 0,0 0 1 0 0,-1 0 0 0 0,1-1 0 0 0,0 1 0 0 0,0 0 0 0 0,0-1-1 0 0,0 1 1 0 0,-1-1 0 0 0,1 1 0 0 0,0-1 0 0 0,0 1 0 0 0,-1-1 0 0 0,1 1-1 0 0,0-1 1 0 0,-1 0 0 0 0,1 1 0 0 0,-1-1 0 0 0,1 0 0 0 0,-1 0-1 0 0,1 1 1 0 0,-1-1 0 0 0,0 0 0 0 0,1 0 0 0 0,-1 0 0 0 0,0 1 0 0 0,1-1-1 0 0,-1 0 1 0 0,0 0 0 0 0,0 0 0 0 0,0 0 0 0 0,0 0 0 0 0,0-1 0 0 0,0 0-61 0 0,0 1 0 0 0,0-1 0 0 0,0 1 1 0 0,0-1-1 0 0,0 1 0 0 0,0-1 0 0 0,0 1 1 0 0,1-1-1 0 0,-1 1 0 0 0,1-1 0 0 0,-1 1 1 0 0,1 0-1 0 0,-1-1 0 0 0,1 1 1 0 0,0 0-1 0 0,0-1 0 0 0,-1 1 0 0 0,1 0 1 0 0,0 0-1 0 0,0 0 0 0 0,2-2 0 0 0,3-3 5 0 0,-3-4 26 0 0,-3 10-66 0 0,0-1 0 0 0,0 0 0 0 0,0 1 0 0 0,0-1 0 0 0,0 1 0 0 0,0-1 1 0 0,0 0-1 0 0,0 1 0 0 0,0-1 0 0 0,0 1 0 0 0,1-1 0 0 0,-1 1 0 0 0,0-1 0 0 0,0 0 0 0 0,1 1 0 0 0,-1-1 0 0 0,0 1 0 0 0,1-1 0 0 0,-1 1 1 0 0,1 0-1 0 0,0-2 0 0 0,0 2-8 0 0,0-1-1 0 0,0 1 1 0 0,0 0 0 0 0,0-1 0 0 0,0 1 0 0 0,0 0 0 0 0,0-1-1 0 0,0 1 1 0 0,0 0 0 0 0,0 0 0 0 0,0 0 0 0 0,1 0 0 0 0,-1 0-1 0 0,0 0 1 0 0,0 1 0 0 0,0-1 0 0 0,0 0 0 0 0,0 0 0 0 0,0 1-1 0 0,0-1 1 0 0,0 1 0 0 0,0-1 0 0 0,0 1 0 0 0,0-1 0 0 0,0 1-1 0 0,1 1 1 0 0,0-1 9 0 0,-1 1-1 0 0,0 0 1 0 0,0-1-1 0 0,0 1 1 0 0,0 0-1 0 0,0 0 1 0 0,0 0-1 0 0,-1 0 1 0 0,1 0-1 0 0,0 0 1 0 0,-1 0 0 0 0,0 0-1 0 0,1 0 1 0 0,-1 0-1 0 0,0 4 1 0 0,0 49 560 0 0,0-33-28 0 0,0-17-199 0 0,0-8 49 0 0,0 0-375 0 0,1 0-1 0 0,0 0 1 0 0,0 0-1 0 0,0 0 1 0 0,0 1-1 0 0,1-1 1 0 0,-1 0-1 0 0,1 1 1 0 0,-1-1-1 0 0,1 1 1 0 0,3-4-1 0 0,3-4 11 0 0,-6 7-17 0 0,1 0 0 0 0,0 1 0 0 0,0-1 0 0 0,0 1 0 0 0,0 0 1 0 0,1 0-1 0 0,-1 0 0 0 0,1 0 0 0 0,3-1 0 0 0,17-11 11 0 0,-22 13-17 0 0,-1 0 0 0 0,1 0 0 0 0,0 0 0 0 0,0 0 1 0 0,0 0-1 0 0,0 0 0 0 0,0 0 0 0 0,0 1 0 0 0,0-1 0 0 0,0 1 0 0 0,0-1 0 0 0,0 1 1 0 0,0 0-1 0 0,1 0 0 0 0,-1 0 0 0 0,0 0 0 0 0,0 0 0 0 0,0 1 0 0 0,0-1 1 0 0,0 1-1 0 0,0-1 0 0 0,3 2 0 0 0,-2-1 2 0 0,0 0 0 0 0,-1 0 0 0 0,1 1 0 0 0,-1-1 0 0 0,1 0 1 0 0,-1 1-1 0 0,0 0 0 0 0,0 0 0 0 0,0 0 0 0 0,0 0 0 0 0,0 0 0 0 0,0 0 0 0 0,0 0 0 0 0,0 0 1 0 0,-1 1-1 0 0,1-1 0 0 0,1 5 0 0 0,-2-2 1 0 0,0 0 1 0 0,-1 0-1 0 0,1 1 1 0 0,-1-1-1 0 0,0 0 1 0 0,0 1-1 0 0,-2 7 1 0 0,2-11-158 0 0,-1 0 0 0 0,1-1-1 0 0,0 1 1 0 0,0 0 0 0 0,0-1 0 0 0,0 1 0 0 0,0 0-1 0 0,0 0 1 0 0,0-1 0 0 0,0 1 0 0 0,1 0 0 0 0,0 1 0 0 0,0-3-92 0 0,1-1 1 0 0,-1 1 0 0 0,1-1-1 0 0,-1 1 1 0 0,0-1 0 0 0,1 0 0 0 0,-1 0-1 0 0,0 1 1 0 0,0-1 0 0 0,0 0-1 0 0,1 0 1 0 0,-1 0 0 0 0,0 0-1 0 0,0-1 1 0 0,0 1 0 0 0,-1 0 0 0 0,1 0-1 0 0,0-1 1 0 0,1-1 0 0 0,20-31-2996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24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5 1441 0 0,'-22'-4'2081'0'0,"0"14"560"0"0,-89 27 1361 0 0,44 9-2081 0 0,23 11-1521 0 0,21-5-160 0 0,-21 3 0 0 0,22 2 80 0 0,22-20-240 0 0,0-3-560 0 0,22-20-961 0 0,22-14-1920 0 0,1-20-3202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24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29 480 0 0,'-1'-5'4819'0'0,"-7"1"-3073"0"0,-12 8-80 0 0,2 2-1132 0 0,-3 0 95 0 0,0 1 1 0 0,1 1-1 0 0,-35 18 0 0 0,49-22-549 0 0,0 0-1 0 0,0 0 1 0 0,1 1-1 0 0,-1 0 0 0 0,1 0 1 0 0,0 0-1 0 0,0 1 1 0 0,1-1-1 0 0,0 1 1 0 0,0 0-1 0 0,0 0 1 0 0,1 1-1 0 0,-1-1 0 0 0,2 1 1 0 0,-1 0-1 0 0,-1 7 1 0 0,2-10 19 0 0,1 1 0 0 0,0 0 0 0 0,0 0 1 0 0,1 0-1 0 0,-1 0 0 0 0,1 0 0 0 0,0 0 0 0 0,0 0 1 0 0,1 0-1 0 0,0 0 0 0 0,0-1 0 0 0,0 1 0 0 0,0 0 1 0 0,1 0-1 0 0,-1-1 0 0 0,1 1 0 0 0,1-1 0 0 0,-1 1 1 0 0,4 4-1 0 0,-2-4-86 0 0,0-1 1 0 0,0 0-1 0 0,0-1 1 0 0,1 1 0 0 0,-1-1-1 0 0,1 0 1 0 0,0 0-1 0 0,0 0 1 0 0,0 0-1 0 0,0-1 1 0 0,1 0-1 0 0,-1 0 1 0 0,0-1-1 0 0,1 1 1 0 0,0-1-1 0 0,-1-1 1 0 0,11 1-1 0 0,2 0-177 0 0,0-1-1 0 0,0-1 0 0 0,0-1 0 0 0,0 0 0 0 0,0-1 0 0 0,-1-2 1 0 0,0 1-1 0 0,31-14 0 0 0,-39 14 109 0 0,-1 0 0 0 0,1 0 0 0 0,-1-1 0 0 0,-1 0 1 0 0,1 0-1 0 0,-1-1 0 0 0,0 0 0 0 0,0 0 0 0 0,-1-1 0 0 0,1 1 0 0 0,-1-1 0 0 0,-1-1 0 0 0,0 1 1 0 0,0-1-1 0 0,0 0 0 0 0,-1-1 0 0 0,0 1 0 0 0,0 0 0 0 0,3-17 0 0 0,-5 18 58 0 0,-1 0-1 0 0,0-1 1 0 0,0 1 0 0 0,0 0-1 0 0,-1 0 1 0 0,-1-1 0 0 0,1 1-1 0 0,-1 0 1 0 0,0-1 0 0 0,-1 1-1 0 0,-2-10 1 0 0,2 14 2 0 0,1 0-1 0 0,-1 0 1 0 0,0 0-1 0 0,0 0 1 0 0,0 0-1 0 0,0 1 1 0 0,0-1 0 0 0,-1 1-1 0 0,1-1 1 0 0,-1 1-1 0 0,0 0 1 0 0,0 0-1 0 0,1 0 1 0 0,-1 0 0 0 0,0 1-1 0 0,-1-1 1 0 0,1 1-1 0 0,0 0 1 0 0,0 0 0 0 0,-1 0-1 0 0,1 0 1 0 0,0 0-1 0 0,-1 1 1 0 0,1-1-1 0 0,-1 1 1 0 0,1 0 0 0 0,-4 1-1 0 0,-1-2-172 0 0,0 1 0 0 0,0 1 0 0 0,0-1 0 0 0,0 1 0 0 0,0 1 0 0 0,0-1 0 0 0,1 1 0 0 0,-12 5 1 0 0,19-7 56 0 0,0 0 1 0 0,-1 1 0 0 0,1-1 0 0 0,-1 0 0 0 0,1 1 0 0 0,0-1 0 0 0,0 0 0 0 0,-1 1-1 0 0,1-1 1 0 0,0 1 0 0 0,0-1 0 0 0,-1 1 0 0 0,1-1 0 0 0,0 1 0 0 0,0-1 0 0 0,0 0 0 0 0,0 1-1 0 0,0-1 1 0 0,0 1 0 0 0,0-1 0 0 0,0 1 0 0 0,0-1 0 0 0,0 1 0 0 0,0-1 0 0 0,0 1 0 0 0,0-1-1 0 0,0 2 1 0 0,1 1-859 0 0,-1 10-2685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26:25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6 1121 0 0,'-22'0'4722'0'0,"44"0"-1521"0"0,-22-6-1120 0 0,22 6-1681 0 0,0 0-80 0 0,23 0-79 0 0,-1 6-81 0 0,23-2-240 0 0,-27 6-401 0 0,4-6-879 0 0,1-4-1522 0 0,-1 0-399 0 0,-22 0 560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0:58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756 142 1601 0 0,'26'-5'1425'0'0,"0"-1"1"0"0,-1-1 0 0 0,0-1-1 0 0,45-22 1 0 0,-25 11-1284 0 0,20 1-271 0 0,-44 13 98 0 0,-18 4-36 0 0,1 2 47 0 0,11 4-47 0 0,-25 1 80 0 0,5-4-19 0 0,-2 8 19 0 0,-70 9 254 0 0,-1-1-67 0 0,38-9-83 0 0,-47 5 1 0 0,48-8 5 0 0,-51 13-1 0 0,1 7 38 0 0,77-22-142 0 0,0 0-1 0 0,0 0 0 0 0,-18 9 0 0 0,4-1-72 0 0,-15 8 41 0 0,41-19 14 0 0,-1-1 0 0 0,1 1 0 0 0,-1-1 0 0 0,1 1 0 0 0,0-1 0 0 0,-1 1 0 0 0,1-1 0 0 0,0 1 0 0 0,-1 0 0 0 0,1-1 0 0 0,0 1 0 0 0,0-1 0 0 0,0 1 0 0 0,-1 0 0 0 0,1-1 0 0 0,0 1 0 0 0,0 0 0 0 0,0-1 0 0 0,0 1 0 0 0,0 0 0 0 0,0-1 0 0 0,0 1 0 0 0,0-1 0 0 0,1 1 0 0 0,-1 0 0 0 0,0-1 0 0 0,0 2 0 0 0,1-2 0 0 0,-1 1 0 0 0,0 0 0 0 0,0 0 0 0 0,1 0 0 0 0,-1 0 0 0 0,0 0 0 0 0,0 0 0 0 0,0-1 0 0 0,0 1 0 0 0,0 0 0 0 0,0 0 0 0 0,-1 0 0 0 0,1 0 0 0 0,0 0 0 0 0,0-1 0 0 0,-1 1 0 0 0,1 0 0 0 0,0 0 0 0 0,-1 0 0 0 0,1-1 0 0 0,-1 1 0 0 0,1 0 0 0 0,-1 0 0 0 0,-14 8-13 0 0,8-6 2 0 0,1 1 0 0 0,0 0 0 0 0,0 0-1 0 0,0 0 1 0 0,-8 8 0 0 0,5-2 11 0 0,0-1 0 0 0,-1-1 0 0 0,0 1 0 0 0,-1-2 0 0 0,-15 9 0 0 0,-9 8 0 0 0,-58 36-53 0 0,80-54 136 0 0,12-6-78 0 0,-1 0 0 0 0,1 1 0 0 0,0-1 0 0 0,-1 1 0 0 0,1-1 1 0 0,-1 1-1 0 0,1-1 0 0 0,0 1 0 0 0,-1 0 0 0 0,1 0 0 0 0,0-1 0 0 0,0 1 0 0 0,0 0 0 0 0,0 0 0 0 0,0 0 0 0 0,0 1 1 0 0,0-1-1 0 0,0 0 0 0 0,0 0 0 0 0,0 0 0 0 0,0 1 0 0 0,0 1 0 0 0,1-2-5 0 0,-1 0 0 0 0,1-1 1 0 0,0 1-1 0 0,0-1 0 0 0,0 1 0 0 0,-1 0 0 0 0,1-1 0 0 0,0 1 0 0 0,0-1 1 0 0,-1 1-1 0 0,1-1 0 0 0,-1 1 0 0 0,1-1 0 0 0,0 1 0 0 0,-1-1 0 0 0,1 1 1 0 0,-1-1-1 0 0,1 0 0 0 0,-1 1 0 0 0,1-1 0 0 0,-1 0 0 0 0,0 1 0 0 0,1-1 1 0 0,-1 0-1 0 0,1 1 0 0 0,-1-1 0 0 0,0 0 0 0 0,1 0 0 0 0,-1 0 0 0 0,1 0 1 0 0,-1 0-1 0 0,0 0 0 0 0,-1 0 0 0 0,0 0-5 0 0,-2 5-40 0 0,1 2 23 0 0,-79 34 22 0 0,82-41 0 0 0,-1 0-1 0 0,1 0 0 0 0,0 0 1 0 0,-1 1-1 0 0,1-1 0 0 0,-1 0 0 0 0,1 0 1 0 0,0 1-1 0 0,-1-1 0 0 0,1 0 0 0 0,0 1 1 0 0,-1-1-1 0 0,1 0 0 0 0,0 1 1 0 0,0-1-1 0 0,-1 0 0 0 0,1 1 0 0 0,0-1 1 0 0,0 1-1 0 0,0-1 0 0 0,-1 1 0 0 0,1-1 1 0 0,0 1-1 0 0,0-1 0 0 0,0 0 1 0 0,0 1-1 0 0,0-1 0 0 0,0 1 0 0 0,0-1 1 0 0,0 1-1 0 0,0-1 0 0 0,0 1 0 0 0,0-1 1 0 0,0 1-1 0 0,1-1 0 0 0,-1 0 1 0 0,0 1-1 0 0,0-1 0 0 0,0 1 0 0 0,0-1 1 0 0,1 1-1 0 0,-1-1 0 0 0,0 0 0 0 0,1 1 1 0 0,-1-1-1 0 0,0 0 0 0 0,1 1 1 0 0,-1-1-1 0 0,0 0 0 0 0,1 0 0 0 0,-1 1 1 0 0,0-1-1 0 0,1 0 0 0 0,0 1 0 0 0,18 8-39 0 0,-16-8 40 0 0,-2-1 0 0 0,0 0 0 0 0,0 1 0 0 0,0-1 0 0 0,0 0 0 0 0,0 0 0 0 0,0 0 0 0 0,-1 1 0 0 0,1-1 0 0 0,0 0 0 0 0,0 1 0 0 0,0-1 0 0 0,-1 1 0 0 0,1-1 0 0 0,0 1 0 0 0,0-1 0 0 0,-1 1 0 0 0,1 0 0 0 0,0-1 0 0 0,-1 1 0 0 0,1 0 0 0 0,-1-1 0 0 0,1 1 0 0 0,-1 0 0 0 0,1 1 0 0 0,0-1 0 0 0,-1-1 0 0 0,1 1 0 0 0,-1 0 0 0 0,1-1 0 0 0,0 1-1 0 0,-1 0 1 0 0,1-1 0 0 0,0 1 0 0 0,0-1 0 0 0,-1 1 0 0 0,1-1 0 0 0,0 0-1 0 0,0 1 1 0 0,0-1 0 0 0,0 0 0 0 0,1 1 0 0 0,10 5 16 0 0,-9-5-9 0 0,-1 0-5 0 0,1 1 1 0 0,-1-1 0 0 0,0 0-1 0 0,0 1 1 0 0,1 0-1 0 0,-1-1 1 0 0,0 1 0 0 0,0 0-1 0 0,0 0 1 0 0,-1 0-1 0 0,1 0 1 0 0,0 0 0 0 0,-1 1-1 0 0,1-1 1 0 0,-1 0-1 0 0,0 1 1 0 0,0-1 0 0 0,0 1-1 0 0,0-1 1 0 0,0 1 0 0 0,0 0-1 0 0,-1-1 1 0 0,0 1-1 0 0,1 0 1 0 0,-1 0 0 0 0,0-1-1 0 0,0 4 1 0 0,0-3-5 0 0,0 1 0 0 0,0-1 1 0 0,1 1-1 0 0,0-1 0 0 0,0 1 1 0 0,0-1-1 0 0,0 0 0 0 0,0 1 1 0 0,3 4-1 0 0,-2-5 2 0 0,0 1 1 0 0,-1 0-1 0 0,1 0 0 0 0,-1-1 1 0 0,0 1-1 0 0,0 0 0 0 0,0 0 1 0 0,-1 0-1 0 0,1 7 0 0 0,-2 4 14 0 0,0-10-9 0 0,1-1 0 0 0,-1 0 0 0 0,1 1 0 0 0,0-1-1 0 0,0 1 1 0 0,1-1 0 0 0,0 0 0 0 0,-1 1 0 0 0,1-1-1 0 0,3 6 1 0 0,2 0-29 0 0,-4-9 21 0 0,-1 0 0 0 0,0 1 1 0 0,0-1-1 0 0,0 1 0 0 0,0-1 1 0 0,0 1-1 0 0,-1-1 1 0 0,1 1-1 0 0,0 0 0 0 0,-1-1 1 0 0,1 1-1 0 0,-1 0 0 0 0,1 0 1 0 0,-1 0-1 0 0,0 2 0 0 0,0-2 4 0 0,0-1-1 0 0,0 1 0 0 0,0-1 0 0 0,1 1 0 0 0,-1-1 1 0 0,0 1-1 0 0,1-1 0 0 0,-1 0 0 0 0,1 1 0 0 0,-1-1 0 0 0,1 0 1 0 0,0 1-1 0 0,0-1 0 0 0,-1 0 0 0 0,1 0 0 0 0,0 0 1 0 0,2 2-1 0 0,-2-2-1 0 0,0 0 0 0 0,0 0 0 0 0,0 1 0 0 0,0-1 0 0 0,0 0 0 0 0,0 0 0 0 0,-1 0 0 0 0,1 1 0 0 0,0-1 1 0 0,-1 0-1 0 0,1 1 0 0 0,-1-1 0 0 0,0 1 0 0 0,1-1 0 0 0,-1 1 0 0 0,0-1 0 0 0,0 3 0 0 0,0 112-66 0 0,1-115 67 0 0,-1 0 0 0 0,1 0 0 0 0,-1-1 0 0 0,0 1 0 0 0,1 0 0 0 0,0 0 0 0 0,-1 0 0 0 0,1-1 0 0 0,-1 1 0 0 0,1 0 0 0 0,0-1 0 0 0,0 1 0 0 0,-1-1 0 0 0,1 1 0 0 0,0-1 0 0 0,0 1 0 0 0,0-1 0 0 0,0 1 0 0 0,-1-1 0 0 0,3 1 0 0 0,0 0 0 0 0,41 27 0 0 0,-36-19 0 0 0,-7-9 0 0 0,0 1 0 0 0,0-1 1 0 0,0 0 0 0 0,0 0 0 0 0,0 0-1 0 0,0 0 1 0 0,0 1 0 0 0,-1-1-1 0 0,1 0 1 0 0,0 1 0 0 0,0-1-1 0 0,0 1 1 0 0,0-1 0 0 0,-1 1 0 0 0,1-1-1 0 0,0 1 1 0 0,0 0 0 0 0,-1-1-1 0 0,1 1 1 0 0,0 1 0 0 0,12 3 68 0 0,0-1-85 0 0,-6-2 16 0 0,0 0-1 0 0,0 0 1 0 0,0-1-1 0 0,0 0 1 0 0,0 0 0 0 0,1-1-1 0 0,13-1 1 0 0,59-7 16 0 0,137-14 64 0 0,-177 21-60 0 0,-1 2 0 0 0,1 1 0 0 0,61 13 1 0 0,-68-6 9 0 0,26 6 20 0 0,-24-10-58 0 0,-1 1 33 0 0,1-1 0 0 0,0-2 1 0 0,48-3-1 0 0,-49-5 58 0 0,0-1 0 0 0,-1-2 0 0 0,0-1 0 0 0,0-2 0 0 0,43-20 0 0 0,51-17 353 0 0,-108 40-326 0 0,-16 7-82 0 0,0-1 0 0 0,0 1 0 0 0,0-1 0 0 0,0 1 0 0 0,1 0 0 0 0,-1 0 0 0 0,0 1-1 0 0,0-1 1 0 0,1 1 0 0 0,-1 0 0 0 0,0-1 0 0 0,1 1 0 0 0,-1 1 0 0 0,0-1-1 0 0,1 0 1 0 0,-1 1 0 0 0,0 0 0 0 0,5 1 0 0 0,-1 1 3 0 0,-6-3-21 0 0,1 1 0 0 0,-1-1 0 0 0,1 1-1 0 0,-1-1 1 0 0,0 1 0 0 0,1 0 0 0 0,-1 0 0 0 0,0-1 0 0 0,1 1 0 0 0,-1 0 0 0 0,0 0 0 0 0,2 2 0 0 0,-3-2-6 0 0,1 0-1 0 0,-1 0 1 0 0,1 0-1 0 0,-1 0 1 0 0,1-1 0 0 0,0 1-1 0 0,-1 0 1 0 0,1 0-1 0 0,0-1 1 0 0,-1 1 0 0 0,1 0-1 0 0,0-1 1 0 0,0 1-1 0 0,-1-1 1 0 0,1 1-1 0 0,0-1 1 0 0,0 1 0 0 0,0-1-1 0 0,0 0 1 0 0,0 1-1 0 0,1-1 1 0 0,26 8 121 0 0,-25-7-76 0 0,5 1 80 0 0,1-1-1 0 0,-1 0 1 0 0,1 0-1 0 0,-1-1 1 0 0,1 0-1 0 0,-1-1 1 0 0,14-2-1 0 0,65-20 624 0 0,-15 4-290 0 0,-62 15-422 0 0,25-6 146 0 0,-22 7-127 0 0,0-1 0 0 0,-1-1 1 0 0,1 0-1 0 0,-1-1 0 0 0,0 0 0 0 0,16-11 0 0 0,17-3 101 0 0,-38 11-93 0 0,2 4-45 0 0,-1 0 0 0 0,0 0 1 0 0,0 0-1 0 0,0-1 0 0 0,13-14 1 0 0,21-15 43 0 0,-41 32-62 0 0,0 0 0 0 0,0-1-1 0 0,0 1 1 0 0,0-1 0 0 0,-1 0 0 0 0,1 1 0 0 0,-1-1 0 0 0,0 1 0 0 0,0-1 0 0 0,0 0 0 0 0,-2-6 0 0 0,2-1 2 0 0,0-116 167 0 0,0 126-168 0 0,-1-1-1 0 0,1 0 0 0 0,0 0 0 0 0,0 1 0 0 0,-1-1 0 0 0,1 0 0 0 0,-1 1 0 0 0,1-1 0 0 0,-1 0 0 0 0,0 1 1 0 0,0-1-1 0 0,0 1 0 0 0,0-1 0 0 0,0 1 0 0 0,-2-3 0 0 0,2 3-4 0 0,0 0 0 0 0,0-1 0 0 0,0 1 0 0 0,0 0 0 0 0,0-1 0 0 0,0 1 1 0 0,1-1-1 0 0,-1 1 0 0 0,1-1 0 0 0,-1 1 0 0 0,1-1 0 0 0,-1 0 0 0 0,1 1 0 0 0,0-1 0 0 0,-1-2 0 0 0,2-1 4 0 0,-1-1 0 0 0,-1 1 0 0 0,1 0 0 0 0,-1 0 0 0 0,0 0 0 0 0,0 0-1 0 0,0 0 1 0 0,-1 0 0 0 0,1 0 0 0 0,-1 0 0 0 0,-1 0 0 0 0,1 1 0 0 0,-1-1 0 0 0,-4-6 0 0 0,5 9 4 0 0,-7-16-1 0 0,7 13-15 0 0,-1-1 1 0 0,0 1-1 0 0,0 0 1 0 0,0 0-1 0 0,-1 0 1 0 0,0 0-1 0 0,-5-5 0 0 0,-2 2 23 0 0,7 5-10 0 0,0 0 0 0 0,0-1 1 0 0,1 1-1 0 0,-1-1 0 0 0,1 1 0 0 0,0-1 1 0 0,0 0-1 0 0,0 0 0 0 0,-3-8 0 0 0,3 8-3 0 0,0 0 0 0 0,-1 0 1 0 0,1 0-1 0 0,-1 0 0 0 0,0 1 0 0 0,0-1 0 0 0,0 1 0 0 0,0 0 0 0 0,0 0 0 0 0,-7-3 0 0 0,-27-21-25 0 0,23 16 25 0 0,0 0-1 0 0,-1 1 0 0 0,0 1 1 0 0,-1 1-1 0 0,0 0 0 0 0,-31-9 1 0 0,1-1 2 0 0,28 11-26 0 0,-1 1 1 0 0,1 1 0 0 0,-1 1-1 0 0,0 1 1 0 0,-26-1 0 0 0,29 3 26 0 0,1-1 1 0 0,-1 0 0 0 0,1-1 0 0 0,-1-1-1 0 0,-23-9 1 0 0,29 10-17 0 0,0 0 0 0 0,0 1 0 0 0,-1 0 0 0 0,1 1 0 0 0,-12 0 0 0 0,-9-1-3 0 0,18 0 14 0 0,5 1 0 0 0,1 0 0 0 0,0 0 0 0 0,0-1 0 0 0,0 0 0 0 0,0-1 0 0 0,0 1 0 0 0,-13-8 0 0 0,-24-13 13 0 0,39 20-5 0 0,-1 0-1 0 0,0 0 0 0 0,0 0 1 0 0,0 1-1 0 0,0 0 1 0 0,-1 0-1 0 0,1 1 0 0 0,-12-1 1 0 0,-17-4-8 0 0,-4 1 80 0 0,35 5-55 0 0,5 0-19 0 0,-1 0-1 0 0,0 1 1 0 0,0-1 0 0 0,1 0-1 0 0,-1 0 1 0 0,0 0-1 0 0,0 0 1 0 0,0 0 0 0 0,1 0-1 0 0,-1-1 1 0 0,0 1 0 0 0,0 0-1 0 0,1 0 1 0 0,-1 0 0 0 0,0-1-1 0 0,1 1 1 0 0,-1 0-1 0 0,0-1 1 0 0,1 1 0 0 0,-1-1-1 0 0,0 1 1 0 0,1-1 0 0 0,-2 0-1 0 0,2 1-3 0 0,0-1 0 0 0,0 1 0 0 0,0-1 0 0 0,0 1 0 0 0,0 0 0 0 0,-1-1 0 0 0,1 1 0 0 0,0-1 0 0 0,0 1 0 0 0,-1 0 0 0 0,1-1-1 0 0,0 1 1 0 0,-1 0 0 0 0,1-1 0 0 0,0 1 0 0 0,-1 0 0 0 0,1 0 0 0 0,0-1 0 0 0,-1 1 0 0 0,1 0 0 0 0,0 0 0 0 0,-1 0 0 0 0,1-1 0 0 0,-1 1 0 0 0,1 0 0 0 0,-1 0 0 0 0,1 0-1 0 0,0 0 1 0 0,-1 0 0 0 0,0 0 0 0 0,-7 0 18 0 0,-1 0 63 0 0,1 1 0 0 0,-1 0-1 0 0,0 0 1 0 0,-8 3 0 0 0,14-3-68 0 0,0-1 0 0 0,-1 0 0 0 0,1 0 0 0 0,0 0 0 0 0,0-1 1 0 0,-1 1-1 0 0,1-1 0 0 0,0 0 0 0 0,0 1 0 0 0,0-1 0 0 0,-6-3 0 0 0,4 2 3 0 0,0 0 0 0 0,1 0 0 0 0,-1 1 0 0 0,0 0 0 0 0,0 0 0 0 0,-7 0 0 0 0,-3 0-18 0 0,-37 3 0 0 0,8 4 0 0 0,44-8-40 0 0,0 1-321 0 0,21-2-2858 0 0,-2-1 175 0 0,-18 3 2889 0 0,-1 1 1 0 0,1-1-1 0 0,-1 0 0 0 0,1 0 1 0 0,-1 0-1 0 0,0 0 0 0 0,0 1 1 0 0,1-1-1 0 0,-1 0 0 0 0,0 0 1 0 0,0 0-1 0 0,0 0 0 0 0,0 0 1 0 0,0 0-1 0 0,0 0 0 0 0,0 0 1 0 0,0 1-1 0 0,0-1 0 0 0,-1 0 1 0 0,1 0-1 0 0,0 0 0 0 0,-1 0 1 0 0,1 0-1 0 0,0 0 0 0 0,-1-1 1 0 0,-18-33-4929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1:20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9 4162 0 0,'0'-9'3041'0'0,"-22"9"-1840"0"0,0 4-1121 0 0,22 1-80 0 0,-22-1-80 0 0,22 1 0 0 0,-22 0 0 0 0,-1 5-320 0 0,-21-2-1361 0 0,22-2-2721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1:21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611 7 2321 0 0,'17'-6'5022'0'0,"-30"12"-3388"0"0,12-5-1615 0 0,1-1 0 0 0,-1 1-1 0 0,1 0 1 0 0,-1-1 0 0 0,1 1-1 0 0,-1 0 1 0 0,1 0 0 0 0,0 0 0 0 0,0-1-1 0 0,-1 1 1 0 0,1 0 0 0 0,0 0-1 0 0,0 0 1 0 0,0-1 0 0 0,0 1-1 0 0,0 0 1 0 0,0 0 0 0 0,0 0-1 0 0,0 0 1 0 0,1-1 0 0 0,-1 1-1 0 0,0 0 1 0 0,0 0 0 0 0,1 0-1 0 0,-1-1 1 0 0,0 1 0 0 0,1 0-1 0 0,-1 0 1 0 0,2 1 0 0 0,3 4 159 0 0,0 1-1 0 0,0 0 1 0 0,-1 1 0 0 0,0-1 0 0 0,0 1 0 0 0,3 9 0 0 0,-5-13-139 0 0,-1-1 1 0 0,0 1 0 0 0,1 0 0 0 0,-1 0-1 0 0,-1 0 1 0 0,1 1 0 0 0,-1-1 0 0 0,1 0 0 0 0,-1 0-1 0 0,0 0 1 0 0,-1 0 0 0 0,1 0 0 0 0,-1 0-1 0 0,1 1 1 0 0,-1-1 0 0 0,-2 5 0 0 0,-4 2 25 0 0,5-9-37 0 0,1 0 1 0 0,0 0 0 0 0,-1 0-1 0 0,1 0 1 0 0,0 1 0 0 0,0-1 0 0 0,1 0-1 0 0,-1 0 1 0 0,0 1 0 0 0,1-1-1 0 0,0 1 1 0 0,-1-1 0 0 0,1 5-1 0 0,0 4 56 0 0,0-22-333 0 0,-4-21-66 0 0,-2 27 279 0 0,5 4 28 0 0,0 1-1 0 0,1-1 0 0 0,-1 1 1 0 0,0-1-1 0 0,0 0 0 0 0,1 1 1 0 0,-1-1-1 0 0,0 0 0 0 0,1 0 1 0 0,-1 1-1 0 0,0-1 0 0 0,1 0 1 0 0,-1 0-1 0 0,1 0 0 0 0,0 1 1 0 0,-1-1-1 0 0,1 0 0 0 0,0 0 0 0 0,-1 0 1 0 0,1 0-1 0 0,0-2 0 0 0,0 2 0 0 0,-1 0 0 0 0,1 0-1 0 0,-1 0 1 0 0,1 0-1 0 0,-1 0 1 0 0,1 0 0 0 0,-1 0-1 0 0,0 0 1 0 0,1 0-1 0 0,-1 0 1 0 0,0 1 0 0 0,0-1-1 0 0,0 0 1 0 0,1 0-1 0 0,-1 1 1 0 0,0-1-1 0 0,0 0 1 0 0,0 1 0 0 0,0-1-1 0 0,0 1 1 0 0,0 0-1 0 0,0-1 1 0 0,0 1 0 0 0,-1 0-1 0 0,1-1 1 0 0,0 1-1 0 0,0 0 1 0 0,0 0 0 0 0,0 0-1 0 0,-2 0 1 0 0,-47 0-206 0 0,15 5 121 0 0,1 1 1 0 0,0 1 0 0 0,0 2-1 0 0,-45 19 1 0 0,28-6 191 0 0,1 2-1 0 0,-62 40 1 0 0,112-64-97 0 0,-10 6 24 0 0,0 0 0 0 0,0 0 0 0 0,1 1 0 0 0,0 1 0 0 0,1-1 1 0 0,0 1-1 0 0,0 1 0 0 0,-9 11 0 0 0,15-17 1 0 0,1-1 3 0 0,-1 0 0 0 0,1 0 0 0 0,0 0 0 0 0,-1 0 0 0 0,1 0-1 0 0,0 1 1 0 0,0-1 0 0 0,1 0 0 0 0,-1 0 0 0 0,0 3 0 0 0,1-4-17 0 0,0 0 0 0 0,1 1 0 0 0,-1-1 0 0 0,0 0 0 0 0,1 0 0 0 0,-1 0 0 0 0,1 0 0 0 0,-1 0 0 0 0,1 0 0 0 0,0 0-1 0 0,-1 0 1 0 0,1 0 0 0 0,0-1 0 0 0,0 1 0 0 0,-1 0 0 0 0,1 0 0 0 0,0 0 0 0 0,0-1 0 0 0,0 1 0 0 0,0-1 0 0 0,0 1 0 0 0,0-1 0 0 0,0 1 0 0 0,0-1 0 0 0,1 1 0 0 0,1-1 0 0 0,14 6 27 0 0,1-1-1 0 0,-1 0 1 0 0,1-2 0 0 0,1 0 0 0 0,-1-1-1 0 0,0-1 1 0 0,0-1 0 0 0,31-3 0 0 0,10-4-641 0 0,82-21 1 0 0,-19-5-1266 0 0,-26-7-1482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1:22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25 2321 0 0,'16'-11'1721'0'0,"-14"10"-1514"0"0,-1-1 0 0 0,1 1 0 0 0,-1 0 0 0 0,1 0 1 0 0,-1 0-1 0 0,1 0 0 0 0,0 0 0 0 0,-1 0 0 0 0,1 1 0 0 0,0-1 1 0 0,0 0-1 0 0,0 1 0 0 0,-1-1 0 0 0,1 1 0 0 0,0 0 0 0 0,4 0 0 0 0,-3-1-140 0 0,0 1 0 0 0,0 0 0 0 0,0 0-1 0 0,0 1 1 0 0,0-1 0 0 0,0 1-1 0 0,0-1 1 0 0,0 1 0 0 0,0 0-1 0 0,0 0 1 0 0,0 1 0 0 0,0-1 0 0 0,0 0-1 0 0,0 1 1 0 0,-1 0 0 0 0,1-1-1 0 0,-1 1 1 0 0,1 0 0 0 0,-1 1-1 0 0,0-1 1 0 0,0 0 0 0 0,3 5-1 0 0,29 29 414 0 0,23 30 56 0 0,-52-59-489 0 0,-1 0 1 0 0,1 0-1 0 0,-1 0 0 0 0,-1 1 0 0 0,1 0 1 0 0,-1-1-1 0 0,-1 1 0 0 0,3 11 0 0 0,-2-5 9 0 0,-1 0 0 0 0,-1 0 0 0 0,-1 1-1 0 0,0-1 1 0 0,0 0 0 0 0,-2 0 0 0 0,-2 16 0 0 0,2-22 32 0 0,-1 0 0 0 0,1 1 0 0 0,-1-1 0 0 0,-1 0 1 0 0,0-1-1 0 0,0 1 0 0 0,0-1 0 0 0,-1 1 0 0 0,0-2 0 0 0,0 1 0 0 0,-1 0 1 0 0,0-1-1 0 0,-7 7 0 0 0,-22 12 577 0 0,-1 0-1 0 0,-1-3 1 0 0,-67 31 0 0 0,97-50-630 0 0,-22 11-145 0 0,-1-2 0 0 0,-1-2-1 0 0,-46 11 1 0 0,-37-2-3851 0 0,66-13-307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1:24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112 685 2161 0 0,'0'-6'652'0'0,"0"0"-1"0"0,1 0 1 0 0,0 1-1 0 0,0-1 1 0 0,2-6-1 0 0,24-47 691 0 0,-21 48-1397 0 0,-1 0 0 0 0,1-1 0 0 0,-2 0 0 0 0,5-15 0 0 0,-6-21 305 0 0,-4 38-136 0 0,2 0 1 0 0,-1 0-1 0 0,4-15 0 0 0,1 4 58 0 0,-1 7-35 0 0,-1 1 0 0 0,-1-1 0 0 0,2-27 0 0 0,-4-161 983 0 0,1 197-1107 0 0,0 1-1 0 0,0-1 1 0 0,0 0-1 0 0,1 0 1 0 0,-1 0-1 0 0,1 1 1 0 0,0-1-1 0 0,1 1 1 0 0,-1-1-1 0 0,1 1 1 0 0,0 0-1 0 0,0 0 1 0 0,0 0-1 0 0,0 1 1 0 0,1-1-1 0 0,-1 1 1 0 0,1-1-1 0 0,0 1 1 0 0,0 0-1 0 0,0 1 0 0 0,1-1 1 0 0,-1 1-1 0 0,1 0 1 0 0,-1 0-1 0 0,1 0 1 0 0,0 0-1 0 0,-1 1 1 0 0,1 0-1 0 0,0 0 1 0 0,6 0-1 0 0,-8 0-29 0 0,0 1 0 0 0,1 0 0 0 0,-1-1 0 0 0,0 1 0 0 0,0 0 0 0 0,0 1 0 0 0,1-1 0 0 0,-1 1 0 0 0,0-1 0 0 0,0 1-1 0 0,0 0 1 0 0,0 0 0 0 0,0 0 0 0 0,0 1 0 0 0,5 2 0 0 0,-7-2 9 0 0,0-1-1 0 0,1 0 1 0 0,-1 1-1 0 0,0-1 1 0 0,0 1-1 0 0,0-1 1 0 0,0 1-1 0 0,-1-1 0 0 0,1 1 1 0 0,0 0-1 0 0,-1-1 1 0 0,1 1-1 0 0,-1 0 1 0 0,0 0-1 0 0,1-1 1 0 0,-1 1-1 0 0,0 0 1 0 0,0 0-1 0 0,0 3 1 0 0,-2 4-28 0 0,0 0 0 0 0,0 1 1 0 0,-1-1-1 0 0,0 0 0 0 0,-1 0 0 0 0,-7 14 1 0 0,-34 46-99 0 0,8-15 161 0 0,17-16-12 0 0,12-22-16 0 0,0-1 1 0 0,-1 0 0 0 0,-16 19-1 0 0,-22 17-3 0 0,29-33 10 0 0,1 1 0 0 0,0 0 0 0 0,2 1 1 0 0,-15 24-1 0 0,4 17 21 0 0,26-60-25 0 0,0 0 1 0 0,0-1 0 0 0,-1 1 0 0 0,1-1 0 0 0,0 1 0 0 0,0 0-1 0 0,0-1 1 0 0,-1 1 0 0 0,1-1 0 0 0,0 1 0 0 0,0 0-1 0 0,0-1 1 0 0,0 1 0 0 0,0 0 0 0 0,0-1 0 0 0,1 1 0 0 0,-1 0-1 0 0,0-1 1 0 0,0 1 0 0 0,0-1 0 0 0,1 1 0 0 0,-1 0-1 0 0,0-1 1 0 0,1 1 0 0 0,-1-1 0 0 0,0 1 0 0 0,1-1 0 0 0,-1 1-1 0 0,0-1 1 0 0,1 1 0 0 0,-1-1 0 0 0,1 0 0 0 0,-1 1-1 0 0,1-1 1 0 0,-1 1 0 0 0,1-1 0 0 0,0 0 0 0 0,-1 0 0 0 0,1 1-1 0 0,-1-1 1 0 0,1 0 0 0 0,0 0 0 0 0,-1 0 0 0 0,2 1 0 0 0,1 0 110 0 0,0-1-93 0 0,0 0 1 0 0,0-1 0 0 0,-1 1 0 0 0,1-1-1 0 0,0 0 1 0 0,-1 1 0 0 0,1-1 0 0 0,0-1-1 0 0,-1 1 1 0 0,1 0 0 0 0,-1-1 0 0 0,0 1-1 0 0,4-3 1 0 0,39-27 29 0 0,-41 28-57 0 0,15-11-37 0 0,-2-1-1 0 0,0-1 0 0 0,0 0 0 0 0,16-23 1 0 0,-25 30 40 0 0,1 1 14 0 0,-1 0-1 0 0,1 1 0 0 0,1 0 0 0 0,-1 1 0 0 0,1 0 0 0 0,0 0 1 0 0,15-5-1 0 0,-4 0-3 0 0,-15 8-5 0 0,0 0-1 0 0,0 1 0 0 0,1-1 1 0 0,-1 1-1 0 0,1 1 0 0 0,0-1 1 0 0,0 1-1 0 0,-1 0 0 0 0,1 1 1 0 0,10 0-1 0 0,-12 0-1 0 0,-1 1 0 0 0,1-1 0 0 0,-1 2 0 0 0,0-1 0 0 0,1 0 1 0 0,-1 1-1 0 0,0 0 0 0 0,0-1 0 0 0,0 2 0 0 0,0-1 0 0 0,0 0 0 0 0,-1 1 0 0 0,1 0 1 0 0,-1 0-1 0 0,1 0 0 0 0,-1 0 0 0 0,0 0 0 0 0,3 5 0 0 0,-3-5-4 0 0,0 1-1 0 0,-1-1 1 0 0,1 0-1 0 0,-1 1 1 0 0,0 0-1 0 0,0-1 0 0 0,0 1 1 0 0,0 0-1 0 0,-1 0 1 0 0,1 0-1 0 0,-1 0 1 0 0,0 0-1 0 0,0 0 1 0 0,-1 1-1 0 0,1-1 1 0 0,-1 0-1 0 0,0 0 1 0 0,0 1-1 0 0,0-1 1 0 0,-1 0-1 0 0,1 0 1 0 0,-1 1-1 0 0,0-1 1 0 0,-1 0-1 0 0,1 0 1 0 0,0 0-1 0 0,-1 0 1 0 0,-2 4-1 0 0,-3 1-24 0 0,0-1 0 0 0,0 1 0 0 0,0-1 0 0 0,-1-1 0 0 0,0 1 0 0 0,-1-1 0 0 0,-17 10 0 0 0,1 2 97 0 0,9-6 185 0 0,0 0 0 0 0,-1-2 0 0 0,0 1 0 0 0,-1-2-1 0 0,0-1 1 0 0,-1 0 0 0 0,0-1 0 0 0,-22 6 0 0 0,27-11-304 0 0,0 0-1 0 0,0-1 0 0 0,0-1 1 0 0,0 0-1 0 0,0-1 0 0 0,-15-2 1 0 0,21 2-174 0 0,0-2 0 0 0,0 1 0 0 0,0-1 0 0 0,0 0 0 0 0,0-1 0 0 0,0 0 0 0 0,0 0 0 0 0,1-1 0 0 0,-1 0 0 0 0,-11-8 0 0 0,15 9-115 0 0,1-1 0 0 0,-1 1 0 0 0,1-1 0 0 0,0 0 0 0 0,0 0 0 0 0,1 0 0 0 0,-1-1 1 0 0,-2-4-1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1:25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38 960 0 0,'0'0'91'0'0,"0"-1"0"0"0,0 0 0 0 0,0 0 0 0 0,0 1 0 0 0,-1-1 0 0 0,1 0 0 0 0,0 0 0 0 0,0 1 0 0 0,0-1 0 0 0,0 0-1 0 0,-1 1 1 0 0,1-1 0 0 0,0 0 0 0 0,-1 1 0 0 0,1-1 0 0 0,-1 0 0 0 0,1 1 0 0 0,0-1 0 0 0,-1 1 0 0 0,0-1 0 0 0,1 1-1 0 0,-1-1 1 0 0,1 1 0 0 0,-1-1 0 0 0,1 1 0 0 0,-1 0 0 0 0,0-1 0 0 0,0 1 0 0 0,0-1 38 0 0,0 1 0 0 0,1-1 0 0 0,-1 1 0 0 0,0 0 0 0 0,1-1 0 0 0,-1 1 0 0 0,0-1 0 0 0,1 0-1 0 0,-1 1 1 0 0,1-1 0 0 0,-1 1 0 0 0,1-1 0 0 0,-1 0 0 0 0,1 1 0 0 0,-1-1 0 0 0,1 0 0 0 0,0 0 0 0 0,-1 1 0 0 0,1-1 0 0 0,0 0 0 0 0,0 0 0 0 0,-1 1 0 0 0,1-1 0 0 0,0 0 0 0 0,0 0 0 0 0,0 0 0 0 0,0 0 0 0 0,0 0 0 0 0,37 6 1045 0 0,40 15-808 0 0,113 45 1 0 0,-133-39-338 0 0,-2 3-1 0 0,-1 1 1 0 0,-1 4 0 0 0,-2 1-1 0 0,-2 2 1 0 0,76 74-1 0 0,-91-78-28 0 0,0 2 0 0 0,-3 0 0 0 0,48 70 0 0 0,-70-90 0 0 0,0 0 0 0 0,-1 0 0 0 0,-1 1 0 0 0,0 0 0 0 0,-1 0 0 0 0,-1 0 0 0 0,0 1 0 0 0,-2 0 0 0 0,1 0 0 0 0,-2 0 0 0 0,-1 0 0 0 0,0 0 0 0 0,-2 24 0 0 0,-1-26 14 0 0,0 1-1 0 0,-1-1 0 0 0,-1 1 1 0 0,0-1-1 0 0,-1 0 0 0 0,-1 0 1 0 0,0-1-1 0 0,-1 0 0 0 0,-1 0 1 0 0,0 0-1 0 0,0-1 0 0 0,-2 0 1 0 0,0-1-1 0 0,0 0 0 0 0,-1-1 1 0 0,0 0-1 0 0,-26 19 0 0 0,17-15-38 0 0,-1-1-1 0 0,-1-1 0 0 0,0 0 0 0 0,0-2 0 0 0,-2-1 1 0 0,1 0-1 0 0,-1-2 0 0 0,0-1 0 0 0,-1-1 1 0 0,0 0-1 0 0,0-2 0 0 0,0-2 0 0 0,0 0 0 0 0,-32-2 1 0 0,-85-14-2990 0 0,6-15-2067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2:06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1 229 80 0 0,'0'0'273'0'0,"0"-1"0"0"0,0 1-1 0 0,0-1 1 0 0,0 1 0 0 0,0 0 0 0 0,1-1-1 0 0,-1 1 1 0 0,0-1 0 0 0,0 1 0 0 0,0-1-1 0 0,1 1 1 0 0,-1-1 0 0 0,0 1 0 0 0,1 0-1 0 0,-1-1 1 0 0,0 1 0 0 0,1 0 0 0 0,-1-1-1 0 0,0 1 1 0 0,1 0 0 0 0,-1-1 0 0 0,1 1-1 0 0,-1 0 1 0 0,1 0 0 0 0,-1-1 0 0 0,20-3 2656 0 0,31 4-3032 0 0,-22 0 737 0 0,6-5-178 0 0,1 2 0 0 0,44 1 0 0 0,-72 2-384 0 0,78 7 515 0 0,23 10 329 0 0,22 1-178 0 0,-111-17-597 0 0,1-2 0 0 0,0 0 0 0 0,32-6 0 0 0,-30 3 31 0 0,42-2-1 0 0,-13 6-29 0 0,-4-1 14 0 0,92 11 0 0 0,-47 5 97 0 0,-75-14-253 0 0,49-1 94 0 0,-35-1-27 0 0,-30 1-69 0 0,31 4 70 0 0,21-2-55 0 0,-36-3 19 0 0,0 2 0 0 0,0 0 0 0 0,-1 1 0 0 0,32 8 0 0 0,-43-9 6 0 0,54 3 5 0 0,-38-1-43 0 0,-14-2-35 0 0,1 0 1 0 0,-1-1 0 0 0,0 0-1 0 0,1 0 1 0 0,-1 0 0 0 0,13-4-1 0 0,-3 1-45 0 0,52-14-66 0 0,-51 17 199 0 0,-4 0-40 0 0,-27 0 1 0 0,9 0 212 0 0,3-1-227 0 0,0 1-1 0 0,0 0 0 0 0,0 0 0 0 0,0-1 1 0 0,1 1-1 0 0,-1 0 0 0 0,0-1 0 0 0,0 1 1 0 0,0 0-1 0 0,0-1 0 0 0,0 1 0 0 0,0 0 1 0 0,0-1-1 0 0,0 1 0 0 0,0 0 0 0 0,0-1 1 0 0,0 1-1 0 0,-1 0 0 0 0,1 0 0 0 0,0-1 1 0 0,0 1-1 0 0,0 0 0 0 0,0-1 0 0 0,0 1 1 0 0,-1 0-1 0 0,1 0 0 0 0,0-1 0 0 0,0 1 1 0 0,0 0-1 0 0,-1 0 0 0 0,1-1 0 0 0,0 1 1 0 0,0 0-1 0 0,-1 0 0 0 0,1 0 0 0 0,0-1 1 0 0,-1 1-1 0 0,-19-8 12 0 0,1-1 0 0 0,0-1 0 0 0,1 0 0 0 0,0-2 0 0 0,-17-13 0 0 0,12 9-4 0 0,-37-30-439 0 0,40 30-129 0 0,-1 0 1 0 0,-1 1-1 0 0,0 1 0 0 0,-28-13 1 0 0,35 18-1977 0 0,4 0-2367 0 0,-8 4-338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2:07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0 960 0 0,'0'10'1361'0'0,"0"18"160"0"0,-23 19-241 0 0,23-10-799 0 0,0-5-321 0 0,-22 7 0 0 0,22-3 80 0 0,-22-2-80 0 0,22-11-80 0 0,-22-13-320 0 0,0-2-721 0 0,22-16-2880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2:09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80 0 0,'0'0'66'0'0,"0"-1"0"0"0,0 1 0 0 0,0-1-1 0 0,0 1 1 0 0,0-1 0 0 0,0 1 0 0 0,1-1 0 0 0,-1 1 0 0 0,0-1-1 0 0,0 1 1 0 0,0-1 0 0 0,0 1 0 0 0,1-1 0 0 0,-1 1 0 0 0,0 0 0 0 0,0-1-1 0 0,1 1 1 0 0,-1-1 0 0 0,0 1 0 0 0,1 0 0 0 0,-1-1 0 0 0,0 1-1 0 0,1 0 1 0 0,-1-1 0 0 0,1 1 0 0 0,-1 0 0 0 0,1-1 0 0 0,-1 1 0 0 0,1 0-1 0 0,-1 0 1 0 0,1 0 0 0 0,-1 0 0 0 0,1-1 0 0 0,-1 1 0 0 0,1 0-1 0 0,-1 0 1 0 0,1 0 0 0 0,-1 0 0 0 0,1 0 0 0 0,-1 0 0 0 0,1 0 0 0 0,0 1-1 0 0,1-1 55 0 0,0 0 0 0 0,0 1 0 0 0,1 0-1 0 0,-1-1 1 0 0,0 1 0 0 0,0 0 0 0 0,0 0-1 0 0,-1 0 1 0 0,1 0 0 0 0,3 3 0 0 0,0 0 33 0 0,-1-1 0 0 0,-1 1 1 0 0,1 0-1 0 0,0 0 1 0 0,-1 0-1 0 0,0 1 0 0 0,0-1 1 0 0,0 1-1 0 0,-1 0 1 0 0,1 0-1 0 0,-1 0 0 0 0,0 0 1 0 0,2 9-1 0 0,-4-10-59 0 0,0-27-188 0 0,0 14 107 0 0,0 19 161 0 0,0-4-128 0 0,1-1 0 0 0,0 1 1 0 0,0-1-1 0 0,0 0 0 0 0,1 1 0 0 0,-1-1 1 0 0,4 6-1 0 0,-3-8-23 0 0,-1 1 0 0 0,1-1 0 0 0,-1 1 1 0 0,1-1-1 0 0,-1 1 0 0 0,-1 0 0 0 0,1-1 0 0 0,0 1 0 0 0,-1 0 1 0 0,0 0-1 0 0,0 0 0 0 0,0-1 0 0 0,0 1 0 0 0,-1 0 1 0 0,1 0-1 0 0,-1 0 0 0 0,-2 5 0 0 0,-5 5 75 0 0,7-12-91 0 0,0-1-1 0 0,0 1 0 0 0,0 0 1 0 0,0 0-1 0 0,0-1 0 0 0,0 1 1 0 0,0 0-1 0 0,1 0 0 0 0,-1 0 0 0 0,1 0 1 0 0,-1 0-1 0 0,1 0 0 0 0,0 3 1 0 0,0 51 126 0 0,0-57-139 0 0,1 1-1 0 0,0-1 1 0 0,-1 0-1 0 0,1 1 1 0 0,0-1 0 0 0,-1 0-1 0 0,1 1 1 0 0,0-1-1 0 0,0 1 1 0 0,0-1-1 0 0,-1 1 1 0 0,1-1 0 0 0,0 1-1 0 0,0 0 1 0 0,0 0-1 0 0,0-1 1 0 0,0 1-1 0 0,0 0 1 0 0,1 0 0 0 0,-1-1-13 0 0,3-3-61 0 0,-4 0 0 0 0,4 4 14 0 0,11 0 39 0 0,-15 0 26 0 0,0 0 0 0 0,0 0 0 0 0,0 0 0 0 0,0 0 0 0 0,1 0 0 0 0,-1 0 0 0 0,0 0 0 0 0,0 0 0 0 0,0 0 0 0 0,0 0 0 0 0,1 0 0 0 0,-1 1 0 0 0,0-1 0 0 0,0 0 0 0 0,0 0 0 0 0,0 0 0 0 0,1 0 0 0 0,-1 0 0 0 0,0 0 0 0 0,0 1 0 0 0,0-1 0 0 0,0 0 0 0 0,0 0 0 0 0,0 0 0 0 0,0 0 0 0 0,0 1 1 0 0,0-1-1 0 0,1 0 0 0 0,-1 0 0 0 0,0 0 0 0 0,0 1 0 0 0,0-1 0 0 0,0 0 0 0 0,0 0 0 0 0,0 0 0 0 0,0 0 0 0 0,0 1 0 0 0,0-1 0 0 0,0 0 0 0 0,0 0 0 0 0,-1 0 0 0 0,1 1 0 0 0,0-1 0 0 0,0 0 0 0 0,0 0 0 0 0,0 0 0 0 0,0 0 0 0 0,0 1 0 0 0,0-1 0 0 0,0 0 0 0 0,0 0 0 0 0,-1 0 0 0 0,1 0 0 0 0,0 0 0 0 0,0 1 0 0 0,0-1 0 0 0,0 0 0 0 0,-1 0 0 0 0,1 0 0 0 0,0 0 0 0 0,0 0 0 0 0,0 0 0 0 0,0 0 0 0 0,-1 0 0 0 0,1 0 0 0 0,0 0 0 0 0,0 0 0 0 0,-2 1 5 0 0,1-1-5 0 0,0 0 1 0 0,0 0-1 0 0,0 0 0 0 0,0 0 0 0 0,0 1 0 0 0,1-1 0 0 0,-1 0 0 0 0,0 1 0 0 0,0-1 1 0 0,0 0-1 0 0,0 1 0 0 0,0-1 0 0 0,1 1 0 0 0,-1-1 0 0 0,0 1 0 0 0,1 0 1 0 0,-1-1-1 0 0,0 1 0 0 0,0 0 0 0 0,-18 0-853 0 0,-1-4-1468 0 0,15 1 1723 0 0,-18-7-1776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2:09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1 118 400 0 0,'222'-89'2882'0'0,"-93"60"-4723"0"0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2:16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1085 320 0 0,'1'-1'346'0'0,"-1"-1"0"0"0,0 1 0 0 0,0 0 0 0 0,0 0 0 0 0,0 0 0 0 0,-1 0 0 0 0,1 0 0 0 0,0 0 0 0 0,0 0 0 0 0,0 0 0 0 0,-1 0 0 0 0,1 0 0 0 0,-1 0-1 0 0,1 0 1 0 0,-1 0 0 0 0,0-1 0 0 0,0 2-306 0 0,0-1 1 0 0,-1 0-1 0 0,1 1 0 0 0,0-1 0 0 0,-1 1 0 0 0,1 0 0 0 0,0-1 0 0 0,-1 1 0 0 0,1 0 1 0 0,0 0-1 0 0,-1 0 0 0 0,1 0 0 0 0,-1 0 0 0 0,-1 0 0 0 0,-12-3 127 0 0,12-19 160 0 0,3 22-322 0 0,0-1 1 0 0,0 0 0 0 0,0 0-1 0 0,-1 1 1 0 0,1-1 0 0 0,0 0-1 0 0,0 1 1 0 0,-1-1-1 0 0,1 0 1 0 0,0 1 0 0 0,-1-1-1 0 0,1 0 1 0 0,-1 1 0 0 0,1-1-1 0 0,-1 1 1 0 0,1-1 0 0 0,-1 1-1 0 0,1-1 1 0 0,-1 1 0 0 0,1-1-1 0 0,-1 1 1 0 0,-1-1-1 0 0,1 0 3 0 0,1 1 0 0 0,-1-1 0 0 0,0 1 0 0 0,0-1 0 0 0,0 0 0 0 0,1 1 0 0 0,-1-1 0 0 0,0 0 0 0 0,0 0 0 0 0,1 0 0 0 0,-1 0 0 0 0,1 1 0 0 0,-1-1-1 0 0,1 0 1 0 0,-1 0 0 0 0,1 0 0 0 0,0 0 0 0 0,-1 0 0 0 0,1 0 0 0 0,0 0 0 0 0,0 0 0 0 0,0 0 0 0 0,0-2 0 0 0,0-10 65 0 0,-1 6-37 0 0,1-1 1 0 0,0 0-1 0 0,0 1 1 0 0,1-1-1 0 0,0 0 0 0 0,0 1 1 0 0,1-1-1 0 0,0 1 1 0 0,0 0-1 0 0,1-1 1 0 0,-1 1-1 0 0,7-10 1 0 0,25-45 47 0 0,-23 40-37 0 0,1 0 1 0 0,20-27 0 0 0,9-13-102 0 0,-40 59 50 0 0,0 0-1 0 0,0 0 1 0 0,-1 0 0 0 0,1 0-1 0 0,-1 0 1 0 0,1 0 0 0 0,-1 0 0 0 0,0 0-1 0 0,0 0 1 0 0,0 0 0 0 0,-1-4-1 0 0,0-5 57 0 0,-1 10-35 0 0,-1 0 0 0 0,1 0 0 0 0,-1 1 0 0 0,0-1 0 0 0,0 1 0 0 0,0-1 0 0 0,0 1 0 0 0,0 0 0 0 0,-6-1 0 0 0,3-1 40 0 0,4 3-56 0 0,0-1 0 0 0,0 0 0 0 0,0 0 0 0 0,0 0 0 0 0,0 0 0 0 0,0 0 0 0 0,1 0 0 0 0,-1 0-1 0 0,0-1 1 0 0,1 1 0 0 0,-1-1 0 0 0,1 1 0 0 0,-2-4 0 0 0,2 4-3 0 0,1 0-1 0 0,-1-1 0 0 0,1 1 1 0 0,-1 0-1 0 0,0-1 0 0 0,1 1 0 0 0,-1 0 1 0 0,0 0-1 0 0,0 0 0 0 0,0 0 1 0 0,0 0-1 0 0,0 0 0 0 0,0 0 1 0 0,0 0-1 0 0,0 0 0 0 0,0 0 1 0 0,-1 1-1 0 0,1-1 0 0 0,0 0 1 0 0,-3 0-1 0 0,3 0 4 0 0,0 1 1 0 0,-1-1-1 0 0,1 0 0 0 0,-1 1 1 0 0,1-1-1 0 0,0 0 0 0 0,0 0 1 0 0,-1 0-1 0 0,1 0 0 0 0,0 0 1 0 0,0 0-1 0 0,0 0 0 0 0,0-1 1 0 0,0 1-1 0 0,0 0 0 0 0,1-1 1 0 0,-1 1-1 0 0,0 0 1 0 0,1-1-1 0 0,-1 1 0 0 0,0-3 1 0 0,1 3-2 0 0,0 0 1 0 0,0 0 0 0 0,0-1 0 0 0,-1 1-1 0 0,1 0 1 0 0,0 0 0 0 0,-1-1 0 0 0,1 1-1 0 0,-1 0 1 0 0,1 0 0 0 0,-1 0 0 0 0,1 0-1 0 0,-1 0 1 0 0,0 0 0 0 0,0 0 0 0 0,0 0-1 0 0,-1-2 1 0 0,1 2 0 0 0,0 0 0 0 0,0 0-1 0 0,0 0 1 0 0,0-1 0 0 0,0 1 0 0 0,0 0-1 0 0,0-1 1 0 0,0 1 0 0 0,1-1-1 0 0,-1 1 1 0 0,1-1 0 0 0,-1 1 0 0 0,1-1-1 0 0,0 1 1 0 0,-1-1 0 0 0,1 0 0 0 0,0-3-1 0 0,0-79 294 0 0,2 78-285 0 0,1 0 0 0 0,0 0 1 0 0,0 0-1 0 0,1 1 0 0 0,-1-1 1 0 0,1 1-1 0 0,0 0 0 0 0,0 0 1 0 0,7-5-1 0 0,-5 4 7 0 0,1-1 0 0 0,0 1 0 0 0,0 0 0 0 0,10-6 0 0 0,-17 12-16 0 0,1 0 0 0 0,-1 0 0 0 0,0 0 0 0 0,0 0 0 0 0,1 0 0 0 0,-1 0 0 0 0,0 0-1 0 0,0 0 1 0 0,0-1 0 0 0,1 1 0 0 0,-1 0 0 0 0,0 0 0 0 0,0 0 0 0 0,0 0 0 0 0,1-1 0 0 0,-1 1 0 0 0,0 0 0 0 0,0 0-1 0 0,0-1 1 0 0,0 1 0 0 0,0 0 0 0 0,0 0 0 0 0,0 0 0 0 0,1-1 0 0 0,-1 1 0 0 0,0 0 0 0 0,0 0 0 0 0,0-1 0 0 0,0 1-1 0 0,0 0 1 0 0,0 0 0 0 0,0-1 0 0 0,0 1 0 0 0,0 0 0 0 0,0 0 0 0 0,0-1 0 0 0,0 1 0 0 0,-1-1 0 0 0,1-9 163 0 0,0 9-83 0 0,-4 0-13 0 0,3 1-61 0 0,-1 0 0 0 0,1 0 0 0 0,0-1 0 0 0,0 1-1 0 0,-1-1 1 0 0,1 1 0 0 0,0-1 0 0 0,0 1 0 0 0,0-1 0 0 0,-1 0 0 0 0,1 1 0 0 0,0-1 0 0 0,0 0 0 0 0,0 0-1 0 0,-1-1 1 0 0,2-9 8 0 0,2 8 38 0 0,-2 1-49 0 0,0 1 1 0 0,0 0-1 0 0,0 0 0 0 0,0-1 1 0 0,1 1-1 0 0,-1 0 1 0 0,0 0-1 0 0,1 0 0 0 0,-1 0 1 0 0,1 0-1 0 0,0-1 0 0 0,-1 1 1 0 0,1 0-1 0 0,0 0 1 0 0,0 0-1 0 0,-1 1 0 0 0,3-3 1 0 0,-2 2 6 0 0,0 0 0 0 0,0 0 0 0 0,0 0-1 0 0,0-1 1 0 0,0 1 0 0 0,0 0 0 0 0,0-1 0 0 0,-1 1 0 0 0,1-1 0 0 0,0 1 0 0 0,-1-1 0 0 0,1 0 0 0 0,-1 1 0 0 0,0-1 0 0 0,1 1 0 0 0,-1-1 0 0 0,0-3 0 0 0,0 4-7 0 0,0 0 0 0 0,0 0 0 0 0,0 0-1 0 0,0 0 1 0 0,1 0 0 0 0,-1 0 0 0 0,0 0-1 0 0,0 0 1 0 0,1 0 0 0 0,-1 1 0 0 0,1-1 0 0 0,-1 0-1 0 0,1 0 1 0 0,-1 0 0 0 0,1 0 0 0 0,0 1 0 0 0,-1-1-1 0 0,1 0 1 0 0,0 0 0 0 0,1 0 0 0 0,-1 0-1 0 0,0 0 0 0 0,0 0 1 0 0,0 0-1 0 0,0 0 0 0 0,0 0 0 0 0,-1 0 1 0 0,1 0-1 0 0,0 0 0 0 0,0 0 1 0 0,-1-1-1 0 0,1 1 0 0 0,-1 0 1 0 0,1-1-1 0 0,-1 1 0 0 0,0 0 0 0 0,1 0 1 0 0,-1-1-1 0 0,0 1 0 0 0,0-1 1 0 0,0-1-1 0 0,0-30 211 0 0,0 32-212 0 0,0 1-1 0 0,0 0 1 0 0,0-1-1 0 0,0 1 1 0 0,-1 0 0 0 0,1-1-1 0 0,0 1 1 0 0,0 0-1 0 0,0-1 1 0 0,-1 1-1 0 0,1 0 1 0 0,0-1-1 0 0,0 1 1 0 0,-1 0-1 0 0,1 0 1 0 0,0-1 0 0 0,-1 1-1 0 0,1 0 1 0 0,0 0-1 0 0,-1 0 1 0 0,1-1-1 0 0,0 1 1 0 0,-1 0-1 0 0,1 0 1 0 0,0 0-1 0 0,-1 0 1 0 0,1 0 0 0 0,0 0-1 0 0,-1 0 1 0 0,0 0-1 0 0,0-1 0 0 0,1 1-1 0 0,-1 0 1 0 0,0 0 0 0 0,1 0 0 0 0,-1-1 0 0 0,0 1 0 0 0,1 0 0 0 0,-1 0 0 0 0,1-1 0 0 0,-1 1 0 0 0,1-1-1 0 0,-1 1 1 0 0,1 0 0 0 0,-1-1 0 0 0,1 1 0 0 0,-1-1 0 0 0,1 1 0 0 0,-1-1 0 0 0,1 1 0 0 0,0-1 0 0 0,-1 0 0 0 0,1 1-1 0 0,0-1 1 0 0,0 1 0 0 0,-1-1 0 0 0,1 0 0 0 0,0 1 0 0 0,0-1 0 0 0,0 0 0 0 0,0 1 0 0 0,0-2 0 0 0,0 0 3 0 0,0 1-1 0 0,0 0 1 0 0,0 0 0 0 0,0-1 0 0 0,-1 1 0 0 0,1 0 0 0 0,0 0 0 0 0,-1 0 0 0 0,1-1 0 0 0,0 1 0 0 0,-1 0 0 0 0,0 0 0 0 0,1 0 0 0 0,-1 0 0 0 0,0 0-1 0 0,1 0 1 0 0,-1 0 0 0 0,0 0 0 0 0,0 0 0 0 0,-1-1 0 0 0,1 1 1 0 0,0 0 0 0 0,0 0 0 0 0,0 0 0 0 0,0 0 0 0 0,0 0 0 0 0,1 0 0 0 0,-1 0 1 0 0,0 0-1 0 0,1-1 0 0 0,-1 1 0 0 0,1 0 0 0 0,-1-1 0 0 0,1 1 0 0 0,-1 0 0 0 0,1-1 0 0 0,0 1 0 0 0,0 0 0 0 0,0-1 0 0 0,-1 1 0 0 0,2-2 0 0 0,-5-2 23 0 0,-16-5 44 0 0,20 2-69 0 0,1-2 58 0 0,-1 10-71 0 0,-1-1 0 0 0,1 0 0 0 0,-1 1-1 0 0,0-1 1 0 0,1 1 0 0 0,-1-1 0 0 0,0 1 0 0 0,1-1-1 0 0,-1 1 1 0 0,0-1 0 0 0,0 1 0 0 0,1 0-1 0 0,-1-1 1 0 0,0 1 0 0 0,0 0 0 0 0,0 0-1 0 0,0-1 1 0 0,1 1 0 0 0,-1 0 0 0 0,0 0-1 0 0,-2 0 1 0 0,3 0-22 0 0,-10-2-4065 0 0,9 2 4006 0 0,1-1 1 0 0,-1 1-1 0 0,1 0 0 0 0,0 0 0 0 0,-1 0 0 0 0,1 0 1 0 0,-1 0-1 0 0,1 0 0 0 0,-1 0 0 0 0,1 0 1 0 0,-1 0-1 0 0,1 0 0 0 0,0 0 0 0 0,-1 0 0 0 0,1 0 1 0 0,-1 0-1 0 0,1 0 0 0 0,-1 1 0 0 0,1-1 0 0 0,0 0 1 0 0,-1 0-1 0 0,1 0 0 0 0,-1 1 0 0 0,1-1 1 0 0,0 0-1 0 0,-1 1 0 0 0,-3 7-3043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2:16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32 1601 0 0,'3'-14'3243'0'0,"8"6"-2511"0"0,-6 6-492 0 0,-2-3 102 0 0,1 2 463 0 0,-3 3-801 0 0,-1 0 1 0 0,0 0-1 0 0,0 0 0 0 0,1 0 0 0 0,-1 0 0 0 0,0 0 0 0 0,0 0 0 0 0,1 0 1 0 0,-1 0-1 0 0,0 0 0 0 0,0 0 0 0 0,1 0 0 0 0,-1 0 0 0 0,0 1 1 0 0,0-1-1 0 0,1 0 0 0 0,-1 0 0 0 0,0 0 0 0 0,0 0 0 0 0,0 0 1 0 0,1 1-1 0 0,-1-1 0 0 0,0 0 0 0 0,0 0 0 0 0,0 0 0 0 0,1 1 1 0 0,-1-1-1 0 0,0 0 0 0 0,0 0 0 0 0,0 0 0 0 0,0 1 0 0 0,0-1 0 0 0,0 0 1 0 0,0 0-1 0 0,1 1 0 0 0,-1-1 0 0 0,0 0 0 0 0,0 0 0 0 0,0 1 1 0 0,0-1-1 0 0,0 0 0 0 0,0 0 0 0 0,0 1 0 0 0,0-1 0 0 0,0 0 1 0 0,-1 1-1 0 0,-10 14 166 0 0,-11 15 24 0 0,9-8-85 0 0,0 0 0 0 0,-2-2 0 0 0,-33 37-1 0 0,30-37-100 0 0,0 1 0 0 0,2 0 0 0 0,-20 35 0 0 0,18-28-57 0 0,14-25-33 0 0,1 1 1 0 0,1 0-1 0 0,-1 0 0 0 0,1 0 1 0 0,-1 0-1 0 0,1 1 1 0 0,0-1-1 0 0,0 1 0 0 0,1-1 1 0 0,-2 7-1 0 0,3-11 50 0 0,0 0-1 0 0,0 0 1 0 0,0 0-1 0 0,0 0 0 0 0,0 0 1 0 0,0-1-1 0 0,0 1 1 0 0,0 0-1 0 0,1 0 1 0 0,-1 0-1 0 0,0 0 1 0 0,0 0-1 0 0,0 0 0 0 0,0 0 1 0 0,0 0-1 0 0,0 0 1 0 0,0 0-1 0 0,0 0 1 0 0,0 0-1 0 0,0 0 1 0 0,0 0-1 0 0,0 0 0 0 0,1 0 1 0 0,-1 0-1 0 0,0 0 1 0 0,0 0-1 0 0,0 0 1 0 0,0 0-1 0 0,0 0 1 0 0,0 0-1 0 0,0 0 0 0 0,0 0 1 0 0,0 0-1 0 0,0 0 1 0 0,0 0-1 0 0,1 0 1 0 0,-1 0-1 0 0,0 0 0 0 0,0 0 1 0 0,0 0-1 0 0,0 0 1 0 0,0 0-1 0 0,0 0 1 0 0,0 0-1 0 0,0 0 1 0 0,0 0-1 0 0,0 0 0 0 0,0 0 1 0 0,0 0-1 0 0,1 0 1 0 0,-1 0-1 0 0,0 0 1 0 0,0 1-1 0 0,0-1 1 0 0,0 0-1 0 0,0 0 0 0 0,0 0 1 0 0,0 0-1 0 0,18-12-4289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2:18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36 1040 0 0,'0'-8'1337'0'0,"2"-14"1449"0"0,-2 21-2774 0 0,1 1 0 0 0,-1-1 0 0 0,0 1 0 0 0,1 0 0 0 0,-1-1 0 0 0,1 1 0 0 0,-1 0 0 0 0,1-1 0 0 0,-1 1 0 0 0,1 0 0 0 0,-1 0 0 0 0,1-1 0 0 0,-1 1 0 0 0,1 0 0 0 0,-1 0 0 0 0,1 0 0 0 0,-1 0 0 0 0,1 0 1 0 0,0 0-1 0 0,-1 0 0 0 0,1 0 0 0 0,-1 0 0 0 0,1 0 0 0 0,-1 0 0 0 0,1 0 0 0 0,-1 0 0 0 0,1 1 0 0 0,-1-1 0 0 0,1 0 0 0 0,0 1 0 0 0,5 4 59 0 0,-4-1-62 0 0,36 16 197 0 0,-29-17-152 0 0,-1 1 0 0 0,0 1 1 0 0,0 0-1 0 0,0 0 0 0 0,-1 0 1 0 0,0 1-1 0 0,10 9 0 0 0,6 6 145 0 0,30 23 1 0 0,19 16 242 0 0,-61-49-425 0 0,-2 0 1 0 0,1 0 0 0 0,-1 1 0 0 0,-1 0 0 0 0,8 14-1 0 0,-15-23-11 0 0,0-1-1 0 0,1 1 1 0 0,-1-1-1 0 0,0 0 1 0 0,1 0-1 0 0,0 1 1 0 0,-1-1 0 0 0,1-1-1 0 0,0 1 1 0 0,3 3-1 0 0,-3-3 1 0 0,-2-3-2 0 0,0 1 0 0 0,0 0 0 0 0,-1 0 0 0 0,1 0 0 0 0,0 0 0 0 0,0 0 0 0 0,0 0 0 0 0,-1 0 0 0 0,1 0 0 0 0,0 0 0 0 0,0 0-1 0 0,-1 1 1 0 0,1-1 0 0 0,0 0 0 0 0,0 0 0 0 0,-1 0 0 0 0,1 0 0 0 0,0 0 0 0 0,0 0 0 0 0,0 0 0 0 0,-1 0 0 0 0,1 1 0 0 0,0-1 0 0 0,0 0 0 0 0,0 0 0 0 0,0 0 0 0 0,-1 1 0 0 0,1-1 0 0 0,0 0 0 0 0,0 0 0 0 0,0 0 0 0 0,0 1 0 0 0,0-1-1 0 0,0 0 1 0 0,-1 0 0 0 0,1 1 0 0 0,0-1 0 0 0,0 0 0 0 0,0 0 0 0 0,0 0 0 0 0,0 1 0 0 0,0-1 0 0 0,0 0 0 0 0,0 0 0 0 0,0 1 0 0 0,0-1 0 0 0,0 0 0 0 0,0 0 0 0 0,1 1 0 0 0,-1-1 0 0 0,0 0 0 0 0,0 0 0 0 0,0 1 0 0 0,0-1 0 0 0,0 0-1 0 0,0 0 1 0 0,0 0 0 0 0,1 1 0 0 0,-1-1 0 0 0,0 0 0 0 0,0 0 0 0 0,0 0 0 0 0,1 0 0 0 0,-1 1 0 0 0,0-1 0 0 0,0 0 0 0 0,0 0 0 0 0,1 0 0 0 0,-2 0 5 0 0,1 0-1 0 0,-1 0 1 0 0,1 0-1 0 0,-1 0 1 0 0,1 0-1 0 0,-1 0 1 0 0,1 0 0 0 0,-1 0-1 0 0,0 0 1 0 0,1 0-1 0 0,-1 0 1 0 0,1 0 0 0 0,-1-1-1 0 0,1 1 1 0 0,-1 0-1 0 0,1 0 1 0 0,-1-1 0 0 0,1 1-1 0 0,0 0 1 0 0,-1-1-1 0 0,1 1 1 0 0,-1 0 0 0 0,1-1-1 0 0,0 1 1 0 0,-1-1-1 0 0,1 1 1 0 0,0 0-1 0 0,-1-1 1 0 0,1 1 0 0 0,0-1-1 0 0,0 1 1 0 0,-1-1-1 0 0,1 1 1 0 0,0-2 0 0 0,0 1 3 0 0,-1 1 1 0 0,1-1 0 0 0,-1 0 0 0 0,1 0 0 0 0,-1 0-1 0 0,1 1 1 0 0,-1-1 0 0 0,1 0 0 0 0,-1 0 0 0 0,1 1-1 0 0,-1-1 1 0 0,0 1 0 0 0,0-1 0 0 0,1 1 0 0 0,-1-1-1 0 0,0 1 1 0 0,0-1 0 0 0,0 1 0 0 0,1 0 0 0 0,-3-1-1 0 0,-1-1 53 0 0,-3-4 16 0 0,0 0 0 0 0,0 1 0 0 0,-1 0 0 0 0,0 0 0 0 0,0 1 0 0 0,0 0-1 0 0,-1 0 1 0 0,0 1 0 0 0,1 0 0 0 0,-1 1 0 0 0,0 0 0 0 0,-13-1 0 0 0,-17-1 359 0 0,-61 1 1 0 0,55 2 14 0 0,-136-4 2066 0 0,177 5-2361 0 0,18 1-196 0 0,-2-2-61 0 0,126-8-1133 0 0,-80 4 859 0 0,43-5-186 0 0,83-3-367 0 0,-210 22 1151 0 0,-48 2 88 0 0,-21 4 234 0 0,-169 5 1 0 0,318-24-985 0 0,-1-3 0 0 0,53-14 0 0 0,-104 20 379 0 0,29-9-1565 0 0,-30 10 1434 0 0,0-1 0 0 0,0 1 0 0 0,0-1 0 0 0,-1 0 0 0 0,1 1 0 0 0,0-1 0 0 0,0 0 0 0 0,-1 0 0 0 0,1 0 0 0 0,0 0 0 0 0,-1 1 0 0 0,1-1 0 0 0,-1 0 0 0 0,1 0 0 0 0,-1 0 0 0 0,1 0 0 0 0,-1 0 0 0 0,0 0 0 0 0,0 0 0 0 0,1-1 0 0 0,-1 1 0 0 0,0 0 0 0 0,0-1 0 0 0,0-16-2894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2:47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1409 972 960 0 0,'0'-1'178'0'0,"1"0"0"0"0,-1 0 1 0 0,0 0-1 0 0,0 0 0 0 0,0 0 0 0 0,0 0 0 0 0,-1 0 0 0 0,1 0 0 0 0,0 0 0 0 0,0 0 0 0 0,0 0 0 0 0,-1 0 0 0 0,1 0 0 0 0,-1 0 0 0 0,1 1 0 0 0,-1-1 0 0 0,1 0 0 0 0,-1 0 0 0 0,1 0 0 0 0,-1 0 0 0 0,1 1 0 0 0,-1-1 0 0 0,0 0 0 0 0,0 1 0 0 0,1-1 0 0 0,-1 0 0 0 0,0 1 0 0 0,0-1 0 0 0,0 1 0 0 0,0-1 0 0 0,-1 1 0 0 0,-1-1-103 0 0,-1 1 0 0 0,0 0 0 0 0,1 0-1 0 0,-1 0 1 0 0,0 0 0 0 0,0 1 0 0 0,-4 0 0 0 0,4 0 28 0 0,-1 0 1 0 0,1 0-1 0 0,0-1 1 0 0,-1 0-1 0 0,1 1 1 0 0,-1-2-1 0 0,-4 0 1 0 0,-9 2 229 0 0,17-1-315 0 0,-1 0-1 0 0,1 0 1 0 0,0-1-1 0 0,0 1 1 0 0,-1 0 0 0 0,1-1-1 0 0,0 1 1 0 0,0-1-1 0 0,0 1 1 0 0,0-1 0 0 0,0 1-1 0 0,0-1 1 0 0,0 0-1 0 0,0 0 1 0 0,0 1-1 0 0,0-1 1 0 0,0 0 0 0 0,0 0-1 0 0,-1-2 1 0 0,-1-23 110 0 0,3 26-126 0 0,0 0 0 0 0,0-1 0 0 0,0 1 0 0 0,0 0 0 0 0,-1-1-1 0 0,1 1 1 0 0,0 0 0 0 0,0 0 0 0 0,0-1 0 0 0,0 1 0 0 0,-1 0 0 0 0,1-1-1 0 0,0 1 1 0 0,0 0 0 0 0,0 0 0 0 0,-1-1 0 0 0,1 1 0 0 0,0 0-1 0 0,0 0 1 0 0,-1 0 0 0 0,1 0 0 0 0,0-1 0 0 0,-1 1 0 0 0,1 0 0 0 0,0 0-1 0 0,0 0 1 0 0,-1 0 0 0 0,1 0 0 0 0,0 0 0 0 0,-1 0 0 0 0,1 0-1 0 0,0 0 1 0 0,-1 0 0 0 0,1 0 0 0 0,0 0 0 0 0,-1 0 0 0 0,1 0 0 0 0,-1 0-1 0 0,1 0 1 0 0,-1 0 0 0 0,1 0 0 0 0,-1 0 0 0 0,1 0 0 0 0,-1 0 0 0 0,1 0 0 0 0,-1-1 0 0 0,1 1 0 0 0,-1 0 0 0 0,1 0 0 0 0,-1 0-1 0 0,1 0 1 0 0,-1-1 0 0 0,1 1 0 0 0,0 0 0 0 0,-1-1 0 0 0,1 1 0 0 0,-1 0 0 0 0,1-1 0 0 0,0 1 0 0 0,-1 0 0 0 0,1-1-1 0 0,0 1 1 0 0,-1 0 0 0 0,1-1 0 0 0,0 1 0 0 0,0-1 0 0 0,-1 1 0 0 0,1-1 0 0 0,0 1 0 0 0,0-1 0 0 0,0 1 0 0 0,0-1 0 0 0,0 1-1 0 0,0-1 1 0 0,0 1 0 0 0,0-1 0 0 0,0 0 0 0 0,0 1 0 0 0,0-1 0 0 0,0 0 0 0 0,0 1 1 0 0,0-1-1 0 0,0 1 0 0 0,0-1 0 0 0,-1 0 0 0 0,1 1 0 0 0,0-1 0 0 0,0 1 0 0 0,0-1 0 0 0,-1 1 0 0 0,1-1 0 0 0,0 0 1 0 0,0 1-1 0 0,-1-1 0 0 0,1 1 0 0 0,0 0 0 0 0,-1-1 0 0 0,1 1 0 0 0,-1-1 0 0 0,1 1 0 0 0,-1-1 0 0 0,1 1 1 0 0,-1 0-1 0 0,1 0 0 0 0,-1-1 0 0 0,1 1 0 0 0,-1 0 0 0 0,1 0 0 0 0,-1-1 0 0 0,1 1 0 0 0,-1 0 0 0 0,0 0 1 0 0,0 0-1 0 0,1 0 0 0 0,-1 0 0 0 0,1 0 0 0 0,-1-1 0 0 0,1 1 0 0 0,-1 0 1 0 0,1 0-1 0 0,-1 0 0 0 0,1 0 0 0 0,0-1 0 0 0,-1 1 0 0 0,1 0 1 0 0,-1-1-1 0 0,1 1 0 0 0,0 0 0 0 0,-1 0 0 0 0,1-1 0 0 0,0 1 1 0 0,0-1-1 0 0,-1 1 0 0 0,1 0 0 0 0,0-1 0 0 0,0 1 0 0 0,-1-1 0 0 0,1 1 1 0 0,0 0-1 0 0,0-1 0 0 0,0 1 0 0 0,0-1 0 0 0,0 1 0 0 0,-1-1 1 0 0,1 1-1 0 0,0-2 0 0 0,0 2-2 0 0,0 0 1 0 0,0-1-1 0 0,0 1 0 0 0,0 0 1 0 0,0-1-1 0 0,0 1 0 0 0,0 0 1 0 0,-1-1-1 0 0,1 1 0 0 0,0 0 1 0 0,0-1-1 0 0,-1 1 0 0 0,1 0 1 0 0,0-1-1 0 0,0 1 0 0 0,-1 0 1 0 0,1 0-1 0 0,0-1 1 0 0,-1 1-1 0 0,1 0 0 0 0,0 0 1 0 0,-1 0-1 0 0,1-1 0 0 0,0 1 1 0 0,-1 0-1 0 0,1 0 0 0 0,0 0 1 0 0,-1 0-1 0 0,1 0 0 0 0,0 0 1 0 0,-1 0-1 0 0,1 0 0 0 0,-1 0 1 0 0,1 0-1 0 0,0 0 0 0 0,-1 0 1 0 0,0 0 1 0 0,1 0-1 0 0,-1 0 1 0 0,1 0 0 0 0,0 0 0 0 0,-1 0-1 0 0,1 0 1 0 0,-1 0 0 0 0,1 0 0 0 0,0 0-1 0 0,-1 0 1 0 0,1 0 0 0 0,-1 0 0 0 0,1 0 0 0 0,0-1-1 0 0,-1 1 1 0 0,1 0 0 0 0,0 0 0 0 0,-1 0-1 0 0,1-1 1 0 0,0 1 0 0 0,-1 0 0 0 0,1 0-1 0 0,0-1 1 0 0,-1 1 0 0 0,1 0 0 0 0,0-1-1 0 0,0 1 1 0 0,-1 0 0 0 0,1-1 0 0 0,0 1 0 0 0,0 0-1 0 0,0-1 1 0 0,0 1 0 0 0,0 0 0 0 0,-1-1-1 0 0,1 1 1 0 0,0-1 0 0 0,0 0 5 0 0,-1 0 1 0 0,1-1-1 0 0,-1 1 1 0 0,0 0-1 0 0,1 0 1 0 0,-1 0-1 0 0,0 0 1 0 0,0 0-1 0 0,0 0 1 0 0,0 0-1 0 0,0 0 1 0 0,0 1-1 0 0,0-1 1 0 0,0 0-1 0 0,0 0 1 0 0,0 1-1 0 0,-2-2 1 0 0,-27-12 146 0 0,19 9-110 0 0,-15-14 183 0 0,25 18-223 0 0,1 0-1 0 0,-1-1 1 0 0,1 1-1 0 0,-1 0 1 0 0,1 0 0 0 0,-1 0-1 0 0,0-1 1 0 0,0 1-1 0 0,1 0 1 0 0,-1 0-1 0 0,0 0 1 0 0,0 0 0 0 0,0 0-1 0 0,0 1 1 0 0,0-1-1 0 0,-1 0 1 0 0,1 0-1 0 0,0 1 1 0 0,0-1 0 0 0,0 1-1 0 0,-2-1 1 0 0,1 0-1 0 0,1 1 1 0 0,-1-1-1 0 0,1 0 1 0 0,0 1-1 0 0,0-1 1 0 0,-1 0-1 0 0,1 0 1 0 0,0 0 0 0 0,0 0-1 0 0,0 0 1 0 0,0 0-1 0 0,0 0 1 0 0,0 0-1 0 0,0 0 1 0 0,0-1-1 0 0,0 1 1 0 0,0 0 0 0 0,1 0-1 0 0,-1-1 1 0 0,1 1-1 0 0,-1-1 1 0 0,0-1-1 0 0,1 3-2 0 0,0-1-1 0 0,0 1 1 0 0,0-1-1 0 0,0 0 1 0 0,0 1-1 0 0,0-1 0 0 0,0 1 1 0 0,0-1-1 0 0,-1 1 1 0 0,1-1-1 0 0,0 1 1 0 0,0-1-1 0 0,-1 1 1 0 0,1-1-1 0 0,0 1 0 0 0,-1-1 1 0 0,1 1-1 0 0,0-1 1 0 0,-1 1-1 0 0,1 0 1 0 0,-1-1-1 0 0,1 1 1 0 0,-1 0-1 0 0,1-1 1 0 0,-1 1-1 0 0,1 0 0 0 0,-1 0 1 0 0,1-1-1 0 0,-1 1 1 0 0,1 0-1 0 0,-2 0 1 0 0,2 0-1 0 0,-1-1 0 0 0,1 1 0 0 0,-1 0 0 0 0,0 0 0 0 0,1 0 0 0 0,-1-1-1 0 0,1 1 1 0 0,-1 0 0 0 0,1 0 0 0 0,-1-1 0 0 0,1 1 0 0 0,0 0 0 0 0,-1-1 0 0 0,1 1 0 0 0,-1-1 0 0 0,1 1 0 0 0,0-1 0 0 0,-1 1 0 0 0,1 0 0 0 0,0-1 0 0 0,-1 1 0 0 0,1-1 0 0 0,0 1 0 0 0,0-1 0 0 0,0 0 0 0 0,-1 1 0 0 0,1-1 0 0 0,0 1 0 0 0,0-1 0 0 0,0 1 0 0 0,0-2 0 0 0,0 1-1 0 0,0 1 1 0 0,0-1 0 0 0,0 1 0 0 0,0-1 0 0 0,0 0 0 0 0,-1 1 0 0 0,1-1 0 0 0,0 1 0 0 0,0-1 0 0 0,0 0-1 0 0,-1 1 1 0 0,1-1 0 0 0,0 1 0 0 0,-1-1 0 0 0,1 1 0 0 0,-1-1 0 0 0,1 1 0 0 0,0 0 0 0 0,-1-1 0 0 0,1 1-1 0 0,-1-1 1 0 0,1 1 0 0 0,-1 0 0 0 0,1 0 0 0 0,-1-1 0 0 0,0 1 0 0 0,1 0 0 0 0,-1 0 0 0 0,1-1 0 0 0,-1 1-1 0 0,0 0 1 0 0,0 0 3 0 0,1 0-1 0 0,-1 0 0 0 0,1 0 1 0 0,-1 0-1 0 0,1-1 0 0 0,0 1 1 0 0,-1 0-1 0 0,1 0 0 0 0,-1 0 1 0 0,1-1-1 0 0,0 1 0 0 0,-1 0 1 0 0,1 0-1 0 0,-1-1 0 0 0,1 1 1 0 0,0 0-1 0 0,-1-1 0 0 0,1 1 1 0 0,0-1-1 0 0,0 1 0 0 0,-1 0 1 0 0,1-1-1 0 0,0 1 0 0 0,0-1 1 0 0,-1 1-1 0 0,1-1 0 0 0,0 1 1 0 0,0-1-1 0 0,0 0 0 0 0,0 1-1 0 0,0-1-1 0 0,0 1 0 0 0,0 0 0 0 0,0-1 1 0 0,-1 1-1 0 0,1-1 0 0 0,0 1 0 0 0,0 0 1 0 0,0-1-1 0 0,0 1 0 0 0,0-1 0 0 0,-1 1 1 0 0,1 0-1 0 0,0-1 0 0 0,0 1 0 0 0,-1 0 1 0 0,1 0-1 0 0,0-1 0 0 0,-1 1 0 0 0,1 0 1 0 0,0 0-1 0 0,-1-1 0 0 0,1 1 0 0 0,0 0 1 0 0,-1 0-1 0 0,1 0 0 0 0,0-1 0 0 0,-1 1 1 0 0,1 0-1 0 0,-1 0 0 0 0,1 0 1 0 0,0 0-1 0 0,-1 0 0 0 0,0 0 0 0 0,1 0 3 0 0,-1 0-1 0 0,0 0 0 0 0,1 0 1 0 0,-1 0-1 0 0,1-1 0 0 0,-1 1 1 0 0,1 0-1 0 0,-1 0 0 0 0,1 0 1 0 0,-1-1-1 0 0,1 1 0 0 0,-1 0 1 0 0,1-1-1 0 0,-1 1 0 0 0,1 0 1 0 0,-1-1-1 0 0,1 1 0 0 0,0-1 1 0 0,-1 1-1 0 0,1-1 1 0 0,0 1-1 0 0,-1 0 0 0 0,1-1 1 0 0,0 1-1 0 0,0-1 0 0 0,-1 0 1 0 0,1 1-1 0 0,0-1 0 0 0,0 1 1 0 0,0-1-1 0 0,0 1 0 0 0,0-1 1 0 0,0 1-1 0 0,0-1 0 0 0,0 0 1 0 0,-1 0-1 0 0,1 1 0 0 0,0 0 1 0 0,0-1-1 0 0,0 1 0 0 0,0 0 1 0 0,-1-1-1 0 0,1 1 1 0 0,0 0-1 0 0,-1 0 0 0 0,1-1 1 0 0,0 1-1 0 0,0 0 0 0 0,-1 0 1 0 0,1-1-1 0 0,0 1 0 0 0,-1 0 1 0 0,1 0-1 0 0,0 0 0 0 0,-1 0 1 0 0,1 0-1 0 0,-1-1 1 0 0,1 1-1 0 0,0 0 0 0 0,-1 0 1 0 0,1 0-1 0 0,0 0 0 0 0,-1 0 1 0 0,1 0-1 0 0,-1 0 0 0 0,1 0 1 0 0,0 0-1 0 0,-1 1 1 0 0,0-1-1 0 0,1 0 0 0 0,0 0 0 0 0,-1 0 0 0 0,1 0 0 0 0,0 0 0 0 0,-1 1 0 0 0,1-1 0 0 0,-1 0 0 0 0,1 0-1 0 0,0 0 1 0 0,-1 0 0 0 0,1 0 0 0 0,0-1 0 0 0,-1 1 0 0 0,1 0 0 0 0,0 0 0 0 0,-1 0 0 0 0,1 0 0 0 0,0 0 0 0 0,-1 0 0 0 0,1-1 0 0 0,0 1 0 0 0,-1 0 0 0 0,1 0 0 0 0,0 0 0 0 0,-1-1 0 0 0,1 1 0 0 0,0 0 0 0 0,0 0 0 0 0,-1-1 0 0 0,1 1 0 0 0,0 0-1 0 0,0-1 1 0 0,-1 1 0 0 0,1-1 0 0 0,0 1 0 0 0,0 0-1 0 0,0 0 1 0 0,0-1 0 0 0,0 1 0 0 0,0 0-1 0 0,0 0 1 0 0,-1-1 0 0 0,1 1-1 0 0,0 0 1 0 0,0 0 0 0 0,0 0-1 0 0,-1-1 1 0 0,1 1 0 0 0,0 0-1 0 0,0 0 1 0 0,0 0 0 0 0,-1 0 0 0 0,1-1-1 0 0,0 1 1 0 0,0 0 0 0 0,-1 0-1 0 0,1 0 1 0 0,0 0 0 0 0,0 0-1 0 0,-1 0 1 0 0,1 0 0 0 0,0 0 0 0 0,0 0-1 0 0,-1 0 1 0 0,1 0 0 0 0,0 0-1 0 0,-1 0 1 0 0,1 0 0 0 0,-1 0-3 0 0,1 0 0 0 0,-1 0 0 0 0,0 0 0 0 0,1 0 1 0 0,-1 0-1 0 0,1 0 0 0 0,-1 0 0 0 0,1 0 0 0 0,-1-1 1 0 0,1 1-1 0 0,-1 0 0 0 0,1 0 0 0 0,-1 0 0 0 0,0-1 0 0 0,1 1 1 0 0,0 0-1 0 0,-1-1 0 0 0,1 1 0 0 0,-1 0 0 0 0,1-1 1 0 0,-1 1-1 0 0,1-1 0 0 0,0 1 0 0 0,-1-1 0 0 0,1 1 0 0 0,0-1 1 0 0,-1 1-1 0 0,1-1 0 0 0,0 1 0 0 0,0-1 0 0 0,0 1 1 0 0,-1-1-1 0 0,1 1 0 0 0,0-1 0 0 0,0 1 0 0 0,0-1 1 0 0,0 0-1 0 0,0 1 0 0 0,0-2 0 0 0,0-63-12 0 0,0 63 11 0 0,0 1-1 0 0,0 0 1 0 0,1-1 0 0 0,-1 1 0 0 0,0 0 0 0 0,1-1 0 0 0,-1 1 0 0 0,0 0 0 0 0,1 0 0 0 0,0-1-1 0 0,-1 1 1 0 0,1 0 0 0 0,0 0 0 0 0,-1 0 0 0 0,1 0 0 0 0,0 0 0 0 0,2-2 0 0 0,-2 2-1 0 0,0 0 1 0 0,0 0 0 0 0,0 0-1 0 0,0-1 1 0 0,0 1 0 0 0,0 0-1 0 0,-1-1 1 0 0,1 1 0 0 0,0 0-1 0 0,-1-1 1 0 0,1 1 0 0 0,-1-1-1 0 0,1 1 1 0 0,-1-1 0 0 0,0 1-1 0 0,0-1 1 0 0,0-2 0 0 0,0-61 2 0 0,0 65 0 0 0,0-1 0 0 0,0 1 0 0 0,0-1 0 0 0,0 1 0 0 0,0-1 0 0 0,0 1 0 0 0,0 0 0 0 0,0-1 0 0 0,-1 1 0 0 0,1-1 0 0 0,0 1 0 0 0,0-1 0 0 0,0 1 0 0 0,-1 0 0 0 0,1-1 0 0 0,0 1 0 0 0,-1 0 0 0 0,1-1 0 0 0,0 1 0 0 0,-1 0 0 0 0,1-1 0 0 0,0 1 0 0 0,-1 0 0 0 0,1 0 0 0 0,-1-1 0 0 0,1 1 0 0 0,-1 0 0 0 0,1 0 0 0 0,0 0 0 0 0,-1 0 0 0 0,0 0 0 0 0,-4-5 0 0 0,8 0 0 0 0,-2 4 0 0 0,0-1 0 0 0,0 1 0 0 0,0-1 0 0 0,0 0 0 0 0,0 1 0 0 0,0-1 0 0 0,0 0 0 0 0,0 0 0 0 0,-1 0 0 0 0,1 0 0 0 0,-1 0 0 0 0,1 0 0 0 0,-1 0 0 0 0,0-2 0 0 0,0-32-80 0 0,-3 31 80 0 0,-1 3 4 0 0,3 1-1 0 0,0 1-1 0 0,0 0 0 0 0,1 0 1 0 0,-1-1-1 0 0,0 1 0 0 0,0-1 1 0 0,1 1-1 0 0,-1-1 0 0 0,0 1 0 0 0,1-1 1 0 0,-1 1-1 0 0,0-1 0 0 0,1 1 1 0 0,-1-1-1 0 0,1 0 0 0 0,-1 1 0 0 0,1-1 1 0 0,-1 0-1 0 0,1 1 0 0 0,0-1 1 0 0,-1 0-1 0 0,1 0 0 0 0,0 1 0 0 0,0-1 1 0 0,-1 0-1 0 0,1-1 0 0 0,0 1 1 0 0,0 1-1 0 0,0-1 0 0 0,0 0 1 0 0,0 1-1 0 0,0-1 1 0 0,0 0-1 0 0,-1 1 0 0 0,1-1 1 0 0,0 1-1 0 0,0-1 0 0 0,-1 0 1 0 0,1 1-1 0 0,0-1 1 0 0,-1 1-1 0 0,1-1 0 0 0,-1 1 1 0 0,1-1-1 0 0,-1 1 0 0 0,1-1 1 0 0,-1 1-1 0 0,1-1 0 0 0,-1 1 1 0 0,1 0-1 0 0,-1-1 1 0 0,1 1-1 0 0,-1 0 0 0 0,0-1 1 0 0,0 1-5 0 0,0 0 1 0 0,1-1-1 0 0,-1 1 1 0 0,0 0 0 0 0,1-1-1 0 0,-1 1 1 0 0,0-1-1 0 0,1 1 1 0 0,-1-1 0 0 0,1 1-1 0 0,-1-1 1 0 0,1 0-1 0 0,-1 1 1 0 0,1-1-1 0 0,-1 0 1 0 0,1 1 0 0 0,0-1-1 0 0,-1 0 1 0 0,1 1-1 0 0,0-1 1 0 0,0 0 0 0 0,-1 0-1 0 0,1 1 1 0 0,0-1-1 0 0,0 0 1 0 0,0 0-1 0 0,0-1 1 0 0,0 1 2 0 0,0 0 1 0 0,0 0-1 0 0,1 0 1 0 0,-1 0-1 0 0,0 0 1 0 0,-1-1-1 0 0,1 1 1 0 0,0 0-1 0 0,0 0 1 0 0,0 0-1 0 0,-1 0 1 0 0,1 0-1 0 0,-1 0 0 0 0,1 0 1 0 0,0 0-1 0 0,-1 0 1 0 0,0 0-1 0 0,1 0 1 0 0,-1 0-1 0 0,0 0 1 0 0,1 0-1 0 0,-1 0 1 0 0,0 0-1 0 0,0 1 1 0 0,0-1-1 0 0,0 0 0 0 0,0 1 1 0 0,-2-2-1 0 0,-1 0 10 0 0,-3-9 69 0 0,-19-2 15 0 0,18 8-82 0 0,0 1 0 0 0,1 1 0 0 0,-1-1 0 0 0,-1 1 1 0 0,-10-2-1 0 0,-92-28 294 0 0,-107-19 26 0 0,177 43-277 0 0,1-1 156 0 0,-79-7 0 0 0,75 16-132 0 0,-68 1 67 0 0,105-1-137 0 0,-48 6 7 0 0,-26-9 436 0 0,86 4-460 0 0,-3 0 47 0 0,-13 0 194 0 0,7 0-194 0 0,4 0-93 0 0,4-3-14 0 0,11 1 54 0 0,-10 0 23 0 0,-6 0 13 0 0,1-1 8 0 0,22 0-29 0 0,44-6-75 0 0,-26 5 146 0 0,-3 2-46 0 0,0-2 0 0 0,-1-1-1 0 0,0-2 1 0 0,0-1 0 0 0,-1-2 0 0 0,60-25-1 0 0,-58 14-546 0 0,-56 26-694 0 0,-22 7-1547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2:48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6 960 0 0,'4'0'632'0'0,"-3"0"-517"0"0,-1 1 1 0 0,1-1-1 0 0,0 0 1 0 0,-1 0-1 0 0,1 0 0 0 0,-1 0 1 0 0,1 0-1 0 0,0 0 1 0 0,-1 0-1 0 0,1 0 1 0 0,0 0-1 0 0,-1 0 1 0 0,1 0-1 0 0,-1 0 1 0 0,1 0-1 0 0,0 0 1 0 0,-1-1-1 0 0,1 1 1 0 0,-1 0-1 0 0,1 0 0 0 0,0-1 1 0 0,-1 1-1 0 0,1 0 1 0 0,-1-1-1 0 0,1 1 1 0 0,-1 0-1 0 0,0-1 1 0 0,1 1-1 0 0,0-2 1 0 0,18 1 1111 0 0,-16 1-960 0 0,37 6-1 0 0,-17-4-150 0 0,-1 0 0 0 0,0 2-1 0 0,0 1 1 0 0,0 0-1 0 0,-1 2 1 0 0,0 0 0 0 0,0 1-1 0 0,24 14 1 0 0,-42-20-280 0 0,0 0-1 0 0,0-1 1 0 0,0 2 0 0 0,0-1 0 0 0,0 0-1 0 0,-1 0 1 0 0,1 1 0 0 0,-1 0 0 0 0,0-1 0 0 0,1 1-1 0 0,-1 0 1 0 0,0 0 0 0 0,-1 0 0 0 0,1 0-1 0 0,1 5 1 0 0,-3-6-154 0 0,0-1-1 0 0,-1 1 1 0 0,0 0 0 0 0,1-1-1 0 0,-1 1 1 0 0,0-1 0 0 0,0 1-1 0 0,0-1 1 0 0,0 1 0 0 0,0-1-1 0 0,0 0 1 0 0,0 0 0 0 0,0 1-1 0 0,-2 0 1 0 0,3-2 264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2:48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0 122 560 0 0,'6'-4'415'0'0,"0"-1"-1"0"0,1 1 1 0 0,-1 0-1 0 0,1 1 1 0 0,8-4 0 0 0,27-16 1299 0 0,-36 19-1530 0 0,1 0-1 0 0,-1 0 0 0 0,1 0 1 0 0,0 1-1 0 0,0 0 0 0 0,0 1 1 0 0,9-3-1 0 0,14-4 284 0 0,73-24 40 0 0,-151 70-160 0 0,34-27-303 0 0,1 1 0 0 0,0 0 0 0 0,1 1-1 0 0,0 0 1 0 0,1 1 0 0 0,-14 20 0 0 0,18-19 9 0 0,0-8-41 0 0,9-5-14 0 0,7-11-61 0 0,-9 9 62 0 0,0 0 1 0 0,0 1-1 0 0,0-1 1 0 0,0 0-1 0 0,0 1 1 0 0,0-1-1 0 0,0 0 1 0 0,1 1-1 0 0,-1-1 1 0 0,0 0-1 0 0,1 1 0 0 0,-1-1 1 0 0,0 1-1 0 0,1-1 1 0 0,-1 1-1 0 0,1-1 1 0 0,-1 1-1 0 0,1-1 1 0 0,-1 1-1 0 0,1-1 1 0 0,-1 1-1 0 0,1-1 1 0 0,-1 1-1 0 0,1 0 0 0 0,0-1 1 0 0,0 1-1 0 0,0-1 1 0 0,0 1 0 0 0,-1 0 0 0 0,1-1 1 0 0,0 1-1 0 0,-1 0 0 0 0,1-1 0 0 0,-1 1 0 0 0,1-1 0 0 0,0 0 0 0 0,-1 1 0 0 0,1-1 0 0 0,-1 1 0 0 0,1-1 0 0 0,-1 0 0 0 0,0 1 0 0 0,1-1 0 0 0,-1 0 0 0 0,0 1 0 0 0,1-1 0 0 0,-1 0 0 0 0,0 0 0 0 0,0 1 0 0 0,1-1 0 0 0,-1 0 1 0 0,0 0-1 0 0,0-1 0 0 0,0 0-12 0 0,0 1 1 0 0,0-1-1 0 0,0 0 1 0 0,0 1-1 0 0,0-1 1 0 0,1 0-1 0 0,-1 1 1 0 0,0-1-1 0 0,1 1 1 0 0,0-1-1 0 0,-1 1 1 0 0,1-1-1 0 0,0 1 1 0 0,0-1-1 0 0,0 1 1 0 0,0-1-1 0 0,0 1 1 0 0,0 0-1 0 0,0 0 1 0 0,2-2-1 0 0,1-1-67 0 0,-3 4 34 0 0,-1-1 0 0 0,0 1-1 0 0,1 0 1 0 0,-1 0 0 0 0,0-1-1 0 0,1 1 1 0 0,-1 0-1 0 0,0-1 1 0 0,1 1 0 0 0,-1 0-1 0 0,0-1 1 0 0,0 1 0 0 0,0 0-1 0 0,1-1 1 0 0,-1 1-1 0 0,0-1 1 0 0,0 1 0 0 0,0 0-1 0 0,0-1 1 0 0,0 1 0 0 0,0-1-1 0 0,1 1 1 0 0,-1-1-1 0 0,0 1 1 0 0,0 0 0 0 0,0-1-1 0 0,-1 1 1 0 0,1-1 0 0 0,0 1-1 0 0,0-1 1 0 0,0 1-1 0 0,0 0 1 0 0,0-1 0 0 0,0 1-1 0 0,-1-1 1 0 0,1 1 0 0 0,0 0-1 0 0,0-1 1 0 0,-1 1-1 0 0,1 0 1 0 0,0-1 0 0 0,0 1-1 0 0,-1-1 1 0 0,-16-6-2122 0 0,14 6 1782 0 0,-19-8-2350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2:52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639 149 960 0 0,'0'-1'142'0'0,"0"0"-1"0"0,-1 1 1 0 0,1-1-1 0 0,0 0 1 0 0,0 0-1 0 0,-1 1 1 0 0,1-1-1 0 0,0 0 1 0 0,-1 1-1 0 0,1-1 1 0 0,-1 1-1 0 0,1-1 1 0 0,-1 0-1 0 0,1 1 0 0 0,-1-1 1 0 0,1 1-1 0 0,-1-1 1 0 0,1 1-1 0 0,-1 0 1 0 0,0-1-1 0 0,1 1 1 0 0,-1-1-1 0 0,0 1 1 0 0,1 0-1 0 0,-1 0 1 0 0,0-1-1 0 0,0 1 1 0 0,1 0-1 0 0,-1 0 0 0 0,0 0 1 0 0,0 0-1 0 0,1 0 1 0 0,-1 0-1 0 0,0 0 1 0 0,0 0-1 0 0,1 0 1 0 0,-2 1-1 0 0,2-4 538 0 0,0 3-675 0 0,0 0 0 0 0,0 0 1 0 0,0 0-1 0 0,0-1 0 0 0,0 1 0 0 0,0 0 0 0 0,0 0 0 0 0,0-1 0 0 0,0 1 0 0 0,0 0 0 0 0,0 0 0 0 0,0 0 0 0 0,0-1 0 0 0,0 1 1 0 0,0 0-1 0 0,0 0 0 0 0,0 0 0 0 0,0-1 0 0 0,0 1 0 0 0,0 0 0 0 0,0 0 0 0 0,0 0 0 0 0,0-1 0 0 0,0 1 0 0 0,0 0 1 0 0,0 0-1 0 0,-1 0 0 0 0,1 0 0 0 0,0-1 0 0 0,0 1 0 0 0,0 0 0 0 0,0 0 0 0 0,0 0 0 0 0,-1 0 0 0 0,1 0 0 0 0,0-1 0 0 0,0 1 1 0 0,0 0-1 0 0,-1 0 0 0 0,1 0 0 0 0,0 0 0 0 0,0 0 0 0 0,0 0 0 0 0,-1 0 0 0 0,1 0 0 0 0,-24-3 147 0 0,24 3-145 0 0,-1 0 0 0 0,0 0 0 0 0,0 0 0 0 0,1 0 0 0 0,-1 0 0 0 0,0 0 0 0 0,0 0 0 0 0,1-1 0 0 0,-1 1 0 0 0,0 0 0 0 0,0-1 0 0 0,1 1 0 0 0,-1 0 0 0 0,0-1 0 0 0,1 1 0 0 0,-1-1 0 0 0,1 1 0 0 0,-1-1 0 0 0,0 1 0 0 0,1-1 0 0 0,-1 0 0 0 0,1 1 0 0 0,0-1 0 0 0,-1 0 0 0 0,0 0 0 0 0,1 0-5 0 0,0 1 1 0 0,0-1-1 0 0,0 1 0 0 0,0 0 0 0 0,0-1 0 0 0,0 1 1 0 0,0 0-1 0 0,0-1 0 0 0,0 1 0 0 0,0 0 0 0 0,-1-1 1 0 0,1 1-1 0 0,0-1 0 0 0,0 1 0 0 0,0 0 0 0 0,0 0 1 0 0,-1-1-1 0 0,1 1 0 0 0,0 0 0 0 0,0-1 0 0 0,-1 1 1 0 0,1 0-1 0 0,0 0 0 0 0,-1 0 0 0 0,1-1 0 0 0,0 1 1 0 0,-1 0-1 0 0,1 0 0 0 0,0 0 0 0 0,-1 0 0 0 0,1-1 1 0 0,0 1-1 0 0,-1 0 0 0 0,1 0 0 0 0,0 0 0 0 0,-1 0 1 0 0,1 0-1 0 0,-1 0 0 0 0,0 0 6 0 0,1 0 1 0 0,-1 0-1 0 0,1 0 0 0 0,-1 0 1 0 0,0-1-1 0 0,1 1 1 0 0,-1 0-1 0 0,1 0 0 0 0,-1-1 1 0 0,0 1-1 0 0,1 0 0 0 0,-1-1 1 0 0,1 1-1 0 0,-1-1 0 0 0,1 1 1 0 0,-1 0-1 0 0,1-1 0 0 0,0 1 1 0 0,-1-1-1 0 0,1 1 0 0 0,0-1 1 0 0,-1 1-1 0 0,1-1 0 0 0,0 0 1 0 0,-1 1-1 0 0,1-1 0 0 0,0 1 1 0 0,0-1-1 0 0,0 0 0 0 0,0 1 1 0 0,-1-1-1 0 0,1 0 1 0 0,0 1-1 0 0,0-1 0 0 0,0 1 1 0 0,0-1-1 0 0,1 0 0 0 0,-1-1 1 0 0,0 2 8 0 0,1-3 5 0 0,-21-2 102 0 0,17 4 170 0 0,6 2-333 0 0,12 1 40 0 0,59 18 80 0 0,-59-19-13 0 0,7-1 106 0 0,-18 0 614 0 0,-5 1-596 0 0,1 1-198 0 0,20-1 477 0 0,-17-1-403 0 0,0-4-22 0 0,2 1 65 0 0,19 5-31 0 0,-11 0-73 0 0,24 1 45 0 0,-44-3 75 0 0,3 0-50 0 0,0 0 138 0 0,-37-10 746 0 0,-11-12-613 0 0,43 17-317 0 0,-1 1 0 0 0,1 1 0 0 0,-21-6 0 0 0,3 2-3 0 0,10 2 13 0 0,-1 2 1 0 0,1 0-1 0 0,-1 1 1 0 0,0 1-1 0 0,1 1 1 0 0,-24 2-1 0 0,0 2 132 0 0,-56 13 0 0 0,75-12-131 0 0,1 2 1 0 0,1 1-1 0 0,-1 0 1 0 0,1 1 0 0 0,-18 13-1 0 0,24-15-37 0 0,6 0 9 0 0,-1 0 0 0 0,1 1 1 0 0,0 0-1 0 0,1 0 0 0 0,-9 14 0 0 0,9-13 1 0 0,0 20 66 0 0,-30 31-66 0 0,36-58-8 0 0,0 0-1 0 0,0 0 1 0 0,1 1 0 0 0,-1-1 0 0 0,1 0-1 0 0,-1 1 1 0 0,1-1 0 0 0,0 0 0 0 0,0 0-1 0 0,0 1 1 0 0,1 3 0 0 0,-1-4 0 0 0,0 1 0 0 0,0-1-1 0 0,0 0 1 0 0,0 1 0 0 0,0-1 0 0 0,0 0 0 0 0,-1 1 0 0 0,1-1-1 0 0,-1 1 1 0 0,-1 2 0 0 0,-4 3 4 0 0,5-7-9 0 0,0 0 1 0 0,0 0-1 0 0,1-1 0 0 0,-1 1 1 0 0,0 0-1 0 0,0 0 1 0 0,1 0-1 0 0,-1 0 1 0 0,1 0-1 0 0,-1 0 1 0 0,1 0-1 0 0,-1 0 1 0 0,1 0-1 0 0,-1 0 1 0 0,1 0-1 0 0,0 0 0 0 0,0 0 1 0 0,0 0-1 0 0,-1 0 1 0 0,1 0-1 0 0,0 1 1 0 0,0-1-1 0 0,1 0 1 0 0,-1 0-1 0 0,0 0 1 0 0,0 0-1 0 0,0 0 1 0 0,1 0-1 0 0,0 1 1 0 0,2 5-5 0 0,2-1 0 0 0,-1 0 1 0 0,1-1-1 0 0,-1 1 0 0 0,2-1 1 0 0,-1 0-1 0 0,0 0 0 0 0,1 0 1 0 0,0-1-1 0 0,0 0 0 0 0,1 0 1 0 0,-1-1-1 0 0,1 0 0 0 0,-1 0 0 0 0,1 0 1 0 0,0-1-1 0 0,0 0 0 0 0,1 0 1 0 0,7 1-1 0 0,63 9 16 0 0,0-3 1 0 0,0-3-1 0 0,80-4 0 0 0,-150-2-12 0 0,52-1-5 0 0,0-3 1 0 0,82-14 0 0 0,-111 12 10 0 0,-1-2 0 0 0,1 0 0 0 0,-1-3 0 0 0,-1 0 0 0 0,0-2 0 0 0,35-21 1 0 0,-52 26 12 0 0,-1 0 1 0 0,0-1 0 0 0,0 0-1 0 0,17-20 1 0 0,-24 25-18 0 0,0-1 0 0 0,0 0 0 0 0,-1 0 0 0 0,0 0 0 0 0,1 0 0 0 0,-2-1 1 0 0,1 1-1 0 0,-1-1 0 0 0,0 0 0 0 0,0 0 0 0 0,0 0 0 0 0,-1 0 0 0 0,1-9 0 0 0,-1-9-6 0 0,-1 15-4 0 0,1 0 0 0 0,-2 0 0 0 0,1 0 0 0 0,-1 0 0 0 0,-3-9 0 0 0,3 15 4 0 0,0-1 0 0 0,-1 1 0 0 0,1-1 0 0 0,-1 1 0 0 0,0 0 0 0 0,0 0 0 0 0,-1 0 0 0 0,1 0 0 0 0,-1 0 0 0 0,1 0 0 0 0,-1 0 0 0 0,0 1 0 0 0,0 0 0 0 0,0-1 0 0 0,-4-1 0 0 0,-13-6 21 0 0,0 1-1 0 0,-1 1 1 0 0,0 0 0 0 0,-1 2 0 0 0,0 0-1 0 0,0 2 1 0 0,-30-3 0 0 0,8 0 67 0 0,-121-14 35 0 0,143 20-465 0 0,1 0 1 0 0,-1 2-1 0 0,0 0 0 0 0,1 2 1 0 0,-32 7-1 0 0,52-10 193 0 0,0 0 0 0 0,0 0 0 0 0,0 0 0 0 0,-1 1 0 0 0,1-1 1 0 0,0 1-1 0 0,0-1 0 0 0,0 1 0 0 0,0-1 0 0 0,0 1 0 0 0,0-1 0 0 0,0 1 0 0 0,0 0 0 0 0,0 0 0 0 0,0 0 0 0 0,0-1 0 0 0,0 1 1 0 0,0 0-1 0 0,1 0 0 0 0,-1 0 0 0 0,0 0 0 0 0,1 1 0 0 0,-1-1 0 0 0,1 0 0 0 0,-1 0 0 0 0,1 0 0 0 0,-1 0 0 0 0,1 0 0 0 0,0 1 0 0 0,0-1 1 0 0,-1 0-1 0 0,1 0 0 0 0,0 1 0 0 0,0-1 0 0 0,1 1 0 0 0,-1 22-4810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2:53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409 212 1121 0 0,'-63'-29'4588'0'0,"56"27"-4366"0"0,1 0-1 0 0,0-1 0 0 0,0 0 0 0 0,0-1 1 0 0,0 1-1 0 0,1-1 0 0 0,-1 0 1 0 0,-6-7-1 0 0,5 5-92 0 0,7 6-120 0 0,-1-1-1 0 0,0 1 0 0 0,1-1 1 0 0,-1 1-1 0 0,1-1 0 0 0,-1 1 1 0 0,1-1-1 0 0,0 0 0 0 0,-1 1 1 0 0,1-1-1 0 0,0 0 0 0 0,-1 1 0 0 0,1-1 1 0 0,0 0-1 0 0,0 1 0 0 0,-1-1 1 0 0,1 0-1 0 0,0 0 0 0 0,0 1 1 0 0,0-1-1 0 0,0 0 0 0 0,0 0 1 0 0,0 1-1 0 0,0-1 0 0 0,0 0 1 0 0,0 1-1 0 0,1-1 0 0 0,-1 0 1 0 0,0 0-1 0 0,0 1 0 0 0,1-1 1 0 0,-1 0-1 0 0,0 1 0 0 0,1-1 1 0 0,0-1-1 0 0,16-14 31 0 0,-16 15-31 0 0,11-12 58 0 0,-10 10-61 0 0,1 1-1 0 0,-1 0 1 0 0,0 0-1 0 0,1-1 1 0 0,-1 2-1 0 0,1-1 1 0 0,-1 0-1 0 0,1 0 1 0 0,0 1-1 0 0,0-1 1 0 0,0 1-1 0 0,0 0 0 0 0,0 0 1 0 0,0 0-1 0 0,0 1 1 0 0,0-1-1 0 0,6 0 1 0 0,-6 1 88 0 0,-3 0-73 0 0,0 1 1 0 0,0 0-1 0 0,0 0 0 0 0,-1-1 1 0 0,1 1-1 0 0,0 0 0 0 0,0 0 1 0 0,-1-1-1 0 0,1 1 0 0 0,-1 0 0 0 0,1 0 1 0 0,-1-1-1 0 0,1 1 0 0 0,-1-1 1 0 0,1 1-1 0 0,-1 0 0 0 0,1-1 1 0 0,-1 1-1 0 0,0-1 0 0 0,1 1 0 0 0,-1-1 1 0 0,0 0-1 0 0,0 1 0 0 0,1-1 1 0 0,-3 1-1 0 0,-1 2 79 0 0,-3 3-19 0 0,-1 1 0 0 0,1-1 0 0 0,-1 0 0 0 0,0-1 0 0 0,-1 0 0 0 0,1 0 0 0 0,-1-1 0 0 0,0 0 0 0 0,0-1 1 0 0,-1 0-1 0 0,1 0 0 0 0,0-1 0 0 0,-18 2 0 0 0,15-3-32 0 0,1-1 1 0 0,-1 0-1 0 0,1-1 1 0 0,-1 0-1 0 0,-14-4 0 0 0,21 4-45 0 0,0-1-1 0 0,0 1 0 0 0,0 0 0 0 0,1-1 0 0 0,-1 0 0 0 0,1 0 0 0 0,-1-1 0 0 0,1 1 0 0 0,0-1 0 0 0,0 0 1 0 0,0 0-1 0 0,0-1 0 0 0,-6-6 0 0 0,9 9-2 0 0,0-1 0 0 0,1 1 0 0 0,-1-1 0 0 0,1 0 0 0 0,-1 1 0 0 0,1-1 0 0 0,0 1 0 0 0,0-1 0 0 0,-1 0 0 0 0,1 1 0 0 0,0-1 0 0 0,1 0 0 0 0,-1 1 0 0 0,0-1 0 0 0,0 0 0 0 0,1 1 0 0 0,-1-1 0 0 0,1 1 0 0 0,-1-1 0 0 0,1 1 0 0 0,0-1 0 0 0,-1 1 0 0 0,1-1 0 0 0,0 1 0 0 0,0-1 0 0 0,0 1 0 0 0,2-2 0 0 0,0-1 0 0 0,0 0 0 0 0,1 0 0 0 0,0 1 0 0 0,0-1 0 0 0,0 1 0 0 0,8-5 0 0 0,-5 5-6 0 0,0 0 1 0 0,0 0 0 0 0,0 0-1 0 0,1 1 1 0 0,-1 0 0 0 0,1 1-1 0 0,0 0 1 0 0,-1 0-1 0 0,13 0 1 0 0,4 3-10 0 0,39 6 1 0 0,-59-8 17 0 0,13 3-13 0 0,0 1 0 0 0,0 1 0 0 0,16 6 0 0 0,-27-9 6 0 0,1 1 0 0 0,-1 0 0 0 0,0 0 0 0 0,0 1 0 0 0,0 0 0 0 0,-1-1 0 0 0,1 2 0 0 0,-1-1 0 0 0,7 8 0 0 0,-12-11 5 0 0,1-1 1 0 0,0 1 0 0 0,-1 0 0 0 0,1 0-1 0 0,-1 0 1 0 0,1 0 0 0 0,-1 0 0 0 0,1 0-1 0 0,-1 0 1 0 0,1 0 0 0 0,-1 0 0 0 0,0 0-1 0 0,0 0 1 0 0,0 0 0 0 0,1 0 0 0 0,-1 0-1 0 0,0 0 1 0 0,0 0 0 0 0,0 0 0 0 0,-1 0-1 0 0,1 0 1 0 0,0 0 0 0 0,0 0-1 0 0,0 0 1 0 0,-1 0 0 0 0,1 0 0 0 0,-1 0-1 0 0,1 0 1 0 0,-1 0 0 0 0,1 0 0 0 0,-1 0-1 0 0,1 0 1 0 0,-1 0 0 0 0,0 0 0 0 0,1-1-1 0 0,-1 1 1 0 0,0 0 0 0 0,0-1 0 0 0,0 1-1 0 0,0 0 1 0 0,0-1 0 0 0,1 1 0 0 0,-1-1-1 0 0,0 1 1 0 0,-2 0 0 0 0,-3 1 24 0 0,0 1 1 0 0,0-1 0 0 0,0 0-1 0 0,0 0 1 0 0,-13 1 0 0 0,-3-1 106 0 0,-1-2 0 0 0,0 0 0 0 0,1-1 1 0 0,-31-6-1 0 0,38 5-81 0 0,1-1-1 0 0,-1-1 1 0 0,1-1-1 0 0,0 0 1 0 0,0 0-1 0 0,-20-12 1 0 0,34 17-53 0 0,-1-1 0 0 0,1 1-1 0 0,-1 0 1 0 0,1-1 0 0 0,0 1 0 0 0,-1 0 0 0 0,1-1-1 0 0,-1 1 1 0 0,1 0 0 0 0,0-1 0 0 0,-1 1 0 0 0,1-1-1 0 0,0 1 1 0 0,0-1 0 0 0,-1 1 0 0 0,1-1 0 0 0,0 1-1 0 0,0-1 1 0 0,0 1 0 0 0,-1-1 0 0 0,1 1 0 0 0,0-1-1 0 0,0 1 1 0 0,0-1 0 0 0,0 0 0 0 0,0 1 0 0 0,0-1-1 0 0,0 1 1 0 0,0-1 0 0 0,0 1 0 0 0,1-1 0 0 0,-1 1-1 0 0,0-1 1 0 0,0 1 0 0 0,0-1 0 0 0,1 1 0 0 0,-1-1-1 0 0,0 1 1 0 0,0-1 0 0 0,1 1 0 0 0,-1-1 0 0 0,1 1-1 0 0,-1 0 1 0 0,0-1 0 0 0,1 1 0 0 0,0-1 0 0 0,19-12-23 0 0,-5 9 9 0 0,0 1-1 0 0,0 0 1 0 0,0 1 0 0 0,0 1-1 0 0,0 0 1 0 0,1 2 0 0 0,-1-1-1 0 0,0 2 1 0 0,20 4 0 0 0,-11-1 5 0 0,-1 1 0 0 0,1 2 0 0 0,-1 0 0 0 0,0 1 0 0 0,21 14 0 0 0,-10-5 23 0 0,-34-18-8 0 0,0 0 1 0 0,-1 0-1 0 0,1 0 0 0 0,0 0 1 0 0,-1 0-1 0 0,1 0 0 0 0,0 0 1 0 0,-1 1-1 0 0,1-1 0 0 0,0 0 1 0 0,-1 0-1 0 0,1 0 0 0 0,0 0 1 0 0,-1 0-1 0 0,1 1 0 0 0,0-1 1 0 0,-1 0-1 0 0,1 0 0 0 0,0 1 1 0 0,0-1-1 0 0,-1 0 0 0 0,1 0 1 0 0,0 1-1 0 0,0-1 0 0 0,-1 0 1 0 0,1 1-1 0 0,0-1 0 0 0,0 0 1 0 0,0 1-1 0 0,0-1 0 0 0,0 0 1 0 0,-1 1-1 0 0,1-1 0 0 0,0 0 1 0 0,0 1-1 0 0,0-1 0 0 0,0 0 1 0 0,0 1-1 0 0,0-1 0 0 0,0 1 1 0 0,0-1-1 0 0,0 0 0 0 0,1 1 1 0 0,-1-1-1 0 0,0 0 0 0 0,0 1 1 0 0,0-1-1 0 0,0 0 0 0 0,0 1 1 0 0,1-1-1 0 0,-1 0 0 0 0,0 1 1 0 0,0-1-1 0 0,0 0 0 0 0,1 0 1 0 0,-1 1-1 0 0,0-1 0 0 0,0 0 1 0 0,1 0-1 0 0,-1 1 0 0 0,0-1 1 0 0,1 0-1 0 0,-1 0 0 0 0,1 0 1 0 0,-42 7 347 0 0,-1-2 1 0 0,0-2-1 0 0,-64-3 1 0 0,32-5 273 0 0,-95-19 0 0 0,161 20-628 0 0,12 1-2 0 0,29-4-10 0 0,53-3-64 0 0,-37 10-46 0 0,1 1 1 0 0,0 3-1 0 0,-1 1 0 0 0,74 19 1 0 0,-101-19 108 0 0,38 15 1 0 0,-57-19 41 0 0,0 1 0 0 0,0-1 0 0 0,0 0 0 0 0,-1 1 0 0 0,1 0 0 0 0,-1-1 0 0 0,1 1 0 0 0,-1 0 0 0 0,3 3 0 0 0,-5-4-14 0 0,1-1 1 0 0,-1 0-1 0 0,0 0 1 0 0,0 1-1 0 0,0-1 1 0 0,1 0-1 0 0,-1 1 0 0 0,0-1 1 0 0,0 0-1 0 0,0 0 1 0 0,0 1-1 0 0,0-1 1 0 0,0 0-1 0 0,1 1 0 0 0,-1-1 1 0 0,0 0-1 0 0,0 1 1 0 0,0-1-1 0 0,0 1 1 0 0,0-1-1 0 0,0 0 0 0 0,0 1 1 0 0,-1-1-1 0 0,1 0 1 0 0,0 1-1 0 0,0-1 1 0 0,0 0-1 0 0,0 1 0 0 0,0-1 1 0 0,0 0-1 0 0,-1 0 1 0 0,1 1-1 0 0,0-1 1 0 0,0 0-1 0 0,0 1 1 0 0,-1-1-1 0 0,1 0 0 0 0,0 0 1 0 0,0 0-1 0 0,-1 1 1 0 0,1-1-1 0 0,0 0 1 0 0,-1 0-1 0 0,1 0 0 0 0,0 0 1 0 0,-1 1-1 0 0,-20 5 454 0 0,19-5-400 0 0,-223 35 4427 0 0,216-34-4339 0 0,-29 7 586 0 0,-56 4 1 0 0,92-13-827 0 0,2 0 63 0 0,-1 0-1 0 0,1 1 0 0 0,-1-1 1 0 0,1 0-1 0 0,-1 0 0 0 0,1 1 1 0 0,-1-1-1 0 0,0 0 1 0 0,1 0-1 0 0,-1 0 0 0 0,1 0 1 0 0,-1 0-1 0 0,1 0 0 0 0,-1 0 1 0 0,0 0-1 0 0,1 0 1 0 0,-1 0-1 0 0,1-1 0 0 0,-1 1 1 0 0,1 0-1 0 0,-1 0 0 0 0,0 0 1 0 0,1-1-1 0 0,-1 1 0 0 0,1 0 1 0 0,-1-1-1 0 0,1 1 1 0 0,0 0-1 0 0,-1-1 0 0 0,1 1 1 0 0,-1-1-1 0 0,1 1 0 0 0,0 0 1 0 0,-1-1-1 0 0,1 1 0 0 0,0-1 1 0 0,-1 1-1 0 0,1-1 1 0 0,0 0-1 0 0,0 1 0 0 0,-1-1 1 0 0,1 1-1 0 0,0-1 0 0 0,0 1 1 0 0,0-1-1 0 0,0 1 0 0 0,0-1 1 0 0,0 0-1 0 0,0 1 1 0 0,0-2-1 0 0,1 2-235 0 0,0-1 0 0 0,-1 1 1 0 0,1-1-1 0 0,0 1 0 0 0,0-1 0 0 0,0 1 1 0 0,-1-1-1 0 0,1 1 0 0 0,0 0 0 0 0,0 0 1 0 0,0-1-1 0 0,0 1 0 0 0,0 0 0 0 0,0 0 1 0 0,0 0-1 0 0,0 0 0 0 0,0 0 0 0 0,0 0 1 0 0,1 1-1 0 0,24 0-3732 0 0,-1 2-507 0 0,16 2 241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3:34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1 960 0 0,'89'37'1681'0'0,"22"-3"-480"0"0,-22-12-401 0 0,84 6-160 0 0,-17-3-319 0 0,-1-17-81 0 0,-26-16-160 0 0,-40-2 0 0 0,0-9-160 0 0,0-9-881 0 0,-23-5-3921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3:37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527 589 5923 0 0,'0'-25'4796'0'0,"1"23"-4782"0"0,-1-1 0 0 0,0 1 1 0 0,1-1-1 0 0,-1 1 0 0 0,1-1 1 0 0,0 1-1 0 0,0 0 1 0 0,0-1-1 0 0,0 1 0 0 0,0 0 1 0 0,1 0-1 0 0,-1 0 0 0 0,1-1 1 0 0,-1 1-1 0 0,1 1 1 0 0,0-1-1 0 0,0 0 0 0 0,4-3 1 0 0,9-5 88 0 0,1-1 0 0 0,26-11 0 0 0,-8 4 41 0 0,-28 15-122 0 0,0 0-1 0 0,1 1 0 0 0,-1-1 1 0 0,1 1-1 0 0,12-2 1 0 0,23-8 169 0 0,-28 9-111 0 0,-10 2 0 0 0,-22 1 81 0 0,-46 0-28 0 0,1-1-153 0 0,-107 13 0 0 0,-14 23 8 0 0,143-25 2 0 0,1 2 1 0 0,-57 24 0 0 0,89-32-16 0 0,1 0-1 0 0,0 1 1 0 0,0 0 0 0 0,0 0 0 0 0,0 0 0 0 0,1 1 0 0 0,0 0-1 0 0,-9 11 1 0 0,12-14 59 0 0,1 1-1 0 0,-1-1 1 0 0,1 0 0 0 0,0 1-1 0 0,0-1 1 0 0,0 1 0 0 0,1 0 0 0 0,-1-1-1 0 0,1 1 1 0 0,0 0 0 0 0,0 0-1 0 0,0 0 1 0 0,1 0 0 0 0,-1 0-1 0 0,1 0 1 0 0,0 0 0 0 0,0 0-1 0 0,1 0 1 0 0,-1 0 0 0 0,2 7-1 0 0,0-7-25 0 0,0 0 1 0 0,-1 1-1 0 0,1-2 0 0 0,1 1 0 0 0,-1 0 1 0 0,1 0-1 0 0,-1-1 0 0 0,1 1 1 0 0,0-1-1 0 0,0 0 0 0 0,1 0 0 0 0,-1 0 1 0 0,1 0-1 0 0,-1-1 0 0 0,1 1 0 0 0,0-1 1 0 0,0 0-1 0 0,0 0 0 0 0,0 0 0 0 0,5 1 1 0 0,42 11-9 0 0,0-1 0 0 0,1-3 0 0 0,1-2 0 0 0,-1-3 0 0 0,77-1 0 0 0,-80-5-25 0 0,1-3 0 0 0,-1-2 0 0 0,0-2 0 0 0,87-26 0 0 0,-112 26 37 0 0,1-2 1 0 0,-1 0-1 0 0,0-1 1 0 0,-1-1 0 0 0,-1-2-1 0 0,0 0 1 0 0,0-1-1 0 0,-2-1 1 0 0,0-1-1 0 0,31-35 1 0 0,-47 47-44 0 0,-1 0 1 0 0,1 0 0 0 0,-1 0-1 0 0,-1 0 1 0 0,1-1-1 0 0,-1 1 1 0 0,0-1-1 0 0,0 0 1 0 0,-1 0 0 0 0,2-11-1 0 0,-1-2-71 0 0,-1 0 0 0 0,-2-20-1 0 0,0 7 118 0 0,0 8 10 0 0,-2-1 1 0 0,0 1-1 0 0,-10-33 1 0 0,7 31 5 0 0,-13-29-17 0 0,15 48-12 0 0,1-1-1 0 0,-1 0 1 0 0,2-1 0 0 0,-1 1-1 0 0,1 0 1 0 0,1-1-1 0 0,-2-15 1 0 0,3-64-15 0 0,6 93-70 0 0,-4-5 87 0 0,-1 1 0 0 0,0-1 0 0 0,0 1 0 0 0,0-1 0 0 0,0 1 0 0 0,0 0 0 0 0,0-1 0 0 0,0 1 0 0 0,0 0-1 0 0,0 0 1 0 0,0 0 0 0 0,0 0 0 0 0,0-1 0 0 0,0 1 0 0 0,-1 0 0 0 0,1 1 0 0 0,0-1 0 0 0,-1 0 0 0 0,1 0 0 0 0,0 2 0 0 0,25 52 88 0 0,-20-46-70 0 0,-1 1 0 0 0,-1-1 0 0 0,1 1 0 0 0,-2 0 0 0 0,1 0-1 0 0,-2 0 1 0 0,1 0 0 0 0,-1 1 0 0 0,-1-1 0 0 0,1 17 0 0 0,-1 39 207 0 0,1-23 190 0 0,-9 78 0 0 0,0-79-306 0 0,3-25-33 0 0,1 1 0 0 0,-1 33 1 0 0,4-45-107 0 0,0-1-1 0 0,1 1 1 0 0,-1 0 0 0 0,1 0 0 0 0,1-1 0 0 0,-1 1 0 0 0,1 0-1 0 0,0-1 1 0 0,0 0 0 0 0,1 1 0 0 0,0-1 0 0 0,6 9 0 0 0,-6-10-174 0 0,0-1-1 0 0,0 1 1 0 0,0-1 0 0 0,1 0 0 0 0,-1 1 0 0 0,1-2 0 0 0,0 1 0 0 0,0 0 0 0 0,0-1 0 0 0,0 0 0 0 0,5 3 0 0 0,5-1-1074 0 0,1-1 0 0 0,-1 0 0 0 0,24 2 0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3:38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50 1681 0 0,'1'-1'297'0'0,"1"0"-1"0"0,0 0 1 0 0,-1 0 0 0 0,1 0 0 0 0,-1 0 0 0 0,0 0 0 0 0,1-1-1 0 0,-1 1 1 0 0,0-1 0 0 0,0 1 0 0 0,0-1 0 0 0,0 1 0 0 0,0-1-1 0 0,0 0 1 0 0,0 1 0 0 0,-1-1 0 0 0,1 0 0 0 0,0 0 0 0 0,-1 0-1 0 0,0 1 1 0 0,1-1 0 0 0,-1 0 0 0 0,0 0 0 0 0,0 0 0 0 0,0 0-1 0 0,0 0 1 0 0,0 0 0 0 0,-1-2 0 0 0,1 3-48 0 0,0 3-209 0 0,0 1-1 0 0,-1-1 1 0 0,1 1-1 0 0,-1-1 1 0 0,1 0-1 0 0,-1 1 1 0 0,0-1-1 0 0,0 0 1 0 0,0 1-1 0 0,-2 2 0 0 0,-7 20 101 0 0,9-13-87 0 0,0-1 0 0 0,1 1 0 0 0,1 14 0 0 0,0-13-104 0 0,-1 0 1 0 0,0 0 0 0 0,-1 0-1 0 0,-5 25 1 0 0,-11 5 186 0 0,14-38-173 0 0,0 1-1 0 0,0-1 1 0 0,1 0-1 0 0,-1 1 0 0 0,2 0 1 0 0,-1 0-1 0 0,0-1 1 0 0,1 1-1 0 0,0 0 1 0 0,1 0-1 0 0,-1 0 1 0 0,1 0-1 0 0,0 0 0 0 0,2 10 1 0 0,13 19-2751 0 0,-12-12-2508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3:39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135 362 640 0 0,'0'-17'1581'0'0,"1"11"-1083"0"0,-1 0 0 0 0,0 0-1 0 0,0 1 1 0 0,-1-1 0 0 0,1 0-1 0 0,-1 0 1 0 0,-2-5 0 0 0,0 3-255 0 0,-1 1 0 0 0,-1 0 0 0 0,1 0 0 0 0,-1 0 0 0 0,0 0 0 0 0,0 1 0 0 0,-1 0 0 0 0,0 0 0 0 0,0 1 0 0 0,0-1-1 0 0,-1 1 1 0 0,0 1 0 0 0,-9-6 0 0 0,13 8-186 0 0,0 1 0 0 0,0-1 0 0 0,0 0 0 0 0,1 1-1 0 0,-1-1 1 0 0,1-1 0 0 0,-1 1 0 0 0,1 0 0 0 0,0-1 0 0 0,0 1-1 0 0,0-1 1 0 0,0 1 0 0 0,0-1 0 0 0,0 0 0 0 0,1 0-1 0 0,-1 0 1 0 0,1 0 0 0 0,0 0 0 0 0,0 0 0 0 0,0 0 0 0 0,1-1-1 0 0,-1 1 1 0 0,1 0 0 0 0,-1 0 0 0 0,1-1 0 0 0,0-4-1 0 0,0 6-46 0 0,0 0-1 0 0,0 0 0 0 0,0 1 1 0 0,0-1-1 0 0,0 0 0 0 0,0 0 1 0 0,1 0-1 0 0,-1 0 0 0 0,1 0 1 0 0,-1 1-1 0 0,1-1 0 0 0,0 0 1 0 0,-1 0-1 0 0,1 1 0 0 0,0-1 0 0 0,0 0 1 0 0,0 1-1 0 0,0-1 0 0 0,1 1 1 0 0,1-2-1 0 0,1 0 11 0 0,1 1 0 0 0,-1 0 0 0 0,1 0 0 0 0,0 1 0 0 0,0-1 1 0 0,0 1-1 0 0,6-1 0 0 0,2 0-3 0 0,131-23-311 0 0,18 4-1706 0 0,13-3-3376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3:40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174 145 640 0 0,'-44'6'4669'0'0,"30"-5"-2711"0"0,24-2-1782 0 0,-3-5 211 0 0,16-3-249 0 0,1 0 0 0 0,33-6 0 0 0,-38 10-102 0 0,-1-1-1 0 0,1 0 1 0 0,16-9 0 0 0,-11 5-6 0 0,17-5 277 0 0,-41 14-254 0 0,1 0 0 0 0,0 0-1 0 0,-1-1 1 0 0,1 1 0 0 0,-1 0 0 0 0,0 0 0 0 0,1-1-1 0 0,-1 1 1 0 0,0 0 0 0 0,0-1 0 0 0,0 1 0 0 0,0 0-1 0 0,0-1 1 0 0,0 1 0 0 0,0 0 0 0 0,0-1 0 0 0,0 1-1 0 0,-1 0 1 0 0,1-1 0 0 0,-1 1 0 0 0,1 0 0 0 0,-1 0-1 0 0,0-2 1 0 0,-9-3-32 0 0,7 4-15 0 0,0 0 0 0 0,-1 0 0 0 0,1 0 0 0 0,-1 0 1 0 0,1 1-1 0 0,-1 0 0 0 0,1 0 0 0 0,-1 0 0 0 0,0 0 0 0 0,0 0 1 0 0,1 1-1 0 0,-1 0 0 0 0,-7 0 0 0 0,-19-1 112 0 0,1 2 0 0 0,-1 2 0 0 0,1 0 1 0 0,0 2-1 0 0,0 1 0 0 0,-51 18 0 0 0,75-22-113 0 0,1 0 0 0 0,-1 1 0 0 0,0-1 0 0 0,0 1 0 0 0,1 0 0 0 0,0 0 0 0 0,-1 1 0 0 0,1-1 0 0 0,0 1 0 0 0,1 0 0 0 0,-1 0 0 0 0,1 0 0 0 0,-6 9 0 0 0,8-10 18 0 0,0-1 1 0 0,1 0-1 0 0,-1 0 1 0 0,0 1-1 0 0,1-1 1 0 0,-1 0-1 0 0,1 1 1 0 0,0-1-1 0 0,0 0 0 0 0,0 1 1 0 0,0-1-1 0 0,0 0 1 0 0,0 1-1 0 0,1-1 1 0 0,-1 0-1 0 0,1 1 1 0 0,0-1-1 0 0,-1 0 1 0 0,1 0-1 0 0,0 0 1 0 0,0 0-1 0 0,1 1 0 0 0,-1-2 1 0 0,0 1-1 0 0,1 0 1 0 0,-1 0-1 0 0,1 0 1 0 0,-1 0-1 0 0,4 2 1 0 0,4 3-22 0 0,0 0 1 0 0,0-1 0 0 0,1 0-1 0 0,0 0 1 0 0,0-1-1 0 0,20 7 1 0 0,68 15-100 0 0,-86-24 96 0 0,22 5-72 0 0,1-3 0 0 0,-1 0 1 0 0,1-2-1 0 0,37-2 0 0 0,-43-2-1206 0 0,1-2-1 0 0,49-11 1 0 0,-10-7-4137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3:41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1921 0 0,'23'38'4322'0'0,"-23"33"-400"0"0,22-16-2962 0 0,-22-8-1360 0 0,0 1 800 0 0,0 3 0 0 0,0-9-400 0 0,22-19-640 0 0,0-18-2401 0 0,1-24-4003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3:41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10 1761 0 0,'0'0'83'0'0,"0"-1"1"0"0,0 1-1 0 0,0-1 1 0 0,0 1-1 0 0,0 0 0 0 0,0-1 1 0 0,-1 1-1 0 0,1-1 1 0 0,0 1-1 0 0,0-1 1 0 0,-1 1-1 0 0,1 0 0 0 0,0-1 1 0 0,-1 1-1 0 0,1-1 1 0 0,0 1-1 0 0,-1 0 1 0 0,1-1-1 0 0,0 1 0 0 0,-1 0 1 0 0,1 0-1 0 0,-1-1 1 0 0,1 1-1 0 0,0 0 1 0 0,-1 0-1 0 0,1 0 0 0 0,-1 0 1 0 0,1-1-1 0 0,-1 1 1 0 0,1 0-1 0 0,-1 0 1 0 0,1 0-1 0 0,-1 0 0 0 0,1 0 1 0 0,-1 0-1 0 0,1 0 1 0 0,-1 0-1 0 0,1 0 1 0 0,-1 0-1 0 0,1 1 0 0 0,0-1 1 0 0,-1 0-1 0 0,1 0 1 0 0,-1 0-1 0 0,1 1 1 0 0,-1-1-1 0 0,0 1 1 0 0,-29 14 2114 0 0,21-8-2056 0 0,1 0 0 0 0,0 0 1 0 0,0 0-1 0 0,0 1 0 0 0,1 0 0 0 0,0 1 1 0 0,1-1-1 0 0,0 1 0 0 0,0 1 1 0 0,1-1-1 0 0,0 1 0 0 0,0 0 0 0 0,1 0 1 0 0,1 0-1 0 0,0 1 0 0 0,0-1 1 0 0,1 1-1 0 0,0-1 0 0 0,1 1 0 0 0,0 12 1 0 0,-2 30-98 0 0,-15 82 1 0 0,13-104-44 0 0,-17 95-42 0 0,17-109 86 0 0,0 0 1 0 0,0 0-1 0 0,-2-1 0 0 0,0 1 0 0 0,-10 15 1 0 0,6-12 2 0 0,1 1 1 0 0,-8 26 0 0 0,14-33-178 0 0,0 0 0 0 0,0 1 0 0 0,2-1 0 0 0,-2 24 0 0 0,4-30-648 0 0,3-9-409 0 0,11-25-2204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3:42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 2481 0 0,'0'0'2081'0'0,"0"-6"-400"0"0,23-3-481 0 0,-1 4-319 0 0,22 0-321 0 0,18 1-240 0 0,27 0-240 0 0,22-6-400 0 0,23 6-720 0 0,-45-2-1281 0 0,-23 6-481 0 0,-43 0 481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3:42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71 1201 0 0,'-9'1'782'0'0,"1"1"1"0"0,0-1-1 0 0,0-1 1 0 0,-1 1-1 0 0,1-2 1 0 0,0 1 0 0 0,-1-1-1 0 0,-10-2 1 0 0,15-5-398 0 0,1 2-290 0 0,1 4-80 0 0,-12-8 216 0 0,14 9-219 0 0,-1 1-1 0 0,1 0 1 0 0,0-1-1 0 0,-1 1 1 0 0,1 0-1 0 0,0-1 1 0 0,0 1 0 0 0,-1 0-1 0 0,1-1 1 0 0,0 1-1 0 0,0-1 1 0 0,0 1-1 0 0,0-1 1 0 0,0 1 0 0 0,0 0-1 0 0,-1-1 1 0 0,1 1-1 0 0,0-1 1 0 0,0 1-1 0 0,0-1 1 0 0,0 1 0 0 0,1 0-1 0 0,-1-1 1 0 0,0 1-1 0 0,0-1 1 0 0,0 1-1 0 0,0-1 1 0 0,0 1 0 0 0,0 0-1 0 0,1-1 1 0 0,-1 1-1 0 0,0-1 1 0 0,0 1-1 0 0,1 0 1 0 0,-1-1-1 0 0,0 1 1 0 0,1 0 0 0 0,-1 0-1 0 0,0-1 1 0 0,1 1-1 0 0,4-4 24 0 0,-1 1 0 0 0,1 0 0 0 0,0 0 0 0 0,0 1 0 0 0,1-1 0 0 0,-1 1 0 0 0,0 0 0 0 0,1 1 0 0 0,0-1 0 0 0,-1 1 1 0 0,1 0-1 0 0,-1 1 0 0 0,1-1 0 0 0,0 1 0 0 0,0 0 0 0 0,-1 0 0 0 0,1 1 0 0 0,0 0 0 0 0,-1 0 0 0 0,1 0 0 0 0,-1 1 0 0 0,1 0 0 0 0,-1 0 0 0 0,0 0 0 0 0,1 0 0 0 0,-1 1 0 0 0,0 0 0 0 0,-1 0 0 0 0,1 1 0 0 0,-1-1 0 0 0,6 6 0 0 0,-3-3-25 0 0,-1 1 1 0 0,0-1-1 0 0,-1 1 0 0 0,1 0 1 0 0,-1 1-1 0 0,8 15 0 0 0,-12-20-20 0 0,1 1-1 0 0,-1-1 1 0 0,0 1 0 0 0,0 0-1 0 0,0-1 1 0 0,-1 1-1 0 0,1 0 1 0 0,-1-1-1 0 0,0 1 1 0 0,0 0-1 0 0,0 0 1 0 0,-1-1 0 0 0,1 1-1 0 0,-1 0 1 0 0,0 0-1 0 0,0-1 1 0 0,0 1-1 0 0,0-1 1 0 0,-1 1 0 0 0,-1 2-1 0 0,-16 26 133 0 0,13-23-62 0 0,0-1 1 0 0,1 2-1 0 0,0-1 1 0 0,0 0-1 0 0,1 1 1 0 0,0 0-1 0 0,1 0 1 0 0,0 0-1 0 0,0 1 1 0 0,-1 20-1 0 0,4-31-63 0 0,0 1 0 0 0,0-1 1 0 0,0 0-1 0 0,-1 1 0 0 0,1-1 0 0 0,0 1 0 0 0,0-1 0 0 0,0 1 0 0 0,0-1 1 0 0,0 1-1 0 0,1-1 0 0 0,-1 0 0 0 0,0 1 0 0 0,0-1 0 0 0,0 1 1 0 0,0-1-1 0 0,0 1 0 0 0,1-1 0 0 0,-1 0 0 0 0,0 1 0 0 0,0-1 0 0 0,1 0 1 0 0,-1 1-1 0 0,0-1 0 0 0,0 0 0 0 0,1 1 0 0 0,-1-1 0 0 0,0 0 0 0 0,1 1 1 0 0,-1-1-1 0 0,1 0 0 0 0,-1 0 0 0 0,0 0 0 0 0,1 1 0 0 0,-1-1 1 0 0,1 0-1 0 0,-1 0 0 0 0,1 0 0 0 0,-1 0 0 0 0,0 0 0 0 0,1 0 0 0 0,-1 0 1 0 0,2 0-1 0 0,5-3-19 0 0,-6 2 25 0 0,0 0 0 0 0,-1 0 0 0 0,1 0 0 0 0,-1 0 0 0 0,1 0 0 0 0,-1 0 0 0 0,0 0 0 0 0,1 0 0 0 0,-1 0 0 0 0,0 0 0 0 0,0 0 0 0 0,0 0 0 0 0,0 0 0 0 0,0 0 0 0 0,0 0 0 0 0,0 0 0 0 0,0 0 0 0 0,0 0 0 0 0,-1 0 0 0 0,1 0 0 0 0,0 0 0 0 0,-1 0 0 0 0,1 0 0 0 0,0 0 0 0 0,-1 0-1 0 0,-1-2 1 0 0,-2-1-1 0 0,-1 0 0 0 0,0 0-1 0 0,-1 1 1 0 0,1 0-1 0 0,-1 0 1 0 0,1 0-1 0 0,-1 0 1 0 0,0 1 0 0 0,0 0-1 0 0,0 1 1 0 0,-12-3-1 0 0,-9 0-130 0 0,-41 1 1 0 0,64 2 113 0 0,-4 1-10 0 0,-4-1-10 0 0,1 1 0 0 0,-1 0-1 0 0,0 1 1 0 0,0 0 0 0 0,1 0 0 0 0,-1 1-1 0 0,-17 6 1 0 0,29-8 37 0 0,-1 1 0 0 0,1-1 0 0 0,-1 0-1 0 0,1 1 1 0 0,-1-1 0 0 0,1 0 0 0 0,-1 1-1 0 0,1-1 1 0 0,-1 0 0 0 0,1 1 0 0 0,0-1 0 0 0,-1 1-1 0 0,1-1 1 0 0,0 1 0 0 0,-1-1 0 0 0,1 1-1 0 0,0-1 1 0 0,0 1 0 0 0,-1-1 0 0 0,1 1 0 0 0,0-1-1 0 0,0 1 1 0 0,0-1 0 0 0,0 1 0 0 0,0 0-1 0 0,0-1 1 0 0,0 1 0 0 0,0-1 0 0 0,0 1-1 0 0,0 0 1 0 0,0-1 0 0 0,0 1 0 0 0,0-1 0 0 0,0 1-1 0 0,1-1 1 0 0,-1 1 0 0 0,0-1 0 0 0,0 1-1 0 0,1-1 1 0 0,-1 1 0 0 0,0-1 0 0 0,1 1 0 0 0,-1-1-1 0 0,0 1 1 0 0,1-1 0 0 0,-1 0 0 0 0,1 1-1 0 0,21 18 128 0 0,0-5-104 0 0,0-1 1 0 0,2-1 0 0 0,-1-2 0 0 0,2 0-1 0 0,-1-2 1 0 0,1 0 0 0 0,41 6-1 0 0,-23-7-843 0 0,0-3 0 0 0,1-1-1 0 0,72-6 1 0 0,-27-8-3865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6:04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91 5202 0 0,'-41'6'4923'0'0,"41"-7"-4917"0"0,0 1 0 0 0,-1 0 0 0 0,1 0 1 0 0,0-1-1 0 0,0 1 0 0 0,-1 0 0 0 0,1 0 0 0 0,0-1 1 0 0,0 1-1 0 0,-1 0 0 0 0,1-1 0 0 0,0 1 1 0 0,0 0-1 0 0,0-1 0 0 0,0 1 0 0 0,0 0 0 0 0,0-1 1 0 0,-1 1-1 0 0,1-1 0 0 0,0 1 0 0 0,0 0 1 0 0,0-1-1 0 0,0 1 0 0 0,0 0 0 0 0,0-1 0 0 0,0 1 1 0 0,1-1-1 0 0,-1 1 0 0 0,0 0 0 0 0,0-1 1 0 0,0 1-1 0 0,0 0 0 0 0,0-1 0 0 0,0 1 1 0 0,1 0-1 0 0,-1-1 0 0 0,0 1 0 0 0,0 0 0 0 0,1 0 1 0 0,-1-1-1 0 0,0 1 0 0 0,0 0 0 0 0,1 0 1 0 0,-1-1-1 0 0,12-8-48 0 0,0 0 0 0 0,0 1-1 0 0,1 0 1 0 0,0 1 0 0 0,0 0 0 0 0,0 1 0 0 0,1 0 0 0 0,0 1 0 0 0,1 1 0 0 0,-1 1-1 0 0,0 0 1 0 0,1 0 0 0 0,0 1 0 0 0,0 1 0 0 0,0 1 0 0 0,-1 0 0 0 0,1 1 0 0 0,22 4-1 0 0,-15-1 136 0 0,37 1-1 0 0,-6 0 57 0 0,-35-3-12 0 0,0-1-1 0 0,0-1 1 0 0,35-3 0 0 0,-31-2-28 0 0,-21 3-86 0 0,1 0 5 0 0,-1 2 2 0 0,0 1-15 0 0,0-1-1 0 0,0 0 1 0 0,0 0-1 0 0,0 0 1 0 0,0 0-1 0 0,0 0 1 0 0,-1 0 0 0 0,1 0-1 0 0,0-1 1 0 0,0 1-1 0 0,0 0 1 0 0,0 0-1 0 0,0-1 1 0 0,-1 1-1 0 0,1 0 1 0 0,0-1 0 0 0,0 1-1 0 0,1-2 1 0 0,-2 1 238 0 0,-4 1-93 0 0,-39 1-29 0 0,-1 1 1 0 0,1 3-1 0 0,0 1 0 0 0,1 2 0 0 0,-68 22 0 0 0,88-23-121 0 0,5-1-31 0 0,-1 0 0 0 0,-32 17 0 0 0,-33 20 40 0 0,58-32 5 0 0,-45 28 0 0 0,31-14-29 0 0,14-9 21 0 0,-40 32-1 0 0,63-47-1 0 0,0 1-1 0 0,0 0 1 0 0,0 0-1 0 0,0 0 1 0 0,0 0-1 0 0,0 1 1 0 0,1-1-1 0 0,-1 0 1 0 0,1 1-1 0 0,-1-1 1 0 0,1 1-1 0 0,0 0 1 0 0,0-1-1 0 0,0 1 1 0 0,1 0-1 0 0,-1-1 1 0 0,1 1-1 0 0,-1 0 1 0 0,1 0-1 0 0,0 0 1 0 0,0-1-1 0 0,1 7 1 0 0,0-6-3 0 0,0-1 0 0 0,0 1 1 0 0,0 0-1 0 0,0-1 0 0 0,1 1 1 0 0,0-1-1 0 0,-1 0 0 0 0,1 1 1 0 0,0-1-1 0 0,0 0 1 0 0,0 0-1 0 0,0 0 0 0 0,1 0 1 0 0,-1-1-1 0 0,0 1 0 0 0,1-1 1 0 0,-1 1-1 0 0,1-1 0 0 0,0 0 1 0 0,-1 0-1 0 0,5 1 0 0 0,20 6 80 0 0,0-2 0 0 0,0-2 0 0 0,1 0-1 0 0,46 0 1 0 0,113-11 283 0 0,-119 1-1788 0 0,107-22 0 0 0,-67-2-3015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6:05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290 116 2481 0 0,'-22'-6'1132'0'0,"0"1"1"0"0,-25-2-1 0 0,-18-3-700 0 0,62 9-438 0 0,0 1 1 0 0,1-1 0 0 0,-1 0 0 0 0,0 0 0 0 0,0 0-1 0 0,1 0 1 0 0,-1 0 0 0 0,0 0 0 0 0,1-1 0 0 0,-1 1 0 0 0,-1-3-1 0 0,2 2 16 0 0,1 0 0 0 0,0 0 0 0 0,0 0-1 0 0,0 0 1 0 0,0 0 0 0 0,0 0-1 0 0,0 0 1 0 0,1 0 0 0 0,-1 0 0 0 0,1 0-1 0 0,0-1 1 0 0,-1 1 0 0 0,1 0-1 0 0,0 0 1 0 0,1-4 0 0 0,-1 5 0 0 0,0 0 0 0 0,0 1 1 0 0,0-1-1 0 0,0 0 0 0 0,0 0 1 0 0,0 1-1 0 0,0-1 0 0 0,0 0 0 0 0,0 0 1 0 0,0 1-1 0 0,0-1 0 0 0,0 0 1 0 0,-1 1-1 0 0,1-1 0 0 0,0 0 0 0 0,-1 1 1 0 0,1-1-1 0 0,0 0 0 0 0,-1 1 0 0 0,1-1 1 0 0,-1 0-1 0 0,1 1 0 0 0,-1-1 1 0 0,1 1-1 0 0,-1-1 0 0 0,1 1 0 0 0,-1-1 1 0 0,1 1-1 0 0,-1 0 0 0 0,0-1 0 0 0,1 1 1 0 0,-1 0-1 0 0,0-1 0 0 0,1 1 1 0 0,-2 0-1 0 0,-4-2 60 0 0,3-4 184 0 0,-1 1 573 0 0,-6 3-442 0 0,20 4-37 0 0,-2 0-169 0 0,0 1 0 0 0,1 0 0 0 0,-1 0 0 0 0,0 1 0 0 0,10 6 0 0 0,1 0-39 0 0,42 27 134 0 0,0 3 0 0 0,93 82 0 0 0,2 2 1132 0 0,-138-111-1321 0 0,-2 1-1 0 0,1 1 1 0 0,-2 0 0 0 0,0 1-1 0 0,-1 0 1 0 0,16 25 0 0 0,-23-30-56 0 0,0 1 1 0 0,0 0-1 0 0,-2 0 1 0 0,0 0-1 0 0,0 1 1 0 0,-1 0-1 0 0,0 0 1 0 0,-1 0-1 0 0,-1 0 1 0 0,0 1-1 0 0,0 16 1 0 0,-1 15 124 0 0,0-27-33 0 0,0-1 0 0 0,-1 0-1 0 0,-1 0 1 0 0,0 0-1 0 0,-2 0 1 0 0,0 0 0 0 0,0-1-1 0 0,-2 1 1 0 0,-8 21 0 0 0,-10 7 281 0 0,-39 56 1 0 0,47-80-327 0 0,0 0 1 0 0,-1-2-1 0 0,-2 0 0 0 0,-33 29 1 0 0,26-29-180 0 0,-1-1 0 0 0,-1-1 0 0 0,0-2 0 0 0,-51 22-1 0 0,57-29-618 0 0,0-2-1 0 0,-1 0 1 0 0,1-1-1 0 0,-1-1 0 0 0,0-1 1 0 0,0-1-1 0 0,-40-1 1 0 0,-67-18-6255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6:17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2 5122 0 0,'-3'0'2615'0'0,"2"0"-2460"0"0,1 0-105 0 0,-1-1 0 0 0,0 1 0 0 0,0 0-1 0 0,1 0 1 0 0,-1 0 0 0 0,0 0 0 0 0,0 0 0 0 0,1 0-1 0 0,-1 0 1 0 0,0 0 0 0 0,0 0 0 0 0,1 0 0 0 0,-1 1 0 0 0,0-1-1 0 0,1 0 1 0 0,-1 0 0 0 0,0 1 0 0 0,1-1 0 0 0,-1 1-1 0 0,0-1 1 0 0,1 0 0 0 0,-1 1 0 0 0,1-1 0 0 0,-2 2 0 0 0,-5 1-65 0 0,7-3 20 0 0,-1 0 0 0 0,0 0-1 0 0,1 0 1 0 0,-1 0 0 0 0,0 1 0 0 0,1-1-1 0 0,-1 0 1 0 0,1 0 0 0 0,-1 0-1 0 0,1 0 1 0 0,-1 1 0 0 0,0-1 0 0 0,1 0-1 0 0,-1 0 1 0 0,1 1 0 0 0,-1-1-1 0 0,1 1 1 0 0,-1-1 0 0 0,1 0-1 0 0,0 1 1 0 0,-1-1 0 0 0,1 1 0 0 0,-1-1-1 0 0,1 1 1 0 0,0-1 0 0 0,-1 1-1 0 0,1-1 1 0 0,0 1 0 0 0,0-1 0 0 0,0 1-1 0 0,-1 0 1 0 0,1-1 0 0 0,0 1-1 0 0,0-1 1 0 0,0 1 0 0 0,0 0 0 0 0,0 1 19 0 0,-1 0 1 0 0,1 0 0 0 0,-1 0 0 0 0,0 0-1 0 0,1-1 1 0 0,-1 1 0 0 0,0 0 0 0 0,0-1-1 0 0,0 1 1 0 0,0-1 0 0 0,0 1 0 0 0,0-1-1 0 0,-1 1 1 0 0,1-1 0 0 0,0 0 0 0 0,-1 0-1 0 0,1 1 1 0 0,-3 0 0 0 0,2-1 17 0 0,0 0 0 0 0,1 1 0 0 0,-1-1 0 0 0,0 0 0 0 0,1 1 0 0 0,-1-1-1 0 0,1 1 1 0 0,0-1 0 0 0,0 1 0 0 0,-1 0 0 0 0,1 0 0 0 0,0 0 0 0 0,0 0 0 0 0,1-1 0 0 0,-1 1 0 0 0,0 0 0 0 0,1 0 0 0 0,-2 5 0 0 0,3 6 166 0 0,0-9-197 0 0,0 0-1 0 0,-1 0 1 0 0,0 0-1 0 0,1 0 0 0 0,-2 0 1 0 0,1 0-1 0 0,0 0 1 0 0,-1 0-1 0 0,0 0 0 0 0,0 0 1 0 0,-2 6-1 0 0,0-5 11 0 0,0 0 0 0 0,1 0 0 0 0,0 0 0 0 0,0 0 0 0 0,0 1 0 0 0,0-1 0 0 0,1 0 0 0 0,0 1 0 0 0,0-1 0 0 0,1 1 0 0 0,-1 0 0 0 0,1-1 0 0 0,1 8 0 0 0,-1 95-8 0 0,0-107-12 0 0,0-1-1 0 0,0 0 1 0 0,1 1-1 0 0,-1-1 1 0 0,0 0-1 0 0,0 1 1 0 0,0-1 0 0 0,0 0-1 0 0,0 1 1 0 0,1-1-1 0 0,-1 0 1 0 0,0 0-1 0 0,0 1 1 0 0,1-1-1 0 0,-1 0 1 0 0,0 0-1 0 0,0 1 1 0 0,1-1 0 0 0,-1 0-1 0 0,0 0 1 0 0,1 0-1 0 0,-1 1 1 0 0,0-1-1 0 0,0 0 1 0 0,1 0-1 0 0,-1 0 1 0 0,1 0-1 0 0,-1 0 1 0 0,0 0 0 0 0,1 0-1 0 0,-1 0 1 0 0,0 0-1 0 0,1 0 1 0 0,0 0-1 0 0,-1 0 2 0 0,1 0-1 0 0,-1 0 0 0 0,1 0 0 0 0,-1 0 1 0 0,1 0-1 0 0,-1 0 0 0 0,1 1 0 0 0,-1-1 1 0 0,1 0-1 0 0,-1 0 0 0 0,1 0 0 0 0,-1 1 1 0 0,1-1-1 0 0,-1 0 0 0 0,0 0 0 0 0,1 1 1 0 0,-1-1-1 0 0,1 0 0 0 0,-1 1 0 0 0,0-1 1 0 0,1 0-1 0 0,-1 1 0 0 0,0-1 0 0 0,1 1 1 0 0,-1-1-1 0 0,0 1 0 0 0,0-1 0 0 0,1 0 1 0 0,-1 1-1 0 0,0-1 0 0 0,0 1 0 0 0,0-1 1 0 0,0 1-1 0 0,0-1 0 0 0,0 1 0 0 0,0 0 1 0 0,0 0-1 0 0,0 77 12 0 0,1-77-13 0 0,-1-1 0 0 0,0 1 0 0 0,0-1 0 0 0,0 1 0 0 0,0 0 0 0 0,1-1 0 0 0,-1 1 0 0 0,0-1 0 0 0,1 1 0 0 0,-1-1 0 0 0,0 1 0 0 0,1-1 0 0 0,-1 1 0 0 0,1-1 0 0 0,-1 0 0 0 0,1 1 0 0 0,-1-1 0 0 0,1 0 0 0 0,-1 1 0 0 0,1-1 0 0 0,-1 0 0 0 0,1 1 0 0 0,0-1 0 0 0,0 0 0 0 0,0 1 0 0 0,-1-1 0 0 0,1 0 0 0 0,0 1 0 0 0,-1-1 0 0 0,1 1 0 0 0,0-1 0 0 0,-1 1 0 0 0,1-1 0 0 0,0 1 0 0 0,-1 0 0 0 0,1-1 0 0 0,-1 1 0 0 0,1-1 0 0 0,-1 1 0 0 0,0 0 0 0 0,1 0 0 0 0,-1-1 0 0 0,0 1 0 0 0,1 0 0 0 0,-1 0 0 0 0,0-1 0 0 0,0 1 0 0 0,0 0 0 0 0,1 1 0 0 0,0 20-2 0 0,-1-15 4 0 0,1 0 0 0 0,-1-1-1 0 0,0 1 1 0 0,0-1 0 0 0,-1 1-1 0 0,1-1 1 0 0,-2 1 0 0 0,-1 7 0 0 0,-1-8 6 0 0,2-2-4 0 0,0 0 1 0 0,0 0-1 0 0,1 0 1 0 0,-1 0-1 0 0,1 0 1 0 0,-1 0-1 0 0,1 0 1 0 0,1 1-1 0 0,-1-1 1 0 0,0 0-1 0 0,1 0 1 0 0,0 8-1 0 0,1 1-4 0 0,0-10 0 0 0,-1 1 0 0 0,0 0 0 0 0,0 0 0 0 0,0 0 0 0 0,0 0 0 0 0,0 0 0 0 0,-1 0 0 0 0,0 0 0 0 0,-2 7 0 0 0,2-9 0 0 0,-1 1 0 0 0,0 0 0 0 0,0 1 0 0 0,0-1 0 0 0,0 1 0 0 0,0 0 0 0 0,1-1 0 0 0,0 1 0 0 0,0 0 0 0 0,0 0 0 0 0,0 0 0 0 0,1 0 0 0 0,-1 0 0 0 0,1 8 0 0 0,0-9-30 0 0,0 0 0 0 0,-1 0 0 0 0,1 0 0 0 0,-1 0 0 0 0,0 0 0 0 0,1 0 0 0 0,-2 0 0 0 0,1 0 0 0 0,0 0 0 0 0,-3 4 0 0 0,2-4-91 0 0,1-1 1 0 0,0 1 0 0 0,-1 0-1 0 0,1 0 1 0 0,0 0 0 0 0,0 0-1 0 0,1 0 1 0 0,-1 0 0 0 0,1 0-1 0 0,-1 5 1 0 0,1 8-3135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6:18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0 1601 0 0,'4'0'1881'0'0,"0"0"-1544"0"0,3 1 1300 0 0,-10 2-30 0 0,-12 7-706 0 0,4-2-618 0 0,7-5-230 0 0,0 0 0 0 0,0 1 0 0 0,1-1 0 0 0,-1 0 0 0 0,1 1 0 0 0,0 0 0 0 0,0 0 0 0 0,-3 4 0 0 0,-14 21 60 0 0,-1-2 0 0 0,-47 47 1 0 0,7-8-40 0 0,40-41-103 0 0,5-5-284 0 0,-1-1 0 0 0,0 0 0 0 0,-27 21 0 0 0,22-28-2102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6:19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1 1601 0 0,'0'4'515'0'0,"0"-1"1"0"0,1 1-1 0 0,-1 0 0 0 0,1 0 1 0 0,-1-1-1 0 0,1 1 1 0 0,2 4-1 0 0,-1-3-350 0 0,1 0 0 0 0,0-1 0 0 0,0 1 1 0 0,1-1-1 0 0,-1 0 0 0 0,8 7 0 0 0,-5-5 38 0 0,10 16 51 0 0,-15-19-243 0 0,1 0 0 0 0,0 0 0 0 0,0-1 0 0 0,0 1 0 0 0,0-1-1 0 0,0 1 1 0 0,0-1 0 0 0,1 0 0 0 0,-1 0 0 0 0,6 3 0 0 0,32 23 135 0 0,-36-26 108 0 0,-4-3-246 0 0,0 1-1 0 0,0 0 1 0 0,0 0-1 0 0,0 0 1 0 0,0 0-1 0 0,1 0 1 0 0,-1-1 0 0 0,0 1-1 0 0,0 0 1 0 0,0 0-1 0 0,0 0 1 0 0,0 0 0 0 0,0-1-1 0 0,0 1 1 0 0,0 0-1 0 0,0 0 1 0 0,0 0-1 0 0,0 0 1 0 0,-1-1 0 0 0,1 1-1 0 0,0 0 1 0 0,0 0-1 0 0,0 0 1 0 0,0 0 0 0 0,0 0-1 0 0,0-1 1 0 0,0 1-1 0 0,0 0 1 0 0,0 0-1 0 0,0 0 1 0 0,-1 0 0 0 0,1 0-1 0 0,0 0 1 0 0,0 0-1 0 0,0-1 1 0 0,0 1 0 0 0,0 0-1 0 0,-1 0 1 0 0,1 0-1 0 0,0 0 1 0 0,0 0 0 0 0,0 0-1 0 0,0 0 1 0 0,0 0-1 0 0,-1 0 1 0 0,1 0-1 0 0,0 0 1 0 0,0 0 0 0 0,0 0-1 0 0,-1 0 1 0 0,-65-4 869 0 0,34 2-355 0 0,-43 1 0 0 0,35 2-162 0 0,18-1-263 0 0,0 1 0 0 0,0 0 1 0 0,0 2-1 0 0,1 1 0 0 0,-1 0 0 0 0,-22 8 0 0 0,56-15-225 0 0,0-1-1 0 0,0 2 1 0 0,19-3 0 0 0,-18 4-1028 0 0,0-1 0 0 0,1-1 0 0 0,-1 0 1 0 0,-1 0-1 0 0,1-2 0 0 0,13-5 0 0 0,-23 5-1285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6:34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23 725 2241 0 0,'0'0'88'0'0,"0"1"-1"0"0,0 0 1 0 0,0-1 0 0 0,0 1-1 0 0,0 0 1 0 0,0-1 0 0 0,0 1 0 0 0,-1 0-1 0 0,1-1 1 0 0,0 1 0 0 0,0 0-1 0 0,-1-1 1 0 0,1 1 0 0 0,0-1-1 0 0,-1 1 1 0 0,1 0 0 0 0,0-1 0 0 0,-1 1-1 0 0,1-1 1 0 0,-1 1 0 0 0,1-1-1 0 0,-1 1 1 0 0,1-1 0 0 0,-1 0-1 0 0,1 1 1 0 0,-1-1 0 0 0,1 0-1 0 0,-1 1 1 0 0,0-1 0 0 0,1 0 0 0 0,-1 0-1 0 0,0 1 1 0 0,1-1 0 0 0,-1 0-1 0 0,0 0 1 0 0,1 0 0 0 0,-1 0-1 0 0,0 0 1 0 0,-2 0-80 0 0,0 2 358 0 0,7 1-51 0 0,10-1-102 0 0,-14-2-199 0 0,0 0 0 0 0,1 0 1 0 0,-1 0-1 0 0,0 0 0 0 0,0 0 0 0 0,0 0 0 0 0,0 0 1 0 0,0 0-1 0 0,1 0 0 0 0,-1 0 0 0 0,0 0 1 0 0,0 0-1 0 0,0 0 0 0 0,0 0 0 0 0,0 0 0 0 0,0 0 1 0 0,1 0-1 0 0,-1 0 0 0 0,0-1 0 0 0,0 1 0 0 0,0 0 1 0 0,0 0-1 0 0,0 0 0 0 0,0 0 0 0 0,0 0 1 0 0,0 0-1 0 0,1 0 0 0 0,-1 0 0 0 0,0 0 0 0 0,0-1 1 0 0,0 1-1 0 0,0 0 0 0 0,0 0 0 0 0,0 0 0 0 0,0 0 1 0 0,0 0-1 0 0,0 0 0 0 0,0-1 0 0 0,0 1 1 0 0,0 0-1 0 0,0 0 0 0 0,0 0 0 0 0,0 0 0 0 0,0 0 1 0 0,0-1-1 0 0,0 1 0 0 0,0 0 0 0 0,0 0 0 0 0,0 0 1 0 0,4-5 1288 0 0,-4 5-1288 0 0,1 0-1 0 0,0-1 0 0 0,0 1 1 0 0,0 0-1 0 0,0 0 1 0 0,0 0-1 0 0,-1 0 0 0 0,1-1 1 0 0,0 1-1 0 0,0 0 1 0 0,0-1-1 0 0,-1 1 0 0 0,1-1 1 0 0,0 1-1 0 0,-1-1 0 0 0,1 1 1 0 0,0-1-1 0 0,-1 0 1 0 0,2 0-1 0 0,0-25 556 0 0,-2 25-561 0 0,0 1-2 0 0,0-1-1 0 0,0 1 0 0 0,0-1 0 0 0,0 1 1 0 0,0-1-1 0 0,1 1 0 0 0,-1-1 0 0 0,0 1 1 0 0,0-1-1 0 0,0 1 0 0 0,1-1 0 0 0,-1 1 1 0 0,0-1-1 0 0,0 1 0 0 0,1-1 0 0 0,-1 1 1 0 0,0-1-1 0 0,1 1 0 0 0,-1 0 0 0 0,1-1 0 0 0,-1 1 1 0 0,1 0-1 0 0,-1-1 0 0 0,1 1 0 0 0,-1 0 1 0 0,1-1-1 0 0,-1 1 0 0 0,1 0 0 0 0,-1 0 1 0 0,1 0-1 0 0,0-1 0 0 0,-1 1-2 0 0,1 0 1 0 0,0 0-1 0 0,-1 0 0 0 0,1 0 0 0 0,-1-1 0 0 0,1 1 0 0 0,-1 0 1 0 0,1 0-1 0 0,-1-1 0 0 0,1 1 0 0 0,-1-1 0 0 0,1 1 0 0 0,-1 0 1 0 0,1-1-1 0 0,-1 1 0 0 0,0-1 0 0 0,1 1 0 0 0,-1-1 1 0 0,0 1-1 0 0,1-1 0 0 0,-1 1 0 0 0,0-1 0 0 0,0 1 0 0 0,1-1 1 0 0,-1 1-1 0 0,0-1 0 0 0,0 0 0 0 0,0 1 0 0 0,0-1 0 0 0,0 1 1 0 0,0-2-1 0 0,2-1 15 0 0,-1 0 0 0 0,1 0 0 0 0,-1 0 0 0 0,1 0 0 0 0,0 1 1 0 0,0-1-1 0 0,0 1 0 0 0,0-1 0 0 0,1 1 0 0 0,-1 0 0 0 0,1 0 0 0 0,3-3 0 0 0,5-5 40 0 0,33-29 181 0 0,-38 33-201 0 0,1 0 0 0 0,-1 1 0 0 0,1 0 0 0 0,0 0 0 0 0,0 0 1 0 0,0 1-1 0 0,0 0 0 0 0,1 0 0 0 0,0 1 0 0 0,13-4 0 0 0,26-13 91 0 0,60-27 123 0 0,-23 1-44 0 0,83-49 223 0 0,110-64 21 0 0,-265 153-472 0 0,-1 0 0 0 0,25-8 0 0 0,-32 13 23 0 0,-1 0 4 0 0,-1 0 1 0 0,1 0-1 0 0,0-1 1 0 0,-1 1-1 0 0,1-1 0 0 0,-1 1 1 0 0,0-1-1 0 0,0 0 1 0 0,4-3-1 0 0,-5 3-3 0 0,1 1 1 0 0,-1-1-1 0 0,1 1 0 0 0,0 0 0 0 0,-1-1 0 0 0,1 1 1 0 0,0 0-1 0 0,0 0 0 0 0,0 0 0 0 0,0 0 0 0 0,3 0 1 0 0,-1 0-54 0 0,0 0 0 0 0,0 1 1 0 0,1 0-1 0 0,-1 0 0 0 0,0 0 1 0 0,8 2-1 0 0,-8 2-5 0 0,-4 0 53 0 0,0-3 467 0 0,0-2-464 0 0,0 1 1 0 0,0 0 0 0 0,0 0-1 0 0,0-1 1 0 0,0 1 0 0 0,0 0-1 0 0,0-1 1 0 0,0 1 0 0 0,0 0-1 0 0,1 0 1 0 0,-1-1 0 0 0,0 1-1 0 0,0 0 1 0 0,-1-1 0 0 0,1 1-1 0 0,0 0 1 0 0,0 0 0 0 0,0-1-1 0 0,0 1 1 0 0,0 0 0 0 0,0 0-1 0 0,0-1 1 0 0,0 1 0 0 0,0 0-1 0 0,-1 0 1 0 0,1-1 0 0 0,0 1-1 0 0,0 0 1 0 0,0 0 0 0 0,-1-1-1 0 0,1 1 1 0 0,0 0 0 0 0,0 0-1 0 0,0 0 1 0 0,-1 0 0 0 0,1-1-1 0 0,0 1 1 0 0,0 0 0 0 0,-1 0-1 0 0,-21-7 36 0 0,15 5-25 0 0,1 0 0 0 0,0 0-1 0 0,0 0 1 0 0,-10-6-1 0 0,-17-13 145 0 0,-37-16 0 0 0,59 32-333 0 0,0 0 1 0 0,0 1-1 0 0,-1 0 1 0 0,1 1-1 0 0,-1 0 1 0 0,0 1-1 0 0,-19-2 1 0 0,31 4 140 0 0,0 0 1 0 0,0 0 0 0 0,1 0 0 0 0,-1 0 0 0 0,0 1 0 0 0,0-1 0 0 0,0 0-1 0 0,0 0 1 0 0,1 0 0 0 0,-1 0 0 0 0,0 0 0 0 0,0 0 0 0 0,0 0-1 0 0,0 0 1 0 0,0 0 0 0 0,1 1 0 0 0,-1-1 0 0 0,0 0 0 0 0,0 0 0 0 0,0 0-1 0 0,0 0 1 0 0,0 0 0 0 0,0 1 0 0 0,0-1 0 0 0,0 0 0 0 0,0 0 0 0 0,0 0-1 0 0,1 0 1 0 0,-1 1 0 0 0,0-1 0 0 0,0 0 0 0 0,0 0 0 0 0,0 0-1 0 0,0 0 1 0 0,0 1 0 0 0,0-1 0 0 0,0 0 0 0 0,0 0 0 0 0,0 0 0 0 0,-1 0-1 0 0,1 1 1 0 0,0-1 0 0 0,0 0 0 0 0,0 0 0 0 0,0 0 0 0 0,0 0-1 0 0,0 1 1 0 0,0-1 0 0 0,0 0 0 0 0,0 0 0 0 0,0 0 0 0 0,-1 0 0 0 0,1 0-1 0 0,0 0 1 0 0,0 1 0 0 0,0-1 0 0 0,0 0 0 0 0,0 0 0 0 0,-1 0-1 0 0,1 0 1 0 0,0 0 0 0 0,0 0 0 0 0,0 0 0 0 0,0 0 0 0 0,-1 0 0 0 0,1 0-1 0 0,0 0 1 0 0,22 19-4876 0 0,-3-10 1935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6:35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441 5 80 0 0,'0'0'6043'0'0,"-4"-1"-5790"0"0,2 1-247 0 0,-2-1 63 0 0,1 0-1 0 0,0 1 1 0 0,0-1-1 0 0,0 1 1 0 0,-1 0 0 0 0,1 0-1 0 0,0 0 1 0 0,0 0-1 0 0,-1 1 1 0 0,1-1 0 0 0,0 1-1 0 0,0 0 1 0 0,0 0-1 0 0,0 0 1 0 0,0 0 0 0 0,0 0-1 0 0,-4 3 1 0 0,-165 87 1514 0 0,-3 2-645 0 0,169-89-907 0 0,5-4-26 0 0,0 1-1 0 0,-1-1 1 0 0,1 1-1 0 0,0 0 0 0 0,0-1 1 0 0,0 1-1 0 0,-1 0 1 0 0,1 0-1 0 0,0 0 1 0 0,0 0-1 0 0,0 0 1 0 0,1 0-1 0 0,-1 0 0 0 0,0 0 1 0 0,0 1-1 0 0,0-1 1 0 0,1 0-1 0 0,-1 0 1 0 0,0 3-1 0 0,16-7-1089 0 0,1-2 0 0 0,19-7 0 0 0,-20-2-1142 0 0,-12 0-308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6:36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1521 0 0,'-15'4'2856'0'0,"24"0"-1011"0"0,19 8-1664 0 0,27 22-21 0 0,-37-23-33 0 0,30 22 1 0 0,-42-29-89 0 0,-1 1-1 0 0,0 0 1 0 0,0 1-1 0 0,0-1 1 0 0,-1 1-1 0 0,0 0 1 0 0,0 0-1 0 0,0 0 1 0 0,3 9-1 0 0,-4 18 1243 0 0,-5-34-1271 0 0,1-1 0 0 0,-1 1 0 0 0,0-1 0 0 0,0 1 1 0 0,0 0-1 0 0,0 0 0 0 0,-1 0 0 0 0,1 0 0 0 0,0 0 0 0 0,-4-1 1 0 0,-4-2 37 0 0,-5-9 69 0 0,-1 1-1 0 0,0 1 1 0 0,-26-14 0 0 0,38 22-109 0 0,7 0 6 0 0,17 2 44 0 0,-13 1-47 0 0,1 1 0 0 0,0 1-1 0 0,-1-1 1 0 0,1 1 0 0 0,-1 1 0 0 0,0-1 0 0 0,1 1-1 0 0,-1 1 1 0 0,-1-1 0 0 0,1 1 0 0 0,8 6 0 0 0,18 9 46 0 0,-31-18-47 0 0,-1-1 4 0 0,0 1-1 0 0,1-1 0 0 0,-1 1 1 0 0,0-1-1 0 0,0 1 1 0 0,0-1-1 0 0,0 1 1 0 0,0 0-1 0 0,0 0 1 0 0,0-1-1 0 0,-1 1 0 0 0,1 0 1 0 0,0 0-1 0 0,0 0 1 0 0,0 0-1 0 0,-1 0 1 0 0,1 0-1 0 0,-1 0 0 0 0,1 0 1 0 0,0 0-1 0 0,-1 0 1 0 0,0 0-1 0 0,1 0 1 0 0,-1 0-1 0 0,0 1 1 0 0,0-1-1 0 0,1 0 0 0 0,-1 2 1 0 0,-19-7 213 0 0,16 3-214 0 0,1 0 0 0 0,-1 0 1 0 0,0 0-1 0 0,0 0 0 0 0,1-1 1 0 0,-1 0-1 0 0,1 1 0 0 0,-1-1 1 0 0,1 0-1 0 0,0 0 0 0 0,0 0 1 0 0,-4-5-1 0 0,-21-32 23 0 0,24 35-19 0 0,0-1-10 0 0,0-1-1 0 0,0 0 0 0 0,1 0 0 0 0,-1 0 0 0 0,1 0 0 0 0,1 0 0 0 0,-1 0 1 0 0,1 0-1 0 0,0 0 0 0 0,0-1 0 0 0,1 1 0 0 0,0-8 0 0 0,19 14-72 0 0,-16 1 66 0 0,0 0 0 0 0,0 0 0 0 0,0 1 0 0 0,0-1 0 0 0,0 1 0 0 0,0 0 0 0 0,0 0 0 0 0,0 0 0 0 0,4 4 0 0 0,7 5 0 0 0,5 5 35 0 0,29 32 1 0 0,10 9 39 0 0,-58-57-74 0 0,0 0-1 0 0,0 0 0 0 0,0 0 1 0 0,0 0-1 0 0,0 0 0 0 0,0 0 1 0 0,-1 0-1 0 0,1 0 0 0 0,0 0 1 0 0,0 0-1 0 0,0 0 0 0 0,0 0 1 0 0,0 0-1 0 0,0 0 0 0 0,0 0 1 0 0,0 0-1 0 0,0 0 0 0 0,0 0 1 0 0,0 0-1 0 0,0 0 0 0 0,0 0 1 0 0,0 0-1 0 0,0 0 0 0 0,0 1 1 0 0,0-1-1 0 0,0 0 0 0 0,0 0 1 0 0,0 0-1 0 0,0 0 0 0 0,0 0 1 0 0,0 0-1 0 0,0 0 0 0 0,0 0 1 0 0,0 0-1 0 0,0 0 0 0 0,0 0 1 0 0,0 0-1 0 0,0 0 0 0 0,0 0 1 0 0,0 0-1 0 0,0 0 0 0 0,0 1 1 0 0,0-1-1 0 0,-10-3-6 0 0,6 2-3 0 0,4 1 7 0 0,-1-1-1 0 0,1 1 0 0 0,0 0 0 0 0,-1-1 1 0 0,1 1-1 0 0,0 0 0 0 0,-1-1 0 0 0,1 1 0 0 0,0-1 1 0 0,0 1-1 0 0,-1 0 0 0 0,1-1 0 0 0,0 1 1 0 0,0-1-1 0 0,0 1 0 0 0,0-1 0 0 0,-1 1 0 0 0,1-1 1 0 0,0 1-1 0 0,0-1 0 0 0,0 1 0 0 0,0-1 1 0 0,0 1-1 0 0,0-1 0 0 0,-2-10-21 0 0,-12-6-86 0 0,0 0-102 0 0,-21-35 0 0 0,-6-8-108 0 0,41 60 319 0 0,0 0 0 0 0,-1 0 0 0 0,1 0-1 0 0,0 0 1 0 0,0-1 0 0 0,0 1 0 0 0,0 0-1 0 0,-1 0 1 0 0,1 0 0 0 0,0 0 0 0 0,0 0 0 0 0,0-1-1 0 0,0 1 1 0 0,0 0 0 0 0,-1 0 0 0 0,1 0-1 0 0,0 0 1 0 0,0-1 0 0 0,0 1 0 0 0,0 0-1 0 0,0 0 1 0 0,0 0 0 0 0,0-1 0 0 0,0 1-1 0 0,0 0 1 0 0,0 0 0 0 0,0 0 0 0 0,0-1 0 0 0,0 1-1 0 0,0 0 1 0 0,0 0 0 0 0,0-1 0 0 0,0 1-1 0 0,0 0 1 0 0,0 0 0 0 0,0 0 0 0 0,0-1-1 0 0,0 1 1 0 0,1 0 0 0 0,-1 0 0 0 0,0 0-1 0 0,0 0 1 0 0,0-1 0 0 0,0 1 0 0 0,0 0 0 0 0,0 0-1 0 0,1 0 1 0 0,-1 0 0 0 0,0 0 0 0 0,0-1-1 0 0,0 1 1 0 0,0 0 0 0 0,1 0 0 0 0,1 0-1 0 0,-1 0 1 0 0,1 0 0 0 0,-1 0 0 0 0,1 0 0 0 0,-1 1-1 0 0,1-1 1 0 0,-1 0 0 0 0,1 1 0 0 0,-1-1 0 0 0,1 1-1 0 0,-1-1 1 0 0,1 1 0 0 0,-1 0 0 0 0,0 0 0 0 0,1 0-1 0 0,-1 0 1 0 0,0 0 0 0 0,0 0 0 0 0,0 0 0 0 0,2 2-1 0 0,24 33-199 0 0,-18-24 41 0 0,28 39-1001 0 0,-11-8-1146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6:21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1 108 2961 0 0,'0'1'96'0'0,"0"-1"0"0"0,0 0 0 0 0,0 1 0 0 0,0-1 0 0 0,0 0 0 0 0,0 1 0 0 0,1-1 0 0 0,-1 0-1 0 0,0 1 1 0 0,0-1 0 0 0,0 0 0 0 0,1 0 0 0 0,-1 1 0 0 0,0-1 0 0 0,0 0 0 0 0,0 0 0 0 0,1 1 0 0 0,-1-1-1 0 0,0 0 1 0 0,1 0 0 0 0,-1 0 0 0 0,0 0 0 0 0,1 1 0 0 0,-1-1 0 0 0,0 0 0 0 0,1 0 0 0 0,-1 0 0 0 0,0 0-1 0 0,1 0 1 0 0,-1 0 0 0 0,0 0 0 0 0,1 0 0 0 0,-1 0 0 0 0,0 0 0 0 0,1 0 0 0 0,-1 0 0 0 0,0 0 0 0 0,1 0-1 0 0,-1 0 1 0 0,0 0 0 0 0,1-1 0 0 0,0 1-91 0 0,-1 0 1 0 0,0 0-1 0 0,0 0 0 0 0,1 0 0 0 0,-1-1 0 0 0,0 1 1 0 0,1 0-1 0 0,-1 0 0 0 0,0 0 0 0 0,1 0 1 0 0,-1 0-1 0 0,0 0 0 0 0,1 0 0 0 0,-1 0 0 0 0,0 0 1 0 0,0 0-1 0 0,1 1 0 0 0,-1-1 0 0 0,0 0 1 0 0,1 0-1 0 0,-1 0 0 0 0,0 0 0 0 0,1 0 0 0 0,-1 0 1 0 0,0 1-1 0 0,0-1 0 0 0,1 0 0 0 0,-1 0 1 0 0,0 0-1 0 0,0 1 0 0 0,0-1 0 0 0,1 0 1 0 0,-1 0-1 0 0,0 1 0 0 0,0-1 0 0 0,0 0 0 0 0,0 0 1 0 0,1 1-1 0 0,-1-1 0 0 0,0 1 0 0 0,1-1 6 0 0,-1 1-1 0 0,1-1 1 0 0,0 1-1 0 0,-1-1 1 0 0,1 1 0 0 0,0-1-1 0 0,0 0 1 0 0,0 1-1 0 0,-1-1 1 0 0,1 0-1 0 0,0 0 1 0 0,0 0-1 0 0,0 0 1 0 0,0 0-1 0 0,0 0 1 0 0,-1 0-1 0 0,1 0 1 0 0,0 0 0 0 0,0 0-1 0 0,1 0 1 0 0,2-1 101 0 0,8 3 2546 0 0,46 1-2382 0 0,-47-1-270 0 0,-1 0-1 0 0,0 1 0 0 0,-1 1 1 0 0,11 4-1 0 0,-13 0 62 0 0,-5-8-67 0 0,-1 0 0 0 0,-1 0 0 0 0,1 0 0 0 0,0 0 0 0 0,-1 0 0 0 0,1 0 0 0 0,0 0 0 0 0,-1 0 0 0 0,1 0 0 0 0,0 0 0 0 0,-1 0 0 0 0,1 0 0 0 0,0 0 0 0 0,-1 1 0 0 0,1-1 0 0 0,-1 0 0 0 0,1 0 0 0 0,0 1 0 0 0,-1-1 0 0 0,1 0 0 0 0,-1 1 0 0 0,1-1 0 0 0,-1 1 0 0 0,1-1 0 0 0,-1 1 0 0 0,1-1 0 0 0,0 1 0 0 0,-1 0 1 0 0,0-1 0 0 0,0 0 0 0 0,0 1 1 0 0,0-1-1 0 0,1 0 0 0 0,-1 1 0 0 0,0-1 0 0 0,0 0 0 0 0,1 0 1 0 0,-1 1-1 0 0,0-1 0 0 0,0 0 0 0 0,1 0 0 0 0,-1 0 0 0 0,0 1 1 0 0,1-1-1 0 0,-1 0 0 0 0,0 0 0 0 0,1 0 0 0 0,-1 0 0 0 0,0 0 1 0 0,1 0-1 0 0,-1 0 0 0 0,0 1 0 0 0,1-1 0 0 0,-1 0 0 0 0,0 0 1 0 0,1 0-1 0 0,-1 0 0 0 0,0-1 0 0 0,1 1 0 0 0,16 4 42 0 0,1 0-43 0 0,4-7 0 0 0,1 1 0 0 0,25-5 38 0 0,-42 6-24 0 0,0 0-1 0 0,1 1 1 0 0,-1-1-1 0 0,1 1 1 0 0,-1 1-1 0 0,0-1 1 0 0,9 2 0 0 0,-3 0 0 0 0,42 0-15 0 0,-45-3 27 0 0,26-2 28 0 0,-12 2-41 0 0,-1-3 41 0 0,0 3-41 0 0,19 0-13 0 0,-41 1 0 0 0,0 0 0 0 0,0 0 0 0 0,0 0 0 0 0,0 0 0 0 0,0 0 0 0 0,0 0-1 0 0,0 0 1 0 0,0 0 0 0 0,0-1 0 0 0,0 1 0 0 0,0 0 0 0 0,0 0 0 0 0,0 0 0 0 0,0 0 0 0 0,0 0 0 0 0,0 0 0 0 0,0 0 0 0 0,0 0 0 0 0,0 0-1 0 0,0 0 1 0 0,0 0 0 0 0,0 0 0 0 0,0 0 0 0 0,0-1 0 0 0,0 1 0 0 0,0 0 0 0 0,0 0 0 0 0,0 0 0 0 0,1 0 0 0 0,-1 0 0 0 0,0 0 0 0 0,0 0 0 0 0,0 0-1 0 0,0 0 1 0 0,0 0 0 0 0,0 0 0 0 0,0 0 0 0 0,0 0 0 0 0,0 0 0 0 0,28-1 150 0 0,-9 1-137 0 0,3-1-13 0 0,13-4 0 0 0,-3-3 0 0 0,12-2 0 0 0,1 5 0 0 0,-42 4-9 0 0,1 1 0 0 0,0-1-1 0 0,0 1 1 0 0,-1 0 0 0 0,1 0 0 0 0,0 1-1 0 0,0-1 1 0 0,6 3 0 0 0,13 0-41 0 0,-20-3 76 0 0,1 0-66 0 0,13 0 27 0 0,-14 0 11 0 0,10-9 17 0 0,-10 5 39 0 0,-3-1-28 0 0,0 4 28 0 0,-3-3-41 0 0,2 3-13 0 0,-1 0 0 0 0,0 0 0 0 0,0 0-1 0 0,0 0 1 0 0,0 0 0 0 0,0 0 0 0 0,0 0 0 0 0,0 1 0 0 0,-1-1-1 0 0,1 1 1 0 0,0 0 0 0 0,-3 0 0 0 0,-3-1 15 0 0,-33-12-87 0 0,-44-14 88 0 0,76 24-682 0 0,0-1-1 0 0,-1-1 1 0 0,1 1-1 0 0,1-2 1 0 0,-17-11-1 0 0,18 8-2054 0 0,-12 4 40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6:23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43 1361 0 0,'0'0'2507'0'0,"0"0"-2483"0"0,0 0-1 0 0,0 0 1 0 0,0 0-1 0 0,0 0 1 0 0,0-1-1 0 0,0 1 1 0 0,0 0-1 0 0,0 0 0 0 0,0 0 1 0 0,0 0-1 0 0,0 0 1 0 0,0 0-1 0 0,0 0 1 0 0,-1-1-1 0 0,1 1 0 0 0,0 0 1 0 0,0 0-1 0 0,0 0 1 0 0,0 0-1 0 0,0 0 1 0 0,0 0-1 0 0,0-1 1 0 0,1 1-1 0 0,-1 0 0 0 0,0 0 1 0 0,0 0-1 0 0,0 0 1 0 0,0 0-1 0 0,0 0 1 0 0,0 0-1 0 0,0-1 0 0 0,0 1 1 0 0,0 0-1 0 0,0 0 1 0 0,0 0-1 0 0,0 0 1 0 0,0 0-1 0 0,0 0 1 0 0,1 0-1 0 0,-1 0 0 0 0,0 0 1 0 0,0 0-1 0 0,0-1 1 0 0,0 1-1 0 0,0 0 1 0 0,0 0-1 0 0,0 0 1 0 0,1 0-1 0 0,-1 0 0 0 0,0 0 1 0 0,0 0-1 0 0,0 0 1 0 0,0 0-1 0 0,0 0 1 0 0,0 0-1 0 0,0 0 0 0 0,1 0 1 0 0,-1 0-1 0 0,0 0 1 0 0,0 0-1 0 0,0 0 1 0 0,0 0-1 0 0,0 0 1 0 0,0 0-1 0 0,1 0 0 0 0,-1 1 1 0 0,0-1-1 0 0,0 0 1 0 0,0 0-1 0 0,2 0-22 0 0,-2 0 26 0 0,1 0-1 0 0,0-1 0 0 0,-1 1 1 0 0,1 0-1 0 0,-1 0 1 0 0,1 0-1 0 0,0 0 0 0 0,-1 0 1 0 0,1 0-1 0 0,-1 1 0 0 0,1-1 1 0 0,0 0-1 0 0,-1 0 1 0 0,1 0-1 0 0,-1 0 0 0 0,1 1 1 0 0,-1-1-1 0 0,1 0 1 0 0,-1 1-1 0 0,1-1 0 0 0,-1 0 1 0 0,1 1-1 0 0,-1-1 0 0 0,1 1 1 0 0,-1-1-1 0 0,1 1 1 0 0,-1-1-1 0 0,0 1 0 0 0,1-1 1 0 0,-1 1-1 0 0,0-1 1 0 0,0 1-1 0 0,1-1 0 0 0,-1 1 1 0 0,0-1-1 0 0,0 1 0 0 0,0 0 1 0 0,0-1-1 0 0,0 1 1 0 0,1-1-1 0 0,-1 1 0 0 0,0 0 1 0 0,0-1-1 0 0,-1 1 1 0 0,1-1-1 0 0,0 1 0 0 0,0 0 1 0 0,0 0-1 0 0,-13 4 483 0 0,0-1-71 0 0,4-2-305 0 0,0 1 0 0 0,0-2 0 0 0,0 1 1 0 0,0-1-1 0 0,-9 0 0 0 0,14-1-59 0 0,1 1 0 0 0,0-1 0 0 0,0 0 0 0 0,0 0 0 0 0,0 0 0 0 0,-1 0 0 0 0,1-1 0 0 0,0 1 0 0 0,0-1 0 0 0,0 0 0 0 0,0 0 0 0 0,-4-2 0 0 0,7 3-73 0 0,0 0 1 0 0,0-1-1 0 0,1 1 1 0 0,-1 0-1 0 0,0-1 1 0 0,0 1-1 0 0,0 0 1 0 0,0-1-1 0 0,1 1 1 0 0,-1 0-1 0 0,0-1 1 0 0,0 1-1 0 0,0 0 0 0 0,1 0 1 0 0,-1-1-1 0 0,0 1 1 0 0,1 0-1 0 0,-1 0 1 0 0,0-1-1 0 0,0 1 1 0 0,1 0-1 0 0,-1 0 1 0 0,0 0-1 0 0,1 0 1 0 0,-1 0-1 0 0,0-1 0 0 0,1 1 1 0 0,-1 0-1 0 0,1 0 1 0 0,-1 0-1 0 0,0 0 1 0 0,1 0-1 0 0,-1 0 1 0 0,0 0-1 0 0,1 0 1 0 0,-1 0-1 0 0,0 0 0 0 0,1 1 1 0 0,0-1-1 0 0,-1 0 0 0 0,0 0 0 0 0,1 0 0 0 0,-1 0 0 0 0,1 0 0 0 0,-1 0-1 0 0,0 0 1 0 0,1 0 0 0 0,-1 0 0 0 0,0 0 0 0 0,1 0 0 0 0,-1 0 0 0 0,0 0 0 0 0,1 0 0 0 0,-1 0 0 0 0,0 0 0 0 0,1 0 0 0 0,-1-1 0 0 0,0 1 0 0 0,1 0 0 0 0,-1 0 0 0 0,0 0-1 0 0,1-1 1 0 0,-1 1 0 0 0,0 0 0 0 0,0 0 0 0 0,1-1 0 0 0,-1 1 0 0 0,0 0 0 0 0,0-1 0 0 0,0 1 0 0 0,1 0 0 0 0,-1 0 0 0 0,0-1 0 0 0,0 1 0 0 0,0 0 0 0 0,0-1-1 0 0,0 0 1 0 0,0 1 0 0 0,-1-2 21 0 0,21 0 35 0 0,-29 5 4 0 0,1 0 0 0 0,-1 1-1 0 0,1 0 1 0 0,0 0-1 0 0,0 1 1 0 0,-7 5-1 0 0,2-2-17 0 0,10-6-23 0 0,0 1 0 0 0,0-1 0 0 0,0 1 0 0 0,0-1-1 0 0,1 1 1 0 0,-1 0 0 0 0,1 0 0 0 0,-3 4 0 0 0,-11 11 55 0 0,16-18-75 0 0,0 0 0 0 0,0 0 0 0 0,0 0 0 0 0,0 0 0 0 0,0 0 0 0 0,0 1 0 0 0,0-1 0 0 0,0 0 0 0 0,0 0 0 0 0,0 0 0 0 0,1 0 0 0 0,-1 0 0 0 0,0 0 0 0 0,0 0 0 0 0,0 0 0 0 0,0 0 0 0 0,0 0 0 0 0,0 0 0 0 0,0 1 0 0 0,0-1 0 0 0,0 0 0 0 0,0 0 0 0 0,0 0 0 0 0,0 0 0 0 0,0 0 0 0 0,0 0 0 0 0,0 0 0 0 0,0 0 0 0 0,0 0 0 0 0,0 1 0 0 0,0-1 0 0 0,0 0 0 0 0,0 0 0 0 0,0 0 0 0 0,0 0 0 0 0,0 0 0 0 0,0 0 0 0 0,0 0 0 0 0,0 0 0 0 0,0 0 0 0 0,0 1 0 0 0,0-1 0 0 0,0 0 0 0 0,0 0 0 0 0,-1 0 0 0 0,1 0 0 0 0,0 0 0 0 0,0 0 0 0 0,0 0 0 0 0,0 0 0 0 0,0 0 0 0 0,0 0 0 0 0,0 0 0 0 0,0 0 0 0 0,0 0 0 0 0,14-2-14 0 0,-10 1 8 0 0,-1 0 0 0 0,0 0-1 0 0,1-1 1 0 0,-1 1 0 0 0,0-1 0 0 0,0 1-1 0 0,0-1 1 0 0,0 0 0 0 0,3-3-1 0 0,4-2 17 0 0,-4-11 57 0 0,-1 15-67 0 0,-4 2 0 0 0,0 1 0 0 0,-1 0 0 0 0,1-1 0 0 0,-1 1 0 0 0,1-1 0 0 0,0 1 0 0 0,-1-1 0 0 0,1 1 0 0 0,-1-1 0 0 0,1 0 0 0 0,-1 1 0 0 0,1-1 0 0 0,-1 0 0 0 0,0 1 0 0 0,1-1 0 0 0,-1 0 0 0 0,0 0 0 0 0,1 1 0 0 0,-1-1 0 0 0,0 0 0 0 0,0 0 0 0 0,0 1 0 0 0,0-1 0 0 0,0-1 0 0 0,0 1 2 0 0,0 0 1 0 0,1-1-1 0 0,-1 1 0 0 0,0 0 1 0 0,0 0-1 0 0,1 0 0 0 0,-1 0 1 0 0,1-1-1 0 0,-1 1 1 0 0,1 0-1 0 0,-1 0 0 0 0,1 0 1 0 0,0 0-1 0 0,-1 0 1 0 0,1 0-1 0 0,0 0 0 0 0,0 0 1 0 0,1-1-1 0 0,-1 1 0 0 0,0 1 0 0 0,0-1 0 0 0,0 0-1 0 0,0 0 1 0 0,0 0 0 0 0,-1 0 0 0 0,1 0 0 0 0,0 0 0 0 0,-1-1-1 0 0,1 1 1 0 0,-1 0 0 0 0,1 0 0 0 0,-1 0 0 0 0,1-1 0 0 0,-1 1-1 0 0,0 0 1 0 0,0 0 0 0 0,0-3 0 0 0,0-3 1 0 0,0 5-8 0 0,-1 1 0 0 0,1 0 0 0 0,0-1 0 0 0,0 1 0 0 0,0-1 1 0 0,0 1-1 0 0,0-1 0 0 0,0 1 0 0 0,1-1 0 0 0,-1 1 0 0 0,0-1 0 0 0,1 1 0 0 0,-1-1 0 0 0,1 1 1 0 0,-1 0-1 0 0,2-2 0 0 0,-68 118-89 0 0,37-67-3 0 0,16-24 58 0 0,-2 0 0 0 0,-1 0 0 0 0,-22 25 0 0 0,20-31-14 0 0,84-144-734 0 0,-43 92 643 0 0,-15 22 107 0 0,1 0 1 0 0,11-25-1 0 0,-20 35 42 0 0,1-1 0 0 0,0 1 0 0 0,0-1 1 0 0,1 0-1 0 0,-1 1 0 0 0,1 0 0 0 0,-1-1 0 0 0,1 1 0 0 0,0 0 0 0 0,-1 0 1 0 0,1 0-1 0 0,4-3 0 0 0,-3 0 8 0 0,-3 22-13 0 0,0-17 2 0 0,0 1 0 0 0,0 0 0 0 0,0 0 1 0 0,0-1-1 0 0,0 1 0 0 0,-1 0 0 0 0,1-1 0 0 0,0 1 0 0 0,-1 0 0 0 0,1-1 0 0 0,0 1 0 0 0,-1 0 0 0 0,1-1 1 0 0,-1 1-1 0 0,1-1 0 0 0,-1 1 0 0 0,1-1 0 0 0,-1 1 0 0 0,0-1 0 0 0,1 1 0 0 0,-1-1 0 0 0,-1 1 0 0 0,2 0 0 0 0,-1-1 0 0 0,0 1 0 0 0,0-1 0 0 0,0 1 0 0 0,1-1 0 0 0,-1 1 0 0 0,0-1-1 0 0,1 1 1 0 0,-1 0 0 0 0,1-1 0 0 0,-1 1 0 0 0,1 0 0 0 0,-1 0 0 0 0,1 0 0 0 0,-1-1-1 0 0,1 1 1 0 0,0 0 0 0 0,-1 0 0 0 0,1 0 0 0 0,0 0 0 0 0,0 0 0 0 0,-1 0 0 0 0,1 1 0 0 0,0 0 5 0 0,0 0 1 0 0,0 1 0 0 0,-1-1 0 0 0,1 0 0 0 0,-1 0 0 0 0,1 0 0 0 0,-1 0 0 0 0,0 0 0 0 0,0 0 0 0 0,0 0 0 0 0,0 0 0 0 0,0 0 0 0 0,0 0 0 0 0,0 0 0 0 0,-1-1 0 0 0,1 1 0 0 0,-1 0 0 0 0,1-1 0 0 0,-1 1 0 0 0,0-1 0 0 0,0 0 0 0 0,1 1 0 0 0,-1-1 0 0 0,0 0 0 0 0,0 0 0 0 0,-4 1 0 0 0,-7 6 83 0 0,11-7-80 0 0,0 0 0 0 0,0 0 0 0 0,0 0 0 0 0,0-1 0 0 0,0 1-1 0 0,0 0 1 0 0,0-1 0 0 0,-1 0 0 0 0,1 1 0 0 0,0-1 0 0 0,0 0-1 0 0,0 0 1 0 0,-1 0 0 0 0,1 0 0 0 0,-3-1 0 0 0,4-1-3 0 0,1 1 0 0 0,-1 0 1 0 0,0-1-1 0 0,1 1 0 0 0,-1 0 0 0 0,1-1 1 0 0,0 1-1 0 0,-1-1 0 0 0,1 1 0 0 0,0-1 1 0 0,0 1-1 0 0,0-1 0 0 0,0 1 0 0 0,0-1 1 0 0,0 1-1 0 0,1-3 0 0 0,-1 2-2 0 0,0 1-6 0 0,1 0 0 0 0,-1 0 0 0 0,0 0 0 0 0,0 0 0 0 0,0 0 0 0 0,1 0 0 0 0,-1 0 0 0 0,0 0 0 0 0,1 0 0 0 0,-1 0 0 0 0,1 1 0 0 0,-1-1 0 0 0,1 0 0 0 0,-1 0 0 0 0,1 0 0 0 0,0 1 0 0 0,0-1 0 0 0,-1 0 0 0 0,1 1 0 0 0,1-2 0 0 0,-1 2 0 0 0,0-1 0 0 0,0 0 0 0 0,-1 0 0 0 0,1 1 0 0 0,0-1 0 0 0,0 0 0 0 0,-1 0 0 0 0,1 0 0 0 0,0 0 0 0 0,-1 0 0 0 0,1 0 0 0 0,-1 0 0 0 0,1 0 0 0 0,-1 0 0 0 0,1 0 0 0 0,-1-1 0 0 0,0 1 0 0 0,0 0 0 0 0,0 0 0 0 0,1-2 0 0 0,-1 3 0 0 0,0-1 0 0 0,0 1 0 0 0,0 0 0 0 0,0 0 0 0 0,0-1 0 0 0,0 1 0 0 0,0 0 0 0 0,0-1 0 0 0,0 1 0 0 0,0 0 0 0 0,0 0 0 0 0,0-1 0 0 0,0 1 0 0 0,0 0 0 0 0,0-1 0 0 0,0 1-1 0 0,0 0 1 0 0,0 0 0 0 0,0-1 0 0 0,0 1 0 0 0,0 0 0 0 0,-1 0 0 0 0,1-1 0 0 0,0 1 0 0 0,0 0 0 0 0,0 0 0 0 0,0-1 0 0 0,-1 1 0 0 0,1 0 0 0 0,0 0 0 0 0,0 0 0 0 0,-1-1 0 0 0,1 1 0 0 0,0 0-1 0 0,0 0 1 0 0,-1 0 0 0 0,1 0 0 0 0,0 0 0 0 0,0 0 0 0 0,-1-1 0 0 0,1 1 0 0 0,0 0 0 0 0,-1 0 0 0 0,1 0 0 0 0,0 0 0 0 0,0 0 0 0 0,-1 0 0 0 0,1 0 0 0 0,0 0 0 0 0,-1 0 0 0 0,1 0-1 0 0,-1 1 1 0 0,-13 8 6 0 0,11-6 5 0 0,-11 4 26 0 0,1-1 0 0 0,-27 9 0 0 0,18-7 12 0 0,21-8-46 0 0,0 0 1 0 0,1 0-1 0 0,-1 0 1 0 0,0 0-1 0 0,0 0 0 0 0,1 0 1 0 0,-1 0-1 0 0,0 0 1 0 0,0 0-1 0 0,1 0 1 0 0,-1-1-1 0 0,0 1 0 0 0,1 0 1 0 0,-1 0-1 0 0,0-1 1 0 0,1 1-1 0 0,-1-1 1 0 0,0 1-1 0 0,1-1 0 0 0,-1 1 1 0 0,1-1-1 0 0,-1 1 1 0 0,1-1-1 0 0,-1 1 1 0 0,1-1-1 0 0,-1 1 0 0 0,1-1 1 0 0,-1 0-1 0 0,1 1 1 0 0,0-1-1 0 0,0 0 1 0 0,-1 1-1 0 0,1-1 0 0 0,0 0 1 0 0,0-1-1 0 0,-1 1 2 0 0,1-1 0 0 0,-1 1-1 0 0,1-1 1 0 0,0 1 0 0 0,0-1-1 0 0,-1 1 1 0 0,1-1 0 0 0,0 1 0 0 0,1-1-1 0 0,-1 1 1 0 0,0-1 0 0 0,0 1-1 0 0,1-1 1 0 0,-1 1 0 0 0,0-1-1 0 0,1 1 1 0 0,0-1 0 0 0,-1 1 0 0 0,1 0-1 0 0,0-1 1 0 0,1-1 0 0 0,2 1-5 0 0,-3 1 0 0 0,0 1 0 0 0,0 0 0 0 0,0-1 0 0 0,0 1 0 0 0,0-1 0 0 0,0 1 0 0 0,-1-1 0 0 0,1 1 0 0 0,0-1 0 0 0,0 0 0 0 0,-1 1 0 0 0,1-1 0 0 0,0 0 0 0 0,-1 0 0 0 0,1 1 0 0 0,-1-1 0 0 0,2-2 0 0 0,-1 2 0 0 0,1-1 0 0 0,0 1 0 0 0,0 0 0 0 0,0-1 0 0 0,0 1 0 0 0,1 0 0 0 0,-1 0 0 0 0,0 0 0 0 0,0 1 0 0 0,3-2 0 0 0,-1 0-8 0 0,2 1-19 0 0,25 4-5 0 0,-26-2 31 0 0,0 1 0 0 0,0-1 0 0 0,0 1 0 0 0,0 0 0 0 0,-1 1 0 0 0,1-1 0 0 0,-1 1 0 0 0,0-1 0 0 0,1 1 0 0 0,-1 1 0 0 0,0-1 0 0 0,4 6 0 0 0,-7-9 1 0 0,-1 0 0 0 0,0 1 0 0 0,1-1 0 0 0,-1 1 0 0 0,0-1 0 0 0,1 0 0 0 0,-1 1 0 0 0,0-1 0 0 0,0 1 0 0 0,0-1 0 0 0,1 1 0 0 0,-1-1 0 0 0,0 1 0 0 0,0-1 0 0 0,0 1 0 0 0,0 0 0 0 0,0-1 0 0 0,0 1 0 0 0,0-1 0 0 0,0 1 0 0 0,0-1 0 0 0,0 1 0 0 0,0-1 0 0 0,0 1 0 0 0,0-1 0 0 0,0 1 0 0 0,-1-1 0 0 0,1 1 0 0 0,0-1 0 0 0,0 1 0 0 0,-1-1 0 0 0,1 1 0 0 0,0-1 0 0 0,0 1 0 0 0,-1-1 0 0 0,1 0 0 0 0,-1 1 0 0 0,1-1 0 0 0,0 0 0 0 0,-1 1 0 0 0,1-1 0 0 0,-1 0 0 0 0,1 1 0 0 0,-1-1 0 0 0,1 0 0 0 0,-1 0 0 0 0,1 0 0 0 0,-2 1 0 0 0,2-1 0 0 0,-1 1 0 0 0,0-1 0 0 0,0 1 0 0 0,0 0 0 0 0,0-1 0 0 0,1 1 0 0 0,-1 0 0 0 0,0 0 0 0 0,0 0 0 0 0,1-1 0 0 0,-1 1 0 0 0,1 0 0 0 0,-1 0 0 0 0,1 0 0 0 0,-1 0 0 0 0,1 0 0 0 0,-1 0 0 0 0,1 0 0 0 0,0 1 0 0 0,0-1-2 0 0,-1 0 1 0 0,1 0-1 0 0,0-1 0 0 0,0 1 1 0 0,0 0-1 0 0,0-1 1 0 0,-1 1-1 0 0,1 0 1 0 0,0 0-1 0 0,-1-1 1 0 0,1 1-1 0 0,-1 0 1 0 0,1-1-1 0 0,-1 1 1 0 0,1-1-1 0 0,-1 1 0 0 0,1-1 1 0 0,-1 1-1 0 0,1-1 1 0 0,-1 1-1 0 0,0-1 1 0 0,0 1-1 0 0,0 0 0 0 0,0-1 1 0 0,0 1-1 0 0,0-1 0 0 0,1 1 0 0 0,-1 0 0 0 0,0 0 0 0 0,0-1 0 0 0,1 1 1 0 0,-1 0-1 0 0,0 0 0 0 0,1 0 0 0 0,-1 0 0 0 0,1-1 0 0 0,-1 1 0 0 0,1 0 0 0 0,0 0 1 0 0,-1 0-1 0 0,1 0 0 0 0,0 0 0 0 0,0 0 0 0 0,0 0 0 0 0,-1 0 0 0 0,1 2 1 0 0,1-1 0 0 0,-1-2 1 0 0,0 0-1 0 0,0 1 1 0 0,0-1 0 0 0,0 0-1 0 0,0 0 1 0 0,0 1 0 0 0,0-1-1 0 0,0 0 1 0 0,0 0-1 0 0,0 1 1 0 0,0-1 0 0 0,0 0-1 0 0,0 0 1 0 0,0 1 0 0 0,-1-1-1 0 0,1 0 1 0 0,0 0 0 0 0,0 0-1 0 0,0 1 1 0 0,0-1 0 0 0,0 0-1 0 0,0 0 1 0 0,-1 0 0 0 0,1 1-1 0 0,0-1 1 0 0,0 0-1 0 0,0 0 1 0 0,0 0 0 0 0,-1 0-1 0 0,1 1 1 0 0,0-1 0 0 0,0 0-1 0 0,-1 0 1 0 0,1 0 0 0 0,0 0-1 0 0,-15 5-95 0 0,10-8 59 0 0,6-5 24 0 0,-1 5 12 0 0,0-35-119 0 0,4-39 0 0 0,-2 78 120 0 0,-1 0 0 0 0,0 0 0 0 0,1 0 0 0 0,-1 0 0 0 0,0 1 0 0 0,0-1 0 0 0,0 0 0 0 0,0 0 0 0 0,0 1 0 0 0,0-1 0 0 0,0 0 0 0 0,0 1 0 0 0,-1-1 0 0 0,1 1 0 0 0,0-1 0 0 0,-1 1 0 0 0,1-1 0 0 0,-1 1 0 0 0,0 0 0 0 0,0-1 0 0 0,1 1 0 0 0,-1 0 0 0 0,0-1 0 0 0,-1 3 0 0 0,2 4-16 0 0,0 0-1 0 0,0-1 0 0 0,1 1 1 0 0,0-1-1 0 0,0 1 0 0 0,1-1 1 0 0,4 9-1 0 0,-3-4 200 0 0,-5-10-1088 0 0,-21-7-6643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6:39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33 880 0 0,'0'1'202'0'0,"-1"0"-1"0"0,0 0 0 0 0,0-1 0 0 0,1 1 1 0 0,-1 0-1 0 0,0-1 0 0 0,0 1 0 0 0,0-1 1 0 0,0 1-1 0 0,1-1 0 0 0,-1 1 0 0 0,0-1 1 0 0,0 0-1 0 0,0 1 0 0 0,0-1 0 0 0,0 0 1 0 0,0 0-1 0 0,0 0 0 0 0,0 0 0 0 0,0 0 1 0 0,0 0-1 0 0,-2 0 0 0 0,-19-4 613 0 0,22-28-1054 0 0,18 28-2161 0 0,-14 3 480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6:41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49 1201 0 0,'-10'-2'424'0'0,"9"1"-337"0"0,0 1 0 0 0,0 0 0 0 0,1 0 0 0 0,-1-1 0 0 0,0 1 0 0 0,1-1 1 0 0,-1 1-1 0 0,1 0 0 0 0,-1-1 0 0 0,0 1 0 0 0,1-1 0 0 0,-1 1 0 0 0,1-1 0 0 0,-1 0 0 0 0,1 1 0 0 0,-1-1 0 0 0,1 1 1 0 0,0-1-1 0 0,-1 0 0 0 0,1 1 0 0 0,0-1 0 0 0,-1 0 0 0 0,1 0 0 0 0,0 1 0 0 0,0-1 0 0 0,0 0 0 0 0,0 0 0 0 0,0 1 1 0 0,0-1-1 0 0,0 0 0 0 0,0 0 0 0 0,0 1 0 0 0,0-1 0 0 0,0 0 0 0 0,0 0 0 0 0,0 1 0 0 0,1-2 0 0 0,-1 1-152 0 0,19-5-82 0 0,-17 6 153 0 0,-1-2-81 0 0,-1-2 215 0 0,0 2-51 0 0,4 2-9 0 0,11 0 14 0 0,-11 0 1106 0 0,-4-1-1166 0 0,1 1-1 0 0,-1-1 1 0 0,1 1-1 0 0,-1-1 1 0 0,1 1 0 0 0,-1-1-1 0 0,1 1 1 0 0,0-1-1 0 0,-1 1 1 0 0,1-1-1 0 0,0 1 1 0 0,-1 0 0 0 0,1 0-1 0 0,0-1 1 0 0,0 1-1 0 0,-1 0 1 0 0,1 0-1 0 0,0 0 1 0 0,0 0-1 0 0,-1 0 1 0 0,1 0 0 0 0,0 0-1 0 0,0 0 1 0 0,0 0-1 0 0,-1 0 1 0 0,1 0-1 0 0,0 0 1 0 0,0 0 0 0 0,-1 1-1 0 0,2-1 1 0 0,-2 4 228 0 0,0-4-259 0 0,0 0 1 0 0,0 0-1 0 0,0 1 1 0 0,0-1 0 0 0,0 0-1 0 0,0 0 1 0 0,0 0 0 0 0,0 1-1 0 0,0-1 1 0 0,0 0 0 0 0,0 0-1 0 0,0 1 1 0 0,0-1 0 0 0,0 0-1 0 0,0 0 1 0 0,0 1-1 0 0,0-1 1 0 0,0 0 0 0 0,0 0-1 0 0,0 0 1 0 0,0 1 0 0 0,1-1-1 0 0,-1 0 1 0 0,0 0 0 0 0,0 0-1 0 0,0 0 1 0 0,0 1-1 0 0,0-1 1 0 0,1 0 0 0 0,-1 0-1 0 0,0 0 1 0 0,0 0 0 0 0,0 0-1 0 0,1 1 1 0 0,-1-1 0 0 0,0 0-1 0 0,1 0 1 0 0,20 17 239 0 0,0 0 0 0 0,36 39 0 0 0,-53-51-212 0 0,4 3 24 0 0,-1 1 0 0 0,-1 0 0 0 0,9 14 0 0 0,-6-8 59 0 0,-2 21 46 0 0,-6-35-155 0 0,0 0 1 0 0,0 1 0 0 0,-1-1-1 0 0,1 0 1 0 0,0 0 0 0 0,-1 1-1 0 0,1-1 1 0 0,-1 0-1 0 0,1 1 1 0 0,-1-1 0 0 0,0 0-1 0 0,0 1 1 0 0,1-1 0 0 0,-1 1-1 0 0,0-1 1 0 0,0 2-1 0 0,-1-1 6 0 0,1-1-1 0 0,0 0 0 0 0,0 1 0 0 0,1-1 0 0 0,-1 1 0 0 0,0-1 0 0 0,0 1 0 0 0,1-1 0 0 0,-1 0 0 0 0,1 1 0 0 0,-1-1 0 0 0,1 0 0 0 0,0 0 0 0 0,-1 1 0 0 0,1-1 0 0 0,1 1 1 0 0,5 35 135 0 0,30 10-66 0 0,-36-47-78 0 0,-1 0-1 0 0,1 1 0 0 0,-1 0 0 0 0,1-1 1 0 0,-1 1-1 0 0,0-1 0 0 0,0 1 1 0 0,1-1-1 0 0,-1 1 0 0 0,0 0 0 0 0,0-1 1 0 0,1 1-1 0 0,-1 0 0 0 0,0-1 1 0 0,0 1-1 0 0,0 0 0 0 0,0-1 1 0 0,0 1-1 0 0,0 0 0 0 0,3 9 40 0 0,4-4-27 0 0,-6-5-12 0 0,0-1 0 0 0,-1 1 0 0 0,1 0 0 0 0,0-1 0 0 0,0 1 0 0 0,-1 0 0 0 0,1-1 0 0 0,0 1 0 0 0,-1 0 0 0 0,1 0 0 0 0,-1 0 0 0 0,1 0 0 0 0,-1 0 0 0 0,1-1 0 0 0,-1 1 0 0 0,0 0 0 0 0,1 0 0 0 0,-1 0 0 0 0,0 0 0 0 0,0 0 1 0 0,0 0-1 0 0,0 0 0 0 0,0 0 0 0 0,0 0 0 0 0,0 1 0 0 0,0-1-3 0 0,0-1 1 0 0,1 0-1 0 0,-1 1 1 0 0,0-1-1 0 0,0 0 1 0 0,0 1-1 0 0,0-1 1 0 0,0 0 0 0 0,0 1-1 0 0,1-1 1 0 0,-1 0-1 0 0,0 0 1 0 0,0 1-1 0 0,0-1 1 0 0,1 0-1 0 0,-1 0 1 0 0,0 1-1 0 0,1-1 1 0 0,-1 0-1 0 0,0 0 1 0 0,0 0-1 0 0,1 0 1 0 0,-1 1 0 0 0,0-1-1 0 0,1 0 1 0 0,-1 0-1 0 0,0 0 1 0 0,1 0-1 0 0,-1 0 1 0 0,0 0-1 0 0,1 0 1 0 0,-1 0-1 0 0,2 0-2 0 0,-1 1 0 0 0,0-1 0 0 0,0 0 0 0 0,0 1-1 0 0,0-1 1 0 0,0 1 0 0 0,1 0 0 0 0,-1-1-1 0 0,0 1 1 0 0,0 0 0 0 0,-1-1 0 0 0,1 1 0 0 0,0 0-1 0 0,0 0 1 0 0,1 2 0 0 0,1 1 41 0 0,-1 0 0 0 0,1 0 0 0 0,-1 1 0 0 0,0 0 0 0 0,-1-1 0 0 0,1 1 0 0 0,-1 0 0 0 0,0 0 0 0 0,0-1 0 0 0,-1 1 0 0 0,1 0 0 0 0,-1 10 0 0 0,0-15-37 0 0,0 1 1 0 0,0 0 0 0 0,0 0-1 0 0,0-1 1 0 0,1 1-1 0 0,-1 0 1 0 0,0 0 0 0 0,1-1-1 0 0,-1 1 1 0 0,0 0 0 0 0,1-1-1 0 0,-1 1 1 0 0,1 0 0 0 0,-1-1-1 0 0,1 1 1 0 0,-1-1-1 0 0,1 1 1 0 0,-1-1 0 0 0,1 1-1 0 0,0-1 1 0 0,-1 1 0 0 0,2 0-1 0 0,-1-1 1 0 0,0 0 0 0 0,0 1 0 0 0,-1-1-1 0 0,1 1 1 0 0,0-1 0 0 0,-1 1 0 0 0,1 0-1 0 0,0-1 1 0 0,-1 1 0 0 0,1 0 0 0 0,-1-1-1 0 0,1 1 1 0 0,-1 0 0 0 0,1 0 0 0 0,-1-1 0 0 0,0 1-1 0 0,1 0 1 0 0,-1 0 0 0 0,0 0 0 0 0,1 0-1 0 0,-1 0 1 0 0,0-1 0 0 0,0 2 0 0 0,0-1-1 0 0,0 0 1 0 0,0 0 0 0 0,0 0-1 0 0,1 0 1 0 0,-1 0 0 0 0,0 0-1 0 0,0 0 1 0 0,1 0 0 0 0,-1 0-1 0 0,1 0 1 0 0,-1-1 0 0 0,1 1 0 0 0,-1 0-1 0 0,1 0 1 0 0,-1 0 0 0 0,1-1-1 0 0,0 1 1 0 0,-1 0 0 0 0,1-1-1 0 0,0 1 1 0 0,0-1 0 0 0,-1 1-1 0 0,2 0 1 0 0,4 4 24 0 0,6 7-29 0 0,-11-11 0 0 0,0 0 0 0 0,1 0 0 0 0,-1 0 0 0 0,0 1 0 0 0,0-1 0 0 0,0 0 0 0 0,-1 0 0 0 0,1 0 0 0 0,0 1 0 0 0,0-1 0 0 0,-1 1 0 0 0,1-1 0 0 0,0 0 0 0 0,-1 1 0 0 0,0-1 0 0 0,1 1 0 0 0,-1-1 0 0 0,0 1 0 0 0,0-1 0 0 0,0 2 0 0 0,0-2 4 0 0,0 0-1 0 0,0-1 1 0 0,1 1 0 0 0,-1-1 0 0 0,0 1 0 0 0,0-1 0 0 0,0 1 0 0 0,0 0 0 0 0,1-1 0 0 0,-1 1 0 0 0,0-1-1 0 0,0 1 1 0 0,1-1 0 0 0,-1 1 0 0 0,0-1 0 0 0,1 1 0 0 0,-1-1 0 0 0,1 1 0 0 0,-1-1 0 0 0,1 0 0 0 0,-1 1 0 0 0,1-1-1 0 0,-1 0 1 0 0,1 1 0 0 0,-1-1 0 0 0,2 1 0 0 0,-2-1 1 0 0,1 0-1 0 0,-1 0 1 0 0,1 0-1 0 0,-1 1 1 0 0,1-1-1 0 0,-1 0 1 0 0,0 1 0 0 0,1-1-1 0 0,-1 0 1 0 0,1 1-1 0 0,-1-1 1 0 0,0 0-1 0 0,1 1 1 0 0,-1-1 0 0 0,0 1-1 0 0,1-1 1 0 0,-1 1-1 0 0,0-1 1 0 0,0 1-1 0 0,0-1 1 0 0,1 1-1 0 0,-1-1 1 0 0,0 1 0 0 0,0-1-1 0 0,0 1 1 0 0,0 0-1 0 0,1 1 3 0 0,-1-1 0 0 0,1 0-1 0 0,-1 1 1 0 0,1-1-1 0 0,0 1 1 0 0,-1-1 0 0 0,1 0-1 0 0,0 0 1 0 0,0 1 0 0 0,0-1-1 0 0,0 0 1 0 0,0 0-1 0 0,0 0 1 0 0,0 0 0 0 0,1 0-1 0 0,-1 0 1 0 0,0 0-1 0 0,3 1 1 0 0,-2-1 2 0 0,-1-1-1 0 0,1 1 1 0 0,0 0 0 0 0,-1 1-1 0 0,1-1 1 0 0,-1 0-1 0 0,0 0 1 0 0,1 1 0 0 0,-1-1-1 0 0,0 0 1 0 0,0 1 0 0 0,0-1-1 0 0,0 1 1 0 0,0 0-1 0 0,0-1 1 0 0,0 1 0 0 0,0 0-1 0 0,-1 0 1 0 0,1-1-1 0 0,0 4 1 0 0,-1-5-2 0 0,-1 1-1 0 0,1 0 1 0 0,0-1 0 0 0,0 1-1 0 0,1 0 1 0 0,-1 0 0 0 0,0-1-1 0 0,0 1 1 0 0,0 0 0 0 0,0 0-1 0 0,1-1 1 0 0,-1 1 0 0 0,0 0-1 0 0,0-1 1 0 0,1 1 0 0 0,-1-1-1 0 0,1 1 1 0 0,-1 0 0 0 0,1-1-1 0 0,-1 1 1 0 0,1-1 0 0 0,-1 1-1 0 0,1-1 1 0 0,-1 1 0 0 0,1-1 0 0 0,0 1-1 0 0,-1-1 1 0 0,1 0 0 0 0,-1 1-1 0 0,2-1 1 0 0,-1 0-3 0 0,-1 1 0 0 0,1-1 0 0 0,-1 0 0 0 0,1 1 0 0 0,0-1 0 0 0,-1 0 0 0 0,1 1 0 0 0,-1-1 0 0 0,1 1 0 0 0,-1-1 1 0 0,1 1-1 0 0,-1-1 0 0 0,1 1 0 0 0,-1-1 0 0 0,1 1 0 0 0,-1 0 0 0 0,0-1 0 0 0,1 1 0 0 0,-1 0 0 0 0,0-1 0 0 0,0 1 0 0 0,1 0 0 0 0,-1-1 0 0 0,0 1 0 0 0,0 0 1 0 0,0 0-1 0 0,0-1 0 0 0,0 1 0 0 0,0 0 0 0 0,0 0 0 0 0,0-1-1 0 0,0 1 0 0 0,0-1 0 0 0,0 0 0 0 0,0 1 0 0 0,0-1 0 0 0,0 0 0 0 0,0 1 0 0 0,0-1 0 0 0,0 0 0 0 0,0 1 0 0 0,0-1 0 0 0,0 0 1 0 0,1 0-1 0 0,-1 1 0 0 0,0-1 0 0 0,0 0 0 0 0,0 1 0 0 0,0-1 0 0 0,1 0 0 0 0,-1 0 0 0 0,0 0 0 0 0,0 1 0 0 0,1-1 0 0 0,-1 0 0 0 0,0 0 0 0 0,0 0 0 0 0,1 1 0 0 0,-1-1 0 0 0,0 0 0 0 0,1 0 0 0 0,-1 0 1 0 0,0 0-1 0 0,0 0 0 0 0,1 0 0 0 0,-1 0 0 0 0,0 0 0 0 0,1 0 0 0 0,-1 0 0 0 0,1 0 0 0 0,0 1 26 0 0,-1-1 0 0 0,1 0 0 0 0,0 0 0 0 0,0 0 0 0 0,-1 1 0 0 0,1-1 0 0 0,0 0 0 0 0,-1 1 0 0 0,1-1 0 0 0,0 0 0 0 0,-1 1-1 0 0,1-1 1 0 0,0 1 0 0 0,-1-1 0 0 0,1 1 0 0 0,-1-1 0 0 0,1 1 0 0 0,-1 0 0 0 0,0-1 0 0 0,1 1 0 0 0,-1 0 0 0 0,1-1 0 0 0,-1 1 0 0 0,0 0 0 0 0,0-1 0 0 0,1 1 0 0 0,-1 0 0 0 0,0 0 0 0 0,0-1 0 0 0,0 1 0 0 0,0 0 0 0 0,0 0 0 0 0,0-1 0 0 0,0 1 0 0 0,0 0-1 0 0,0 0 1 0 0,0 0 0 0 0,0-1 0 0 0,-1 2 0 0 0,3-3 0 0 0,-22-6 268 0 0,19 7-291 0 0,1 0 0 0 0,0 0 0 0 0,0 0 0 0 0,0 0 0 0 0,-1 0 0 0 0,1 0 0 0 0,0 0 0 0 0,0 0 0 0 0,0 0 0 0 0,0 0 0 0 0,-1-1 0 0 0,1 1 0 0 0,0 0 0 0 0,0 0 0 0 0,0 0 0 0 0,-1 0 0 0 0,1 0 0 0 0,0 0 0 0 0,0 0 0 0 0,0 0 0 0 0,0-1 0 0 0,0 1-1 0 0,-1 0 1 0 0,1 0 0 0 0,0 0 0 0 0,0 0 0 0 0,0 0 0 0 0,0-1 0 0 0,0 1 0 0 0,0 0 0 0 0,0 0 0 0 0,0 0 0 0 0,0 0 0 0 0,0-1 0 0 0,0 1 0 0 0,0 0 0 0 0,-1 0 0 0 0,1 0 0 0 0,0-1 0 0 0,0 1 0 0 0,0 0 0 0 0,1 0 0 0 0,-4-4 16 0 0,2 4-13 0 0,0 1-5 0 0,1-1 0 0 0,-1 0 0 0 0,0 0 0 0 0,0 0 0 0 0,0 0 0 0 0,0 0 0 0 0,0 0 0 0 0,0-1 0 0 0,1 1 0 0 0,-1 0 0 0 0,0 0 1 0 0,0 0-1 0 0,0-1 0 0 0,0 1 0 0 0,1-1 0 0 0,-1 1 0 0 0,0 0 0 0 0,0-1 0 0 0,0-1 0 0 0,1 2 1 0 0,-1 0 0 0 0,1 0-1 0 0,0-1 1 0 0,0 1 0 0 0,0 0 0 0 0,0-1 0 0 0,-1 1 0 0 0,1 0-1 0 0,0 0 1 0 0,0 0 0 0 0,-1-1 0 0 0,1 1 0 0 0,0 0 0 0 0,0 0-1 0 0,-1 0 1 0 0,1-1 0 0 0,0 1 0 0 0,0 0 0 0 0,-1 0 0 0 0,1 0-1 0 0,0 0 1 0 0,-1 0 0 0 0,1 0 0 0 0,0 0 0 0 0,-1 0 0 0 0,1 0 0 0 0,0 0-1 0 0,-1 0 1 0 0,1 0 0 0 0,0 0 0 0 0,-1 0 0 0 0,1 0 0 0 0,0 0-1 0 0,-1 0 1 0 0,1 0 0 0 0,0 0 0 0 0,-1 0-2 0 0,1 1 1 0 0,-1-1-1 0 0,1 0 0 0 0,0 0 0 0 0,-1 0 1 0 0,1 0-1 0 0,0 0 0 0 0,-1 0 1 0 0,1 0-1 0 0,-1 0 0 0 0,1 0 1 0 0,0 0-1 0 0,-1 0 0 0 0,1 0 1 0 0,0 0-1 0 0,-1 0 0 0 0,1-1 0 0 0,-1 1 1 0 0,1 0-1 0 0,0 0 0 0 0,-1 0 1 0 0,1 0-1 0 0,0-1 0 0 0,0 1 1 0 0,-1 0-1 0 0,1 0 0 0 0,0-1 1 0 0,-1 1-1 0 0,1 0 0 0 0,0-1 0 0 0,0 1 1 0 0,-1 0-1 0 0,1-1 0 0 0,0 1 1 0 0,0 0-1 0 0,0-1 0 0 0,0 1 1 0 0,-1-1-1 0 0,-1-2 4 0 0,-1 1 1 0 0,1-1-1 0 0,-1 0 0 0 0,0 1 1 0 0,0 0-1 0 0,0 0 1 0 0,0 0-1 0 0,0 0 0 0 0,-1 0 1 0 0,1 1-1 0 0,-6-3 0 0 0,-12-6-109 0 0,-2-3-451 0 0,0 1 1 0 0,-1 1 0 0 0,-28-8 0 0 0,22 7-373 0 0,-18-2-1846 0 0,4 8-1588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6:43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248 216 720 0 0,'0'-1'156'0'0,"0"1"0"0"0,0-1 0 0 0,0 0-1 0 0,0 1 1 0 0,0-1 0 0 0,0 1 0 0 0,0-1 0 0 0,0 1-1 0 0,0-1 1 0 0,0 1 0 0 0,0-1 0 0 0,-1 0 0 0 0,1 1-1 0 0,0-1 1 0 0,0 1 0 0 0,0-1 0 0 0,-1 1-1 0 0,1-1 1 0 0,0 1 0 0 0,-1-1 0 0 0,1 1 0 0 0,0 0-1 0 0,-1-1 1 0 0,1 1 0 0 0,-1-1 0 0 0,1 1 0 0 0,-1 0-1 0 0,1-1 1 0 0,-1 1 0 0 0,1 0 0 0 0,-1 0 0 0 0,1-1-1 0 0,-1 1 1 0 0,1 0 0 0 0,-1 0 0 0 0,0 0-1 0 0,0-1-125 0 0,1 1 0 0 0,-1 0 0 0 0,0 0 0 0 0,1 0 0 0 0,-1 0 0 0 0,1-1 0 0 0,-1 1 0 0 0,1 0-1 0 0,-1 0 1 0 0,1-1 0 0 0,-1 1 0 0 0,1 0 0 0 0,-1-1 0 0 0,1 1 0 0 0,0-1 0 0 0,-1 1-1 0 0,1 0 1 0 0,0-1 0 0 0,-1 1 0 0 0,1-1 0 0 0,0 1 0 0 0,-1-1 0 0 0,1 1 0 0 0,0-1 0 0 0,0 0-1 0 0,0 1 1 0 0,-1-1 0 0 0,1 1 0 0 0,0-1 0 0 0,0 1 0 0 0,0-1 0 0 0,0 0 0 0 0,0 1 0 0 0,0-1-1 0 0,0 1 1 0 0,1-2 0 0 0,-2 2-25 0 0,1-1 0 0 0,0 1 0 0 0,0 0 0 0 0,0-1 0 0 0,0 1 0 0 0,0-1 0 0 0,-1 1 0 0 0,1 0 0 0 0,0-1 0 0 0,0 1-1 0 0,-1 0 1 0 0,1-1 0 0 0,0 1 0 0 0,0 0 0 0 0,-1 0 0 0 0,1-1 0 0 0,0 1 0 0 0,-1 0 0 0 0,1 0 0 0 0,-1-1 0 0 0,1 1 0 0 0,0 0 0 0 0,-1 0 0 0 0,1 0 0 0 0,0 0 0 0 0,-1 0 0 0 0,1 0-1 0 0,-1-1 1 0 0,0 1 7 0 0,0 0-1 0 0,1 0 1 0 0,-1 0-1 0 0,0 0 0 0 0,1-1 1 0 0,-1 1-1 0 0,1 0 0 0 0,-1-1 1 0 0,0 1-1 0 0,1 0 0 0 0,-1-1 1 0 0,1 1-1 0 0,-1-1 1 0 0,1 1-1 0 0,-1-1 0 0 0,1 1 1 0 0,-1-1-1 0 0,1 1 0 0 0,0-1 1 0 0,-1 0-1 0 0,1 1 0 0 0,0-1 1 0 0,-1 1-1 0 0,1-1 0 0 0,0 0 1 0 0,0 1-1 0 0,0-1 1 0 0,-1 0-1 0 0,1 0 0 0 0,0 1 1 0 0,0-2-1 0 0,0-7 126 0 0,0 6-116 0 0,-1 1 0 0 0,1 0 0 0 0,0 0 0 0 0,0-1 0 0 0,0 1 0 0 0,0 0 0 0 0,0 0 1 0 0,0-1-1 0 0,1 1 0 0 0,-1 0 0 0 0,1 0 0 0 0,0 0 0 0 0,-1-1 0 0 0,1 1 0 0 0,0 0 1 0 0,0 0-1 0 0,1 0 0 0 0,-1 1 0 0 0,0-1 0 0 0,0 0 0 0 0,1 0 0 0 0,-1 0 1 0 0,1 1-1 0 0,0-1 0 0 0,-1 1 0 0 0,4-2 0 0 0,0 0 2 0 0,-4 3-20 0 0,0-1-1 0 0,0 1 1 0 0,0-1 0 0 0,0 1 0 0 0,0-1-1 0 0,0 1 1 0 0,-1-1 0 0 0,1 1-1 0 0,0-1 1 0 0,0 0 0 0 0,-1 1-1 0 0,1-1 1 0 0,0 0 0 0 0,-1 0 0 0 0,1 1-1 0 0,-1-1 1 0 0,1 0 0 0 0,-1 0-1 0 0,1 0 1 0 0,-1 0 0 0 0,1 0 0 0 0,-1 0-1 0 0,0 0 1 0 0,0 0 0 0 0,1-1-1 0 0,-1 2 2 0 0,0-1-1 0 0,0 0 0 0 0,0 1 1 0 0,0-1-1 0 0,0 1 0 0 0,0-1 1 0 0,0 0-1 0 0,0 1 0 0 0,0-1 0 0 0,1 1 1 0 0,-1-1-1 0 0,0 1 0 0 0,0-1 1 0 0,1 1-1 0 0,-1-1 0 0 0,0 1 1 0 0,1-1-1 0 0,-1 1 0 0 0,0-1 0 0 0,1 1 1 0 0,-1-1-1 0 0,1 1 0 0 0,-1 0 1 0 0,1-1-1 0 0,-1 1 0 0 0,1 0 1 0 0,-1-1-1 0 0,1 1 0 0 0,0 0 0 0 0,0-1 4 0 0,0 1-1 0 0,0-1 0 0 0,0 1 1 0 0,-1 0-1 0 0,1-1 0 0 0,0 1 0 0 0,-1-1 1 0 0,1 0-1 0 0,0 1 0 0 0,-1-1 0 0 0,1 0 1 0 0,-1 1-1 0 0,1-1 0 0 0,-1 0 1 0 0,1 1-1 0 0,-1-1 0 0 0,1 0 0 0 0,-1 0 1 0 0,0 0-1 0 0,0 1 0 0 0,1-1 0 0 0,-1 0 1 0 0,0 0-1 0 0,0 0 0 0 0,0 0 1 0 0,0 0-1 0 0,0 0 0 0 0,0 1 0 0 0,0-1 1 0 0,0-1-1 0 0,-14 11 9 0 0,9-7-17 0 0,2 1-10 0 0,0 1 0 0 0,0 0 0 0 0,0 0 0 0 0,0 1 0 0 0,1-1 0 0 0,-1 1 1 0 0,1-1-1 0 0,0 1 0 0 0,-1 5 0 0 0,1-4-6 0 0,0 0 0 0 0,-1 0 0 0 0,0 0 0 0 0,0-1 0 0 0,-5 8 0 0 0,-55 58 18 0 0,60-63 67 0 0,3-6-14 0 0,-1-3-107 0 0,1 1 52 0 0,0 0 0 0 0,0 0 1 0 0,0-1-1 0 0,0 1 0 0 0,0 0 1 0 0,0 0-1 0 0,0-1 0 0 0,0 1 1 0 0,0 0-1 0 0,0 0 1 0 0,0-1-1 0 0,0 1 0 0 0,0 0 1 0 0,0-1-1 0 0,0 1 0 0 0,0 0 1 0 0,0 0-1 0 0,0-1 1 0 0,0 1-1 0 0,0 0 0 0 0,0 0 1 0 0,0-1-1 0 0,1 1 0 0 0,-1 0 1 0 0,0 0-1 0 0,0-1 1 0 0,0 1-1 0 0,0 0 0 0 0,1 0 1 0 0,-1 0-1 0 0,0-1 0 0 0,0 1 1 0 0,0 0-1 0 0,1 0 1 0 0,-1 0-1 0 0,0 0 0 0 0,0 0 1 0 0,1 0-1 0 0,-1-1 0 0 0,26-25 81 0 0,-22 22-70 0 0,0-1 1 0 0,0 0 0 0 0,1 1 0 0 0,0 0 0 0 0,-1 0-1 0 0,7-4 1 0 0,-9 7-10 0 0,-1 1-1 0 0,1-1 1 0 0,-1 0-1 0 0,1 0 0 0 0,-1 0 1 0 0,1 0-1 0 0,-1 0 1 0 0,0 0-1 0 0,0 0 1 0 0,0 0-1 0 0,1 0 0 0 0,-1-1 1 0 0,1 0-1 0 0,1-25 103 0 0,-4 26-96 0 0,1 1 0 0 0,0-1 1 0 0,-1 1-1 0 0,1-1 0 0 0,0 1 1 0 0,-1-1-1 0 0,1 1 0 0 0,0-1 1 0 0,-1 1-1 0 0,1 0 0 0 0,-1-1 1 0 0,1 1-1 0 0,-1 0 1 0 0,1-1-1 0 0,0 1 0 0 0,-1 0 1 0 0,0 0-1 0 0,1-1 0 0 0,-1 1 1 0 0,1 0-1 0 0,-1 0 0 0 0,1 0 1 0 0,-1 0-1 0 0,1 0 0 0 0,-1 0 1 0 0,0 0-1 0 0,1 0 1 0 0,-1 0-1 0 0,1 0 0 0 0,-1 0 1 0 0,1 0-1 0 0,-1 0 0 0 0,1 0 1 0 0,-1 0-1 0 0,0 0 0 0 0,1 1 1 0 0,-1-1-1 0 0,0 1 0 0 0,-20 5 280 0 0,-56 52-191 0 0,39-28-96 0 0,16-16 1 0 0,3-10 0 0 0,19-4 0 0 0,0 0 0 0 0,0 0 0 0 0,-1 0 0 0 0,1 0 0 0 0,0 0 0 0 0,0 0 0 0 0,0 0 0 0 0,0 0 0 0 0,-1-1 0 0 0,1 1 0 0 0,0 0 0 0 0,0 0 0 0 0,0 0 0 0 0,0 0 0 0 0,0 0 0 0 0,-1 0 0 0 0,1-1 0 0 0,0 1 0 0 0,0 0 0 0 0,0 0 0 0 0,0 0 0 0 0,0 0 0 0 0,0 0 0 0 0,0-1 0 0 0,0 1 0 0 0,0 0 0 0 0,-1 0 0 0 0,1 0 0 0 0,0-1 0 0 0,0 1 0 0 0,0 0 0 0 0,0 0 0 0 0,0 0 0 0 0,0 0 0 0 0,0-1 0 0 0,0 1 0 0 0,0 0 0 0 0,0 0 0 0 0,1 0 0 0 0,-1-1 0 0 0,0 1 0 0 0,0 0 0 0 0,0 0 0 0 0,0 0 0 0 0,0 0 0 0 0,0-1 0 0 0,0 1 0 0 0,0 0 0 0 0,0 0 0 0 0,1 0 0 0 0,-1 0 0 0 0,0 0 0 0 0,0-1 0 0 0,0 1 0 0 0,0 0 0 0 0,0 0 0 0 0,1 0 0 0 0,-1 0 0 0 0,0 0 0 0 0,0 0 0 0 0,0 0 0 0 0,0 0 0 0 0,1 0 0 0 0,-1-1 0 0 0,11-7 11 0 0,0 0 0 0 0,0-1 1 0 0,-1 0-1 0 0,-1 0 1 0 0,0-1-1 0 0,12-16 1 0 0,-19 21-7 0 0,0 0 1 0 0,1-1-1 0 0,-1 1 1 0 0,1 0-1 0 0,1 1 1 0 0,-1-1-1 0 0,1 1 1 0 0,0-1 0 0 0,0 1-1 0 0,0 0 1 0 0,5-4-1 0 0,-9 8-4 0 0,1 0-1 0 0,-1 0 0 0 0,1 0 1 0 0,-1-1-1 0 0,0 1 1 0 0,0 0-1 0 0,1-1 0 0 0,-1 1 1 0 0,0 0-1 0 0,0 0 1 0 0,1-1-1 0 0,-1 1 0 0 0,0 0 1 0 0,0-1-1 0 0,0 1 1 0 0,1-1-1 0 0,-1 1 0 0 0,0 0 1 0 0,0-1-1 0 0,0 1 1 0 0,0-1-1 0 0,0 1 0 0 0,0 0 1 0 0,0-1-1 0 0,0 1 1 0 0,0-1-1 0 0,0 1 1 0 0,0 0-1 0 0,0-1 0 0 0,0 1 1 0 0,-1-1-1 0 0,1-7 1 0 0,-5 9 9 0 0,1 1 0 0 0,-1 0 1 0 0,1 0-1 0 0,0 0 0 0 0,-1 0 1 0 0,1 1-1 0 0,0-1 1 0 0,-6 6-1 0 0,-21 22 19 0 0,24-25-24 0 0,1 1 0 0 0,-1-1-1 0 0,1 2 1 0 0,1-1 0 0 0,-1 1-1 0 0,1-1 1 0 0,-7 13 0 0 0,-10 19 61 0 0,15-24-65 0 0,11-8-25 0 0,14-6-19 0 0,-15-2 43 0 0,0 1 0 0 0,0-1 0 0 0,0 0 0 0 0,0 0 0 0 0,0 0 0 0 0,0-1 0 0 0,0 1 0 0 0,-1-1 0 0 0,1 1 0 0 0,1-4 0 0 0,11-9 0 0 0,2-2-33 0 0,0-1-1 0 0,-1 0 1 0 0,18-26 0 0 0,-7 8-8 0 0,-18 26 20 0 0,-7 9 20 0 0,-1 0-1 0 0,0 0 1 0 0,0 0-1 0 0,0 0 1 0 0,0 0-1 0 0,-1-1 1 0 0,1 1-1 0 0,0 0 1 0 0,0 0 0 0 0,-1-1-1 0 0,1 1 1 0 0,-1 0-1 0 0,1-1 1 0 0,-1 1-1 0 0,1 0 1 0 0,-1-1-1 0 0,0 1 1 0 0,0-1-1 0 0,0 1 1 0 0,0-1-1 0 0,0-1 1 0 0,-22 16 68 0 0,13-1-68 0 0,0-1 1 0 0,0 2 0 0 0,-9 17-1 0 0,-4 6-11 0 0,-4 3-10 0 0,2 0 0 0 0,-33 70 0 0 0,56-105 25 0 0,0-1 1 0 0,0 0 0 0 0,1 1 0 0 0,-1-1 0 0 0,1 0 0 0 0,0 1 0 0 0,0 4-1 0 0,0-2 7 0 0,26-15-971 0 0,-22 7 823 0 0,0 1-77 0 0,-1 0 0 0 0,1-1-1 0 0,0 1 1 0 0,-1-1-1 0 0,0 0 1 0 0,1 0 0 0 0,-1 0-1 0 0,0 0 1 0 0,0-1-1 0 0,0 1 1 0 0,-1-1-1 0 0,1 1 1 0 0,-1-1 0 0 0,1 0-1 0 0,-1 0 1 0 0,0-1-1 0 0,2-3 1 0 0,0-30-3653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6:43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463 32 1521 0 0,'-42'-9'4122'0'0,"29"5"-3931"0"0,-1 1-1 0 0,0 0 1 0 0,0 1-1 0 0,0 1 1 0 0,0 0-1 0 0,-17 1 1 0 0,12 2-25 0 0,-1 0 1 0 0,1 2 0 0 0,0 0-1 0 0,1 1 1 0 0,-1 1 0 0 0,1 1 0 0 0,-28 14-1 0 0,21-12 13 0 0,24-9-170 0 0,1 1-1 0 0,0-1 0 0 0,-1 0 1 0 0,0 0-1 0 0,1 1 0 0 0,-1-1 1 0 0,1 0-1 0 0,-1 0 1 0 0,1 0-1 0 0,-1 0 0 0 0,1 0 1 0 0,-1 0-1 0 0,0 1 0 0 0,1-1 1 0 0,-1 0-1 0 0,1-1 1 0 0,-1 1-1 0 0,1 0 0 0 0,-1 0 1 0 0,0 0-1 0 0,1 0 0 0 0,-1 0 1 0 0,1-1-1 0 0,-1 1 1 0 0,1 0-1 0 0,-1 0 0 0 0,1-1 1 0 0,-1 1-1 0 0,1 0 0 0 0,-1-1 1 0 0,1 1-1 0 0,-1 0 1 0 0,1-1-1 0 0,0 1 0 0 0,-1-1 1 0 0,1 0 84 0 0,4 0-26 0 0,166-46-227 0 0,-103 31-467 0 0,-66 17 508 0 0,-10 5 11 0 0,-169 67-706 0 0,101-36-293 0 0,14-15-667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6:48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178 441 80 0 0,'-3'0'987'0'0,"3"0"-969"0"0,0 0 1 0 0,0 0-1 0 0,0-1 0 0 0,1 1 0 0 0,-1 0 1 0 0,0 0-1 0 0,0 0 0 0 0,0-1 0 0 0,0 1 1 0 0,0 0-1 0 0,0 0 0 0 0,0 0 0 0 0,1-1 0 0 0,-1 1 1 0 0,0 0-1 0 0,0 0 0 0 0,0 0 0 0 0,0-1 1 0 0,0 1-1 0 0,0 0 0 0 0,0 0 0 0 0,0-1 1 0 0,0 1-1 0 0,0 0 0 0 0,0 0 0 0 0,0-1 0 0 0,-1 1 1 0 0,1 0-1 0 0,0 0 0 0 0,0 0 0 0 0,0-1 1 0 0,0 1-1 0 0,0 0 0 0 0,0 0 0 0 0,0 0 1 0 0,-1-1-1 0 0,1 1 0 0 0,0 0 0 0 0,0 0 1 0 0,0 0-1 0 0,0 0 0 0 0,-1 0 0 0 0,1-1 0 0 0,0 1 1 0 0,0 0-1 0 0,0 0 0 0 0,-1 0 0 0 0,1 0 1 0 0,0 0-1 0 0,0 0 0 0 0,0 0 0 0 0,-1 0 1 0 0,1 0-1 0 0,0 0 0 0 0,0 0 0 0 0,-1 0 1 0 0,1 0-1 0 0,0 0 0 0 0,0 0 0 0 0,-1 0 0 0 0,1 0 1 0 0,0 0-1 0 0,0 0 0 0 0,0 0 0 0 0,-1 0 1 0 0,3-2 71 0 0,-1-1 1 0 0,0 1 0 0 0,0-1-1 0 0,0 0 1 0 0,0 1 0 0 0,0-1-1 0 0,-1 0 1 0 0,1 0 0 0 0,-1 0-1 0 0,0-3 1 0 0,1 4-38 0 0,-1 0 1 0 0,0 1-1 0 0,0-1 0 0 0,0 0 0 0 0,0 0 0 0 0,-1 1 1 0 0,1-1-1 0 0,0 0 0 0 0,-1 1 0 0 0,1-1 0 0 0,-1 1 0 0 0,1-1 1 0 0,-1 0-1 0 0,-1-1 0 0 0,1 3-33 0 0,1 0 0 0 0,-1 0 0 0 0,0 0 0 0 0,0 0-1 0 0,1 0 1 0 0,-1 0 0 0 0,0 0 0 0 0,0 0 0 0 0,0 0 0 0 0,1 0 0 0 0,-1 0-1 0 0,0 0 1 0 0,0 0 0 0 0,1 1 0 0 0,-1-1 0 0 0,0 0 0 0 0,1 1 0 0 0,-1-1-1 0 0,0 0 1 0 0,1 1 0 0 0,-1-1 0 0 0,0 1 0 0 0,1-1 0 0 0,-1 1 0 0 0,1-1 0 0 0,-1 1-1 0 0,1-1 1 0 0,-2 2 0 0 0,-35 39 447 0 0,12-45 907 0 0,25 3-1294 0 0,0-2 0 0 0,0 3 0 0 0,-1-1 31 0 0,2-1-99 0 0,-27 0 172 0 0,25 3-178 0 0,0-1-5 0 0,0 0-1 0 0,0 0 1 0 0,1 0 0 0 0,-1 0 0 0 0,0 0 0 0 0,1 0 0 0 0,-1 0 0 0 0,0 0 0 0 0,0 0-1 0 0,1 0 1 0 0,-1 0 0 0 0,0 0 0 0 0,0 0 0 0 0,1-1 0 0 0,-1 1 0 0 0,0 0-1 0 0,1-1 1 0 0,-1 1 0 0 0,0 0 0 0 0,1-1 0 0 0,-1 1 0 0 0,1-1 0 0 0,-2 0 0 0 0,2 0 65 0 0,0 1-54 0 0,0 0 0 0 0,0 0 0 0 0,0 0-1 0 0,1 0 1 0 0,-1 1 0 0 0,0-1 0 0 0,0 0 0 0 0,0 0-1 0 0,0 0 1 0 0,0 0 0 0 0,0 0 0 0 0,0 1-1 0 0,0-1 1 0 0,0 0 0 0 0,0 0 0 0 0,0 0 0 0 0,0 0-1 0 0,0 0 1 0 0,0 1 0 0 0,0-1 0 0 0,0 0-1 0 0,0 0 1 0 0,0 0 0 0 0,0 0 0 0 0,0 1 0 0 0,0-1-1 0 0,0 0 1 0 0,0 0 0 0 0,0 0 0 0 0,-1 0 0 0 0,1 0-1 0 0,0 0 1 0 0,0 1 0 0 0,0-1 0 0 0,0 0-1 0 0,0 0 1 0 0,0 0 0 0 0,0 0 0 0 0,-1 0 0 0 0,1 0-1 0 0,0 0 1 0 0,0 0 0 0 0,0 0 0 0 0,0 0 0 0 0,0 1-1 0 0,0-1 1 0 0,-1 0 0 0 0,1 0 0 0 0,0 0-1 0 0,0 0 1 0 0,0 0 0 0 0,0 0 0 0 0,-1 0 0 0 0,1 0-1 0 0,0 0 1 0 0,0 0 0 0 0,0 0 0 0 0,0 0-1 0 0,-1-1 1 0 0,-22 5 112 0 0,22-4-119 0 0,0 0 1 0 0,0 0-1 0 0,0 1 1 0 0,1-1-1 0 0,-1 0 1 0 0,0 0-1 0 0,0 1 1 0 0,1-1-1 0 0,-1 1 1 0 0,0-1-1 0 0,0 0 1 0 0,1 1-1 0 0,-1-1 1 0 0,0 1-1 0 0,1 0 1 0 0,-1-1-1 0 0,1 1 1 0 0,-1-1-1 0 0,1 1 1 0 0,-1 0-1 0 0,1 0 1 0 0,-1-1-1 0 0,1 1 1 0 0,-1 0 0 0 0,1 1-1 0 0,0-1 622 0 0,0-2-518 0 0,0 1-107 0 0,0 0 1 0 0,0 0-1 0 0,0 0 1 0 0,-1-1-1 0 0,1 1 0 0 0,0 0 1 0 0,0 0-1 0 0,0 0 0 0 0,0 0 1 0 0,0 0-1 0 0,0 0 1 0 0,0-1-1 0 0,0 1 0 0 0,0 0 1 0 0,0 0-1 0 0,0 0 1 0 0,0 0-1 0 0,0 0 0 0 0,0 0 1 0 0,1-1-1 0 0,-1 1 0 0 0,0 0 1 0 0,0 0-1 0 0,0 0 1 0 0,0 0-1 0 0,0 0 0 0 0,0 0 1 0 0,0 0-1 0 0,0-1 1 0 0,0 1-1 0 0,0 0 0 0 0,0 0 1 0 0,1 0-1 0 0,-1 0 0 0 0,0 0 1 0 0,0 0-1 0 0,0 0 1 0 0,0 0-1 0 0,0 0 0 0 0,0 0 1 0 0,1 0-1 0 0,-1 0 1 0 0,0 0-1 0 0,0 0 0 0 0,0 0 1 0 0,0 0-1 0 0,0 0 0 0 0,0 0 1 0 0,1 0-1 0 0,-1 0 1 0 0,0 0-1 0 0,0 0 0 0 0,0 0 1 0 0,0 0-1 0 0,82-32 412 0 0,-74 30-363 0 0,1 0 0 0 0,0 1 0 0 0,0 1 0 0 0,0-1 0 0 0,13 2 0 0 0,-11 2 133 0 0,-9-3-176 0 0,34-8 201 0 0,1-1-106 0 0,69-27 1 0 0,-71 23-81 0 0,71-18 0 0 0,-17 12 110 0 0,-57 13-131 0 0,-12 2 21 0 0,0-1 0 0 0,-1 0 0 0 0,27-12 0 0 0,-25 11 4 0 0,1 0-1 0 0,0 2 1 0 0,0 1 0 0 0,0 0-1 0 0,43 2 1 0 0,-58 1-27 0 0,0 1 0 0 0,0-2 0 0 0,0 1 0 0 0,0-1 0 0 0,0 0 0 0 0,-1 0 0 0 0,1-1 0 0 0,0 0 0 0 0,12-5 0 0 0,-16 2 21 0 0,1 0 25 0 0,-3 5-16 0 0,0 1-18 0 0,-1-1-1 0 0,1 0 1 0 0,0 0-1 0 0,0 0 1 0 0,-1 0 0 0 0,1 0-1 0 0,0 0 1 0 0,0 0-1 0 0,-1 0 1 0 0,1 0-1 0 0,0-1 1 0 0,0 1 0 0 0,-1 0-1 0 0,1 0 1 0 0,0-1-1 0 0,-1 1 1 0 0,1 0 0 0 0,0-1-1 0 0,-1 1 1 0 0,1-1-1 0 0,-1 1 1 0 0,1 0 0 0 0,-1-1-1 0 0,2 0 1 0 0,-4-1 2 0 0,5 1-13 0 0,14-5-3 0 0,54-13 176 0 0,-42 14-166 0 0,45-9 21 0 0,134-42 0 0 0,-143 28-41 0 0,-41 17-2 0 0,1 0 1 0 0,1 2-1 0 0,29-7 1 0 0,-33 12-148 0 0,-22 5 160 0 0,-1-1 1 0 0,1 1-1 0 0,-1 0 0 0 0,0-1 0 0 0,1 1 0 0 0,-1 0 0 0 0,0-1 0 0 0,1 1 0 0 0,-1-1 0 0 0,0 1 0 0 0,0-1 0 0 0,0 0 0 0 0,1 1 0 0 0,-1-1 0 0 0,0 0 0 0 0,-2 1 0 0 0,-8 5 4 0 0,1 0 16 0 0,0-1-1 0 0,0 0 1 0 0,-1 0 0 0 0,-15 5-1 0 0,11-9 22 0 0,15-1-41 0 0,0 0-1 0 0,0 0 0 0 0,0-1 0 0 0,0 1 0 0 0,0 0 0 0 0,0 0 0 0 0,0 0 0 0 0,0 0 0 0 0,0 0 0 0 0,0 0 1 0 0,0 0-1 0 0,0 0 0 0 0,0 0 0 0 0,18-6 36 0 0,-17 4 42 0 0,17-4 27 0 0,-14 3-36 0 0,-5 4-66 0 0,0-1 0 0 0,-1 1 1 0 0,1 0-1 0 0,0-1 0 0 0,0 0 1 0 0,-1 1-1 0 0,1-1 0 0 0,0 0 0 0 0,-1 1 1 0 0,1-1-1 0 0,0 0 0 0 0,-1 0 0 0 0,1 0 1 0 0,-2 0-1 0 0,-1 0 7 0 0,-12 3 26 0 0,0 0 0 0 0,1 1 0 0 0,0 1 0 0 0,-19 9 0 0 0,4-2 22 0 0,-163 66 171 0 0,181-74-346 0 0,0 0 228 0 0,12-3-149 0 0,-1-1 0 0 0,1 0 0 0 0,0 0 0 0 0,0 0-1 0 0,0 0 1 0 0,0 0 0 0 0,0 0 0 0 0,-1 0 0 0 0,1 0 0 0 0,0 0 0 0 0,0 0 0 0 0,0 0 0 0 0,0 0 0 0 0,0 0 0 0 0,-1 0 0 0 0,1 0-1 0 0,0 0 1 0 0,0 0 0 0 0,0 0 0 0 0,0 0 0 0 0,0 0 0 0 0,-1 0 0 0 0,1 0 0 0 0,0 0 0 0 0,0-1 0 0 0,0 1 0 0 0,0 0 0 0 0,0 0-1 0 0,0 0 1 0 0,-1 0 0 0 0,1 0 0 0 0,0 0 0 0 0,0 0 0 0 0,0 0 0 0 0,0-1 0 0 0,0 1 0 0 0,0 0 0 0 0,0 0 0 0 0,0 0 0 0 0,0 0-1 0 0,0 0 1 0 0,0-1 0 0 0,0 1 0 0 0,0 0 0 0 0,0 0 0 0 0,-1 0 0 0 0,2-1-150 0 0,-1 0 0 0 0,1 0 0 0 0,0 0 0 0 0,-1 0 0 0 0,1 1 1 0 0,0-1-1 0 0,-1 0 0 0 0,1 1 0 0 0,0-1 0 0 0,0 0 0 0 0,-1 1 0 0 0,1-1 0 0 0,0 1 0 0 0,0-1 1 0 0,0 1-1 0 0,0-1 0 0 0,0 1 0 0 0,0 0 0 0 0,0-1 0 0 0,0 1 0 0 0,1 0 0 0 0,2-1-594 0 0,18-8-2191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6:48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0 2161 0 0,'-44'14'4002'0'0,"-1"1"-2241"0"0,1-7-1361 0 0,-1 2-80 0 0,1 4 320 0 0,-1 0-160 0 0,5 0-319 0 0,18 9-81 0 0,0 11-80 0 0,22-7-241 0 0,0-3-559 0 0,0-14-721 0 0,22-10-2160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6:49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9 560 0 0,'-22'0'2081'0'0,"-1"-4"881"0"0,6-1-1602 0 0,-6 5-960 0 0,1 5-880 0 0,0-5-4082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6:51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398 73 1441 0 0,'-1'-1'101'0'0,"1"1"-1"0"0,-1-1 1 0 0,1 0 0 0 0,-1 1 0 0 0,0-1 0 0 0,0 1 0 0 0,1-1 0 0 0,-1 1 0 0 0,0-1 0 0 0,0 1 0 0 0,0 0 0 0 0,1-1 0 0 0,-1 1 0 0 0,0 0-1 0 0,0 0 1 0 0,0-1 0 0 0,0 1 0 0 0,0 0 0 0 0,0 0 0 0 0,-1 0 0 0 0,1 0 21 0 0,1-1-139 0 0,-1-1 0 0 0,0 0 1 0 0,1 0-1 0 0,-1 1 0 0 0,1-1 1 0 0,-1 0-1 0 0,1 0 0 0 0,0 0 1 0 0,0 0-1 0 0,0 1 0 0 0,0-1 1 0 0,0 0-1 0 0,0 0 0 0 0,1 0 1 0 0,-1 0-1 0 0,0 1 0 0 0,1-1 1 0 0,0 0-1 0 0,0-2 0 0 0,14-2 45 0 0,-15 5-21 0 0,-1 0 0 0 0,1 1 0 0 0,-1-1 0 0 0,1 1 0 0 0,-1-1 0 0 0,1 1 0 0 0,-1-1 0 0 0,0 1 0 0 0,1-1 0 0 0,-1 1 0 0 0,0 0-1 0 0,0-1 1 0 0,1 1 0 0 0,-1 0 0 0 0,0 0 0 0 0,1-1 0 0 0,-1 1 0 0 0,0 0 0 0 0,0 0 0 0 0,-1 0 0 0 0,-1-2 73 0 0,3 0 0 0 0,0 0-14 0 0,0-1-39 0 0,0 3 613 0 0,0-4 1339 0 0,0 7-1343 0 0,0-2-396 0 0,0-5 53 0 0,0 7-172 0 0,0-2-28 0 0,0 21 454 0 0,0-8-433 0 0,0-9-107 0 0,1-1 0 0 0,-1 0 0 0 0,0 1 0 0 0,0-1 0 0 0,0 1 0 0 0,-1-1 0 0 0,0 0 0 0 0,0 1 0 0 0,0-1 0 0 0,0 0 0 0 0,-1 0 0 0 0,1 0 0 0 0,-1 0 0 0 0,0 0 0 0 0,0 0 0 0 0,-1 0 0 0 0,-3 5 0 0 0,3-7-3 0 0,1 1 0 0 0,0-1 0 0 0,0 1 0 0 0,0 0 0 0 0,0-1-1 0 0,1 1 1 0 0,-1 0 0 0 0,1 0 0 0 0,0 1 0 0 0,0-1 0 0 0,0 0 0 0 0,0 0 0 0 0,0 0 0 0 0,1 1 0 0 0,0-1 0 0 0,-1 5 0 0 0,0-3-3 0 0,0 1 0 0 0,0 0 0 0 0,-1 0 0 0 0,0-1 0 0 0,0 1 0 0 0,0-1 0 0 0,-1 1 0 0 0,1-1 0 0 0,-1 0 0 0 0,-1 0 0 0 0,-5 7 0 0 0,1 0 0 0 0,-13 13 5 0 0,18-23-12 0 0,1 0 0 0 0,0 1 0 0 0,-1-1 0 0 0,1 0 0 0 0,0 1 1 0 0,1 0-1 0 0,-1-1 0 0 0,0 1 0 0 0,1 0 0 0 0,-1 0 0 0 0,1 0 1 0 0,0 0-1 0 0,0 0 0 0 0,0 0 0 0 0,1 0 0 0 0,-2 6 1 0 0,2-4-19 0 0,0 0 1 0 0,-1 1 0 0 0,0-1 0 0 0,0 0 0 0 0,-1 0 0 0 0,-3 10 0 0 0,2-10-60 0 0,1 1-1 0 0,1-1 1 0 0,-1 1 0 0 0,1-1 0 0 0,0 1 0 0 0,0-1 0 0 0,0 7 0 0 0,5-11-24 0 0,11-1 107 0 0,-12 1 67 0 0,-5 34 147 0 0,1-33-211 0 0,1-1-1 0 0,-1 0 1 0 0,0 0 0 0 0,1 0-1 0 0,-1 1 1 0 0,0-1-1 0 0,0 0 1 0 0,0 0-1 0 0,0 0 1 0 0,0-1 0 0 0,0 1-1 0 0,-1 0 1 0 0,1 0-1 0 0,-2 1 1 0 0,2 0 9 0 0,0 1 0 0 0,0 0 0 0 0,0 0 0 0 0,0 0 0 0 0,1 0 1 0 0,0-1-1 0 0,-1 1 0 0 0,1 0 0 0 0,0 0 0 0 0,0 0 0 0 0,0 0 0 0 0,2 5 0 0 0,-2-1-9 0 0,1 0 22 0 0,-1-5-16 0 0,0 1 1 0 0,1-1-1 0 0,-1 1 0 0 0,0 0 1 0 0,0-1-1 0 0,-1 1 0 0 0,1 0 1 0 0,0-1-1 0 0,-1 1 1 0 0,0 0-1 0 0,1-1 0 0 0,-2 3 1 0 0,0-4 0 0 0,0 1-1 0 0,1-1 1 0 0,0 0 0 0 0,-1 0-1 0 0,1 1 1 0 0,0-1 0 0 0,0 1 0 0 0,0-1-1 0 0,0 1 1 0 0,0 0 0 0 0,-1 2-1 0 0,-1 28 128 0 0,3-32-130 0 0,0 1-1 0 0,0 0 0 0 0,0 0 1 0 0,-1 0-1 0 0,1 0 1 0 0,0-1-1 0 0,0 1 0 0 0,-1 0 1 0 0,1 0-1 0 0,0-1 1 0 0,-1 1-1 0 0,1 0 0 0 0,-1-1 1 0 0,1 1-1 0 0,-1 0 1 0 0,1-1-1 0 0,-1 1 0 0 0,1-1 1 0 0,-1 1-1 0 0,0-1 1 0 0,1 1-1 0 0,-2 0 1 0 0,1-1 0 0 0,0 1 1 0 0,0 0-1 0 0,0-1 1 0 0,1 1-1 0 0,-1 0 1 0 0,0-1-1 0 0,0 1 1 0 0,1 0-1 0 0,-1 0 1 0 0,1 0-1 0 0,-1-1 1 0 0,1 1-1 0 0,-1 0 1 0 0,1 0-1 0 0,-1 0 1 0 0,1 0-1 0 0,0 0 1 0 0,-1 0-1 0 0,1 0 1 0 0,0 0-1 0 0,0 0 1 0 0,0 2-1 0 0,0-2 2 0 0,0-1-1 0 0,0 1 0 0 0,-1-1 0 0 0,1 1 0 0 0,0-1 1 0 0,0 1-1 0 0,0-1 0 0 0,0 1 0 0 0,-1-1 1 0 0,1 0-1 0 0,0 1 0 0 0,0-1 0 0 0,-1 1 0 0 0,1-1 1 0 0,0 0-1 0 0,-1 1 0 0 0,1-1 0 0 0,0 0 1 0 0,-1 0-1 0 0,1 1 0 0 0,-1-1 0 0 0,1 0 1 0 0,0 0-1 0 0,-1 1 0 0 0,1-1 0 0 0,-1 0 0 0 0,1 0 1 0 0,-1 0-1 0 0,1 0 0 0 0,-1 0 0 0 0,1 0 1 0 0,-1 0-1 0 0,1 0 0 0 0,-1 0 0 0 0,1 0 0 0 0,-1 0 1 0 0,1 0-1 0 0,0 0 0 0 0,-1 0 0 0 0,1 0 1 0 0,-1 0-1 0 0,0-1 0 0 0,-2 1 25 0 0,-1-3 670 0 0,2 2-688 0 0,0 0-1 0 0,0 0 1 0 0,1 0 0 0 0,-1 0-1 0 0,0-1 1 0 0,1 1 0 0 0,-1-1-1 0 0,1 1 1 0 0,-1-1 0 0 0,1 1 0 0 0,0-1-1 0 0,-2-2 1 0 0,3 2-11 0 0,-1 0 0 0 0,0 0 0 0 0,0 1 0 0 0,0-1 0 0 0,0 0 0 0 0,0 0 0 0 0,0 1-1 0 0,0-1 1 0 0,0 0 0 0 0,-1 1 0 0 0,1-1 0 0 0,-1 1 0 0 0,1 0 0 0 0,-1 0 0 0 0,0-1 0 0 0,-2 0 0 0 0,-13-14 9 0 0,9 8 16 0 0,1-1 1 0 0,1 0-1 0 0,-1 0 0 0 0,-5-13 1 0 0,11 18-22 0 0,0 1 0 0 0,-1 0 0 0 0,1 0 0 0 0,0 0 0 0 0,-1 0 0 0 0,0 0-1 0 0,0 0 1 0 0,1 1 0 0 0,-2-1 0 0 0,1 1 0 0 0,0-1 0 0 0,0 1 0 0 0,-1 0 0 0 0,0 0 0 0 0,1 0 0 0 0,-1 0 0 0 0,-5-3 0 0 0,4 3-18 0 0,-1-4-152 0 0,10 7-5372 0 0,10 4 3200 0 0,-11 3 66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6:52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320 292 480 0 0,'0'9'6003'0'0,"0"-10"-5956"0"0,0-1 0 0 0,0 1-1 0 0,0 0 1 0 0,1-1 0 0 0,-1 1 0 0 0,0-1 0 0 0,1 1-1 0 0,-1 0 1 0 0,1-1 0 0 0,-1 1 0 0 0,1 0 0 0 0,-1 0-1 0 0,1 0 1 0 0,0-1 0 0 0,0 1 0 0 0,0 0-1 0 0,0 0 1 0 0,0 0 0 0 0,0 0 0 0 0,1-1 0 0 0,11-13 317 0 0,-6 3-211 0 0,-4 8-81 0 0,0-1 0 0 0,-1 1 0 0 0,1 0 0 0 0,1 0 0 0 0,-1 0 0 0 0,1 0 0 0 0,-1 0 0 0 0,6-3 0 0 0,19-15 356 0 0,-23 17-332 0 0,0 0-1 0 0,1 1 1 0 0,-1 0 0 0 0,12-7 0 0 0,12-5 83 0 0,-25 13-197 0 0,0 1 1 0 0,0-1 0 0 0,0 1 0 0 0,0 0 0 0 0,0 0 0 0 0,1 0 0 0 0,-1 1 0 0 0,1-1-1 0 0,-1 1 1 0 0,1 0 0 0 0,5 0 0 0 0,-10 1-11 0 0,0 0 1 0 0,1 1-1 0 0,-1-1 1 0 0,0 0-1 0 0,0 0 1 0 0,1 0-1 0 0,-1 1 0 0 0,0-1 1 0 0,0 0-1 0 0,1 0 1 0 0,-1 1-1 0 0,0-1 1 0 0,0 0-1 0 0,0 1 0 0 0,1-1 1 0 0,-1 0-1 0 0,0 0 1 0 0,0 1-1 0 0,0-1 0 0 0,0 0 1 0 0,0 1-1 0 0,0-1 1 0 0,0 0-1 0 0,0 1 1 0 0,0-1-1 0 0,0 1 0 0 0,0-1 1 0 0,0 0-1 0 0,0 1 1 0 0,0-1-1 0 0,0 0 1 0 0,0 1-1 0 0,0-1 0 0 0,0 0 1 0 0,0 1-1 0 0,-4 11-233 0 0,-13-7 176 0 0,16-5 87 0 0,0 0 0 0 0,0 0 0 0 0,0 0 0 0 0,1 0 0 0 0,-1 0 0 0 0,0 0 0 0 0,0 0 0 0 0,0 0 0 0 0,0 0 0 0 0,0 1 0 0 0,0-1 0 0 0,0 0-1 0 0,1 1 1 0 0,-1-1 0 0 0,0 0 0 0 0,0 1 0 0 0,1-1 0 0 0,-1 1 0 0 0,0 0 0 0 0,0-1 0 0 0,1 1 0 0 0,-1-1 0 0 0,1 1 0 0 0,-1 0 0 0 0,0 0 0 0 0,1-1-1 0 0,0 1 1 0 0,-1 0 0 0 0,1 0 0 0 0,-1 0 0 0 0,1-1 0 0 0,0 1 0 0 0,-1 0 0 0 0,1 0 0 0 0,0 0 0 0 0,0 1 0 0 0,-19-1 305 0 0,16-1 119 0 0,-389 4 535 0 0,404-6-998 0 0,0-1-1 0 0,-1 0 1 0 0,1-1-1 0 0,18-8 1 0 0,-23 8-203 0 0,-5 3 211 0 0,-1 1 1 0 0,0-1-1 0 0,0 1 0 0 0,0-1 0 0 0,0 0 0 0 0,0 1 1 0 0,0-1-1 0 0,0 0 0 0 0,0 0 0 0 0,0 1 0 0 0,0-1 1 0 0,0 0-1 0 0,0 0 0 0 0,-1 0 0 0 0,1 0 0 0 0,0 0 1 0 0,-1 0-1 0 0,2-2 0 0 0,-2 2-118 0 0,-4 1 81 0 0,-58 5 594 0 0,46-3-284 0 0,0 0 0 0 0,0-1 0 0 0,-1-1-1 0 0,-22-2 1 0 0,38 2-219 0 0,1 0 0 0 0,-1 0 0 0 0,0 0 0 0 0,0-1-1 0 0,1 1 1 0 0,-1 0 0 0 0,0 0 0 0 0,0 0 0 0 0,1 0 0 0 0,-1-1-1 0 0,0 1 1 0 0,1 0 0 0 0,-1-1 0 0 0,0 1 0 0 0,1-1 0 0 0,-1 1-1 0 0,0 0 1 0 0,1-1 0 0 0,-1 1 0 0 0,1-1 0 0 0,-1 0 0 0 0,1 1 0 0 0,-1-2-1 0 0,1 1-6 0 0,0 1-1 0 0,0-1 1 0 0,1 0-1 0 0,-1 1 0 0 0,1-1 1 0 0,-1 0-1 0 0,0 1 0 0 0,1-1 1 0 0,-1 1-1 0 0,1-1 1 0 0,-1 1-1 0 0,1-1 0 0 0,-1 1 1 0 0,1-1-1 0 0,0 1 1 0 0,-1-1-1 0 0,1 1 0 0 0,0 0 1 0 0,0-1-1 0 0,53-21 247 0 0,-40 17-218 0 0,37-15-43 0 0,0 1 1 0 0,1 4-1 0 0,80-15 0 0 0,-113 29-160 0 0,-33 6 152 0 0,-32 7 167 0 0,-136 19 372 0 0,177-31-530 0 0,-1 0 1 0 0,1 0-1 0 0,0-1 0 0 0,-1 0 1 0 0,1 0-1 0 0,-9-3 0 0 0,2 1-7 0 0,12 3 2 0 0,0 0 0 0 0,0 0 0 0 0,0 0 0 0 0,1 0 0 0 0,-1 0 0 0 0,0 0 0 0 0,0 0 1 0 0,0 0-1 0 0,0 0 0 0 0,0-1 0 0 0,0 1 0 0 0,0 0 0 0 0,1 0 0 0 0,-1 0 0 0 0,0 0 0 0 0,0 0 1 0 0,0 0-1 0 0,0 0 0 0 0,0-1 0 0 0,0 1 0 0 0,0 0 0 0 0,0 0 0 0 0,0 0 0 0 0,0 0 0 0 0,0 0 1 0 0,0-1-1 0 0,0 1 0 0 0,0 0 0 0 0,0 0 0 0 0,0 0 0 0 0,0 0 0 0 0,0 0 0 0 0,0-1 0 0 0,0 1 1 0 0,0 0-1 0 0,0 0 0 0 0,0 0 0 0 0,0 0 0 0 0,0-1 0 0 0,0 1 0 0 0,0 0 0 0 0,0 0 0 0 0,0 0 0 0 0,0 0 1 0 0,0 0-1 0 0,0 0 0 0 0,0 0 0 0 0,-1-1 0 0 0,1 1 0 0 0,0 0 0 0 0,0 0 0 0 0,0 0 0 0 0,0 0 1 0 0,0 0-1 0 0,0 0 0 0 0,-1 0 0 0 0,1 0 0 0 0,0 0 0 0 0,0 0 0 0 0,0 0 0 0 0,0 0 0 0 0,-1-1 1 0 0,2 1-24 0 0,1 0-1 0 0,-1 0 18 0 0,-1 0 0 0 0,1 0 0 0 0,0 0 1 0 0,0 0-1 0 0,-1 0 0 0 0,1 0 0 0 0,0 0 1 0 0,-1 0-1 0 0,1 0 0 0 0,0 0 0 0 0,0 0 1 0 0,-1 0-1 0 0,1-1 0 0 0,0 1 0 0 0,-1 0 1 0 0,1-1-1 0 0,-1 1 0 0 0,1 0 1 0 0,0-1-1 0 0,-1 1 0 0 0,1-1 0 0 0,-1 1 1 0 0,1-1-1 0 0,18 1-607 0 0,-14 0 325 0 0,-1 1 0 0 0,1 0-1 0 0,0 0 1 0 0,-1 1-1 0 0,1 0 1 0 0,0-1 0 0 0,-1 2-1 0 0,0-1 1 0 0,0 0 0 0 0,1 1-1 0 0,-1 0 1 0 0,4 4 0 0 0,-4-3-912 0 0,0 1 0 0 0,0 1 1 0 0,-1-1-1 0 0,0 0 1 0 0,5 12-1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7:02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 15 80 0 0,'44'-5'7679'0'0,"-44"5"-7650"0"0,0 0 0 0 0,0 0 0 0 0,0 0 0 0 0,0 0 0 0 0,0 0 0 0 0,0-1 0 0 0,0 1 1 0 0,0 0-1 0 0,0 0 0 0 0,0 0 0 0 0,0 0 0 0 0,0 0 0 0 0,0-1 0 0 0,0 1 0 0 0,0 0 0 0 0,0 0 0 0 0,0 0 0 0 0,0 0 0 0 0,0 0 0 0 0,0 0 1 0 0,0-1-1 0 0,0 1 0 0 0,0 0 0 0 0,1 0 0 0 0,-1 0 0 0 0,0 0 0 0 0,0 0 0 0 0,0 0 0 0 0,0 0 0 0 0,0-1 0 0 0,0 1 0 0 0,0 0 0 0 0,0 0 1 0 0,1 0-1 0 0,-1 0 0 0 0,0 0 0 0 0,0 0 0 0 0,0 0 0 0 0,0 0 0 0 0,0 0 0 0 0,0 0 0 0 0,1 0 0 0 0,-1 0 0 0 0,0 0 0 0 0,0 0 0 0 0,0 0 1 0 0,0 0-1 0 0,0 0 0 0 0,0 0 0 0 0,1 0 0 0 0,-1 0 0 0 0,13-2 114 0 0,0 0 0 0 0,0 1 0 0 0,1 1-1 0 0,14 2 1 0 0,43-3 930 0 0,-59 0-784 0 0,-1 0 0 0 0,1 1 0 0 0,0 1 0 0 0,-1 0 1 0 0,16 3-1 0 0,-23-3 1098 0 0,-4-1-1379 0 0,0 0 1 0 0,-1 0 0 0 0,1-1-1 0 0,0 1 1 0 0,0 0-1 0 0,0 0 1 0 0,0 0 0 0 0,0 0-1 0 0,0 0 1 0 0,0 0-1 0 0,-1 0 1 0 0,1 0 0 0 0,0 0-1 0 0,0 0 1 0 0,0 0 0 0 0,0 0-1 0 0,0 0 1 0 0,0 0-1 0 0,0 0 1 0 0,-1 0 0 0 0,1 0-1 0 0,0 0 1 0 0,0 0-1 0 0,0 0 1 0 0,0 1 0 0 0,0-1-1 0 0,0 0 1 0 0,0 0-1 0 0,0 0 1 0 0,0 0 0 0 0,-1 0-1 0 0,1 0 1 0 0,0 0-1 0 0,0 0 1 0 0,0 0 0 0 0,0 0-1 0 0,0 0 1 0 0,0 1-1 0 0,0-1 1 0 0,0 0 0 0 0,0 0-1 0 0,0 0 1 0 0,0 0-1 0 0,0 0 1 0 0,0 0 0 0 0,0 0-1 0 0,0 1 1 0 0,0-1 0 0 0,0 0-1 0 0,0 0 1 0 0,0 0-1 0 0,0 0 1 0 0,0 0 0 0 0,0 0-1 0 0,0 0 1 0 0,0 1-1 0 0,0-1 1 0 0,0 0 0 0 0,0 0-1 0 0,0 0 1 0 0,0 0-1 0 0,-32 6 96 0 0,0-1 86 0 0,1 1 0 0 0,-1 2 0 0 0,1 1 0 0 0,-52 22 0 0 0,24-6-138 0 0,44-20-45 0 0,0 1 0 0 0,1 0 0 0 0,-19 11 0 0 0,11 0-7 0 0,0 1 0 0 0,2 0 0 0 0,0 2 0 0 0,1 0 0 0 0,-26 37 0 0 0,43-55 7 0 0,0 1 0 0 0,0-1 1 0 0,0 1-1 0 0,1-1 0 0 0,-1 1 0 0 0,1 0 0 0 0,0-1 0 0 0,0 1 0 0 0,0 0 0 0 0,0 0 1 0 0,0 0-1 0 0,0 0 0 0 0,1 0 0 0 0,-1 4 0 0 0,2-3 10 0 0,0 1 0 0 0,0-1 0 0 0,0 0 0 0 0,0 0 0 0 0,0 0 0 0 0,1 0 0 0 0,0 0 0 0 0,0-1 0 0 0,0 1 0 0 0,3 4 0 0 0,4 6 16 0 0,-3-3-25 0 0,0 0 0 0 0,1-1 0 0 0,0 0 0 0 0,1-1 1 0 0,0 1-1 0 0,1-1 0 0 0,0-1 0 0 0,14 11 0 0 0,0-5-269 0 0,1-1 0 0 0,0-1-1 0 0,1-1 1 0 0,45 13-1 0 0,-61-22-536 0 0,-1 0 1 0 0,1 0-1 0 0,-1-1 0 0 0,10 0 1 0 0,45-7-6633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7:03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1 1281 0 0,'1'1'2608'0'0,"-5"2"-2082"0"0,-11 2 780 0 0,-47 22 356 0 0,57-25-1604 0 0,1 0-1 0 0,0 1 0 0 0,0-1 0 0 0,0 1 1 0 0,0 0-1 0 0,0 0 0 0 0,0 1 0 0 0,1-1 1 0 0,-1 1-1 0 0,1 0 0 0 0,-3 5 0 0 0,5-8-38 0 0,1 0 0 0 0,0 0 0 0 0,-1 0 0 0 0,1 0 0 0 0,0 1 0 0 0,0-1 0 0 0,0 0 0 0 0,0 0 0 0 0,0 0 0 0 0,0 0 0 0 0,0 0 0 0 0,0 0 0 0 0,0 0 0 0 0,0 1 0 0 0,1-1 0 0 0,-1 0 0 0 0,0 0 0 0 0,1 0 0 0 0,-1 0 0 0 0,1 0 0 0 0,-1 0 0 0 0,1 0 0 0 0,-1 0 0 0 0,1-1 0 0 0,0 1 0 0 0,0 0 0 0 0,-1 0 0 0 0,3 1 0 0 0,4 7 151 0 0,15 52 457 0 0,-20-51-584 0 0,-1 1 0 0 0,1-1 0 0 0,-2 1 0 0 0,0-1 0 0 0,-1 14 0 0 0,1-2-75 0 0,-1-21 9 0 0,1-1 0 0 0,0 1 0 0 0,0 0 0 0 0,0-1 0 0 0,0 1 0 0 0,0 0 0 0 0,0-1 0 0 0,0 1 0 0 0,0 0 0 0 0,0 0 0 0 0,0-1 0 0 0,1 1 0 0 0,-1 0 0 0 0,0-1 0 0 0,0 1 0 0 0,1-1 0 0 0,-1 1 0 0 0,0 0 0 0 0,1-1 0 0 0,-1 1 0 0 0,0-1 0 0 0,1 1 0 0 0,-1-1 0 0 0,1 1 0 0 0,-1-1 0 0 0,1 1 0 0 0,-1-1 0 0 0,1 1 0 0 0,0-1 0 0 0,-1 0 0 0 0,1 1 0 0 0,-1-1 0 0 0,1 0 0 0 0,0 0 0 0 0,-1 1 0 0 0,1-1 0 0 0,0 0 0 0 0,-1 0 0 0 0,1 0 0 0 0,0 0 0 0 0,-1 0 0 0 0,2 0 0 0 0,1 0-220 0 0,-1-1 1 0 0,1 1-1 0 0,-1-1 1 0 0,1 0-1 0 0,-1 0 1 0 0,0 0-1 0 0,1-1 1 0 0,-1 1-1 0 0,4-3 1 0 0,16-15-3667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7:04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46 170 1441 0 0,'0'1'182'0'0,"0"0"1"0"0,0-1 0 0 0,0 1-1 0 0,0 0 1 0 0,0-1 0 0 0,0 1-1 0 0,0 0 1 0 0,0-1 0 0 0,-1 1-1 0 0,1 0 1 0 0,0-1-1 0 0,-1 1 1 0 0,1-1 0 0 0,0 1-1 0 0,-1-1 1 0 0,1 1 0 0 0,-1 0-1 0 0,1-1 1 0 0,-1 1 0 0 0,0 0-1 0 0,-21 5 1259 0 0,10-3-568 0 0,10-13-418 0 0,1 1 0 0 0,0 0 0 0 0,0-1 0 0 0,2-13 0 0 0,-1 18-235 0 0,-1 2-193 0 0,1 1 0 0 0,0-1 0 0 0,0 1 1 0 0,0-1-1 0 0,0 1 0 0 0,0-1 0 0 0,0 1 1 0 0,1-1-1 0 0,-1 1 0 0 0,1-1 0 0 0,0 1 1 0 0,-1-1-1 0 0,1 1 0 0 0,0 0 1 0 0,1-1-1 0 0,-1 1 0 0 0,0 0 0 0 0,1 0 1 0 0,-1 0-1 0 0,1 0 0 0 0,0 0 0 0 0,1-2 1 0 0,6-5 23 0 0,-8 8-44 0 0,0 0 1 0 0,-1 1-1 0 0,1-1 0 0 0,0 0 0 0 0,0 0 0 0 0,0 0 1 0 0,0 1-1 0 0,0-1 0 0 0,1 0 0 0 0,-1 1 1 0 0,0-1-1 0 0,0 1 0 0 0,0 0 0 0 0,2-1 1 0 0,33-8-112 0 0,0 1 1 0 0,0 3 0 0 0,57-3 0 0 0,35-5-6234 0 0,-83 4 3576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7:05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37 400 0 0,'15'-7'1314'0'0,"-10"4"-935"0"0,1-1 0 0 0,0 1 0 0 0,0 0 1 0 0,0 1-1 0 0,1 0 0 0 0,-1 0 0 0 0,0 0 0 0 0,1 0 0 0 0,-1 1 1 0 0,1 0-1 0 0,0 1 0 0 0,10 0 0 0 0,9-4-219 0 0,-11 4-80 0 0,-47 10 413 0 0,-3 2-266 0 0,-109 21 667 0 0,118-30-625 0 0,24-3-263 0 0,1-1 0 0 0,0 1 0 0 0,0 0 0 0 0,-1 0-1 0 0,1 1 1 0 0,0-1 0 0 0,0 0 0 0 0,-1 0 0 0 0,1 1 0 0 0,0-1 0 0 0,0 0 0 0 0,0 1 0 0 0,-1-1 0 0 0,1 1 0 0 0,0 0-1 0 0,0-1 1 0 0,0 1 0 0 0,0 0 0 0 0,-2 1 0 0 0,0 1-1 0 0,-1 1 0 0 0,1-1-1 0 0,-1 1 1 0 0,1-1 0 0 0,0 1-1 0 0,0 0 1 0 0,1 0 0 0 0,-1 1 0 0 0,-2 5-1 0 0,4-8-2 0 0,1 0 0 0 0,-1 0 0 0 0,1 0 0 0 0,0-1 0 0 0,-1 1 0 0 0,1 0-1 0 0,0 0 1 0 0,0 0 0 0 0,0 0 0 0 0,0-1 0 0 0,0 1 0 0 0,1 0 0 0 0,-1 0-1 0 0,1 0 1 0 0,-1-1 0 0 0,1 1 0 0 0,-1 0 0 0 0,1 0 0 0 0,0-1 0 0 0,0 1-1 0 0,0 0 1 0 0,0-1 0 0 0,0 1 0 0 0,0-1 0 0 0,0 0 0 0 0,1 1 0 0 0,-1-1-1 0 0,0 0 1 0 0,1 0 0 0 0,-1 0 0 0 0,3 1 0 0 0,8 6 77 0 0,1-1 1 0 0,0-1-1 0 0,1 0 1 0 0,26 8-1 0 0,-7-3 31 0 0,8 5-73 0 0,1-2 0 0 0,0-2 1 0 0,1-2-1 0 0,55 7 0 0 0,-91-16-302 0 0,0-1-1 0 0,-1 0 0 0 0,1 0 1 0 0,0 0-1 0 0,-1 0 0 0 0,1-1 1 0 0,-1 0-1 0 0,1-1 0 0 0,-1 0 1 0 0,1 0-1 0 0,6-3 0 0 0,-10 3-306 0 0,0 0 0 0 0,0-1 1 0 0,0 1-1 0 0,0-1 0 0 0,0 0 0 0 0,0 0 0 0 0,2-4 0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7:06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82 243 1681 0 0,'0'0'86'0'0,"0"0"0"0"0,0-1 1 0 0,-1 1-1 0 0,1-1 0 0 0,0 1 0 0 0,-1 0 0 0 0,1-1 1 0 0,-1 1-1 0 0,1 0 0 0 0,0 0 0 0 0,-1-1 1 0 0,1 1-1 0 0,-1 0 0 0 0,1 0 0 0 0,-1-1 1 0 0,1 1-1 0 0,0 0 0 0 0,-1 0 0 0 0,1 0 1 0 0,-1 0-1 0 0,1 0 0 0 0,-1 0 0 0 0,1 0 1 0 0,-1 0-1 0 0,1 0 0 0 0,-1 0 0 0 0,1 0 1 0 0,-1 0-1 0 0,1 0 0 0 0,-1 0 0 0 0,1 0 1 0 0,-1 1-1 0 0,1-1 0 0 0,-1 0 0 0 0,1 0 1 0 0,0 1-1 0 0,-1-1 0 0 0,0 0 0 0 0,-22 9 1660 0 0,19-6-1659 0 0,1-1 0 0 0,0 1 1 0 0,0 0-1 0 0,0 0 0 0 0,0 0 0 0 0,1 0 1 0 0,-1 1-1 0 0,1-1 0 0 0,0 1 0 0 0,0-1 1 0 0,0 1-1 0 0,0 0 0 0 0,1 0 0 0 0,-1 0 1 0 0,1 0-1 0 0,0 0 0 0 0,0 0 0 0 0,1 0 1 0 0,-1 0-1 0 0,1 0 0 0 0,0 0 1 0 0,0 1-1 0 0,1 3 0 0 0,4 3 36 0 0,1-1 0 0 0,1 0 0 0 0,-1-1 0 0 0,2 0 0 0 0,-1 0 0 0 0,1 0 0 0 0,1-1 0 0 0,12 10 0 0 0,-15-13-78 0 0,0-1-1 0 0,0-1 1 0 0,0 1-1 0 0,0-1 1 0 0,1 0-1 0 0,-1 0 1 0 0,1-1-1 0 0,0 0 1 0 0,0 0-1 0 0,0-1 1 0 0,0 0-1 0 0,0 0 1 0 0,0 0-1 0 0,0-1 1 0 0,0 0-1 0 0,0 0 1 0 0,0-1-1 0 0,0 0 1 0 0,0 0-1 0 0,0-1 1 0 0,0 0-1 0 0,12-5 1 0 0,1-1-9 0 0,0-2 1 0 0,0 0 0 0 0,-1-1 0 0 0,0-1-1 0 0,-1-1 1 0 0,17-15 0 0 0,-15 11-53 0 0,-1 0-1 0 0,-1-1 1 0 0,21-29 0 0 0,-33 40-88 0 0,0-1 0 0 0,-1-1 1 0 0,0 1-1 0 0,-1-1 0 0 0,0 0 0 0 0,0 0 0 0 0,-1 0 1 0 0,0 0-1 0 0,0-1 0 0 0,-1 1 0 0 0,-1-1 1 0 0,2-15-1 0 0,-4 16-345 0 0,0-1 0 0 0,0 1 0 0 0,-1 0-1 0 0,-1 0 1 0 0,-4-15 0 0 0,-15-38-4873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7:06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1 4562 0 0,'-44'89'3282'0'0,"21"-8"-2642"0"0,-21-2-480 0 0,0-4 240 0 0,-1 8 320 0 0,1 6 1 0 0,21-8-1 0 0,23-26-320 0 0,0-21-240 0 0,45-25-400 0 0,-23-14-800 0 0,23-19-401 0 0,-23-18-800 0 0,0-9-2721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7:07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52 1361 0 0,'44'-22'3859'0'0,"10"-3"-133"0"0,-51 24-3612 0 0,1 0 0 0 0,-1 0-1 0 0,0 1 1 0 0,1-1 0 0 0,-1 1-1 0 0,1-1 1 0 0,-1 1 0 0 0,1 1 0 0 0,-1-1-1 0 0,1 0 1 0 0,-1 1 0 0 0,1-1-1 0 0,5 3 1 0 0,-8-2-100 0 0,1-1-1 0 0,-1 1 1 0 0,1 0-1 0 0,-1 0 1 0 0,1 0-1 0 0,-1 0 0 0 0,1 0 1 0 0,-1 0-1 0 0,0 0 1 0 0,1 1-1 0 0,-1-1 1 0 0,0 0-1 0 0,0 1 1 0 0,0-1-1 0 0,0 1 1 0 0,0-1-1 0 0,-1 1 1 0 0,1 0-1 0 0,0-1 1 0 0,-1 1-1 0 0,1 0 1 0 0,-1-1-1 0 0,0 1 0 0 0,1 0 1 0 0,-1 3-1 0 0,3 8 64 0 0,-1-6-52 0 0,0-1-1 0 0,-1 0 1 0 0,0 1 0 0 0,0-1-1 0 0,-1 1 1 0 0,1 0-1 0 0,-2-1 1 0 0,1 1 0 0 0,-1-1-1 0 0,0 1 1 0 0,0-1 0 0 0,-3 9-1 0 0,2-1 39 0 0,-1 0-1 0 0,2 0 1 0 0,0 0 0 0 0,1 0-1 0 0,2 22 1 0 0,-1 4-92 0 0,0-38-67 0 0,-1-9 51 0 0,-4-11 79 0 0,-9 3-13 0 0,7 7-12 0 0,-1 0-1 0 0,0 0 1 0 0,0 1 0 0 0,-16-12 0 0 0,21 18-4 0 0,-1-1-1 0 0,1 1 1 0 0,-1-1-1 0 0,0 1 1 0 0,1 0-1 0 0,-1 0 1 0 0,0 0-1 0 0,0 0 1 0 0,0 0-1 0 0,0 1 1 0 0,1 0-1 0 0,-1-1 1 0 0,0 1-1 0 0,0 0 1 0 0,0 0-1 0 0,0 1 1 0 0,0-1 0 0 0,0 0-1 0 0,0 1 1 0 0,0 0-1 0 0,0 0 1 0 0,1 0-1 0 0,-5 1 1 0 0,1 1 14 0 0,0 0 1 0 0,0 1-1 0 0,0 0 1 0 0,0 0-1 0 0,1 0 1 0 0,-1 0 0 0 0,1 1-1 0 0,0 0 1 0 0,0 0-1 0 0,-4 6 1 0 0,8-10-18 0 0,0 1 0 0 0,1-1 1 0 0,-1 1-1 0 0,0 0 0 0 0,1-1 1 0 0,-1 1-1 0 0,1 0 0 0 0,-1-1 1 0 0,1 1-1 0 0,0 0 0 0 0,0-1 1 0 0,-1 1-1 0 0,1 0 0 0 0,1 0 0 0 0,-1-1 1 0 0,0 1-1 0 0,0 0 0 0 0,1 2 1 0 0,1-1-9 0 0,-1 0 0 0 0,1-1-1 0 0,-1 1 1 0 0,1 0 0 0 0,0-1 0 0 0,0 1 0 0 0,0-1 0 0 0,0 0 0 0 0,1 1 0 0 0,-1-1-1 0 0,1 0 1 0 0,-1 0 0 0 0,5 2 0 0 0,1 0-271 0 0,0 0 0 0 0,0 0 0 0 0,1-1-1 0 0,-1 0 1 0 0,1 0 0 0 0,-1-1 0 0 0,1 0 0 0 0,10 0 0 0 0,25 0-3418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7:07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64 337 3602 0 0,'-18'7'2458'0'0,"12"-5"-1643"0"0,-1 1 1 0 0,1-1-1 0 0,0 1 0 0 0,0 0 0 0 0,-8 5 1 0 0,14-7-813 0 0,0-1 1 0 0,0 0-1 0 0,0 1 0 0 0,0-1 1 0 0,-1 0-1 0 0,1 1 1 0 0,0-1-1 0 0,0 0 1 0 0,0 1-1 0 0,0-1 0 0 0,0 1 1 0 0,0-1-1 0 0,0 0 1 0 0,0 1-1 0 0,1-1 1 0 0,-1 0-1 0 0,0 1 1 0 0,0-1-1 0 0,0 0 0 0 0,0 1 1 0 0,0-1-1 0 0,0 0 1 0 0,1 0-1 0 0,-1 1 1 0 0,0-1-1 0 0,0 0 0 0 0,1 1 1 0 0,-1-1-1 0 0,0 0 1 0 0,0 0-1 0 0,1 1 1 0 0,-1-1-1 0 0,0 0 0 0 0,0 0 1 0 0,1 0-1 0 0,-1 0 1 0 0,1 1-1 0 0,16 6 427 0 0,-16-7-418 0 0,-1 0 0 0 0,1 1 1 0 0,0-1-1 0 0,-1 0 0 0 0,1 0 0 0 0,-1 0 0 0 0,1 0 1 0 0,-1 0-1 0 0,1 0 0 0 0,-1 0 0 0 0,1 0 0 0 0,0 0 1 0 0,-1 0-1 0 0,1 0 0 0 0,-1-1 0 0 0,1 1 1 0 0,-1 0-1 0 0,1 0 0 0 0,-1 0 0 0 0,1-1 0 0 0,-1 1 1 0 0,1 0-1 0 0,-1-1 0 0 0,1 1 0 0 0,-1 0 0 0 0,1-1 1 0 0,-1 1-1 0 0,0 0 0 0 0,1-1 0 0 0,-1 1 0 0 0,0-1 1 0 0,1 1-1 0 0,-1-1 0 0 0,0 1 0 0 0,0-1 1 0 0,1 1-1 0 0,-1-1 0 0 0,0 1 0 0 0,0-1 0 0 0,0 0 1 0 0,0 1-1 0 0,0-1 0 0 0,0 1 0 0 0,0-1 0 0 0,0 1 1 0 0,0-1-1 0 0,0 1 0 0 0,0-1 0 0 0,0 0 1 0 0,5-25 123 0 0,8-21 30 0 0,-6 24-104 0 0,-1 0 1 0 0,-1 0 0 0 0,-1 0 0 0 0,1-43 0 0 0,-4 60-55 0 0,-1 0 1 0 0,1 0-1 0 0,0-1 0 0 0,0 1 0 0 0,1 0 1 0 0,0 0-1 0 0,2-6 0 0 0,-2 8-10 0 0,0-1 1 0 0,0 0-1 0 0,-1 0 0 0 0,0 0 0 0 0,0 0 0 0 0,1-9 1 0 0,-2 12 0 0 0,0 1 0 0 0,0-1 0 0 0,0 1 0 0 0,0-1 1 0 0,0 1-1 0 0,0 0 0 0 0,1-1 0 0 0,-1 1 1 0 0,1-1-1 0 0,-1 1 0 0 0,1 0 0 0 0,0-1 1 0 0,-1 1-1 0 0,1 0 0 0 0,0 0 0 0 0,0-1 1 0 0,0 1-1 0 0,0 0 0 0 0,0 0 0 0 0,0 0 1 0 0,0 0-1 0 0,2-1 0 0 0,-1 1-7 0 0,1 0-1 0 0,0-1 1 0 0,-1 1 0 0 0,1 0-1 0 0,0 1 1 0 0,0-1 0 0 0,0 0 0 0 0,0 1-1 0 0,0 0 1 0 0,4-1 0 0 0,7 2-13 0 0,-1 0 0 0 0,1 1 0 0 0,-1 0 0 0 0,15 6 0 0 0,228 77-2980 0 0,-230-78-294 0 0,-23-10-427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7:09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38 2401 0 0,'-4'-1'2214'0'0,"3"1"-1856"0"0,-11-2 491 0 0,6-4 1773 0 0,25 2-1648 0 0,44-5-549 0 0,89-2 0 0 0,-75 7-355 0 0,-38 3 10 0 0,0 3 0 0 0,-1 0 0 0 0,0 3 0 0 0,0 1 0 0 0,73 22 0 0 0,-26 0 282 0 0,-57-18-274 0 0,1 0-1 0 0,0-2 1 0 0,1-1 0 0 0,36 4 0 0 0,349 3 1656 0 0,-140-13-771 0 0,-189-1-676 0 0,199 10 277 0 0,-145-11-254 0 0,378-28 320 0 0,-400 21-569 0 0,386-22 659 0 0,-86 8 284 0 0,-310 18-884 0 0,198-2 527 0 0,-214 6-603 0 0,-46-1 74 0 0,1 2 1 0 0,57 9 0 0 0,-64-6 18 0 0,-34-3-152 0 0,7 0 120 0 0,-36-7-559 0 0,-28-2-1650 0 0,-64-12-3549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7:39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23 710 2401 0 0,'0'-1'146'0'0,"0"1"0"0"0,0-1 0 0 0,0 1 0 0 0,0-1 0 0 0,0 0 0 0 0,0 1 0 0 0,-1-1 0 0 0,1 0 0 0 0,0 1 0 0 0,0-1 0 0 0,0 1 0 0 0,-1-1 0 0 0,1 1 0 0 0,0-1 0 0 0,-1 1 0 0 0,1-1 0 0 0,-1 1 0 0 0,1-1 0 0 0,0 1 0 0 0,-1-1 0 0 0,1 1 0 0 0,-1-1 0 0 0,1 1 0 0 0,-1 0 0 0 0,1-1 0 0 0,-1 1 0 0 0,1 0 0 0 0,-1-1 0 0 0,0 1 0 0 0,1 0 0 0 0,-1 0 0 0 0,1 0 0 0 0,-2-1 0 0 0,1 1-132 0 0,1 0 1 0 0,0 0-1 0 0,-1 0 0 0 0,1 0 0 0 0,-1 0 0 0 0,1 0 0 0 0,0 0 0 0 0,-1 0 0 0 0,1-1 0 0 0,0 1 0 0 0,-1 0 0 0 0,1 0 1 0 0,-1 0-1 0 0,1-1 0 0 0,0 1 0 0 0,-1 0 0 0 0,1 0 0 0 0,0-1 0 0 0,0 1 0 0 0,-1 0 0 0 0,1-1 0 0 0,0 1 0 0 0,0 0 0 0 0,0-1 1 0 0,-1 1-1 0 0,1-1 0 0 0,0 1 0 0 0,0 0 0 0 0,0-1 0 0 0,0 1 0 0 0,0-1 0 0 0,0 1 0 0 0,0-1-2 0 0,0 1 0 0 0,0-1 0 0 0,0 1-1 0 0,0-1 1 0 0,0 1 0 0 0,0-1 0 0 0,0 1 0 0 0,0-1-1 0 0,0 1 1 0 0,1-1 0 0 0,-1 1 0 0 0,0 0 0 0 0,0-1-1 0 0,1 1 1 0 0,-1-1 0 0 0,0 1 0 0 0,1 0-1 0 0,-1-1 1 0 0,0 1 0 0 0,1 0 0 0 0,-1-1 0 0 0,0 1-1 0 0,1 0 1 0 0,-1 0 0 0 0,1-1 0 0 0,-1 1 0 0 0,1 0-1 0 0,-1 0 1 0 0,0 0 0 0 0,1-1 0 0 0,-1 1 0 0 0,1 0-1 0 0,0 0-1 0 0,0 0 0 0 0,-1 0 0 0 0,1-1 0 0 0,0 1 0 0 0,-1 0 1 0 0,1 0-1 0 0,-1-1 0 0 0,1 1 0 0 0,-1 0 0 0 0,1-1 0 0 0,0 1 0 0 0,-1-1 0 0 0,0 1 0 0 0,1-1 0 0 0,-1 1 0 0 0,1-1 0 0 0,-1 1 0 0 0,1-1 0 0 0,-1 1 0 0 0,0-1 0 0 0,1 1 0 0 0,-1-1 0 0 0,0 0 0 0 0,0 1 0 0 0,0-1 0 0 0,1 0 0 0 0,-1 1 0 0 0,0-1 0 0 0,0 0 0 0 0,0 1 0 0 0,0-1 1 0 0,0-1-1 0 0,0-1 4 0 0,1 0 1 0 0,-1 0-1 0 0,1 0 1 0 0,0 0-1 0 0,0 0 1 0 0,0 0-1 0 0,0 1 1 0 0,0-1-1 0 0,1 0 1 0 0,-1 1-1 0 0,1-1 1 0 0,0 1-1 0 0,0-1 1 0 0,0 1-1 0 0,3-3 1 0 0,13-19 86 0 0,-12 9-45 0 0,-5 12-47 0 0,0 1 0 0 0,0-1 0 0 0,1 1 0 0 0,-1-1 0 0 0,0 1 0 0 0,1 0 0 0 0,0-1 0 0 0,-1 1 0 0 0,1 0 0 0 0,0 0 0 0 0,0 0 0 0 0,3-2 0 0 0,11-9 69 0 0,0 0 0 0 0,-1-1 0 0 0,-1-1 0 0 0,0 0 0 0 0,19-28-1 0 0,-26 33-25 0 0,0 0 0 0 0,1 1 0 0 0,0 0 0 0 0,13-10-1 0 0,13-14 77 0 0,-20 20-113 0 0,-13 12-15 0 0,0 1 0 0 0,-1-1 0 0 0,1 1 0 0 0,0-1 0 0 0,0 1-1 0 0,-1-1 1 0 0,1 1 0 0 0,-1-1 0 0 0,1 0 0 0 0,0 1 0 0 0,-1-1 0 0 0,1 0 0 0 0,-1 0 0 0 0,0 1 0 0 0,1-1 0 0 0,-1 0 0 0 0,1 0 0 0 0,-1 0 0 0 0,0 1 0 0 0,0-1 0 0 0,1-1 0 0 0,-1 1 0 0 0,0 1 0 0 0,0-1 0 0 0,0 1 0 0 0,0-1 0 0 0,0 1 0 0 0,0 0 0 0 0,1-1 0 0 0,-1 1 0 0 0,0-1 0 0 0,0 1 0 0 0,0-1 0 0 0,1 1 0 0 0,-1 0 0 0 0,0-1 0 0 0,1 1 0 0 0,-1 0 0 0 0,0-1 0 0 0,1 1 0 0 0,-1 0 0 0 0,0-1 0 0 0,1 1 0 0 0,-1 0 0 0 0,1 0 0 0 0,-1 0 0 0 0,0-1 0 0 0,1 1 0 0 0,-1 0 0 0 0,1 0 0 0 0,-1 0 0 0 0,1 0 0 0 0,-1 0 0 0 0,1 0 0 0 0,0 0 0 0 0,-1 0 0 0 0,1 0 0 0 0,-1 0 0 0 0,1 0 0 0 0,-1-1 0 0 0,1 1 0 0 0,-1 0 0 0 0,0 0 0 0 0,1 0 0 0 0,-1 0 0 0 0,1 0 0 0 0,-1-1 0 0 0,1 1 0 0 0,-1 0 0 0 0,0 0 0 0 0,1-1 0 0 0,-1 1 0 0 0,0 0 0 0 0,1-1 0 0 0,-1 1 0 0 0,0 0 0 0 0,1-1 0 0 0,-1 1 0 0 0,0 0 0 0 0,0-1 0 0 0,1 1 0 0 0,-1-1 0 0 0,0 1 0 0 0,0 0 0 0 0,0-1 0 0 0,1 1 0 0 0,-1-1 0 0 0,0 1 0 0 0,0-2 0 0 0,3-1 7 0 0,0 0 0 0 0,0 0 0 0 0,0 0 1 0 0,0 0-1 0 0,1 0 0 0 0,0 1 0 0 0,-1-1 1 0 0,1 1-1 0 0,0 0 0 0 0,6-2 1 0 0,15-8 11 0 0,-1-1 1 0 0,29-22 0 0 0,-7 6 1 0 0,-9 5 20 0 0,18-9 64 0 0,-29 21-85 0 0,-6 3-2 0 0,-1 1 1 0 0,1 0-1 0 0,29-6 1 0 0,-5-5-19 0 0,-21 10 44 0 0,-18 6-35 0 0,0 1 1 0 0,-1 0 0 0 0,1 0-1 0 0,0 1 1 0 0,0 0 0 0 0,0-1-1 0 0,1 2 1 0 0,-1-1 0 0 0,0 1-1 0 0,0-1 1 0 0,6 2 0 0 0,36-3-10 0 0,-5-5 0 0 0,-26 5 6 0 0,-10 0 5 0 0,-1 1-1 0 0,1 0 0 0 0,0 0 0 0 0,-1 1 0 0 0,1 0 0 0 0,0 0 0 0 0,-1 0 0 0 0,1 1 0 0 0,0 0 0 0 0,-1 0 0 0 0,1 0 0 0 0,-1 1 0 0 0,10 3 0 0 0,50 23 256 0 0,-20-1-186 0 0,-38-13-13 0 0,-2-12-66 0 0,-4-2-1 0 0,-1 0 1 0 0,1 0-1 0 0,0 1 0 0 0,-1-1 1 0 0,1 0-1 0 0,0 0 1 0 0,-1 0-1 0 0,1 1 0 0 0,-1-1 1 0 0,1 0-1 0 0,-1 1 1 0 0,1-1-1 0 0,-1 0 0 0 0,1 1 1 0 0,-1-1-1 0 0,1 1 1 0 0,-1-1-1 0 0,1 1 1 0 0,-1-1-1 0 0,0 1 0 0 0,1-1 1 0 0,-1 1-1 0 0,0-1 1 0 0,1 1-1 0 0,-1-1 0 0 0,0 1 1 0 0,0 0-1 0 0,0-1 1 0 0,1 1-1 0 0,-1 0 0 0 0,0 0 3 0 0,0 0-1 0 0,1 0 1 0 0,-1 0-1 0 0,1 0 0 0 0,-1 0 1 0 0,1-1-1 0 0,-1 1 1 0 0,1 0-1 0 0,-1 0 0 0 0,1 0 1 0 0,0-1-1 0 0,0 1 1 0 0,-1 0-1 0 0,1-1 0 0 0,0 1 1 0 0,0-1-1 0 0,0 1 1 0 0,-1-1-1 0 0,1 1 0 0 0,0-1 1 0 0,0 0-1 0 0,2 1 1 0 0,30 10 65 0 0,-13-5-45 0 0,-11-3-19 0 0,25 10 23 0 0,-33-13-25 0 0,0 0 0 0 0,1 1 0 0 0,-1-1 0 0 0,0 1-1 0 0,0 0 1 0 0,0-1 0 0 0,0 1 0 0 0,0 0-1 0 0,0 0 1 0 0,0-1 0 0 0,0 1 0 0 0,0 0-1 0 0,0 0 1 0 0,0 0 0 0 0,0 0 0 0 0,0 0 0 0 0,-1 1-1 0 0,1-1 1 0 0,0 1 0 0 0,1 2-1 0 0,0-1 0 0 0,1 0 0 0 0,-1 0 0 0 0,1 0 0 0 0,0-1 0 0 0,-1 1-1 0 0,1-1 1 0 0,0 1 0 0 0,1-1 0 0 0,-1 0 0 0 0,0 0 0 0 0,1 0 0 0 0,4 1 0 0 0,-3-1-1 0 0,-4-2 0 0 0,0 1 0 0 0,-1-1 0 0 0,1 0 0 0 0,0 0 0 0 0,0 0 0 0 0,0 1 0 0 0,-1-1 0 0 0,1 0 0 0 0,0 1 0 0 0,-1-1 0 0 0,1 1 0 0 0,0-1 0 0 0,-1 1 0 0 0,1-1 0 0 0,0 1 0 0 0,-1 0 0 0 0,1-1 0 0 0,-1 1 0 0 0,1 0 0 0 0,-1-1 0 0 0,1 1 0 0 0,-1 0 0 0 0,0-1 0 0 0,1 1 0 0 0,-1 0 0 0 0,0 0 0 0 0,0-1 0 0 0,1 1 0 0 0,-1 2 0 0 0,0-3 2 0 0,0 1-1 0 0,0 0 1 0 0,0 0-1 0 0,0 0 1 0 0,0 0-1 0 0,0 0 1 0 0,1 0 0 0 0,-1-1-1 0 0,0 1 1 0 0,1 0-1 0 0,-1 0 1 0 0,0 0-1 0 0,1-1 1 0 0,-1 1-1 0 0,1 0 1 0 0,-1 0-1 0 0,1-1 1 0 0,0 1 0 0 0,-1-1-1 0 0,1 1 1 0 0,0 0-1 0 0,-1-1 1 0 0,2 1-1 0 0,-1 0 1 0 0,0-1 0 0 0,0 1 0 0 0,0 0-1 0 0,-1 0 1 0 0,1-1 0 0 0,0 1 0 0 0,0 0 0 0 0,-1 0-1 0 0,1 0 1 0 0,0 0 0 0 0,-1 0 0 0 0,1-1-1 0 0,-1 1 1 0 0,0 0 0 0 0,1 1 0 0 0,-1-1 0 0 0,0 0-1 0 0,1 0 1 0 0,-1 0 0 0 0,0 0 0 0 0,0 0 0 0 0,0 0-1 0 0,0 2 1 0 0,0-2 0 0 0,0 0-1 0 0,0-1 1 0 0,0 1 0 0 0,0 0-1 0 0,0 0 1 0 0,1 0-1 0 0,-1-1 1 0 0,0 1-1 0 0,1 0 1 0 0,-1 0 0 0 0,0 0-1 0 0,1-1 1 0 0,-1 1-1 0 0,1 0 1 0 0,-1-1-1 0 0,1 1 1 0 0,-1 0 0 0 0,1-1-1 0 0,-1 1 1 0 0,1-1-1 0 0,0 1 1 0 0,-1-1 0 0 0,1 1-1 0 0,1 0 1 0 0,-1-1-1 0 0,0 1 1 0 0,-1-1 0 0 0,1 1-1 0 0,0-1 1 0 0,-1 1-1 0 0,1 0 1 0 0,0-1 0 0 0,-1 1-1 0 0,1-1 1 0 0,-1 1 0 0 0,1 0-1 0 0,-1 0 1 0 0,1-1-1 0 0,-1 1 1 0 0,1 0 0 0 0,-1 0-1 0 0,0-1 1 0 0,0 1 0 0 0,1 0-1 0 0,-1 0 1 0 0,0 0-1 0 0,0 0 1 0 0,0 0 0 0 0,0 1-1 0 0,0 0-1 0 0,0 0 0 0 0,0 0 0 0 0,0 0 0 0 0,0 1 0 0 0,0-1 0 0 0,0 0 0 0 0,0 0 0 0 0,1 0 0 0 0,-1 0 0 0 0,1 0 0 0 0,-1 0 0 0 0,1 0 0 0 0,0 0 0 0 0,0 0 0 0 0,0 0 0 0 0,0-1 0 0 0,0 1 0 0 0,0 0 0 0 0,1-1 0 0 0,-1 1 0 0 0,3 2 0 0 0,-1-1 0 0 0,-2 1 1 0 0,0-1 0 0 0,0 1 0 0 0,0 0 1 0 0,0 0-1 0 0,-1 0 0 0 0,1 1 0 0 0,-1-1 0 0 0,0 0 0 0 0,0 0 0 0 0,-2 7 0 0 0,1 1 54 0 0,1-11-56 0 0,0 0 0 0 0,0-1 0 0 0,0 1 0 0 0,1 0 0 0 0,-1-1 0 0 0,0 1 0 0 0,0-1 0 0 0,0 1 0 0 0,0 0 0 0 0,0-1 0 0 0,1 1 0 0 0,-1-1 0 0 0,0 1 0 0 0,1 0 0 0 0,-1-1 0 0 0,0 1 0 0 0,1-1 0 0 0,-1 1 0 0 0,1-1 0 0 0,-1 1 0 0 0,0-1 0 0 0,1 0 0 0 0,-1 1 0 0 0,1-1 0 0 0,0 0 0 0 0,-1 1 0 0 0,1-1 0 0 0,-1 0 0 0 0,2 1 0 0 0,-1-1 0 0 0,-1 0 0 0 0,1 1 0 0 0,0-1 0 0 0,-1 0-1 0 0,1 1 1 0 0,0-1 0 0 0,-1 1 0 0 0,1-1 0 0 0,-1 1-1 0 0,1-1 1 0 0,-1 1 0 0 0,1-1 0 0 0,-1 1 0 0 0,1-1-1 0 0,-1 1 1 0 0,1 0 0 0 0,-1-1 0 0 0,0 1 0 0 0,1 0-1 0 0,-1-1 1 0 0,0 1 0 0 0,0 0 0 0 0,0 0 0 0 0,1-1-1 0 0,-1 1 1 0 0,0 0 0 0 0,0-1 0 0 0,0 1 0 0 0,0 0-1 0 0,0 1 1 0 0,0-2 1 0 0,0 1 0 0 0,0 0 0 0 0,0-1-1 0 0,0 1 1 0 0,0 0 0 0 0,0 0 0 0 0,0-1 0 0 0,0 1-1 0 0,0 0 1 0 0,1 0 0 0 0,-1-1 0 0 0,0 1 0 0 0,0 0-1 0 0,1-1 1 0 0,-1 1 0 0 0,1-1 0 0 0,-1 1 0 0 0,0 0-1 0 0,1-1 1 0 0,-1 1 0 0 0,1-1 0 0 0,0 1 0 0 0,-1-1-1 0 0,1 1 1 0 0,-1-1 0 0 0,1 0 0 0 0,0 1 0 0 0,1 0 0 0 0,-2-1-1 0 0,1 0 1 0 0,0 1 0 0 0,-1-1-1 0 0,1 0 1 0 0,0 1 0 0 0,-1-1 0 0 0,1 1-1 0 0,0-1 1 0 0,-1 1 0 0 0,1 0 0 0 0,-1-1-1 0 0,1 1 1 0 0,-1-1 0 0 0,0 1 0 0 0,1 0-1 0 0,-1-1 1 0 0,1 1 0 0 0,-1 0 0 0 0,0 0-1 0 0,0-1 1 0 0,1 1 0 0 0,-1 0 0 0 0,0 0-1 0 0,0 0 1 0 0,0-1 0 0 0,0 1 0 0 0,0 0-1 0 0,0 0 1 0 0,0 0 0 0 0,0 0 0 0 0,0 0 1 0 0,0-1 0 0 0,0 1-1 0 0,0 0 1 0 0,1-1-1 0 0,-1 1 1 0 0,0 0-1 0 0,0-1 1 0 0,1 1 0 0 0,-1 0-1 0 0,0-1 1 0 0,1 1-1 0 0,-1-1 1 0 0,1 1-1 0 0,-1-1 1 0 0,1 1-1 0 0,-1-1 1 0 0,1 1 0 0 0,-1-1-1 0 0,1 1 1 0 0,-1-1-1 0 0,1 0 1 0 0,-1 1-1 0 0,1-1 1 0 0,0 1-1 0 0,0-1 0 0 0,0 0 0 0 0,0 1 0 0 0,-1-1 0 0 0,1 0 0 0 0,0 1 0 0 0,-1-1 0 0 0,1 1 0 0 0,-1-1 0 0 0,1 1 0 0 0,0-1 0 0 0,-1 1 0 0 0,1 0 0 0 0,-1-1 0 0 0,0 1 0 0 0,1 0 0 0 0,-1-1 0 0 0,1 1 0 0 0,-1 0 0 0 0,0-1 0 0 0,0 1-1 0 0,1 0 1 0 0,-1 0 0 0 0,0-1 0 0 0,0 1 0 0 0,0 1 0 0 0,0 1 0 0 0,-1 0-1 0 0,1 0 0 0 0,0 0 1 0 0,0 0-1 0 0,1 0 0 0 0,-1 0 1 0 0,1-1-1 0 0,-1 1 0 0 0,1 0 1 0 0,0 0-1 0 0,0 0 0 0 0,0-1 1 0 0,0 1-1 0 0,0-1 0 0 0,1 1 1 0 0,-1-1-1 0 0,1 1 0 0 0,0-1 1 0 0,3 4-1 0 0,-5-5 2 0 0,1-1 0 0 0,-1 1-1 0 0,0 0 1 0 0,1 0 0 0 0,-1 0 0 0 0,0 0 0 0 0,1 0 0 0 0,-1-1-1 0 0,0 1 1 0 0,0 0 0 0 0,0 0 0 0 0,0 0 0 0 0,0 0 0 0 0,0 0 0 0 0,0 0-1 0 0,0 1 1 0 0,0-1-1 0 0,0 0 0 0 0,-1-1 0 0 0,1 1 0 0 0,0 0 0 0 0,0-1 0 0 0,0 1 0 0 0,0 0 0 0 0,0 0 0 0 0,1-1 0 0 0,-1 1 0 0 0,0 0 0 0 0,0 0 0 0 0,0-1 0 0 0,1 1 0 0 0,-1 0 0 0 0,0-1-1 0 0,1 1 1 0 0,-1 0 0 0 0,0-1 0 0 0,1 1 0 0 0,0 0 0 0 0,1 0 0 0 0,-1 1-1 0 0,0-1 1 0 0,1 0-1 0 0,-1 0 1 0 0,0 1 0 0 0,0-1-1 0 0,1 1 1 0 0,-1-1-1 0 0,0 1 1 0 0,-1 0-1 0 0,1-1 1 0 0,1 4-1 0 0,1 29 74 0 0,-3-34-73 0 0,-1 1 1 0 0,1-1-1 0 0,0 1 0 0 0,0-1 1 0 0,0 0-1 0 0,0 1 1 0 0,1-1-1 0 0,-1 1 0 0 0,0-1 1 0 0,0 1-1 0 0,0-1 1 0 0,0 0-1 0 0,0 1 0 0 0,0-1 1 0 0,1 0-1 0 0,-1 1 0 0 0,0-1 1 0 0,0 1-1 0 0,1-1 1 0 0,-1 0-1 0 0,0 0 0 0 0,0 1 1 0 0,1-1-1 0 0,-1 0 1 0 0,0 1-1 0 0,1-1 0 0 0,-1 0 1 0 0,0 0-1 0 0,1 0 1 0 0,-1 1-1 0 0,1-1 0 0 0,-1 0 1 0 0,0 0-1 0 0,1 0 0 0 0,-1 0 1 0 0,1 0-1 0 0,0 0 1 0 0,0 1-1 0 0,-1-1 0 0 0,1 0-1 0 0,0 0 1 0 0,-1 0 0 0 0,1 1 0 0 0,0-1 0 0 0,-1 0 0 0 0,1 1 0 0 0,-1-1 0 0 0,1 1 0 0 0,0-1 0 0 0,-1 1 0 0 0,1-1 0 0 0,-1 1 0 0 0,1-1 0 0 0,-1 1 0 0 0,1-1 0 0 0,-1 1 0 0 0,0-1 0 0 0,1 1 0 0 0,-1 0 0 0 0,0-1 0 0 0,1 1 0 0 0,-1 0 0 0 0,0 0 0 0 0,0-1 0 0 0,0 1 0 0 0,1 0 0 0 0,-1-1 0 0 0,0 1 0 0 0,0 0-1 0 0,0 0 1 0 0,0-1 0 0 0,0 1 0 0 0,0 0 0 0 0,-1-1 0 0 0,1 2 0 0 0,1 13 29 0 0,-1-20 59 0 0,1 4-84 0 0,-1-1 1 0 0,0 0-1 0 0,0 1 0 0 0,-1-1 1 0 0,1 0-1 0 0,0 1 0 0 0,0-1 1 0 0,-1 0-1 0 0,1 1 1 0 0,-1-1-1 0 0,0 1 0 0 0,-1-4 1 0 0,0 4-5 0 0,0-1 0 0 0,1 0 0 0 0,-1 0 0 0 0,1 0 0 0 0,-1 0 0 0 0,1 0 0 0 0,0 0 0 0 0,-1 0 0 0 0,1 0 0 0 0,0-1 0 0 0,0 1 0 0 0,1 0 0 0 0,-1-1 0 0 0,0 1 0 0 0,1-1 0 0 0,0 1 0 0 0,-1-1 0 0 0,1 1 0 0 0,0-1 0 0 0,0 1 0 0 0,0-1 0 0 0,2-3 0 0 0,-1 0-4 0 0,-1 5 6 0 0,0 0 0 0 0,1 0 0 0 0,-1 0-1 0 0,0 0 1 0 0,0 0 0 0 0,0 0 0 0 0,0 0-1 0 0,0 0 1 0 0,0-1 0 0 0,0 1 0 0 0,0 0-1 0 0,0 0 1 0 0,0 0 0 0 0,-1 0 0 0 0,1 0-1 0 0,0 0 1 0 0,-1 0 0 0 0,1 0 0 0 0,-1 0-1 0 0,1 0 1 0 0,-1 1 0 0 0,1-1 0 0 0,-1 0-1 0 0,0 0 1 0 0,1 0 0 0 0,-1 1 0 0 0,0-1-1 0 0,0 0 1 0 0,1 0 0 0 0,-1 1 0 0 0,0-1-1 0 0,0 1 1 0 0,0-1 0 0 0,0 1 0 0 0,0-1-1 0 0,0 1 1 0 0,0 0 0 0 0,0-1 0 0 0,-2 1-1 0 0,2-1-1 0 0,-2-5 8 0 0,3 4-2 0 0,0 3-7 0 0,1-1 0 0 0,-1 0 0 0 0,0 1 1 0 0,0-1-1 0 0,0 0 0 0 0,0 1 0 0 0,0-1 1 0 0,1 0-1 0 0,-1 1 0 0 0,0-1 0 0 0,0 0 0 0 0,0 0 1 0 0,1 1-1 0 0,-1-1 0 0 0,0 0 0 0 0,1 0 1 0 0,-1 1-1 0 0,0-1 0 0 0,0 0 0 0 0,1 0 0 0 0,-1 0 1 0 0,0 0-1 0 0,1 1 0 0 0,-1-1 0 0 0,0 0 1 0 0,1 0-1 0 0,-1 0 0 0 0,1 0 0 0 0,-1 0 1 0 0,1 0-1 0 0,-1 0-1 0 0,1 0 0 0 0,0 0 0 0 0,-1 1 0 0 0,1-1 0 0 0,0 0-1 0 0,-1 0 1 0 0,1 0 0 0 0,-1 1 0 0 0,1-1 0 0 0,0 0 0 0 0,-1 1 0 0 0,1-1 0 0 0,-1 0 0 0 0,1 1 0 0 0,-1-1 0 0 0,1 1 0 0 0,-1-1 0 0 0,0 1 0 0 0,1-1 0 0 0,-1 1 0 0 0,1-1 0 0 0,-1 1 0 0 0,0 0 0 0 0,0-1 0 0 0,1 1 0 0 0,-1-1 0 0 0,0 1 0 0 0,0 0 0 0 0,0-1 0 0 0,0 1-1 0 0,1 0 1 0 0,-1-1 0 0 0,0 2 0 0 0,3 3 16 0 0,15 3 20 0 0,-19-8-7 0 0,-1 0-22 0 0,1 0-5 0 0,1 0 0 0 0,-1 0 0 0 0,0 0 0 0 0,0 0 0 0 0,0 0 0 0 0,1 0 0 0 0,-1 0 0 0 0,0 0 0 0 0,0 0 0 0 0,0 0 0 0 0,1 0 0 0 0,-1-1 0 0 0,0 1 0 0 0,0 0 0 0 0,1 0 0 0 0,-1-1 0 0 0,0 1 0 0 0,1-1 0 0 0,-1 1 0 0 0,0 0 0 0 0,1-1 0 0 0,-1 1 0 0 0,0-1 0 0 0,1 0 0 0 0,-1 1 0 0 0,0-2 0 0 0,3-3 0 0 0,-4 2 0 0 0,1 1 0 0 0,0-1 0 0 0,-1 0 0 0 0,0 1 0 0 0,1-1 0 0 0,-1 1 0 0 0,0 0 0 0 0,0-1 0 0 0,-1 1 0 0 0,1 0 0 0 0,0 0 0 0 0,-5-2 0 0 0,-9-11 0 0 0,-21-34 20 0 0,28 36-7 0 0,0 0-1 0 0,-1 0 0 0 0,-1 1 0 0 0,0 0 1 0 0,-13-10-1 0 0,12 14 32 0 0,0-1 1 0 0,-27-12-1 0 0,32 12-111 0 0,-6 2 67 0 0,-15-5 0 0 0,18 9 14 0 0,0 0-1 0 0,1 0 1 0 0,-17-10-1 0 0,-8-3 27 0 0,17 10-19 0 0,1-2 0 0 0,0 0 0 0 0,0-1 0 0 0,1-1 0 0 0,0 0 0 0 0,-20-17 0 0 0,29 21-21 0 0,0 1 0 0 0,-1 0 0 0 0,1 1 0 0 0,-1 0 0 0 0,-1 0 0 0 0,-11-5 0 0 0,16 8 0 0 0,1-3 0 0 0,-3-2 0 0 0,3 6 0 0 0,1 0 0 0 0,0 0 0 0 0,0 0 0 0 0,1 0 0 0 0,-1 0 0 0 0,0-1 0 0 0,0 1 0 0 0,1 0 0 0 0,-1 0 0 0 0,0 0 0 0 0,1-1 0 0 0,-1 1 0 0 0,0 0 0 0 0,1-1 0 0 0,-1 1 0 0 0,0-1 0 0 0,1 1 0 0 0,-1-1 0 0 0,1 1 0 0 0,-1-1 0 0 0,1 1 0 0 0,-1-1 0 0 0,1 1 0 0 0,-1-1 0 0 0,0-1 0 0 0,1 2 0 0 0,-1-1 0 0 0,1 0 0 0 0,-1 1 0 0 0,0-1 0 0 0,1 1 0 0 0,-1-1 0 0 0,0 0 0 0 0,0 1 0 0 0,1 0 0 0 0,-1-1 0 0 0,0 1 0 0 0,0-1 0 0 0,0 1 0 0 0,1 0 0 0 0,-1 0 0 0 0,0-1 0 0 0,0 1 0 0 0,0 0 0 0 0,0 0 0 0 0,-1 0 0 0 0,1 0 0 0 0,-5-6 9 0 0,4 2-58 0 0,-25-12-864 0 0,-12-5-7245 0 0,20 15 5343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7:41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1 160 0 0,'-9'0'832'0'0,"0"0"1"0"0,0 1-1 0 0,0 1 1 0 0,-18 4-1 0 0,94 3 2516 0 0,14 11-2774 0 0,-20-11-489 0 0,-39-6-87 0 0,1 0 1 0 0,-2 2 0 0 0,26 7 0 0 0,-38-8 1 0 0,-6-4 0 0 0,0 0 0 0 0,-1 1 0 0 0,1 0 0 0 0,-1 0 0 0 0,1 0 0 0 0,-1 0 0 0 0,0 0 0 0 0,1 0 0 0 0,-1 1 0 0 0,0-1 0 0 0,0 1 0 0 0,1-1 0 0 0,-1 1 0 0 0,3 4 0 0 0,-3-3 0 0 0,1 1 0 0 0,0-1 0 0 0,0 0 0 0 0,0 0 0 0 0,0 0 0 0 0,0 0 0 0 0,0 0 0 0 0,1-1 0 0 0,-1 0 0 0 0,6 3 0 0 0,-7-4 0 0 0,2 8 0 0 0,-1-3 0 0 0,3-2 0 0 0,-5-3 0 0 0,0-1 0 0 0,-1 1 0 0 0,1-1 0 0 0,0 1 0 0 0,0-1 0 0 0,-1 1 0 0 0,1-1 0 0 0,0 1 0 0 0,-1 0 0 0 0,1 0 0 0 0,0-1 0 0 0,-1 1 0 0 0,1 0 0 0 0,-1 0 0 0 0,0-1 0 0 0,1 1 0 0 0,-1 0 0 0 0,0 0 0 0 0,1 0 0 0 0,-1 0 0 0 0,0 0 0 0 0,0-1 0 0 0,0 1 0 0 0,1 0 0 0 0,-1 1 0 0 0,0-1 1 0 0,0 0 1 0 0,0 0-1 0 0,0 0 1 0 0,0-1-1 0 0,0 1 1 0 0,0 0-1 0 0,0 0 1 0 0,0 0-1 0 0,1-1 1 0 0,-1 1-1 0 0,0 0 1 0 0,1-1-1 0 0,-1 1 1 0 0,1 0-1 0 0,-1 0 1 0 0,0-1-1 0 0,1 1 0 0 0,0-1 1 0 0,-1 1-1 0 0,1 0 1 0 0,-1-1-1 0 0,1 1 1 0 0,0-1-1 0 0,-1 0 1 0 0,1 1-1 0 0,1 0 1 0 0,-2-1-1 0 0,1 0 1 0 0,0 1-1 0 0,0-1 1 0 0,-1 1-1 0 0,1-1 1 0 0,-1 1-1 0 0,1-1 1 0 0,0 1-1 0 0,-1-1 1 0 0,1 1-1 0 0,-1 0 1 0 0,1-1-1 0 0,-1 1 1 0 0,1 0-1 0 0,-1-1 1 0 0,0 1-1 0 0,1 0 1 0 0,-1 0-1 0 0,0-1 0 0 0,0 1 1 0 0,1 0-1 0 0,-1 0 1 0 0,0 0-1 0 0,0-1 1 0 0,0 1-1 0 0,0 1 1 0 0,0 0 0 0 0,1-1-1 0 0,-1 1 1 0 0,1-1 0 0 0,-1 1-1 0 0,1 0 1 0 0,0-1 0 0 0,-1 0-1 0 0,1 1 1 0 0,0-1 0 0 0,0 1 0 0 0,0-1-1 0 0,0 0 1 0 0,0 0 0 0 0,1 0-1 0 0,-1 0 1 0 0,0 0 0 0 0,0 0 0 0 0,1 0-1 0 0,-1 0 1 0 0,3 1 0 0 0,-3-1 0 0 0,1 0 0 0 0,-1-1 0 0 0,1 1 0 0 0,-1 0 0 0 0,0 0 0 0 0,1 0 0 0 0,-1 0 1 0 0,0 1-1 0 0,0-1 0 0 0,0 0 0 0 0,0 0 0 0 0,0 1 0 0 0,0-1 0 0 0,0 1 0 0 0,0-1 0 0 0,0 1 0 0 0,-1-1 1 0 0,1 1-1 0 0,-1-1 0 0 0,1 3 0 0 0,1 0 3 0 0,0-1-1 0 0,1 0 1 0 0,-1 0 0 0 0,0-1 0 0 0,1 1-1 0 0,0 0 1 0 0,-1-1 0 0 0,1 0 0 0 0,0 1 0 0 0,0-1-1 0 0,1 0 1 0 0,-1-1 0 0 0,7 4 0 0 0,-6-3-1 0 0,1 0 0 0 0,-1 1 0 0 0,0 0 1 0 0,1 0-1 0 0,-1 0 0 0 0,-1 1 0 0 0,1-1 1 0 0,0 1-1 0 0,-1 0 0 0 0,0 0 0 0 0,0 0 1 0 0,0 0-1 0 0,0 1 0 0 0,-1-1 0 0 0,0 1 0 0 0,0-1 1 0 0,0 1-1 0 0,0 0 0 0 0,-1 0 0 0 0,0 0 1 0 0,1 6-1 0 0,-2-8 3 0 0,1-1 0 0 0,-1 1 0 0 0,0-1 0 0 0,1 1-1 0 0,0-1 1 0 0,-1 0 0 0 0,1 1 0 0 0,0-1 0 0 0,0 0 0 0 0,0 0 0 0 0,1 0 0 0 0,-1 0 0 0 0,0 0-1 0 0,1 0 1 0 0,-1 0 0 0 0,1 0 0 0 0,0 0 0 0 0,2 1 0 0 0,-2-1-6 0 0,0 0 1 0 0,0 0-1 0 0,0-1 1 0 0,-1 1 0 0 0,1 0-1 0 0,-1 1 1 0 0,1-1-1 0 0,-1 0 1 0 0,0 0-1 0 0,1 1 1 0 0,-1-1-1 0 0,-1 0 1 0 0,1 1-1 0 0,0-1 1 0 0,0 1-1 0 0,-1-1 1 0 0,0 1 0 0 0,1 3-1 0 0,-1 131 146 0 0,0-136-148 0 0,0-1 0 0 0,0 1 0 0 0,0-1 0 0 0,0 1 0 0 0,0-1 0 0 0,1 1 1 0 0,-1-1-1 0 0,0 1 0 0 0,0-1 0 0 0,0 0 0 0 0,1 1 0 0 0,-1-1 0 0 0,0 1 0 0 0,1-1 0 0 0,-1 0 1 0 0,0 1-1 0 0,1-1 0 0 0,-1 1 0 0 0,0-1 0 0 0,1 0 0 0 0,-1 0 0 0 0,1 1 0 0 0,-1-1 1 0 0,1 0-1 0 0,-1 0 0 0 0,1 1 0 0 0,0-1 2 0 0,-1 0 1 0 0,1 0-1 0 0,-1 1 0 0 0,1-1 1 0 0,-1 0-1 0 0,1 0 1 0 0,-1 1-1 0 0,1-1 0 0 0,-1 0 1 0 0,1 1-1 0 0,-1-1 0 0 0,0 1 1 0 0,1-1-1 0 0,-1 1 1 0 0,0-1-1 0 0,1 1 0 0 0,-1-1 1 0 0,0 1-1 0 0,1-1 0 0 0,-1 1 1 0 0,0-1-1 0 0,0 1 1 0 0,0-1-1 0 0,0 1 0 0 0,0-1 1 0 0,1 2-1 0 0,-1-1-1 0 0,0-1 0 0 0,1 1 0 0 0,-1 0 0 0 0,1-1 0 0 0,0 1 0 0 0,-1 0 0 0 0,1-1 0 0 0,-1 1 0 0 0,1-1 0 0 0,0 1 0 0 0,-1-1 0 0 0,1 1 0 0 0,0-1 0 0 0,0 1 0 0 0,-1-1 0 0 0,1 0 0 0 0,0 0 0 0 0,0 1 0 0 0,0-1 0 0 0,-1 0 0 0 0,1 0 0 0 0,0 0 0 0 0,1 0 0 0 0,-1 1 0 0 0,3 9-39 0 0,-4-5-111 0 0,0-6-74 0 0,0 0 119 0 0,-1 0 1 0 0,1 0 0 0 0,0 0 0 0 0,0 0 0 0 0,-1 0 0 0 0,1 0 0 0 0,-1 0 0 0 0,1 0 0 0 0,-1 0 0 0 0,1 0 0 0 0,-1 1-1 0 0,1-1 1 0 0,-1 0 0 0 0,0 0 0 0 0,1 0 0 0 0,-3 0 0 0 0,-9-15-1448 0 0,-6-41-3517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9:09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774 96 1601 0 0,'-3'-9'4734'0'0,"-7"6"-3398"0"0,9 3-1326 0 0,1 0 0 0 0,0 0-1 0 0,-1 0 1 0 0,1 0 0 0 0,0 0-1 0 0,0 0 1 0 0,-1 0 0 0 0,1 0 0 0 0,0 0-1 0 0,0 0 1 0 0,-1 0 0 0 0,1 0 0 0 0,0 0-1 0 0,-1 0 1 0 0,1 0 0 0 0,0 0 0 0 0,0 0-1 0 0,-1 0 1 0 0,1-1 0 0 0,0 1 0 0 0,0 0-1 0 0,-1 0 1 0 0,1 0 0 0 0,0 0 0 0 0,0-1-1 0 0,0 1 1 0 0,-1 0 0 0 0,1 0-1 0 0,0 0 1 0 0,0-1 0 0 0,0 1 0 0 0,0 0-1 0 0,-1 0 1 0 0,1-1 0 0 0,0 1 0 0 0,0 0-1 0 0,0 0 1 0 0,0-1 0 0 0,0 1 0 0 0,0-1-1 0 0,-2 0 38 0 0,1 0 1 0 0,0 0-1 0 0,-1 0 0 0 0,1 0 0 0 0,-1 0 0 0 0,1 1 0 0 0,-1-1 0 0 0,0 0 1 0 0,1 1-1 0 0,-1-1 0 0 0,0 1 0 0 0,1 0 0 0 0,-1-1 0 0 0,0 1 0 0 0,0 0 0 0 0,1 0 1 0 0,-5 1-1 0 0,-32-1 305 0 0,26 0-334 0 0,6 0 4 0 0,0 0 0 0 0,1 0 0 0 0,-1 0 1 0 0,0 0-1 0 0,0 1 0 0 0,-10 3 0 0 0,0-3 31 0 0,-34 7-12 0 0,-17-2 25 0 0,67-6-66 0 0,-32 2 0 0 0,-37-1 0 0 0,59-1 0 0 0,-6 0 17 0 0,1 1 0 0 0,0 1-1 0 0,-24 4 1 0 0,9-1-21 0 0,-6 0 21 0 0,28-4-25 0 0,0 2-38 0 0,-24 12 20 0 0,-27 0 40 0 0,52-5-30 0 0,6-7 18 0 0,-80 58-2 0 0,77-51 0 0 0,5-10 0 0 0,-1 0 0 0 0,0 1 0 0 0,0-1 0 0 0,0 0 0 0 0,0 1 0 0 0,0-1 0 0 0,0 0 0 0 0,0 1 0 0 0,0-1 0 0 0,-1 0 0 0 0,1 1 0 0 0,0-1 0 0 0,0 0 0 0 0,0 1 0 0 0,0-1 0 0 0,0 0 0 0 0,0 1 0 0 0,-1-1 0 0 0,1 0 0 0 0,0 0 0 0 0,0 1 0 0 0,0-1 0 0 0,-1 0 0 0 0,1 0 0 0 0,0 1 0 0 0,0-1 0 0 0,-1 0 0 0 0,1 0 0 0 0,-1 1 0 0 0,0-1-2 0 0,0 0 0 0 0,0 1 0 0 0,0-1 1 0 0,0 1-1 0 0,0 0 0 0 0,0-1 0 0 0,0 1 0 0 0,0 0 0 0 0,0-1 0 0 0,1 1 0 0 0,-1 0 0 0 0,0 0 0 0 0,0 0 0 0 0,1 0 0 0 0,-1-1 0 0 0,1 1 0 0 0,-1 0 0 0 0,0 2 0 0 0,-1 25-40 0 0,2-24 41 0 0,0 66 1 0 0,0-69 0 0 0,0-1 0 0 0,0 0 0 0 0,0 1 0 0 0,0-1 0 0 0,0 1 0 0 0,0-1 0 0 0,0 1 0 0 0,0-1 0 0 0,0 0 0 0 0,0 1 0 0 0,1-1 0 0 0,-1 1 0 0 0,0-1 0 0 0,0 0 0 0 0,0 1 0 0 0,1-1 0 0 0,-1 0 0 0 0,0 1 0 0 0,1-1 0 0 0,-1 0 0 0 0,0 1 0 0 0,1-1 0 0 0,-1 0 0 0 0,0 0 0 0 0,1 1 0 0 0,-1-1 0 0 0,0 0 0 0 0,1 0 0 0 0,-1 0 0 0 0,1 1 0 0 0,-1-1 0 0 0,0 0 0 0 0,1 0 0 0 0,-1 0 0 0 0,1 0 0 0 0,-1 0 0 0 0,1 0 0 0 0,0 0 0 0 0,-1 0 0 0 0,1 0 0 0 0,-1 0 0 0 0,1 0 0 0 0,-1 0 0 0 0,1 0 0 0 0,-1 1 0 0 0,1-1 0 0 0,-1 0 0 0 0,1 0 0 0 0,-1 0 0 0 0,0 0 0 0 0,1 1 0 0 0,-1-1 0 0 0,1 0 0 0 0,-1 1 0 0 0,0-1 0 0 0,1 0 0 0 0,-1 1 0 0 0,0-1 0 0 0,1 0 0 0 0,-1 1 0 0 0,0-1 0 0 0,1 1 0 0 0,-1-1 0 0 0,0 0 0 0 0,0 1 0 0 0,0-1 0 0 0,1 1 0 0 0,-1-1 0 0 0,0 1 0 0 0,0-1 0 0 0,0 1 0 0 0,0-1 0 0 0,0 1 0 0 0,0-1 0 0 0,0 1 0 0 0,0 0 0 0 0,0-1 0 0 0,0 1 0 0 0,0 0 0 0 0,0 0 0 0 0,0-1 0 0 0,0 1 0 0 0,0 0 0 0 0,1-1 0 0 0,-1 1 0 0 0,0 0 0 0 0,0-1 0 0 0,1 1 0 0 0,-1 0 0 0 0,0-1 0 0 0,1 1 0 0 0,-1-1 0 0 0,1 1 0 0 0,-1 0 0 0 0,1-1 0 0 0,-1 1 0 0 0,1-1 0 0 0,-1 0 0 0 0,1 1 0 0 0,-1-1 0 0 0,1 1 0 0 0,0-1 0 0 0,-1 0 0 0 0,2 1 0 0 0,-1-1 0 0 0,-1 1 0 0 0,1-1 0 0 0,0 0 0 0 0,-1 1 0 0 0,1-1 0 0 0,-1 0 0 0 0,1 1 0 0 0,0-1 0 0 0,-1 1 0 0 0,1-1 0 0 0,-1 1 0 0 0,1-1 0 0 0,-1 1 0 0 0,0-1 0 0 0,1 1 0 0 0,-1 0 0 0 0,0-1 0 0 0,1 1 0 0 0,-1 0 0 0 0,0-1 0 0 0,1 1 0 0 0,-1 0 0 0 0,0-1 0 0 0,0 1 0 0 0,0 0 0 0 0,0-1 0 0 0,0 2 0 0 0,0-1 0 0 0,0 0 0 0 0,0 0 0 0 0,0-1 0 0 0,1 1 0 0 0,-1 0 0 0 0,0-1 0 0 0,0 1 0 0 0,0 0 0 0 0,1-1 0 0 0,-1 1 0 0 0,0 0 0 0 0,1-1 0 0 0,-1 1 0 0 0,0-1 0 0 0,1 1 0 0 0,-1-1 0 0 0,1 1 0 0 0,-1-1 0 0 0,1 1 0 0 0,-1-1 0 0 0,1 1 0 0 0,0-1 0 0 0,1 1 0 0 0,-2 0 0 0 0,1-1 0 0 0,0 1 0 0 0,0 0 0 0 0,0-1 0 0 0,0 1 0 0 0,0 0 0 0 0,-1 0 0 0 0,1 0 0 0 0,0-1 0 0 0,-1 1 0 0 0,1 0 0 0 0,-1 0 0 0 0,1 0 0 0 0,-1 0 0 0 0,1 0 0 0 0,-1 0 0 0 0,1 0 0 0 0,-1 0 0 0 0,0 0 0 0 0,0 1 0 0 0,0-1 0 0 0,0 0 0 0 0,1 0 0 0 0,-2 2 0 0 0,1 1-3 0 0,0 1-1 0 0,1-1 0 0 0,-1 1 0 0 0,1-1 0 0 0,0 0 0 0 0,0 1 1 0 0,0-1-1 0 0,1 0 0 0 0,-1 0 0 0 0,1 0 0 0 0,0 0 1 0 0,0 0-1 0 0,3 4 0 0 0,-4-5 8 0 0,0-1 1 0 0,0 1-1 0 0,-1 0 0 0 0,1 0 1 0 0,-1 0-1 0 0,1 0 1 0 0,-1 0-1 0 0,0 0 0 0 0,0-1 1 0 0,-1 6-1 0 0,1 2-65 0 0,0-10 60 0 0,0 1 1 0 0,0-1 0 0 0,0 0-1 0 0,0 1 1 0 0,0-1 0 0 0,0 0-1 0 0,0 0 1 0 0,0 1 0 0 0,0-1-1 0 0,1 0 1 0 0,-1 1 0 0 0,0-1-1 0 0,0 0 1 0 0,0 0-1 0 0,1 1 1 0 0,-1-1 0 0 0,0 0-1 0 0,0 0 1 0 0,0 0 0 0 0,1 1-1 0 0,-1-1 1 0 0,0 0 0 0 0,1 0-1 0 0,-1 0 1 0 0,0 0 0 0 0,0 0-1 0 0,1 0 1 0 0,-1 1 0 0 0,0-1-1 0 0,1 0 1 0 0,-1 0 0 0 0,0 0-1 0 0,1 0 1 0 0,-1 0 0 0 0,0 0-1 0 0,0 0 1 0 0,1 0 0 0 0,-1 0-1 0 0,1-1 1 0 0,-1 1 0 0 0,1 0-1 0 0,-1 0 1 0 0,1 0 0 0 0,-1 0-1 0 0,1 0 1 0 0,-1 0 0 0 0,1 0-1 0 0,-1 0 1 0 0,1 0 0 0 0,-1 1 0 0 0,0-1-1 0 0,1 0 1 0 0,-1 0 0 0 0,1 0-1 0 0,-1 0 1 0 0,1 1 0 0 0,-1-1-1 0 0,0 0 1 0 0,1 0 0 0 0,-1 1 0 0 0,0-1-1 0 0,1 0 1 0 0,-1 1 0 0 0,0-1-1 0 0,1 0 1 0 0,-1 1 0 0 0,0-1-1 0 0,1 1 1 0 0,-1-1 0 0 0,0 0 0 0 0,0 1-1 0 0,0-1 1 0 0,0 1 0 0 0,1-1-1 0 0,-1 1 1 0 0,0-1 0 0 0,0 1-1 0 0,0-1 1 0 0,0 1 0 0 0,0-1 0 0 0,0 0-1 0 0,0 1 1 0 0,0 0-9 0 0,0 0 1 0 0,0 0-1 0 0,0 0 0 0 0,0-1 1 0 0,0 1-1 0 0,0 0 1 0 0,0 0-1 0 0,0 0 0 0 0,1-1 1 0 0,-1 1-1 0 0,0 0 0 0 0,1-1 1 0 0,-1 1-1 0 0,0 0 1 0 0,1 0-1 0 0,-1-1 0 0 0,1 1 1 0 0,-1-1-1 0 0,1 1 0 0 0,-1 0 1 0 0,1-1-1 0 0,0 1 1 0 0,-1-1-1 0 0,1 1 0 0 0,0-1 1 0 0,-1 0-1 0 0,1 1 0 0 0,1-1 1 0 0,-2 1-5 0 0,1-1 0 0 0,0 0 0 0 0,-1 0 0 0 0,1 1 0 0 0,-1-1 0 0 0,1 1 0 0 0,-1-1 0 0 0,1 0 0 0 0,-1 1 0 0 0,1-1 0 0 0,-1 1 0 0 0,1-1 0 0 0,-1 1 0 0 0,0-1 0 0 0,1 1 0 0 0,-1-1 0 0 0,0 1 0 0 0,1 0 0 0 0,-1-1 0 0 0,0 1 0 0 0,0-1 0 0 0,1 1 0 0 0,-1 0 0 0 0,0-1 0 0 0,0 1 0 0 0,0 0 0 0 0,0-1 0 0 0,0 2 0 0 0,0-2 2 0 0,0 1-1 0 0,0-1 1 0 0,0 1 0 0 0,0-1 0 0 0,0 1-1 0 0,0 0 1 0 0,1-1 0 0 0,-1 1-1 0 0,0-1 1 0 0,0 1 0 0 0,0-1-1 0 0,1 1 1 0 0,-1-1 0 0 0,0 1 0 0 0,1-1-1 0 0,-1 1 1 0 0,0-1 0 0 0,1 0-1 0 0,-1 1 1 0 0,1-1 0 0 0,-1 1-1 0 0,0-1 1 0 0,1 0 0 0 0,-1 1 0 0 0,1-1-1 0 0,-1 0 1 0 0,1 0 0 0 0,-1 1-1 0 0,1-1 1 0 0,0 0 0 0 0,0 0 0 0 0,0 0 1 0 0,-1 1 1 0 0,1-1 0 0 0,-1 0 0 0 0,1 0 0 0 0,-1 0 0 0 0,1 0 0 0 0,-1 1-1 0 0,1-1 1 0 0,-1 0 0 0 0,1 1 0 0 0,-1-1 0 0 0,1 0 0 0 0,-1 1 0 0 0,1-1 0 0 0,-1 1-1 0 0,0-1 1 0 0,1 0 0 0 0,-1 1 0 0 0,0-1 0 0 0,1 1 0 0 0,-1-1 0 0 0,0 1 0 0 0,0-1-1 0 0,1 1 1 0 0,-1-1 0 0 0,0 1 0 0 0,0 0 0 0 0,0-1 0 0 0,0 1 0 0 0,0-1 0 0 0,0 2-1 0 0,0-1 2 0 0,0-1 0 0 0,0 1 0 0 0,0-1 0 0 0,1 1 1 0 0,-1-1-1 0 0,0 1 0 0 0,0 0 0 0 0,0-1 0 0 0,0 1 0 0 0,1-1 0 0 0,-1 1 0 0 0,0-1 0 0 0,1 1 0 0 0,-1-1 0 0 0,0 1 0 0 0,1-1 0 0 0,-1 1 0 0 0,0-1 0 0 0,1 0 0 0 0,-1 1 0 0 0,1-1 0 0 0,-1 0 0 0 0,1 1 0 0 0,-1-1 0 0 0,1 0 0 0 0,-1 1 0 0 0,1-1 0 0 0,-1 0 0 0 0,1 0 0 0 0,0 0 0 0 0,0 1 0 0 0,0-1 2 0 0,-1 0 1 0 0,1 0-1 0 0,-1 0 0 0 0,1 0 0 0 0,-1 0 0 0 0,0 1 1 0 0,1-1-1 0 0,-1 0 0 0 0,1 0 0 0 0,-1 0 1 0 0,1 1-1 0 0,-1-1 0 0 0,0 0 0 0 0,1 1 0 0 0,-1-1 1 0 0,1 0-1 0 0,-1 1 0 0 0,0-1 0 0 0,0 1 1 0 0,1-1-1 0 0,-1 0 0 0 0,0 1 0 0 0,0-1 0 0 0,1 1 1 0 0,-1-1-1 0 0,0 1 0 0 0,0-1 0 0 0,0 1 1 0 0,0-1-1 0 0,0 1 0 0 0,0 0 0 0 0,1 0 1 0 0,0 0 0 0 0,0 1 1 0 0,0-1-1 0 0,0 0 0 0 0,0 0 0 0 0,0 1 0 0 0,0-1 0 0 0,0 0 0 0 0,0 0 0 0 0,1 0 1 0 0,-1 0-1 0 0,0-1 0 0 0,1 1 0 0 0,-1 0 0 0 0,0 0 0 0 0,1-1 0 0 0,-1 1 1 0 0,1-1-1 0 0,-1 1 0 0 0,4-1 0 0 0,33 9 0 0 0,-2-4 5 0 0,-25-3 0 0 0,1-1 0 0 0,-1 1 0 0 0,1-2 0 0 0,13 0 0 0 0,51-8 27 0 0,1 4 0 0 0,125 9 0 0 0,-169-3-27 0 0,-1-1 0 0 0,37-4 0 0 0,78 3 320 0 0,-99 0-160 0 0,-38-1-125 0 0,-1-1 0 0 0,0 0 0 0 0,0 0 0 0 0,0-1 0 0 0,0 0 0 0 0,10-6-1 0 0,18-5 29 0 0,93-38 24 0 0,-108 43-81 0 0,3-3-6 0 0,20-5 0 0 0,-39 14 0 0 0,10-2 0 0 0,-15 5 0 0 0,0 0 0 0 0,0 0 0 0 0,0 0 0 0 0,0 0 0 0 0,0 0 0 0 0,-1 0 0 0 0,1 0 1 0 0,0 0-1 0 0,0 0 0 0 0,0 0 0 0 0,0 1 0 0 0,0-1 0 0 0,0 0 0 0 0,0 1 0 0 0,-1-1 0 0 0,1 0 0 0 0,0 1 0 0 0,0-1 0 0 0,0 1 0 0 0,-1-1 1 0 0,2 2-1 0 0,-3 0 11 0 0,4 22 258 0 0,12-15-164 0 0,-13-3-64 0 0,0 1 41 0 0,16-7-32 0 0,142-41 1 0 0,-104 24-77 0 0,84-13 1 0 0,-48 11-55 0 0,-84 17 79 0 0,25-1-78 0 0,-11 3-1 0 0,26 0-67 0 0,-36 1 124 0 0,1 0 1 0 0,0 1-1 0 0,-1 1 0 0 0,0 0 0 0 0,1 0 0 0 0,15 8 0 0 0,-27-11 28 0 0,-1 0 0 0 0,0 0-1 0 0,0 0 1 0 0,1 0-1 0 0,-1 0 1 0 0,0 0 0 0 0,0 0-1 0 0,0 0 1 0 0,1 1-1 0 0,-1-1 1 0 0,0 0 0 0 0,0 0-1 0 0,0 0 1 0 0,1 0 0 0 0,-1 0-1 0 0,0 0 1 0 0,0 1-1 0 0,0-1 1 0 0,0 0 0 0 0,1 0-1 0 0,-1 0 1 0 0,0 1 0 0 0,0-1-1 0 0,0 0 1 0 0,0 0-1 0 0,0 0 1 0 0,0 1 0 0 0,0-1-1 0 0,0 0 1 0 0,0 0 0 0 0,0 1-1 0 0,0-1 1 0 0,0 0-1 0 0,0 0 1 0 0,0 0 0 0 0,0 1-1 0 0,0-1 1 0 0,0 0 0 0 0,0 0-1 0 0,0 1 1 0 0,0-1-1 0 0,0 0 1 0 0,0 0 0 0 0,0 0-1 0 0,0 1 1 0 0,0-1-1 0 0,0 0 0 0 0,-1 0-1 0 0,1 0 0 0 0,0 1 1 0 0,0-1-1 0 0,0 0 0 0 0,0 0 0 0 0,0 0 1 0 0,0 0-1 0 0,0 0 0 0 0,0 0 0 0 0,0 1 1 0 0,0-1-1 0 0,0 0 0 0 0,0 0 0 0 0,0 0 1 0 0,0 0-1 0 0,0 0 0 0 0,0 1 1 0 0,0-1-1 0 0,0 0 0 0 0,0 0 0 0 0,0 0 1 0 0,0 0-1 0 0,0 0 0 0 0,0 1 0 0 0,0-1 1 0 0,0 0-1 0 0,0 0 0 0 0,0 0 0 0 0,1 0 1 0 0,-1 0-1 0 0,0 0 0 0 0,0 1 1 0 0,0-1-1 0 0,0 0 0 0 0,0 0 0 0 0,0 0 1 0 0,0 0-1 0 0,0 0 0 0 0,1 0 0 0 0,-1 0 1 0 0,0 0-1 0 0,0 0 0 0 0,0 0 1 0 0,0 0-1 0 0,0 0 0 0 0,1 0 0 0 0,-1 0 1 0 0,0 0-1 0 0,0 0 0 0 0,0 0 0 0 0,0 0 1 0 0,0 0-1 0 0,1 0 0 0 0,-1 0 0 0 0,129 29 544 0 0,-96-20-510 0 0,-26-9-18 0 0,20 0 19 0 0,40 0 42 0 0,46-9 82 0 0,18 0 143 0 0,-109 5-225 0 0,-4 3-80 0 0,-16 4 0 0 0,18-1 0 0 0,59 4 52 0 0,-2 2-24 0 0,-55-5-15 0 0,-14-2 5 0 0,0 0-1 0 0,0 0 1 0 0,0-1-1 0 0,0 0 1 0 0,-1 0-1 0 0,1-1 1 0 0,12-3-1 0 0,-10 2-10 0 0,8-3 27 0 0,0-1 1 0 0,-1-1 0 0 0,0 0 0 0 0,24-15-1 0 0,3-14 33 0 0,-39 33-62 0 0,-1-1 1 0 0,0 1-1 0 0,0-1 0 0 0,0 0 1 0 0,-1 0-1 0 0,7-10 0 0 0,-7 10 3 0 0,1-1 0 0 0,-1 1 0 0 0,1-1 0 0 0,0 1 0 0 0,0 0 0 0 0,7-5 0 0 0,17-16 56 0 0,-23 20-61 0 0,-1 0-1 0 0,1 0 1 0 0,1 0 0 0 0,-1 1 0 0 0,12-7-1 0 0,-5 4 19 0 0,-4 4-16 0 0,0-1 0 0 0,-1 0 1 0 0,0-1-1 0 0,0 0 0 0 0,0 0 0 0 0,-1 0 0 0 0,1-1 0 0 0,6-8 0 0 0,-12 12-5 0 0,2-1 11 0 0,0-1 0 0 0,-1 1-1 0 0,1-1 1 0 0,-1 0 0 0 0,0 0-1 0 0,-1 0 1 0 0,1 0 0 0 0,0 0-1 0 0,-1 0 1 0 0,0-1 0 0 0,0 1-1 0 0,0 0 1 0 0,-1-1-1 0 0,1-7 1 0 0,-1 11-10 0 0,0 0 0 0 0,0 0 0 0 0,0 0 0 0 0,0-1 0 0 0,-1 1 0 0 0,1 0 0 0 0,0 0 0 0 0,0 0-1 0 0,-1 0 1 0 0,1 0 0 0 0,0 0 0 0 0,-1 0 0 0 0,1 0 0 0 0,-1 0 0 0 0,0 1 0 0 0,1-1 0 0 0,-1 0 0 0 0,0 0 0 0 0,1 0 0 0 0,-1 1 0 0 0,0-1 0 0 0,0 0 0 0 0,0 0-1 0 0,-1 0 1 0 0,-6-3 8 0 0,0 1 0 0 0,0 0-1 0 0,-1 1 1 0 0,-12-3 0 0 0,-112-23 4 0 0,81 13 4 0 0,21 5 8 0 0,-38-8 0 0 0,-42-19-12 0 0,67 18-13 0 0,0 1 67 0 0,-154-9-101 0 0,66 12 161 0 0,88 14-127 0 0,0-2 14 0 0,31 3-29 0 0,1 1 0 0 0,-1 0 0 0 0,1 1 0 0 0,0 0 0 0 0,-1 1 1 0 0,1 0-1 0 0,0 1 0 0 0,-17 8 0 0 0,-17 5-25 0 0,12-6 40 0 0,28-8 0 0 0,0-1 0 0 0,0 0 0 0 0,-1 0 0 0 0,1 0 0 0 0,-1-1 0 0 0,0 0 0 0 0,1 0 0 0 0,-1-1 0 0 0,0 0 0 0 0,-9 0 0 0 0,-250 4 134 0 0,203 0-188 0 0,19 1 121 0 0,-20-1-103 0 0,42-3 26 0 0,1 0-1 0 0,-28 7 1 0 0,-9-1 29 0 0,-17 1-24 0 0,43-3-9 0 0,32-5 15 0 0,-53-1-15 0 0,-13 5-53 0 0,-94 1 0 0 0,120-5 67 0 0,-27 0 0 0 0,41 0-4 0 0,0 1 0 0 0,-38 7-1 0 0,25-3 18 0 0,26-2 4 0 0,-37 0 47 0 0,-35-9 16 0 0,81 6-40 0 0,5 0-249 0 0,-1 0 185 0 0,0 0 0 0 0,0 0 0 0 0,0 1-1 0 0,0-1 1 0 0,0 0 0 0 0,0 0 0 0 0,0 0 0 0 0,0 0 0 0 0,0 0-1 0 0,0 0 1 0 0,0 1 0 0 0,0-1 0 0 0,0 0 0 0 0,0 0-1 0 0,0 0 1 0 0,0 0 0 0 0,0 0 0 0 0,0 1 0 0 0,0-1 0 0 0,0 0-1 0 0,0 0 1 0 0,0 0 0 0 0,0 0 0 0 0,0 0 0 0 0,0 1 0 0 0,0-1-1 0 0,0 0 1 0 0,0 0 0 0 0,0 0 0 0 0,0 0 0 0 0,0 0-1 0 0,0 0 1 0 0,0 1 0 0 0,-1-1 0 0 0,1 0 0 0 0,0 0 0 0 0,0 0-1 0 0,0 0 1 0 0,0 0 0 0 0,0 0 0 0 0,0 0 0 0 0,-1 0-1 0 0,1 0 1 0 0,0 0 0 0 0,0 0 0 0 0,0 1 0 0 0,0-1 0 0 0,0 0-1 0 0,0 0 1 0 0,-1 0 0 0 0,1 0 0 0 0,0 0 0 0 0,0 0 0 0 0,0 0-1 0 0,0 0 1 0 0,0 0 0 0 0,-1 0 0 0 0,1 0 0 0 0,0-1-1 0 0,0 1 1 0 0,0 0 0 0 0,-23 5-3124 0 0,-17 3-2855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9:42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1078 151 1281 0 0,'10'1'564'0'0,"-9"0"-468"0"0,-1-1 0 0 0,0 0 0 0 0,1 0-1 0 0,-1 0 1 0 0,0 0 0 0 0,1 1-1 0 0,-1-1 1 0 0,0 0 0 0 0,1 0-1 0 0,-1 0 1 0 0,0 0 0 0 0,1 0 0 0 0,-1 0-1 0 0,0 0 1 0 0,1 0 0 0 0,-1 0-1 0 0,0 0 1 0 0,1 0 0 0 0,-1 0 0 0 0,0 0-1 0 0,1-1 1 0 0,-1 1 0 0 0,0 0-1 0 0,1 0 1 0 0,-1 0 0 0 0,0 0-1 0 0,1-1 1 0 0,-1 1 0 0 0,0 0 0 0 0,0 0-1 0 0,1 0 1 0 0,-1-1 0 0 0,0 1-1 0 0,0 0 1 0 0,1-1 0 0 0,-1 1 0 0 0,0 0-1 0 0,0 0 1 0 0,0-1 0 0 0,0 1-1 0 0,1 0 1 0 0,-1-1 0 0 0,0 1 0 0 0,0 0-1 0 0,0-1 1 0 0,0 1 0 0 0,0 0-1 0 0,0-1 1 0 0,0 1 0 0 0,0 0-1 0 0,0-1 1 0 0,0 1 0 0 0,0-1 0 0 0,0 1-1 0 0,0 0 1 0 0,0-1 0 0 0,0 1-1 0 0,-1 0 1 0 0,1-1 0 0 0,0 1 0 0 0,0-1 64 0 0,0 1-73 0 0,0-1-84 0 0,0 1 0 0 0,0 0 0 0 0,0 0 0 0 0,0 0 1 0 0,0 0-1 0 0,0 0 0 0 0,0 0 0 0 0,0-1 0 0 0,0 1 1 0 0,0 0-1 0 0,0 0 0 0 0,0 0 0 0 0,0 0 0 0 0,0 0 1 0 0,0-1-1 0 0,0 1 0 0 0,0 0 0 0 0,0 0 0 0 0,0 0 1 0 0,0 0-1 0 0,0 0 0 0 0,0-1 0 0 0,0 1 0 0 0,0 0 1 0 0,0 0-1 0 0,0 0 0 0 0,-1 0 0 0 0,1 0 0 0 0,0 0 1 0 0,0 0-1 0 0,0 0 0 0 0,0-1 0 0 0,0 1 0 0 0,0 0 1 0 0,0 0-1 0 0,-1 0 0 0 0,1 0 0 0 0,0 0 0 0 0,0 0 1 0 0,0 0-1 0 0,0 0 0 0 0,0 0 0 0 0,-1 0 0 0 0,1 0 1 0 0,0 0-1 0 0,0 0 0 0 0,0 0 0 0 0,0 0 0 0 0,0 0 1 0 0,-1 0-1 0 0,1 0 0 0 0,-36-9 381 0 0,17 4-191 0 0,-1 1-1 0 0,0 0 1 0 0,1 1 0 0 0,-37 0-1 0 0,55 3-185 0 0,-2 1 68 0 0,3 1-82 0 0,-26 5 159 0 0,-18-3-72 0 0,39-3-72 0 0,0 0 1 0 0,0 0-1 0 0,0-1 0 0 0,0 1 0 0 0,0-1 0 0 0,1 0 0 0 0,-1-1 1 0 0,0 1-1 0 0,0-1 0 0 0,-5-1 0 0 0,-16-2 62 0 0,20 3-59 0 0,-28-2 5 0 0,8-2 51 0 0,7 4-67 0 0,4 0 0 0 0,9 0 0 0 0,0 1 0 0 0,-1 0 0 0 0,1 0 0 0 0,-1 0 0 0 0,1 1 0 0 0,-8 1 0 0 0,-74 12 0 0 0,56-11 38 0 0,14 0-2 0 0,-21 5-17 0 0,-28-3 221 0 0,26 0-173 0 0,38-2-54 0 0,-20-2 40 0 0,-2 8-39 0 0,21-5-15 0 0,-33 11-12 0 0,0-4 107 0 0,34-8-108 0 0,2-3 12 0 0,1 1 0 0 0,-1-1 0 0 0,1 1 0 0 0,-1-1 0 0 0,0 1-1 0 0,1-1 1 0 0,-1 0 0 0 0,0 1 0 0 0,1-1 0 0 0,-1 0-1 0 0,0 1 1 0 0,0-1 0 0 0,1 0 0 0 0,-1 0 0 0 0,0 0 0 0 0,0 1-1 0 0,1-1 1 0 0,-1 0 0 0 0,0 0 0 0 0,0 0 0 0 0,1 0-1 0 0,-1 0 1 0 0,-1-1 0 0 0,1 1 1 0 0,-2 1 33 0 0,2-1-43 0 0,1 3-10 0 0,-3 3 8 0 0,0-5 13 0 0,2-1 0 0 0,0 0 0 0 0,0 1 0 0 0,1-1 0 0 0,-1 0 0 0 0,0 0 0 0 0,0 1 0 0 0,0-1 0 0 0,1 1 0 0 0,-1-1 0 0 0,0 0 0 0 0,0 1 0 0 0,1 0 0 0 0,-1-1 0 0 0,1 1 0 0 0,-1-1 0 0 0,0 1 0 0 0,1 0 0 0 0,-1-1 0 0 0,1 1 0 0 0,-1 0 0 0 0,1 0 0 0 0,-1 0 0 0 0,3 1 0 0 0,-22 5 0 0 0,1-2 0 0 0,17-6 0 0 0,1 1 0 0 0,0 0 0 0 0,0 0 0 0 0,0 0 0 0 0,-1 0 0 0 0,1 0 0 0 0,0 1 0 0 0,0-1 0 0 0,0 0 0 0 0,-1 1 0 0 0,1-1 0 0 0,0 0 0 0 0,0 1 0 0 0,0-1 0 0 0,0 1 0 0 0,0 0 0 0 0,0-1 0 0 0,0 1 0 0 0,0 0 0 0 0,0 0 0 0 0,0-1 0 0 0,0 1 0 0 0,1 0 0 0 0,-1 0 0 0 0,0 0 0 0 0,0 2 0 0 0,1-3-1 0 0,0 0 1 0 0,-1 1-1 0 0,1-1 1 0 0,0 0-1 0 0,0 1 1 0 0,0-1-1 0 0,0 0 0 0 0,0 0 1 0 0,0 1-1 0 0,0-1 1 0 0,-1 0-1 0 0,1 0 1 0 0,0 1-1 0 0,0-1 1 0 0,0 0-1 0 0,-1 0 1 0 0,1 0-1 0 0,0 1 0 0 0,0-1 1 0 0,-1 0-1 0 0,1 0 1 0 0,0 0-1 0 0,0 0 1 0 0,-1 0-1 0 0,1 0 1 0 0,0 1-1 0 0,0-1 1 0 0,-1 0-1 0 0,1 0 0 0 0,0 0 1 0 0,-1 0-1 0 0,1 0 1 0 0,0 0-1 0 0,0 0 1 0 0,-1 0-1 0 0,1 0 1 0 0,0 0-1 0 0,-1 0 1 0 0,1 0-1 0 0,0 0 0 0 0,0-1 1 0 0,-1 1-1 0 0,1 0 1 0 0,-1 0-1 0 0,1 0 1 0 0,0 0-1 0 0,-1-1 0 0 0,1 1 1 0 0,0 0-1 0 0,-1 0 0 0 0,1 0 1 0 0,-1 0-1 0 0,1 0 0 0 0,0 0 1 0 0,-1 0-1 0 0,1 0 1 0 0,0 0-1 0 0,-1 0 0 0 0,1 0 1 0 0,0 0-1 0 0,-1 0 0 0 0,1 1 1 0 0,0-1-1 0 0,-1 0 0 0 0,1 0 1 0 0,0 0-1 0 0,-1 0 1 0 0,1 1-1 0 0,0-1 0 0 0,-1 0 1 0 0,1 0-1 0 0,0 1 0 0 0,0-1 1 0 0,-1 0-1 0 0,1 0 0 0 0,0 1 1 0 0,0-1-1 0 0,-1 0 0 0 0,1 1 1 0 0,0-1-1 0 0,0 0 1 0 0,0 1-1 0 0,0-1 0 0 0,0 0 1 0 0,0 1-1 0 0,-1-1 0 0 0,1 0 1 0 0,0 1-1 0 0,0 0 0 0 0,0 0 28 0 0,-3 4-80 0 0,2-5 51 0 0,-1 1 1 0 0,1-1-1 0 0,0 1 1 0 0,0-1 0 0 0,0 1-1 0 0,0 0 1 0 0,0-1-1 0 0,0 1 1 0 0,0 0-1 0 0,0 0 1 0 0,0-1 0 0 0,1 1-1 0 0,-1 0 1 0 0,-1 2-1 0 0,-1 22 170 0 0,3-25-163 0 0,0 1 0 0 0,1 0 0 0 0,-1 0 0 0 0,0 0 0 0 0,0 0 0 0 0,-1 0 0 0 0,1-1 0 0 0,0 1 0 0 0,0 0 0 0 0,0 0 0 0 0,0 0 0 0 0,-1 0 0 0 0,1-1 0 0 0,0 1 0 0 0,-1 0-1 0 0,1 0 1 0 0,-1-1 0 0 0,1 1 0 0 0,-1 0 0 0 0,1 0 0 0 0,-1-1 0 0 0,1 1 0 0 0,-1-1 0 0 0,0 1 0 0 0,1-1 0 0 0,-1 1 0 0 0,0-1 0 0 0,0 1 0 0 0,1-1 0 0 0,-1 1-1 0 0,0-1 1 0 0,0 0 0 0 0,1 1 0 0 0,-3-1 0 0 0,1 1-4 0 0,-2 2-26 0 0,4-1-11 0 0,-19 7 17 0 0,18-6 27 0 0,8-1-11 0 0,-6-1 3 0 0,-1-1-1 0 0,1 0 1 0 0,0 0 0 0 0,-1 0 0 0 0,1 0-1 0 0,0 1 1 0 0,0-1 0 0 0,-1 0 0 0 0,1 1-1 0 0,-1-1 1 0 0,1 1 0 0 0,0-1 0 0 0,-1 1-1 0 0,1-1 1 0 0,-1 1 0 0 0,1-1 0 0 0,-1 1-1 0 0,1-1 1 0 0,0 2 0 0 0,0-1 0 0 0,0 0 0 0 0,0 0 0 0 0,1 0 0 0 0,-1 0 0 0 0,0 0 0 0 0,0 0 0 0 0,1 0 0 0 0,-1 0 0 0 0,1-1 0 0 0,-1 1 0 0 0,1 0 0 0 0,1 0 0 0 0,4 1 0 0 0,16 5 0 0 0,1-1 0 0 0,0-1 0 0 0,1-1 0 0 0,-1-1 0 0 0,26-1 0 0 0,372-24 80 0 0,-314 21-79 0 0,-64 2-15 0 0,-34-1-39 0 0,-6 0 36 0 0,26 5 20 0 0,1 1-5 0 0,48 5 97 0 0,58 4-28 0 0,-49-2-57 0 0,109 15 47 0 0,-182-26-56 0 0,1 0 1 0 0,0-2 0 0 0,0 0-1 0 0,0 0 1 0 0,-1-2 0 0 0,1 0-1 0 0,26-6 1 0 0,-21-1-2 0 0,-7 4 0 0 0,-1 1 0 0 0,28-6 0 0 0,-34 7-11 0 0,34 1-45 0 0,-20 4 79 0 0,-1 1-1 0 0,24 6 0 0 0,-21-4-22 0 0,-4 0 0 0 0,1-1 0 0 0,-1-2 0 0 0,1 0 0 0 0,34-1 0 0 0,-49 0 0 0 0,1-1 0 0 0,-1 0 0 0 0,0 0 0 0 0,0 0 0 0 0,0-1 0 0 0,0 1 0 0 0,10-4 0 0 0,4-1 0 0 0,85-20 19 0 0,-62 14-4 0 0,0 1 0 0 0,1 2 1 0 0,74-3-1 0 0,-76 13 11 0 0,-1 3 0 0 0,46 10 0 0 0,-13-2-24 0 0,-4-1 11 0 0,-25-4 9 0 0,0-1 1 0 0,66 0-1 0 0,-34-10-22 0 0,113-20 0 0 0,-173 21 0 0 0,7-2 5 0 0,-11 2-4 0 0,-1 0 0 0 0,0 2 0 0 0,0-1 1 0 0,1 1-1 0 0,-1 1 0 0 0,12 2 0 0 0,44 8-14 0 0,-59-9 13 0 0,28-1 0 0 0,142-13 65 0 0,-111 5-37 0 0,70-1 40 0 0,51-6 11 0 0,-55-6 1 0 0,-130 21-79 0 0,17-12 12 0 0,-14 8 36 0 0,14-12-32 0 0,-20 14-17 0 0,0 1 1 0 0,0-1-1 0 0,0 1 0 0 0,0-1 0 0 0,0 1 0 0 0,0-1 0 0 0,0 1 0 0 0,0-1 1 0 0,0 1-1 0 0,1 0 0 0 0,-1-1 0 0 0,0 1 0 0 0,0-1 0 0 0,1 1 0 0 0,-1 0 1 0 0,0-1-1 0 0,1 1 0 0 0,-1-1 0 0 0,0 1 0 0 0,1 0 0 0 0,-1 0 0 0 0,0-1 1 0 0,1 1-1 0 0,-1 0 0 0 0,1 0 0 0 0,-1-1 0 0 0,1 1 0 0 0,-1 0 0 0 0,0 0 1 0 0,1 0-1 0 0,0 0 0 0 0,0-1-2 0 0,0 1 0 0 0,-1 0-1 0 0,1 0 1 0 0,-1 0 0 0 0,1-1 0 0 0,0 1 0 0 0,-1 0 0 0 0,1-1-1 0 0,-1 1 1 0 0,1 0 0 0 0,-1-1 0 0 0,1 1 0 0 0,-1-1 0 0 0,1 1-1 0 0,-1-1 1 0 0,1 1 0 0 0,-1-1 0 0 0,0 1 0 0 0,1-1 0 0 0,-1 1-1 0 0,0-1 1 0 0,1 0 0 0 0,-1 1 0 0 0,0-1 0 0 0,0 0 0 0 0,1 1 0 0 0,-1-1-1 0 0,0 0 1 0 0,0 1 0 0 0,0-1 0 0 0,0 0 0 0 0,0 0 0 0 0,0 0 1 0 0,0 0 1 0 0,0 1-1 0 0,0-1 1 0 0,0 1-1 0 0,0-1 1 0 0,0 1-1 0 0,0-1 1 0 0,0 0-1 0 0,1 1 1 0 0,-1-1-1 0 0,0 1 1 0 0,0-1-1 0 0,1 1 1 0 0,-1-1-1 0 0,0 1 1 0 0,1 0-1 0 0,-1-1 1 0 0,0 1-1 0 0,1-1 1 0 0,-1 1-1 0 0,1 0 1 0 0,-1-1-1 0 0,1 1 1 0 0,-1 0 0 0 0,1-1-1 0 0,-1 1 1 0 0,1 0-1 0 0,0-1 1 0 0,-1 1-1 0 0,1 0 1 0 0,-1-1-1 0 0,1 1 1 0 0,0 0-1 0 0,-1-1 1 0 0,1 1-1 0 0,-1-1 1 0 0,1 1-1 0 0,-1-1 1 0 0,0 1-1 0 0,1-1 1 0 0,-1 1-1 0 0,1-1 1 0 0,-1 1 0 0 0,0-1-1 0 0,0 0 1 0 0,1 1-1 0 0,-1-1 1 0 0,0 0-1 0 0,0 1 1 0 0,0-1-1 0 0,0 1 1 0 0,1-1-1 0 0,-1 0 1 0 0,0 1-1 0 0,0-2 1 0 0,0 1-2 0 0,0 0 0 0 0,0 0 0 0 0,0 0 0 0 0,0 0 0 0 0,0 0 1 0 0,0 0-1 0 0,1 0 0 0 0,-1 1 0 0 0,0-1 0 0 0,1 0 0 0 0,-1 0 0 0 0,1 0 0 0 0,-1 0 1 0 0,1 0-1 0 0,-1 1 0 0 0,1-1 0 0 0,-1 0 0 0 0,1 1 0 0 0,0-1 0 0 0,0 0 0 0 0,-1 1 0 0 0,3-2 1 0 0,-3 2 0 0 0,1-1 0 0 0,0 1 0 0 0,0-1-1 0 0,0 0 1 0 0,-1 1 0 0 0,1-1 0 0 0,0 0 0 0 0,-1 1 0 0 0,1-1 0 0 0,-1 0 0 0 0,1 0 0 0 0,-1 0 0 0 0,1 0 0 0 0,-1 1 0 0 0,0-1 0 0 0,1 0 0 0 0,-1 0 0 0 0,0 0 0 0 0,0 0 0 0 0,1 0 0 0 0,-1 0 0 0 0,0-2 0 0 0,0 3 1 0 0,-1-1 0 0 0,1 1 0 0 0,0-1 1 0 0,0 1-1 0 0,0-1 0 0 0,0 0 0 0 0,0 1 0 0 0,0-1 0 0 0,0 1 0 0 0,0-1 0 0 0,0 1 0 0 0,1-1 0 0 0,-1 1 0 0 0,0-1 1 0 0,0 1-1 0 0,0-1 0 0 0,1 0 0 0 0,-1 1 0 0 0,0 0 0 0 0,1-1 0 0 0,-1 1 0 0 0,0-1 0 0 0,1 1 0 0 0,-1-1 0 0 0,0 1 1 0 0,1 0-1 0 0,-1-1 0 0 0,1 1 0 0 0,-1 0 0 0 0,1-1 0 0 0,-1 1 0 0 0,1 0 0 0 0,0-1 0 0 0,8-7-2 0 0,-8 5 0 0 0,0 0 1 0 0,0-1-1 0 0,0 1 0 0 0,-1 0 0 0 0,1-1 0 0 0,-1 1 1 0 0,0-6-1 0 0,-4 7-51 0 0,-117-16-41 0 0,73 5 94 0 0,-197-44 0 0 0,219 52-1 0 0,-33-7-3 0 0,0 3 0 0 0,-81-3 0 0 0,-127-1 30 0 0,204 8 28 0 0,-92-13-41 0 0,-19 7-13 0 0,137 8 33 0 0,-45 1 0 0 0,-2 3-19 0 0,-108 0-80 0 0,102 3 74 0 0,26-2-38 0 0,-1 3 1 0 0,-94 20-1 0 0,89-12 17 0 0,48-12 13 0 0,10-1-3 0 0,1 0 0 0 0,-1 1-1 0 0,0 0 1 0 0,-13 4 0 0 0,12-3 3 0 0,0 0 1 0 0,0 0 0 0 0,0-1-1 0 0,-15-1 1 0 0,-79 6 25 0 0,103-6 14 0 0,0 0-253 0 0,2 0 208 0 0,0 0-1 0 0,0 0 1 0 0,0 1 0 0 0,-1-1 0 0 0,1 0-1 0 0,0 1 1 0 0,0 0 0 0 0,0-1-1 0 0,0 1 1 0 0,-1 0 0 0 0,1 0-1 0 0,1 0 1 0 0,-4 2 0 0 0,0 0 12 0 0,-6 7 58 0 0,10-10-61 0 0,0 1-1 0 0,1 0 1 0 0,-1-1-1 0 0,0 1 1 0 0,0 0 0 0 0,1-1-1 0 0,-1 1 1 0 0,0-1 0 0 0,0 1-1 0 0,0-1 1 0 0,0 1-1 0 0,0-1 1 0 0,0 0 0 0 0,0 1-1 0 0,0-1 1 0 0,0 0 0 0 0,0 0-1 0 0,-1 0 1 0 0,0 1-3 0 0,1 0 0 0 0,0-1 0 0 0,-1 1-1 0 0,1-1 1 0 0,-1 1 0 0 0,1-1 0 0 0,-1 0 0 0 0,1 0 0 0 0,-1 0 0 0 0,1 0 0 0 0,-1 0 0 0 0,0 0 0 0 0,1 0 0 0 0,-1 0 0 0 0,1-1 0 0 0,-1 1-1 0 0,-1-1 1 0 0,-3 0-2 0 0,-22 6-1 0 0,-20 8 82 0 0,29-13-67 0 0,-25 0-26 0 0,29 0 13 0 0,22 0 13 0 0,-58 1 41 0 0,48 2-27 0 0,-20-6-27 0 0,-199-12 53 0 0,159 7-106 0 0,59 8 93 0 0,4 0-45 0 0,0 0 1 0 0,0 1 0 0 0,0-1 0 0 0,-1 0 0 0 0,1 0 0 0 0,0 0 0 0 0,-1 1-1 0 0,1-1 1 0 0,0 0 0 0 0,0 0 0 0 0,-1 0 0 0 0,1 0 0 0 0,0 0 0 0 0,-1 0-1 0 0,1 0 1 0 0,0 1 0 0 0,-1-1 0 0 0,1 0 0 0 0,0 0 0 0 0,-1 0 0 0 0,1 0-1 0 0,0 0 1 0 0,-1-1 0 0 0,1 1 0 0 0,0 0 0 0 0,-1 0 0 0 0,1 0 0 0 0,0 0-1 0 0,-1 0 1 0 0,1 0 0 0 0,0 0 0 0 0,0-1 0 0 0,-1 1 0 0 0,1 0-6 0 0,-1 0 0 0 0,1-1 1 0 0,0 1-1 0 0,0 0 0 0 0,-1 0 0 0 0,1 0 1 0 0,0 0-1 0 0,-1-1 0 0 0,1 1 1 0 0,0 0-1 0 0,0 0 0 0 0,-1 0 0 0 0,1 0 1 0 0,0 0-1 0 0,-1 0 0 0 0,1 0 0 0 0,0 0 1 0 0,-1 0-1 0 0,1 0 0 0 0,0 0 1 0 0,-1 0-1 0 0,1 0 0 0 0,0 0 0 0 0,-1 0 1 0 0,1 1-1 0 0,0-1 0 0 0,0 0 1 0 0,-1 0-1 0 0,1 0 0 0 0,0 0 0 0 0,-1 1 1 0 0,1-1-1 0 0,0 0 0 0 0,0 0 1 0 0,0 0-1 0 0,-1 1 0 0 0,1-1 0 0 0,0 0 1 0 0,0 0-1 0 0,0 1 0 0 0,-1-1 1 0 0,1 0-1 0 0,0 1 0 0 0,0-1 0 0 0,0 0 1 0 0,0 0-1 0 0,0 1 0 0 0,0-1 0 0 0,0 0 1 0 0,0 1-1 0 0,0-1 0 0 0,0 0 1 0 0,0 1-1 0 0,0-1 0 0 0,0 0 0 0 0,0 1 1 0 0,0-1-1 0 0,0 0 0 0 0,0 1 1 0 0,0-1-1 0 0,0 1-39 0 0,0-1-1 0 0,0 1 1 0 0,0-1 0 0 0,0 1 0 0 0,0-1-1 0 0,0 1 1 0 0,-1-1 0 0 0,1 1 0 0 0,0-1-1 0 0,0 0 1 0 0,0 1 0 0 0,-1-1 0 0 0,1 1-1 0 0,0-1 1 0 0,0 0 0 0 0,-1 1 0 0 0,1-1-1 0 0,-1 0 1 0 0,1 1 0 0 0,0-1 0 0 0,-1 0-1 0 0,1 1 1 0 0,-1-1 0 0 0,1 0 0 0 0,-1 1-1 0 0,-36 16-2791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0:04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23 1601 0 0,'0'-3'6465'0'0,"-4"1"-5407"0"0,-11-1-978 0 0,8 2-13 0 0,-8 1-40 0 0,7 0 26 0 0,-10 0-40 0 0,-92-5 227 0 0,104 3-207 0 0,-25-1 255 0 0,15 1-130 0 0,16 1-152 0 0,16 0 136 0 0,-2 1-115 0 0,-6 0 26 0 0,73 0-39 0 0,-59 1-14 0 0,0 2 0 0 0,0-3 0 0 0,67 0 80 0 0,-22 0 13 0 0,-45 0-40 0 0,-4 0-26 0 0,-10 0 27 0 0,7 0-28 0 0,-2-1 41 0 0,-8-1-64 0 0,47 1 154 0 0,15 1 16 0 0,-60 1-140 0 0,30 2 1 0 0,-15-3-34 0 0,0 1 0 0 0,37 8 13 0 0,-37-5 70 0 0,23 7-19 0 0,-42-8-77 0 0,1-2-27 0 0,14-3 58 0 0,-20 1-7 0 0,6 0 2 0 0,35 0 11 0 0,-35 2 30 0 0,-4 1-54 0 0,0-4-80 0 0,-22 1-1307 0 0,-15-2-1908 0 0,-59-13-2815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9:34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1040 0 0,'0'4'2372'0'0,"1"17"4750"0"0,-1-17-7115 0 0,1 0 0 0 0,-1 0 0 0 0,1 0 0 0 0,0 0 0 0 0,0 0 0 0 0,0-1 0 0 0,1 1 0 0 0,-1 0 0 0 0,1-1 0 0 0,0 1 0 0 0,0-1 0 0 0,0 1 0 0 0,4 3 0 0 0,2 2 31 0 0,-1 1 0 0 0,0 1 0 0 0,6 11 0 0 0,0 0-4 0 0,-9-17-33 0 0,0 0 1 0 0,1 0-1 0 0,0 0 0 0 0,0-1 0 0 0,0 0 0 0 0,8 5 1 0 0,-8-5 6 0 0,1 0 0 0 0,-1 0 1 0 0,0 0-1 0 0,0 1 0 0 0,-1 0 1 0 0,6 7-1 0 0,-4-3 32 0 0,-6-8-38 0 0,1 1-1 0 0,-1-1 1 0 0,1 0-1 0 0,0 0 0 0 0,0 1 1 0 0,0-1-1 0 0,0 0 1 0 0,0 0-1 0 0,0 0 0 0 0,0 0 1 0 0,0 0-1 0 0,0-1 0 0 0,0 1 1 0 0,1 0-1 0 0,-1 0 1 0 0,0-1-1 0 0,0 1 0 0 0,2 0 1 0 0,3 2-167 0 0,0-1 1 0 0,0 0-1 0 0,0 0 1 0 0,0-1-1 0 0,1 1 1 0 0,-1-1-1 0 0,0-1 1 0 0,8 1-1 0 0,-29-11-4784 0 0,12 2 2428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39:34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0 304 1921 0 0,'0'5'2561'0'0,"0"-1"-1200"0"0,0-8-481 0 0,22 4-240 0 0,-22-5-79 0 0,23-9-81 0 0,65-14 80 0 0,90-47 321 0 0,-67 24-481 0 0,-26 17-240 0 0,-19 11-240 0 0,-21-1 0 0 0,22 2-80 0 0,-23 8-721 0 0,-22-5-2240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0:16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47 122 1281 0 0,'-4'1'1133'0'0,"4"-1"-963"0"0,-1 0-89 0 0,0 0 1 0 0,0 0-1 0 0,0 0 1 0 0,0 0-1 0 0,0 0 1 0 0,0 0-1 0 0,0 1 1 0 0,0-1-1 0 0,1 0 1 0 0,-1 0-1 0 0,0 1 1 0 0,0-1-1 0 0,0 0 1 0 0,1 1-1 0 0,-1-1 1 0 0,0 1-1 0 0,0-1 1 0 0,1 1-1 0 0,-1 0 1 0 0,-1 1 1000 0 0,16 1-843 0 0,-24-1-158 0 0,6-1 52 0 0,4 60 1321 0 0,0-6-1294 0 0,1-54-157 0 0,-1-1-1 0 0,0 1 1 0 0,0 0-1 0 0,1 0 1 0 0,-1 0-1 0 0,0 0 0 0 0,0-1 1 0 0,0 1-1 0 0,0 0 1 0 0,0 0-1 0 0,0 0 1 0 0,-1 0-1 0 0,1 0 1 0 0,0-1-1 0 0,0 1 0 0 0,-1 0 1 0 0,1 0-1 0 0,0 0 1 0 0,-1-1-1 0 0,1 1 1 0 0,0 0-1 0 0,-1 0 1 0 0,0-1-1 0 0,1 1 0 0 0,-1-1 1 0 0,1 1-1 0 0,-1 0 1 0 0,0-1-1 0 0,1 1 1 0 0,-1-1-1 0 0,0 1 1 0 0,1-1-1 0 0,-1 1 0 0 0,0-1 1 0 0,0 0-1 0 0,-1 1 1 0 0,-3 1-14 0 0,4 0 17 0 0,0 1 0 0 0,0-1 0 0 0,0 0 1 0 0,1 1-1 0 0,-1-1 0 0 0,1 1 0 0 0,-1-1 0 0 0,1 1 0 0 0,0-1 0 0 0,0 1 0 0 0,0-1 0 0 0,0 1 0 0 0,1-1 0 0 0,0 3 0 0 0,-1 8 63 0 0,0 85 412 0 0,0-98-481 0 0,1 1 0 0 0,-1-1 0 0 0,0 0 0 0 0,0 1 0 0 0,0-1 0 0 0,1 0 0 0 0,-1 1 0 0 0,0-1 0 0 0,0 0 0 0 0,1 1 0 0 0,-1-1 0 0 0,0 0 0 0 0,1 0 0 0 0,-1 1 1 0 0,0-1-1 0 0,1 0 0 0 0,-1 0 0 0 0,0 0 0 0 0,1 1 0 0 0,-1-1 0 0 0,0 0 0 0 0,1 0 0 0 0,-1 0 0 0 0,1 0 0 0 0,-1 0 0 0 0,0 0 0 0 0,1 0 0 0 0,-1 0 0 0 0,1 0 0 0 0,0 0 0 0 0,7-1 12 0 0,-1 1 41 0 0,11 0-39 0 0,1 0-14 0 0,-8 1 9 0 0,-1-1 1 0 0,0-1-1 0 0,21-3 1 0 0,-19 2 0 0 0,0 0 1 0 0,0 1-1 0 0,23 1 1 0 0,31 9 69 0 0,4-5 48 0 0,-44-3-65 0 0,38 7-1 0 0,-51-7-39 0 0,1 1 0 0 0,0-2 0 0 0,0 0 0 0 0,0 0 0 0 0,-1-1 0 0 0,27-6 0 0 0,86-29 22 0 0,-53 14-24 0 0,-49 13-21 0 0,-18 7 0 0 0,-1 0 0 0 0,1 0 0 0 0,-1 1 0 0 0,1 0 0 0 0,0 0 0 0 0,0 0 0 0 0,-1 1 0 0 0,1 0 0 0 0,8 0 0 0 0,-14 0 0 0 0,1 0 1 0 0,-1 1-1 0 0,0-1 0 0 0,0 0 0 0 0,1 0 1 0 0,-1 1-1 0 0,0-1 0 0 0,0 0 1 0 0,1 0-1 0 0,-1 1 0 0 0,0-1 0 0 0,0 0 1 0 0,0 0-1 0 0,0 1 0 0 0,1-1 0 0 0,-1 0 1 0 0,0 1-1 0 0,0-1 0 0 0,0 0 1 0 0,0 1-1 0 0,0-1 0 0 0,0 0 0 0 0,0 1 1 0 0,0-1-1 0 0,0 0 0 0 0,0 1 1 0 0,0-1-1 0 0,0 0 0 0 0,0 1 0 0 0,0-1 1 0 0,0 0-1 0 0,0 1 0 0 0,-1-1 0 0 0,1 0 1 0 0,0 1-1 0 0,0-1 0 0 0,0 0 1 0 0,0 0-1 0 0,-1 1 0 0 0,1-1 0 0 0,0 0 1 0 0,0 0-1 0 0,-1 1 0 0 0,1-1 1 0 0,0 0-1 0 0,0 0 0 0 0,-1 1 0 0 0,-1 1 14 0 0,0 0-9 0 0,1-1 0 0 0,-1 1 1 0 0,1-1-1 0 0,0 1 1 0 0,-1 0-1 0 0,1-1 1 0 0,0 1-1 0 0,0 0 1 0 0,0 0-1 0 0,0 0 1 0 0,1 0-1 0 0,-1 0 1 0 0,1 0-1 0 0,-1 0 0 0 0,1 0 1 0 0,-1 0-1 0 0,1 0 1 0 0,0 0-1 0 0,0 0 1 0 0,0 0-1 0 0,1 3 1 0 0,-1-7-3 0 0,0 1 1 0 0,-1 0 0 0 0,1 0 0 0 0,0 0-1 0 0,0 0 1 0 0,0 0 0 0 0,-1 0 0 0 0,1-1-1 0 0,0 1 1 0 0,-1 0 0 0 0,1 0-1 0 0,-1 0 1 0 0,0 0 0 0 0,1 0 0 0 0,-1 0-1 0 0,0 1 1 0 0,1-1 0 0 0,-1 0 0 0 0,0 0-1 0 0,0 0 1 0 0,0 1 0 0 0,-2-2 0 0 0,-2-3 3 0 0,5 5-7 0 0,-1-1 0 0 0,1 1 0 0 0,-1-1 1 0 0,1 1-1 0 0,0-1 0 0 0,-1 0 0 0 0,1 1 0 0 0,0-1 0 0 0,-1 0 0 0 0,1 1 0 0 0,0-1 1 0 0,0 0-1 0 0,0 1 0 0 0,0-1 0 0 0,0 0 0 0 0,-1 1 0 0 0,1-1 0 0 0,1 0 0 0 0,-1 0 0 0 0,0 1 1 0 0,0-1-1 0 0,0 0 0 0 0,0 0 0 0 0,1 0 3 0 0,-1 0-1 0 0,0 1 1 0 0,0-1 0 0 0,0 0-1 0 0,0 1 1 0 0,0-1 0 0 0,0 0-1 0 0,0 1 1 0 0,0-1 0 0 0,0 0-1 0 0,0 1 1 0 0,0-1 0 0 0,0 0-1 0 0,-1 1 1 0 0,1-1 0 0 0,0 0-1 0 0,0 1 1 0 0,-1-1 0 0 0,1 1-1 0 0,0-1 1 0 0,-1 0 0 0 0,1 1-1 0 0,-1-1 1 0 0,-6-4 7 0 0,6 4-10 0 0,1 1 0 0 0,-1-1 0 0 0,0 0 0 0 0,0 0 0 0 0,0 0 1 0 0,0 0-1 0 0,0 1 0 0 0,1-1 0 0 0,-1 0 0 0 0,0 0 0 0 0,1 0 0 0 0,-1-1 0 0 0,1 1 1 0 0,-1 0-1 0 0,1 0 0 0 0,0 0 0 0 0,-1 0 0 0 0,1 0 0 0 0,0 0 0 0 0,0-1 1 0 0,0 1-1 0 0,0 0 0 0 0,0 0 0 0 0,0 0 0 0 0,0-3 0 0 0,0 3 0 0 0,0 1 0 0 0,0-1 0 0 0,0 0 0 0 0,0 0 0 0 0,0 0 0 0 0,0 1 0 0 0,-1-1 0 0 0,1 0 0 0 0,0 0 0 0 0,-1 1 0 0 0,1-1 0 0 0,0 0 0 0 0,-1 0 0 0 0,1 1 0 0 0,-1-1 0 0 0,1 0 0 0 0,-1 1 0 0 0,1-1 0 0 0,-1 1 0 0 0,1-1 0 0 0,-1 1 0 0 0,0-1 0 0 0,1 1 0 0 0,-1-1 0 0 0,-1 1 0 0 0,2-1 0 0 0,-1 1 0 0 0,0-1 0 0 0,0 1 0 0 0,1-1 0 0 0,-1 1 0 0 0,0-1 0 0 0,1 0 0 0 0,-1 1 0 0 0,0-1 0 0 0,1 0 0 0 0,-1 0 0 0 0,1 1 0 0 0,-1-1 0 0 0,1 0 0 0 0,0 0 0 0 0,-1 0 0 0 0,1 1 0 0 0,0-1 0 0 0,-1 0 0 0 0,1 0 0 0 0,0 0 0 0 0,0 0 0 0 0,0 0 0 0 0,0 0 0 0 0,0-1 0 0 0,0-170-93 0 0,0 172 93 0 0,0-1 1 0 0,0 1-1 0 0,0 0 1 0 0,0-1-1 0 0,0 1 1 0 0,1-1-1 0 0,-1 1 0 0 0,0 0 1 0 0,0-1-1 0 0,0 1 1 0 0,1 0-1 0 0,-1-1 1 0 0,0 1-1 0 0,0 0 1 0 0,1-1-1 0 0,-1 1 1 0 0,0 0-1 0 0,1 0 1 0 0,-1-1-1 0 0,0 1 0 0 0,1 0 1 0 0,-1 0-1 0 0,0 0 1 0 0,1 0-1 0 0,-1-1 1 0 0,1 1-1 0 0,-1 0 1 0 0,0 0-1 0 0,1 0 1 0 0,-1 0-1 0 0,1 0 0 0 0,0 0 0 0 0,-1 0 0 0 0,1 0 0 0 0,-1-1 0 0 0,1 1 0 0 0,0 0 0 0 0,-1 0 0 0 0,1 0 0 0 0,-1-1 0 0 0,1 1 0 0 0,0 0 0 0 0,-1-1 0 0 0,1 1 0 0 0,-1 0 0 0 0,1-1 0 0 0,-1 1 0 0 0,0-1 0 0 0,1 1 0 0 0,-1-1 0 0 0,1 1 0 0 0,-1-1 0 0 0,0 1 0 0 0,1-1 0 0 0,-1 1 0 0 0,0-1-1 0 0,0 0 1 0 0,1 1 0 0 0,-1-1 0 0 0,0 1 0 0 0,0-1 0 0 0,0 0 0 0 0,0 1 0 0 0,0-1 0 0 0,0 0 0 0 0,0-6 0 0 0,-1 5 0 0 0,1-1 0 0 0,-1 0 0 0 0,1 0 0 0 0,0 0 0 0 0,0 0 0 0 0,1 0 0 0 0,-1 0 0 0 0,0 0 0 0 0,1 1 0 0 0,0-1 0 0 0,-1 0 0 0 0,3-3 0 0 0,1 5 0 0 0,-3 1 0 0 0,0 0 0 0 0,-1 0 0 0 0,1 0 0 0 0,-1-1 0 0 0,1 1 0 0 0,-1 0 0 0 0,1 0 0 0 0,-1 0 0 0 0,1 0 0 0 0,0-1 0 0 0,-1 1 0 0 0,1 0 0 0 0,-1 0 0 0 0,1-1 0 0 0,-1 1 0 0 0,0 0 0 0 0,1-1 0 0 0,-1 1 0 0 0,1 0 0 0 0,-1-1 0 0 0,0 1 0 0 0,1-1 0 0 0,-1 1 0 0 0,0-1 0 0 0,1 1 0 0 0,-1-1 0 0 0,0 1 0 0 0,0-1 0 0 0,1 1 0 0 0,-1-1 0 0 0,0 1 0 0 0,0-1 0 0 0,0 1 0 0 0,0-1 0 0 0,0-1 0 0 0,-1 1 0 0 0,21-6 0 0 0,-16 2 13 0 0,-8 4 41 0 0,-11 2-41 0 0,10 1-9 0 0,7-2-14 0 0,-29-3 83 0 0,-227-10 727 0 0,5 4-66 0 0,138 9-734 0 0,103-1 0 0 0,6 1 0 0 0,-36 8 0 0 0,8-5 28 0 0,17 0 11 0 0,1-2-39 0 0,9-1-40 0 0,6 0 80 0 0,9 1-27 0 0,-10 1-13 0 0,-2-4 13 0 0,-2 1 41 0 0,-5 0-46 0 0,8 1 1 0 0,0 0-12 0 0,-1 0 0 0 0,1 0 0 0 0,-1 0 0 0 0,0 0 1 0 0,1 0-1 0 0,-1 0 0 0 0,0 1 0 0 0,1-1 0 0 0,-1 0 0 0 0,0 0 0 0 0,1 0 1 0 0,-1 0-1 0 0,0 1 0 0 0,1-1 0 0 0,-1 0 0 0 0,0 0 0 0 0,0 1 0 0 0,1-1 1 0 0,-1 0-1 0 0,0 1 0 0 0,0-1 0 0 0,0 0 0 0 0,1 0 0 0 0,-1 1 0 0 0,0-1 1 0 0,0 1-1 0 0,0-1 0 0 0,0 0 0 0 0,0 1 0 0 0,0-1 0 0 0,0 0 0 0 0,0 1 0 0 0,0 0 1 0 0,4 0-52 0 0,11 4 41 0 0,-11-1 13 0 0,-5-3 0 0 0,1 0 0 0 0,0 0 0 0 0,0-1 0 0 0,0 1 0 0 0,0 0 0 0 0,0 0 0 0 0,0-1 0 0 0,0 1 0 0 0,0 0 0 0 0,0 0 0 0 0,0 0 0 0 0,0-1 0 0 0,1 1 0 0 0,-1 0 0 0 0,0 0 0 0 0,0-1 0 0 0,1 1 0 0 0,-1 0 0 0 0,0-1 0 0 0,1 1 0 0 0,-1 0 0 0 0,1-1 0 0 0,-1 1 0 0 0,1-1 0 0 0,-1 1 0 0 0,1 0 0 0 0,0-1 0 0 0,-1 0 0 0 0,1 1 0 0 0,-1-1 0 0 0,1 1 0 0 0,0-1 0 0 0,0 0 0 0 0,0 1 0 0 0,0-1 0 0 0,0 0 0 0 0,-1 1 0 0 0,1-1 0 0 0,-1 0 0 0 0,1 1 0 0 0,0-1 0 0 0,-1 1 0 0 0,1-1 0 0 0,-1 0 0 0 0,1 1 0 0 0,-1-1 0 0 0,1 1 0 0 0,-1-1 0 0 0,1 1 0 0 0,-1 0 0 0 0,0-1 0 0 0,1 1 0 0 0,-1-1 0 0 0,0 1 0 0 0,1 0 0 0 0,-1-1 0 0 0,0 1 0 0 0,0 0 0 0 0,0-1 0 0 0,0 1 0 0 0,1 0 0 0 0,-1-1 0 0 0,0 1 0 0 0,0 0 0 0 0,0-1 0 0 0,0 1 0 0 0,-1 0 0 0 0,1-1 0 0 0,0 2 0 0 0,0-1 0 0 0,0 0 0 0 0,0-1 0 0 0,0 1 0 0 0,0 0 0 0 0,1-1 0 0 0,-1 1 0 0 0,0 0 0 0 0,0 0 0 0 0,1-1 0 0 0,-1 1 0 0 0,1-1 0 0 0,-1 1 0 0 0,0 0 0 0 0,1-1 0 0 0,-1 1 0 0 0,1-1 0 0 0,-1 1 0 0 0,1-1 0 0 0,-1 1 0 0 0,1-1 0 0 0,0 1 0 0 0,1 0 0 0 0,-2-1 0 0 0,1 1 0 0 0,0-1 0 0 0,0 1 0 0 0,0 0 0 0 0,0-1 0 0 0,-1 1 0 0 0,1 0 0 0 0,0 0 0 0 0,-1-1 0 0 0,1 1 0 0 0,0 0 0 0 0,-1 0 0 0 0,1 0 0 0 0,-1 0 0 0 0,0 0 0 0 0,1 0 0 0 0,-1 0 0 0 0,0 0 0 0 0,1 0 0 0 0,-1 0 0 0 0,0 0 0 0 0,0 0 0 0 0,0 2 0 0 0,1-1-1 0 0,-1 1 1 0 0,0-1-1 0 0,0 0 1 0 0,0 1-1 0 0,0-1 1 0 0,0 1-1 0 0,0-1 1 0 0,-1 1-1 0 0,1-1 1 0 0,-1 0-1 0 0,0 1 1 0 0,0-1-1 0 0,0 0 0 0 0,0 1 1 0 0,0-1-1 0 0,0 0 1 0 0,0 0-1 0 0,-1 0 1 0 0,1 0-1 0 0,-1 0 1 0 0,0 0-1 0 0,1-1 1 0 0,-1 1-1 0 0,-2 1 1 0 0,0 0 20 0 0,0 1 0 0 0,0-1 0 0 0,1 1 0 0 0,-1 0 0 0 0,1 0 0 0 0,0 1 0 0 0,0-1 0 0 0,0 0 0 0 0,1 1 0 0 0,0 0 0 0 0,0 0 0 0 0,0-1 0 0 0,0 1 0 0 0,1 0 0 0 0,-2 6 0 0 0,-10 6-16 0 0,9-12-3877 0 0,0-14 658 0 0,-15-8-413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1:14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348 65 1201 0 0,'0'0'1480'0'0,"3"0"-226"0"0,0 0-987 0 0,-2 0-214 0 0,-1 1-1 0 0,1-1 1 0 0,-1 0-1 0 0,1 0 0 0 0,-1 0 1 0 0,1 0-1 0 0,-1 0 1 0 0,1 0-1 0 0,-1 0 1 0 0,0 0-1 0 0,1 0 0 0 0,-1 0 1 0 0,1 0-1 0 0,-1 0 1 0 0,1 0-1 0 0,-1 0 0 0 0,1 0 1 0 0,-1-1-1 0 0,1 1 1 0 0,-1 0-1 0 0,0 0 1 0 0,1 0-1 0 0,-1-1 0 0 0,1 1 1 0 0,-1 0-1 0 0,0-1 1 0 0,1 1-1 0 0,-1 0 0 0 0,0-1 1 0 0,1 1-1 0 0,-1 0 1 0 0,0-1-1 0 0,0 1 1 0 0,1-1-1 0 0,-1 1 0 0 0,0-1 1 0 0,0 1-1 0 0,0 0 1 0 0,0-1-1 0 0,1 1 0 0 0,-1-1 1 0 0,0 0-1 0 0,0 0 535 0 0,0-1-507 0 0,-1 0 0 0 0,1-1 0 0 0,0 1 0 0 0,1 0 0 0 0,-1 0 0 0 0,0 0 0 0 0,1-1 1 0 0,-1 1-1 0 0,1 0 0 0 0,0-2 0 0 0,36-16 80 0 0,-29 12 0 0 0,7 8 307 0 0,-26 2-439 0 0,0 2 0 0 0,1-1 0 0 0,-1 1 0 0 0,-12 8 1 0 0,-26 10 150 0 0,24-11-132 0 0,-2 1 17 0 0,0-1 1 0 0,-42 10-1 0 0,62-19-58 0 0,0-2-4 0 0,1 2 1 0 0,0-1-1 0 0,0 1 0 0 0,0 0 1 0 0,1 0-1 0 0,-1 1 0 0 0,0-1 0 0 0,-5 5 1 0 0,1-1 38 0 0,1-1 1 0 0,-1 0-1 0 0,-1 0 1 0 0,1-1-1 0 0,-15 4 0 0 0,-4 1 17 0 0,70-5-44 0 0,252-44 323 0 0,-152 18-265 0 0,149-4-1 0 0,82 27 229 0 0,-156 1-120 0 0,-149-6-1661 0 0,-67 4 1428 0 0,1 0 0 0 0,-1 0 0 0 0,0 0 0 0 0,0 0 0 0 0,1 0 0 0 0,-1 0 0 0 0,0 0 0 0 0,0 0 0 0 0,1 0 0 0 0,-1 0 0 0 0,0 0-1 0 0,0 0 1 0 0,1 0 0 0 0,-1 0 0 0 0,0 0 0 0 0,0 0 0 0 0,1-1 0 0 0,-1 1 0 0 0,0 0 0 0 0,0 0 0 0 0,0 0 0 0 0,1 0 0 0 0,-1 0-1 0 0,0-1 1 0 0,0 1 0 0 0,0 0 0 0 0,1 0 0 0 0,-1 0 0 0 0,0-1 0 0 0,0 1 0 0 0,0 0 0 0 0,0 0 0 0 0,0-1 0 0 0,0 1 0 0 0,1 0-1 0 0,-1 0 1 0 0,0-1 0 0 0,0 1 0 0 0,0 0 0 0 0,0 0 0 0 0,0-1 0 0 0,0 1 0 0 0,0 0 0 0 0,0 0 0 0 0,0-1 0 0 0,0 1-1 0 0,0 0 1 0 0,-1-1 0 0 0,1 1 53 0 0,0-24-4095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1:27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0 1601 0 0,'0'9'2721'0'0,"0"-3"-2641"0"0,0-2-400 0 0,-22-4 320 0 0,44 4 640 0 0,0 0-80 0 0,1 2-319 0 0,-1-6-1 0 0,0 0-320 0 0,0-6-2001 0 0,0 6 160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1:28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658 150 320 0 0,'22'0'7110'0'0,"-18"0"-7030"0"0,11 0-53 0 0,-12 0 39 0 0,-21-3 175 0 0,14-1 30 0 0,1-2-142 0 0,-42-12 258 0 0,37 13-331 0 0,-1 1 1 0 0,0 1-1 0 0,0-1 1 0 0,0 2 0 0 0,0-1-1 0 0,-18-2 1 0 0,0 2 112 0 0,-39 0-1 0 0,41 5-117 0 0,0 1 0 0 0,0 1-1 0 0,1 1 1 0 0,-48 17 0 0 0,66-18-33 0 0,0-1 1 0 0,0 1-1 0 0,0 0 1 0 0,0 0-1 0 0,1 0 1 0 0,-1 1-1 0 0,1 0 0 0 0,0 0 1 0 0,0 0-1 0 0,1 1 1 0 0,0 0-1 0 0,-6 9 1 0 0,2 0 22 0 0,4-8-24 0 0,0 0 1 0 0,0 0 0 0 0,0-1-1 0 0,-1 1 1 0 0,-6 6 0 0 0,-1 4 38 0 0,10-14-45 0 0,1 0 1 0 0,-1-1-1 0 0,1 1 0 0 0,-1-1 0 0 0,0 1 1 0 0,0-1-1 0 0,-4 4 0 0 0,-6 3-1 0 0,10-8-15 0 0,-1 1 0 0 0,1 0 0 0 0,-1 0 1 0 0,1 0-1 0 0,0 0 0 0 0,0 0 0 0 0,0 0 0 0 0,0 1 0 0 0,0-1 1 0 0,1 1-1 0 0,-1-1 0 0 0,-2 6 0 0 0,0-2 14 0 0,0 0-1 0 0,0 0 1 0 0,-1 0 0 0 0,0-1 0 0 0,0 0-1 0 0,-8 7 1 0 0,8-8 2 0 0,-1 1-1 0 0,2-1 1 0 0,-1 1 0 0 0,0 0 0 0 0,1 0-1 0 0,0 1 1 0 0,-4 7 0 0 0,2 1-12 0 0,3-9 2 0 0,1 0 1 0 0,0 0 0 0 0,0 0 0 0 0,0 1 0 0 0,1-1-1 0 0,-1 1 1 0 0,0 8 0 0 0,3-11 0 0 0,0 1 0 0 0,-1-1 0 0 0,1 0-1 0 0,1 0 1 0 0,-1 0 0 0 0,0 0 0 0 0,1 0 0 0 0,-1-1-1 0 0,1 1 1 0 0,0 0 0 0 0,0-1 0 0 0,0 1 0 0 0,0-1 0 0 0,1 1-1 0 0,-1-1 1 0 0,0 0 0 0 0,1 0 0 0 0,0 0 0 0 0,-1-1 0 0 0,1 1-1 0 0,0-1 1 0 0,3 2 0 0 0,12 5 6 0 0,-1 0 0 0 0,26 7 1 0 0,-39-14-9 0 0,218 69 0 0 0,-184-61 11 0 0,-1-1 1 0 0,1-3-1 0 0,0-1 0 0 0,0-1 1 0 0,0-3-1 0 0,42-3 1 0 0,5-13-12 0 0,-78 14 3 0 0,0 0-1 0 0,-1-1 1 0 0,1 0 0 0 0,-1 0 0 0 0,1-1-1 0 0,-1 1 1 0 0,0-1 0 0 0,-1 0 0 0 0,1-1-1 0 0,8-8 1 0 0,4-7 22 0 0,23-30 1 0 0,-40 48-27 0 0,12-17 31 0 0,-1 0 0 0 0,-1-1 0 0 0,17-41 0 0 0,16-71 90 0 0,-44 129-120 0 0,1-1 0 0 0,-1 1 0 0 0,1-1 0 0 0,-1 0 0 0 0,0 1 0 0 0,-1-1 0 0 0,1 1 0 0 0,0-1 0 0 0,-1 1 0 0 0,0-1 0 0 0,0 1 0 0 0,0 0 0 0 0,0-1 0 0 0,-4-5 0 0 0,-1-8 13 0 0,1-2 23 0 0,4 15-24 0 0,0 1 1 0 0,1 0 0 0 0,-1 0-1 0 0,0 0 1 0 0,-1 0 0 0 0,1 0 0 0 0,-1 0-1 0 0,1 0 1 0 0,-1 0 0 0 0,0 0 0 0 0,0 0-1 0 0,0 1 1 0 0,-5-5 0 0 0,-8-6 36 0 0,-1 2 1 0 0,-30-17 0 0 0,-3-1-13 0 0,-43-25 164 0 0,84 50-481 0 0,1 1 1 0 0,-1 0 0 0 0,0 0 0 0 0,0 1-1 0 0,0 0 1 0 0,0 0 0 0 0,0 1 0 0 0,0 0-1 0 0,0 0 1 0 0,0 1 0 0 0,-1 0 0 0 0,1 1-1 0 0,0 0 1 0 0,-14 3 0 0 0,0 0-4070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0:58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418 694 2081 0 0,'0'0'192'0'0,"0"1"-1"0"0,0-1 1 0 0,0 1-1 0 0,0-1 1 0 0,-1 1 0 0 0,1-1-1 0 0,0 1 1 0 0,0-1-1 0 0,0 0 1 0 0,0 1 0 0 0,-1-1-1 0 0,1 1 1 0 0,0-1-1 0 0,-1 1 1 0 0,1-1-1 0 0,0 0 1 0 0,-1 1 0 0 0,1-1-1 0 0,0 0 1 0 0,-1 1-1 0 0,1-1 1 0 0,0 0 0 0 0,-1 1-1 0 0,1-1 1 0 0,-1 0-1 0 0,0 1-145 0 0,0-1-1 0 0,1 0 0 0 0,-1 0 1 0 0,0 0-1 0 0,0 0 0 0 0,0 1 1 0 0,1-1-1 0 0,-1 0 0 0 0,0 0 1 0 0,0 0-1 0 0,1-1 0 0 0,-1 1 1 0 0,0 0-1 0 0,0 0 0 0 0,1 0 1 0 0,-1 0-1 0 0,0-1 0 0 0,0 0 1 0 0,-1 0 67 0 0,22-2 94 0 0,-16 2-141 0 0,-4 1-65 0 0,0 0 0 0 0,0-1-1 0 0,1 1 1 0 0,-1 0-1 0 0,0-1 1 0 0,0 1-1 0 0,1 0 1 0 0,-1-1-1 0 0,0 1 1 0 0,1 0 0 0 0,-1 0-1 0 0,0-1 1 0 0,1 1-1 0 0,-1 0 1 0 0,0 0-1 0 0,1 0 1 0 0,-1 0 0 0 0,1-1-1 0 0,-1 1 1 0 0,0 0-1 0 0,1 0 1 0 0,-1 0-1 0 0,1 0 1 0 0,-1 0-1 0 0,0 0 1 0 0,1 0 0 0 0,-1 0-1 0 0,1 0 1 0 0,7 1 9 0 0,6-2 33 0 0,0 0-1 0 0,-1-1 1 0 0,1 0-1 0 0,-1-1 1 0 0,14-5-1 0 0,15-3 23 0 0,66-17 69 0 0,3-10-41 0 0,-56 17-62 0 0,-46 16-22 0 0,1 1-1 0 0,0 0 0 0 0,0 1 0 0 0,0 0 0 0 0,18-3 0 0 0,-2 3-75 0 0,-11 6 67 0 0,-11 1 54 0 0,-4-4-54 0 0,0 1 1 0 0,0-1-1 0 0,1 1 1 0 0,-1-1-1 0 0,0 0 1 0 0,1 1-1 0 0,-1-1 1 0 0,0 0-1 0 0,0 1 1 0 0,1-1-1 0 0,-1 0 1 0 0,0 0 0 0 0,1 1-1 0 0,-1-1 1 0 0,1 0-1 0 0,-1 0 1 0 0,0 0-1 0 0,1 1 1 0 0,-1-1-1 0 0,1 0 1 0 0,-1 0-1 0 0,0 0 1 0 0,1 0-1 0 0,-1 0 1 0 0,1 0-1 0 0,-1 0 1 0 0,1 0-1 0 0,7 0-1 0 0,-4 1 9 0 0,-1 0 0 0 0,0 0-1 0 0,1 0 1 0 0,-1 0 0 0 0,0-1 0 0 0,1 0-1 0 0,-1 1 1 0 0,1-1 0 0 0,6-1 0 0 0,-2-1-6 0 0,59-6 29 0 0,1 3 0 0 0,130 8 1 0 0,-133 0 147 0 0,-1-3 0 0 0,112-14 0 0 0,-108 7-9 0 0,-27 1-88 0 0,-22 3 24 0 0,-1 1 0 0 0,19-1 0 0 0,-22 4-26 0 0,-10 4 47 0 0,-3-2-108 0 0,40 6 95 0 0,1-3 0 0 0,58 3 0 0 0,16 0 118 0 0,-82-7-190 0 0,-10 0-29 0 0,-1 0-1 0 0,25 7 1 0 0,151 23 67 0 0,-186-29-86 0 0,-5-2-5 0 0,1 1 1 0 0,-1 0-1 0 0,0 0 1 0 0,0 1-1 0 0,0 0 1 0 0,11 6-1 0 0,-10-4 30 0 0,0 0 1 0 0,0 0-1 0 0,0-1 0 0 0,1-1 0 0 0,0 0 1 0 0,0 0-1 0 0,0-1 0 0 0,12 1 1 0 0,21 5 113 0 0,23 1-106 0 0,-45-4 26 0 0,23 4-40 0 0,-25-3 0 0 0,-18-3 16 0 0,20-2 9 0 0,19-7 56 0 0,-34-2-14 0 0,2 6-56 0 0,-9 2-22 0 0,1 0 1 0 0,-1 0-1 0 0,1 0 1 0 0,-1 0-1 0 0,1-1 1 0 0,0 1-1 0 0,-1 0 0 0 0,0 0 1 0 0,1-1-1 0 0,-1 1 1 0 0,1 0-1 0 0,-1-1 1 0 0,1 1-1 0 0,-1 0 0 0 0,1-1 1 0 0,-1 1-1 0 0,0-1 1 0 0,1 1-1 0 0,-1-1 1 0 0,0 1-1 0 0,0-1 0 0 0,1 0 1 0 0,-1 1-1 0 0,1-1 0 0 0,-1 1 0 0 0,0 0 1 0 0,1-1-1 0 0,-1 1 0 0 0,0 0 0 0 0,1-1 0 0 0,-1 1 0 0 0,1 0 1 0 0,-1 0-1 0 0,1-1 0 0 0,-1 1 0 0 0,1 0 0 0 0,-1 0 1 0 0,1 0-1 0 0,-1-1 0 0 0,1 1 0 0 0,-1 0 0 0 0,1 0 1 0 0,-1 0-1 0 0,1 0 0 0 0,-1 0 0 0 0,1 0 0 0 0,-1 0 1 0 0,1 0-1 0 0,-1 0 0 0 0,1 1 0 0 0,-1-1 0 0 0,2 0 1 0 0,5-1 64 0 0,-5 0-63 0 0,1 0 0 0 0,-1 0 0 0 0,1 0 0 0 0,-1 0 0 0 0,0 0 0 0 0,1 1 0 0 0,-1-1 0 0 0,1 1 0 0 0,0 0 0 0 0,4 0 0 0 0,5-2 32 0 0,162-40 58 0 0,-67 14-14 0 0,-36 14-14 0 0,-53 13-132 0 0,-15 1 26 0 0,-6 0 0 0 0,-12 1-40 0 0,38 8 80 0 0,21 0 80 0 0,-25-8-80 0 0,45 0 26 0 0,5-3 28 0 0,13-12 50 0 0,-52 8-41 0 0,1 1 0 0 0,44-1 0 0 0,-75 6-103 0 0,10 4 27 0 0,-2-4 26 0 0,0 1 40 0 0,10 1-26 0 0,18 1 22 0 0,1-2 1 0 0,-1-1-1 0 0,47-7 0 0 0,-31 2-19 0 0,255-22 117 0 0,-288 26-147 0 0,-16 0-107 0 0,16 11 0 0 0,-4-5 143 0 0,-1 0-1 0 0,1-1 1 0 0,1-1-1 0 0,-1 0 1 0 0,21 0 0 0 0,25-2-63 0 0,119-13 1 0 0,-107 5 79 0 0,5-2-39 0 0,85-6-82 0 0,-149 15 54 0 0,-3 1 20 0 0,53 7-78 0 0,-39-3-21 0 0,-23-4 93 0 0,0-1 0 0 0,0 1 0 0 0,0-1 0 0 0,0 1 0 0 0,0-1 0 0 0,0 0 0 0 0,0 1 0 0 0,0-1 0 0 0,0 0 0 0 0,0 0 0 0 0,0-1 0 0 0,0 1 0 0 0,4-1 0 0 0,3-1 0 0 0,499-64 219 0 0,-402 49-211 0 0,-104 16-10 0 0,39-5-77 0 0,45-3 0 0 0,-82 11 10 0 0,-4 1 68 0 0,26-2-10 0 0,104 4 105 0 0,20-18-37 0 0,95-3 46 0 0,-218 14-124 0 0,-24-1-26 0 0,3 1-16 0 0,47 6 34 0 0,-36-1 29 0 0,-11-2 0 0 0,1 1 0 0 0,-1-1 0 0 0,1-1 0 0 0,-1 1 0 0 0,12-2 0 0 0,7 3-34 0 0,-20-1 21 0 0,0-1 1 0 0,0 0-1 0 0,1 0 0 0 0,-1 0 1 0 0,0 0-1 0 0,0-1 1 0 0,0 0-1 0 0,0 0 0 0 0,9-3 1 0 0,-7 2 12 0 0,-6 1 0 0 0,0 1 0 0 0,0 0 0 0 0,0 0 0 0 0,0 0 0 0 0,0-1 0 0 0,0 1 0 0 0,0-1 0 0 0,0 1 0 0 0,0 0 0 0 0,0-1 0 0 0,0 0 0 0 0,0 1 0 0 0,0-1 0 0 0,-1 0 0 0 0,1 1 0 0 0,0-1 0 0 0,0 0 0 0 0,-1 0 0 0 0,2-1 0 0 0,-2 2 0 0 0,0-1 0 0 0,0 1 0 0 0,0 0-1 0 0,0-1 1 0 0,0 1 0 0 0,0 0 0 0 0,1-1 0 0 0,-1 1 0 0 0,0 0 0 0 0,0-1 0 0 0,0 1 0 0 0,1 0 0 0 0,-1 0-1 0 0,0-1 1 0 0,1 1 0 0 0,-1 0 0 0 0,0 0 0 0 0,0-1 0 0 0,1 1 0 0 0,-1 0 0 0 0,0 0 0 0 0,1 0 0 0 0,-1 0-1 0 0,0-1 1 0 0,1 1 0 0 0,-1 0 0 0 0,0 0 0 0 0,1 0 0 0 0,-1 0 0 0 0,1 0 0 0 0,-1 0 0 0 0,0 0 0 0 0,1 0 0 0 0,0 0 0 0 0,-1 0 0 0 0,1 0 1 0 0,-1 0-1 0 0,1 0 1 0 0,-1 0-1 0 0,1 0 1 0 0,-1 0-1 0 0,1 0 1 0 0,-1-1-1 0 0,1 1 0 0 0,-1 0 1 0 0,1 0-1 0 0,-1 0 1 0 0,1-1-1 0 0,-1 1 1 0 0,0 0-1 0 0,1-1 1 0 0,-1 1-1 0 0,1 0 1 0 0,-1-1-1 0 0,0 1 0 0 0,1 0 1 0 0,-1-1-1 0 0,0 1 1 0 0,0-1-1 0 0,1 1 1 0 0,-1-1-1 0 0,0 1 1 0 0,0 0-1 0 0,0-1 0 0 0,1 1 1 0 0,-1-1-1 0 0,0 1 1 0 0,0-1-1 0 0,0 1 1 0 0,0-1-1 0 0,0-79 214 0 0,-1 77-213 0 0,0 0-1 0 0,0 0 1 0 0,-1 0 0 0 0,1 0 0 0 0,-1 0 0 0 0,0 0 0 0 0,0 0 0 0 0,0 1 0 0 0,0-1 0 0 0,0 1 0 0 0,0-1 0 0 0,-1 1 0 0 0,1 0 0 0 0,-5-3 0 0 0,-2-3 11 0 0,2-11 55 0 0,5 17-64 0 0,1 1 0 0 0,-1-1 0 0 0,0 1 0 0 0,1 0 0 0 0,-1 0 0 0 0,0 0 0 0 0,0 0-1 0 0,0 0 1 0 0,0 1 0 0 0,-2-2 0 0 0,-37-14 32 0 0,26 10-23 0 0,1 0 5 0 0,1 0-1 0 0,-1 1 0 0 0,-1 1 0 0 0,-25-5 0 0 0,21 4 17 0 0,13 2-25 0 0,0 1 0 0 0,0-1-1 0 0,0 1 1 0 0,0 1 0 0 0,-12-3 0 0 0,-49-14-8 0 0,4-5-13 0 0,34 12-121 0 0,21 9 128 0 0,-87-10-1 0 0,-150-15-86 0 0,196 29 92 0 0,6 1 15 0 0,-209 12 45 0 0,108-4-51 0 0,133-10-33 0 0,-19 1 69 0 0,1-1-1 0 0,-30-3 1 0 0,39 1-64 0 0,1 1 0 0 0,-37 5 0 0 0,21-1 54 0 0,-51 2-7 0 0,-90 3 26 0 0,169-9-50 0 0,-1 0 1 0 0,1-1 0 0 0,0 0 0 0 0,-12-2 0 0 0,1-1 8 0 0,1 1 0 0 0,-1 2 0 0 0,1-1 1 0 0,-24 3-1 0 0,-113-13-19 0 0,1 1 94 0 0,-3-3-74 0 0,-110 0 54 0 0,251 12-108 0 0,-32-2 82 0 0,-20-1 26 0 0,4 0-91 0 0,-178-26-166 0 0,198 23 170 0 0,0 2 0 0 0,-1 2 0 0 0,-51 2 0 0 0,50 5 6 0 0,0 2 0 0 0,-71 17 0 0 0,103-20-24 0 0,-14 4-28 0 0,-60 9 119 0 0,64-11-27 0 0,11-2-20 0 0,2 1 14 0 0,0-1 0 0 0,0-1 0 0 0,0 1 0 0 0,0-2 0 0 0,-12 0 0 0 0,-23 0 1 0 0,-17 0-101 0 0,36 0 80 0 0,-19-2 0 0 0,1-3 0 0 0,13 4-16 0 0,0 1-1 0 0,-47 5 1 0 0,-30 2-15 0 0,15-7-2 0 0,-162 19-1 0 0,-8 9 234 0 0,207-19-222 0 0,40-6 17 0 0,-1 0 1 0 0,0-1 0 0 0,-28-1-1 0 0,0-2 52 0 0,26 0-88 0 0,0 1-1 0 0,0 1 1 0 0,0 0 0 0 0,-19 5-1 0 0,-231 29 95 0 0,209-30-186 0 0,29-4 168 0 0,-47-4 0 0 0,32 1-65 0 0,-48-4-106 0 0,-38-2 219 0 0,-16 13-136 0 0,108-7 97 0 0,0-2 0 0 0,-52-12 0 0 0,86 15-30 0 0,-16-3 40 0 0,-10-6-76 0 0,25 10 2 0 0,-20 0-5 0 0,17-2 25 0 0,-25 0 0 0 0,14-2-1 0 0,2 3-2 0 0,-52 14-220 0 0,1-3 223 0 0,-78 8 80 0 0,-11-3-26 0 0,158-15-85 0 0,0 0 22 0 0,0 0 0 0 0,1 0 0 0 0,-1 0 1 0 0,0 0-1 0 0,1 0 0 0 0,-1 0 0 0 0,0 0 1 0 0,1 1-1 0 0,-1-1 0 0 0,0 0 0 0 0,1 0 1 0 0,-1 0-1 0 0,0 1 0 0 0,1-1 0 0 0,-1 0 1 0 0,1 1-1 0 0,-1-1 0 0 0,0 1 0 0 0,1-1 1 0 0,-1 0-1 0 0,1 1 0 0 0,-1-1 0 0 0,1 1 1 0 0,0-1-1 0 0,-1 1 0 0 0,1 0 0 0 0,-1-1 1 0 0,1 1-1 0 0,-1 0 0 0 0,-2 3 9 0 0,1-4 5 0 0,1 0-3 0 0,0 1 0 0 0,1-1 0 0 0,-1 0 1 0 0,0 1-1 0 0,0-1 0 0 0,0 0 0 0 0,0 1 0 0 0,0-1 0 0 0,1 1 0 0 0,-1-1 0 0 0,0 1 0 0 0,1-1 0 0 0,-1 1 0 0 0,0 0 0 0 0,1-1 0 0 0,-1 1 0 0 0,0 0 0 0 0,1 0 0 0 0,-1-1 0 0 0,1 1 0 0 0,0 0 0 0 0,-1 0 0 0 0,1 0 0 0 0,-1 0 0 0 0,1 0 0 0 0,0-1 0 0 0,0 1 0 0 0,0 0 0 0 0,0 0 0 0 0,-1 0 0 0 0,1 0 0 0 0,0 0 0 0 0,0 0 0 0 0,1 0 0 0 0,-1 0 0 0 0,0 1 0 0 0,0 0 6 0 0,0-1-1 0 0,0 1 0 0 0,0-1 1 0 0,-1 1-1 0 0,1-1 0 0 0,-1 1 1 0 0,1-1-1 0 0,-1 1 0 0 0,1-1 1 0 0,-1 0-1 0 0,0 1 0 0 0,0-1 1 0 0,1 0-1 0 0,-1 0 0 0 0,-2 2 1 0 0,2-1-2 0 0,-1-1 0 0 0,1 0 1 0 0,0 1-1 0 0,0-1 1 0 0,0 1-1 0 0,1-1 1 0 0,-1 1-1 0 0,0-1 0 0 0,0 1 1 0 0,1 0-1 0 0,-1-1 1 0 0,1 1-1 0 0,0 0 1 0 0,-1-1-1 0 0,1 1 1 0 0,0 2-1 0 0,0 79-73 0 0,1-81 62 0 0,1 0 0 0 0,-1 0-1 0 0,1 0 1 0 0,-1 0 0 0 0,1 0-1 0 0,0-1 1 0 0,-1 1 0 0 0,1-1 0 0 0,0 1-1 0 0,0-1 1 0 0,0 0 0 0 0,0 0-1 0 0,5 2 1 0 0,5 5-27 0 0,-8-6 22 0 0,1 1 1 0 0,0-1 0 0 0,-1 0-1 0 0,1 0 1 0 0,0 0 0 0 0,0-1-1 0 0,1 0 1 0 0,-1 0 0 0 0,6 0 0 0 0,4 2 48 0 0,19 4 61 0 0,65 18-40 0 0,-84-21-71 0 0,-12-3 12 0 0,0 0 0 0 0,0-1 0 0 0,1 2 1 0 0,-1-1-1 0 0,0 0 0 0 0,-1 1 0 0 0,1-1 0 0 0,0 1 0 0 0,4 3 0 0 0,17 7 4 0 0,-20-11-7 0 0,0 0-1 0 0,-1 1 0 0 0,1 0 1 0 0,0 0-1 0 0,-1 0 1 0 0,6 4-1 0 0,-5-3 3 0 0,0 0 0 0 0,0 0 0 0 0,0-1 0 0 0,0 0 0 0 0,0 0 0 0 0,0 0 0 0 0,1 0 0 0 0,-1 0 0 0 0,8 1 0 0 0,-4-1 0 0 0,-1 0 0 0 0,0 1 0 0 0,1 0 0 0 0,9 5 0 0 0,42 20 0 0 0,-57-26 37 0 0,-1-1-11 0 0,18 2-22 0 0,23 10-10 0 0,-36-10 10 0 0,1-1 0 0 0,1 0-1 0 0,-1 0 1 0 0,12 2 0 0 0,8-1-5 0 0,0 2 0 0 0,50 16 1 0 0,-4-2 15 0 0,-29-10-428 0 0,-40-18-1775 0 0,11-2-173 0 0,-12-6-774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1:00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29 720 0 0,'-2'-22'3299'0'0,"2"21"-3226"0"0,-1 1 0 0 0,1-1-1 0 0,-1 1 1 0 0,0-1-1 0 0,1 1 1 0 0,-1-1 0 0 0,1 1-1 0 0,-1 0 1 0 0,0-1 0 0 0,1 1-1 0 0,-1 0 1 0 0,0-1 0 0 0,1 1-1 0 0,-1 0 1 0 0,0 0 0 0 0,1 0-1 0 0,-1 0 1 0 0,0 0-1 0 0,1 0 1 0 0,-1 0 0 0 0,0 0-1 0 0,0 0 1 0 0,0 0 0 0 0,-3 0 1354 0 0,26 2-120 0 0,-21-1-1265 0 0,-1 1-1 0 0,0 0 1 0 0,1-1 0 0 0,-1 1-1 0 0,1 0 1 0 0,-1-1 0 0 0,1 1-1 0 0,0-1 1 0 0,-1 1 0 0 0,1-1-1 0 0,0 1 1 0 0,0-1-1 0 0,0 0 1 0 0,2 2 0 0 0,8 12 200 0 0,18 49 392 0 0,-21-45-536 0 0,0-1-1 0 0,1 1 0 0 0,1-1 1 0 0,14 18-1 0 0,-3 2 11 0 0,-20-33-81 0 0,2 0-1 0 0,-1 0 0 0 0,1 0 1 0 0,-1 0-1 0 0,1-1 1 0 0,7 9-1 0 0,5 8-55 0 0,-14-18-77 0 0,0-1-1 0 0,0 0 1 0 0,1 0-1 0 0,-1 0 0 0 0,0 0 1 0 0,1 0-1 0 0,0 0 1 0 0,-1-1-1 0 0,1 1 1 0 0,0 0-1 0 0,0-1 0 0 0,0 1 1 0 0,0-1-1 0 0,0 0 1 0 0,3 2-1 0 0,10 1-2334 0 0,-30-3-2241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1:01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1 266 800 0 0,'22'0'2321'0'0,"0"-4"-400"0"0,0-6-400 0 0,23-2-320 0 0,44-22-241 0 0,66-27-160 0 0,-66 18-720 0 0,-27 11-560 0 0,-17-5-1601 0 0,-23 4-4002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1:32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14 1361 0 0,'-45'4'4308'0'0,"45"-7"-3587"0"0,0 2-668 0 0,0 1 0 0 0,0-1 0 0 0,0 1 0 0 0,0-1 0 0 0,0 1-1 0 0,0-1 1 0 0,-1 1 0 0 0,1-1 0 0 0,0 1 0 0 0,0-1 0 0 0,1 1 0 0 0,-1-1 0 0 0,0 1-1 0 0,0-1 1 0 0,0 1 0 0 0,0-1 0 0 0,0 1 0 0 0,0-1 0 0 0,1 1 0 0 0,-1-1 0 0 0,0 1-1 0 0,0-1 1 0 0,1 1 0 0 0,-1 0 0 0 0,0-1 0 0 0,1 1 0 0 0,-1 0 0 0 0,1-1 0 0 0,4 2-1 0 0,0 1 0 0 0,-1 0 1 0 0,1 0-1 0 0,0 0 1 0 0,-1 0-1 0 0,0 1 1 0 0,0 0-1 0 0,1 0 0 0 0,3 4 1 0 0,34 35 244 0 0,-29-29-198 0 0,-9-9-70 0 0,3 2 6 0 0,0 1 1 0 0,-1 0 0 0 0,1 0 0 0 0,-2 0 0 0 0,1 1 0 0 0,-1 0-1 0 0,0 0 1 0 0,0 0 0 0 0,5 13 0 0 0,-7-9 11 0 0,-1-2 26 0 0,1-1-1 0 0,0 0 1 0 0,0 1 0 0 0,6 8 0 0 0,-7-15-77 0 0,0 0 0 0 0,0 0 0 0 0,0-1 0 0 0,0 1 0 0 0,1 0 0 0 0,-1-1 0 0 0,1 0 0 0 0,-1 0 0 0 0,1 1 0 0 0,0-1 0 0 0,0-1 0 0 0,0 1 0 0 0,0 0 0 0 0,0-1 0 0 0,6 2 0 0 0,-8-2-89 0 0,-1-1 0 0 0,1 0 1 0 0,-1 1-1 0 0,1-1 0 0 0,0 1 1 0 0,0-1-1 0 0,-1 0 0 0 0,1 0 1 0 0,0 1-1 0 0,0-1 0 0 0,-1 0 1 0 0,1 0-1 0 0,0 0 0 0 0,0 0 1 0 0,0 0-1 0 0,-1 0 0 0 0,1 0 1 0 0,0 0-1 0 0,0 0 0 0 0,-1 0 1 0 0,1-1-1 0 0,0 1 0 0 0,0 0 1 0 0,0-1-1 0 0,-16-8-3233 0 0,11 4 1072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1:32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1 338 2241 0 0,'0'4'5202'0'0,"0"-8"-4641"0"0,18-1-321 0 0,48-13 80 0 0,112-57 240 0 0,0-10-320 0 0,-111 28-160 0 0,-5 29-240 0 0,-40 1-400 0 0,22 3-881 0 0,1 6-3841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2:04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9 2161 0 0,'0'0'81'0'0,"0"0"-1"0"0,-1 1 1 0 0,1-1 0 0 0,0 0 0 0 0,0 1-1 0 0,0-1 1 0 0,-1 0 0 0 0,1 0 0 0 0,0 1-1 0 0,0-1 1 0 0,0 0 0 0 0,-1 1 0 0 0,1-1 0 0 0,0 0-1 0 0,-1 0 1 0 0,1 0 0 0 0,0 1 0 0 0,-1-1-1 0 0,1 0 1 0 0,0 0 0 0 0,-1 0 0 0 0,1 0-1 0 0,0 0 1 0 0,-1 0 0 0 0,1 0 0 0 0,0 1-1 0 0,-1-1 1 0 0,1 0 0 0 0,0 0 0 0 0,-1 0-1 0 0,1 0 1 0 0,0-1 0 0 0,-1 1 0 0 0,1 0-1 0 0,0 0 1 0 0,-1 0 0 0 0,-21-4 584 0 0,10 2-370 0 0,-1 1-133 0 0,-28-4 657 0 0,40 4-605 0 0,5 1-9 0 0,25-1 156 0 0,658 39 2120 0 0,-411 11-1657 0 0,-252-43-954 0 0,-1-3-1364 0 0,-20-5-774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2:07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70 1361 0 0,'1'-1'266'0'0,"-1"1"0"0"0,1-1 0 0 0,-1 1 0 0 0,1-1 0 0 0,0 0 0 0 0,-1 1 0 0 0,1-1 0 0 0,0 1 0 0 0,-1-1 0 0 0,1 1 0 0 0,0 0 0 0 0,0-1 0 0 0,0 1 1 0 0,-1 0-1 0 0,1-1 0 0 0,0 1 0 0 0,0 0 0 0 0,0 0 0 0 0,0 0 0 0 0,-1 0 0 0 0,2 0 0 0 0,32-5 1837 0 0,-14 3-1989 0 0,54-15 203 0 0,83-15-149 0 0,-134 29-137 0 0,1 1 0 0 0,0 1 0 0 0,0 1 0 0 0,41 6 0 0 0,18 3 12 0 0,161-4 0 0 0,-156-6-35 0 0,156-4 72 0 0,-32 18-23 0 0,-88-2-48 0 0,-100-8-23 0 0,-1 1-1 0 0,40 12 0 0 0,-36-8 8 0 0,-1-2-1 0 0,30 4 1 0 0,-12-3 73 0 0,-21-8-179 0 0,-23-3-82 0 0,-1 2 77 0 0,1 1-57 0 0,0-1 0 0 0,0 0 1 0 0,0 0-1 0 0,-1 0 1 0 0,1 0-1 0 0,0 1 1 0 0,-1-1-1 0 0,0 0 1 0 0,1 0-1 0 0,-1 1 1 0 0,-2-4-1 0 0,-34-42-5534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2:30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354 221 1361 0 0,'4'1'1160'0'0,"-3"-1"-981"0"0,0 1 0 0 0,0-1 0 0 0,0 0 0 0 0,0 0 0 0 0,0 0-1 0 0,-1 1 1 0 0,1-1 0 0 0,0 1 0 0 0,0-1 0 0 0,0 0 0 0 0,0 1 0 0 0,-1 0 0 0 0,1-1-1 0 0,0 1 1 0 0,0-1 0 0 0,-1 1 0 0 0,1 0 0 0 0,0 0 0 0 0,-1-1 0 0 0,1 1-1 0 0,0 1 1 0 0,-1-1 608 0 0,22-7-747 0 0,-18 6 54 0 0,11 0 1093 0 0,-144-4-480 0 0,43 4-600 0 0,71 0-53 0 0,9-1-21 0 0,-1 1 1 0 0,0 0-1 0 0,1 0 0 0 0,-1 0 0 0 0,1 1 1 0 0,-1 0-1 0 0,1 1 0 0 0,-1-1 0 0 0,-11 5 0 0 0,-11 7 42 0 0,26-12-69 0 0,0 0 0 0 0,0 0 0 0 0,0 1 0 0 0,0-1 0 0 0,0 0 0 0 0,0 1 0 0 0,0 0 0 0 0,1-1 0 0 0,-1 1 0 0 0,1 0 0 0 0,-5 5 0 0 0,3-3-4 0 0,-1 0 1 0 0,0 0-1 0 0,0-1 0 0 0,-1 0 0 0 0,-6 4 1 0 0,11-5 5 0 0,0 0 0 0 0,0 0 0 0 0,1 1 0 0 0,-1-1 1 0 0,1 1-1 0 0,-1-1 0 0 0,1 0 0 0 0,0 1 0 0 0,0-1 1 0 0,0 1-1 0 0,0-1 0 0 0,0 1 0 0 0,1 2 0 0 0,-1-2 11 0 0,1-1-19 0 0,-1-1-1 0 0,0 1 1 0 0,0-1-1 0 0,1 0 1 0 0,-1 1 0 0 0,1-1-1 0 0,-1 0 1 0 0,1 0 0 0 0,0 1-1 0 0,-1-1 1 0 0,1 0-1 0 0,0 0 1 0 0,0 0 0 0 0,0 0-1 0 0,0 0 1 0 0,0 0 0 0 0,0 0-1 0 0,0 0 1 0 0,0 0-1 0 0,0-1 1 0 0,0 1 0 0 0,1 0-1 0 0,-1-1 1 0 0,3 2 0 0 0,14 12-111 0 0,12 32 711 0 0,-25-37-581 0 0,-3-4-28 0 0,1 1 0 0 0,1-1 0 0 0,-1 0 0 0 0,1 0 0 0 0,0 0 0 0 0,0 0 0 0 0,8 6 0 0 0,-8-8-10 0 0,7 5-20 0 0,-1-1 0 0 0,-1 1 0 0 0,1 1 0 0 0,9 10 0 0 0,-18-17 37 0 0,0 0 0 0 0,1 1-1 0 0,-1-1 1 0 0,1 0-1 0 0,0 0 1 0 0,0 0-1 0 0,-1 0 1 0 0,1-1 0 0 0,1 1-1 0 0,2 2 1 0 0,3 0-6 0 0,0 0-1 0 0,1 0 1 0 0,0 0 0 0 0,-1-1 0 0 0,1-1 0 0 0,11 3 0 0 0,20 6-15 0 0,-22-6 18 0 0,0 0 0 0 0,1-1 1 0 0,36 2-1 0 0,8 2-3 0 0,-53-7 17 0 0,1 0-1 0 0,-1-1 1 0 0,0 0-1 0 0,1 0 1 0 0,-1-1-1 0 0,0-1 1 0 0,0 0 0 0 0,0 0-1 0 0,0-1 1 0 0,0 0-1 0 0,0-1 1 0 0,-1 0-1 0 0,16-9 1 0 0,-22 12 3 0 0,0-1-1 0 0,1 1 1 0 0,-1 0 0 0 0,0 0-1 0 0,1 0 1 0 0,-1 1-1 0 0,1-1 1 0 0,-1 1 0 0 0,1 0-1 0 0,0 0 1 0 0,-1 0 0 0 0,1 0-1 0 0,-1 1 1 0 0,1-1-1 0 0,-1 1 1 0 0,1 0 0 0 0,-1 0-1 0 0,5 2 1 0 0,11 2 141 0 0,-2-3-112 0 0,1-1 1 0 0,-1-1-1 0 0,1 0 1 0 0,-1-1-1 0 0,0-1 1 0 0,21-5-1 0 0,-16 3-30 0 0,0 1 0 0 0,0 1-1 0 0,39 1 1 0 0,117 6 56 0 0,18-1 173 0 0,-192-4-232 0 0,0 1 0 0 0,0-1 0 0 0,0 0 0 0 0,0-1 0 0 0,-1 1 0 0 0,1-1 0 0 0,0 1 0 0 0,0-1 0 0 0,-1 0 0 0 0,8-3 0 0 0,-1 0-3 0 0,-3 2 0 0 0,1 1 1 0 0,0-1-1 0 0,0 2 0 0 0,0-1 0 0 0,-1 1 0 0 0,1 0 0 0 0,10 1 1 0 0,-1 1 19 0 0,72-7 2256 0 0,-86 5-280 0 0,23-6 1867 0 0,9 1-3369 0 0,1 1 1 0 0,-1 2-1 0 0,0 2 0 0 0,46 4 0 0 0,-22-1-20 0 0,-53-3-436 0 0,-1 1 1 0 0,1-1-1 0 0,0 0 0 0 0,-1-1 1 0 0,1 1-1 0 0,-1-1 0 0 0,1 0 1 0 0,-1-1-1 0 0,1 1 0 0 0,-1-1 1 0 0,1 0-1 0 0,7-5 1 0 0,-6 1-17 0 0,1 0 1 0 0,-1-1-1 0 0,-1 0 1 0 0,0 0-1 0 0,0-1 0 0 0,6-9 1 0 0,-3 5 3 0 0,28-36 34 0 0,26-34-1344 0 0,-52 70 539 0 0,-3 13 164 0 0,-7 1 528 0 0,0-1 0 0 0,0 1 0 0 0,0-1 0 0 0,-1 1 0 0 0,1 0 0 0 0,-1-1 0 0 0,1 1 0 0 0,-1 0 0 0 0,0-1 0 0 0,1 1 0 0 0,-1 0 0 0 0,0 0 1 0 0,0 2-1 0 0,-1 8 119 0 0,0-7 0 0 0,1 0 0 0 0,0 1-1 0 0,0-1 1 0 0,0 0-1 0 0,0 1 1 0 0,1-1-1 0 0,0 0 1 0 0,2 9 0 0 0,-1-12-92 0 0,-1 0 1 0 0,1 1 0 0 0,0-1 0 0 0,-1 0 0 0 0,1 0-1 0 0,0 0 1 0 0,0 0 0 0 0,1 0 0 0 0,-1-1 0 0 0,0 1-1 0 0,0-1 1 0 0,1 1 0 0 0,-1-1 0 0 0,1 0 0 0 0,0 0-1 0 0,-1 0 1 0 0,1 0 0 0 0,0 0 0 0 0,-1-1 0 0 0,4 1-1 0 0,7 0-209 0 0,0 0-1 0 0,0-1 0 0 0,17-2 0 0 0,3 0 351 0 0,363-12 267 0 0,-107 27-251 0 0,-135-3-98 0 0,21-14-71 0 0,-46-1-281 0 0,-101 7 30 0 0,0 0 1 0 0,29 7-1 0 0,11 2 228 0 0,2-3 91 0 0,0-3 1 0 0,142-9-1 0 0,-203 3-51 0 0,23-3-56 0 0,37-10 0 0 0,-19-3 3 0 0,-15 3 72 0 0,73-6-163 0 0,-81 15-212 0 0,0 1 0 0 0,1 2 1 0 0,41 1-1 0 0,-61 1 271 0 0,10 1-9 0 0,1 1 0 0 0,-1 1 0 0 0,0 1-1 0 0,0 1 1 0 0,31 11 0 0 0,-32-9 124 0 0,1-1 1 0 0,1-1 0 0 0,-1 0-1 0 0,1-1 1 0 0,34 1 0 0 0,432 10 865 0 0,-452-18-891 0 0,-24-4-1 0 0,-3-3 22 0 0,11-2 18 0 0,-16 12-27 0 0,1-1 1 0 0,-1 1-1 0 0,0-1 0 0 0,1 0 1 0 0,-1 0-1 0 0,0 0 0 0 0,1 0 1 0 0,-1 0-1 0 0,0 0 1 0 0,0 0-1 0 0,0 0 0 0 0,0 0 1 0 0,0 0-1 0 0,0-1 0 0 0,0 1 1 0 0,-1 0-1 0 0,1-1 1 0 0,0 1-1 0 0,-1-1 0 0 0,1 1 1 0 0,-1 0-1 0 0,1-1 0 0 0,-1 1 1 0 0,0-1-1 0 0,0 0 1 0 0,1 1-1 0 0,-1-2 0 0 0,1-17-71 0 0,-3-23-345 0 0,2 41 398 0 0,-1 1 0 0 0,1-1 0 0 0,-1 0 0 0 0,0 0-1 0 0,1 0 1 0 0,-1 0 0 0 0,0 1 0 0 0,0-1 0 0 0,-1 0 0 0 0,1 1 0 0 0,0-1 0 0 0,0 1 0 0 0,-1-1 0 0 0,1 1 0 0 0,-1 0 0 0 0,1 0 0 0 0,-1 0-1 0 0,0-1 1 0 0,-2 0 0 0 0,-28-11-9 0 0,0 2-1 0 0,-1 1 0 0 0,0 1 1 0 0,0 2-1 0 0,-1 1 0 0 0,-54-2 1 0 0,31 9 27 0 0,38 1 32 0 0,0-2 0 0 0,0 0 0 0 0,-26-4 0 0 0,-188-31 140 0 0,90 8 85 0 0,-1 7 0 0 0,-186-2 0 0 0,152 15-58 0 0,-170 1-120 0 0,19-17 80 0 0,-211-52-213 0 0,79 41 342 0 0,268 26-165 0 0,-117 15 709 0 0,205 0-412 0 0,9 2-30 0 0,48-3-342 0 0,-93 24-135 0 0,27-4 119 0 0,17-12 61 0 0,-180 5-1 0 0,229-19 27 0 0,20-1-173 0 0,-1 2-1 0 0,0 2 1 0 0,-36 7 0 0 0,57-9 119 0 0,-7-1 14 0 0,12 0-40 0 0,-9 0-133 0 0,-154 28-14 0 0,121-23 94 0 0,38-4-23 0 0,-4-1 1 0 0,1 1-1 0 0,-1 1 1 0 0,0 0-1 0 0,-19 6 0 0 0,26-1-38 0 0,0-1 55 0 0,-11-7-51 0 0,12 2-19 0 0,3 9 14 0 0,0 2 56 0 0,0-11-61 0 0,-4-1-1319 0 0,-11-3-3112 0 0,15 2 4149 0 0,-1 1-1 0 0,1-1 1 0 0,-1 0-1 0 0,1 0 1 0 0,0 1-1 0 0,-1-1 1 0 0,1 0-1 0 0,0 0 0 0 0,0 0 1 0 0,-1 0-1 0 0,1 1 1 0 0,0-1-1 0 0,0 0 1 0 0,0 0-1 0 0,0 0 1 0 0,0-1-1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06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1 3762 0 0,'-14'16'2625'0'0,"14"-16"-2604"0"0,0 1 0 0 0,0-1 0 0 0,0 1 0 0 0,0-1 0 0 0,1 1 0 0 0,-1-1 0 0 0,0 1 0 0 0,0-1 0 0 0,0 0 0 0 0,1 1 0 0 0,-1-1 0 0 0,0 1 0 0 0,0-1 0 0 0,1 1 0 0 0,-1-1 0 0 0,1 0 0 0 0,-1 1 0 0 0,0-1 0 0 0,1 0 0 0 0,-1 1 0 0 0,1-1 0 0 0,-1 0 0 0 0,0 0 0 0 0,1 0 0 0 0,-1 1 0 0 0,1-1 0 0 0,-1 0 0 0 0,1 0 0 0 0,0 0 0 0 0,-1 0-6 0 0,0 0 0 0 0,1 0 0 0 0,-1 0 1 0 0,0 0-1 0 0,0 0 0 0 0,1-1 1 0 0,-1 1-1 0 0,0 0 0 0 0,0 0 0 0 0,0 0 1 0 0,1 0-1 0 0,-1-1 0 0 0,0 1 0 0 0,0 0 1 0 0,0 0-1 0 0,0-1 0 0 0,1 1 1 0 0,-1 0-1 0 0,0 0 0 0 0,0-1 0 0 0,0 1 1 0 0,0 0-1 0 0,0 0 0 0 0,0-1 1 0 0,0 1-1 0 0,0 0 0 0 0,0 0 0 0 0,0-1 1 0 0,0 1-1 0 0,0 0 0 0 0,0-1 1 0 0,0 1-1 0 0,0 0 0 0 0,0 0 0 0 0,0-1 1 0 0,0 1-1 0 0,0 0 0 0 0,-1 0 0 0 0,1-1 1 0 0,0 1-1 0 0,0 0 0 0 0,0 0 1 0 0,0-1-1 0 0,0 1 0 0 0,-1 0 0 0 0,1 0 1 0 0,0 0-1 0 0,0 0 0 0 0,0-1 1 0 0,-1 1-1 0 0,1 0 0 0 0,0 0 0 0 0,0 0 1 0 0,-1 0-1 0 0,-5-2 193 0 0,-1 1 0 0 0,1 0 0 0 0,-1 1 0 0 0,1 0 0 0 0,-1 0 0 0 0,-10 1 0 0 0,-9 1 123 0 0,8-3-31 0 0,0 2-1 0 0,0 0 0 0 0,0 1 0 0 0,0 1 0 0 0,0 1 1 0 0,-29 9-1 0 0,7-3 288 0 0,36-10-408 0 0,3-1 75 0 0,24 1-127 0 0,25 1-86 0 0,10-1 185 0 0,106-11 0 0 0,-163 11-224 0 0,188-25 128 0 0,-152 22-127 0 0,0 1 1 0 0,0 3 0 0 0,46 6 0 0 0,152 10 101 0 0,-110-11 97 0 0,422 31-29 0 0,-296-34-220 0 0,-40-2 94 0 0,-33-7 98 0 0,-45-1 257 0 0,-117 6-420 0 0,0-1-1 0 0,30-6 0 0 0,-30 5 96 0 0,0 0-1 0 0,29-1 1 0 0,-26 4-184 0 0,-19 0 81 0 0,0 0 0 0 0,0 0 0 0 0,1 0 1 0 0,-1-1-1 0 0,0 1 0 0 0,0 0 0 0 0,1 0 0 0 0,-1 0 0 0 0,0 0 0 0 0,0-1 0 0 0,0 1 1 0 0,0 0-1 0 0,1 0 0 0 0,-1-1 0 0 0,0 1 0 0 0,0 0 0 0 0,0 0 0 0 0,0-1 0 0 0,0 1 1 0 0,0 0-1 0 0,0 0 0 0 0,1-1 0 0 0,-1 1 0 0 0,0 0 0 0 0,0 0 0 0 0,0-1 1 0 0,0 1-1 0 0,0 0 0 0 0,0 0 0 0 0,0-1 0 0 0,0 1 0 0 0,-1-1 0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09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66 104 1601 0 0,'0'-1'123'0'0,"0"1"0"0"0,0 0 0 0 0,-1-1 0 0 0,1 1 0 0 0,0 0 1 0 0,0-1-1 0 0,0 1 0 0 0,0 0 0 0 0,-1-1 0 0 0,1 1 0 0 0,0 0 1 0 0,0 0-1 0 0,-1-1 0 0 0,1 1 0 0 0,0 0 0 0 0,-1 0 0 0 0,1-1 0 0 0,0 1 1 0 0,-1 0-1 0 0,1 0 0 0 0,0 0 0 0 0,-1 0 0 0 0,1-1 0 0 0,0 1 1 0 0,-1 0-1 0 0,1 0 0 0 0,0 0 0 0 0,-1 0 0 0 0,1 0 0 0 0,-1 0 0 0 0,1 0 1 0 0,-1 0-1 0 0,-4-2 668 0 0,16-2 303 0 0,-11 4-1044 0 0,0 0 1 0 0,0 0-1 0 0,0 0 0 0 0,0 0 1 0 0,0 0-1 0 0,0 0 0 0 0,0 0 1 0 0,-1 0-1 0 0,1 0 0 0 0,0 1 1 0 0,0-1-1 0 0,0 0 0 0 0,0 0 1 0 0,0 0-1 0 0,0 0 0 0 0,0 0 1 0 0,0 0-1 0 0,0 0 0 0 0,0 1 1 0 0,0-1-1 0 0,0 0 0 0 0,0 0 1 0 0,0 0-1 0 0,0 0 0 0 0,0 0 1 0 0,0 0-1 0 0,0 1 0 0 0,0-1 1 0 0,0 0-1 0 0,0 0 0 0 0,0 0 1 0 0,0 0-1 0 0,0 0 0 0 0,0 0 1 0 0,0 0-1 0 0,0 1 0 0 0,1-1 1 0 0,-1 0-1 0 0,0 0 0 0 0,0 0 1 0 0,0 0-1 0 0,0 0 0 0 0,0 0 0 0 0,-5 0 102 0 0,-2 0 1174 0 0,11-2-82 0 0,4-1-1498 0 0,0-6 414 0 0,-3 8-107 0 0,5-2-95 0 0,-10 3 98 0 0,0 0 280 0 0,0 0-281 0 0,0 0 1 0 0,0 0 0 0 0,0-1 0 0 0,0 1 0 0 0,0 0 0 0 0,0 0 0 0 0,0 0 0 0 0,-1 0 0 0 0,1 0 0 0 0,0 0 0 0 0,0 0 0 0 0,0 0 0 0 0,0 0-1 0 0,0 0 1 0 0,0 0 0 0 0,0 0 0 0 0,0 0 0 0 0,0 0 0 0 0,0-1 0 0 0,-2 2-59 0 0,1-1 1 0 0,-1 0-1 0 0,0 1 0 0 0,0 0 0 0 0,0-1 1 0 0,0 1-1 0 0,0 0 0 0 0,1 0 1 0 0,-1 0-1 0 0,0 0 0 0 0,1 0 1 0 0,-1 0-1 0 0,1 0 0 0 0,-1 1 0 0 0,1-1 1 0 0,-1 0-1 0 0,1 1 0 0 0,0-1 1 0 0,-2 3-1 0 0,-7 7-10 0 0,-5-2 0 0 0,56-13-294 0 0,13-21 549 0 0,-19 8-177 0 0,-34 17-65 0 0,52-27 60 0 0,-51 26-51 0 0,0 0 0 0 0,0 0 0 0 0,0-1 1 0 0,0 1-1 0 0,0-1 0 0 0,0 0 0 0 0,-1 1 1 0 0,1-1-1 0 0,0 0 0 0 0,-1 0 0 0 0,1 0 0 0 0,-1 0 1 0 0,0-1-1 0 0,0 1 0 0 0,0 0 0 0 0,0 0 1 0 0,0-1-1 0 0,0 1 0 0 0,-1-1 0 0 0,1-2 0 0 0,-1 7-16 0 0,-1-1-1 0 0,1 1 0 0 0,-1 0 1 0 0,0 0-1 0 0,0-1 0 0 0,0 1 1 0 0,1 0-1 0 0,-2-1 0 0 0,1 1 1 0 0,0-1-1 0 0,0 1 0 0 0,0-1 0 0 0,-1 0 1 0 0,1 1-1 0 0,-1-1 0 0 0,1 0 1 0 0,-1 0-1 0 0,1 0 0 0 0,-1 0 1 0 0,0 0-1 0 0,-1 0 0 0 0,-10 8 17 0 0,-19 13 69 0 0,2 1-1 0 0,1 1 0 0 0,1 2 1 0 0,-45 54-1 0 0,66-68-79 0 0,11-6-36 0 0,19-6-368 0 0,-21 0 345 0 0,8-1-164 0 0,22-3-2737 0 0,51-11 0 0 0,-20-10-1974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10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23 7764 0 0,'0'0'1680'0'0,"-3"0"-1133"0"0,-5 0-309 0 0,6 1 404 0 0,4 2-65 0 0,-9 4-420 0 0,6-6-137 0 0,1-1 0 0 0,-1 1 0 0 0,1 0 0 0 0,0-1-1 0 0,-1 1 1 0 0,1-1 0 0 0,0 1 0 0 0,-1 0 0 0 0,1-1-1 0 0,0 1 1 0 0,0 0 0 0 0,0 0 0 0 0,-1-1 0 0 0,1 1-1 0 0,0 0 1 0 0,0 0 0 0 0,0-1 0 0 0,0 1 0 0 0,0 0-1 0 0,0-1 1 0 0,1 1 0 0 0,-1 0 0 0 0,0 0 0 0 0,0-1-1 0 0,0 1 1 0 0,1 0 0 0 0,-1-1 0 0 0,0 1 0 0 0,1 0 0 0 0,-1-1-1 0 0,1 1 1 0 0,0 0 0 0 0,6 1 32 0 0,0 0 1 0 0,0-1 0 0 0,1 0-1 0 0,-1 0 1 0 0,1-1-1 0 0,-1 0 1 0 0,14-2-1 0 0,51-9 168 0 0,-37-3-1571 0 0,-34 14 1183 0 0,-1 0-1 0 0,1-1 1 0 0,0 1 0 0 0,-1 0 0 0 0,1-1 0 0 0,0 1 0 0 0,-1-1 0 0 0,1 1 0 0 0,-1-1 0 0 0,1 1 0 0 0,-1-1-1 0 0,1 1 1 0 0,-1-1 0 0 0,1 1 0 0 0,-1-1 0 0 0,0 1 0 0 0,1-1 0 0 0,-1 0 0 0 0,0 1 0 0 0,1-1 0 0 0,-1 0-1 0 0,0 1 1 0 0,0-1 0 0 0,0 0 0 0 0,1 0 0 0 0,-1 1 0 0 0,0-1 0 0 0,0 0 0 0 0,0 1 0 0 0,0-1-1 0 0,0 0 1 0 0,-1 0 0 0 0,1 1 0 0 0,0-1 0 0 0,0 0 0 0 0,0 1 0 0 0,-1-1 0 0 0,1 0 0 0 0,0 1 0 0 0,-1-2-1 0 0,-18-9-3766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10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2641 0 0,'22'-4'2882'0'0,"23"-6"79"0"0,21 6-1040 0 0,-21 4-1121 0 0,-1 4-640 0 0,-4 14-4962 0 0,-40 2 80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12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0 472 1841 0 0,'32'-5'7760'0'0,"-28"4"-7684"0"0,0-1-1 0 0,-1 0 1 0 0,1-1 0 0 0,0 1-1 0 0,-1-1 1 0 0,0 0 0 0 0,4-3-1 0 0,29-24 644 0 0,8-3-313 0 0,-2-2 0 0 0,-2-2 0 0 0,52-61-1 0 0,-18 18-214 0 0,52-38-4 0 0,-117 109-271 0 0,-3 5-5 0 0,-3 5 89 0 0,-1 1 1 0 0,1 0 0 0 0,-1-1 0 0 0,1 1 0 0 0,-1 0 0 0 0,0 0 0 0 0,1 1 0 0 0,-1-1 0 0 0,0 0 0 0 0,-1 1 0 0 0,1-1 0 0 0,0 1 0 0 0,-1 0-1 0 0,1-1 1 0 0,-1 1 0 0 0,0 0 0 0 0,0 0 0 0 0,0 0 0 0 0,0 0 0 0 0,-1 0 0 0 0,1 0 0 0 0,0 4 0 0 0,1 14 20 0 0,-1 0 0 0 0,-2 29 1 0 0,1-19 13 0 0,-2-20-32 0 0,1-1 0 0 0,-1 1 0 0 0,-1 0 1 0 0,0 0-1 0 0,-1-1 0 0 0,-5 13 0 0 0,-13 42-23 0 0,21-61 36 0 0,0 0 0 0 0,1 0 0 0 0,-1 0 0 0 0,1 0 0 0 0,0 0 0 0 0,0 1 0 0 0,1-1 0 0 0,-1 0 0 0 0,1 0 0 0 0,0 0 0 0 0,0 0 0 0 0,0 0 0 0 0,2 4 0 0 0,10 4 11 0 0,-11-11-27 0 0,-10 2-13 0 0,-10-2 79 0 0,-341-40 1482 0 0,230 24-1882 0 0,195 12-1907 0 0,57-14-4068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13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561 75 4002 0 0,'-7'-4'756'0'0,"0"1"0"0"0,0-1 1 0 0,0 1-1 0 0,-1 1 0 0 0,1-1 1 0 0,-1 1-1 0 0,-13-2 0 0 0,6 3-395 0 0,0 0-1 0 0,0 1 1 0 0,-23 2 0 0 0,10 2-384 0 0,-1 2 1 0 0,1 0 0 0 0,-35 14-1 0 0,36-8 47 0 0,0 1 0 0 0,1 2 0 0 0,1 0 0 0 0,-41 33 0 0 0,37-27-24 0 0,23-17 0 0 0,1-1 0 0 0,0 1 1 0 0,0 0-1 0 0,0 0 0 0 0,0 1 0 0 0,1 0 0 0 0,0-1 0 0 0,0 1 0 0 0,0 1 0 0 0,-5 8 0 0 0,9-12 2 0 0,-1-1-1 0 0,1 0 1 0 0,0 1 0 0 0,0-1-1 0 0,-1 1 1 0 0,1-1 0 0 0,0 1-1 0 0,0-1 1 0 0,1 1 0 0 0,-1-1-1 0 0,0 0 1 0 0,0 1 0 0 0,1-1-1 0 0,-1 1 1 0 0,1-1-1 0 0,-1 0 1 0 0,1 1 0 0 0,-1-1-1 0 0,2 2 1 0 0,1 0 8 0 0,-1 1 0 0 0,1-1 0 0 0,0 0 0 0 0,0 0 0 0 0,1-1 0 0 0,-1 1 0 0 0,0-1 0 0 0,1 1 0 0 0,5 1 0 0 0,6 3 35 0 0,-1 0 1 0 0,2-1 0 0 0,-1-1 0 0 0,0-1 0 0 0,1 0-1 0 0,26 2 1 0 0,3-2 1 0 0,58-3-1 0 0,13-7-19 0 0,124-22 0 0 0,-220 25 26 0 0,-1-2 0 0 0,30-9 1 0 0,-48 14-53 0 0,0-1 0 0 0,0 1 0 0 0,-1 0 0 0 0,1 0 0 0 0,0-1 0 0 0,0 1 1 0 0,-1 0-1 0 0,1-1 0 0 0,0 1 0 0 0,-1-1 0 0 0,1 1 0 0 0,0-1 0 0 0,-1 0 1 0 0,1 1-1 0 0,-1-1 0 0 0,1 1 0 0 0,-1-1 0 0 0,1 0 0 0 0,-1 1 0 0 0,0-1 1 0 0,1 0-1 0 0,-1 0 0 0 0,0 1 0 0 0,1-1 0 0 0,-1 0 0 0 0,0 0 0 0 0,0 0 1 0 0,0 1-1 0 0,0-1 0 0 0,0 0 0 0 0,0 0 0 0 0,0 0 0 0 0,0 0 1 0 0,0-1-1 0 0,0-6 20 0 0,0 0 0 0 0,0 0 0 0 0,-1 0-1 0 0,0 0 1 0 0,0 0 0 0 0,-1 0 0 0 0,0 0 0 0 0,0 1 0 0 0,-1-1 0 0 0,0 1 0 0 0,0-1 0 0 0,-1 1 0 0 0,-7-11 0 0 0,-3 2 57 0 0,-30-25 0 0 0,-17-16-47 0 0,17 10-458 0 0,44 47 376 0 0,0 0 0 0 0,0 0 0 0 0,0 0 0 0 0,0 0 0 0 0,1 0 0 0 0,-1 0-1 0 0,0 0 1 0 0,0 0 0 0 0,0-1 0 0 0,0 1 0 0 0,0 0 0 0 0,0 0 0 0 0,1 0 0 0 0,-1 0 0 0 0,0 0 0 0 0,0 0 0 0 0,0 0 0 0 0,0-1-1 0 0,0 1 1 0 0,0 0 0 0 0,0 0 0 0 0,0 0 0 0 0,0 0 0 0 0,0 0 0 0 0,0-1 0 0 0,1 1 0 0 0,-1 0 0 0 0,0 0 0 0 0,0 0 0 0 0,0 0 0 0 0,0-1-1 0 0,0 1 1 0 0,0 0 0 0 0,0 0 0 0 0,0 0 0 0 0,-1 0 0 0 0,1 0 0 0 0,0-1 0 0 0,0 1 0 0 0,0 0 0 0 0,0 0 0 0 0,0 0 0 0 0,0 0 0 0 0,0 0-1 0 0,0-1 1 0 0,0 1 0 0 0,0 0 0 0 0,0 0 0 0 0,-1 0 0 0 0,1 0 0 0 0,0 0 0 0 0,0 0 0 0 0,0 0 0 0 0,0-1 0 0 0,0 1 0 0 0,0 0-1 0 0,-1 0 1 0 0,1 0 0 0 0,0 0 0 0 0,0 0 0 0 0,0 0 0 0 0,0 0 0 0 0,0 0 0 0 0,-1 0 0 0 0,1 0 0 0 0,0 0 0 0 0,0 0 0 0 0,0 0 0 0 0,1 0-600 0 0,17-6-4111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13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1761 0 0,'0'43'7523'0'0,"22"-1"-5842"0"0,1-9-1521 0 0,43-19-800 0 0,-21 0-1521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14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0 160 0 0,'22'6'4082'0'0,"0"-2"3361"0"0,23 1-6962 0 0,39-5-321 0 0,72 4-80 0 0,155 20 160 0 0,-94-6 0 0 0,-17 6 80 0 0,-88 5-80 0 0,-72-25-160 0 0,-58-8-880 0 0,-4-6-3202 0 0,-45-9-1521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15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74 235 640 0 0,'0'1'145'0'0,"0"-1"-1"0"0,0 1 0 0 0,0 0 0 0 0,0-1 1 0 0,0 1-1 0 0,0-1 0 0 0,0 1 1 0 0,1 0-1 0 0,-1-1 0 0 0,0 1 1 0 0,0-1-1 0 0,0 1 0 0 0,0-1 0 0 0,1 1 1 0 0,-1 0-1 0 0,0-1 0 0 0,1 1 1 0 0,-1-1-1 0 0,0 1 0 0 0,1-1 1 0 0,-1 1-1 0 0,1-1 0 0 0,-1 0 0 0 0,1 1 1 0 0,-1-1-1 0 0,1 0 0 0 0,-1 1 1 0 0,1-1-1 0 0,-1 0 0 0 0,1 1 0 0 0,-1-1 1 0 0,1 0-1 0 0,-1 0 0 0 0,1 0 1 0 0,0 1-1 0 0,-1-1 0 0 0,1 0 1 0 0,-1 0-1 0 0,1 0 0 0 0,1 0 0 0 0,1-1 114 0 0,1 1-1 0 0,0-1 0 0 0,-1 0 0 0 0,1 0 0 0 0,-1-1 0 0 0,1 1 0 0 0,-1-1 1 0 0,5-3-1 0 0,150-101 1729 0 0,-108 70-1492 0 0,86-49 0 0 0,-128 80-442 0 0,2 0 70 0 0,-10 5-120 0 0,1 0 0 0 0,-1 0 0 0 0,0 1 0 0 0,1-1 0 0 0,-1 0 0 0 0,0 0 0 0 0,0 1 0 0 0,1-1 0 0 0,-1 0 0 0 0,0 0 0 0 0,0 1 0 0 0,1-1 0 0 0,-1 0 1 0 0,0 1-1 0 0,0-1 0 0 0,0 0 0 0 0,0 1 0 0 0,0-1 0 0 0,1 0 0 0 0,-1 1 0 0 0,0-1 0 0 0,0 0 0 0 0,0 1 0 0 0,0-1 0 0 0,0 0 0 0 0,0 1 0 0 0,0-1 0 0 0,0 0 0 0 0,0 1 0 0 0,0-1 0 0 0,0 1 0 0 0,-1 0 0 0 0,1 0-3 0 0,0 1 1 0 0,1-1 0 0 0,-1 1 0 0 0,0-1-1 0 0,1 0 1 0 0,-1 1 0 0 0,1-1 0 0 0,-1 1-1 0 0,1-1 1 0 0,0 0 0 0 0,0 1 0 0 0,-1-1 0 0 0,3 2-1 0 0,7 16 18 0 0,-9-14-12 0 0,0 0 0 0 0,0 1-1 0 0,0-1 1 0 0,-1 1 0 0 0,0-1 0 0 0,0 0 0 0 0,0 1 0 0 0,-1-1-1 0 0,0 1 1 0 0,0-1 0 0 0,0 0 0 0 0,-3 7 0 0 0,-2 4-14 0 0,-1 0 0 0 0,-13 21 0 0 0,1-2-27 0 0,18-31 39 0 0,-1 0-1 0 0,1 0 1 0 0,0 1 0 0 0,0-1 0 0 0,0 0 0 0 0,0 1-1 0 0,1-1 1 0 0,0 1 0 0 0,1 7 0 0 0,-1-2 36 0 0,0-9-37 0 0,0 0 1 0 0,0-1 0 0 0,0 1 0 0 0,0-1-1 0 0,0 1 1 0 0,1-1 0 0 0,-1 1 0 0 0,0 0-1 0 0,0-1 1 0 0,0 1 0 0 0,1-1 0 0 0,-1 1-1 0 0,0-1 1 0 0,1 1 0 0 0,-1-1 0 0 0,1 1-1 0 0,-1-1 1 0 0,0 0 0 0 0,1 1 0 0 0,-1-1-1 0 0,1 1 1 0 0,-1-1 0 0 0,1 0 0 0 0,-1 0-1 0 0,1 1 1 0 0,0-1 0 0 0,-1 0 0 0 0,1 0-1 0 0,0 1 1 0 0,-23-4 368 0 0,-188-25 711 0 0,112 12-843 0 0,6 6-279 0 0,92 10 35 0 0,-36-6-659 0 0,76-6-1402 0 0,60-13-2856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16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 2561 0 0,'0'5'6163'0'0,"23"-5"-5363"0"0,-23-5-159 0 0,-23 5-241 0 0,23 10 160 0 0,-66 87 240 0 0,43-8-880 0 0,1 1 0 0 0,0-24-160 0 0,22-43-1761 0 0,0-37-6082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16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15 960 0 0,'44'-10'3442'0'0,"1"6"320"0"0,88 8-1601 0 0,218 10-4322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21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771 5 880 0 0,'30'-4'5133'0'0,"-23"3"-2506"0"0,-26 1-1663 0 0,-138 4-483 0 0,-225 35-1 0 0,363-36-462 0 0,0 1 1 0 0,0 1-1 0 0,1 0 0 0 0,0 2 1 0 0,0 0-1 0 0,0 1 0 0 0,-27 17 1 0 0,44-24-19 0 0,1-1 1 0 0,-1 0 0 0 0,1 1-1 0 0,-1-1 1 0 0,1 1-1 0 0,0-1 1 0 0,-1 1 0 0 0,1-1-1 0 0,0 1 1 0 0,-1-1 0 0 0,1 1-1 0 0,0-1 1 0 0,0 1 0 0 0,-1 0-1 0 0,1-1 1 0 0,0 1 0 0 0,0-1-1 0 0,0 1 1 0 0,0 0 0 0 0,0-1-1 0 0,0 2 1 0 0,-5 12 65 0 0,-4-1-66 0 0,0 0 0 0 0,2 0 0 0 0,-1 0 0 0 0,2 1 0 0 0,0 0 0 0 0,0 1 0 0 0,-3 15 0 0 0,8-24-5 0 0,0 1 0 0 0,0 0 0 0 0,0 0 1 0 0,0 0-1 0 0,1 0 0 0 0,1 0 1 0 0,-1 0-1 0 0,1 0 0 0 0,0-1 1 0 0,0 1-1 0 0,1 0 0 0 0,0-1 0 0 0,0 1 1 0 0,1-1-1 0 0,0 1 0 0 0,5 8 1 0 0,13 17-8 0 0,-16-24 5 0 0,0 0 0 0 0,0 0 0 0 0,1-1 0 0 0,0 0 0 0 0,13 12 0 0 0,-18-18 4 0 0,1 0 1 0 0,-1 0-1 0 0,1 0 0 0 0,-1 1 0 0 0,0-1 1 0 0,1 0-1 0 0,-1 0 0 0 0,0 1 0 0 0,0-1 0 0 0,0 1 1 0 0,0-1-1 0 0,0 1 0 0 0,0 0 0 0 0,0-1 1 0 0,0 1-1 0 0,-1 0 0 0 0,1-1 0 0 0,-1 1 0 0 0,1 0 1 0 0,-1 0-1 0 0,1 0 0 0 0,-1-1 0 0 0,0 4 1 0 0,0-4 4 0 0,0 1 0 0 0,0-1 0 0 0,0 0 1 0 0,0 0-1 0 0,0 0 0 0 0,0 0 0 0 0,1 1 1 0 0,-1-1-1 0 0,0 0 0 0 0,1 0 0 0 0,-1 0 1 0 0,1 0-1 0 0,-1 0 0 0 0,1 0 1 0 0,0 0-1 0 0,-1 0 0 0 0,1 0 0 0 0,0 0 1 0 0,0 0-1 0 0,1 1 0 0 0,-1-1 1 0 0,0 0 0 0 0,0 0 0 0 0,0 0-1 0 0,0 1 1 0 0,0-1 0 0 0,0 0 0 0 0,0 1 0 0 0,0-1-1 0 0,-1 1 1 0 0,1-1 0 0 0,-1 1 0 0 0,1 0 0 0 0,-1-1 0 0 0,1 1-1 0 0,-1-1 1 0 0,0 1 0 0 0,0 0 0 0 0,0-1 0 0 0,0 1-1 0 0,0 2 1 0 0,-1 7 0 0 0,0 1 1 0 0,-1-1-1 0 0,-5 20 0 0 0,4-18 0 0 0,0-1 1 0 0,1 1-1 0 0,-1 23 1 0 0,3-35-4 0 0,0 1 0 0 0,1-1 0 0 0,-1 0 0 0 0,0 1 0 0 0,1-1 0 0 0,-1 0 0 0 0,1 0 0 0 0,0 1-1 0 0,-1-1 1 0 0,1 0 0 0 0,0 0 0 0 0,0 0 0 0 0,-1 0 0 0 0,1 0 0 0 0,0 0 0 0 0,0 0 0 0 0,0 0 0 0 0,0 0 0 0 0,1 0 0 0 0,-1-1 0 0 0,0 1 0 0 0,0 0 0 0 0,0-1 0 0 0,1 1 0 0 0,-1-1 0 0 0,0 0 0 0 0,1 1 0 0 0,-1-1 0 0 0,2 1 0 0 0,45 4-42 0 0,-40-4 18 0 0,233 4 171 0 0,-195-3-132 0 0,1-2-1 0 0,-1-2 1 0 0,0-2 0 0 0,0-2 0 0 0,0-2 0 0 0,54-17-1 0 0,-45 8 37 0 0,0-2 0 0 0,-2-2 0 0 0,95-53 0 0 0,-130 63-28 0 0,-1 0 0 0 0,0-1 1 0 0,-1 0-1 0 0,0-2 0 0 0,-1 0 1 0 0,0 0-1 0 0,23-32 1 0 0,-35 42-20 0 0,-1 0 0 0 0,1 1 0 0 0,-1-1 0 0 0,0 0 0 0 0,0 0 0 0 0,0-1 0 0 0,-1 1 0 0 0,1 0 0 0 0,-1-1 0 0 0,0 1 0 0 0,0-1 0 0 0,-1 1 0 0 0,1-1 0 0 0,-1 1 0 0 0,-1-6 0 0 0,0-1-1 0 0,-1-1 1 0 0,-1 2-1 0 0,0-1 1 0 0,-7-16-1 0 0,-8-31 49 0 0,12 22-40 0 0,4 18-15 0 0,-1 0 0 0 0,-1 1 0 0 0,-7-18 0 0 0,1 14-28 0 0,9 17-10 0 0,-1 1 0 0 0,0-1 0 0 0,1 0 0 0 0,-1 1 0 0 0,1-1 1 0 0,0 0-1 0 0,0 0 0 0 0,1 0 0 0 0,-1-5 0 0 0,-3 8-2174 0 0,-14 2-2960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23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30 6243 0 0,'4'-1'-280'0'0,"-4"1"312"0"0,1 0 2 0 0,0 0 1 0 0,0 0-1 0 0,0 0 0 0 0,0 0 0 0 0,0 0 1 0 0,-1 0-1 0 0,1 0 0 0 0,0-1 1 0 0,0 1-1 0 0,0 0 0 0 0,0-1 1 0 0,-1 1-1 0 0,1 0 0 0 0,0-1 1 0 0,0 1-1 0 0,-1-1 0 0 0,1 1 1 0 0,0-1-1 0 0,-1 1 0 0 0,1-1 0 0 0,0-1 1 0 0,2 0 181 0 0,0 0-1 0 0,0-1 1 0 0,0 1 0 0 0,0 1 0 0 0,0-1 0 0 0,0 0 0 0 0,0 1 0 0 0,1-1-1 0 0,-1 1 1 0 0,7-1 0 0 0,-9 2-191 0 0,-1 0 0 0 0,0 1 0 0 0,1-1 0 0 0,-1 0 0 0 0,0 0 0 0 0,1 1 0 0 0,-1-1 0 0 0,0 0 0 0 0,0 1-1 0 0,1-1 1 0 0,-1 0 0 0 0,0 1 0 0 0,0-1 0 0 0,0 0 0 0 0,1 1 0 0 0,-1-1 0 0 0,0 1 0 0 0,0-1 0 0 0,0 0 0 0 0,0 1 0 0 0,0-1 0 0 0,0 1-1 0 0,0-1 1 0 0,0 1 0 0 0,0-1 0 0 0,0 0 0 0 0,0 1 0 0 0,0-1 0 0 0,0 1 0 0 0,0-1 0 0 0,0 1 0 0 0,0-1 0 0 0,-1 1 0 0 0,-6 22 181 0 0,-23 8 87 0 0,16-18 69 0 0,4-20-204 0 0,8 5-157 0 0,-1-1 25 0 0,1 0-1 0 0,-1 0 1 0 0,1 0 0 0 0,0 0 0 0 0,0 0 0 0 0,0 0 0 0 0,1 0 0 0 0,-1-1 0 0 0,1 1 0 0 0,-1-1 0 0 0,1 1-1 0 0,0-1 1 0 0,1 1 0 0 0,-1-1 0 0 0,0 0 0 0 0,1-6 0 0 0,0 9-27 0 0,0 1 1 0 0,0 0-1 0 0,0 0 1 0 0,1-1-1 0 0,-1 1 0 0 0,0 0 1 0 0,0 0-1 0 0,0 0 1 0 0,0-1-1 0 0,1 1 1 0 0,-1 0-1 0 0,0 0 1 0 0,0 0-1 0 0,1-1 0 0 0,-1 1 1 0 0,0 0-1 0 0,0 0 1 0 0,0 0-1 0 0,1 0 1 0 0,-1 0-1 0 0,0 0 0 0 0,1 0 1 0 0,-1 0-1 0 0,0 0 1 0 0,0-1-1 0 0,1 1 1 0 0,-1 0-1 0 0,0 0 0 0 0,0 0 1 0 0,1 1-1 0 0,-1-1 1 0 0,0 0-1 0 0,0 0 1 0 0,1 0-1 0 0,-1 0 0 0 0,0 0 1 0 0,0 0-1 0 0,1 0 1 0 0,-1 0-1 0 0,0 0 1 0 0,0 1-1 0 0,1-1 1 0 0,-1 0-1 0 0,0 0 0 0 0,0 0 1 0 0,1 1-1 0 0,10 5-25 0 0,-9-5 11 0 0,0 1 0 0 0,0 0 1 0 0,0 0-1 0 0,0 0 0 0 0,0 0 1 0 0,-1 0-1 0 0,1 0 0 0 0,-1 1 1 0 0,1-1-1 0 0,-1 0 1 0 0,1 4-1 0 0,-1-4-177 0 0,0 0 1 0 0,0 0-1 0 0,-1 0 0 0 0,1 0 1 0 0,1 0-1 0 0,-1-1 1 0 0,0 1-1 0 0,0 0 0 0 0,1-1 1 0 0,-1 1-1 0 0,1-1 1 0 0,-1 1-1 0 0,1-1 0 0 0,0 0 1 0 0,3 2-1 0 0,17 0-4503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22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19 2881 0 0,'22'-14'3282'0'0,"0"10"-1361"0"0,0 4-961 0 0,-22 4-480 0 0,-22 2-240 0 0,-45 69 241 0 0,1 8-81 0 0,21-12-320 0 0,23-20 0 0 0,0 1-80 0 0,22-33-320 0 0,0 9-1521 0 0,-22-10-5763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24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9 960 0 0,'0'0'5123'0'0,"-22"-5"-1281"0"0,44 1-3202 0 0,23 4-400 0 0,22 0-320 0 0,21 9-480 0 0,-43-4-2562 0 0,-1 9-2961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24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6403 0 0,'0'-6'2801'0'0,"22"12"-2401"0"0,23-6-320 0 0,44 9-80 0 0,66 15-1120 0 0,-66-10-5683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25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99 3121 0 0,'4'0'624'0'0,"0"0"-1"0"0,1 0 0 0 0,-1-1 0 0 0,0 0 1 0 0,1 0-1 0 0,7-3 0 0 0,-4 0-313 0 0,0 0 0 0 0,0-1 1 0 0,-1 0-1 0 0,10-7 0 0 0,7-6 206 0 0,-3 6-379 0 0,-14 9-108 0 0,-1-1-1 0 0,0 1 1 0 0,-1-1 0 0 0,9-7-1 0 0,-14 11-28 0 0,0 0 1 0 0,1 0-1 0 0,-1 0 0 0 0,0 0 0 0 0,0 0 0 0 0,0 0 1 0 0,0 0-1 0 0,0 0 0 0 0,1 0 0 0 0,-1-1 0 0 0,0 1 1 0 0,0 0-1 0 0,0 0 0 0 0,0 0 0 0 0,0 0 0 0 0,0 0 1 0 0,0 0-1 0 0,1 0 0 0 0,-1 0 0 0 0,0-1 0 0 0,0 1 0 0 0,0 0 1 0 0,0 0-1 0 0,0 0 0 0 0,0 0 0 0 0,0 0 0 0 0,0 0 1 0 0,0-1-1 0 0,0 1 0 0 0,0 0 0 0 0,0 0 0 0 0,0 0 1 0 0,0 0-1 0 0,0 0 0 0 0,0-1 0 0 0,0 1 0 0 0,0 0 1 0 0,0 0-1 0 0,0 0 0 0 0,0 0 0 0 0,0 0 0 0 0,0-1 1 0 0,0 1-1 0 0,0 0 0 0 0,0 0 0 0 0,0 0 0 0 0,0 0 1 0 0,0 0-1 0 0,0 0 0 0 0,-1-1 0 0 0,1 1 0 0 0,0 0 1 0 0,0 0-1 0 0,0 0 0 0 0,0 0 0 0 0,0 0 0 0 0,0 0 1 0 0,0 0-1 0 0,-1 0 0 0 0,1 0 0 0 0,0 0 0 0 0,0 0 1 0 0,0-1-1 0 0,0 1 0 0 0,0 0 0 0 0,0 0 0 0 0,-1 0 1 0 0,-1 1 1 0 0,1-1 0 0 0,-1 0 1 0 0,0 1-1 0 0,0 0 1 0 0,0-1-1 0 0,1 1 0 0 0,-1 0 1 0 0,0 0-1 0 0,1 0 1 0 0,-1 0-1 0 0,1 0 1 0 0,-1 0-1 0 0,1 0 0 0 0,-1 0 1 0 0,1 1-1 0 0,0-1 1 0 0,0 1-1 0 0,0-1 0 0 0,0 1 1 0 0,-2 2-1 0 0,-20 42 84 0 0,13-23-36 0 0,-19 27 97 0 0,16-28-80 0 0,0 1-1 0 0,1 1 1 0 0,1 0 0 0 0,-11 37-1 0 0,20-33-613 0 0,2-27 469 0 0,0-1 0 0 0,0 1 0 0 0,0-1 1 0 0,0 1-1 0 0,0 0 0 0 0,0-1 0 0 0,1 1 0 0 0,-1-1 1 0 0,0 1-1 0 0,0-1 0 0 0,0 1 0 0 0,1 0 0 0 0,-1-1 1 0 0,0 1-1 0 0,1-1 0 0 0,-1 0 0 0 0,0 1 0 0 0,1-1 1 0 0,-1 1-1 0 0,1-1 0 0 0,-1 1 0 0 0,1-1 0 0 0,-1 0 1 0 0,0 1-1 0 0,1-1 0 0 0,0 0 0 0 0,-1 0 1 0 0,1 1-1 0 0,-1-1 0 0 0,1 0 0 0 0,-1 0 0 0 0,1 0 1 0 0,-1 0-1 0 0,1 1 0 0 0,0-1 0 0 0,-1 0 0 0 0,1 0 1 0 0,-1 0-1 0 0,1 0 0 0 0,0 0 0 0 0,0-1 0 0 0,21-14-6378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26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1 2881 0 0,'-3'0'536'0'0,"0"0"0"0"0,1 0-1 0 0,-1 1 1 0 0,0-1 0 0 0,1 1-1 0 0,-1 0 1 0 0,0 0-1 0 0,-3 1 1 0 0,-31 25 414 0 0,13-8-585 0 0,5-6-8 0 0,-34 15 0 0 0,39-22-251 0 0,1 0 0 0 0,0 1 0 0 0,1 1 0 0 0,-1 0 0 0 0,1 1 0 0 0,1 0 0 0 0,0 0 0 0 0,-14 16 0 0 0,22-21-87 0 0,-28 40 78 0 0,30-42-90 0 0,-1 0 0 0 0,2 0 0 0 0,-1-1 0 0 0,0 1-1 0 0,0 0 1 0 0,0 0 0 0 0,1 0 0 0 0,-1 0 0 0 0,1 0 0 0 0,0 0-1 0 0,0 0 1 0 0,-1 0 0 0 0,1 0 0 0 0,0 0 0 0 0,1 0-1 0 0,-1 0 1 0 0,0 0 0 0 0,1-1 0 0 0,-1 1 0 0 0,1 0 0 0 0,-1 0-1 0 0,1 0 1 0 0,1 3 0 0 0,1-2 0 0 0,-1-1-1 0 0,1 0 1 0 0,0 0 0 0 0,0 0-1 0 0,0 0 1 0 0,0 0 0 0 0,0-1-1 0 0,0 1 1 0 0,0-1 0 0 0,1 0-1 0 0,-1 0 1 0 0,0 0 0 0 0,6 1-1 0 0,43 3 8 0 0,-44-5 8 0 0,0-1 0 0 0,0 0-1 0 0,0 0 1 0 0,-1-1 0 0 0,1 1 0 0 0,8-5 0 0 0,-15 6-17 0 0,1 0 0 0 0,-1-1 0 0 0,0 1 0 0 0,1-1 1 0 0,-1 1-1 0 0,0-1 0 0 0,1 0 0 0 0,-1 1 0 0 0,0-1 0 0 0,0 0 0 0 0,1 0 0 0 0,-1 0 0 0 0,0 0 0 0 0,0 0 0 0 0,0 0 1 0 0,0 0-1 0 0,0 0 0 0 0,-1 0 0 0 0,1-1 0 0 0,0 1 0 0 0,0 0 0 0 0,-1 0 0 0 0,1-1 0 0 0,-1 1 0 0 0,1 0 0 0 0,-1-1 1 0 0,0 1-1 0 0,1-1 0 0 0,-1 1 0 0 0,0-1 0 0 0,0 1 0 0 0,0-1 0 0 0,0 1 0 0 0,0 0 0 0 0,-1-1 0 0 0,1 1 0 0 0,-1-3 1 0 0,0 1-7 0 0,0 1 0 0 0,-1-1 1 0 0,0 0-1 0 0,0 1 1 0 0,1-1-1 0 0,-1 1 1 0 0,-1 0-1 0 0,1 0 1 0 0,0 0-1 0 0,0 0 0 0 0,-1 0 1 0 0,0 0-1 0 0,1 0 1 0 0,-5-1-1 0 0,-40-14-173 0 0,29 11-4 0 0,-34-13-1836 0 0,8 9-3108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27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6 8484 0 0,'0'-6'640'0'0,"0"12"-560"0"0,-22-12 320 0 0,0 6 641 0 0,44 6-881 0 0,0 8 0 0 0,67-1 0 0 0,173 25 400 0 0,49-9 401 0 0,-71 3-961 0 0,-62 15-641 0 0,-133-33-1840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32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574 250 1441 0 0,'0'0'3828'0'0,"3"0"-2374"0"0,-2 0-1403 0 0,0 0 1 0 0,0 0-1 0 0,-1 1 1 0 0,1-1-1 0 0,0 0 0 0 0,-1 0 1 0 0,1 0-1 0 0,0-1 1 0 0,0 1-1 0 0,-1 0 0 0 0,1 0 1 0 0,0 0-1 0 0,-1 0 0 0 0,1-1 1 0 0,0 1-1 0 0,-1 0 1 0 0,1-1-1 0 0,-1 1 0 0 0,1 0 1 0 0,0-1-1 0 0,-1 1 1 0 0,1-1-1 0 0,0 0 0 0 0,1-24 1811 0 0,-2 23-1836 0 0,0 0 1 0 0,1 0 0 0 0,-1 0-1 0 0,0 0 1 0 0,1 0-1 0 0,0 0 1 0 0,-1 0 0 0 0,1 0-1 0 0,0 1 1 0 0,0-1-1 0 0,0 0 1 0 0,0 0 0 0 0,2-2-1 0 0,-2 3-11 0 0,1-1-1 0 0,-1 0 0 0 0,0 1 1 0 0,0-1-1 0 0,0 0 0 0 0,0 0 1 0 0,-1 0-1 0 0,1 0 1 0 0,0 0-1 0 0,-1 0 0 0 0,1 0 1 0 0,-1 0-1 0 0,0-3 0 0 0,0 4-6 0 0,0-1-1 0 0,0 1 1 0 0,-1 0-1 0 0,1 0 1 0 0,-1 0-1 0 0,1 0 1 0 0,0 0-1 0 0,-1 0 1 0 0,0 0-1 0 0,1 0 1 0 0,-1 0-1 0 0,0 0 1 0 0,1 0-1 0 0,-1 0 0 0 0,0 0 1 0 0,0 0-1 0 0,0 1 1 0 0,0-1-1 0 0,0 0 1 0 0,0 1-1 0 0,0-1 1 0 0,0 1-1 0 0,0-1 1 0 0,0 1-1 0 0,0-1 1 0 0,0 1-1 0 0,0 0 1 0 0,0-1-1 0 0,-1 1 1 0 0,1 0-1 0 0,0 0 1 0 0,0 0-1 0 0,0 0 0 0 0,-2 0 1 0 0,-54 3 243 0 0,33-1-203 0 0,-33-3-37 0 0,-62 1-8 0 0,104 1-4 0 0,1 1 1 0 0,0 0 0 0 0,0 1 0 0 0,0 1 0 0 0,0 0 0 0 0,-14 7 0 0 0,-83 47 0 0 0,106-54 21 0 0,1 0 0 0 0,0 0-1 0 0,-1 0 1 0 0,1 0 0 0 0,0 1 0 0 0,-4 6-1 0 0,-20 21-72 0 0,24-29 56 0 0,0 0-1 0 0,1 0 0 0 0,-1 1 1 0 0,1-1-1 0 0,0 1 0 0 0,0-1 1 0 0,0 1-1 0 0,0 0 0 0 0,1 0 1 0 0,-1 0-1 0 0,1 1 0 0 0,0-1 1 0 0,1 0-1 0 0,-1 1 0 0 0,-1 4 1 0 0,4-7-2 0 0,-1-1 0 0 0,1 1 0 0 0,-1-1 1 0 0,1 1-1 0 0,-1-1 0 0 0,1 0 0 0 0,0 1 1 0 0,0-1-1 0 0,-1 0 0 0 0,1 0 0 0 0,0 1 1 0 0,0-1-1 0 0,0 0 0 0 0,1 0 0 0 0,-1 0 0 0 0,0 0 1 0 0,0 0-1 0 0,0-1 0 0 0,1 1 0 0 0,-1 0 1 0 0,0 0-1 0 0,1-1 0 0 0,-1 1 0 0 0,2 0 1 0 0,37 10 34 0 0,-40-11-37 0 0,34 7 0 0 0,0-1 0 0 0,0-2 0 0 0,0-1 0 0 0,1-1 0 0 0,39-5 0 0 0,-40 3 0 0 0,0 0-1 0 0,0 3 0 0 0,59 10 1 0 0,22 3 15 0 0,-86-13 6 0 0,16 2 42 0 0,77-2 0 0 0,-65-6-23 0 0,0 2 0 0 0,-1 3 0 0 0,104 18 0 0 0,-151-18-32 0 0,1 0 0 0 0,-1 0 0 0 0,1-1 0 0 0,-1 0 0 0 0,1 0 0 0 0,0-1 0 0 0,-1 0 0 0 0,1-1 0 0 0,14-3 0 0 0,17-4 19 0 0,1 2 0 0 0,72-2-1 0 0,-3 17 54 0 0,-88-9-16 0 0,1-1 0 0 0,-1-1 0 0 0,0-1 1 0 0,42-11-1 0 0,-31 7-13 0 0,0 0 0 0 0,0 3 0 0 0,50-2 0 0 0,-14 2-15 0 0,-56 2-106 0 0,0 0 0 0 0,0-2 0 0 0,0 0 1 0 0,22-9-1 0 0,9-3-62 0 0,-41 15 153 0 0,0-1-1 0 0,-1 1 0 0 0,1-1 0 0 0,-1 0 0 0 0,1-1 0 0 0,-1 1 0 0 0,0-1 1 0 0,1 1-1 0 0,-1-1 0 0 0,-1 0 0 0 0,1 0 0 0 0,0 0 0 0 0,-1-1 1 0 0,1 1-1 0 0,-1 0 0 0 0,0-1 0 0 0,2-5 0 0 0,3-3 31 0 0,-6 9-18 0 0,0-1 0 0 0,0 1 1 0 0,0-1-1 0 0,0 1 0 0 0,-1-1 0 0 0,1 1 1 0 0,-1-1-1 0 0,0 1 0 0 0,0-1 0 0 0,0 1 1 0 0,-1-7-1 0 0,0-5 35 0 0,0 13-68 0 0,1 1 0 0 0,0-1 0 0 0,0 1 0 0 0,-1-1 0 0 0,1 1 0 0 0,-1 0 0 0 0,1-1 0 0 0,-1 1 0 0 0,1 0 0 0 0,-1-1 0 0 0,0 1 0 0 0,0 0 0 0 0,0 0 0 0 0,1 0 0 0 0,-1-1 0 0 0,0 1 0 0 0,-2-1 0 0 0,-10-15 0 0 0,6 8 0 0 0,0 1 0 0 0,0 0 0 0 0,0 1 0 0 0,-1 0 0 0 0,0 0 0 0 0,-1 1 1 0 0,0-1-1 0 0,0 2 0 0 0,-11-6 0 0 0,-23-16-15 0 0,7 4-24 0 0,-47-20-1 0 0,50 27-14 0 0,22 11 45 0 0,0 1 0 0 0,-1 0 0 0 0,1 1 0 0 0,-1 1 0 0 0,0 0 0 0 0,-19-1 0 0 0,21 2-8 0 0,-15-1-17 0 0,-1 0 1 0 0,-35 4-1 0 0,10 0 15 0 0,-219 18 179 0 0,127-9-75 0 0,75-7-50 0 0,48-2-20 0 0,-34 1-89 0 0,-79 15 0 0 0,131-19-325 0 0,6-1 114 0 0,16-4-765 0 0,40 1-2926 0 0,6-4-1479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34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858 38 2401 0 0,'13'-6'1970'0'0,"0"0"0"0"0,26-7-1 0 0,-29 12-444 0 0,-44 14-382 0 0,0-1-849 0 0,27-6-151 0 0,12-3-38 0 0,12-1-30 0 0,-17-2-78 0 0,19 0 16 0 0,-10 0-13 0 0,1 0 0 0 0,-1-1 0 0 0,0 0 0 0 0,0-1 0 0 0,15-4 0 0 0,-15 5-11 0 0,11-2-32 0 0,-18 1 25 0 0,-11-1 10 0 0,-32-11 75 0 0,34 5-40 0 0,-13 6-32 0 0,1 2 1 0 0,-23 0-1 0 0,38 1 3 0 0,0 0-1 0 0,1 1 0 0 0,-1-1 1 0 0,0 1-1 0 0,1 0 0 0 0,-1 0 0 0 0,1 0 1 0 0,-1 1-1 0 0,1-1 0 0 0,0 1 1 0 0,0 0-1 0 0,0 0 0 0 0,-1 0 1 0 0,2 0-1 0 0,-1 0 0 0 0,0 1 0 0 0,0-1 1 0 0,1 1-1 0 0,0 0 0 0 0,-4 5 1 0 0,3-4-1 0 0,0 1 0 0 0,0 0-1 0 0,1 0 1 0 0,0 0 0 0 0,0 0 0 0 0,0 0 0 0 0,0 0 0 0 0,1 1 0 0 0,0-1 0 0 0,0 1 0 0 0,0 6 0 0 0,1-10 2 0 0,0-1 0 0 0,0 1 0 0 0,1-1 0 0 0,-1 1 0 0 0,0-1 0 0 0,1 1-1 0 0,-1-1 1 0 0,1 1 0 0 0,0-1 0 0 0,-1 1 0 0 0,1-1 0 0 0,0 0 0 0 0,0 1 0 0 0,0-1 0 0 0,0 0 0 0 0,0 0 0 0 0,0 0 0 0 0,0 0 0 0 0,0 0 0 0 0,0 0 0 0 0,1 0 0 0 0,-1 0-1 0 0,0 0 1 0 0,1 0 0 0 0,-1-1 0 0 0,3 2 0 0 0,3 0-7 0 0,0 0 0 0 0,1 0 0 0 0,0 0-1 0 0,7 0 1 0 0,0 1 11 0 0,18 1-13 0 0,-25-3 1 0 0,1 0 1 0 0,-1 0-1 0 0,0 1 1 0 0,15 5-1 0 0,-21-7 8 0 0,-1 1 0 0 0,1 0 0 0 0,-1 0 0 0 0,1 0 0 0 0,-1 0 0 0 0,1 0 0 0 0,-1 0 0 0 0,0 0 0 0 0,1 1 0 0 0,-1-1 0 0 0,0 0 0 0 0,0 1 0 0 0,0-1 0 0 0,0 1 0 0 0,0-1 0 0 0,0 1 0 0 0,0-1 0 0 0,-1 1 0 0 0,1 0 0 0 0,-1-1 0 0 0,1 1 0 0 0,-1 0 0 0 0,1 0 0 0 0,-1-1 0 0 0,0 1 0 0 0,0 3 0 0 0,0 0 5 0 0,-1-1 0 0 0,0 0 0 0 0,0 1-1 0 0,0-1 1 0 0,0 0 0 0 0,0 0 0 0 0,-1 0 0 0 0,0 0-1 0 0,0 0 1 0 0,0 0 0 0 0,0 0 0 0 0,-1 0-1 0 0,1-1 1 0 0,-1 0 0 0 0,0 1 0 0 0,0-1 0 0 0,0 0-1 0 0,-1 0 1 0 0,1 0 0 0 0,-1-1 0 0 0,-5 4 0 0 0,-9 4 24 0 0,1-1 1 0 0,-1-1 0 0 0,-1 0-1 0 0,-19 4 1 0 0,-6 0-29 0 0,0-1 0 0 0,-1-3 0 0 0,0-2 0 0 0,0-2 0 0 0,-1-1 0 0 0,-66-6 0 0 0,-235-28-1081 0 0,269 12-1987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36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5 2481 0 0,'0'0'4322'0'0,"0"-4"-2481"0"0,-23 4 480 0 0,23 4-2001 0 0,23 2 0 0 0,21 8-80 0 0,45 0-80 0 0,-5-1-79 0 0,5-13-642 0 0,-22-5-1280 0 0,-45 5-2721 0 0,-44 5-240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37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4082 0 0,'-23'0'6163'0'0,"46"0"-5843"0"0,43 4-80 0 0,68 0-80 0 0,43 6-1040 0 0,-70-6-6884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38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76 3602 0 0,'1'-2'227'0'0,"-1"0"1"0"0,1 0-1 0 0,-1 0 1 0 0,1 0-1 0 0,0 0 1 0 0,0 0 0 0 0,0 0-1 0 0,0 0 1 0 0,0 0-1 0 0,0 0 1 0 0,0 0-1 0 0,1 1 1 0 0,-1-1-1 0 0,1 0 1 0 0,-1 1 0 0 0,1-1-1 0 0,0 1 1 0 0,-1 0-1 0 0,1-1 1 0 0,0 1-1 0 0,0 0 1 0 0,3-1-1 0 0,45-17 687 0 0,-47 18-859 0 0,18-6 77 0 0,-16 5-126 0 0,0 1 0 0 0,1-1-1 0 0,-1 1 1 0 0,1 0 0 0 0,-1 0-1 0 0,1 0 1 0 0,-1 1 0 0 0,1 0-1 0 0,0 0 1 0 0,-1 1 0 0 0,11 1 0 0 0,-14-2-7 0 0,0 1 1 0 0,0-1-1 0 0,1 0 1 0 0,-1 1 0 0 0,0 0-1 0 0,0-1 1 0 0,0 1-1 0 0,0 0 1 0 0,0 0 0 0 0,0 0-1 0 0,0 0 1 0 0,0 1-1 0 0,0-1 1 0 0,-1 0 0 0 0,1 1-1 0 0,2 2 1 0 0,-3-3 0 0 0,-1 0 1 0 0,0 0-1 0 0,0-1 1 0 0,1 1-1 0 0,-1 0 1 0 0,0 0-1 0 0,0 0 1 0 0,0 0-1 0 0,0-1 1 0 0,0 1-1 0 0,0 0 1 0 0,0 0-1 0 0,0 0 1 0 0,0 0-1 0 0,0-1 1 0 0,0 1 0 0 0,-1 0-1 0 0,1 0 1 0 0,0 0-1 0 0,-1-1 1 0 0,1 1-1 0 0,-1 1 1 0 0,-1 1 8 0 0,-1 0 0 0 0,1 0 1 0 0,-1 0-1 0 0,0 0 0 0 0,0 0 1 0 0,0 0-1 0 0,-6 3 1 0 0,-4 3 82 0 0,-1-1 0 0 0,1-1 1 0 0,-2 0-1 0 0,1 0 0 0 0,-1-2 1 0 0,0 0-1 0 0,0 0 0 0 0,0-2 1 0 0,-1 0-1 0 0,1 0 0 0 0,-1-2 1 0 0,-26 0-1 0 0,41 0-84 0 0,1-1-1 0 0,-1 0 1 0 0,1 0 0 0 0,0 0-1 0 0,-1 0 1 0 0,1 0 0 0 0,-1 0-1 0 0,1 0 1 0 0,0 0-1 0 0,-1 0 1 0 0,1 0 0 0 0,-1 0-1 0 0,1-1 1 0 0,0 1 0 0 0,-1 0-1 0 0,1 0 1 0 0,-1 0-1 0 0,1 0 1 0 0,0-1 0 0 0,-1 1-1 0 0,1 0 1 0 0,0 0 0 0 0,-1-1-1 0 0,1 1 1 0 0,0 0-1 0 0,0-1 1 0 0,-1 1 0 0 0,1 0-1 0 0,-1-1 1 0 0,6-4 70 0 0,0 2-71 0 0,1 0-1 0 0,0 1 1 0 0,-1-1 0 0 0,1 1-1 0 0,0 1 1 0 0,0-1-1 0 0,0 1 1 0 0,9-1 0 0 0,9-1 0 0 0,0-2-21 0 0,1 1 1 0 0,-1 2 0 0 0,1 0-1 0 0,47 4 1 0 0,-66-1 7 0 0,0 0 0 0 0,0 1 0 0 0,-1 0 0 0 0,1 0 0 0 0,0 0-1 0 0,-1 0 1 0 0,1 1 0 0 0,-1 0 0 0 0,0 0 0 0 0,0 1 0 0 0,6 4 0 0 0,-9-6 3 0 0,0-1 1 0 0,0 1-1 0 0,0 0 0 0 0,0 0 0 0 0,-1 1 1 0 0,1-1-1 0 0,-1 0 0 0 0,1 0 0 0 0,-1 1 1 0 0,0-1-1 0 0,1 1 0 0 0,-1-1 0 0 0,-1 1 1 0 0,1 0-1 0 0,0-1 0 0 0,-1 1 0 0 0,1 0 1 0 0,-1-1-1 0 0,0 1 0 0 0,0 0 0 0 0,0 3 1 0 0,-1-3 1 0 0,0 0 1 0 0,-1 0 0 0 0,1 0 0 0 0,-1 0 0 0 0,0 0 0 0 0,1 0 0 0 0,-1-1 0 0 0,-1 1 0 0 0,1-1-1 0 0,0 1 1 0 0,0-1 0 0 0,-1 0 0 0 0,0 0 0 0 0,1 0 0 0 0,-1 0 0 0 0,0-1 0 0 0,-5 3-1 0 0,-4 2 18 0 0,0-1-1 0 0,0 0 1 0 0,-1-1-1 0 0,-17 4 1 0 0,2-2 1 0 0,-1-1 0 0 0,0-2 1 0 0,1-1-1 0 0,-1-1 0 0 0,0-1 1 0 0,0-2-1 0 0,-43-8 0 0 0,69 10-27 0 0,1 0-1 0 0,-1-1 1 0 0,1 1 0 0 0,-1-1-1 0 0,1 0 1 0 0,0 1-1 0 0,0-1 1 0 0,-1 0-1 0 0,1-1 1 0 0,0 1 0 0 0,0 0-1 0 0,0-1 1 0 0,-2-1-1 0 0,4 3-15 0 0,0-1 0 0 0,0 1 1 0 0,0-1-1 0 0,0 1 0 0 0,0-1 0 0 0,0 1 0 0 0,0-1 0 0 0,0 1 1 0 0,0-1-1 0 0,0 1 0 0 0,0-1 0 0 0,0 1 0 0 0,0-1 0 0 0,0 1 1 0 0,1-1-1 0 0,-1 1 0 0 0,0-1 0 0 0,0 1 0 0 0,1-1 0 0 0,-1 1 0 0 0,0 0 1 0 0,1-1-1 0 0,-1 1 0 0 0,0 0 0 0 0,1-1 0 0 0,-1 1 0 0 0,0 0 1 0 0,1-1-1 0 0,-1 1 0 0 0,1 0 0 0 0,-1 0 0 0 0,1-1 0 0 0,-1 1 0 0 0,1 0 1 0 0,0 0-1 0 0,9-5-752 0 0,1 1-1 0 0,0 0 1 0 0,22-5 0 0 0,30-5-2931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38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0 3201 0 0,'-22'6'4002'0'0,"-67"49"-160"0"0,67-3-3602 0 0,22-33-480 0 0,22-5-880 0 0,45-28-5123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39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88 1040 0 0,'129'-68'6964'0'0,"-118"64"-6869"0"0,1 0 1 0 0,-1 1 0 0 0,0 0 0 0 0,1 1 0 0 0,-1 0-1 0 0,1 1 1 0 0,0 0 0 0 0,-1 1 0 0 0,1 1 0 0 0,21 2-1 0 0,-31-3-89 0 0,0 0 0 0 0,-1 1 0 0 0,1-1 0 0 0,0 0 0 0 0,0 1 0 0 0,-1-1 0 0 0,1 1 0 0 0,0 0 0 0 0,-1-1 0 0 0,1 1 0 0 0,0 0 0 0 0,-1 0 0 0 0,1 0-1 0 0,-1 0 1 0 0,1 0 0 0 0,-1 0 0 0 0,0 1 0 0 0,0-1 0 0 0,1 0 0 0 0,-1 1 0 0 0,0-1 0 0 0,0 1 0 0 0,0-1 0 0 0,0 1 0 0 0,-1 0 0 0 0,1-1 0 0 0,0 1-1 0 0,-1 0 1 0 0,1-1 0 0 0,-1 1 0 0 0,1 0 0 0 0,-1 0 0 0 0,0-1 0 0 0,0 1 0 0 0,0 0 0 0 0,0 0 0 0 0,0 0 0 0 0,0 0 0 0 0,0-1 0 0 0,-1 1 0 0 0,1 0-1 0 0,-1 0 1 0 0,1-1 0 0 0,-2 3 0 0 0,-1 2 20 0 0,1 0-1 0 0,-2 0 1 0 0,1 0 0 0 0,-1 0-1 0 0,1-1 1 0 0,-2 1-1 0 0,1-1 1 0 0,0 0 0 0 0,-1 0-1 0 0,0-1 1 0 0,0 0-1 0 0,-1 0 1 0 0,-9 6 0 0 0,-13 6 130 0 0,-52 21 1 0 0,71-33-135 0 0,-54 26 165 0 0,34-16-44 0 0,1-1 1 0 0,-2-1-1 0 0,-42 10 0 0 0,-11-8 50 0 0,75-13-194 0 0,0 0 1 0 0,0-1-1 0 0,0 0 0 0 0,-1-1 1 0 0,1 0-1 0 0,0 0 0 0 0,0-1 1 0 0,-10-3-1 0 0,16 4-3 0 0,1 1 0 0 0,0-1 1 0 0,-1 1-1 0 0,1-1 0 0 0,0 0 0 0 0,0 1 0 0 0,0-1 0 0 0,0 0 1 0 0,-1 0-1 0 0,1 0 0 0 0,0 0 0 0 0,1 0 0 0 0,-1 0 0 0 0,0 0 1 0 0,0 0-1 0 0,0 0 0 0 0,1 0 0 0 0,-1-1 0 0 0,0 1 1 0 0,1 0-1 0 0,-1 0 0 0 0,1-1 0 0 0,-1 1 0 0 0,1-2 0 0 0,0 0-5 0 0,0 1 0 0 0,0-1 0 0 0,1 1 0 0 0,-1-1 0 0 0,1 1 0 0 0,-1-1-1 0 0,1 1 1 0 0,0-1 0 0 0,0 1 0 0 0,0 0 0 0 0,0 0 0 0 0,2-3 0 0 0,3-4-29 0 0,0 1 0 0 0,1 0 1 0 0,0 0-1 0 0,0 1 0 0 0,10-8 1 0 0,-13 11 35 0 0,1 1 1 0 0,0 0-1 0 0,0-1 0 0 0,0 2 1 0 0,0-1-1 0 0,0 0 0 0 0,1 1 1 0 0,-1 0-1 0 0,1 1 0 0 0,0-1 1 0 0,-1 1-1 0 0,1 0 0 0 0,0 0 1 0 0,0 1-1 0 0,0-1 0 0 0,-1 2 1 0 0,1-1-1 0 0,11 2 0 0 0,0 3 20 0 0,0 0-1 0 0,0 2 1 0 0,0-1 0 0 0,27 18-1 0 0,-26-14-271 0 0,1-1 0 0 0,0 0 0 0 0,32 9-1 0 0,-36-15-722 0 0,1-1 0 0 0,-1 0 0 0 0,31 0 0 0 0,80-13-4359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40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1 412 3201 0 0,'22'-24'4883'0'0,"22"2"-4083"0"0,1-11-400 0 0,21-38 241 0 0,112-50 399 0 0,-67 56-800 0 0,-4 18-240 0 0,-40 19 160 0 0,-45 28-160 0 0,-44 4 0 0 0,-23 38 80 0 0,-84 94 80 0 0,-4 4-240 0 0,22-18 160 0 0,66-47-160 0 0,45-51-400 0 0,23-38-3442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40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 2641 0 0,'45'-18'4322'0'0,"44"0"-1921"0"0,106 28-1200 0 0,139 12-3202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41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1 1601 0 0,'-22'121'6803'0'0,"-85"11"-6083"0"0,-4-29 81 0 0,44-14-321 0 0,45 1-320 0 0,44-54-880 0 0,45-17-2642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43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740 373 1521 0 0,'-1'-1'167'0'0,"0"0"1"0"0,0-1-1 0 0,0 1 1 0 0,0 0-1 0 0,0-1 1 0 0,0 1-1 0 0,1-1 1 0 0,-1 1-1 0 0,0-1 1 0 0,1 0-1 0 0,-1 1 1 0 0,1-1-1 0 0,0 0 1 0 0,-1 1-1 0 0,1-1 1 0 0,0 0-1 0 0,0 1 1 0 0,0-1-1 0 0,0 0 1 0 0,0 1-1 0 0,1-1 1 0 0,-1 0-1 0 0,1-2 1 0 0,0 2-28 0 0,1-1-1 0 0,-1 1 1 0 0,1 0 0 0 0,0-1-1 0 0,0 1 1 0 0,0 0 0 0 0,0 0 0 0 0,0 0-1 0 0,0 0 1 0 0,1 0 0 0 0,-1 1-1 0 0,4-3 1 0 0,8-3 91 0 0,0 1-1 0 0,0 0 1 0 0,0 1 0 0 0,18-4 0 0 0,-16 5-120 0 0,0 1 0 0 0,1 0 0 0 0,0 1 0 0 0,0 1 0 0 0,29 1 1 0 0,263 10 692 0 0,77 0-395 0 0,54-24-235 0 0,-85-31-1 0 0,437-83 294 0 0,70 40 80 0 0,-832 87-526 0 0,153-1 69 0 0,-150 4-51 0 0,0 2 0 0 0,0 0 0 0 0,36 12 0 0 0,-64-15-8 0 0,32 12 34 0 0,-37-13-68 0 0,1 0 1 0 0,-1 1 0 0 0,1-1-1 0 0,0 0 1 0 0,-1 1-1 0 0,1-1 1 0 0,-1 0 0 0 0,1 1-1 0 0,-1-1 1 0 0,1 1 0 0 0,-1-1-1 0 0,1 1 1 0 0,-1-1-1 0 0,0 1 1 0 0,1-1 0 0 0,-1 1-1 0 0,0-1 1 0 0,1 1 0 0 0,-1-1-1 0 0,0 1 1 0 0,0 0-1 0 0,1-1 1 0 0,-1 1 0 0 0,0 0-1 0 0,0-1 1 0 0,0 1 0 0 0,0-1-1 0 0,0 1 1 0 0,0 0-1 0 0,0-1 1 0 0,0 1 0 0 0,0 0-1 0 0,0-1 1 0 0,0 1 0 0 0,-1 0-1 0 0,1-1 1 0 0,0 1-1 0 0,0-1 1 0 0,-1 1 0 0 0,1 0-1 0 0,0-1 1 0 0,-1 1 0 0 0,1-1-1 0 0,0 1 1 0 0,-1 0-1 0 0,-1 1 3 0 0,0 0 0 0 0,0 0 0 0 0,0 1 0 0 0,1-1 0 0 0,-1 0 0 0 0,1 1 0 0 0,0 0 0 0 0,0-1 0 0 0,0 1 0 0 0,0 0 0 0 0,0-1 0 0 0,0 1 0 0 0,1 0 0 0 0,-1 0 0 0 0,1 0 0 0 0,0-1 0 0 0,0 1 0 0 0,0 0 0 0 0,0 0 0 0 0,0 0 0 0 0,1 0 0 0 0,-1-1 0 0 0,1 1 0 0 0,0 0 0 0 0,0 0 0 0 0,0-1 0 0 0,1 4 0 0 0,17 24 0 0 0,-14-22 0 0 0,0 0 0 0 0,0 0 0 0 0,0 1 0 0 0,-1 0 0 0 0,-1-1 0 0 0,1 2 0 0 0,2 12 1 0 0,-4-4-9 0 0,0 1 0 0 0,-1-1 0 0 0,-1 0 0 0 0,-1 0 0 0 0,0 0 0 0 0,-2 0 0 0 0,0 0 0 0 0,-1 0 1 0 0,0-1-1 0 0,-12 28 0 0 0,-8 8 254 0 0,-60 99 0 0 0,57-109-127 0 0,2 0-1 0 0,2 2 1 0 0,-22 61 0 0 0,17 16-32 0 0,4-18-1 0 0,-6-27 57 0 0,19-50 26 0 0,-11 33 0 0 0,-41 139 457 0 0,63-198-621 0 0,0 0 0 0 0,-1 0 0 0 0,1 0 0 0 0,-1 1-1 0 0,1-1 1 0 0,-1 0 0 0 0,0 0 0 0 0,1 0 0 0 0,-1 0 0 0 0,0 0-1 0 0,0 0 1 0 0,0 0 0 0 0,0 0 0 0 0,0 0 0 0 0,0-1-1 0 0,0 1 1 0 0,0 0 0 0 0,0 0 0 0 0,0-1 0 0 0,0 1-1 0 0,-1-1 1 0 0,1 1 0 0 0,0-1 0 0 0,0 0 0 0 0,-1 1-1 0 0,1-1 1 0 0,0 0 0 0 0,0 0 0 0 0,-1 0 0 0 0,1 0-1 0 0,0 0 1 0 0,-1 0 0 0 0,1 0 0 0 0,0 0 0 0 0,0-1-1 0 0,-1 1 1 0 0,1 0 0 0 0,-2-2 0 0 0,-15 1 34 0 0,-43-6 78 0 0,1-3-1 0 0,-75-21 0 0 0,106 23-78 0 0,-152-34 69 0 0,-3 8 0 0 0,-245-15-1 0 0,160 34-69 0 0,-347-31 86 0 0,15-70-168 0 0,415 75 50 0 0,-1012-131 649 0 0,1075 165-587 0 0,93 8-87 0 0,56 7-441 0 0,45 8-846 0 0,-1-9-841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6:46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904 167 1761 0 0,'0'-1'198'0'0,"0"-1"-1"0"0,1 1 1 0 0,-1 0 0 0 0,0 0 0 0 0,-1 0 0 0 0,1 0 0 0 0,0 0-1 0 0,0-1 1 0 0,0 1 0 0 0,-1 0 0 0 0,1 0 0 0 0,-1 0 0 0 0,1 0-1 0 0,-1 0 1 0 0,1 0 0 0 0,-1 0 0 0 0,0 0 0 0 0,1 0-1 0 0,-1 0 1 0 0,0 0 0 0 0,0 1 0 0 0,1-1 0 0 0,-1 0 0 0 0,0 0-1 0 0,0 1 1 0 0,0-1 0 0 0,0 0 0 0 0,-1 0 0 0 0,-3 0-208 0 0,0 0-1 0 0,1 0 1 0 0,-1 1 0 0 0,0 0 0 0 0,1-1 0 0 0,-7 2 0 0 0,-9-1 347 0 0,-283-1-271 0 0,293 1-53 0 0,0 0 38 0 0,0 0 0 0 0,1 1-1 0 0,-1 0 1 0 0,-11 3 0 0 0,-242 65 816 0 0,259-69-859 0 0,-7 2 6 0 0,0 0 0 0 0,0 1 0 0 0,0 0 0 0 0,1 1-1 0 0,-1 0 1 0 0,1 1 0 0 0,0 0 0 0 0,0 0 0 0 0,-16 13 0 0 0,22-14-14 0 0,-27 26 84 0 0,30-27-71 0 0,-1-1 0 0 0,1 1 0 0 0,0-1 0 0 0,0 1 0 0 0,0 0 0 0 0,0 0 0 0 0,1-1 0 0 0,-1 1 0 0 0,1 0 0 0 0,-1 0 0 0 0,1 0 0 0 0,0 3 0 0 0,0-1 10 0 0,0 1-1 0 0,-1-1 1 0 0,1 0 0 0 0,-1 0-1 0 0,-1 1 1 0 0,1-1-1 0 0,-1 0 1 0 0,-2 6 0 0 0,2-7-12 0 0,0 1 1 0 0,0-1-1 0 0,1 1 1 0 0,0 0-1 0 0,0 0 1 0 0,0 0-1 0 0,1 0 1 0 0,-1 5-1 0 0,1-4-9 0 0,0-2 2 0 0,-1-1-1 0 0,1 1 1 0 0,0-1 0 0 0,0 1-1 0 0,0 0 1 0 0,1-1 0 0 0,-1 1 0 0 0,1-1-1 0 0,0 1 1 0 0,0-1 0 0 0,0 0 0 0 0,1 1-1 0 0,-1-1 1 0 0,1 0 0 0 0,-1 0-1 0 0,1 0 1 0 0,0 0 0 0 0,1 0 0 0 0,-1 0-1 0 0,5 4 1 0 0,8 5-22 0 0,1 0 0 0 0,18 9 0 0 0,23 17 139 0 0,-7-4-93 0 0,-34-24-16 0 0,-3-2-1 0 0,1-1 1 0 0,0-1-1 0 0,0 0 1 0 0,0-1-1 0 0,1-1 1 0 0,0 0-1 0 0,24 3 1 0 0,115 3 96 0 0,-64-7-1 0 0,4 6 8 0 0,-33-2-79 0 0,90-1-1 0 0,-90-10 9 0 0,30-2 121 0 0,127 8 0 0 0,-197-1-159 0 0,0-1 0 0 0,0-1 0 0 0,0-1 1 0 0,0-1-1 0 0,0-1 0 0 0,-1 0 0 0 0,1-2 0 0 0,-1 0 0 0 0,0-2 0 0 0,-1 0 1 0 0,0-1-1 0 0,25-15 0 0 0,-3-15-6 0 0,-12 11 0 0 0,-24 25 0 0 0,-4 2 0 0 0,0 0 0 0 0,0 0 0 0 0,1 0 0 0 0,-1 0 0 0 0,0 0 0 0 0,0 0 0 0 0,0 0 0 0 0,0 0 0 0 0,0 0 0 0 0,0 0 0 0 0,-1-1 0 0 0,1 1 0 0 0,0 0 0 0 0,-1-1 0 0 0,1 1 0 0 0,0-1 0 0 0,-1 1 0 0 0,0 0 0 0 0,1-1 0 0 0,-1 1 0 0 0,0-1 0 0 0,0-1 0 0 0,0 1 0 0 0,1-1-1 0 0,-1 1 1 0 0,0 0 0 0 0,1 0 0 0 0,-1-1-1 0 0,1 1 1 0 0,0 0 0 0 0,0 0 0 0 0,-1 0-1 0 0,1 0 1 0 0,1 0 0 0 0,1-4 0 0 0,-1 4 1 0 0,-1 0 0 0 0,0 0 0 0 0,0 0 1 0 0,0 0-1 0 0,0 0 0 0 0,0 0 1 0 0,0 0-1 0 0,0 0 0 0 0,-1-1 0 0 0,1 1 1 0 0,-1 0-1 0 0,1-5 0 0 0,-1-182 66 0 0,-1 184-67 0 0,0-1 0 0 0,0 0 0 0 0,0 1-1 0 0,0-1 1 0 0,-1 0 0 0 0,0 1 0 0 0,0 0 0 0 0,-3-6 0 0 0,-5-13 14 0 0,8 19-8 0 0,0 1-1 0 0,0 0 1 0 0,0 0-1 0 0,-1 0 1 0 0,1 0-1 0 0,-1 0 1 0 0,0 1-1 0 0,0-1 1 0 0,0 1-1 0 0,-1 0 0 0 0,-4-4 1 0 0,-45-24-11 0 0,13 9-56 0 0,27 16 68 0 0,0 0 1 0 0,0 1-1 0 0,0 1 0 0 0,-1 0 0 0 0,0 1 0 0 0,0 0 0 0 0,-19-1 0 0 0,-36-9 3 0 0,29 3 47 0 0,1 2-1 0 0,-1 2 1 0 0,-59-3 0 0 0,81 8-25 0 0,0-1 0 0 0,1-1 0 0 0,-1-1 0 0 0,-26-8 0 0 0,40 11-113 0 0,0 0 1 0 0,0 0-1 0 0,0 1 0 0 0,0-1 1 0 0,0 1-1 0 0,0 0 1 0 0,0 0-1 0 0,0 1 1 0 0,1-1-1 0 0,-1 1 0 0 0,0 0 1 0 0,0 0-1 0 0,0 0 1 0 0,0 0-1 0 0,1 1 0 0 0,-1 0 1 0 0,0-1-1 0 0,1 1 1 0 0,0 1-1 0 0,-1-1 0 0 0,1 0 1 0 0,0 1-1 0 0,-3 3 1 0 0,-57 53-7097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7:22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1361 0 0,'4'4'6017'0'0,"14"-4"-4738"0"0,5 10-505 0 0,-22-10-767 0 0,0 0-1 0 0,0 1 1 0 0,0-1-1 0 0,0 0 1 0 0,0 0 0 0 0,0 1-1 0 0,0-1 1 0 0,0 1-1 0 0,0-1 1 0 0,0 1 0 0 0,-1-1-1 0 0,1 1 1 0 0,0 0-1 0 0,0-1 1 0 0,0 1 0 0 0,-1 0-1 0 0,1 0 1 0 0,0-1-1 0 0,-1 1 1 0 0,1 0-1 0 0,0 0 1 0 0,-1 0 0 0 0,1 2-1 0 0,1 25 231 0 0,-2-16-138 0 0,0 80 367 0 0,0-89-458 0 0,1 1-1 0 0,-1-1 0 0 0,1 0 0 0 0,0 1 0 0 0,0-1 0 0 0,0 0 0 0 0,1 0 0 0 0,-1 1 0 0 0,1-1 0 0 0,-1 0 0 0 0,1-1 0 0 0,0 1 0 0 0,0 0 1 0 0,1 0-1 0 0,-1-1 0 0 0,0 1 0 0 0,1-1 0 0 0,3 3 0 0 0,9 10 32 0 0,-10-11-29 0 0,0-1 0 0 0,1 1 0 0 0,-1-1 0 0 0,1 0 0 0 0,0 0 0 0 0,0-1 0 0 0,0 0 0 0 0,0 0 0 0 0,12 3 0 0 0,-7-2 5 0 0,1 0 0 0 0,-1 1 0 0 0,11 6 0 0 0,-15-7-15 0 0,-5-2 0 0 0,1 0 0 0 0,-1-1 0 0 0,0 2 0 0 0,0-1 0 0 0,1 0 0 0 0,-1 0 0 0 0,0 1 0 0 0,0-1 0 0 0,0 1 0 0 0,0 0 0 0 0,-1-1 0 0 0,1 1 0 0 0,0 0 0 0 0,-1 0 0 0 0,1 0 0 0 0,-1 0 0 0 0,0 0 0 0 0,1 1 0 0 0,0 1 0 0 0,-2-2 2 0 0,0 0-1 0 0,1 0 1 0 0,-1 0 0 0 0,1 0-1 0 0,0 0 1 0 0,0 0 0 0 0,0 0-1 0 0,0 0 1 0 0,0-1 0 0 0,0 1 0 0 0,0 0-1 0 0,0-1 1 0 0,1 1 0 0 0,-1-1-1 0 0,3 2 1 0 0,29 24 41 0 0,-17-15-33 0 0,13 10 48 0 0,13 12 17 0 0,-17-15 30 0 0,-21-17-20 0 0,0 1 1 0 0,0-1-1 0 0,-1 1 0 0 0,1 0 0 0 0,-1 0 1 0 0,0 0-1 0 0,6 7 0 0 0,-3-1-33 0 0,0 0-1 0 0,1 0 0 0 0,0 0 0 0 0,1-1 0 0 0,0 0 1 0 0,15 12-1 0 0,-18-16-49 0 0,14 14 21 0 0,28 36 0 0 0,-2-3 24 0 0,-26-31 2 0 0,-1 0 0 0 0,30 44 0 0 0,-40-53-49 0 0,0 0 0 0 0,1-1 0 0 0,0 0 0 0 0,12 9 0 0 0,-11-10 0 0 0,0 0 0 0 0,-1 1 0 0 0,-1-1 0 0 0,11 16 0 0 0,-9-10 16 0 0,2-1 0 0 0,-1 0 1 0 0,22 19-1 0 0,8 10 52 0 0,-25-26-77 0 0,1 0 0 0 0,33 26-1 0 0,-31-28 73 0 0,-2 0 0 0 0,24 25-1 0 0,-29-26-41 0 0,2-1 1 0 0,0-1-1 0 0,0 0 0 0 0,23 13 0 0 0,-19-13-7 0 0,-1 0-1 0 0,-1 1 1 0 0,15 15-1 0 0,-2-4-29 0 0,-23-21 4 0 0,-1 1-1 0 0,0 0 0 0 0,0 1 0 0 0,8 8 0 0 0,-5 1-69 0 0,10 8 137 0 0,59 52 315 0 0,-2-4-46 0 0,80 36 143 0 0,-148-102-438 0 0,-1 0 1 0 0,1 0-1 0 0,0-1 0 0 0,0 0 1 0 0,15 4-1 0 0,-19-6-28 0 0,1 0 0 0 0,0 0-1 0 0,0 0 1 0 0,-1 1 0 0 0,1-1 0 0 0,-1 1-1 0 0,1 0 1 0 0,-1 0 0 0 0,0 0 0 0 0,1 1-1 0 0,-1-1 1 0 0,0 1 0 0 0,4 4 0 0 0,36 34 25 0 0,-41-38-34 0 0,-1 0 0 0 0,0 1-1 0 0,0-1 1 0 0,0 0-1 0 0,-1 1 1 0 0,1-1-1 0 0,-1 1 1 0 0,0-1-1 0 0,0 0 1 0 0,0 1-1 0 0,0-1 1 0 0,-2 6-1 0 0,1 11 66 0 0,1-17-52 0 0,1 0 0 0 0,-1 0-1 0 0,1-1 1 0 0,-1 1 0 0 0,1 0-1 0 0,0-1 1 0 0,0 1 0 0 0,0 0 0 0 0,1-1-1 0 0,1 4 1 0 0,-1-4 5 0 0,-1 1 0 0 0,0-1 0 0 0,1 1-1 0 0,-1-1 1 0 0,0 1 0 0 0,0 0 0 0 0,-1 0 0 0 0,1-1-1 0 0,0 1 1 0 0,-1 4 0 0 0,0-6-11 0 0,0 0 0 0 0,0 1-1 0 0,0-1 1 0 0,1 0 0 0 0,-1 0 0 0 0,0 0-1 0 0,0 0 1 0 0,1 0 0 0 0,-1 0 0 0 0,1 0-1 0 0,-1 1 1 0 0,1-1 0 0 0,-1 0 0 0 0,1 0-1 0 0,0-1 1 0 0,-1 1 0 0 0,1 0 0 0 0,0 0-1 0 0,0 0 1 0 0,0 0 0 0 0,1 1 0 0 0,5 4-12 0 0,0 2 81 0 0,0-1-1 0 0,1 0 0 0 0,17 12 1 0 0,-6-4 36 0 0,-18-14-84 0 0,0 0 1 0 0,0 0-1 0 0,-1 1 1 0 0,1-1-1 0 0,0 0 1 0 0,-1 0-1 0 0,0 0 1 0 0,1 1-1 0 0,-1-1 1 0 0,1 0-1 0 0,-1 1 1 0 0,0-1-1 0 0,0 0 1 0 0,0 1-1 0 0,0-1 1 0 0,0 0-1 0 0,0 1 1 0 0,0-1-1 0 0,-1 0 1 0 0,0 3 0 0 0,1-2 5 0 0,0 0 0 0 0,-1 0 1 0 0,1 1-1 0 0,0-1 0 0 0,0 0 1 0 0,0 0-1 0 0,1 0 0 0 0,-1 1 1 0 0,0-1-1 0 0,1 0 0 0 0,1 4 1 0 0,3 3 74 0 0,0-1 0 0 0,1 0 0 0 0,0 0 0 0 0,1 0 1 0 0,-1-1-1 0 0,10 8 0 0 0,7 9 258 0 0,-7 1 5 0 0,-15-24-359 0 0,-1 0 1 0 0,1 0-1 0 0,0 0 1 0 0,0 0 0 0 0,0 1-1 0 0,-1-1 1 0 0,1-1-1 0 0,0 1 1 0 0,0 0 0 0 0,0 0-1 0 0,0 0 1 0 0,1 0 0 0 0,-1-1-1 0 0,0 1 1 0 0,2 1-1 0 0,0-1 19 0 0,0 1 0 0 0,0 0-1 0 0,-1 0 1 0 0,1 1 0 0 0,-1-1-1 0 0,0 0 1 0 0,0 1 0 0 0,0 0-1 0 0,0-1 1 0 0,0 1 0 0 0,0 0 0 0 0,0 0-1 0 0,1 6 1 0 0,12 18 111 0 0,-11-21-112 0 0,0 0 0 0 0,0-1 0 0 0,1 0 0 0 0,-1 1 0 0 0,1-2-1 0 0,10 9 1 0 0,52 48 124 0 0,-36-36-34 0 0,52 54 1 0 0,-66-65-101 0 0,-13-12 3 0 0,-1 1 1 0 0,1-1-1 0 0,-1 1 0 0 0,1 0 1 0 0,-1 0-1 0 0,0 0 1 0 0,0 0-1 0 0,0 1 1 0 0,-1-1-1 0 0,1 1 1 0 0,-1 0-1 0 0,3 5 1 0 0,-9-10-271 0 0,0 0 1 0 0,0 0-1 0 0,0 0 1 0 0,0 0-1 0 0,1-1 1 0 0,-1 0-1 0 0,-5-2 1 0 0,-84-48-6417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7:27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1 3041 0 0,'0'0'94'0'0,"0"0"-1"0"0,0 1 1 0 0,0-1-1 0 0,0 0 1 0 0,0 0 0 0 0,0 1-1 0 0,0-1 1 0 0,0 0-1 0 0,0 0 1 0 0,1 0-1 0 0,-1 1 1 0 0,0-1-1 0 0,0 0 1 0 0,0 0-1 0 0,0 0 1 0 0,1 1-1 0 0,-1-1 1 0 0,0 0-1 0 0,0 0 1 0 0,0 0-1 0 0,1 0 1 0 0,-1 0-1 0 0,0 0 1 0 0,0 1-1 0 0,1-1 1 0 0,-1 0-1 0 0,0 0 1 0 0,0 0-1 0 0,1 0 1 0 0,-1 0-1 0 0,0 0 1 0 0,0 0-1 0 0,1 0 1 0 0,-1 0 0 0 0,0 0-1 0 0,0 0 1 0 0,1 0-1 0 0,-1 0-84 0 0,1 0-1 0 0,-1 0 1 0 0,0 0 0 0 0,1 0-1 0 0,-1 0 1 0 0,1 0 0 0 0,-1 0-1 0 0,0 0 1 0 0,1 0 0 0 0,-1 0-1 0 0,0 0 1 0 0,1 0 0 0 0,-1 0-1 0 0,0 0 1 0 0,1 1 0 0 0,-1-1-1 0 0,0 0 1 0 0,1 0-1 0 0,-1 0 1 0 0,0 1 0 0 0,1-1-1 0 0,-1 0 1 0 0,0 0 0 0 0,0 1-1 0 0,1-1 1 0 0,-1 0 0 0 0,0 1-1 0 0,0-1 1 0 0,0 0 0 0 0,1 1-1 0 0,-1-1 1 0 0,0 0 0 0 0,0 1-1 0 0,0-1 1 0 0,0 1 0 0 0,0-1-1 0 0,0 0 1 0 0,0 1 0 0 0,0-1-1 0 0,0 1 1 0 0,0 0 27 0 0,0 0 0 0 0,1 0 0 0 0,-1 0 1 0 0,0 0-1 0 0,0 0 0 0 0,0 0 0 0 0,1 0 0 0 0,-1 0 1 0 0,1 0-1 0 0,-1 0 0 0 0,1 0 0 0 0,-1 0 0 0 0,1 0 1 0 0,-1 0-1 0 0,1 0 0 0 0,0 0 0 0 0,-1-1 0 0 0,1 1 0 0 0,0 0 1 0 0,0 0-1 0 0,1 0 0 0 0,-2-1-1 0 0,1 1 1 0 0,0 0-1 0 0,0-1 0 0 0,0 1 1 0 0,-1 0-1 0 0,1 0 1 0 0,0-1-1 0 0,-1 1 0 0 0,1 0 1 0 0,-1 0-1 0 0,1 0 0 0 0,-1 0 1 0 0,1 0-1 0 0,-1 0 0 0 0,0 0 1 0 0,1 0-1 0 0,-1 0 0 0 0,0 0 1 0 0,0 0-1 0 0,0 0 1 0 0,1 1-1 0 0,-1-2-8 0 0,-1 1 0 0 0,1 0 0 0 0,0-1 0 0 0,0 1 0 0 0,0-1 0 0 0,0 1 0 0 0,0-1-1 0 0,-1 1 1 0 0,1-1 0 0 0,0 1 0 0 0,0-1 0 0 0,-1 1 0 0 0,1-1 0 0 0,-1 1 0 0 0,1-1 0 0 0,0 1 0 0 0,-1-1 0 0 0,1 1 0 0 0,-1-1 0 0 0,1 0 0 0 0,-1 1 0 0 0,1-1 0 0 0,-1 0 0 0 0,1 1 0 0 0,-1-1 0 0 0,0 0 0 0 0,0 1 11 0 0,0-1 0 0 0,1 0 1 0 0,-1 1-1 0 0,0-1 0 0 0,0 0 0 0 0,1 1 1 0 0,-1-1-1 0 0,1 1 0 0 0,-1-1 1 0 0,0 1-1 0 0,1-1 0 0 0,-1 1 1 0 0,1 0-1 0 0,-1-1 0 0 0,1 1 1 0 0,0 0-1 0 0,-1-1 0 0 0,1 1 1 0 0,0 0-1 0 0,-1-1 0 0 0,1 1 1 0 0,0 0-1 0 0,0 0 0 0 0,0-1 1 0 0,-1 1-1 0 0,1 0 0 0 0,0 1 1 0 0,0 0-23 0 0,0-1 0 0 0,0 0 0 0 0,0 1 0 0 0,0-1 1 0 0,-1 1-1 0 0,1-1 0 0 0,-1 0 0 0 0,1 1 0 0 0,-1-1 1 0 0,1 0-1 0 0,-1 0 0 0 0,0 1 0 0 0,1-1 0 0 0,-1 0 0 0 0,-1 1 1 0 0,1-1-14 0 0,0 1 1 0 0,0-1 0 0 0,0 0 0 0 0,0 0 0 0 0,1 0 0 0 0,-1 1-1 0 0,0-1 1 0 0,1 0 0 0 0,-1 1 0 0 0,1-1 0 0 0,-1 1 0 0 0,1-1-1 0 0,0 0 1 0 0,0 1 0 0 0,0 2 0 0 0,0-4-4 0 0,-1 1 0 0 0,1 0 0 0 0,0 0 0 0 0,0 0 0 0 0,0 0 0 0 0,-1 0 0 0 0,1 0 0 0 0,0 0 0 0 0,-1 0 0 0 0,1-1 0 0 0,-1 1 0 0 0,1 0 0 0 0,-1 0 0 0 0,0 0 0 0 0,1-1 0 0 0,-1 1 0 0 0,0 0 0 0 0,1-1 0 0 0,-1 1 0 0 0,0-1 0 0 0,0 1 0 0 0,1-1 0 0 0,-1 1 0 0 0,-2 0 0 0 0,-1 2 0 0 0,4-3 0 0 0,0 0 0 0 0,0 0 1 0 0,-1 0-1 0 0,1 0 0 0 0,0 0 0 0 0,0 0 1 0 0,0 0-1 0 0,0 0 0 0 0,0 1 0 0 0,-1-1 0 0 0,1 0 1 0 0,0 0-1 0 0,0 0 0 0 0,0 0 0 0 0,0 0 1 0 0,0 0-1 0 0,0 1 0 0 0,0-1 0 0 0,0 0 1 0 0,0 0-1 0 0,-1 0 0 0 0,1 0 0 0 0,0 1 1 0 0,0-1-1 0 0,0 0 0 0 0,0 0 0 0 0,0 0 0 0 0,0 0 1 0 0,0 1-1 0 0,0-1 0 0 0,0 0 0 0 0,0 0 1 0 0,0 0-1 0 0,0 0 0 0 0,0 1 0 0 0,0-1 1 0 0,1 0-1 0 0,-1 0 0 0 0,0 0 0 0 0,0 0 0 0 0,0 1 1 0 0,0-1-1 0 0,0 0 0 0 0,0 0 0 0 0,0 0 1 0 0,0 0-1 0 0,1 0 0 0 0,-1 0 0 0 0,0 1 1 0 0,0-1-1 0 0,0 0 0 0 0,0 0 0 0 0,0 0 1 0 0,1 0-1 0 0,-1 0 0 0 0,0 0 0 0 0,1 1 3 0 0,1 0 0 0 0,-1-1 1 0 0,0 1-1 0 0,0 0 0 0 0,0 0 0 0 0,0 0 0 0 0,0 0 0 0 0,0 0 0 0 0,0 0 0 0 0,0 1 0 0 0,0-1 0 0 0,0 0 0 0 0,1 3 1 0 0,1 26 19 0 0,-3-29-21 0 0,0 0 0 0 0,0 1 0 0 0,0-1-1 0 0,0 0 1 0 0,1 0 0 0 0,-1 0 0 0 0,0 0 0 0 0,1 0 0 0 0,-1 0 0 0 0,1 0-1 0 0,-1 0 1 0 0,1 0 0 0 0,0 0 0 0 0,-1 0 0 0 0,1 0 0 0 0,1 1 0 0 0,-1-1-1 0 0,0 0 1 0 0,-1-1 0 0 0,1 1 0 0 0,0 0-1 0 0,-1 0 1 0 0,1 0 0 0 0,0 0-1 0 0,-1 0 1 0 0,0 0 0 0 0,1 0 0 0 0,-1 0-1 0 0,1 0 1 0 0,-1 0 0 0 0,0 0 0 0 0,0 0-1 0 0,0 0 1 0 0,1 0 0 0 0,-1 0-1 0 0,0 0 1 0 0,0 0 0 0 0,-1 0 0 0 0,1 0-1 0 0,0 0 1 0 0,0 0 0 0 0,0 0 0 0 0,-1 0-1 0 0,0 2 1 0 0,-2 7 2 0 0,0-3 5 0 0,1 0 0 0 0,0 0 0 0 0,1 0 0 0 0,0 0 0 0 0,0 0 0 0 0,0 9 0 0 0,1 192 458 0 0,-1-203-464 0 0,1 1 1 0 0,-1 0 0 0 0,0-1 0 0 0,0 1-1 0 0,0-1 1 0 0,-1 1 0 0 0,0-1 0 0 0,0 0 0 0 0,0 1-1 0 0,-4 5 1 0 0,-35 44 78 0 0,31-44-69 0 0,1 0 0 0 0,1 1-1 0 0,0 0 1 0 0,-9 17-1 0 0,13-17-1 0 0,-1 1-1 0 0,2 0 0 0 0,0 1 1 0 0,0-1-1 0 0,1 0 1 0 0,1 1-1 0 0,0 0 0 0 0,1 14 1 0 0,0-24-13 0 0,0 0 0 0 0,1 0 0 0 0,-1 0 0 0 0,1 0 0 0 0,-1 0 0 0 0,1 0 0 0 0,0-1 0 0 0,1 1 1 0 0,-1 0-1 0 0,1 0 0 0 0,0-1 0 0 0,-1 1 0 0 0,6 5 0 0 0,-7-8-36 0 0,1-1-1 0 0,-1 1 1 0 0,1-1-1 0 0,-1 1 1 0 0,1 0 0 0 0,-1-1-1 0 0,1 0 1 0 0,-1 1-1 0 0,1-1 1 0 0,0 1 0 0 0,-1-1-1 0 0,1 0 1 0 0,0 0-1 0 0,-1 1 1 0 0,1-1 0 0 0,0 0-1 0 0,-1 0 1 0 0,1 0-1 0 0,0 1 1 0 0,0-1 0 0 0,-1 0-1 0 0,1 0 1 0 0,0 0-1 0 0,-1-1 1 0 0,1 1-1 0 0,0 0 1 0 0,0 0 0 0 0,-1 0-1 0 0,1 0 1 0 0,0-1-1 0 0,1 1 1 0 0,21-15-1322 0 0,-20 13 1081 0 0,41-40-4683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7:31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2 2161 0 0,'0'0'75'0'0,"1"1"0"0"0,-1-1 0 0 0,0 0 0 0 0,0 1 0 0 0,0-1 0 0 0,0 0 0 0 0,0 1 0 0 0,1-1 0 0 0,-1 0 0 0 0,0 1 0 0 0,0-1 0 0 0,1 0 0 0 0,-1 1 0 0 0,0-1 0 0 0,1 0 1 0 0,-1 0-1 0 0,0 0 0 0 0,1 1 0 0 0,-1-1 0 0 0,0 0 0 0 0,1 0 0 0 0,-1 0 0 0 0,0 0 0 0 0,1 1 0 0 0,-1-1 0 0 0,0 0 0 0 0,1 0 0 0 0,-1 0 0 0 0,1 0 0 0 0,-1 0 0 0 0,0 0 0 0 0,1 0 0 0 0,0 0-48 0 0,-1 0 0 0 0,1 0 0 0 0,-1 0-1 0 0,1 0 1 0 0,-1 0 0 0 0,1 0 0 0 0,-1 0 0 0 0,1 0-1 0 0,-1 0 1 0 0,0 1 0 0 0,1-1 0 0 0,-1 0 0 0 0,1 0 0 0 0,-1 1-1 0 0,1-1 1 0 0,-1 0 0 0 0,0 0 0 0 0,1 1 0 0 0,-1-1 0 0 0,1 0-1 0 0,-1 1 1 0 0,0-1 0 0 0,1 1 0 0 0,-1-1 0 0 0,0 1-1 0 0,0-1 1 0 0,1 0 0 0 0,-1 1 0 0 0,0-1 0 0 0,0 1 0 0 0,0-1-1 0 0,0 1 1 0 0,0-1 0 0 0,1 1 0 0 0,-1 0 60 0 0,1 0 1 0 0,0 0-1 0 0,0 0 0 0 0,0 0 0 0 0,0 0 1 0 0,0 0-1 0 0,0-1 0 0 0,0 1 1 0 0,0 0-1 0 0,0-1 0 0 0,0 1 1 0 0,0-1-1 0 0,1 1 0 0 0,-1-1 1 0 0,0 0-1 0 0,0 1 0 0 0,0-1 1 0 0,1 0-1 0 0,-1 0 0 0 0,0 0 0 0 0,2 0 1 0 0,8-2 29 0 0,-13 3-31 0 0,2 0-79 0 0,-1-1-1 0 0,1 0 0 0 0,-1 0 0 0 0,1 0 0 0 0,0 0 1 0 0,-1 0-1 0 0,1 0 0 0 0,-1 0 0 0 0,1 0 0 0 0,0 0 1 0 0,-1 0-1 0 0,1 0 0 0 0,-1 0 0 0 0,1 0 0 0 0,0 0 1 0 0,-1 0-1 0 0,1-1 0 0 0,0 1 0 0 0,-1 0 0 0 0,1 0 1 0 0,0 0-1 0 0,-1-1 0 0 0,1 1 0 0 0,0 0 0 0 0,-1 0 1 0 0,1-1-1 0 0,0 1 0 0 0,-1 0 0 0 0,1 0 0 0 0,0-1 1 0 0,0 1-1 0 0,0 0 0 0 0,-1-1 0 0 0,1 1 0 0 0,0-1 1 0 0,0 0-5 0 0,0 1 0 0 0,-1 0 1 0 0,1-1-1 0 0,0 1 1 0 0,0 0-1 0 0,0-1 1 0 0,-1 1-1 0 0,1-1 0 0 0,0 1 1 0 0,0 0-1 0 0,-1 0 1 0 0,1-1-1 0 0,0 1 1 0 0,-1 0-1 0 0,1-1 0 0 0,0 1 1 0 0,-1 0-1 0 0,1 0 1 0 0,0 0-1 0 0,-1-1 1 0 0,1 1-1 0 0,0 0 0 0 0,-1 0 1 0 0,1 0-1 0 0,-1 0 1 0 0,1 0-1 0 0,0 0 1 0 0,-1 0-1 0 0,1 0 0 0 0,-1 0 1 0 0,1 0-1 0 0,-1 0 1 0 0,1 0-1 0 0,-1 0-2 0 0,1 0 1 0 0,-1 0-1 0 0,1 0 0 0 0,0 0 1 0 0,-1 0-1 0 0,1 0 0 0 0,-1 0 1 0 0,1 0-1 0 0,0 0 0 0 0,-1 0 1 0 0,1 0-1 0 0,-1 0 0 0 0,1 0 1 0 0,0-1-1 0 0,-1 1 0 0 0,1 0 1 0 0,0 0-1 0 0,-1 0 0 0 0,1-1 1 0 0,0 1-1 0 0,-1 0 0 0 0,1 0 0 0 0,0-1 1 0 0,-1 1-1 0 0,1 0 0 0 0,0-1 1 0 0,0 1-1 0 0,-1 0 0 0 0,1-1 1 0 0,0 1-1 0 0,0 0 0 0 0,0-1 1 0 0,0 0-1 0 0,-19-4 67 0 0,16 4-63 0 0,0 0 1 0 0,0 0 0 0 0,0 0-1 0 0,0 1 1 0 0,0-1-1 0 0,0 1 1 0 0,0 0 0 0 0,0 0-1 0 0,-6 0 1 0 0,-3 1 175 0 0,12 34 821 0 0,1-25-886 0 0,1 1 0 0 0,1-1 1 0 0,0 1-1 0 0,0-1 0 0 0,1 0 0 0 0,0 0 0 0 0,1-1 1 0 0,9 16-1 0 0,-9-16-72 0 0,3 4 8 0 0,0-1-1 0 0,1-1 1 0 0,11 13-1 0 0,-12-15-1 0 0,-1-1-1 0 0,0 1 1 0 0,0 0 0 0 0,-1 0-1 0 0,7 15 1 0 0,31 52 204 0 0,-38-67-218 0 0,0 0-1 0 0,0-1 1 0 0,0 1-1 0 0,1-1 1 0 0,12 10-1 0 0,44 39 309 0 0,-50-47-292 0 0,9 7-54 0 0,-1-2-1 0 0,2-1 1 0 0,0-1 0 0 0,25 11 0 0 0,-16-9 64 0 0,43 28 0 0 0,77 56 46 0 0,-130-79-85 0 0,-19-16-17 0 0,0 0 1 0 0,1-1-1 0 0,0 1 0 0 0,0-1 0 0 0,8 5 0 0 0,1-1-7 0 0,-5-3 27 0 0,0 1-1 0 0,0 0 1 0 0,0 0-1 0 0,10 10 1 0 0,-12-9-10 0 0,1 0 0 0 0,0-1 0 0 0,0 0 1 0 0,1 0-1 0 0,-1 0 0 0 0,17 6 0 0 0,-18-8-3 0 0,0 0-1 0 0,-1 0 1 0 0,1 1-1 0 0,-1 0 1 0 0,5 4-1 0 0,19 14 14 0 0,-11-10-19 0 0,-4-3 10 0 0,1 1-1 0 0,22 22 1 0 0,13 14 13 0 0,-25-24 15 0 0,-2 0-1 0 0,28 34 1 0 0,-36-25 3 0 0,-15-28-41 0 0,1 0 1 0 0,0 0 0 0 0,1 0-1 0 0,-1-1 1 0 0,0 1 0 0 0,1-1-1 0 0,-1 1 1 0 0,4 3 0 0 0,2 1 13 0 0,0-1-1 0 0,1 0 1 0 0,-1 0 0 0 0,1-1-1 0 0,14 7 1 0 0,-13-7-36 0 0,0 0 1 0 0,-1 0-1 0 0,0 1 0 0 0,10 9 1 0 0,90 70 1069 0 0,-46-35-1173 0 0,30 25 331 0 0,-65-48-181 0 0,-3 1-1 0 0,37 52 1 0 0,-58-75-43 0 0,60 67 212 0 0,-38-41-81 0 0,32 31 0 0 0,17 20 43 0 0,-73-81-155 0 0,0 0 0 0 0,0 0 0 0 0,0 0 0 0 0,0 0-1 0 0,-1 1 1 0 0,1-1 0 0 0,0 0 0 0 0,-1 0 0 0 0,1 1-1 0 0,0-1 1 0 0,-1 0 0 0 0,0 1 0 0 0,1-1 0 0 0,-1 1-1 0 0,0-1 1 0 0,1 0 0 0 0,-1 1 0 0 0,0-1 0 0 0,0 1-1 0 0,0-1 1 0 0,-1 1 0 0 0,1-1 0 0 0,0 0 0 0 0,-1 3-1 0 0,-1 7 78 0 0,3-11-83 0 0,0 0 1 0 0,-1 0 0 0 0,1 0-1 0 0,0 0 1 0 0,-1 0 0 0 0,1 0-1 0 0,0 0 1 0 0,-1 1-1 0 0,1-1 1 0 0,0 0 0 0 0,-1 0-1 0 0,1 1 1 0 0,0-1 0 0 0,-1 0-1 0 0,1 1 1 0 0,-1-1 0 0 0,1 1-1 0 0,-1-1 1 0 0,1 0-1 0 0,-1 1 1 0 0,1 0 0 0 0,-1-1-1 0 0,1 1 1 0 0,-1-1 0 0 0,1 1-1 0 0,17 17 10 0 0,-2 7 89 0 0,1 0 1 0 0,22 22-1 0 0,21 30-14 0 0,-56-70-71 0 0,0 0 1 0 0,-1 0-1 0 0,0 0 0 0 0,4 12 1 0 0,-6-13 9 0 0,1 0 1 0 0,0-1-1 0 0,1 1 0 0 0,-1-1 1 0 0,1 1-1 0 0,0-1 1 0 0,5 6-1 0 0,18 31-48 0 0,-23-36 36 0 0,0 0 0 0 0,1 0 0 0 0,-1 0 0 0 0,1-1 0 0 0,0 1 0 0 0,1-1-1 0 0,-1 0 1 0 0,10 7 0 0 0,-3-2 8 0 0,0 0 0 0 0,-1 1 0 0 0,0 0 0 0 0,0 1 0 0 0,-2 0 0 0 0,13 21 0 0 0,-9-21 6 0 0,17 4-94 0 0,-20-9 26 0 0,7 3 67 0 0,-15-10-24 0 0,-1 0-1 0 0,1 0-1 0 0,-1 1 1 0 0,1-1 0 0 0,-1 0-1 0 0,0 1 1 0 0,1-1 0 0 0,-1 1-1 0 0,0-1 1 0 0,0 0 0 0 0,1 1-1 0 0,-1-1 1 0 0,0 1 0 0 0,0-1-1 0 0,0 1 1 0 0,0-1 0 0 0,1 0 0 0 0,-1 1-1 0 0,0-1 1 0 0,0 1 0 0 0,0-1-1 0 0,0 1 1 0 0,0-1 0 0 0,0 2-1 0 0,2 7-3 0 0,7-1-10 0 0,-1-2-1 0 0,1 1 1 0 0,16 8 0 0 0,10 7-14 0 0,-27-15 22 0 0,0 1-1 0 0,0 0 1 0 0,0 0-1 0 0,-1 0 1 0 0,0 1-1 0 0,-1 0 1 0 0,9 16-1 0 0,-7-12 21 0 0,0-1 0 0 0,16 20-1 0 0,38 16-94 0 0,-25-19 68 0 0,-30-25 12 0 0,0 0 0 0 0,-1 1 0 0 0,0 0-1 0 0,0 0 1 0 0,0 0 0 0 0,8 12 0 0 0,-13-16-3 0 0,0 1 0 0 0,-1-1 0 0 0,1 0 0 0 0,0 1 0 0 0,0-1 0 0 0,0 0 0 0 0,1 0 0 0 0,-1 1 0 0 0,0-1-1 0 0,0 0 1 0 0,0 0 0 0 0,1 0 0 0 0,-1 0 0 0 0,1-1 0 0 0,-1 1 0 0 0,2 0 0 0 0,-2 0 1 0 0,-1-1 16 0 0,0 0-1 0 0,0 0 0 0 0,0 0 1 0 0,0-1-1 0 0,0 1 0 0 0,-51 5 129 0 0,41-5-121 0 0,1 0 1 0 0,0 1-1 0 0,-15 3 0 0 0,-92 34 496 0 0,51-15-313 0 0,-2 6-196 0 0,47-19 21 0 0,-1-1-1 0 0,-41 12 0 0 0,19-10-50 0 0,0 2-1 0 0,-74 33 1 0 0,96-35 6 0 0,0 2 1 0 0,1 0-1 0 0,1 1 0 0 0,1 1 0 0 0,0 1 0 0 0,1 1 0 0 0,-17 20 1 0 0,7-9-42 0 0,-41 35 0 0 0,64-60-33 0 0,2-1 91 0 0,-1 1-1 0 0,0-1 1 0 0,-1 0 0 0 0,1 0-1 0 0,0 0 1 0 0,-1 0 0 0 0,-3 1-1 0 0,7-3-12 0 0,0 0-1 0 0,0 0 0 0 0,-1 0 1 0 0,1 0-1 0 0,0 0 1 0 0,-1 0-1 0 0,1 0 0 0 0,0 0 1 0 0,-1 0-1 0 0,1 0 0 0 0,0 0 1 0 0,0 0-1 0 0,-1 0 0 0 0,1 0 1 0 0,0-1-1 0 0,-1 1 0 0 0,1 0 1 0 0,0 0-1 0 0,0 0 0 0 0,-1 0 1 0 0,1 0-1 0 0,0-1 1 0 0,0 1-1 0 0,0 0 0 0 0,-1 0 1 0 0,1 0-1 0 0,0-1 0 0 0,0 1 1 0 0,0 0-1 0 0,0 0 0 0 0,-1-1 1 0 0,1 1-1 0 0,0 0 0 0 0,0 0 1 0 0,0-1-1 0 0,0 1 0 0 0,0 0 1 0 0,0-1-1 0 0,4-27-1517 0 0,33-82-3672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7:13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1039 640 0 0,'0'-1'3825'0'0,"0"1"-3805"0"0,0-1 0 0 0,0 1 0 0 0,0 0 0 0 0,0 0 0 0 0,0 0 0 0 0,0 0 0 0 0,0 0 0 0 0,0 0-1 0 0,0 0 1 0 0,0-1 0 0 0,0 1 0 0 0,0 0 0 0 0,0 0 0 0 0,0 0 0 0 0,0 0 0 0 0,0 0 0 0 0,0 0 0 0 0,0-1 0 0 0,0 1 0 0 0,0 0 0 0 0,0 0 0 0 0,0 0 0 0 0,0 0 0 0 0,0 0 0 0 0,0 0 0 0 0,0 0 0 0 0,0 0 0 0 0,0-1 0 0 0,1 1 0 0 0,-1 0 0 0 0,0 0 0 0 0,0 0 0 0 0,0 0 0 0 0,0 0-1 0 0,0 0 1 0 0,0 0 0 0 0,0 0 0 0 0,1 0 0 0 0,-1 0 0 0 0,0 0 0 0 0,0 0 0 0 0,0 0 0 0 0,0 0 0 0 0,0 0 0 0 0,0 0 0 0 0,1 0 0 0 0,-1 0 0 0 0,0 0 0 0 0,0 0 0 0 0,0 0 0 0 0,0 0 0 0 0,0 0 0 0 0,0 0 0 0 0,0 0 0 0 0,1 0 0 0 0,-1 0 0 0 0,0 0 0 0 0,0 0 0 0 0,11 1 611 0 0,-15 0 792 0 0,1-1-180 0 0,18-3-1152 0 0,5 2 330 0 0,43 2-1 0 0,-46 0-277 0 0,-1 0-1 0 0,1-2 0 0 0,0 1 0 0 0,0-2 0 0 0,19-4 0 0 0,11-8 89 0 0,55-23 1 0 0,-29 8-68 0 0,197-71 303 0 0,-250 91-453 0 0,-17 8-19 0 0,0 0-1 0 0,0 0 1 0 0,0 0-1 0 0,0 1 1 0 0,0-1-1 0 0,0 1 1 0 0,0-1 0 0 0,0 1-1 0 0,0 0 1 0 0,0 0-1 0 0,5 1 1 0 0,5-1 2 0 0,44-3 114 0 0,0-3-1 0 0,-1-2 1 0 0,0-3-1 0 0,55-18 1 0 0,-26 8-23 0 0,338-120 206 0 0,-258 80-201 0 0,-42 12-68 0 0,207-114 1 0 0,-77 33 109 0 0,-215 110-93 0 0,0-2 0 0 0,43-33-1 0 0,-59 38-49 0 0,0 1 0 0 0,1 1-1 0 0,0 2 1 0 0,2 0 0 0 0,-1 1-1 0 0,35-10 1 0 0,-56 21-239 0 0,-1 0 0 0 0,1 0 1 0 0,-1 1-1 0 0,1-1 0 0 0,-1 1 0 0 0,1-1 1 0 0,0 1-1 0 0,-1 0 0 0 0,1 0 0 0 0,0 0 0 0 0,-1 1 1 0 0,1-1-1 0 0,4 2 0 0 0,-22 2-5022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7:15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1482 2481 0 0,'0'0'4149'0'0,"0"0"-4130"0"0,0 0-1 0 0,0-1 1 0 0,0 1 0 0 0,0 0 0 0 0,0-1 0 0 0,0 1-1 0 0,0 0 1 0 0,-1-1 0 0 0,1 1 0 0 0,0 0 0 0 0,0 0-1 0 0,0-1 1 0 0,0 1 0 0 0,0 0 0 0 0,0-1 0 0 0,1 1 0 0 0,-1 0-1 0 0,0-1 1 0 0,0 1 0 0 0,0 0 0 0 0,0-1 0 0 0,0 1-1 0 0,0 0 1 0 0,0 0 0 0 0,1-1 0 0 0,-1 1 0 0 0,0 0-1 0 0,0 0 1 0 0,0-1 0 0 0,1 1 0 0 0,-1 0 0 0 0,0 0-1 0 0,0 0 1 0 0,1-1 0 0 0,-1 1 0 0 0,0 0 0 0 0,0 0 0 0 0,1 0-1 0 0,40-34 809 0 0,-23 18-661 0 0,0 1-1 0 0,1 1 0 0 0,1 1 1 0 0,0 1-1 0 0,1 0 0 0 0,31-12 1 0 0,-2 0 170 0 0,102-52 28 0 0,188-100 420 0 0,-300 155-772 0 0,-23 14-4 0 0,-1-1 0 0 0,0-1 0 0 0,-1-1 1 0 0,15-11-1 0 0,-27 19-9 0 0,1-1 0 0 0,0 1 0 0 0,0 0 0 0 0,0 1 1 0 0,0-1-1 0 0,7-1 0 0 0,18-8 34 0 0,53-31 115 0 0,37-15 17 0 0,182-63-65 0 0,-296 118-97 0 0,26-9 62 0 0,0-1 1 0 0,36-19 0 0 0,-52 22-5 0 0,1 1-1 0 0,0 1 0 0 0,21-6 1 0 0,23-8 17 0 0,77-29-91 0 0,292-89-214 0 0,-7 24 547 0 0,-366 96-333 0 0,78-38 1 0 0,-118 50 11 0 0,87-50 191 0 0,-69 36-127 0 0,-8 5-40 0 0,-17 10-5 0 0,0 1-1 0 0,0 0 1 0 0,16-6 0 0 0,267-93-5 0 0,-270 97-173 0 0,-37 6-574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7:17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1 556 1441 0 0,'4'1'295'0'0,"1"0"1"0"0,0 0 0 0 0,-1-1 0 0 0,1 0-1 0 0,0 1 1 0 0,-1-2 0 0 0,1 1-1 0 0,-1-1 1 0 0,1 1 0 0 0,0-1 0 0 0,-1 0-1 0 0,9-4 1 0 0,-1 0 46 0 0,0-2 0 0 0,-1 1 0 0 0,12-10 0 0 0,28-14 595 0 0,-7-2-537 0 0,61-29-200 0 0,202-85 1 0 0,-275 134-61 0 0,37-9 0 0 0,-8 4 246 0 0,28-14-52 0 0,211-63 133 0 0,-241 77-312 0 0,1 2 1 0 0,68-8 0 0 0,61 6-170 0 0,-178 19-879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7:37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15 526 4962 0 0,'-3'0'2293'0'0,"-6"0"-1253"0"0,6 0-1111 0 0,14 0 371 0 0,0-4-7 0 0,14-2-119 0 0,0-1 0 0 0,-1-1 0 0 0,-1-1 0 0 0,43-23 0 0 0,92-65 281 0 0,-23 14 115 0 0,105-49 3 0 0,-155 90-426 0 0,-78 37-147 0 0,-7 5-51 0 0,0 0 54 0 0,0 1-1 0 0,0-1 1 0 0,0 1-1 0 0,0-1 1 0 0,0 0-1 0 0,0 1 1 0 0,0-1-1 0 0,0 0 1 0 0,-1 1-1 0 0,1-1 1 0 0,0 0-1 0 0,0 1 1 0 0,0-1-1 0 0,-1 0 1 0 0,1 1-1 0 0,0-1 1 0 0,0 0-1 0 0,-1 0 1 0 0,1 1-1 0 0,0-1 1 0 0,-1 0-1 0 0,1 0 1 0 0,0 1-1 0 0,-1-1 1 0 0,1 0-1 0 0,0 0 1 0 0,-1 0-1 0 0,1 0 1 0 0,0 0-1 0 0,-1 0 1 0 0,1 0-1 0 0,0 1 1 0 0,-1-1-1 0 0,1 0 1 0 0,-1 0-1 0 0,1 0 1 0 0,0-1-1 0 0,-1 1 1 0 0,1 0-1 0 0,0 0 1 0 0,-1 0-1 0 0,1 0 1 0 0,-1 0-1 0 0,1 0-1 0 0,0 0 0 0 0,-1-1 1 0 0,1 1-1 0 0,0 0 0 0 0,-1 0 0 0 0,1 0 0 0 0,0 0 0 0 0,0 0 0 0 0,-1 0 0 0 0,1 0 1 0 0,0 0-1 0 0,-1 0 0 0 0,1 0 0 0 0,0 0 0 0 0,-1 0 0 0 0,1 0 0 0 0,0 0 1 0 0,0 0-1 0 0,-1 1 0 0 0,1-1 0 0 0,0 0 0 0 0,0 0 0 0 0,-1 0 0 0 0,1 0 0 0 0,0 0 1 0 0,0 1-1 0 0,-1-1 0 0 0,1 0 0 0 0,0 0 0 0 0,0 0 0 0 0,0 1 0 0 0,-1-1 0 0 0,1 0 1 0 0,0 0-1 0 0,0 1 0 0 0,0-1 0 0 0,0 0 0 0 0,0 1 0 0 0,-1-1 0 0 0,1 0 0 0 0,0 1 1 0 0,0 0 0 0 0,-1-1 0 0 0,0 1 0 0 0,1 0 0 0 0,-1-1 0 0 0,0 1 0 0 0,1-1 0 0 0,-1 1 0 0 0,0 0 0 0 0,0-1 0 0 0,1 0 0 0 0,-1 1 0 0 0,0-1 0 0 0,0 0 0 0 0,0 1 0 0 0,0-1 0 0 0,0 0 0 0 0,0 0 0 0 0,0 0 0 0 0,-1 1 0 0 0,-26 4 24 0 0,25-5-26 0 0,-4 1-3 0 0,-1 0-1 0 0,1-1 1 0 0,0 0-1 0 0,-1 0 1 0 0,1-1-1 0 0,0 0 1 0 0,-1 0-1 0 0,-10-3 1 0 0,-1-3-688 0 0,-35-19 1 0 0,46 22 395 0 0,-137-81-4401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7:37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574 0 2241 0 0,'40'28'2561'0'0,"-18"-14"-1520"0"0,0-5-801 0 0,0 11 160 0 0,0-2-80 0 0,-22-9-160 0 0,23 1 0 0 0,-46-6 0 0 0,23 6 80 0 0,-44-6-79 0 0,-40 6 319 0 0,-50 8 320 0 0,1 29-320 0 0,-45 24-400 0 0,49-1-320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7:39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1 174 320 0 0,'0'-42'4962'0'0,"0"9"-2320"0"0,22-9-1042 0 0,22 18-1440 0 0,-21 6-160 0 0,-1 8 80 0 0,0 6 81 0 0,-22 46-1 0 0,-67 74 240 0 0,45-41-240 0 0,0-22 0 0 0,22-31 0 0 0,22-2-1280 0 0,23-11-2722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7:39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0 1841 0 0,'0'5'2881'0'0,"-44"14"81"0"0,-41 32-1362 0 0,41 10-1200 0 0,44-14-320 0 0,0-9 1 0 0,44 3-1 0 0,18-27 0 0 0,5-22-80 0 0,-67-2 0 0 0,0-27 80 0 0,-22-15 80 0 0,-45 9-320 0 0,-17 16-1441 0 0,17 32-4242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7:40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55 480 0 0,'40'-18'3282'0'0,"5"0"-1201"0"0,-1 8-1201 0 0,-22 1-320 0 0,0 9 1 0 0,-44 0-1 0 0,-22 0 160 0 0,-23 0 1 0 0,5 4-321 0 0,-27 29-160 0 0,-22 42-240 0 0,67-14 0 0 0,44 18 80 0 0,133-22-160 0 0,40-33-80 0 0,49-48-2642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42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23 572 5603 0 0,'0'-4'3121'0'0,"-23"-6"-3121"0"0,23 5 160 0 0,23-4 240 0 0,-23-10 80 0 0,22-9 81 0 0,0-9-161 0 0,111-76 320 0 0,-70 38-560 0 0,-19 6-80 0 0,0-2-80 0 0,-21 10-80 0 0,-1 24-2401 0 0,22 3-6483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42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1 136 3201 0 0,'89'-24'3842'0'0,"-23"-4"-1361"0"0,23 1-1600 0 0,0-1-3042 0 0,0-1-3842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42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0 960 0 0,'0'14'3362'0'0,"44"47"1040"0"0,1-4-3041 0 0,-1-43-1762 0 0,1-32-3921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43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441 46 2321 0 0,'0'0'123'0'0,"0"-1"0"0"0,0 1-1 0 0,0-1 1 0 0,0 1 0 0 0,0-1 0 0 0,0 1 0 0 0,0-1-1 0 0,-1 1 1 0 0,1-1 0 0 0,0 1 0 0 0,0-1 0 0 0,0 1-1 0 0,-1-1 1 0 0,1 1 0 0 0,0-1 0 0 0,0 1-1 0 0,-1-1 1 0 0,1 1 0 0 0,-1 0 0 0 0,1-1 0 0 0,0 1-1 0 0,-1-1 1 0 0,1 1 0 0 0,-1 0 0 0 0,1 0 0 0 0,-1-1-1 0 0,1 1 1 0 0,0 0 0 0 0,-1 0 0 0 0,1 0-1 0 0,-1-1 1 0 0,1 1 0 0 0,-2 0 0 0 0,2 0-79 0 0,-1 0 0 0 0,0 0 0 0 0,1 0 0 0 0,-1-1 0 0 0,1 1 0 0 0,-1 0 0 0 0,1 0-1 0 0,-1-1 1 0 0,1 1 0 0 0,-1 0 0 0 0,1-1 0 0 0,-1 1 0 0 0,1 0 0 0 0,0-1 0 0 0,-1 1 0 0 0,1-1 0 0 0,-1 1 0 0 0,1-1 0 0 0,0 1 0 0 0,-1-1 0 0 0,1 1 0 0 0,0-1 0 0 0,0 1 0 0 0,-1-1 0 0 0,1 1 0 0 0,0-1 0 0 0,0 1 0 0 0,0-1 0 0 0,0 1-1 0 0,0-1 1 0 0,0 0 0 0 0,0 1 0 0 0,0-2 0 0 0,-1 1-33 0 0,0 1 0 0 0,1-1 0 0 0,-1 0 0 0 0,0 0 0 0 0,0 1-1 0 0,0-1 1 0 0,0 1 0 0 0,1-1 0 0 0,-1 1 0 0 0,0-1 0 0 0,0 1-1 0 0,0-1 1 0 0,0 1 0 0 0,0 0 0 0 0,0 0 0 0 0,0-1 0 0 0,0 1 0 0 0,-2 0-1 0 0,-26-4 451 0 0,21 3-404 0 0,0 1-1 0 0,0 1 1 0 0,0-1 0 0 0,-1 1-1 0 0,1 1 1 0 0,0-1-1 0 0,0 2 1 0 0,1-1 0 0 0,-1 1-1 0 0,0 0 1 0 0,1 0-1 0 0,-1 1 1 0 0,1 0-1 0 0,0 0 1 0 0,1 1 0 0 0,-1 0-1 0 0,-9 9 1 0 0,13-11-46 0 0,0 1 0 0 0,-1-1 0 0 0,1 1 0 0 0,1 0 0 0 0,-1-1 0 0 0,0 1-1 0 0,1 0 1 0 0,0 1 0 0 0,0-1 0 0 0,0 0 0 0 0,1 1 0 0 0,-1-1 0 0 0,1 1 0 0 0,0-1 0 0 0,0 1 0 0 0,1 0 0 0 0,-1-1 0 0 0,1 1 0 0 0,0 0 0 0 0,0 0 0 0 0,1-1 0 0 0,-1 1 0 0 0,1 0 0 0 0,0-1 0 0 0,0 1 0 0 0,1-1 0 0 0,-1 1 0 0 0,1-1 0 0 0,5 8 0 0 0,-5-8 4 0 0,0-1 1 0 0,1 1 0 0 0,0-1 0 0 0,-1 0 0 0 0,1 0-1 0 0,1 0 1 0 0,-1 0 0 0 0,0 0 0 0 0,1-1 0 0 0,-1 1-1 0 0,1-1 1 0 0,0 0 0 0 0,0 0 0 0 0,0 0 0 0 0,6 1 0 0 0,0 0 15 0 0,0-1 0 0 0,0-1 0 0 0,0 0 0 0 0,0 0 1 0 0,14-1-1 0 0,-7-1 12 0 0,0 0 0 0 0,-1-1 0 0 0,1 0 0 0 0,-1-1 0 0 0,0-2 0 0 0,0 1 0 0 0,0-2 0 0 0,0 0 0 0 0,28-16 0 0 0,-35 17-34 0 0,-1-1-1 0 0,0 1 1 0 0,0-2 0 0 0,-1 1-1 0 0,0-1 1 0 0,0-1 0 0 0,0 1 0 0 0,-1-1-1 0 0,0 0 1 0 0,0-1 0 0 0,-1 1-1 0 0,-1-1 1 0 0,1 0 0 0 0,-1 0 0 0 0,-1-1-1 0 0,1 1 1 0 0,1-13 0 0 0,-4 19-7 0 0,0 1 0 0 0,-1 0 0 0 0,1-1 0 0 0,-1 1 0 0 0,0-1 0 0 0,0 1 0 0 0,0-1 0 0 0,0 1 0 0 0,0 0 0 0 0,0-1 0 0 0,-1 1 0 0 0,-1-5 0 0 0,2 6 0 0 0,-1 0 0 0 0,1 1 0 0 0,-1-1-1 0 0,0 1 1 0 0,1-1 0 0 0,-1 1 0 0 0,0-1-1 0 0,1 1 1 0 0,-1-1 0 0 0,0 1 0 0 0,0-1-1 0 0,0 1 1 0 0,1 0 0 0 0,-1 0 0 0 0,0-1-1 0 0,0 1 1 0 0,0 0 0 0 0,0 0-1 0 0,1 0 1 0 0,-1 0 0 0 0,0 0 0 0 0,-1 0-1 0 0,0 0-1 0 0,1 0-1 0 0,-1 0 1 0 0,1 0-1 0 0,0 0 1 0 0,-1 1-1 0 0,1-1 1 0 0,0 0-1 0 0,-1 1 1 0 0,1-1-1 0 0,0 1 1 0 0,-1-1-1 0 0,1 1 1 0 0,0 0-1 0 0,0 0 1 0 0,0-1-1 0 0,-1 1 1 0 0,1 0-1 0 0,0 0 1 0 0,-1 2-1 0 0,1-1 4 0 0,-1 0 0 0 0,2 0 0 0 0,-1 0 0 0 0,0 0 0 0 0,0 0 0 0 0,1 0 0 0 0,-1 0 0 0 0,1 1 0 0 0,-1-1 0 0 0,1 0 0 0 0,0 0 0 0 0,0 0 0 0 0,0 0 0 0 0,0 1 0 0 0,1-1-1 0 0,-1 2 1 0 0,5 12 17 0 0,-1-2-1 0 0,2 1 1 0 0,0-1-1 0 0,1 0 0 0 0,0 0 1 0 0,1 0-1 0 0,1-1 1 0 0,0-1-1 0 0,1 1 0 0 0,19 19 1 0 0,-19-23-15 0 0,-2-1-9 0 0,-1-1 0 0 0,1 1 1 0 0,-1 1-1 0 0,-1-1 0 0 0,1 1 0 0 0,-1 0 1 0 0,-1 1-1 0 0,0 0 0 0 0,0-1 0 0 0,-1 1 1 0 0,4 13-1 0 0,-8-21 5 0 0,1 1-1 0 0,-1-1 1 0 0,1 1 0 0 0,-1 0 0 0 0,0-1 0 0 0,0 1-1 0 0,0-1 1 0 0,0 1 0 0 0,0 0 0 0 0,-1-1 0 0 0,1 1-1 0 0,-1-1 1 0 0,0 1 0 0 0,0-1 0 0 0,0 1 0 0 0,0-1-1 0 0,0 1 1 0 0,0-1 0 0 0,0 0 0 0 0,-4 4 0 0 0,1-2 5 0 0,-1-1 1 0 0,1 1 0 0 0,-1-1 0 0 0,0-1 0 0 0,0 1 0 0 0,0-1 0 0 0,0 1 0 0 0,0-1 0 0 0,-1-1 0 0 0,-8 2 0 0 0,-35 6 16 0 0,0-2 0 0 0,-1-2 0 0 0,-79-3 0 0 0,78-2-168 0 0,-165 1-2083 0 0,65-8-4095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45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1361 0 0,'0'10'6883'0'0,"22"-15"-6883"0"0,0 0 800 0 0,0 1 81 0 0,1-6-161 0 0,21 6-320 0 0,40 4-160 0 0,5 9-480 0 0,22 0-2081 0 0,-22-9-3762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45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 4002 0 0,'0'-5'2561'0'0,"22"5"-960"0"0,0-5-481 0 0,23-4-479 0 0,173-19-2242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46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0 206 3201 0 0,'35'-10'1857'0'0,"-23"7"-1402"0"0,0-1 0 0 0,-1 0 0 0 0,1 0 0 0 0,-1-1-1 0 0,0-1 1 0 0,-1 0 0 0 0,13-9 0 0 0,81-54 372 0 0,-97 65-780 0 0,-1 0 0 0 0,0-1 0 0 0,0 0-1 0 0,0 0 1 0 0,6-7 0 0 0,15-13 153 0 0,-14 12-121 0 0,-6 7 495 0 0,-5 16 280 0 0,-2-8-832 0 0,0-1 0 0 0,0 1-1 0 0,0 0 1 0 0,-1-1 0 0 0,1 1 0 0 0,-1 0 0 0 0,0-1 0 0 0,1 1-1 0 0,-1-1 1 0 0,0 1 0 0 0,0-1 0 0 0,0 1 0 0 0,0-1-1 0 0,-1 2 1 0 0,-10 15 51 0 0,6-6-60 0 0,-2 0 1 0 0,1-1-1 0 0,-2 1 0 0 0,1-1 1 0 0,-1-1-1 0 0,-1 0 0 0 0,-18 15 1 0 0,12-11 10 0 0,0 1 0 0 0,-26 32 1 0 0,23-25-138 0 0,10-11-25 0 0,7-9 2 0 0,0-1 1 0 0,0 1-1 0 0,0 1 1 0 0,0-1 0 0 0,0 0-1 0 0,1 0 1 0 0,-1 1 0 0 0,1-1-1 0 0,0 1 1 0 0,-2 4-1 0 0,4-6-87 0 0,-1 1 0 0 0,1-1 0 0 0,0 0 0 0 0,0 0 0 0 0,0 0 0 0 0,0 1-1 0 0,1-1 1 0 0,-1 0 0 0 0,0 0 0 0 0,0-1 0 0 0,1 1 0 0 0,-1 0 0 0 0,0 0 0 0 0,1-1-1 0 0,-1 1 1 0 0,1 0 0 0 0,-1-1 0 0 0,1 0 0 0 0,-1 1 0 0 0,1-1 0 0 0,1 0-1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4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28 1281 0 0,'0'0'158'0'0,"0"1"1"0"0,0 0 0 0 0,0 0 0 0 0,0-1-1 0 0,0 1 1 0 0,0 0 0 0 0,0-1 0 0 0,1 1 0 0 0,-1 0-1 0 0,0-1 1 0 0,0 1 0 0 0,1 0 0 0 0,-1-1 0 0 0,0 1-1 0 0,1 0 1 0 0,-1-1 0 0 0,1 1 0 0 0,-1-1-1 0 0,1 1 1 0 0,-1-1 0 0 0,1 1 0 0 0,-1-1 0 0 0,1 0-1 0 0,0 1 1 0 0,-1-1 0 0 0,1 1 0 0 0,0-1-1 0 0,-1 0 1 0 0,1 0 0 0 0,0 1 0 0 0,-1-1 0 0 0,1 0-1 0 0,0 0 1 0 0,-1 0 0 0 0,1 0 0 0 0,1 0-1 0 0,-1 0-30 0 0,-1 0-90 0 0,1 1-1 0 0,-1-1 0 0 0,0 0 0 0 0,0 0 1 0 0,1 0-1 0 0,-1 0 0 0 0,0 0 0 0 0,0 0 1 0 0,0 1-1 0 0,1-1 0 0 0,-1 0 0 0 0,0 0 1 0 0,0 0-1 0 0,0 1 0 0 0,0-1 0 0 0,1 0 1 0 0,-1 0-1 0 0,0 0 0 0 0,0 1 1 0 0,0-1-1 0 0,0 0 0 0 0,0 0 0 0 0,0 1 1 0 0,0-1-1 0 0,0 0 0 0 0,0 0 0 0 0,1 1 1 0 0,-1-1-1 0 0,0 0 0 0 0,0 0 0 0 0,0 1 1 0 0,-1-1-1 0 0,1 0 0 0 0,0 0 0 0 0,0 1 1 0 0,0-1-1 0 0,0 0 0 0 0,0 0 0 0 0,0 1 1 0 0,0-1-1 0 0,0 0 0 0 0,0 0 0 0 0,-1 0 1 0 0,1 1-1 0 0,0-1 0 0 0,0 0 0 0 0,0 0 1 0 0,0 0-1 0 0,-1 1 0 0 0,1-1 1 0 0,0 0-1 0 0,0 0 0 0 0,0 0 0 0 0,-1 0 1 0 0,1 0-1 0 0,0 1 0 0 0,-1-1 0 0 0,-28 10 257 0 0,16-7-190 0 0,-43 14 231 0 0,52-16-308 0 0,1 0 0 0 0,0 0-1 0 0,0 1 1 0 0,0-1 0 0 0,0 1 0 0 0,0-1-1 0 0,0 1 1 0 0,0 0 0 0 0,1 0 0 0 0,-1 1-1 0 0,1-1 1 0 0,-1 0 0 0 0,-2 4-1 0 0,5-5-17 0 0,0 0-1 0 0,0 0 0 0 0,0 0 0 0 0,0 0 1 0 0,1 0-1 0 0,-1 0 0 0 0,0 0 0 0 0,0 0 0 0 0,0 0 1 0 0,1 0-1 0 0,-1-1 0 0 0,1 1 0 0 0,-1 0 0 0 0,0 0 1 0 0,1 0-1 0 0,0 0 0 0 0,-1-1 0 0 0,1 1 0 0 0,-1 0 1 0 0,1-1-1 0 0,0 1 0 0 0,-1 0 0 0 0,1-1 0 0 0,0 1 1 0 0,0-1-1 0 0,0 1 0 0 0,1 0 0 0 0,-1 0 3 0 0,1 0-4 0 0,12 13 69 0 0,1-1 0 0 0,1-1 0 0 0,24 15 0 0 0,-36-24-60 0 0,0-1-1 0 0,0 0 1 0 0,0 0-1 0 0,0 0 1 0 0,0-1-1 0 0,1 1 1 0 0,-1-1-1 0 0,1 0 1 0 0,-1 0 0 0 0,0-1-1 0 0,1 0 1 0 0,0 1-1 0 0,-1-1 1 0 0,1-1-1 0 0,-1 1 1 0 0,1 0-1 0 0,-1-1 1 0 0,1 0 0 0 0,-1 0-1 0 0,0-1 1 0 0,7-2-1 0 0,-2-8 106 0 0,-7 7-82 0 0,4-7 39 0 0,0-1 1 0 0,-1 0-1 0 0,-1 0 0 0 0,0 0 0 0 0,-1-1 0 0 0,2-18 0 0 0,-4 29-88 0 0,-1-1-1 0 0,0 1 1 0 0,0 0-1 0 0,0 0 1 0 0,0 0-1 0 0,0-1 1 0 0,-1 1-1 0 0,0 0 1 0 0,1 0-1 0 0,-1 0 1 0 0,0 0-1 0 0,0 0 1 0 0,-1 0-1 0 0,1 0 1 0 0,-1 0-1 0 0,1 0 1 0 0,-1 1-1 0 0,0-1 1 0 0,0 1-1 0 0,0-1 0 0 0,0 1 1 0 0,-1 0-1 0 0,1 0 1 0 0,-1 0-1 0 0,1 0 1 0 0,-1 0-1 0 0,0 0 1 0 0,1 1-1 0 0,-1-1 1 0 0,0 1-1 0 0,0 0 1 0 0,-5-1-1 0 0,6 1-166 0 0,1 1 0 0 0,-1-1 0 0 0,0 1 0 0 0,0 0 0 0 0,0 0 0 0 0,0-1 0 0 0,1 1 0 0 0,-1 1 0 0 0,0-1 0 0 0,0 0 0 0 0,0 0 0 0 0,1 1 0 0 0,-1-1 0 0 0,0 1 0 0 0,0 0 0 0 0,1-1 0 0 0,-1 1 0 0 0,0 0 0 0 0,1 0 0 0 0,-1 0 0 0 0,1 0 0 0 0,-1 0 0 0 0,1 0 0 0 0,0 1 0 0 0,-2 1 0 0 0,0-1-370 0 0,-19 18-4828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47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79 320 0 0,'0'0'3482'0'0,"-4"0"-1001"0"0,-12 2-2165 0 0,-1 0-1 0 0,1 2 1 0 0,0 0 0 0 0,0 0-1 0 0,1 2 1 0 0,-1 0 0 0 0,1 1-1 0 0,-23 13 1 0 0,-30 13 525 0 0,67-33-830 0 0,1 0 0 0 0,-1 0 0 0 0,0 1 0 0 0,0-1 0 0 0,0 0 0 0 0,0 1 0 0 0,0-1 0 0 0,1 0 0 0 0,-1 1 0 0 0,0-1 0 0 0,0 1 0 0 0,1-1 0 0 0,-1 1 0 0 0,0 0 0 0 0,1-1 0 0 0,-1 1 0 0 0,1 0 0 0 0,-1-1 0 0 0,0 1 0 0 0,1 0 0 0 0,0 0 1 0 0,-1 0-1 0 0,1-1 0 0 0,-1 1 0 0 0,1 0 0 0 0,0 0 0 0 0,0 0 0 0 0,0 0 0 0 0,-1 0 0 0 0,1 0 0 0 0,0 0 0 0 0,0 0 0 0 0,1 1 8 0 0,0 0 1 0 0,0 0-1 0 0,0 0 0 0 0,0 0 0 0 0,0-1 1 0 0,0 1-1 0 0,1 0 0 0 0,-1-1 1 0 0,1 1-1 0 0,-1-1 0 0 0,1 1 0 0 0,-1-1 1 0 0,1 0-1 0 0,2 1 0 0 0,12 7 37 0 0,1-1-1 0 0,0-1 1 0 0,1 0 0 0 0,-1-1-1 0 0,20 3 1 0 0,-30-8-37 0 0,1 0 0 0 0,-1-1 1 0 0,1 0-1 0 0,0 0 0 0 0,-1 0 1 0 0,1-1-1 0 0,-1 0 0 0 0,1-1 0 0 0,-1 1 1 0 0,1-2-1 0 0,-1 1 0 0 0,0-1 1 0 0,0 0-1 0 0,0 0 0 0 0,0-1 1 0 0,-1 0-1 0 0,1 0 0 0 0,-1-1 1 0 0,0 1-1 0 0,0-1 0 0 0,-1-1 1 0 0,0 1-1 0 0,6-8 0 0 0,-3 4-8 0 0,0-1 0 0 0,0-1 0 0 0,-1 1 0 0 0,0-1 0 0 0,-1 0 0 0 0,0-1 0 0 0,-1 0 0 0 0,0 0 0 0 0,5-23 0 0 0,-9 33-34 0 0,-1 0 0 0 0,0 0 0 0 0,0 0 0 0 0,0 0 0 0 0,-1 0 0 0 0,1 0 0 0 0,0 1 0 0 0,-1-1 0 0 0,1 0 0 0 0,-1 0 0 0 0,0 0 0 0 0,1 1 0 0 0,-1-1 0 0 0,0 0 0 0 0,0 1 0 0 0,0-1 0 0 0,0 0 0 0 0,0 1 0 0 0,-1-1 0 0 0,1 1 0 0 0,0 0 0 0 0,-1 0 0 0 0,1-1 0 0 0,-1 1 0 0 0,1 0 0 0 0,-1 0 0 0 0,-2-1 0 0 0,-1 0-383 0 0,0 0-1 0 0,0 0 1 0 0,0 0-1 0 0,-1 1 1 0 0,1 0-1 0 0,-1 0 1 0 0,1 0-1 0 0,-1 1 1 0 0,-10 0-1 0 0,-47 7-5609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48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19 1601 0 0,'-9'-6'1081'0'0,"7"4"-837"0"0,1 1-1 0 0,-1 0 0 0 0,0 0 1 0 0,1 0-1 0 0,-1 0 1 0 0,0 0-1 0 0,0 0 0 0 0,0 0 1 0 0,0 1-1 0 0,0-1 1 0 0,0 0-1 0 0,0 1 0 0 0,0 0 1 0 0,0-1-1 0 0,0 1 1 0 0,0 0-1 0 0,0 0 0 0 0,-1 1 1 0 0,-3-1-1 0 0,-5 1-136 0 0,4-1-89 0 0,1 0 1 0 0,0 1 0 0 0,-1 0-1 0 0,1 0 1 0 0,0 0 0 0 0,-1 1-1 0 0,1 0 1 0 0,0 0 0 0 0,-7 4 0 0 0,2 0-10 0 0,3-2-4 0 0,0 0-1 0 0,0 1 1 0 0,1 0 0 0 0,0 0-1 0 0,-7 7 1 0 0,13-11 3 0 0,0 0 1 0 0,0 0-1 0 0,0 0 1 0 0,1 0-1 0 0,-1 0 1 0 0,0 0-1 0 0,1 0 1 0 0,-1 1 0 0 0,0-1-1 0 0,1 0 1 0 0,-1 0-1 0 0,1 1 1 0 0,0-1-1 0 0,-1 0 1 0 0,1 0-1 0 0,0 1 1 0 0,0-1-1 0 0,0 0 1 0 0,0 1-1 0 0,0-1 1 0 0,0 0-1 0 0,0 1 1 0 0,0-1-1 0 0,1 0 1 0 0,-1 0 0 0 0,0 1-1 0 0,1-1 1 0 0,-1 0-1 0 0,1 0 1 0 0,-1 1-1 0 0,1-1 1 0 0,0 0-1 0 0,0 0 1 0 0,-1 0-1 0 0,1 0 1 0 0,0 0-1 0 0,0 0 1 0 0,0 0-1 0 0,0 0 1 0 0,2 1-1 0 0,3 3 69 0 0,1-1 0 0 0,0 1 0 0 0,0-1-1 0 0,0 0 1 0 0,1 0 0 0 0,-1-1-1 0 0,1 0 1 0 0,0-1 0 0 0,8 3 0 0 0,5-1 106 0 0,40 4 0 0 0,-54-7-124 0 0,0-1-1 0 0,1 0 0 0 0,-1 0 1 0 0,0 0-1 0 0,1-1 0 0 0,-1 0 1 0 0,0-1-1 0 0,1 1 0 0 0,-1-1 1 0 0,8-4-1 0 0,-12 4-22 0 0,1 0 1 0 0,-1 0-1 0 0,1-1 1 0 0,-1 1-1 0 0,0-1 1 0 0,0 0-1 0 0,0 0 0 0 0,-1 0 1 0 0,1 0-1 0 0,-1 0 1 0 0,0 0-1 0 0,1-1 1 0 0,-1 1-1 0 0,-1-1 1 0 0,1 0-1 0 0,-1 0 0 0 0,1 1 1 0 0,0-5-1 0 0,-1 5-38 0 0,-1 1-1 0 0,1 0 0 0 0,-1 0 1 0 0,0-1-1 0 0,0 1 1 0 0,0 0-1 0 0,0 0 0 0 0,0-1 1 0 0,0 1-1 0 0,-1 0 0 0 0,1 0 1 0 0,-1-1-1 0 0,1 1 1 0 0,-1 0-1 0 0,0 0 0 0 0,0 0 1 0 0,0 0-1 0 0,0 0 1 0 0,0 0-1 0 0,0 0 0 0 0,-1 0 1 0 0,1 0-1 0 0,-1 0 0 0 0,1 1 1 0 0,-1-1-1 0 0,-3-2 1 0 0,1 1-247 0 0,-1 0 0 0 0,0 1 1 0 0,1-1-1 0 0,-1 1 0 0 0,0 0 1 0 0,0 0-1 0 0,0 1 0 0 0,-1-1 1 0 0,1 1-1 0 0,0 0 0 0 0,-10 0 0 0 0,-48 3-4913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49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90 2561 0 0,'17'-3'1190'0'0,"29"-8"2262"0"0,-52 8-2312 0 0,-11 1-999 0 0,0 2-1 0 0,0 1 0 0 0,-1 1 0 0 0,1 1 0 0 0,-33 8 0 0 0,45-9-105 0 0,-1-1 0 0 0,1 1-1 0 0,0 0 1 0 0,0 0 0 0 0,1 1 0 0 0,-1-1-1 0 0,0 1 1 0 0,1 0 0 0 0,-1 1 0 0 0,1-1-1 0 0,0 1 1 0 0,0-1 0 0 0,1 1 0 0 0,-1 0-1 0 0,1 1 1 0 0,0-1 0 0 0,0 1 0 0 0,-4 7 0 0 0,6-10-19 0 0,1 0 0 0 0,-1 0 1 0 0,1 0-1 0 0,0 0 1 0 0,-1 0-1 0 0,1 1 1 0 0,0-1-1 0 0,1 0 1 0 0,-1 0-1 0 0,0 0 0 0 0,0 0 1 0 0,1 0-1 0 0,-1 0 1 0 0,1 0-1 0 0,0 0 1 0 0,0 0-1 0 0,0 0 1 0 0,0 0-1 0 0,0-1 1 0 0,0 1-1 0 0,0 0 0 0 0,0-1 1 0 0,1 1-1 0 0,-1 0 1 0 0,0-1-1 0 0,1 0 1 0 0,0 1-1 0 0,-1-1 1 0 0,4 2-1 0 0,7 4 15 0 0,0-1 0 0 0,0 0-1 0 0,1 0 1 0 0,0-1 0 0 0,0-1-1 0 0,0 0 1 0 0,0-1 0 0 0,0-1 0 0 0,21 2-1 0 0,-12-2-5 0 0,0-1-1 0 0,0-1 0 0 0,0-1 1 0 0,0-1-1 0 0,35-8 1 0 0,-41 6-34 0 0,-1-1 1 0 0,1 0 0 0 0,-1-2-1 0 0,0 1 1 0 0,-1-2 0 0 0,26-17-1 0 0,-35 22 8 0 0,0-1 0 0 0,0 0 0 0 0,-1 0 0 0 0,0 0 0 0 0,0 0 0 0 0,0-1 0 0 0,0 1 0 0 0,-1-1 0 0 0,1 0-1 0 0,-1 0 1 0 0,-1-1 0 0 0,1 1 0 0 0,-1 0 0 0 0,1-1 0 0 0,-2 0 0 0 0,1 1 0 0 0,-1-1 0 0 0,0 0 0 0 0,1-9 0 0 0,-2 12 1 0 0,0 0 1 0 0,-1 1 0 0 0,1-1-1 0 0,-1 0 1 0 0,1 1 0 0 0,-1-1 0 0 0,0 1-1 0 0,0-1 1 0 0,0 1 0 0 0,0-1 0 0 0,-1 1-1 0 0,1 0 1 0 0,-1-1 0 0 0,1 1-1 0 0,-1 0 1 0 0,0 0 0 0 0,0 0 0 0 0,0 0-1 0 0,0 1 1 0 0,0-1 0 0 0,0 0-1 0 0,-5-1 1 0 0,-1-2-1 0 0,-1 1-1 0 0,0 0 0 0 0,0 1 1 0 0,-14-4-1 0 0,18 6 1 0 0,3 0-2 0 0,0 0 0 0 0,0 1 0 0 0,0-1 0 0 0,-1 1 1 0 0,1-1-1 0 0,0 1 0 0 0,0 0 0 0 0,-1 0 0 0 0,1 0 0 0 0,0 0 0 0 0,0 0 0 0 0,0 0 1 0 0,-1 1-1 0 0,1-1 0 0 0,-3 2 0 0 0,5-2 1 0 0,0 0 1 0 0,0 1 0 0 0,0-1-1 0 0,0 0 1 0 0,-1 1-1 0 0,1-1 1 0 0,0 1-1 0 0,0-1 1 0 0,0 0-1 0 0,0 1 1 0 0,0-1-1 0 0,0 1 1 0 0,0-1 0 0 0,0 0-1 0 0,0 1 1 0 0,0-1-1 0 0,0 1 1 0 0,0-1-1 0 0,1 0 1 0 0,-1 1-1 0 0,0-1 1 0 0,0 0-1 0 0,0 1 1 0 0,0-1 0 0 0,1 0-1 0 0,-1 1 1 0 0,0-1-1 0 0,0 0 1 0 0,1 1-1 0 0,-1-1 1 0 0,0 0-1 0 0,1 1 1 0 0,26 22 5 0 0,33 16 38 0 0,-18-13-145 0 0,63 52 1 0 0,-99-73 85 0 0,-2 0 0 0 0,1 1 0 0 0,0 0 0 0 0,-1 0 1 0 0,0 0-1 0 0,0 0 0 0 0,-1 1 0 0 0,0-1 0 0 0,0 1 0 0 0,-1 0 1 0 0,1 0-1 0 0,-1 0 0 0 0,-1 0 0 0 0,0 0 0 0 0,1 10 0 0 0,-2-15 16 0 0,0 1-1 0 0,-1-1 1 0 0,1 1 0 0 0,0-1-1 0 0,-1 0 1 0 0,0 1-1 0 0,0-1 1 0 0,0 0-1 0 0,0 0 1 0 0,0 1-1 0 0,0-1 1 0 0,0 0-1 0 0,-1 0 1 0 0,1 0-1 0 0,-1-1 1 0 0,0 1 0 0 0,1 0-1 0 0,-1 0 1 0 0,0-1-1 0 0,0 1 1 0 0,0-1-1 0 0,-4 3 1 0 0,-5 1 28 0 0,0 0 0 0 0,0 0-1 0 0,-19 4 1 0 0,14-4 31 0 0,-32 9 304 0 0,0-2-1 0 0,-66 8 0 0 0,-110-2 1259 0 0,113-15-620 0 0,93-8-829 0 0,18 5-178 0 0,0-1 0 0 0,0 1 1 0 0,0-1-1 0 0,0 1 0 0 0,-1 0 1 0 0,1-1-1 0 0,0 1 0 0 0,1 0 1 0 0,-1-1-1 0 0,0 1 0 0 0,0-1 1 0 0,0 1-1 0 0,0 0 0 0 0,0-1 1 0 0,0 1-1 0 0,0 0 0 0 0,1-1 1 0 0,-1 1-1 0 0,0-1 0 0 0,0 1 1 0 0,0 0-1 0 0,1 0 0 0 0,-1-1 1 0 0,0 1-1 0 0,0 0 0 0 0,1-1 1 0 0,0 1-1 0 0,5-7-314 0 0,2 1 0 0 0,-1 0 0 0 0,1 0 0 0 0,-1 1-1 0 0,12-6 1 0 0,118-62-4789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52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79 233 80 0 0,'-37'10'5616'0'0,"11"-25"-1974"0"0,25 14-3600 0 0,0 1 1 0 0,0 0-1 0 0,0-1 1 0 0,0 1-1 0 0,1-1 1 0 0,-1 1-1 0 0,0-1 1 0 0,0 1 0 0 0,0-1-1 0 0,1 0 1 0 0,-1 1-1 0 0,0-1 1 0 0,1 0-1 0 0,-1 0 1 0 0,0 0-1 0 0,1 1 1 0 0,-1-1-1 0 0,1 0 1 0 0,0 0 0 0 0,-1 0-1 0 0,0-1 1 0 0,2 0-16 0 0,1 1 1 0 0,-1 0 0 0 0,0 0 0 0 0,0 0-1 0 0,1 0 1 0 0,-1 0 0 0 0,1 0-1 0 0,-1 0 1 0 0,1 0 0 0 0,-1 0 0 0 0,4 0-1 0 0,13-9 92 0 0,32-18 66 0 0,-10 4-157 0 0,81-34-1 0 0,-93 52-16 0 0,-27 6-14 0 0,0 0 0 0 0,0 0 0 0 0,-1 0 0 0 0,1 0 0 0 0,0 0 0 0 0,0 1 0 0 0,-1-1 0 0 0,1 0 0 0 0,0 0 0 0 0,-1 1 0 0 0,1-1 0 0 0,0 0 0 0 0,-1 1 0 0 0,1-1 0 0 0,0 1 0 0 0,-1-1 0 0 0,1 1 0 0 0,-1-1 0 0 0,2 2 0 0 0,-1 0-12 0 0,0 1 1 0 0,0 0-1 0 0,0 0 0 0 0,-1 0 1 0 0,1 0-1 0 0,-1 0 0 0 0,1 0 1 0 0,-1 0-1 0 0,0 0 0 0 0,0 0 1 0 0,-1 4-1 0 0,1 7-13 0 0,0 19-92 0 0,13-38 213 0 0,-1-2 0 0 0,1 1 1 0 0,19-16-1 0 0,24-17 40 0 0,58-37 54 0 0,-110 74-187 0 0,0 0 0 0 0,-1 1 0 0 0,1 0-1 0 0,0 0 1 0 0,0 0 0 0 0,0 0 0 0 0,-1 0 0 0 0,1 1 0 0 0,0-1-1 0 0,0 1 1 0 0,8 1 0 0 0,-11-1-3 0 0,0 0 0 0 0,1 0 0 0 0,-1 0 0 0 0,0 1 0 0 0,1-1 0 0 0,-1 0-1 0 0,0 1 1 0 0,1-1 0 0 0,-1 0 0 0 0,0 1 0 0 0,0 0 0 0 0,1-1 0 0 0,-1 1 0 0 0,0 0 0 0 0,0 0 0 0 0,0-1 0 0 0,0 1 0 0 0,0 0 0 0 0,0 0-1 0 0,0 0 1 0 0,0 0 0 0 0,-1 1 0 0 0,1-1 0 0 0,0 0 0 0 0,-1 0 0 0 0,1 0 0 0 0,-1 0 0 0 0,1 1 0 0 0,-1-1 0 0 0,1 0 0 0 0,-1 1 0 0 0,0-1 0 0 0,1 2-1 0 0,-4 7-12 0 0,0-1-1 0 0,0 0 0 0 0,-1 0 1 0 0,0 0-1 0 0,0-1 0 0 0,-1 1 1 0 0,-6 8-1 0 0,3-4 90 0 0,19-24 12 0 0,12-9-16 0 0,-15 16-74 0 0,0-1 1 0 0,1 1-1 0 0,0 0 1 0 0,0 1 0 0 0,0 0-1 0 0,0 0 1 0 0,0 1-1 0 0,1 1 1 0 0,-1-1-1 0 0,1 1 1 0 0,-1 1-1 0 0,1 0 1 0 0,0 0 0 0 0,9 2-1 0 0,-16-1 1 0 0,0 0-1 0 0,-1 0 1 0 0,1 0-1 0 0,0 0 0 0 0,0 0 1 0 0,-1 1-1 0 0,1-1 1 0 0,-1 1-1 0 0,1 0 1 0 0,-1 0-1 0 0,0 0 1 0 0,0 0-1 0 0,0 0 1 0 0,0 0-1 0 0,0 0 1 0 0,0 1-1 0 0,-1-1 0 0 0,1 1 1 0 0,-1-1-1 0 0,1 1 1 0 0,0 3-1 0 0,0 0-9 0 0,0 1 0 0 0,0 0-1 0 0,-1 0 1 0 0,1 0 0 0 0,-2 0-1 0 0,1 12 1 0 0,-1-13-211 0 0,-1-1 0 0 0,1 1 0 0 0,-1 0 0 0 0,-1 0 0 0 0,1-1 0 0 0,-1 1 0 0 0,0-1 0 0 0,0 1 0 0 0,-1-1 0 0 0,1 0 0 0 0,-1 0 0 0 0,0 0 0 0 0,-1 0 0 0 0,-3 4 0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53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1 2081 0 0,'-45'61'5763'0'0,"-66"36"-2882"0"0,22 25-1761 0 0,45-27-399 0 0,-1-44-881 0 0,23-37-3762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54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1681 0 0,'0'0'4482'0'0,"0"-6"-3442"0"0,22 6-239 0 0,0 0-81 0 0,0 6-160 0 0,23 2-240 0 0,21 6-320 0 0,-3-4-960 0 0,-41-15-2001 0 0,-44-14-1601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55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1361 0 0,'0'9'5762'0'0,"-22"-4"-5842"0"0,44-10 881 0 0,1 1-1 0 0,-1 4-160 0 0,45 4-160 0 0,44 11-239 0 0,18 17-1202 0 0,-63-22-4241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16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 4082 0 0,'0'0'2401'0'0,"0"4"-560"0"0,22-4-721 0 0,-44 0-960 0 0,0 0 0 0 0,-23 14 161 0 0,23 10 79 0 0,22-15-80 0 0,0 9 80 0 0,0 2-160 0 0,0 26 80 0 0,0-13 81 0 0,22-15-401 0 0,-22 1-80 0 0,0-28-1201 0 0,45-1-1680 0 0,-23-12-2002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16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19 1281 0 0,'-44'10'4882'0'0,"21"-10"-1281"0"0,46 0-2720 0 0,21 0-481 0 0,18-4-240 0 0,27-2-320 0 0,-22 2-560 0 0,22-6-2562 0 0,-67 6-479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17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0 960 0 0,'22'5'6003'0'0,"-22"-1"-4242"0"0,22-8-1041 0 0,45-1-79 0 0,62 19-561 0 0,93 15-7124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56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45 218 4002 0 0,'-3'2'4339'0'0,"-11"-4"-3182"0"0,-13-3-304 0 0,27 4-554 0 0,0 1-282 0 0,0 0 0 0 0,0-1-1 0 0,0 1 1 0 0,0 0-1 0 0,0-1 1 0 0,0 1 0 0 0,0-1-1 0 0,0 1 1 0 0,0 0 0 0 0,0-1-1 0 0,0 1 1 0 0,0 0-1 0 0,0-1 1 0 0,0 1 0 0 0,0 0-1 0 0,0-1 1 0 0,1 1 0 0 0,-1 0-1 0 0,0-1 1 0 0,0 1-1 0 0,0 0 1 0 0,1 0 0 0 0,-1-1-1 0 0,0 1 1 0 0,0 0-1 0 0,1 0 1 0 0,-1-1 0 0 0,0 1-1 0 0,1 0 1 0 0,-1 0 0 0 0,0 0-1 0 0,1 0 1 0 0,-1-1-1 0 0,0 1 1 0 0,1 0 0 0 0,-1 0-1 0 0,0 0 1 0 0,1 0 0 0 0,15-6 213 0 0,10-5 70 0 0,0 0-1 0 0,-1-2 0 0 0,30-20 0 0 0,-16 8-170 0 0,0 1 0 0 0,57-24 0 0 0,-83 42-131 0 0,0 1 1 0 0,0 1 0 0 0,0 0-1 0 0,0 0 1 0 0,1 1 0 0 0,-1 1-1 0 0,1 0 1 0 0,-1 1 0 0 0,20 1-1 0 0,-32 0-2 0 0,0 1 0 0 0,0-1-1 0 0,0 0 1 0 0,0 0 0 0 0,0 1-1 0 0,0-1 1 0 0,0 1 0 0 0,0-1-1 0 0,0 1 1 0 0,0-1 0 0 0,0 1 0 0 0,-1 0-1 0 0,1-1 1 0 0,0 1 0 0 0,0 0-1 0 0,0 0 1 0 0,-1-1 0 0 0,1 1-1 0 0,0 0 1 0 0,-1 0 0 0 0,1 0-1 0 0,-1 0 1 0 0,1 0 0 0 0,-1 0-1 0 0,0 0 1 0 0,1 0 0 0 0,-1 0 0 0 0,0 0-1 0 0,0 0 1 0 0,1 0 0 0 0,-1 0-1 0 0,0 0 1 0 0,0 2 0 0 0,0 24 77 0 0,0 0 1 0 0,-2 1 0 0 0,-1-1 0 0 0,-7 30-1 0 0,10-56-68 0 0,-3 21 24 0 0,2-17-152 0 0,1 0 1 0 0,-1-1-1 0 0,0 1 1 0 0,0 0-1 0 0,0 0 1 0 0,0-1 0 0 0,-1 1-1 0 0,0 0 1 0 0,0-1-1 0 0,0 0 1 0 0,-3 5-1 0 0,5-9 50 0 0,0 0 0 0 0,0 0-1 0 0,0 0 1 0 0,0-1 0 0 0,0 1-1 0 0,0 0 1 0 0,0 0 0 0 0,0 0-1 0 0,0 0 1 0 0,0 0-1 0 0,-1 0 1 0 0,1 0 0 0 0,0 0-1 0 0,0 0 1 0 0,0-1 0 0 0,0 1-1 0 0,0 0 1 0 0,0 0-1 0 0,0 0 1 0 0,0 0 0 0 0,0 0-1 0 0,0 0 1 0 0,0 0 0 0 0,0 0-1 0 0,0 0 1 0 0,-1 0 0 0 0,1 0-1 0 0,0 0 1 0 0,0 0-1 0 0,0 0 1 0 0,0 0 0 0 0,0 0-1 0 0,0 0 1 0 0,0 0 0 0 0,0 0-1 0 0,0 0 1 0 0,-1 0 0 0 0,1 0-1 0 0,0 0 1 0 0,0 0-1 0 0,0 0 1 0 0,0 0 0 0 0,0 0-1 0 0,0 0 1 0 0,0 0 0 0 0,0 0-1 0 0,0 0 1 0 0,-1 0-1 0 0,1 0 1 0 0,0 0 0 0 0,0 0-1 0 0,0 0 1 0 0,0 0 0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57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40 3121 0 0,'-40'4'3989'0'0,"17"-6"-1188"0"0,20-2-2192 0 0,10 1-471 0 0,118-3 796 0 0,397-19 613 0 0,-437 21-1462 0 0,1 4-1 0 0,94 12 1 0 0,-94 2-205 0 0,-84-13 71 0 0,1-1 1 0 0,0 1-1 0 0,-1 0 1 0 0,1 0-1 0 0,-1 0 1 0 0,1 0-1 0 0,-1 0 1 0 0,0 0-1 0 0,1 1 1 0 0,1 1-1 0 0,-4-3 7 0 0,1 0-1 0 0,-1 1 1 0 0,0-1-1 0 0,0 0 1 0 0,0 0 0 0 0,1 0-1 0 0,-1 0 1 0 0,0 0-1 0 0,0 1 1 0 0,0-1 0 0 0,0 0-1 0 0,0 0 1 0 0,0 0-1 0 0,1 1 1 0 0,-1-1-1 0 0,0 0 1 0 0,0 0 0 0 0,0 0-1 0 0,0 1 1 0 0,0-1-1 0 0,0 0 1 0 0,0 0 0 0 0,0 0-1 0 0,0 1 1 0 0,0-1-1 0 0,0 0 1 0 0,0 0-1 0 0,0 0 1 0 0,0 1 0 0 0,0-1-1 0 0,0 0 1 0 0,0 0-1 0 0,0 1 1 0 0,0-1-1 0 0,0 0 1 0 0,-1 0 0 0 0,1 0-1 0 0,0 0 1 0 0,0 1-1 0 0,0-1 1 0 0,0 0 0 0 0,0 0-1 0 0,0 0 1 0 0,-1 0-1 0 0,1 1 1 0 0,0-1-1 0 0,0 0 1 0 0,0 0 0 0 0,-1 0-1 0 0,-17 6-3772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57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 2401 0 0,'22'-10'3041'0'0,"0"-4"-880"0"0,22 1-960 0 0,1-11-481 0 0,-5 6-399 0 0,-18-1-161 0 0,-22 10-80 0 0,0 4-160 0 0,22 10-321 0 0,-22-1 1 0 0,0 20 80 0 0,-66 69 480 0 0,3-8 160 0 0,19-38-240 0 0,44-29-480 0 0,0-36-2801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58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89 3442 0 0,'0'5'2881'0'0,"-22"-5"-2721"0"0,0 14 0 0 0,-23 10 160 0 0,1 27 561 0 0,22 1-81 0 0,44-11-240 0 0,45-17-80 0 0,-45-34-79 0 0,45-8-241 0 0,66-71-160 0 0,18-42-481 0 0,-129 93-239 0 0,-84 24-400 0 0,-5 14-641 0 0,-22 19-3281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58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307 123 320 0 0,'-22'10'4402'0'0,"-23"-10"-1761"0"0,-17 8-960 0 0,-5 16-1121 0 0,-44 0-239 0 0,111 3-1 0 0,45 1 80 0 0,-1 6-160 0 0,23-21-160 0 0,-27-13 0 0 0,26-18 80 0 0,23-39-80 0 0,22-69-880 0 0,-88 75-1201 0 0,-68 23-240 0 0,23 18-1681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59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33 3762 0 0,'0'0'2321'0'0,"0"-10"-1441"0"0,-22 2-159 0 0,0-7-1 0 0,-67 15 80 0 0,-44 43 641 0 0,111 32-801 0 0,66-28-480 0 0,23-15 0 0 0,-1-18-160 0 0,45-24 160 0 0,-66-22-480 0 0,-5-39-1521 0 0,-40-27-4161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00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75 1361 0 0,'3'-3'502'0'0,"0"0"1"0"0,-1-1 0 0 0,0 1 0 0 0,0-1 0 0 0,0 0-1 0 0,0 0 1 0 0,-1 0 0 0 0,1 0 0 0 0,-1 0 0 0 0,0 0-1 0 0,0 0 1 0 0,0-5 0 0 0,-2 8-448 0 0,1 0 0 0 0,0 0 0 0 0,-1 0-1 0 0,1 0 1 0 0,0 1 0 0 0,-1-1 0 0 0,1 0 0 0 0,-1 0 0 0 0,0 0 0 0 0,1 0-1 0 0,-1 1 1 0 0,0-1 0 0 0,1 0 0 0 0,-1 1 0 0 0,0-1 0 0 0,0 1 0 0 0,0-1-1 0 0,1 1 1 0 0,-1-1 0 0 0,0 1 0 0 0,0-1 0 0 0,0 1 0 0 0,0 0 0 0 0,0-1-1 0 0,0 1 1 0 0,0 0 0 0 0,0 0 0 0 0,0 0 0 0 0,-1 0 0 0 0,-33-3-97 0 0,30 3 132 0 0,1 0-83 0 0,1 1 0 0 0,0-1 0 0 0,-1 1 1 0 0,1 0-1 0 0,0 0 0 0 0,0 0 0 0 0,-1 1 0 0 0,1-1 0 0 0,0 1 0 0 0,0-1 0 0 0,1 1 0 0 0,-1 0 1 0 0,0 0-1 0 0,1 0 0 0 0,-1 1 0 0 0,1-1 0 0 0,-1 1 0 0 0,1-1 0 0 0,0 1 0 0 0,-2 3 0 0 0,-5 4 31 0 0,-9 14 160 0 0,-30 47 0 0 0,11-14 166 0 0,17-23-165 0 0,16-26-142 0 0,0-1 0 0 0,-1 0 0 0 0,-10 13 0 0 0,-11 15 183 0 0,12-25-160 0 0,6 5 14 0 0,-6 2 22 0 0,14-16-109 0 0,0-1 1 0 0,0 1 0 0 0,0 0-1 0 0,0-1 1 0 0,0 1-1 0 0,1 0 1 0 0,-1-1 0 0 0,0 1-1 0 0,0-1 1 0 0,1 1 0 0 0,-1 0-1 0 0,1-1 1 0 0,-1 1-1 0 0,0-1 1 0 0,1 1 0 0 0,-1-1-1 0 0,1 1 1 0 0,-1-1 0 0 0,1 0-1 0 0,-1 1 1 0 0,1-1-1 0 0,0 0 1 0 0,-1 1 0 0 0,1-1-1 0 0,-1 0 1 0 0,1 0 0 0 0,0 1-1 0 0,-1-1 1 0 0,1 0-1 0 0,0 0 1 0 0,0 0 0 0 0,-1 0-4 0 0,1 0-1 0 0,-1 0 1 0 0,0 0 0 0 0,0 0 0 0 0,0 0 0 0 0,0 0 0 0 0,1 1-1 0 0,-1-1 1 0 0,0 0 0 0 0,0 0 0 0 0,0 0 0 0 0,0 0 0 0 0,1 0-1 0 0,-1 0 1 0 0,0 0 0 0 0,0 0 0 0 0,0 1 0 0 0,0-1 0 0 0,0 0-1 0 0,0 0 1 0 0,1 0 0 0 0,-1 0 0 0 0,0 1 0 0 0,0-1 0 0 0,0 0-1 0 0,0 0 1 0 0,0 0 0 0 0,0 0 0 0 0,0 1 0 0 0,0-1 0 0 0,0 0-1 0 0,0 0 1 0 0,0 0 0 0 0,0 1 0 0 0,0-1 0 0 0,0 0 0 0 0,0 0-1 0 0,0 0 1 0 0,0 1 0 0 0,0-1 0 0 0,0 0 0 0 0,0 0 0 0 0,0 0-1 0 0,0 1 3 0 0,-1-1-1 0 0,1 0 0 0 0,0 0 0 0 0,0 0 0 0 0,0 1 0 0 0,0-1 0 0 0,0 0 0 0 0,0 0 0 0 0,0 1 0 0 0,0-1 0 0 0,0 0 0 0 0,1 0 1 0 0,-1 0-1 0 0,0 1 0 0 0,0-1 0 0 0,0 0 0 0 0,0 0 0 0 0,0 0 0 0 0,0 1 0 0 0,0-1 0 0 0,0 0 0 0 0,0 0 0 0 0,1 0 1 0 0,-1 1-1 0 0,0-1 0 0 0,0 0 0 0 0,0 0 0 0 0,0 0 0 0 0,1 0 0 0 0,-1 0 0 0 0,0 0 0 0 0,0 1 0 0 0,0-1 0 0 0,1 0 0 0 0,-1 0 1 0 0,0 0-1 0 0,0 0 0 0 0,0 0 0 0 0,1 0 0 0 0,-1 0 0 0 0,0 0 0 0 0,0 0 0 0 0,1 0 0 0 0,-1 0 0 0 0,0 0 0 0 0,0 0 0 0 0,0 0 1 0 0,1 0-1 0 0,-1 0 0 0 0,0 0 0 0 0,0 0 0 0 0,0 0 0 0 0,1 0 0 0 0,-1-1 0 0 0,0 1 0 0 0,363 19 1276 0 0,-131-32-1601 0 0,-65-18-2828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47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17 920 2961 0 0,'-17'3'2276'0'0,"22"-8"-1539"0"0,10-8-161 0 0,-12 10-512 0 0,1 0 1 0 0,-1 1 0 0 0,0-1 0 0 0,1 1 0 0 0,0 0-1 0 0,-1 0 1 0 0,1 0 0 0 0,0 0 0 0 0,0 1 0 0 0,6-2-1 0 0,26-13 598 0 0,16 7 1165 0 0,-37 7-1745 0 0,0 0-1 0 0,0 1 1 0 0,28 1 0 0 0,20 0 18 0 0,85-14 300 0 0,-135 12-298 0 0,-8 0-84 0 0,29 1 102 0 0,380-13 107 0 0,-173 9-147 0 0,-183 3-40 0 0,98-18 0 0 0,-149 19-40 0 0,278-55 147 0 0,-251 49-98 0 0,53-17 0 0 0,-30 7-54 0 0,-11 4 2 0 0,-28 6-7 0 0,1 2-1 0 0,0 0 0 0 0,0 1 1 0 0,0 1-1 0 0,22-1 1 0 0,3 8-43 0 0,-32-2 80 0 0,1 0-1 0 0,-1-1 0 0 0,18-1 1 0 0,317-5 155 0 0,-258 5-44 0 0,-49 3-125 0 0,-22-2-17 0 0,0 0-1 0 0,21-2 1 0 0,42-8 171 0 0,82-19 0 0 0,-158 26-143 0 0,0 1 0 0 0,1-1 0 0 0,-1 0 0 0 0,0 0 1 0 0,0 0-1 0 0,0-1 0 0 0,0 0 0 0 0,0 0 0 0 0,4-4 1 0 0,-6 5-9 0 0,-1 0 0 0 0,0-1 0 0 0,0 1 0 0 0,0 0 0 0 0,0-1 0 0 0,0 0 0 0 0,-1 1 0 0 0,1-1 0 0 0,-1 0 0 0 0,1 0 0 0 0,-1 0 0 0 0,0 0 0 0 0,0 0 0 0 0,-1 0 0 0 0,1 0 0 0 0,-1 0 0 0 0,1 0 0 0 0,-1-4 0 0 0,0-62 238 0 0,0 68-251 0 0,0-1-1 0 0,0 1 1 0 0,0 0 0 0 0,0-1 0 0 0,0 1-1 0 0,0 0 1 0 0,1 0 0 0 0,-1 0 0 0 0,0-1-1 0 0,1 1 1 0 0,-1 0 0 0 0,1 0 0 0 0,-1 0-1 0 0,1 0 1 0 0,0-1 0 0 0,-1 1 0 0 0,1 0-1 0 0,0 0 1 0 0,0 0 0 0 0,1 0 0 0 0,1-5 13 0 0,-12-6-10 0 0,1-8-73 0 0,-7 6 52 0 0,12 12 15 0 0,0-1 0 0 0,0 1 1 0 0,0-1-1 0 0,0 0 0 0 0,1 0 0 0 0,-1 0 0 0 0,1 0 1 0 0,0 0-1 0 0,-3-5 0 0 0,0 1 11 0 0,1 0-1 0 0,-1 0 1 0 0,-1 0 0 0 0,0 1-1 0 0,0 0 1 0 0,0 0 0 0 0,0 1-1 0 0,-13-9 1 0 0,-21-18 26 0 0,32 25-49 0 0,0 1 0 0 0,-1 0 0 0 0,0 1 0 0 0,0 0 0 0 0,0 0 0 0 0,-1 1 0 0 0,1 0 0 0 0,-14-3-1 0 0,-13-6 2 0 0,-151-51 74 0 0,148 52-59 0 0,-241-70-204 0 0,265 78 138 0 0,-1 0 0 0 0,1 0 1 0 0,0 2-1 0 0,-1 0 0 0 0,0 1 1 0 0,1 0-1 0 0,-29 3 0 0 0,-50 8-277 0 0,-158 37-1 0 0,-14 4 119 0 0,220-45 202 0 0,1-3 1 0 0,-1-1 0 0 0,-89-9 0 0 0,135 7 18 0 0,-37-9-21 0 0,36 9 23 0 0,0 0 0 0 0,1 0 0 0 0,-1 0-1 0 0,0-1 1 0 0,1 1 0 0 0,-1 0 0 0 0,0-1-1 0 0,1 1 1 0 0,-1-1 0 0 0,1 1 0 0 0,-1-1-1 0 0,1 1 1 0 0,-1-1 0 0 0,1 1-1 0 0,-1-1 1 0 0,1 1 0 0 0,-1-1 0 0 0,1 1-1 0 0,0-1 1 0 0,-1 0 0 0 0,1 1 0 0 0,0-1-1 0 0,0 0 1 0 0,-1 1 0 0 0,1-1 0 0 0,0 0-1 0 0,0 0 1 0 0,0 1 0 0 0,0-1 0 0 0,0 0-1 0 0,0 0 1 0 0,0 1 0 0 0,0-1-1 0 0,0 0 1 0 0,0 1 0 0 0,0-1 0 0 0,1 0-1 0 0,-1 1 1 0 0,0-1 0 0 0,0 0 0 0 0,1 1-1 0 0,-1-1 1 0 0,0 0 0 0 0,1 1 0 0 0,-1-1-1 0 0,1 1 1 0 0,-1-1 0 0 0,1 1-1 0 0,0-2 1 0 0,2-2 15 0 0,-1-1 0 0 0,1 0 0 0 0,-1-1 0 0 0,0 1 1 0 0,0 0-1 0 0,-1 0 0 0 0,1-1 0 0 0,-1 1 0 0 0,-1-1 0 0 0,1 0 0 0 0,-1 1 0 0 0,0-1 0 0 0,-1-10 0 0 0,1 11-16 0 0,0 5-1 0 0,0 0 0 0 0,0 0 0 0 0,0-1 0 0 0,0 1 0 0 0,0 0 0 0 0,0 0 0 0 0,0 0 0 0 0,0-1 0 0 0,-1 1 0 0 0,1 0 0 0 0,0 0 0 0 0,0 0 0 0 0,0-1 0 0 0,0 1 0 0 0,-1 0 0 0 0,1 0 0 0 0,0 0 0 0 0,0 0 0 0 0,0 0 0 0 0,-1 0 0 0 0,1 0 0 0 0,0-1 0 0 0,0 1 0 0 0,0 0 0 0 0,-1 0 0 0 0,1 0 0 0 0,0 0 0 0 0,0 0 0 0 0,0 0 0 0 0,-1 0 0 0 0,1 0 0 0 0,0 0 0 0 0,0 0 0 0 0,-1 0 0 0 0,1 0 0 0 0,0 0 0 0 0,0 0 0 0 0,0 0 0 0 0,-1 1 0 0 0,1-1 0 0 0,0 0 0 0 0,0 0 0 0 0,0 0 0 0 0,-1 0 0 0 0,1 0 0 0 0,0 1 0 0 0,-10 3 0 0 0,10-4 0 0 0,-6 3-15 0 0,0 0 0 0 0,-1-1 0 0 0,1 0 0 0 0,-1 0-1 0 0,1 0 1 0 0,-1-1 0 0 0,1 0 0 0 0,-12 0 0 0 0,-10 2-9 0 0,13-1 24 0 0,0 0 0 0 0,0-1 0 0 0,0 0 0 0 0,0-1 0 0 0,-21-3 0 0 0,-39-7-62 0 0,57 6-7 0 0,-1 1-1 0 0,1 1 1 0 0,0 1 0 0 0,-1 0 0 0 0,1 1 0 0 0,-33 5-1 0 0,-104 22-36 0 0,125-20 79 0 0,1 1 0 0 0,-42 17 1 0 0,43-11 87 0 0,26-11-42 0 0,-79 52-6 0 0,68-47-13 0 0,0 0 0 0 0,1 2 0 0 0,-17 15 0 0 0,20-16 0 0 0,-6 7 0 0 0,0-1 0 0 0,-34 25 0 0 0,8-6-147 0 0,38-22 147 0 0,2-10 1 0 0,1-1 0 0 0,-1 1 0 0 0,1-1-1 0 0,-1 1 1 0 0,1 0 0 0 0,-1-1 0 0 0,0 0-1 0 0,0 1 1 0 0,0-1 0 0 0,0 1 0 0 0,0-1-1 0 0,0 0 1 0 0,0 0 0 0 0,0 0 0 0 0,0 1-1 0 0,-1-1 1 0 0,0 1 0 0 0,-30 19-35 0 0,18-12 41 0 0,13-9-9 0 0,1 0 1 0 0,-1 1-1 0 0,1-1 0 0 0,0 1 1 0 0,-1-1-1 0 0,1 0 0 0 0,0 1 1 0 0,-1-1-1 0 0,1 1 0 0 0,0-1 1 0 0,-1 1-1 0 0,1-1 0 0 0,0 1 1 0 0,0-1-1 0 0,0 1 0 0 0,0-1 1 0 0,-1 1-1 0 0,1-1 0 0 0,0 1 1 0 0,0 0-1 0 0,0-1 1 0 0,0 1-1 0 0,0-1 0 0 0,0 1 1 0 0,1-1-1 0 0,-1 1 0 0 0,0-1 1 0 0,0 1-1 0 0,0-1 0 0 0,1 2 1 0 0,-1-2-1 0 0,0 1 4 0 0,0 1 1 0 0,0-1-1 0 0,0 0 1 0 0,0 0-1 0 0,0 0 1 0 0,1 1 0 0 0,-1-1-1 0 0,0 0 1 0 0,1 0-1 0 0,-1 0 1 0 0,1 0 0 0 0,-1 0-1 0 0,1 0 1 0 0,-1 0-1 0 0,1 0 1 0 0,0 0-1 0 0,0 0 1 0 0,-1 0 0 0 0,1 0-1 0 0,0-1 1 0 0,2 3-1 0 0,24 7-20 0 0,1 0-20 0 0,82 37 91 0 0,-98-41-53 0 0,-10-6 0 0 0,1 1 0 0 0,-1 1 0 0 0,0-1 0 0 0,1 0 0 0 0,-1 1 0 0 0,0-1 0 0 0,0 1 0 0 0,0-1 0 0 0,0 1 0 0 0,0 0 0 0 0,-1 0 0 0 0,1 0 0 0 0,0 0 0 0 0,1 4 0 0 0,4 1-18 0 0,-1 0-1 0 0,1 0 1 0 0,0-1 0 0 0,0 1 0 0 0,1-2 0 0 0,0 1 0 0 0,0-1-1 0 0,0 0 1 0 0,1-1 0 0 0,-1 0 0 0 0,1 0 0 0 0,0-1-1 0 0,0 0 1 0 0,1 0 0 0 0,-1-1 0 0 0,0-1 0 0 0,1 1-1 0 0,0-1 1 0 0,-1-1 0 0 0,1 0 0 0 0,10-1 0 0 0,-2-2-756 0 0,-14-4-1254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0:08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350 147 880 0 0,'-1'1'97'0'0,"1"-1"-1"0"0,-1 0 1 0 0,0 0-1 0 0,0 0 0 0 0,1 0 1 0 0,-1 0-1 0 0,0 0 1 0 0,1 0-1 0 0,-1 0 0 0 0,0 0 1 0 0,0 0-1 0 0,1 0 0 0 0,-1 0 1 0 0,0-1-1 0 0,1 1 1 0 0,-1 0-1 0 0,0 0 0 0 0,1-1 1 0 0,-1 1-1 0 0,1 0 1 0 0,-1-1-1 0 0,0 1 0 0 0,1-1 1 0 0,-1 1-1 0 0,1-1 0 0 0,-1 1 1 0 0,1-1-1 0 0,0 1 1 0 0,-1-1-1 0 0,1 0 0 0 0,-1 1 1 0 0,1-1-1 0 0,0 1 1 0 0,0-1-1 0 0,-1 0 0 0 0,1 1 1 0 0,0-1-1 0 0,0 0 1 0 0,0 0-1 0 0,0 1 0 0 0,-1-1 1 0 0,1-1-1 0 0,1 1-12 0 0,-1-1 0 0 0,1 0-1 0 0,0 1 1 0 0,-1-1 0 0 0,1 1 0 0 0,0-1-1 0 0,0 1 1 0 0,0 0 0 0 0,0-1 0 0 0,0 1-1 0 0,0 0 1 0 0,1 0 0 0 0,-1 0 0 0 0,0 0-1 0 0,1 0 1 0 0,-1 0 0 0 0,0 0 0 0 0,3-1-1 0 0,0 0 119 0 0,1-1 0 0 0,-1 1 0 0 0,1 0-1 0 0,-1 1 1 0 0,1-1 0 0 0,0 1 0 0 0,7-1-1 0 0,-12 3-75 0 0,0-1-123 0 0,0 0 0 0 0,0 1 1 0 0,1-1-1 0 0,-1 0 1 0 0,0 0-1 0 0,0 0 0 0 0,0 0 1 0 0,0 0-1 0 0,0 0 0 0 0,0 1 1 0 0,0-1-1 0 0,0 0 0 0 0,0 0 1 0 0,0 0-1 0 0,0 0 0 0 0,0 0 1 0 0,0 0-1 0 0,0 1 1 0 0,0-1-1 0 0,0 0 0 0 0,0 0 1 0 0,0 0-1 0 0,0 0 0 0 0,-1 0 1 0 0,1 0-1 0 0,0 0 0 0 0,0 1 1 0 0,0-1-1 0 0,0 0 1 0 0,0 0-1 0 0,0 0 0 0 0,0 0 1 0 0,0 0-1 0 0,0 0 0 0 0,0 0 1 0 0,-1 0-1 0 0,1 0 0 0 0,0 0 1 0 0,0 1-1 0 0,0-1 0 0 0,0 0 1 0 0,0 0-1 0 0,0 0 1 0 0,-1 0-1 0 0,1 0 0 0 0,0 0 1 0 0,0 0-1 0 0,0 0 0 0 0,0 0 1 0 0,0 0-1 0 0,0 0 0 0 0,-1 0 1 0 0,1 0-1 0 0,0 0 1 0 0,0 0-1 0 0,0 0 0 0 0,0 0 1 0 0,-30-2 129 0 0,16 1-90 0 0,-1 1 1 0 0,1 0-1 0 0,-24 4 0 0 0,4 3-44 0 0,0 2 0 0 0,-45 17 0 0 0,62-19 17 0 0,0 0-1 0 0,1 2 1 0 0,0-1 0 0 0,0 2 0 0 0,1 0-1 0 0,-15 13 1 0 0,30-23-16 0 0,0 0 0 0 0,-1 1-1 0 0,1-1 1 0 0,0 0 0 0 0,-1 0 0 0 0,1 0-1 0 0,0 1 1 0 0,-1-1 0 0 0,1 0 0 0 0,0 0-1 0 0,0 1 1 0 0,-1-1 0 0 0,1 0 0 0 0,0 1-1 0 0,0-1 1 0 0,0 0 0 0 0,-1 1 0 0 0,1-1-1 0 0,0 0 1 0 0,0 1 0 0 0,0-1 0 0 0,0 0 0 0 0,0 1-1 0 0,0-1 1 0 0,0 0 0 0 0,0 1 0 0 0,0-1-1 0 0,0 0 1 0 0,0 1 0 0 0,0-1 0 0 0,0 1-1 0 0,0-1 1 0 0,0 0 0 0 0,0 1 0 0 0,0-1-1 0 0,0 0 1 0 0,0 1 0 0 0,1-1 0 0 0,-1 0-1 0 0,0 1 1 0 0,0-1 0 0 0,0 0 0 0 0,1 0-1 0 0,-1 1 1 0 0,0-1 0 0 0,0 0 0 0 0,1 1-1 0 0,-1-1 1 0 0,0 0 0 0 0,1 0 0 0 0,-1 0 0 0 0,0 1-1 0 0,0-1 1 0 0,1 0 0 0 0,8 7-16 0 0,3 4-10 0 0,1 0 0 0 0,1-2 0 0 0,27 16 0 0 0,-14-15 42 0 0,0-3 0 0 0,0 0 0 0 0,1-1 0 0 0,45 2 0 0 0,-64-6 10 0 0,0-1 1 0 0,1 0 0 0 0,-1-1-1 0 0,1 0 1 0 0,-1-1 0 0 0,1 0-1 0 0,-1-1 1 0 0,1 1 0 0 0,-1-2 0 0 0,0 1-1 0 0,0-1 1 0 0,0-1 0 0 0,0 0-1 0 0,-1 0 1 0 0,1 0 0 0 0,-1-1-1 0 0,0-1 1 0 0,-1 1 0 0 0,1-1-1 0 0,9-10 1 0 0,-13 12-15 0 0,10-9 48 0 0,0-1 0 0 0,-1 0 1 0 0,22-32-1 0 0,-31 41-50 0 0,-1-1 0 0 0,0 1 0 0 0,0-1-1 0 0,0 0 1 0 0,-1 1 0 0 0,0-1 0 0 0,0 0 0 0 0,-1 0 0 0 0,0-1-1 0 0,0 1 1 0 0,0 0 0 0 0,-1 0 0 0 0,1 0 0 0 0,-2-1 0 0 0,1 1 0 0 0,-1 0-1 0 0,0 0 1 0 0,-3-12 0 0 0,3 15-11 0 0,0 0 1 0 0,0-1-1 0 0,0 1 0 0 0,-1 0 0 0 0,1 0 1 0 0,-1 1-1 0 0,0-1 0 0 0,0 0 0 0 0,0 0 1 0 0,0 1-1 0 0,0-1 0 0 0,0 1 0 0 0,-1 0 0 0 0,1 0 1 0 0,-6-4-1 0 0,5 5-63 0 0,1 0 0 0 0,-1 0 0 0 0,1 1 0 0 0,0-1 0 0 0,-1 1 0 0 0,1 0 0 0 0,-1-1 0 0 0,0 1 0 0 0,1 0 0 0 0,-1 0 1 0 0,1 1-1 0 0,-1-1 0 0 0,1 0 0 0 0,-1 1 0 0 0,1 0 0 0 0,0-1 0 0 0,-1 1 0 0 0,-3 2 0 0 0,-1 4-1950 0 0,-12 9-2255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0:08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 4322 0 0,'-45'52'3041'0'0,"45"9"-3601"0"0,22-10 80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0:09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56 1601 0 0,'-1'-2'253'0'0,"1"0"-1"0"0,-1 0 1 0 0,0 0 0 0 0,1 0 0 0 0,-1 0 0 0 0,0 0 0 0 0,0 0-1 0 0,0 1 1 0 0,0-1 0 0 0,-1 0 0 0 0,1 1 0 0 0,0-1 0 0 0,-1 1-1 0 0,1-1 1 0 0,-1 1 0 0 0,1 0 0 0 0,-1 0 0 0 0,0 0 0 0 0,0 0-1 0 0,1 0 1 0 0,-1 0 0 0 0,0 0 0 0 0,0 0 0 0 0,-2 0 0 0 0,-6-3-123 0 0,0 1 1 0 0,0 0-1 0 0,-14-2 1 0 0,15 4-158 0 0,1-1 1 0 0,-1 2 0 0 0,0-1-1 0 0,1 1 1 0 0,-1 1-1 0 0,-14 1 1 0 0,19-1 23 0 0,0 0 0 0 0,1 1 0 0 0,-1-1 0 0 0,1 0-1 0 0,-1 1 1 0 0,1 0 0 0 0,0 0 0 0 0,0 0 0 0 0,0 0 0 0 0,0 1 0 0 0,0-1 0 0 0,0 1 0 0 0,0-1 0 0 0,1 1 0 0 0,-1 0 0 0 0,1 0 0 0 0,-4 7 0 0 0,5-7 23 0 0,-1 0 0 0 0,0 0 0 0 0,1 1 0 0 0,0-1 1 0 0,0 0-1 0 0,0 1 0 0 0,0-1 0 0 0,0 0 0 0 0,1 1 0 0 0,0-1 0 0 0,-1 1 1 0 0,1-1-1 0 0,0 1 0 0 0,1-1 0 0 0,-1 1 0 0 0,1-1 0 0 0,0 1 1 0 0,-1-1-1 0 0,4 6 0 0 0,-1-2 28 0 0,0-1-1 0 0,1 0 1 0 0,0 0 0 0 0,0-1 0 0 0,1 1-1 0 0,0-1 1 0 0,-1 0 0 0 0,2 0-1 0 0,9 7 1 0 0,23 13 87 0 0,-29-20-117 0 0,0 0-1 0 0,0 1 1 0 0,0 0-1 0 0,-1 1 1 0 0,10 10-1 0 0,-17-16-20 0 0,0-1 0 0 0,0 1 0 0 0,-1 0 0 0 0,1 0 0 0 0,-1 0 0 0 0,1 0 0 0 0,-1-1 0 0 0,1 1 0 0 0,-1 0 0 0 0,0 0 0 0 0,1 0 0 0 0,-1 0 0 0 0,0 0 0 0 0,0 0 0 0 0,1 0 0 0 0,-1 0 0 0 0,0 0 0 0 0,0 0 0 0 0,0 0 0 0 0,0 0 0 0 0,0 0 0 0 0,-1 0 0 0 0,1 0 0 0 0,0 0 0 0 0,0 0 0 0 0,-1 0 0 0 0,1 0 0 0 0,0 0 0 0 0,-1 0-1 0 0,1-1 1 0 0,-1 1 0 0 0,1 0 0 0 0,-1 0 0 0 0,0 0 0 0 0,1-1 0 0 0,-1 1 0 0 0,-1 1 0 0 0,0-1-1 0 0,1 0 1 0 0,-1 0-1 0 0,0 0 0 0 0,0 0 0 0 0,1 0 1 0 0,-1-1-1 0 0,0 1 0 0 0,0-1 0 0 0,0 1 1 0 0,0-1-1 0 0,0 1 0 0 0,0-1 0 0 0,0 0 0 0 0,0 0 1 0 0,0 0-1 0 0,0 0 0 0 0,0-1 0 0 0,-3 0 1 0 0,-41-17 28 0 0,43 17-5 0 0,0-1 0 0 0,0 0 0 0 0,0 0 0 0 0,1 0 0 0 0,-1 0 0 0 0,1 0 1 0 0,-1-1-1 0 0,1 1 0 0 0,0-1 0 0 0,0 0 0 0 0,0 1 0 0 0,0-1 0 0 0,-2-5 0 0 0,4 7-7 0 0,-1 0 0 0 0,1-1 0 0 0,0 1 0 0 0,-1 0-1 0 0,1-1 1 0 0,0 1 0 0 0,0 0 0 0 0,0-1 0 0 0,0 1 0 0 0,0 0-1 0 0,0-1 1 0 0,0 1 0 0 0,1-1 0 0 0,-1 1 0 0 0,0 0-1 0 0,1 0 1 0 0,-1-1 0 0 0,1 1 0 0 0,-1 0 0 0 0,1 0 0 0 0,0-1-1 0 0,0 1 1 0 0,-1 0 0 0 0,1 0 0 0 0,2-2 0 0 0,30-21 244 0 0,-29 22-234 0 0,64-31 222 0 0,-48 24-234 0 0,32-20 0 0 0,-48 27-46 0 0,-1-1 0 0 0,0 1 1 0 0,0-1-1 0 0,-1 0 0 0 0,1 0 0 0 0,0 0 1 0 0,-1 0-1 0 0,4-7 0 0 0,-6 9-44 0 0,1 0 0 0 0,0 0 0 0 0,-1-1 1 0 0,1 1-1 0 0,-1 0 0 0 0,0 0 0 0 0,1 0 0 0 0,-1-1 0 0 0,0 1 0 0 0,0 0 0 0 0,0 0 1 0 0,0-1-1 0 0,0 1 0 0 0,0 0 0 0 0,0-1 0 0 0,0 1 0 0 0,0 0 0 0 0,-1 0 0 0 0,1-1 1 0 0,0 1-1 0 0,-1 0 0 0 0,1 0 0 0 0,-1 0 0 0 0,1 0 0 0 0,-1-1 0 0 0,0 1 0 0 0,-1-1 1 0 0,-2-1-580 0 0,0 0 1 0 0,0 0-1 0 0,-1 1 1 0 0,1-1-1 0 0,-1 1 1 0 0,-6-2-1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0:10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0 254 2001 0 0,'23'-10'6563'0'0,"-23"1"-6323"0"0,22-5-320 0 0,-22-10 80 0 0,22-8 160 0 0,0-11 160 0 0,0 1-80 0 0,23 9-80 0 0,-23 11-160 0 0,-22 2 80 0 0,0 15 0 0 0,0 10 1 0 0,45 43 159 0 0,17 40 0 0 0,-62-32-480 0 0,22-3-641 0 0,-44-31-319 0 0,-40-22-2482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0:10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1 109 4162 0 0,'22'-47'3201'0'0,"23"9"-1440"0"0,44 15-1281 0 0,62 23-5682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0:11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94 201 3682 0 0,'-5'-2'643'0'0,"0"0"1"0"0,0 0-1 0 0,-1-1 0 0 0,1 1 1 0 0,1-1-1 0 0,-1 0 1 0 0,0 0-1 0 0,-4-4 1 0 0,-27-16 501 0 0,29 17-571 0 0,6 5-442 0 0,9 2-37 0 0,40 4 198 0 0,-1-2-10 0 0,31 2 89 0 0,1-4 1 0 0,102-11 0 0 0,-179 10-292 0 0,1 0 0 0 0,-1 0 0 0 0,0 0 0 0 0,0-1 0 0 0,1 0 0 0 0,-1 1 0 0 0,0-1 0 0 0,0 0 1 0 0,1 0-1 0 0,-1 0 0 0 0,0 0 0 0 0,0 0 0 0 0,0-1 0 0 0,0 1 0 0 0,-1-1 0 0 0,1 1 0 0 0,2-4 0 0 0,-3 4 15 0 0,-1 0 0 0 0,1 0 1 0 0,-1-1-1 0 0,1 1 0 0 0,-1 0 0 0 0,0 0 0 0 0,0-1 0 0 0,0 1 0 0 0,0 0 0 0 0,0-1 0 0 0,0 1 0 0 0,0 0 0 0 0,0-1 0 0 0,0 1 0 0 0,-1 0 0 0 0,1-1 0 0 0,0 1 0 0 0,-1 0 0 0 0,1 0 0 0 0,-1-1 1 0 0,0 1-1 0 0,0-1 0 0 0,-4-5 219 0 0,1 1 1 0 0,-1 0 0 0 0,0 0-1 0 0,-1 1 1 0 0,1-1-1 0 0,-1 1 1 0 0,0 1 0 0 0,-12-8-1 0 0,2 3-264 0 0,0 2-1 0 0,0 0 1 0 0,-20-5 0 0 0,18 7-4112 0 0,1 2-3993 0 0,50 7 1625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0:11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1 5763 0 0,'-111'22'3361'0'0,"45"7"-3361"0"0,-1 27 480 0 0,45-5-1680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0:22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945 7 1921 0 0,'41'13'5376'0'0,"-41"-13"-5317"0"0,0 0 0 0 0,0 0 0 0 0,0 0 0 0 0,-1 0 1 0 0,1 0-1 0 0,0 0 0 0 0,0 0 0 0 0,0-1 0 0 0,0 1 1 0 0,0 0-1 0 0,0 0 0 0 0,0 0 0 0 0,0 0 0 0 0,0 0 1 0 0,0 0-1 0 0,0-1 0 0 0,-1 1 0 0 0,1 0 0 0 0,0 0 1 0 0,0 0-1 0 0,0 0 0 0 0,0 0 0 0 0,0 0 0 0 0,0-1 1 0 0,0 1-1 0 0,0 0 0 0 0,0 0 0 0 0,0 0 0 0 0,0 0 0 0 0,0 0 1 0 0,1 0-1 0 0,-1-1 0 0 0,0 1 0 0 0,0 0 0 0 0,0 0 1 0 0,0 0-1 0 0,0 0 0 0 0,0 0 0 0 0,0 0 0 0 0,0-1 1 0 0,0 1-1 0 0,0 0 0 0 0,0 0 0 0 0,0 0 0 0 0,1 0 1 0 0,-1 0-1 0 0,0 0 0 0 0,-17-4 292 0 0,5 1-259 0 0,0 1 0 0 0,0 0 0 0 0,0 0 0 0 0,0 1 0 0 0,-1 0-1 0 0,1 1 1 0 0,-1 1 0 0 0,1 0 0 0 0,0 1 0 0 0,0 0 0 0 0,-18 6 0 0 0,8-1-105 0 0,2 2-1 0 0,0 1 1 0 0,0 0 0 0 0,0 1-1 0 0,-26 21 1 0 0,-65 68-134 0 0,89-82 146 0 0,2 1 0 0 0,-20 23 1 0 0,-26 25 29 0 0,60-62-54 0 0,0 1 1 0 0,1-1 0 0 0,0 1-1 0 0,-5 7 1 0 0,-10 11-28 0 0,4-9 74 0 0,7-5-31 0 0,-1-1 0 0 0,1 2 1 0 0,-10 13-1 0 0,11-13 1 0 0,-1-1-1 0 0,0 1 1 0 0,-1-2 0 0 0,0 1-1 0 0,0-2 1 0 0,-1 1-1 0 0,0-1 1 0 0,-19 10 0 0 0,-10 8 3 0 0,8-9 5 0 0,29-16 0 0 0,1 0 0 0 0,-1 1 0 0 0,0-1 0 0 0,1 1 0 0 0,-1-1 0 0 0,1 1 0 0 0,0 0 0 0 0,0-1 0 0 0,-1 1 0 0 0,1 1 0 0 0,0-1 0 0 0,0 0 0 0 0,1 0 0 0 0,-1 1 0 0 0,0-1 0 0 0,1 1 0 0 0,0-1 0 0 0,-2 5 0 0 0,-1 1 0 0 0,-1-1 0 0 0,1 0 0 0 0,-1-1 0 0 0,-7 9 0 0 0,7-9 0 0 0,0 0 0 0 0,0 1 0 0 0,0 0 0 0 0,-5 10 0 0 0,10-15-1 0 0,-1-1 0 0 0,1 0 1 0 0,0 1-1 0 0,0-1 0 0 0,-1 0 0 0 0,1 1 1 0 0,0-1-1 0 0,0 0 0 0 0,0 1 0 0 0,0-1 0 0 0,1 0 1 0 0,-1 1-1 0 0,0-1 0 0 0,0 0 0 0 0,1 1 0 0 0,-1-1 1 0 0,1 0-1 0 0,-1 1 0 0 0,1-1 0 0 0,0 0 0 0 0,0 0 1 0 0,-1 0-1 0 0,3 2 0 0 0,25 22-39 0 0,-7-7 6 0 0,-12 8 2 0 0,-9-23 33 0 0,1 0 0 0 0,-1 0 0 0 0,1-1 0 0 0,0 1 0 0 0,0 0 0 0 0,0-1 1 0 0,0 1-1 0 0,0-1 0 0 0,1 1 0 0 0,-1-1 0 0 0,1 1 0 0 0,-1-1 0 0 0,1 0 0 0 0,0 0 0 0 0,0 0 0 0 0,3 3 0 0 0,7 3-8 0 0,0-1 0 0 0,0 0 0 0 0,1-1 0 0 0,0 0 0 0 0,0-1 0 0 0,0 0 0 0 0,17 3 0 0 0,105 15-66 0 0,-103-18 69 0 0,281 26 56 0 0,-101-12-24 0 0,-190-18-10 0 0,1-2 1 0 0,-1 0-1 0 0,0-2 0 0 0,1 0 1 0 0,-1-1-1 0 0,0-2 0 0 0,40-15 1 0 0,-33 9 42 0 0,0-2 1 0 0,-1-1 0 0 0,-1-1 0 0 0,45-36-1 0 0,-38 28 18 0 0,-6 5-52 0 0,-18 13 39 0 0,0-1 0 0 0,0 0 1 0 0,-1 0-1 0 0,12-12 1 0 0,-18 15-32 0 0,-1 0 0 0 0,1 0 0 0 0,0 1 0 0 0,-1-1 0 0 0,0-1 0 0 0,0 1 0 0 0,0 0 0 0 0,-1 0 0 0 0,1-1 1 0 0,-1 1-1 0 0,0-1 0 0 0,0 1 0 0 0,-1-1 0 0 0,1 0 0 0 0,-1-5 0 0 0,0-20 108 0 0,-1 2-34 0 0,1 0 1 0 0,1 0-1 0 0,2 0 1 0 0,1 0 0 0 0,11-42-1 0 0,-13 65-88 0 0,0 0 0 0 0,-1 0 0 0 0,0-1-1 0 0,0 1 1 0 0,0-1 0 0 0,0 1-1 0 0,-1-1 1 0 0,0 1 0 0 0,0-1 0 0 0,-1 1-1 0 0,1-1 1 0 0,-4-9 0 0 0,-1 3 56 0 0,0 0 0 0 0,-1 1 0 0 0,-1 0 0 0 0,-13-18 0 0 0,11 17-38 0 0,-5-6-70 0 0,-1 0 0 0 0,-1 1 0 0 0,0 1 0 0 0,-1 0-1 0 0,0 2 1 0 0,-2 0 0 0 0,0 0 0 0 0,0 2 0 0 0,-1 0 0 0 0,-1 2 0 0 0,-22-9 0 0 0,17 14-1410 0 0,-15 4-1694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18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64 2641 0 0,'0'0'75'0'0,"0"-1"0"0"0,0 1 0 0 0,0-1 0 0 0,0 1-1 0 0,0 0 1 0 0,0-1 0 0 0,0 1 0 0 0,-1-1 0 0 0,1 1 0 0 0,0 0 0 0 0,0-1-1 0 0,0 1 1 0 0,-1-1 0 0 0,1 1 0 0 0,0 0 0 0 0,-1-1 0 0 0,1 1-1 0 0,0 0 1 0 0,-1 0 0 0 0,1-1 0 0 0,0 1 0 0 0,-1 0 0 0 0,1 0 0 0 0,0-1-1 0 0,-1 1 1 0 0,1 0 0 0 0,-1 0 0 0 0,1 0 0 0 0,0 0 0 0 0,-1-1 0 0 0,1 1-1 0 0,-1 0 1 0 0,1 0 0 0 0,-1 0 0 0 0,0 0 0 0 0,-26-5 952 0 0,0 2 0 0 0,-1 0 0 0 0,-53 3 0 0 0,63 0-760 0 0,0 1 0 0 0,-27 6 0 0 0,43-6-257 0 0,1-1 0 0 0,-1 0 1 0 0,1 0-1 0 0,-1 1 0 0 0,1-1 1 0 0,-1 1-1 0 0,1-1 0 0 0,-1 1 1 0 0,1-1-1 0 0,0 1 0 0 0,-1 0 0 0 0,1 0 1 0 0,0 0-1 0 0,0 0 0 0 0,0 0 1 0 0,-1 0-1 0 0,1 0 0 0 0,0 0 1 0 0,0 0-1 0 0,1 0 0 0 0,-1 1 1 0 0,0-1-1 0 0,0 0 0 0 0,0 1 1 0 0,1-1-1 0 0,-1 1 0 0 0,1-1 1 0 0,-1 0-1 0 0,1 1 0 0 0,-1 1 1 0 0,2-1-8 0 0,-1 0 1 0 0,1 0 0 0 0,-1-1 0 0 0,1 1 0 0 0,0 0 0 0 0,0-1 0 0 0,-1 1 0 0 0,1-1 0 0 0,0 1 0 0 0,0-1-1 0 0,1 1 1 0 0,-1-1 0 0 0,0 1 0 0 0,0-1 0 0 0,1 0 0 0 0,-1 0 0 0 0,1 0 0 0 0,-1 0 0 0 0,1 0 0 0 0,-1 0 0 0 0,1 0-1 0 0,0 0 1 0 0,2 0 0 0 0,24 10 109 0 0,47 11 1 0 0,-59-19-111 0 0,0 1 0 0 0,0 1 1 0 0,-1 0-1 0 0,0 1 1 0 0,0 1-1 0 0,0 1 0 0 0,26 17 1 0 0,-38-23-8 0 0,-1 0 0 0 0,1 0 0 0 0,-1 0 1 0 0,0 1-1 0 0,1-1 0 0 0,-1 1 0 0 0,0-1 1 0 0,0 1-1 0 0,-1 0 0 0 0,3 4 0 0 0,-3-6 2 0 0,-1 0-1 0 0,0 0 1 0 0,1 1-1 0 0,-1-1 1 0 0,0 0-1 0 0,0 1 1 0 0,0-1-1 0 0,0 0 1 0 0,0 1-1 0 0,0-1 1 0 0,0 0-1 0 0,0 0 1 0 0,0 1-1 0 0,-1-1 1 0 0,1 0-1 0 0,-1 1 1 0 0,1-1-1 0 0,-1 0 1 0 0,1 0-1 0 0,-1 0 1 0 0,0 1-1 0 0,1-1 1 0 0,-1 0-1 0 0,0 0 0 0 0,-2 1 1 0 0,-4 5-1 0 0,-1-1-1 0 0,0 0 1 0 0,-1-1 0 0 0,1 0 0 0 0,-1 0-1 0 0,0-1 1 0 0,-1 0 0 0 0,1-1 0 0 0,-20 5-1 0 0,13-4 27 0 0,-2 0-1 0 0,1-2 1 0 0,0 0-1 0 0,-35-1 1 0 0,48-1-16 0 0,-1 0-1 0 0,0-1 1 0 0,0 0-1 0 0,0 0 1 0 0,1 0 0 0 0,-1 0-1 0 0,0-1 1 0 0,1 0-1 0 0,-1 0 1 0 0,-5-4 0 0 0,9 6-7 0 0,0-1 0 0 0,1 1 1 0 0,-1-1-1 0 0,1 1 0 0 0,-1-1 1 0 0,1 1-1 0 0,0-1 0 0 0,-1 0 1 0 0,1 1-1 0 0,-1-1 0 0 0,1 1 1 0 0,0-1-1 0 0,0 0 1 0 0,-1 0-1 0 0,1 1 0 0 0,0-1 1 0 0,0 0-1 0 0,0 1 0 0 0,0-1 1 0 0,0 0-1 0 0,0 0 0 0 0,0 1 1 0 0,0-1-1 0 0,0 0 0 0 0,0 1 1 0 0,0-2-1 0 0,1-1 0 0 0,1 1 0 0 0,-1 0 0 0 0,0 0-1 0 0,1 0 1 0 0,-1 0 0 0 0,1 0 0 0 0,-1 0 0 0 0,1 1 0 0 0,0-1-1 0 0,0 0 1 0 0,0 1 0 0 0,3-2 0 0 0,39-26-92 0 0,2 2 1 0 0,64-27-1 0 0,-36 19-6 0 0,-1 0 80 0 0,-30 15 120 0 0,74-47 0 0 0,-109 59-77 0 0,-12 4-28 0 0,-12 3-125 0 0,-27 12-1206 0 0,-20 18-2802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18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374 38 3121 0 0,'-89'0'3522'0'0,"0"4"-1521"0"0,22 6-1601 0 0,23 4-240 0 0,-19 14 320 0 0,41 23 161 0 0,44-8-561 0 0,41-15 0 0 0,3-18-80 0 0,45-20 80 0 0,-44-8-80 0 0,0-11 80 0 0,44-46-480 0 0,-111 10 560 0 0,-22 37 0 0 0,-89 28-480 0 0,22 28-1281 0 0,44-5-1520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19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485 57 1761 0 0,'0'-10'2881'0'0,"-18"-4"80"0"0,-71 6-1200 0 0,-44 16-720 0 0,-45 26-561 0 0,133 7 240 0 0,23 16-480 0 0,111-25-240 0 0,22-12 0 0 0,67-34 0 0 0,-5-29 80 0 0,-106 5-160 0 0,-45-3-240 0 0,-88-21 240 0 0,-86 44-880 0 0,-136 42-6484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20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45 221 4322 0 0,'-10'-2'1886'0'0,"-17"-5"950"0"0,26 7-2811 0 0,1-1 1 0 0,-1 1-1 0 0,1 0 1 0 0,-1-1-1 0 0,1 1 0 0 0,-1 0 1 0 0,1-1-1 0 0,-1 1 1 0 0,1-1-1 0 0,0 1 1 0 0,-1-1-1 0 0,1 1 0 0 0,0-1 1 0 0,-1 0-1 0 0,1 1 1 0 0,0-1-1 0 0,0 1 0 0 0,-1-1 1 0 0,1 1-1 0 0,0-1 1 0 0,0 0-1 0 0,0 1 0 0 0,0-1 1 0 0,0 0-1 0 0,0 1 1 0 0,0-1-1 0 0,0 1 1 0 0,0-1-1 0 0,0 0 0 0 0,1 1 1 0 0,-1-1-1 0 0,0 1 1 0 0,0-1-1 0 0,0 0 0 0 0,1 1 1 0 0,-1-1-1 0 0,0 1 1 0 0,1-1-1 0 0,-1 1 0 0 0,0-1 1 0 0,1 0-1 0 0,4-5-24 0 0,1 0 0 0 0,-1 0-1 0 0,1 1 1 0 0,0-1 0 0 0,1 1-1 0 0,-1 1 1 0 0,1-1 0 0 0,0 1-1 0 0,0 0 1 0 0,14-5 0 0 0,-11 4 5 0 0,7-4 10 0 0,130-59 133 0 0,-121 57-126 0 0,0 2 0 0 0,0 1 0 0 0,1 1 0 0 0,29-3 0 0 0,-55 10-22 0 0,32-1 3 0 0,-32 1-1 0 0,0-1-1 0 0,-1 1 1 0 0,1 0 0 0 0,0 0-1 0 0,-1 0 1 0 0,1 0 0 0 0,0 1-1 0 0,-1-1 1 0 0,1 0 0 0 0,0 0-1 0 0,-1 0 1 0 0,1 0 0 0 0,0 1-1 0 0,-1-1 1 0 0,1 0 0 0 0,-1 1-1 0 0,1-1 1 0 0,-1 0 0 0 0,1 1-1 0 0,0-1 1 0 0,-1 1 0 0 0,1-1-1 0 0,-1 1 1 0 0,0-1 0 0 0,1 1-1 0 0,-1-1 1 0 0,1 1 0 0 0,-1-1-1 0 0,0 1 1 0 0,1 0 0 0 0,-1-1-1 0 0,0 1 1 0 0,0 0 0 0 0,0-1-1 0 0,1 1 1 0 0,-1 0 0 0 0,0-1-1 0 0,0 1 1 0 0,0 0 0 0 0,0-1-1 0 0,0 1 1 0 0,0 1 0 0 0,-3 5 41 0 0,-1 0 1 0 0,1 1 0 0 0,-1-1-1 0 0,-1 0 1 0 0,1-1 0 0 0,-1 1-1 0 0,0-1 1 0 0,-7 6 0 0 0,-48 47 331 0 0,54-53-340 0 0,-39 32 70 0 0,39-31-106 0 0,8-5 0 0 0,3-3 0 0 0,-1 0 0 0 0,1 0 0 0 0,-1 0 0 0 0,0-1 0 0 0,0 1 0 0 0,0-1 0 0 0,0-1 0 0 0,6-3 0 0 0,13-6 0 0 0,4-1 3 0 0,9-3-124 0 0,67-42-1 0 0,-77 40 55 0 0,-16 15 64 0 0,-10 3 4 0 0,0 0 0 0 0,0 0 0 0 0,0 0 0 0 0,0 0 0 0 0,0 0 0 0 0,0 0 0 0 0,1 0 0 0 0,-1 0 0 0 0,0 0 0 0 0,0 1 0 0 0,0-1 0 0 0,0 0 0 0 0,0 0 0 0 0,0 0 0 0 0,0 0 0 0 0,0 0 0 0 0,1 0 0 0 0,-1 0 0 0 0,0 0 0 0 0,0 0 0 0 0,0 0 0 0 0,0 0 0 0 0,0 1 0 0 0,0-1 0 0 0,0 0 0 0 0,0 0-1 0 0,0 0 1 0 0,0 0 0 0 0,0 0 0 0 0,0 0 0 0 0,0 0 0 0 0,0 1 0 0 0,0-1 0 0 0,0 0 0 0 0,0 0 0 0 0,0 0 0 0 0,0 0 0 0 0,0 0 0 0 0,0 0 0 0 0,0 0 0 0 0,0 1 0 0 0,0-1 0 0 0,0 0 0 0 0,0 0 0 0 0,0 0 0 0 0,0 0 0 0 0,0 0 0 0 0,0 0 0 0 0,0 0 0 0 0,0 1 0 0 0,0-1 0 0 0,0 0 0 0 0,0 0 0 0 0,-1 0 0 0 0,1 0 0 0 0,0 0 0 0 0,0 0 0 0 0,-12 15 92 0 0,-1 0 0 0 0,0-2 0 0 0,-1 1 0 0 0,-1-2 0 0 0,-17 13 0 0 0,17-13-51 0 0,-30 20 25 0 0,20-21-34 0 0,28-18-65 0 0,-3 6 17 0 0,32-21-25 0 0,1 2 0 0 0,1 0 0 0 0,1 3 0 0 0,0 0 0 0 0,51-15 0 0 0,-78 29 41 0 0,-1 0 6 0 0,1 1 0 0 0,-1 0 0 0 0,0 0 0 0 0,0 0 0 0 0,13-1 1 0 0,-18 3-3 0 0,0 1 0 0 0,1-1 0 0 0,-1 0 0 0 0,0 0 0 0 0,0 1 0 0 0,0-1 0 0 0,0 1 0 0 0,0-1 0 0 0,0 1 0 0 0,0 0 0 0 0,0 0 0 0 0,0 0 0 0 0,-1 0 0 0 0,1 0 0 0 0,0 1 0 0 0,0-1 0 0 0,-1 0 0 0 0,1 1 0 0 0,-1-1 0 0 0,1 1 0 0 0,-1 0 0 0 0,0-1 0 0 0,0 1 0 0 0,0 0 0 0 0,2 4 0 0 0,16 53 128 0 0,-12-32-93 0 0,-6-25-71 0 0,-1 1 0 0 0,1-1 0 0 0,0 1 0 0 0,0-1 0 0 0,0 0 0 0 0,0 1 0 0 0,0-1-1 0 0,1 0 1 0 0,-1 0 0 0 0,1 0 0 0 0,-1 0 0 0 0,1 0 0 0 0,0 0 0 0 0,0-1 0 0 0,0 1 0 0 0,0 0 0 0 0,0-1 0 0 0,0 1 0 0 0,0-1-1 0 0,4 2 1 0 0,-2-2-229 0 0,1 0-1 0 0,0-1 1 0 0,0 1-1 0 0,-1-1 1 0 0,1 0-1 0 0,0 0 1 0 0,8-1-1 0 0,-1 0-457 0 0,73-10-5538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21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1 413 800 0 0,'0'9'7444'0'0,"22"-18"-7204"0"0,18-5 0 0 0,27-14 80 0 0,155-98 481 0 0,-111 41-962 0 0,0 14 642 0 0,-26 25-401 0 0,-41 17-80 0 0,-22 15-80 0 0,-22 20 160 0 0,0 45 480 0 0,-66 76 80 0 0,-19-39-320 0 0,19-17-400 0 0,-46-1-640 0 0,90-47-2481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21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 1921 0 0,'0'-18'3441'0'0,"44"8"-1200"0"0,-22-3-960 0 0,23-7-240 0 0,-1 20-641 0 0,129 29-5202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22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9 160 0 0,'88'-5'5122'0'0,"-65"5"-2160"0"0,21 0-561 0 0,1 5-1601 0 0,106-5-960 0 0,115-9-2401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22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5683 0 0,'22'4'3601'0'0,"0"-4"-2560"0"0,67 0-561 0 0,18 6-400 0 0,48-6-3281 0 0,-110-24-2882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25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1103 92 2561 0 0,'17'-11'2916'0'0,"-17"11"-2864"0"0,0 0 0 0 0,1 0 0 0 0,-1-1 0 0 0,0 1 0 0 0,0 0 0 0 0,0-1 0 0 0,0 1 0 0 0,0 0 0 0 0,0 0 0 0 0,0-1 0 0 0,0 1 0 0 0,0 0 0 0 0,-1 0 0 0 0,1-1 0 0 0,0 1 0 0 0,0 0 0 0 0,0 0 0 0 0,0-1 0 0 0,0 1 0 0 0,0 0 0 0 0,0 0 0 0 0,-1-1 0 0 0,1 1 0 0 0,0 0 0 0 0,0 0 0 0 0,0 0 0 0 0,-1 0 0 0 0,1-1 0 0 0,0 1 0 0 0,0 0 0 0 0,0 0 0 0 0,-1 0 0 0 0,1 0 0 0 0,0 0 0 0 0,0-1 0 0 0,-1 1 0 0 0,1 0 0 0 0,-40-11 1622 0 0,22 8-1770 0 0,-24-9 418 0 0,-113-26 480 0 0,134 35-615 0 0,-1 0-1 0 0,0 1 0 0 0,0 1 0 0 0,0 1 0 0 0,-26 4 0 0 0,23 0-89 0 0,0 2 1 0 0,-26 9-1 0 0,3 0-2 0 0,27-10-52 0 0,0 2 0 0 0,1 0 1 0 0,0 1-1 0 0,0 1 0 0 0,0 1 1 0 0,1 1-1 0 0,-25 18 0 0 0,25-17-35 0 0,0-1 0 0 0,-28 11 0 0 0,-20 11-98 0 0,-87 48 170 0 0,151-80-66 0 0,1-1 1 0 0,-1 1-1 0 0,1 1 1 0 0,0-1-1 0 0,0 0 1 0 0,-1 0-1 0 0,1 1 1 0 0,0-1-1 0 0,0 1 1 0 0,0 0-1 0 0,1 0 1 0 0,-1-1-1 0 0,0 1 1 0 0,1 0-1 0 0,-1 1 1 0 0,1-1-1 0 0,0 0 1 0 0,-1 0-1 0 0,1 1 1 0 0,0-1-1 0 0,1 0 1 0 0,-2 5-1 0 0,2-6-14 0 0,0 0 1 0 0,0 0-1 0 0,0 0 0 0 0,-1 0 0 0 0,1 0 0 0 0,0 0 0 0 0,0 0 1 0 0,-1 0-1 0 0,1 0 0 0 0,0 0 0 0 0,-1 0 0 0 0,1 0 0 0 0,-1-1 0 0 0,1 1 1 0 0,-1 0-1 0 0,0 0 0 0 0,1 0 0 0 0,-1 0 0 0 0,0-1 0 0 0,0 1 0 0 0,0 0 1 0 0,-1 0-2 0 0,2 0 0 0 0,-1 0 0 0 0,0 0 1 0 0,0 0-1 0 0,0 0 0 0 0,0 0 0 0 0,0 0 1 0 0,1 0-1 0 0,-1 0 0 0 0,1 0 0 0 0,-1 0 1 0 0,1 0-1 0 0,-1 0 0 0 0,1 1 0 0 0,-1-1 1 0 0,1 0-1 0 0,0 0 0 0 0,0 1 0 0 0,0-1 0 0 0,0 0 1 0 0,0 2-1 0 0,-1 0-2 0 0,1-1 1 0 0,0 0-1 0 0,0 1 0 0 0,0-1 0 0 0,1 0 1 0 0,-1 0-1 0 0,0 1 0 0 0,1-1 1 0 0,0 0-1 0 0,-1 0 0 0 0,1 0 0 0 0,0 1 1 0 0,0-1-1 0 0,0 0 0 0 0,0 0 1 0 0,1 0-1 0 0,-1-1 0 0 0,1 1 0 0 0,-1 0 1 0 0,1 0-1 0 0,-1-1 0 0 0,1 1 1 0 0,0-1-1 0 0,0 1 0 0 0,3 1 0 0 0,8 7-6 0 0,-5 9 76 0 0,99 66-147 0 0,-73-56 88 0 0,40 27 0 0 0,-58-46 3 0 0,0 0 0 0 0,1-1 0 0 0,1 0 0 0 0,-1-2 0 0 0,1 0 0 0 0,20 4 0 0 0,6-2 42 0 0,1-3 1 0 0,0-1-1 0 0,0-3 0 0 0,0-1 1 0 0,0-2-1 0 0,48-8 0 0 0,-43 5-31 0 0,-36 4 41 0 0,1-1-1 0 0,-1 0 0 0 0,0-2 1 0 0,19-4-1 0 0,4-4 79 0 0,171-59 38 0 0,-184 60-144 0 0,-4 3-17 0 0,-1-1 1 0 0,1-1 0 0 0,-2-1-1 0 0,1-1 1 0 0,27-21 0 0 0,-20 11-17 0 0,1 0 0 0 0,1 2 0 0 0,0 1 0 0 0,51-23 0 0 0,18-12 15 0 0,-91 49-1 0 0,0 0 1 0 0,-1 0 0 0 0,1 0-1 0 0,-1-1 1 0 0,0 0 0 0 0,0 0-1 0 0,5-7 1 0 0,-10 11-17 0 0,1 1 1 0 0,-1-1-1 0 0,0 0 0 0 0,0 0 1 0 0,0 0-1 0 0,1 1 1 0 0,-1-1-1 0 0,0 0 0 0 0,0 0 1 0 0,0 0-1 0 0,0 1 0 0 0,-1-1 1 0 0,1 0-1 0 0,0 0 0 0 0,0 0 1 0 0,0 1-1 0 0,-1-1 1 0 0,1 0-1 0 0,0 0 0 0 0,-1 1 1 0 0,1-1-1 0 0,-1 0 0 0 0,1 1 1 0 0,0-1-1 0 0,-1 0 0 0 0,0 1 1 0 0,1-1-1 0 0,-1 1 1 0 0,1-1-1 0 0,-1 1 0 0 0,0-1 1 0 0,1 1-1 0 0,-1-1 0 0 0,0 1 1 0 0,0 0-1 0 0,1-1 1 0 0,-1 1-1 0 0,-1 0 0 0 0,-3-4-1 0 0,-33-23-25 0 0,-1 2-1 0 0,-62-31 0 0 0,89 50 2 0 0,9 5 14 0 0,0 0 1 0 0,0 0 0 0 0,0-1-1 0 0,1 0 1 0 0,-1 1 0 0 0,0-1-1 0 0,1 0 1 0 0,0 0 0 0 0,-1 0-1 0 0,1 0 1 0 0,0-1 0 0 0,-3-4-1 0 0,-11-7-58 0 0,14 14 61 0 0,0-1-1 0 0,1 0 1 0 0,-1-1-1 0 0,1 1 1 0 0,-1 0 0 0 0,1 0-1 0 0,-1-1 1 0 0,1 1 0 0 0,0 0-1 0 0,-1-1 1 0 0,1 0-1 0 0,0 1 1 0 0,0-1 0 0 0,0 0-1 0 0,1 1 1 0 0,-1-1 0 0 0,0 0-1 0 0,1 0 1 0 0,-1 0-1 0 0,1 1 1 0 0,-1-4 0 0 0,1 5-4 0 0,0-1 1 0 0,0 1 0 0 0,0-1-1 0 0,0 1 1 0 0,0-1-1 0 0,0 1 1 0 0,0-1 0 0 0,0 0-1 0 0,0 1 1 0 0,0-1-1 0 0,0 1 1 0 0,0-1 0 0 0,-1 1-1 0 0,1-1 1 0 0,0 1-1 0 0,0-1 1 0 0,-1 1 0 0 0,1-1-1 0 0,0 1 1 0 0,-1 0 0 0 0,1-1-1 0 0,0 1 1 0 0,-1-1-1 0 0,1 1 1 0 0,-1 0 0 0 0,1-1-1 0 0,-1 1 1 0 0,-19 1-884 0 0,-21 11-1560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8:26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481 72 480 0 0,'37'-6'3335'0'0,"-37"6"-3282"0"0,0 0-1 0 0,0 1 1 0 0,1-1-1 0 0,-1 0 1 0 0,0 0-1 0 0,0 0 1 0 0,1 0-1 0 0,-1 0 1 0 0,0 0-1 0 0,0 0 1 0 0,1 0-1 0 0,-1-1 1 0 0,0 1-1 0 0,0 0 1 0 0,1 0-1 0 0,-1 0 1 0 0,0 0-1 0 0,0 0 0 0 0,0 0 1 0 0,1 0-1 0 0,-1 0 1 0 0,0-1-1 0 0,0 1 1 0 0,0 0-1 0 0,0 0 1 0 0,1 0-1 0 0,-1 0 1 0 0,0-1-1 0 0,0 1 1 0 0,0 0-1 0 0,0 0 1 0 0,0 0-1 0 0,1-1 1 0 0,-1 1-1 0 0,0 0 1 0 0,0 0-1 0 0,0-1 1 0 0,0 1-1 0 0,0 0 1 0 0,0 0-1 0 0,0 0 1 0 0,0-1-1 0 0,0 1 1 0 0,4-4 2079 0 0,5 0-1435 0 0,-15 0-292 0 0,-31-5-60 0 0,-3-2 102 0 0,29 8-352 0 0,0 1 0 0 0,0 0 0 0 0,0 0 0 0 0,-20 0 0 0 0,-2 0 4 0 0,16 3-72 0 0,13 1-21 0 0,-1-2 0 0 0,0 1 0 0 0,1 0 0 0 0,-1-1 0 0 0,0 0-1 0 0,1 0 1 0 0,-1 0 0 0 0,-7-2 0 0 0,8 1-6 0 0,-125-6 0 0 0,92 6 0 0 0,20-3 38 0 0,11 3-25 0 0,1-1 1 0 0,-1 1 0 0 0,0 0-1 0 0,0 1 1 0 0,0-1-1 0 0,1 1 1 0 0,-8 1 0 0 0,-28 2 66 0 0,56-3-1974 0 0,-11-3-1561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06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12 173 6883 0 0,'-11'-1'132'0'0,"10"-1"254"0"0,19-6 805 0 0,24-12 368 0 0,-6-3-1003 0 0,69-32-1 0 0,-9 6-225 0 0,-74 35-237 0 0,-22 14-92 0 0,0 0-1 0 0,0 0 1 0 0,0 0-1 0 0,0 0 1 0 0,0 0-1 0 0,0 1 1 0 0,0-1-1 0 0,0 0 1 0 0,0 0-1 0 0,0 0 1 0 0,0 0-1 0 0,0 0 1 0 0,0 0-1 0 0,0 0 1 0 0,0 1-1 0 0,0-1 1 0 0,0 0-1 0 0,0 0 1 0 0,0 0 0 0 0,1 0-1 0 0,-1 0 1 0 0,0 0-1 0 0,0 0 1 0 0,0 0-1 0 0,0 1 1 0 0,0-1-1 0 0,0 0 1 0 0,0 0-1 0 0,0 0 1 0 0,0 0-1 0 0,0 0 1 0 0,1 0-1 0 0,-1 0 1 0 0,0 0-1 0 0,0 0 1 0 0,0 0-1 0 0,0 0 1 0 0,0 0-1 0 0,0 0 1 0 0,0 0-1 0 0,1 0 1 0 0,-1 0-1 0 0,0 0 1 0 0,0 0-1 0 0,0 0 1 0 0,0 0-1 0 0,0 0 1 0 0,0 0-1 0 0,0 0 1 0 0,1 0-1 0 0,-1 0 1 0 0,0 0-1 0 0,0 0 1 0 0,0 0-1 0 0,0 0 1 0 0,0 0-1 0 0,0 0 1 0 0,0 0-1 0 0,0 0 1 0 0,1 0-1 0 0,-1 0 1 0 0,0 0-1 0 0,0 0 1 0 0,0-1-1 0 0,7 21-6 0 0,6 15 26 0 0,0 0 0 0 0,-3 1 0 0 0,9 50 0 0 0,-17-57-138 0 0,4 15-289 0 0,-6-42 250 0 0,0 0 1 0 0,0-1 0 0 0,1 1-1 0 0,-1-1 1 0 0,1 1 0 0 0,0-1 0 0 0,-1 1-1 0 0,1-1 1 0 0,0 0 0 0 0,0 1-1 0 0,0-1 1 0 0,0 0 0 0 0,0 0 0 0 0,0 1-1 0 0,0-1 1 0 0,0 0 0 0 0,0 0-1 0 0,3 1 1 0 0,-3-2-134 0 0,0 1 0 0 0,0-1-1 0 0,-1 0 1 0 0,1 0 0 0 0,0 0 0 0 0,0 0-1 0 0,0 0 1 0 0,-1 0 0 0 0,1-1-1 0 0,0 1 1 0 0,0 0 0 0 0,-1 0 0 0 0,1 0-1 0 0,0-1 1 0 0,0 1 0 0 0,-1 0 0 0 0,1-1-1 0 0,0 1 1 0 0,-1-1 0 0 0,1 1 0 0 0,0-1-1 0 0,-1 1 1 0 0,1-1 0 0 0,0 0-1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06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15 3282 0 0,'-22'0'3841'0'0,"44"-5"-1280"0"0,-22 0-2080 0 0,22 15 79 0 0,85 8 80 0 0,160 34 481 0 0,17-29-321 0 0,-62-23-480 0 0,-22-23-960 0 0,-71-62-7284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07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0 145 3041 0 0,'45'-9'2962'0'0,"-5"-10"-1201"0"0,4-8-961 0 0,23-2-320 0 0,-1-3-240 0 0,-21 12-80 0 0,-23 11-80 0 0,-22 18-80 0 0,-89 66-80 0 0,0 18 80 0 0,45-26 80 0 0,4-20-80 0 0,40-29-320 0 0,40-8-720 0 0,27-20-2242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07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67 137 3442 0 0,'23'0'5042'0'0,"-46"0"-4882"0"0,1 4-160 0 0,-22 6 80 0 0,44 4 80 0 0,22 0 240 0 0,45 0-80 0 0,-5-14 1 0 0,4-10-1 0 0,23-18-80 0 0,-22-33-400 0 0,-45 19-561 0 0,-66 9-399 0 0,-67 15-721 0 0,66 22-720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08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15 1601 0 0,'0'0'3281'0'0,"0"4"401"0"0,-22-4-3042 0 0,-1-4-320 0 0,-21 12-160 0 0,-23 25 401 0 0,45 23 399 0 0,89-23-640 0 0,-1-19-80 0 0,-43-14-160 0 0,-1-4 80 0 0,0-20 81 0 0,0-19-321 0 0,-22-3-1201 0 0,-22 19-2001 0 0,0 13-1760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08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240 122 2641 0 0,'0'-14'3442'0'0,"-66"4"-1361"0"0,-63 44-721 0 0,84 27-719 0 0,45-29-241 0 0,89-18-320 0 0,62-24 160 0 0,5-36-160 0 0,66-48-1281 0 0,-200 5-2880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18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308 46 2481 0 0,'81'-23'4269'0'0,"-81"23"-4253"0"0,1 0 0 0 0,-1 0 0 0 0,0 0 0 0 0,1 0 0 0 0,-1 0 0 0 0,0 0 0 0 0,1 0 0 0 0,-1 0 0 0 0,0 0 1 0 0,0 0-1 0 0,1-1 0 0 0,-1 1 0 0 0,0 0 0 0 0,1 0 0 0 0,-1 0 0 0 0,0-1 0 0 0,0 1 0 0 0,0 0 0 0 0,1 0 0 0 0,-1 0 0 0 0,0-1 1 0 0,0 1-1 0 0,0 0 0 0 0,1-1 0 0 0,-1 1 0 0 0,0 0 0 0 0,0 0 0 0 0,0-1 0 0 0,0 1 0 0 0,0 0 0 0 0,0-1 0 0 0,0 1 0 0 0,0 0 0 0 0,0-1 1 0 0,0 1-1 0 0,0-1 0 0 0,4-2-64 0 0,81-1 995 0 0,-174-4-614 0 0,-10 11-286 0 0,88-2-53 0 0,1 0 0 0 0,-1 1 1 0 0,1 0-1 0 0,0 0 0 0 0,-1 1 0 0 0,1 0 0 0 0,-9 5 0 0 0,17-7 8 0 0,1-1-1 0 0,0 1 1 0 0,0 0-1 0 0,0-1 0 0 0,-1 1 1 0 0,1 0-1 0 0,0 0 1 0 0,0-1-1 0 0,0 1 1 0 0,0 0-1 0 0,0 0 0 0 0,0 0 1 0 0,1 0-1 0 0,-1 0 1 0 0,0 1-1 0 0,0-1 0 0 0,1 0 1 0 0,-1 0-1 0 0,1 0 1 0 0,-1 1-1 0 0,1-1 1 0 0,-1 0-1 0 0,1 3 0 0 0,0-3-2 0 0,1 0 0 0 0,-1 1 0 0 0,0-1-1 0 0,1 0 1 0 0,0 1 0 0 0,-1-1 0 0 0,1 0-1 0 0,0 0 1 0 0,0 0 0 0 0,0 0 0 0 0,0 0-1 0 0,0 0 1 0 0,0 0 0 0 0,0 0-1 0 0,0 0 1 0 0,0 0 0 0 0,0 0 0 0 0,2 0-1 0 0,6 4 0 0 0,1 0 0 0 0,0-1 0 0 0,-1 0 0 0 0,19 3 0 0 0,-19-5 17 0 0,26 8 67 0 0,-34-9-80 0 0,0-1 0 0 0,1 1 0 0 0,-1 0-1 0 0,0-1 1 0 0,0 1 0 0 0,0 0 0 0 0,0-1 0 0 0,0 1 0 0 0,-1 0 0 0 0,1 0 0 0 0,0 0 0 0 0,0 0 0 0 0,0 0 0 0 0,-1 0 0 0 0,1 0 0 0 0,0 0 0 0 0,-1 0 0 0 0,1 0-1 0 0,-1 0 1 0 0,1 1 0 0 0,-1-1 0 0 0,0 0 0 0 0,0 0 0 0 0,1 0 0 0 0,-1 2 0 0 0,-3 7 6 0 0,-19 6 51 0 0,-43 14 154 0 0,-81 27 1 0 0,83-42-68 0 0,42-15-59 0 0,21 0-79 0 0,-1 0 0 0 0,1 0-1 0 0,0 0 1 0 0,-1 0 0 0 0,1 0-1 0 0,0 0 1 0 0,-1 0 0 0 0,1 0-1 0 0,0 0 1 0 0,-1 0-1 0 0,1 0 1 0 0,0-1 0 0 0,-1 1-1 0 0,1 0 1 0 0,0 0 0 0 0,-1 0-1 0 0,1 0 1 0 0,0-1 0 0 0,-1 1-1 0 0,1 0 1 0 0,0 0-1 0 0,0-1 1 0 0,0 1 0 0 0,-1 0-1 0 0,1-1 1 0 0,0 1 0 0 0,0 0-1 0 0,0-1 1 0 0,-1 1 0 0 0,1 0-1 0 0,0-1 1 0 0,0 1-1 0 0,0-1 1 0 0,7-4 272 0 0,80-17 42 0 0,59-17-314 0 0,-130 33-2 0 0,-1 0-1 0 0,0-1 1 0 0,0 0-1 0 0,-1-1 0 0 0,0-1 1 0 0,0 0-1 0 0,13-13 1 0 0,-26 21-31 0 0,18-20-61 0 0,-18 20 42 0 0,-1 1 1 0 0,1-1 0 0 0,-1 0-1 0 0,0 1 1 0 0,1-1 0 0 0,-1 0-1 0 0,0 1 1 0 0,1-1 0 0 0,-1 0-1 0 0,0 0 1 0 0,0 1 0 0 0,0-1-1 0 0,0 0 1 0 0,0 0 0 0 0,0 1 0 0 0,0-1-1 0 0,0 0 1 0 0,0 0 0 0 0,0 1-1 0 0,0-1 1 0 0,0 0 0 0 0,0 0-1 0 0,-1 1 1 0 0,1-1 0 0 0,0 0-1 0 0,0 1 1 0 0,-1-1 0 0 0,1 0-1 0 0,-1 1 1 0 0,1-1 0 0 0,0 0-1 0 0,-1 1 1 0 0,1-1 0 0 0,-2 0-1 0 0,-31-17-3451 0 0,7 3-947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18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39 400 0 0,'-22'0'3282'0'0,"-45"0"-721"0"0,27 0-1921 0 0,18 0-320 0 0,-22 9 161 0 0,-23 10-241 0 0,45 8-80 0 0,66 2 0 0 0,1-5 160 0 0,21-16 80 0 0,-26 2 160 0 0,5-20-239 0 0,22-8-81 0 0,-1-19-561 0 0,-44-20-1359 0 0,-44 25-1442 0 0,-44 22-1680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19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552 24 960 0 0,'-45'-14'3442'0'0,"-84"4"-961"0"0,-93 24-880 0 0,111 15-881 0 0,67-7-160 0 0,88 7-159 0 0,45-1 239 0 0,22-18-320 0 0,22-16-160 0 0,-26-8-80 0 0,-85-4-560 0 0,-22-5-1121 0 0,-173 3-5442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19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 2241 0 0,'22'0'3201'0'0,"18"-10"-1440"0"0,27-4-880 0 0,-23-4-401 0 0,1 4 0 0 0,-1 4-80 0 0,-22 1 81 0 0,67 9 159 0 0,218 9 640 0 0,71 19-159 0 0,-49-4-721 0 0,-63-14-160 0 0,-137 3-160 0 0,-107-13-1440 0 0,-44 38-1842 0 0,-62-28-5282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20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22 122 400 0 0,'45'-9'4082'0'0,"-1"-1"-1281"0"0,23-8-1440 0 0,0-6-801 0 0,21 1-400 0 0,-21 3-80 0 0,-5 8 0 0 0,-17 6 160 0 0,-23 6-79 0 0,-44 18-161 0 0,-218 100-321 0 0,62-25 241 0 0,89-12-240 0 0,111-49-720 0 0,67-27-1041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21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43 2081 0 0,'-22'0'2881'0'0,"-22"10"-1120"0"0,-23 4-881 0 0,23 9-319 0 0,44-4-81 0 0,44 8 0 0 0,0-12-240 0 0,45-10 80 0 0,0-15 81 0 0,0-14-81 0 0,0-13-160 0 0,-45 5-80 0 0,-44 4-480 0 0,-111 4-1761 0 0,-44 29-4402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21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418 38 560 0 0,'-44'-10'3842'0'0,"-67"10"-1041"0"0,-41 24-480 0 0,41 13-880 0 0,134 6-481 0 0,43-21-559 0 0,19-16-401 0 0,-41-12 160 0 0,45-21 160 0 0,-22-15-80 0 0,-23-1-560 0 0,-22 15-641 0 0,-66 14-639 0 0,-23 24-1842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21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263 104 480 0 0,'0'-24'4002'0'0,"-18"10"-1121"0"0,-93 42-880 0 0,-23 43-640 0 0,134-20-1041 0 0,45 1-400 0 0,66-38 0 0 0,-44-34 160 0 0,39-31 80 0 0,5-74-160 0 0,-155 82-640 0 0,-67 37-1361 0 0,-40-30-4722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23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1 276 7043 0 0,'-1'-1'33'0'0,"1"1"0"0"0,0-1 0 0 0,0 0 0 0 0,0 1 0 0 0,0-1 0 0 0,0 0 0 0 0,1 1 0 0 0,-1-1 0 0 0,0 0 0 0 0,0 1 0 0 0,0-1 0 0 0,1 0 0 0 0,-1 1 0 0 0,0-1 0 0 0,0 1 0 0 0,1-1 0 0 0,-1 1 0 0 0,1-1 0 0 0,-1 1 0 0 0,1-1 0 0 0,-1 1 0 0 0,0-1 0 0 0,1 1 0 0 0,-1-1 0 0 0,1 1 0 0 0,0 0 0 0 0,-1-1 0 0 0,1 1 0 0 0,-1 0 0 0 0,1-1 0 0 0,0 1 0 0 0,-1 0 0 0 0,2 0 0 0 0,-2-1 1 0 0,1 1 0 0 0,-1 0 0 0 0,1 0 0 0 0,-1 0 0 0 0,1 0 0 0 0,-1 0-1 0 0,1-1 1 0 0,-1 1 0 0 0,0 0 0 0 0,1 0 0 0 0,-1 0 0 0 0,1-1 0 0 0,-1 1 0 0 0,0 0 0 0 0,1-1 0 0 0,-1 1 0 0 0,0 0 0 0 0,1-1-1 0 0,-1 1 1 0 0,0-1 0 0 0,0 1 0 0 0,1-1 0 0 0,-1 1 0 0 0,0 0 0 0 0,0-1 0 0 0,0 1 0 0 0,0-1 0 0 0,1 1 0 0 0,-1-1-1 0 0,0 1 1 0 0,0-1 0 0 0,0 0 0 0 0,0-1 42 0 0,1 0-1 0 0,-1 0 0 0 0,1 0 0 0 0,0 0 1 0 0,-1 0-1 0 0,1 0 0 0 0,0 0 1 0 0,0 1-1 0 0,1-1 0 0 0,-1 0 0 0 0,0 1 1 0 0,1-1-1 0 0,-1 0 0 0 0,3-1 1 0 0,31-25 302 0 0,-13 13-296 0 0,2 2 0 0 0,36-16 1 0 0,0 0-77 0 0,41-32 55 0 0,-51 27-42 0 0,-31 26-20 0 0,-15 8-11 0 0,-1-1-68 0 0,-3 2 62 0 0,0 0 1 0 0,0-1-1 0 0,1 1 0 0 0,-1 0 1 0 0,0 0-1 0 0,0-1 1 0 0,0 1-1 0 0,1 0 1 0 0,-1 0-1 0 0,0-1 1 0 0,1 1-1 0 0,-1 0 0 0 0,0-1 1 0 0,1 1-1 0 0,-1 0 1 0 0,1-1-1 0 0,-1 1 1 0 0,1-1-1 0 0,-1 1 1 0 0,1-1-1 0 0,0 1 0 0 0,10 14-49 0 0,-10-12 62 0 0,-1 1-1 0 0,1 0 1 0 0,-1-1-1 0 0,0 1 1 0 0,0 0-1 0 0,0-1 0 0 0,-1 1 1 0 0,1 0-1 0 0,-1-1 1 0 0,0 1-1 0 0,0 0 1 0 0,0-1-1 0 0,0 1 1 0 0,-2 3-1 0 0,-1 1-9 0 0,0-1 0 0 0,-1 1 0 0 0,1-1 0 0 0,-1 0 0 0 0,-7 7 0 0 0,-25 26-559 0 0,26-5-973 0 0,10-34 1398 0 0,1 0 1 0 0,-1 0 0 0 0,0 0 0 0 0,0 0-1 0 0,0 0 1 0 0,0 0 0 0 0,0 0-1 0 0,0 0 1 0 0,0 0 0 0 0,0 0-1 0 0,0 0 1 0 0,0-1 0 0 0,0 1 0 0 0,0 0-1 0 0,-1-1 1 0 0,-1 1 0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23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1 960 0 0,'67'0'4082'0'0,"22"0"-1521"0"0,-1 8-2561 0 0,-21 2-3761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24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15 800 0 0,'67'-4'4402'0'0,"-45"-1"-960"0"0,23 0-961 0 0,-1 10-1601 0 0,40 9-639 0 0,50 5-1042 0 0,21-11-1920 0 0,-66-16-2481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24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10 800 0 0,'-67'0'5683'0'0,"89"0"-3602"0"0,1-5-1121 0 0,-1 0 81 0 0,22 5-321 0 0,23 0-240 0 0,22 5-480 0 0,17 5-1440 0 0,-39-10-3923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25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273 128 480 0 0,'7'-3'908'0'0,"0"0"-10"0"0,1 0 0 0 0,-1 0 0 0 0,1-1 0 0 0,7-6 0 0 0,-14 10-858 0 0,-1 0 0 0 0,0 0 0 0 0,0 0 0 0 0,0 0 0 0 0,1-1 0 0 0,-1 1 0 0 0,0 0 0 0 0,0 0 0 0 0,0 0 0 0 0,0 0 0 0 0,0-1 0 0 0,1 1 1 0 0,-1 0-1 0 0,0 0 0 0 0,0 0 0 0 0,0-1 0 0 0,0 1 0 0 0,0 0 0 0 0,0 0 0 0 0,0-1 0 0 0,0 1 0 0 0,0 0 0 0 0,0 0 0 0 0,0 0 0 0 0,0-1 0 0 0,0 1 0 0 0,0 0 0 0 0,0 0 0 0 0,0-1 0 0 0,0 1 0 0 0,0 0 0 0 0,0 0 0 0 0,0 0 0 0 0,0-1 0 0 0,0 1 0 0 0,0 0 0 0 0,0 0 0 0 0,0-1 0 0 0,-1 1 0 0 0,1 0 0 0 0,0 0 1 0 0,0 0-1 0 0,0 0 0 0 0,0-1 0 0 0,-1 1 0 0 0,1 0 0 0 0,0 0 0 0 0,0 0 0 0 0,0 0 0 0 0,-1 0 0 0 0,1 0 0 0 0,0-1 0 0 0,-34-5 777 0 0,14 6-720 0 0,0 0 0 0 0,0 1 0 0 0,1 1 0 0 0,-1 1 0 0 0,0 0 0 0 0,1 2 0 0 0,0 0 0 0 0,0 1 0 0 0,0 1 1 0 0,-19 11-1 0 0,32-15-36 0 0,0 0 0 0 0,1 0 0 0 0,-1 1 0 0 0,1 0 0 0 0,0 0 0 0 0,0 0 0 0 0,-7 9 0 0 0,11-11-41 0 0,0-1 0 0 0,0 1 0 0 0,1 0 0 0 0,-1-1 0 0 0,0 1 1 0 0,1 0-1 0 0,-1 0 0 0 0,1-1 0 0 0,-1 1 0 0 0,1 0 0 0 0,0 0 1 0 0,0 0-1 0 0,0-1 0 0 0,0 1 0 0 0,0 0 0 0 0,0 0 0 0 0,1 0 1 0 0,-1-1-1 0 0,0 1 0 0 0,1 0 0 0 0,0 0 0 0 0,-1-1 1 0 0,1 1-1 0 0,0-1 0 0 0,0 1 0 0 0,0 0 0 0 0,0-1 0 0 0,0 1 1 0 0,0-1-1 0 0,0 0 0 0 0,0 1 0 0 0,1-1 0 0 0,1 1 0 0 0,4 5 15 0 0,0-1 0 0 0,1 0 0 0 0,0 0 0 0 0,0-1 0 0 0,0 0-1 0 0,1-1 1 0 0,-1 0 0 0 0,1 0 0 0 0,0 0 0 0 0,0-1 0 0 0,1-1-1 0 0,-1 0 1 0 0,11 1 0 0 0,5 0 20 0 0,0-1 0 0 0,0-1 0 0 0,48-6-1 0 0,-40 0-29 0 0,-1-1 0 0 0,0-1 0 0 0,0-2 0 0 0,0-1 0 0 0,-1-2 0 0 0,-1 0 0 0 0,47-29 0 0 0,-61 32-60 0 0,0-1-1 0 0,-1-1 1 0 0,0-1-1 0 0,-1 0 1 0 0,15-16-1 0 0,-27 25-3 0 0,1 0-1 0 0,-1 0 1 0 0,0 0-1 0 0,0 0 1 0 0,0 0 0 0 0,0-1-1 0 0,0 1 1 0 0,-1-1-1 0 0,1 1 1 0 0,0-5-1 0 0,-2 7 6 0 0,0-1 0 0 0,0 1 0 0 0,0 0-1 0 0,0-1 1 0 0,0 1 0 0 0,0 0 0 0 0,0-1-1 0 0,0 1 1 0 0,-1 0 0 0 0,1 0 0 0 0,0-1-1 0 0,-1 1 1 0 0,1 0 0 0 0,-1 0 0 0 0,1 0-1 0 0,-1 0 1 0 0,0-1 0 0 0,0 1 0 0 0,1 0-1 0 0,-2-1 1 0 0,-3-2-215 0 0,-1 1 0 0 0,1 0-1 0 0,0 0 1 0 0,-1 0 0 0 0,1 1-1 0 0,-1 0 1 0 0,0 0 0 0 0,0 0 0 0 0,0 1-1 0 0,-9-2 1 0 0,-110-10-5847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26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0 4082 0 0,'-44'14'2801'0'0,"-18"33"-1600"0"0,17 4-801 0 0,-21 15-80 0 0,-1-19-560 0 0,67-33-4242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26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438 95 640 0 0,'4'-1'376'0'0,"0"-1"0"0"0,-1 1 0 0 0,1-1-1 0 0,0 0 1 0 0,-1 0 0 0 0,0-1 0 0 0,6-4 0 0 0,-7 5-118 0 0,-1 0 1 0 0,0-1-1 0 0,0 1 0 0 0,0 0 1 0 0,0 0-1 0 0,0-1 1 0 0,0 1-1 0 0,-1-1 1 0 0,1 1-1 0 0,-1 0 1 0 0,0-1-1 0 0,1 1 1 0 0,-1-1-1 0 0,-1-4 0 0 0,1 6-219 0 0,0 0-1 0 0,-1 0 0 0 0,1-1 0 0 0,-1 1 0 0 0,0 0 0 0 0,1 0 0 0 0,-1 0 0 0 0,0 0 0 0 0,1 0 0 0 0,-1 0 0 0 0,0 0 0 0 0,0 0 0 0 0,0 0 1 0 0,0 0-1 0 0,0 0 0 0 0,0 0 0 0 0,0 1 0 0 0,0-1 0 0 0,-1 0 0 0 0,1 1 0 0 0,0-1 0 0 0,0 1 0 0 0,-1-1 0 0 0,1 1 0 0 0,0 0 0 0 0,0-1 1 0 0,-1 1-1 0 0,1 0 0 0 0,0 0 0 0 0,-1 0 0 0 0,0 0 0 0 0,-6-1 117 0 0,4 0-121 0 0,-2-1-6 0 0,0 0 0 0 0,0 1-1 0 0,-1 0 1 0 0,1 1 0 0 0,-11-1 0 0 0,-71 6-2 0 0,-131 23 1 0 0,145-11 106 0 0,74-17-130 0 0,-1 0-1 0 0,1 0 0 0 0,0 0 0 0 0,-1 0 1 0 0,1 0-1 0 0,0 0 0 0 0,-1 0 1 0 0,1 0-1 0 0,0 0 0 0 0,-1 1 0 0 0,1-1 1 0 0,0 0-1 0 0,-1 0 0 0 0,1 0 1 0 0,0 0-1 0 0,-1 1 0 0 0,1-1 1 0 0,0 0-1 0 0,0 0 0 0 0,-1 1 0 0 0,1-1 1 0 0,0 0-1 0 0,0 0 0 0 0,-1 1 1 0 0,1-1-1 0 0,0 0 0 0 0,0 1 0 0 0,0-1 1 0 0,0 0-1 0 0,0 1 0 0 0,-1-1 1 0 0,1 0-1 0 0,0 1 0 0 0,0-1 1 0 0,0 0-1 0 0,0 1 0 0 0,0-1 0 0 0,0 0 1 0 0,0 1-1 0 0,0-1 0 0 0,0 0 1 0 0,0 1-1 0 0,0-1 0 0 0,1 0 0 0 0,-1 1 1 0 0,0-1-1 0 0,0 0 0 0 0,0 1 1 0 0,0-1-1 0 0,0 0 0 0 0,1 1 0 0 0,-1-1 1 0 0,0 0-1 0 0,0 0 0 0 0,0 1 1 0 0,1-1-1 0 0,-1 0 0 0 0,0 0 1 0 0,1 1-1 0 0,-1-1 0 0 0,0 0 0 0 0,0 0 1 0 0,1 1-1 0 0,17 9 74 0 0,0 0 1 0 0,0-1-1 0 0,1 0 0 0 0,0-2 0 0 0,33 9 1 0 0,-33-10-55 0 0,40 12 75 0 0,-29-10-19 0 0,41 19 1 0 0,-66-25-67 0 0,-2-1-7 0 0,-1 0 0 0 0,1 0 0 0 0,-1 0 0 0 0,0 0 0 0 0,1 1 0 0 0,-1-1 0 0 0,0 1 0 0 0,0-1 0 0 0,3 4 0 0 0,-5-5-4 0 0,0 0-1 0 0,1 1 1 0 0,-1-1 0 0 0,0 1-1 0 0,0-1 1 0 0,0 0 0 0 0,0 1-1 0 0,0-1 1 0 0,1 1 0 0 0,-1-1-1 0 0,0 0 1 0 0,0 1 0 0 0,0-1-1 0 0,0 1 1 0 0,0-1 0 0 0,0 1-1 0 0,-1-1 1 0 0,1 0 0 0 0,0 1-1 0 0,0-1 1 0 0,0 1 0 0 0,0-1-1 0 0,0 0 1 0 0,-1 1 0 0 0,1 0-1 0 0,-17 13 14 0 0,4-8-1 0 0,-1 0 1 0 0,0-1-1 0 0,0-1 0 0 0,-1 0 1 0 0,1-1-1 0 0,-1-1 0 0 0,0 0 1 0 0,-23 0-1 0 0,36-2-12 0 0,-1 0 0 0 0,0 0 0 0 0,0 0 0 0 0,0 0 0 0 0,1 0 0 0 0,-1-1 0 0 0,0 0 0 0 0,-5-1 0 0 0,8 2 0 0 0,-1 0 0 0 0,1-1-1 0 0,0 1 1 0 0,-1 0 0 0 0,1 0 0 0 0,0-1-1 0 0,-1 1 1 0 0,1 0 0 0 0,0-1 0 0 0,-1 1-1 0 0,1 0 1 0 0,0 0 0 0 0,0-1 0 0 0,-1 1-1 0 0,1-1 1 0 0,0 1 0 0 0,0 0-1 0 0,0-1 1 0 0,-1 1 0 0 0,1-1 0 0 0,0 1-1 0 0,0 0 1 0 0,0-1 0 0 0,0 1 0 0 0,0-1-1 0 0,0 1 1 0 0,0-1 0 0 0,0 1-1 0 0,0 0 1 0 0,0-1 0 0 0,0 1 0 0 0,0-1-1 0 0,2-2 6 0 0,-1 1 0 0 0,1-1-1 0 0,0 1 1 0 0,-1-1 0 0 0,1 1-1 0 0,0 0 1 0 0,0 0 0 0 0,0 0-1 0 0,1 0 1 0 0,-1 0 0 0 0,0 0-1 0 0,4-1 1 0 0,23-14 22 0 0,0 2 1 0 0,38-14 0 0 0,41-20 18 0 0,-102 46-48 0 0,43-27-131 0 0,-48 30 119 0 0,-1-1 0 0 0,1 1 0 0 0,-1-1-1 0 0,1 1 1 0 0,-1-1 0 0 0,1 1 0 0 0,-1-1 0 0 0,1 1 0 0 0,-1-1 0 0 0,1 1 0 0 0,-1-1 0 0 0,0 1 0 0 0,1-1 0 0 0,-1 1-1 0 0,0-1 1 0 0,0 0 0 0 0,1 1 0 0 0,-1-1 0 0 0,0 0 0 0 0,0 1 0 0 0,0-1 0 0 0,0 0 0 0 0,0 1 0 0 0,0-1 0 0 0,0 0 0 0 0,0 1-1 0 0,0-1 1 0 0,0 0 0 0 0,0 1 0 0 0,-1-1 0 0 0,1 0 0 0 0,0 1 0 0 0,0-1 0 0 0,0 1 0 0 0,-1-1 0 0 0,1 0 0 0 0,-1 1-1 0 0,1-1 1 0 0,0 1 0 0 0,-1-1 0 0 0,1 1 0 0 0,-1-1 0 0 0,1 1 0 0 0,-1-1 0 0 0,1 1 0 0 0,-1 0 0 0 0,1-1 0 0 0,-1 1 0 0 0,1 0-1 0 0,-1-1 1 0 0,0 1 0 0 0,-1 0 0 0 0,-9-6-395 0 0,-1 1 0 0 0,-1 0 0 0 0,1 2-1 0 0,-20-5 1 0 0,-90-13-3500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27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0 272 1761 0 0,'0'0'5522'0'0,"45"0"-4001"0"0,-23-5-561 0 0,45-4 1 0 0,-1-19-321 0 0,90-71-160 0 0,-49 10-400 0 0,-85 62-160 0 0,0 17 160 0 0,-22 6-160 0 0,0 18-320 0 0,-22 88 480 0 0,-23 1 400 0 0,1-10 1 0 0,-18-46-641 0 0,17 1-3042 0 0,1-58-3281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27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4802 0 0,'66'-12'4162'0'0,"19"6"-2001"0"0,-19 12-1921 0 0,-21 6-3681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29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685 14 6483 0 0,'0'-4'1201'0'0,"0"0"-1041"0"0,0-2 800 0 0,-22 16-880 0 0,-45 37-80 0 0,-22 13 80 0 0,5 15-80 0 0,-27 24 320 0 0,0 32 0 0 0,-23-10-160 0 0,68-36 161 0 0,132-34-1682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49:31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436 146 2961 0 0,'13'-5'601'0'0,"0"0"1"0"0,0 2-1 0 0,1 0 0 0 0,-1 0 0 0 0,0 1 0 0 0,21 0 0 0 0,84 8 196 0 0,-100-4-786 0 0,354 21 312 0 0,-275-23 69 0 0,184-26 0 0 0,181-57 502 0 0,-347 64-544 0 0,1 5 0 0 0,0 5 0 0 0,122 7 1 0 0,-230 2-317 0 0,12 0 195 0 0,1 1-1 0 0,30 6 1 0 0,211 28 2332 0 0,-43-8-2417 0 0,-46-7-61 0 0,-62 6-150 0 0,-97-24 49 0 0,0 0 0 0 0,0-1-1 0 0,0 0 1 0 0,25-4 0 0 0,40 0-24 0 0,-83 4 7 0 0,-1 0 0 0 0,1-1 0 0 0,0 2 0 0 0,-1-1 0 0 0,1 0 0 0 0,0 1 0 0 0,0 0 0 0 0,0 0 0 0 0,0 0 0 0 0,0 1 0 0 0,0-1 0 0 0,0 1 0 0 0,-3 3 0 0 0,-2 1 18 0 0,-8 4 24 0 0,5-4 10 0 0,1 1 0 0 0,0 0 0 0 0,0 0 0 0 0,1 1 0 0 0,0 1 0 0 0,0 0 0 0 0,1 0 0 0 0,-12 18 0 0 0,-3 18 33 0 0,14-25 0 0 0,-1 0 0 0 0,-14 19 0 0 0,19-32-45 0 0,-17 25 36 0 0,-1-1 1 0 0,-2-1 0 0 0,-1-2 0 0 0,-45 40-1 0 0,-157 96 666 0 0,219-157-703 0 0,0 0 0 0 0,1 1 0 0 0,0 0 0 0 0,-12 17 0 0 0,18-23-14 0 0,1 0 0 0 0,0 1 0 0 0,1-1 0 0 0,-1 1 0 0 0,1-1 0 0 0,-1 1 0 0 0,1 0 0 0 0,0 0 0 0 0,0-1 0 0 0,1 1 0 0 0,-1 0 0 0 0,1 0 0 0 0,0 0 0 0 0,0 0 0 0 0,0-1 0 0 0,0 1 0 0 0,2 5 0 0 0,6 20-49 0 0,-6-22 68 0 0,0 1 0 0 0,0 0 1 0 0,0 1-1 0 0,0 15 0 0 0,-2-21 44 0 0,0-4-106 0 0,0-1 59 0 0,0 1 0 0 0,0 0 0 0 0,0 0-1 0 0,-1 0 1 0 0,1 0 0 0 0,-1-1 0 0 0,1 1 0 0 0,-1 0 0 0 0,1 0 0 0 0,-1 0-1 0 0,1 0 1 0 0,-1 0 0 0 0,0 0 0 0 0,0 0 0 0 0,1 0 0 0 0,-1 0 0 0 0,0 1 0 0 0,0-1-1 0 0,0 0 1 0 0,0 0 0 0 0,0 1 0 0 0,0-1 0 0 0,-2 0 0 0 0,-33-12 16 0 0,19 7-12 0 0,-5-1 7 0 0,0 0-1 0 0,0 1 0 0 0,-42-4 0 0 0,9 2-14 0 0,-522-50 91 0 0,254 57 76 0 0,147 4-97 0 0,-94-12-105 0 0,93 2-1 0 0,-212 3 167 0 0,68 19-296 0 0,232-9 153 0 0,7-2 90 0 0,75-6-80 0 0,3 1-67 0 0,-14 1 1 0 0,9 0 48 0 0,1 0 1 0 0,0-1 0 0 0,0 1 0 0 0,0-1 0 0 0,0-1 0 0 0,0 0 0 0 0,-12-4 0 0 0,17 5-28 0 0,0-1 1 0 0,0 1-1 0 0,-1 1 0 0 0,1-1 1 0 0,0 0-1 0 0,-1 1 1 0 0,-4-1-1 0 0,167-9-4077 0 0,-130 8 1814 0 0,54-10 1 0 0,-78 10 1692 0 0,1 1 0 0 0,0-1 0 0 0,-1-1 0 0 0,1 1 0 0 0,-1-1 0 0 0,0 0 0 0 0,0-1 0 0 0,0 1 0 0 0,6-6 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56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2241 47 1040 0 0,'3'0'-585'0'0,"-3"0"733"0"0,1 0 0 0 0,-1 0 0 0 0,1-1 0 0 0,0 1 1 0 0,-1 0-1 0 0,1 0 0 0 0,-1 0 0 0 0,1 0 0 0 0,0 0 1 0 0,-1 0-1 0 0,1 0 0 0 0,-1 0 0 0 0,1 1 0 0 0,0-1 1 0 0,-1 0-1 0 0,1 0 0 0 0,-1 0 0 0 0,1 1 0 0 0,0-1 1 0 0,-1 0-1 0 0,1 0 0 0 0,-1 1 0 0 0,1-1 0 0 0,-1 1 0 0 0,1-1 1 0 0,-1 0-1 0 0,0 1 0 0 0,1-1 0 0 0,-1 1 0 0 0,0-1 1 0 0,1 1-1 0 0,-1-1 0 0 0,0 1 0 0 0,1-1 0 0 0,-1 1 1 0 0,0 0-1 0 0,0-1 0 0 0,0 1 0 0 0,1-1 0 0 0,-1 1 1 0 0,0 0-1 0 0,0-1 0 0 0,0 1 0 0 0,0 0 0 0 0,0 0-158 0 0,0-1 0 0 0,0 0-1 0 0,0 1 1 0 0,0-1-1 0 0,0 0 1 0 0,0 0 0 0 0,-1 1-1 0 0,1-1 1 0 0,0 0 0 0 0,0 1-1 0 0,0-1 1 0 0,0 0-1 0 0,0 0 1 0 0,-1 1 0 0 0,1-1-1 0 0,0 0 1 0 0,0 0 0 0 0,-1 1-1 0 0,1-1 1 0 0,0 0-1 0 0,0 0 1 0 0,-1 0 0 0 0,1 0-1 0 0,0 1 1 0 0,0-1 0 0 0,-1 0-1 0 0,1 0 1 0 0,0 0-1 0 0,-1 0 1 0 0,1 0 0 0 0,0 0-1 0 0,0 0 1 0 0,-1 0 0 0 0,1 0-1 0 0,0 0 1 0 0,-1 0-1 0 0,0 0 3 0 0,0 1 0 0 0,1-1 0 0 0,-1 0-1 0 0,0 0 1 0 0,1 0 0 0 0,-1 1-1 0 0,0-1 1 0 0,1 0 0 0 0,-1 1 0 0 0,1-1-1 0 0,-1 0 1 0 0,0 1 0 0 0,1-1-1 0 0,-1 1 1 0 0,1-1 0 0 0,-1 1 0 0 0,1-1-1 0 0,-1 1 1 0 0,1-1 0 0 0,0 1-1 0 0,-1-1 1 0 0,1 1 0 0 0,0 0 0 0 0,-1-1-1 0 0,1 1 1 0 0,0 0 0 0 0,0-1-1 0 0,-1 1 1 0 0,1 0 0 0 0,0-1 0 0 0,0 1-1 0 0,0 0 1 0 0,0 0 0 0 0,0-1-1 0 0,0 1 1 0 0,0 0 0 0 0,0-1 0 0 0,1 2-1 0 0,-1-1 730 0 0,-4-1-428 0 0,-6-1 3 0 0,1 0 0 0 0,-1-1 0 0 0,1 1 0 0 0,0-2 1 0 0,-12-4-1 0 0,-48-11 261 0 0,27 9-428 0 0,0 3 0 0 0,-67-3 0 0 0,-105 20-115 0 0,154-7-49 0 0,-74 16 0 0 0,84-11 38 0 0,-146 32 77 0 0,182-39-86 0 0,-1-1 0 0 0,-22 0 0 0 0,-15 0-3 0 0,-128 29-25 0 0,145-22 28 0 0,13-3 11 0 0,-1 2-1 0 0,-35 16 0 0 0,-20 6 23 0 0,54-23-15 0 0,11-3-12 0 0,1 1 0 0 0,0-1 0 0 0,0 2 1 0 0,0 0-1 0 0,1 0 0 0 0,-1 1 0 0 0,-9 8 1 0 0,9-7-9 0 0,0 1 1 0 0,0-2-1 0 0,-17 8 0 0 0,-17 9-28 0 0,17-5 40 0 0,1 1 1 0 0,-30 28-1 0 0,21-22 20 0 0,29-20-26 0 0,1-1-1 0 0,0 1 1 0 0,0 0 0 0 0,0 1-1 0 0,1 0 1 0 0,0 0-1 0 0,0 0 1 0 0,1 1 0 0 0,-6 7-1 0 0,-7 16 13 0 0,-1-1 0 0 0,-1-1 0 0 0,-27 29 0 0 0,40-49-30 0 0,-1 2-1 0 0,-11 19 0 0 0,15-22 23 0 0,-1 1-1 0 0,0-1 1 0 0,-1 0-1 0 0,1 0 1 0 0,-10 7-1 0 0,-6 1 27 0 0,18-13-31 0 0,-1 0 1 0 0,0 0-1 0 0,0 1 0 0 0,1 0 0 0 0,0-1 0 0 0,-1 1 0 0 0,1 0 1 0 0,0 1-1 0 0,-4 5 0 0 0,-3 8 4 0 0,8-14 5 0 0,0 0 1 0 0,0 0-1 0 0,1 0 1 0 0,-1 1 0 0 0,1-1-1 0 0,-1 0 1 0 0,1 1 0 0 0,0-1-1 0 0,1 0 1 0 0,-1 1-1 0 0,0 4 1 0 0,1-6 8 0 0,0-1-1 0 0,0 1 1 0 0,0 0-1 0 0,-1-1 1 0 0,1 1 0 0 0,0-1-1 0 0,-1 1 1 0 0,0-1 0 0 0,1 1-1 0 0,-1-1 1 0 0,0 1-1 0 0,1-1 1 0 0,-1 0 0 0 0,0 1-1 0 0,-1 0 1 0 0,-3 8 138 0 0,19 3-100 0 0,-6-9-60 0 0,1 0 0 0 0,-1 0 0 0 0,1 0-1 0 0,0-1 1 0 0,0-1 0 0 0,0 1 0 0 0,9 0-1 0 0,68 5 17 0 0,-52-6-13 0 0,156 12 16 0 0,231 24 56 0 0,-372-30-51 0 0,-1 2-1 0 0,-1 2 1 0 0,79 32 0 0 0,-84-28 5 0 0,0-2 1 0 0,1-2 0 0 0,1-1 0 0 0,0-3 0 0 0,0-1 0 0 0,74 1 0 0 0,-8-9-19 0 0,-1-5 1 0 0,116-20-1 0 0,161-28 261 0 0,-250 37-210 0 0,-30-5-55 0 0,-61 11 0 0 0,48-16 0 0 0,14-3 67 0 0,8-6 26 0 0,-103 32-108 0 0,-1 0 0 0 0,1-1 0 0 0,-1-1 1 0 0,0 0-1 0 0,14-10 0 0 0,-22 14 11 0 0,-3 2 2 0 0,1-1 0 0 0,-1 1-1 0 0,1-1 1 0 0,-1 1 0 0 0,0-1 0 0 0,1 1 0 0 0,-1 0 0 0 0,0-1 0 0 0,0 1 0 0 0,1-1-1 0 0,-1 0 1 0 0,0 1 0 0 0,0-1 0 0 0,0 1 0 0 0,0-1 0 0 0,1 1 0 0 0,-1-1 0 0 0,0 1-1 0 0,0-1 1 0 0,0 0 0 0 0,0 0 0 0 0,2-11-18 0 0,1 9 20 0 0,-1 0 0 0 0,0 0 0 0 0,0 0 0 0 0,-1-1 0 0 0,1 1 0 0 0,-1 0 0 0 0,1-1 0 0 0,-1 1 0 0 0,0-1 0 0 0,0 0 0 0 0,-1 1 0 0 0,1-1 0 0 0,-1 0 0 0 0,0 0 0 0 0,0-5 0 0 0,0-218 227 0 0,-1 222-221 0 0,1 0 1 0 0,-1 0-1 0 0,-1 0 0 0 0,1 0 0 0 0,-1 0 1 0 0,0 0-1 0 0,0 0 0 0 0,0 0 1 0 0,-1 1-1 0 0,1-1 0 0 0,-1 1 1 0 0,0 0-1 0 0,-1 0 0 0 0,-3-4 0 0 0,2 2 5 0 0,1 1 0 0 0,0-1 0 0 0,0 0 0 0 0,0 0 0 0 0,-3-9 0 0 0,-37-111 242 0 0,40 101-145 0 0,5 22-100 0 0,-1 1 1 0 0,-1-1 0 0 0,1 0 0 0 0,0 1 0 0 0,0-1 0 0 0,-1 0-1 0 0,0 1 1 0 0,-1-5 0 0 0,-3-3-33 0 0,3 7 11 0 0,0-1-1 0 0,0 0 0 0 0,1 0 1 0 0,-1 0-1 0 0,1 0 1 0 0,0 0-1 0 0,0 0 0 0 0,1 0 1 0 0,-1 0-1 0 0,1-7 1 0 0,-1 9 27 0 0,1 0 0 0 0,0 0 0 0 0,0 0 0 0 0,-1 0 0 0 0,1 0 0 0 0,-1 0 0 0 0,0 0 0 0 0,1 1 0 0 0,-1-1 0 0 0,0 0 1 0 0,0 0-1 0 0,0 1 0 0 0,0-1 0 0 0,-1 1 0 0 0,1-1 0 0 0,0 1 0 0 0,-1 0 0 0 0,1-1 0 0 0,-1 1 0 0 0,1 0 0 0 0,-3-2 0 0 0,-14-15 77 0 0,13 9-20 0 0,3 6-48 0 0,0-1-1 0 0,1 1 1 0 0,-1 0-1 0 0,-1 0 1 0 0,1 0-1 0 0,0 1 1 0 0,-1-1-1 0 0,1 0 1 0 0,-1 1-1 0 0,0 0 1 0 0,1 0-1 0 0,-1-1 1 0 0,-1 2-1 0 0,1-1 0 0 0,0 0 1 0 0,-4-1-1 0 0,-129-57 31 0 0,116 52-149 0 0,0 2 1 0 0,0 1 0 0 0,-1 0-1 0 0,1 2 1 0 0,-27-2-1 0 0,-8 4-1128 0 0,0 3 0 0 0,0 2 1 0 0,-66 13-1 0 0,10 3-4152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2:14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1804 29 2641 0 0,'-4'-12'4823'0'0,"-9"7"-4740"0"0,11 4 147 0 0,-17-3-455 0 0,11 2 243 0 0,0 0 0 0 0,0 1 0 0 0,0 0 0 0 0,0 0 0 0 0,0 1 1 0 0,0 0-1 0 0,-12 2 0 0 0,-17 2-1 0 0,-51 5 160 0 0,1 4-1 0 0,-97 27 1 0 0,49-6-92 0 0,-37 12-104 0 0,138-35 2 0 0,9-1-158 0 0,0-2 0 0 0,0-1 0 0 0,0 0 0 0 0,-1-2 0 0 0,-33 2 0 0 0,34-6 162 0 0,1 2 0 0 0,-36 7-1 0 0,40-6 1 0 0,-50 16-54 0 0,11 7 76 0 0,10-4 62 0 0,-128 61 410 0 0,163-78-455 0 0,9-5-13 0 0,0 1 0 0 0,1 0 1 0 0,-1 0-1 0 0,0 0 1 0 0,1 0-1 0 0,-1 1 0 0 0,1 0 1 0 0,0 0-1 0 0,-4 4 1 0 0,2 1 35 0 0,5-7-41 0 0,0 1 0 0 0,0-1 0 0 0,0 0 0 0 0,0 0 0 0 0,0 1 0 0 0,-1-1-1 0 0,1 0 1 0 0,0 0 0 0 0,-1 0 0 0 0,1 0 0 0 0,0-1 0 0 0,-1 1 0 0 0,-2 1 0 0 0,3-2-6 0 0,-1 1 1 0 0,1-1 0 0 0,0 0-1 0 0,0 1 1 0 0,0-1 0 0 0,0 1-1 0 0,0-1 1 0 0,0 1 0 0 0,0 0-1 0 0,0-1 1 0 0,0 1 0 0 0,0 0-1 0 0,0 0 1 0 0,0 0 0 0 0,0 0-1 0 0,1-1 1 0 0,-1 1 0 0 0,0 0-1 0 0,1 0 1 0 0,-1 1 0 0 0,1-1-1 0 0,-1 0 1 0 0,1 0 0 0 0,-1 0-1 0 0,1 0 1 0 0,0 0 0 0 0,-1 0-1 0 0,1 1 1 0 0,0-1 0 0 0,0 0-1 0 0,0 0 1 0 0,0 0 0 0 0,0 1-1 0 0,1 1 1 0 0,-1-3-1 0 0,0 1 0 0 0,0-1 0 0 0,0 1 0 0 0,0-1 0 0 0,-1 1 0 0 0,1-1 0 0 0,0 1 0 0 0,0 0 0 0 0,0-1 0 0 0,0 1 0 0 0,0-1-1 0 0,-1 1 1 0 0,1-1 0 0 0,0 1 0 0 0,-1-1 0 0 0,1 0 0 0 0,0 1 0 0 0,-1-1 0 0 0,1 1 0 0 0,0-1 0 0 0,-1 0 0 0 0,1 1 0 0 0,-1-1 0 0 0,1 0 0 0 0,0 1 0 0 0,-1-1 0 0 0,1 0 0 0 0,-1 1 0 0 0,1-1 0 0 0,-1 0 0 0 0,0 0 0 0 0,1 0 0 0 0,-1 0 0 0 0,0 1-1 0 0,1-1 1 0 0,-1 0 0 0 0,0 0 0 0 0,1 0 0 0 0,-1 1 0 0 0,1-1 0 0 0,-1 0 0 0 0,1 0 0 0 0,-1 1 0 0 0,1-1 0 0 0,-1 1 0 0 0,1-1 0 0 0,-1 0 0 0 0,1 1 0 0 0,-1-1 0 0 0,1 1 0 0 0,0-1 0 0 0,-1 1 0 0 0,1-1 0 0 0,0 1 0 0 0,0-1 0 0 0,-1 1 0 0 0,1 0 0 0 0,0-1 0 0 0,0 1 0 0 0,0-1 0 0 0,-1 1 0 0 0,1-1 0 0 0,0 1 0 0 0,0 0 0 0 0,0-1 0 0 0,0 1-1 0 0,0 0 1 0 0,0 2 2 0 0,0 0 0 0 0,-1 0 0 0 0,1-1 0 0 0,-1 1 0 0 0,0 0 0 0 0,0-1 0 0 0,0 1 0 0 0,0-1 0 0 0,-1 1 0 0 0,1-1 0 0 0,-1 1 0 0 0,1-1 0 0 0,-1 0 0 0 0,0 0 0 0 0,-3 3 0 0 0,-10 16-54 0 0,5-4-15 0 0,8-15 69 0 0,0 1 1 0 0,0-1-1 0 0,1 1 0 0 0,-1 0 0 0 0,1 0 1 0 0,0 0-1 0 0,0 0 0 0 0,0 0 1 0 0,0 0-1 0 0,0 0 0 0 0,0 6 0 0 0,1-7-2 0 0,0-1-1 0 0,0 1 0 0 0,-1 0 1 0 0,1 0-1 0 0,0 0 0 0 0,-1 0 1 0 0,0 0-1 0 0,1 0 0 0 0,-1 0 1 0 0,0-1-1 0 0,0 1 0 0 0,0 0 1 0 0,0-1-1 0 0,-2 3 0 0 0,2-2-6 0 0,0-1 1 0 0,-1 1-1 0 0,1 0 0 0 0,0 0 0 0 0,0-1 0 0 0,1 1 0 0 0,-1 0 0 0 0,0 0 0 0 0,1 0 0 0 0,-1 0 1 0 0,1 0-1 0 0,-1 0 0 0 0,1 0 0 0 0,0 3 0 0 0,1 16 62 0 0,0-16-57 0 0,0-1 0 0 0,-1 1-1 0 0,0 0 1 0 0,0 0-1 0 0,0-1 1 0 0,0 1 0 0 0,-1 0-1 0 0,0 0 1 0 0,0-1 0 0 0,-3 9-1 0 0,-3 0-20 0 0,2-7 5 0 0,1 0 1 0 0,0 1 0 0 0,0 0 0 0 0,1 0 0 0 0,0 0 0 0 0,0 0 0 0 0,1 1-1 0 0,0-1 1 0 0,-2 12 0 0 0,4-16 38 0 0,-1 1-1 0 0,1 0 1 0 0,-1-1 0 0 0,0 0 0 0 0,0 1-1 0 0,-1-1 1 0 0,-3 7 0 0 0,4-9-8 0 0,0 1 1 0 0,0 0 0 0 0,0 0-1 0 0,0 0 1 0 0,0 0-1 0 0,0 0 1 0 0,1 0-1 0 0,-1 0 1 0 0,1 0 0 0 0,-1 0-1 0 0,1 0 1 0 0,0 1-1 0 0,0-1 1 0 0,0 0 0 0 0,0 0-1 0 0,0 0 1 0 0,0 0-1 0 0,1 1 1 0 0,0 2 0 0 0,7 5-5 0 0,-7-9-11 0 0,0 0-1 0 0,0 0 0 0 0,-1 0 1 0 0,1 0-1 0 0,0 0 0 0 0,0 0 1 0 0,0 0-1 0 0,-1 1 0 0 0,1-1 0 0 0,-1 0 1 0 0,1 1-1 0 0,-1-1 0 0 0,1 0 1 0 0,-1 1-1 0 0,0-1 0 0 0,0 3 1 0 0,1-3-3 0 0,-1 0 0 0 0,1 0 0 0 0,-1 0 0 0 0,1 0 0 0 0,0 0 0 0 0,-1 0 0 0 0,1 0 0 0 0,0 0 0 0 0,0 0 0 0 0,0 0 0 0 0,0 0 0 0 0,0-1 0 0 0,0 1 0 0 0,0 0 0 0 0,0-1 0 0 0,0 1 0 0 0,0 0 0 0 0,0-1 0 0 0,0 1 0 0 0,0-1 0 0 0,0 0 0 0 0,3 1 0 0 0,14 10 5 0 0,-17-8-7 0 0,0-1 0 0 0,0 1 0 0 0,0-1 0 0 0,0 1 0 0 0,-1 0 0 0 0,0-1 0 0 0,1 1 0 0 0,-1 0 0 0 0,0 0 0 0 0,0-1 0 0 0,0 1 0 0 0,-1 4 0 0 0,0-4 3 0 0,1 0 1 0 0,0 0-1 0 0,0 1 1 0 0,0-1-1 0 0,0 0 1 0 0,1 0-1 0 0,-1 0 1 0 0,1 1-1 0 0,1 2 1 0 0,5 7 1 0 0,-6-11 0 0 0,1 0 0 0 0,-1 1 0 0 0,0-1 0 0 0,0 1 0 0 0,0 0 0 0 0,0-1 0 0 0,0 1 0 0 0,0 0 0 0 0,-1-1 0 0 0,1 1 0 0 0,-1 0 0 0 0,0 5 0 0 0,0-7 0 0 0,0 0 0 0 0,0 0 0 0 0,0 0 1 0 0,0 0-1 0 0,1 0 0 0 0,-1 0 0 0 0,0-1 0 0 0,0 1 1 0 0,1 0-1 0 0,-1 0 0 0 0,0 0 0 0 0,1 0 0 0 0,-1-1 1 0 0,1 1-1 0 0,-1 0 0 0 0,1 0 0 0 0,0-1 1 0 0,-1 1-1 0 0,1-1 0 0 0,0 1 0 0 0,-1 0 0 0 0,1-1 1 0 0,1 1-1 0 0,-2 0-3 0 0,1-1 0 0 0,0 1 0 0 0,0 0 0 0 0,0-1 0 0 0,0 1 0 0 0,-1 0 0 0 0,1 0 0 0 0,0 0 0 0 0,-1-1 0 0 0,1 1 0 0 0,-1 0 0 0 0,1 0 0 0 0,-1 0 0 0 0,1 0 0 0 0,-1 0 0 0 0,0 0 0 0 0,1 0 0 0 0,-1 0 0 0 0,0 0 0 0 0,0 0 0 0 0,0 0 0 0 0,0 0 0 0 0,0 2 0 0 0,0 0 2 0 0,0-1 1 0 0,1 1-1 0 0,-1 0 0 0 0,1-1 1 0 0,-1 1-1 0 0,1-1 0 0 0,0 1 1 0 0,0 0-1 0 0,0-1 0 0 0,0 0 1 0 0,0 1-1 0 0,1-1 0 0 0,-1 0 1 0 0,1 1-1 0 0,-1-1 0 0 0,1 0 1 0 0,0 0-1 0 0,3 3 0 0 0,9 10 1 0 0,-11-12 0 0 0,1 0 0 0 0,-1 0 0 0 0,0-1 0 0 0,1 1 1 0 0,0-1-1 0 0,0 0 0 0 0,-1 0 0 0 0,1 0 0 0 0,7 1 1 0 0,38 11 77 0 0,32 4-76 0 0,-47-9 14 0 0,0-2 0 0 0,1-2 0 0 0,48 3 1 0 0,-17-9 63 0 0,-1-2 0 0 0,1-4 0 0 0,77-17 0 0 0,18-17-49 0 0,70-14 32 0 0,-197 49-63 0 0,1 2-1 0 0,-1 1 1 0 0,1 1 0 0 0,64 7 0 0 0,145 37 80 0 0,-207-36-55 0 0,-1-1 0 0 0,1-1-1 0 0,0-3 1 0 0,1-1 0 0 0,-1-1 0 0 0,44-9 0 0 0,73-24 189 0 0,-104 21-135 0 0,-12 1-24 0 0,69-33 0 0 0,-57 22-5 0 0,58-28-23 0 0,-84 39 13 0 0,46-30 0 0 0,-53 32 13 0 0,-17 9-52 0 0,1 1 0 0 0,-1 0 0 0 0,0-1 0 0 0,1 1 0 0 0,-1 0-1 0 0,0-1 1 0 0,1 1 0 0 0,-1 0 0 0 0,0-1 0 0 0,0 1 0 0 0,1-1 0 0 0,-1 1 0 0 0,0-1-1 0 0,0 1 1 0 0,0 0 0 0 0,0-1 0 0 0,0 1 0 0 0,1-1 0 0 0,-1 1 0 0 0,0-1 0 0 0,0 1-1 0 0,0-1 1 0 0,0 1 0 0 0,0-1 0 0 0,0 1 0 0 0,-1-1 0 0 0,1 0 0 0 0,0 1 1 0 0,0-1 1 0 0,0 1-1 0 0,0-1 0 0 0,0 0 1 0 0,0 1-1 0 0,0-1 1 0 0,0 1-1 0 0,0-1 0 0 0,0 1 1 0 0,0-1-1 0 0,0 1 1 0 0,0-1-1 0 0,0 1 0 0 0,1-1 1 0 0,-1 1-1 0 0,0-1 1 0 0,0 1-1 0 0,1-1 1 0 0,-1 1-1 0 0,0-1 0 0 0,0 1 1 0 0,1-1-1 0 0,1 0 4 0 0,9-6 1 0 0,-10 7-7 0 0,-1 0 0 0 0,0 0 0 0 0,0-1 0 0 0,1 1 0 0 0,-1 0 0 0 0,0 0 0 0 0,0 0 0 0 0,0-1 0 0 0,1 1 0 0 0,-1 0 0 0 0,0 0 0 0 0,0-1 0 0 0,0 1 0 0 0,0 0 0 0 0,1-1 0 0 0,-1 1 0 0 0,0 0 0 0 0,0 0 0 0 0,0-1 0 0 0,0 1 0 0 0,0 0 0 0 0,0-1 0 0 0,0 1 0 0 0,0 0 0 0 0,0-1 0 0 0,0 1 0 0 0,0 0 0 0 0,0-1 0 0 0,0 1 0 0 0,0 0 0 0 0,0 0 0 0 0,0-1 0 0 0,0 1 0 0 0,-1 0 0 0 0,1-1 0 0 0,0 1 0 0 0,0 0 1 0 0,0 0-1 0 0,0-1 0 0 0,-1 1 0 0 0,-1-3-2 0 0,0 2 1 0 0,1 0 0 0 0,-1-1 0 0 0,1 0 0 0 0,-1 1 0 0 0,1-1-1 0 0,0 0 1 0 0,0 0 0 0 0,0 0 0 0 0,0 0 0 0 0,0 0 0 0 0,0 0 0 0 0,1 0 0 0 0,-1 0 0 0 0,1 0 0 0 0,-1 0-1 0 0,1 0 1 0 0,0 0 0 0 0,0 0 0 0 0,0 0 0 0 0,0-1 0 0 0,0 1 0 0 0,1-2 0 0 0,-2-7-47 0 0,-1 1 0 0 0,0-1 0 0 0,0 1 0 0 0,-1 0 0 0 0,0 0 0 0 0,0 0 0 0 0,-7-11 0 0 0,-5-20-75 0 0,13 36 127 0 0,0-1 1 0 0,-1 0-1 0 0,1 0 0 0 0,-1 1 1 0 0,0 0-1 0 0,-1-1 0 0 0,1 1 1 0 0,-1 0-1 0 0,0 1 0 0 0,-8-8 1 0 0,-1 1 2 0 0,-1 0-1 0 0,-22-11 1 0 0,24 15 6 0 0,0-1 0 0 0,1 0 0 0 0,0-1 0 0 0,-20-18 0 0 0,-10-12-12 0 0,32 33 16 0 0,1-1-1 0 0,0-1 1 0 0,-14-15-1 0 0,16 16-22 0 0,1 0 0 0 0,-2 0 0 0 0,1 1 0 0 0,-15-11 0 0 0,13 11 14 0 0,0 0-1 0 0,1 0 1 0 0,-10-12-1 0 0,12 13-6 0 0,0 0 1 0 0,0 0-1 0 0,-1 1 1 0 0,0-1-1 0 0,0 1 1 0 0,0 1-1 0 0,-12-7 1 0 0,-18-10 26 0 0,-71-54 39 0 0,52 37-43 0 0,41 26-4 0 0,-1 1 0 0 0,0 1 1 0 0,-1 0-1 0 0,0 0 1 0 0,-31-10-1 0 0,-85-15-86 0 0,110 30 16 0 0,-41-3 0 0 0,54 6-230 0 0,0 1 1 0 0,1 1 0 0 0,-1-1-1 0 0,1 1 1 0 0,-1 1-1 0 0,1 0 1 0 0,-1 0 0 0 0,-11 5-1 0 0,-25 18-3521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2:20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0 2161 0 0,'-37'0'4122'0'0,"37"0"-4116"0"0,0 0 0 0 0,0 0 0 0 0,0 0-1 0 0,0 0 1 0 0,0 0 0 0 0,0 0 0 0 0,1 1 0 0 0,-1-1 0 0 0,0 0 0 0 0,0 0 0 0 0,0 0 0 0 0,0 0 0 0 0,0 0 0 0 0,0 0-1 0 0,0 0 1 0 0,0 0 0 0 0,0 0 0 0 0,1 1 0 0 0,-1-1 0 0 0,0 0 0 0 0,0 0 0 0 0,0 0 0 0 0,0 0 0 0 0,0 0-1 0 0,0 0 1 0 0,0 0 0 0 0,0 1 0 0 0,0-1 0 0 0,0 0 0 0 0,0 0 0 0 0,0 0 0 0 0,0 0 0 0 0,0 0 0 0 0,0 0 0 0 0,0 1-1 0 0,0-1 1 0 0,0 0 0 0 0,0 0 0 0 0,0 0 0 0 0,0 0 0 0 0,0 0 0 0 0,0 0 0 0 0,-1 1 0 0 0,1-1 0 0 0,0 0-1 0 0,0 0 1 0 0,0 0 0 0 0,0 0 0 0 0,0 0 0 0 0,0 0 0 0 0,0 0 0 0 0,0 0 0 0 0,0 0 0 0 0,0 0 0 0 0,-1 1 0 0 0,1-1-1 0 0,0 0 1 0 0,0 0 0 0 0,0 0 0 0 0,0 0 0 0 0,281 17 1675 0 0,-242-14-1640 0 0,0-2 1 0 0,70-7 0 0 0,11-1-7 0 0,35 3 45 0 0,-127 6-48 0 0,-1 1 1 0 0,0 1-1 0 0,37 11 0 0 0,-10-2-1 0 0,57 20 49 0 0,-46-21-32 0 0,1-2 0 0 0,0-3 0 0 0,0-3 0 0 0,89-5 0 0 0,-141 0-203 0 0,0-1 1 0 0,-1 0-1 0 0,1-1 0 0 0,-1-1 0 0 0,0 0 1 0 0,0 0-1 0 0,0-1 0 0 0,0-1 1 0 0,22-14-1 0 0,6-8-2940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2:22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36 123 2641 0 0,'-17'-7'1607'0'0,"-2"-2"-667"0"0,19 5-881 0 0,10 1-77 0 0,-10 2 27 0 0,1 1-1 0 0,-1 0 1 0 0,0 0 0 0 0,0 0-1 0 0,1 0 1 0 0,-1 0 0 0 0,0 0-1 0 0,0-1 1 0 0,1 1-1 0 0,-1 0 1 0 0,0 0 0 0 0,0 0-1 0 0,0-1 1 0 0,0 1 0 0 0,1 0-1 0 0,-1 0 1 0 0,0-1 0 0 0,0 1-1 0 0,0 0 1 0 0,0 0 0 0 0,0-1-1 0 0,0 1 1 0 0,1 0 0 0 0,-1 0-1 0 0,0-1 1 0 0,0 1-1 0 0,0 0 1 0 0,0-1 0 0 0,0 1-1 0 0,0 0 1 0 0,0 0 0 0 0,0-1-1 0 0,0 1 1 0 0,0 0 0 0 0,-1-1-1 0 0,1 1 1 0 0,0-1 0 0 0,0 1 4 0 0,0 0 0 0 0,0-1 0 0 0,0 1 0 0 0,0-1 0 0 0,0 1 0 0 0,0-1 0 0 0,0 1 0 0 0,0 0 0 0 0,0-1 0 0 0,0 1 0 0 0,0-1 0 0 0,0 1 0 0 0,0-1 0 0 0,0 1 0 0 0,0 0 0 0 0,0-1 0 0 0,1 1 0 0 0,-1-1 0 0 0,0 1 0 0 0,0 0 0 0 0,1-1 0 0 0,-1 1 0 0 0,0 0 0 0 0,0-1 0 0 0,1 1 0 0 0,-1-1 0 0 0,13-6 125 0 0,1 1-1 0 0,-1 0 0 0 0,1 1 1 0 0,0 0-1 0 0,0 1 0 0 0,0 1 0 0 0,0 0 1 0 0,29-2-1 0 0,131 5 90 0 0,-86 3-156 0 0,67 1 9 0 0,-93 5 0 0 0,268 5 168 0 0,-112-8-109 0 0,-176-3-136 0 0,142 3 101 0 0,-129-5-45 0 0,-31 1-46 0 0,1-2-1 0 0,-1 0 0 0 0,0-2 1 0 0,0-1-1 0 0,44-10 0 0 0,-66 13-60 0 0,-1-1 0 0 0,0 1 0 0 0,1-1 0 0 0,-1 0-1 0 0,1 0 1 0 0,-1 1 0 0 0,0-1 0 0 0,0 0 0 0 0,1 0-1 0 0,-1 0 1 0 0,0 0 0 0 0,0 0 0 0 0,0-1 0 0 0,0 1 0 0 0,0 0-1 0 0,0 0 1 0 0,-1-1 0 0 0,1 1 0 0 0,1-3 0 0 0,-2 3-132 0 0,0 0 0 0 0,0 0 0 0 0,1 0 0 0 0,-1-1 0 0 0,0 1 0 0 0,0 0 0 0 0,-1 0 0 0 0,1-1 0 0 0,0 1 0 0 0,0 0 1 0 0,0 0-1 0 0,-1 0 0 0 0,1-1 0 0 0,-1 1 0 0 0,1 0 0 0 0,-1 0 0 0 0,1 0 0 0 0,-1 0 0 0 0,0-1 0 0 0,-18-16-2768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2:24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0 2801 0 0,'-67'5'481'0'0,"23"-1"-1042"0"0,-23-4 81 0 0,23-4-801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2:27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2532 313 960 0 0,'-59'-33'4056'0'0,"53"31"-3993"0"0,1 1 1 0 0,-1 0-1 0 0,0 0 1 0 0,0 0 0 0 0,1 0-1 0 0,-1 1 1 0 0,0 0-1 0 0,0 0 1 0 0,1 1 0 0 0,-1-1-1 0 0,0 1 1 0 0,0 0 0 0 0,1 1-1 0 0,-11 4 1 0 0,-28 4-18 0 0,22-7-27 0 0,11-2-10 0 0,1 1 1 0 0,-1 0 0 0 0,1 1-1 0 0,-15 5 1 0 0,-58 15-57 0 0,-12 4 14 0 0,44-13 68 0 0,35-10-7 0 0,1 0-1 0 0,0 0 1 0 0,0 2 0 0 0,-24 11-1 0 0,29-12 8 0 0,0 0 1 0 0,0-1-1 0 0,-14 4 0 0 0,-29 12-29 0 0,20-3 34 0 0,0-2 0 0 0,-1-1 0 0 0,0-1 0 0 0,-1-2 0 0 0,-41 7 0 0 0,65-15-39 0 0,3-2 1 0 0,0 0 0 0 0,0 0 0 0 0,0 0 0 0 0,0-1 0 0 0,-8-1 0 0 0,-12 3 35 0 0,-1 1-1 0 0,1 2 0 0 0,-48 15 1 0 0,68-18-36 0 0,6-2-1 0 0,-1 1 0 0 0,1 0 0 0 0,0 0 0 0 0,0 0 0 0 0,-1 0 0 0 0,1 0 0 0 0,0 1 0 0 0,0-1 0 0 0,0 0 0 0 0,1 1 0 0 0,-3 2 0 0 0,2-3 0 0 0,1 1 0 0 0,-1-1 0 0 0,0 0 0 0 0,1 1 0 0 0,-1-1 0 0 0,0 0 0 0 0,0 0 0 0 0,1 0 0 0 0,-1-1 0 0 0,-2 2 0 0 0,-19 4 0 0 0,1-5 0 0 0,0-4 0 0 0,-9-5 0 0 0,25 8 0 0 0,-24 4 0 0 0,19-3-7 0 0,0 0 1 0 0,0 1-1 0 0,1 1 0 0 0,-1-1 1 0 0,0 2-1 0 0,1-1 0 0 0,0 2 1 0 0,-1-1-1 0 0,-11 9 0 0 0,-13 3 6 0 0,26-13 21 0 0,0 1-1 0 0,1 0 0 0 0,0 1 0 0 0,-1-1 0 0 0,2 2 1 0 0,-12 7-1 0 0,4 0-17 0 0,-1-1 0 0 0,0 0-1 0 0,0-1 1 0 0,-1-1 0 0 0,-1-1 0 0 0,-31 12 0 0 0,-40 12-2 0 0,48-22 9 0 0,-11 0 129 0 0,34-11-125 0 0,10-2-13 0 0,-10 1 14 0 0,10 0-9 0 0,0 1 1 0 0,0 0 0 0 0,0 1 0 0 0,0 0 0 0 0,0 0 0 0 0,0 1 0 0 0,0 0 0 0 0,1 0 0 0 0,-1 1-1 0 0,-11 5 1 0 0,9-3 10 0 0,-6 2 25 0 0,0 2 0 0 0,-27 18 1 0 0,36-22-6 0 0,0 0 1 0 0,1 1 0 0 0,0 0-1 0 0,0 0 1 0 0,0 0-1 0 0,1 1 1 0 0,0 0 0 0 0,-5 7-1 0 0,6-7-6 0 0,0-1 0 0 0,-1 0 0 0 0,0 0 0 0 0,0 0 1 0 0,-9 8-1 0 0,-11 15 43 0 0,18-15-15 0 0,6-12-51 0 0,0 0 1 0 0,0 0 0 0 0,0 0 0 0 0,0 0 0 0 0,0 0 0 0 0,-1 0 0 0 0,1 0-1 0 0,0 0 1 0 0,-1-1 0 0 0,1 1 0 0 0,-1-1 0 0 0,-2 3 0 0 0,-6 2 25 0 0,6-3-27 0 0,1 0-1 0 0,-1-1 1 0 0,1 1-1 0 0,-1 0 0 0 0,1 1 1 0 0,0-1-1 0 0,0 0 1 0 0,0 1-1 0 0,0 0 1 0 0,-2 5-1 0 0,-5 7 38 0 0,-9 16-40 0 0,1 1 1 0 0,-24 64-1 0 0,37-86-7 0 0,1-1-1 0 0,-2 0 0 0 0,-8 13 0 0 0,8-15 25 0 0,1 1 0 0 0,0 0 0 0 0,0 0 0 0 0,-4 14-1 0 0,-14 53-19 0 0,23-73-3 0 0,-1 0-1 0 0,1 0 0 0 0,0 0 0 0 0,-1 0 0 0 0,1 0 0 0 0,0 0 0 0 0,1 0 1 0 0,-1 0-1 0 0,0 0 0 0 0,1-1 0 0 0,0 1 0 0 0,0 0 0 0 0,0 0 0 0 0,0 0 0 0 0,0-1 1 0 0,2 4-1 0 0,4 13 3 0 0,-2-1 1 0 0,-5-15 4 0 0,1 0 0 0 0,-1 0 0 0 0,1 0 0 0 0,0 0 0 0 0,0 0 0 0 0,0 0 0 0 0,0-1-1 0 0,1 1 1 0 0,-1 0 0 0 0,1-1 0 0 0,-1 1 0 0 0,1-1 0 0 0,0 0 0 0 0,0 1 0 0 0,0-1 0 0 0,3 2-1 0 0,17 10-1 0 0,1 0 0 0 0,1-2 0 0 0,0 0 1 0 0,0-2-1 0 0,30 8 0 0 0,-30-9-1 0 0,33 10-41 0 0,114 20 0 0 0,62-6-15 0 0,-142-22 43 0 0,351 33 94 0 0,-229-26-31 0 0,-139-10-27 0 0,-1 4-1 0 0,0 3 0 0 0,114 38 1 0 0,-78-21 60 0 0,130 21 1 0 0,-37-11-14 0 0,101 45 16 0 0,-106-19 66 0 0,-130-46-111 0 0,1-3 0 0 0,82 12 0 0 0,138 6 30 0 0,-88-14 50 0 0,-107-11-90 0 0,143 22 96 0 0,-30-12-190 0 0,-42-5 31 0 0,-108-1 259 0 0,-12-2 64 0 0,26-2-202 0 0,1-2 1 0 0,80 0-1 0 0,148-12 146 0 0,-188 0-209 0 0,38 0-21 0 0,298-14 54 0 0,363-57-153 0 0,-657 60 66 0 0,226 12 1 0 0,-188 17 86 0 0,-164-11-4 0 0,0 1 1 0 0,-1 1 0 0 0,0 1-1 0 0,0 1 1 0 0,25 13 0 0 0,7 6 356 0 0,102 33 1 0 0,22 0-494 0 0,-9-4 120 0 0,157 9-107 0 0,-280-60-11 0 0,410 33 63 0 0,-421-40-139 0 0,-1-3 1 0 0,1-1 0 0 0,45-12-1 0 0,-53 10 205 0 0,0-1 0 0 0,-1-2 1 0 0,0-1-1 0 0,-1-1 0 0 0,41-23 0 0 0,-43 20-28 0 0,-2-2 1 0 0,0 0-1 0 0,-1-2 0 0 0,-1 0 1 0 0,-1-2-1 0 0,-1 0 0 0 0,27-35 1 0 0,-24 19 27 0 0,-15 21-157 0 0,1 1 0 0 0,21-25 0 0 0,46-47-256 0 0,79-84 577 0 0,-154 169-208 0 0,0 1-1 0 0,0-1 0 0 0,0 1 1 0 0,0-1-1 0 0,-1 0 0 0 0,1 0 1 0 0,-1 0-1 0 0,1 0 1 0 0,-1 0-1 0 0,1 0 0 0 0,-1 0 1 0 0,0 0-1 0 0,0-1 0 0 0,0 1 1 0 0,-1 0-1 0 0,1-1 1 0 0,0 1-1 0 0,-1-1 0 0 0,0 1 1 0 0,1-1-1 0 0,-1 1 1 0 0,0-3-1 0 0,0 4-3 0 0,0 1-1 0 0,0-1 1 0 0,0 1 0 0 0,0 0 0 0 0,0-1-1 0 0,-1 1 1 0 0,1-1 0 0 0,0 1 0 0 0,0 0 0 0 0,0-1-1 0 0,0 1 1 0 0,-1-1 0 0 0,1 1 0 0 0,0 0-1 0 0,0-1 1 0 0,-1 1 0 0 0,1 0 0 0 0,0-1-1 0 0,-1 1 1 0 0,1 0 0 0 0,0 0 0 0 0,-1-1-1 0 0,1 1 1 0 0,-1 0 0 0 0,1 0 0 0 0,0 0-1 0 0,-1-1 1 0 0,0 1 0 0 0,-13-8 26 0 0,-1-1 0 0 0,1 0 0 0 0,1-1 0 0 0,0 0-1 0 0,-18-19 1 0 0,25 21-14 0 0,0-1-1 0 0,0 0 0 0 0,-5-12 1 0 0,-11-17 7 0 0,5 12 8 0 0,2 0-1 0 0,1-2 0 0 0,1 1 1 0 0,-10-33-1 0 0,10 27-29 0 0,-2 0 0 0 0,-1 1 0 0 0,-32-46 0 0 0,38 64 5 0 0,0 0 0 0 0,-1 1 0 0 0,-1 0 0 0 0,0 1 0 0 0,-1 0 0 0 0,0 1-1 0 0,-1 1 1 0 0,0 0 0 0 0,-26-14 0 0 0,-8 1 17 0 0,-93-31-1 0 0,80 33-33 0 0,-457-179-295 0 0,474 179 286 0 0,1-3 0 0 0,1-1-1 0 0,1-2 1 0 0,-55-47 0 0 0,76 56-32 0 0,1-1-1 0 0,1-1 1 0 0,1 0 0 0 0,-19-30 0 0 0,15 21-8 0 0,-30-33 1 0 0,18 30 45 0 0,-1 2 0 0 0,-2 2 0 0 0,-1 1 0 0 0,-1 2 1 0 0,-1 1-1 0 0,-1 3 0 0 0,0 0 0 0 0,-84-26 0 0 0,-18 4-118 0 0,-198-32 1 0 0,256 58 37 0 0,-127-24-179 0 0,-766-179-225 0 0,839 181 543 0 0,-155-21 0 0 0,211 49-102 0 0,-1 4-1 0 0,0 3 0 0 0,-103 8 0 0 0,68 8-438 0 0,0 5 0 0 0,2 5 0 0 0,-212 70 0 0 0,271-73 482 0 0,7 0 291 0 0,-2-3 1 0 0,-78 14-1 0 0,111-27-38 0 0,4 0-87 0 0,0-1 1 0 0,0 0-1 0 0,0-2 1 0 0,-1 1 0 0 0,-22-3-1 0 0,-10-19 89 0 0,29 15-196 0 0,0 2-1 0 0,-1 0 1 0 0,0 0-1 0 0,1 2 1 0 0,-29 0-1 0 0,-107 9 68 0 0,63-2-16 0 0,-130 5 1 0 0,103-3-18 0 0,75-4-49 0 0,-300 20 35 0 0,179-3 15 0 0,-129 11 69 0 0,228-24-148 0 0,-68 18 0 0 0,82-14 0 0 0,0-2 0 0 0,-91 4 0 0 0,103-18 0 0 0,58-4-494 0 0,48-12-533 0 0,67-24-1374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2:30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1877 60 1601 0 0,'-4'-1'326'0'0,"3"2"-248"0"0,0-1 0 0 0,0 0 0 0 0,1 0 1 0 0,-1 0-1 0 0,0 0 0 0 0,1 0 0 0 0,-1-1 1 0 0,0 1-1 0 0,1 0 0 0 0,-1 0 0 0 0,0 0 1 0 0,1-1-1 0 0,-1 1 0 0 0,0 0 0 0 0,1-1 1 0 0,-1 1-1 0 0,1 0 0 0 0,-1-1 0 0 0,1 1 1 0 0,-1-1-1 0 0,1 1 0 0 0,-1-1 0 0 0,1 1 1 0 0,-1-1-1 0 0,1 1 0 0 0,-1-1 0 0 0,1 0 1 0 0,0 1-1 0 0,-1-1 0 0 0,1 1 0 0 0,0-1 0 0 0,-1-1 1 0 0,-1 0 79 0 0,1 1 0 0 0,-2 0 1 0 0,1-1-1 0 0,0 1 1 0 0,0 0-1 0 0,0 0 0 0 0,0 0 1 0 0,-1 0-1 0 0,1 1 1 0 0,-1-1-1 0 0,1 1 0 0 0,0-1 1 0 0,-1 1-1 0 0,-2 0 0 0 0,-3-2 41 0 0,-24-4-105 0 0,1 2-1 0 0,-62 0 0 0 0,-51 0 187 0 0,-81 3 307 0 0,141 8-540 0 0,-106 23 0 0 0,144-23 11 0 0,24-4-33 0 0,0 1 0 0 0,-36 12 0 0 0,-5 6-52 0 0,32-12-13 0 0,1 2 0 0 0,-42 22 0 0 0,58-25 32 0 0,-1-1-1 0 0,-1 0 0 0 0,1-1 0 0 0,-1-1 0 0 0,-26 7 0 0 0,-2 8 68 0 0,36-17-9 0 0,0 1 0 0 0,0-1 0 0 0,0 0 1 0 0,-1-1-1 0 0,-14 4 0 0 0,8-3-26 0 0,-1 1-1 0 0,1 0 1 0 0,0 1-1 0 0,-24 15 1 0 0,-12 4 32 0 0,25-14-46 0 0,10-5 20 0 0,0 1 0 0 0,0 0 0 0 0,1 2 0 0 0,-26 16 0 0 0,32-16-25 0 0,-2-1 0 0 0,1 0 1 0 0,-1-1-1 0 0,-14 7 0 0 0,22-12-4 0 0,0 0-1 0 0,0-1 0 0 0,0 1 1 0 0,1 0-1 0 0,-1 0 0 0 0,1 1 1 0 0,-1-1-1 0 0,1 0 0 0 0,-3 5 1 0 0,-14 12-85 0 0,17-19 89 0 0,1 1-1 0 0,-1 0 1 0 0,1-1-1 0 0,0 1 1 0 0,-1 0-1 0 0,1 0 1 0 0,0 0-1 0 0,0 0 0 0 0,0 0 1 0 0,0 0-1 0 0,0 0 1 0 0,0 1-1 0 0,0-1 1 0 0,0 0-1 0 0,0 1 1 0 0,1-1-1 0 0,-1 0 0 0 0,0 1 1 0 0,1-1-1 0 0,-1 1 1 0 0,1-1-1 0 0,0 1 1 0 0,-1-1-1 0 0,1 1 1 0 0,0-1-1 0 0,0 1 0 0 0,0-1 1 0 0,0 1-1 0 0,0 1 1 0 0,0 0-4 0 0,0 0 1 0 0,-1 0-1 0 0,1-1 0 0 0,-1 1 1 0 0,0 0-1 0 0,0 0 1 0 0,0-1-1 0 0,0 1 1 0 0,0-1-1 0 0,-2 4 0 0 0,1-3-2 0 0,0-1 0 0 0,1 1-1 0 0,0 0 1 0 0,0-1-1 0 0,0 1 1 0 0,0 0-1 0 0,0 0 1 0 0,0 0 0 0 0,1 0-1 0 0,-1 4 1 0 0,1 16-74 0 0,1 25 3 0 0,-1-46 72 0 0,1 1 0 0 0,0-1 0 0 0,-1 1 0 0 0,1 0 0 0 0,0-1 0 0 0,1 0 0 0 0,-1 1 0 0 0,0-1 0 0 0,1 0 0 0 0,-1 1 0 0 0,1-1 0 0 0,-1 0 0 0 0,1 0 0 0 0,3 3 0 0 0,-3-4-1 0 0,0 0 1 0 0,-1 0-1 0 0,1 0 1 0 0,-1 0-1 0 0,1 1 0 0 0,-1-1 1 0 0,0 1-1 0 0,0-1 1 0 0,1 1-1 0 0,-1-1 0 0 0,0 1 1 0 0,0 0-1 0 0,0 0 1 0 0,-1-1-1 0 0,1 1 0 0 0,0 0 1 0 0,-1 0-1 0 0,1 0 1 0 0,-1 0-1 0 0,0 0 0 0 0,1 2 1 0 0,-1-3-4 0 0,0 1 0 0 0,0 0 0 0 0,0-1 0 0 0,0 1 1 0 0,1-1-1 0 0,-1 1 0 0 0,1-1 0 0 0,-1 1 0 0 0,1-1 0 0 0,-1 1 0 0 0,1-1 1 0 0,0 1-1 0 0,0-1 0 0 0,0 0 0 0 0,0 1 0 0 0,1 1 0 0 0,6 8 3 0 0,-3 2 0 0 0,-4-9 0 0 0,1 0 1 0 0,-1-1-1 0 0,0 1 0 0 0,1-1 1 0 0,0 0-1 0 0,0 0 0 0 0,0 1 1 0 0,0-1-1 0 0,0 0 0 0 0,1-1 1 0 0,0 1-1 0 0,-1 0 1 0 0,1-1-1 0 0,0 1 0 0 0,0-1 1 0 0,0 0-1 0 0,0 0 0 0 0,4 1 1 0 0,14 5-17 0 0,0-1 0 0 0,0-1 1 0 0,42 7-1 0 0,64 11 49 0 0,-60-10 32 0 0,94 7 0 0 0,86-19 148 0 0,-144-5-118 0 0,139 16 0 0 0,-228-11-71 0 0,345 49 288 0 0,-301-43-225 0 0,1-4 1 0 0,0-2 0 0 0,64-6-1 0 0,89 4-32 0 0,-179 1-32 0 0,0-2 1 0 0,35-5-1 0 0,1 0 44 0 0,-47 5-60 0 0,26-3 31 0 0,52 4 0 0 0,57 5 48 0 0,-107-5-76 0 0,-18 1 0 0 0,1 1 1 0 0,-1 3-1 0 0,0 0 1 0 0,0 2-1 0 0,-1 1 1 0 0,36 15-1 0 0,-60-20-13 0 0,0 0 0 0 0,0-1-1 0 0,0 0 1 0 0,0 0-1 0 0,0 0 1 0 0,1-1-1 0 0,-1 0 1 0 0,0 0-1 0 0,1-1 1 0 0,-1 0 0 0 0,1-1-1 0 0,-1 1 1 0 0,0-1-1 0 0,1-1 1 0 0,-1 1-1 0 0,0-1 1 0 0,7-3-1 0 0,24-5-44 0 0,69-22 45 0 0,-34 8 66 0 0,-58 20-50 0 0,-1-1 0 0 0,1 0 0 0 0,-1-1 0 0 0,-1 0 0 0 0,23-15-1 0 0,1-2 43 0 0,56-47-1 0 0,-58 40 17 0 0,-25 22-21 0 0,0 0 1 0 0,-1 0 0 0 0,0-1-1 0 0,0-1 1 0 0,-1 1 0 0 0,0-1-1 0 0,9-17 1 0 0,6-8 84 0 0,-18 29-145 0 0,0-1 0 0 0,0 0 0 0 0,-1 0 0 0 0,0 0 0 0 0,0 0 0 0 0,-1-1 0 0 0,0 0 0 0 0,0 0 0 0 0,0 0 0 0 0,1-13 0 0 0,-3-10 39 0 0,0 22-1 0 0,0 0 0 0 0,-1 0-1 0 0,0 0 1 0 0,0-1-1 0 0,-1 1 1 0 0,-1 0-1 0 0,1 0 1 0 0,-1 0 0 0 0,-1 0-1 0 0,0 1 1 0 0,0-1-1 0 0,-7-12 1 0 0,-7-6-8 0 0,13 18-17 0 0,-1 1 1 0 0,-1-1 0 0 0,0 1-1 0 0,0 0 1 0 0,-1 1 0 0 0,1-1-1 0 0,-11-7 1 0 0,-20-8 6 0 0,-81-37-1 0 0,84 44-38 0 0,-160-64 33 0 0,122 54 47 0 0,-12-3-88 0 0,-1 3 0 0 0,-1 5 1 0 0,0 2-1 0 0,-2 5 0 0 0,-123-4 0 0 0,137 15-218 0 0,1 3 1 0 0,-1 3-1 0 0,1 4 0 0 0,0 2 1 0 0,-118 33-1 0 0,69-5-1878 0 0,7 3-2362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2:43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98 720 0 0,'0'-2'200'0'0,"0"0"0"0"0,-1 0-1 0 0,1-1 1 0 0,0 1-1 0 0,-1 0 1 0 0,0 0 0 0 0,1 0-1 0 0,-1 0 1 0 0,0 0 0 0 0,0 1-1 0 0,0-1 1 0 0,-1 0-1 0 0,1 0 1 0 0,0 1 0 0 0,-1-1-1 0 0,1 0 1 0 0,-1 1 0 0 0,1 0-1 0 0,-1-1 1 0 0,1 1-1 0 0,-1 0 1 0 0,0 0 0 0 0,-3-2-1 0 0,-7-5 279 0 0,8-9 721 0 0,4 12-215 0 0,1 12-672 0 0,21-2-299 0 0,-18-6-586 0 0,-4 0 393 0 0,12-4-575 0 0,-11 5 694 0 0,-1 0 1 0 0,0 0-1 0 0,1 0 1 0 0,-1-1-1 0 0,0 1 1 0 0,0 0-1 0 0,1 0 1 0 0,-1-1-1 0 0,0 1 1 0 0,0 0-1 0 0,1 0 1 0 0,-1-1 0 0 0,0 1-1 0 0,0 0 1 0 0,0-1-1 0 0,0 1 1 0 0,0 0-1 0 0,1-1 1 0 0,-1 1-1 0 0,0 0 1 0 0,0-1-1 0 0,0 1 1 0 0,0 0-1 0 0,0-1 1 0 0,0 1 0 0 0,0 0-1 0 0,0-1 1 0 0,0 1-1 0 0,0 0 1 0 0,0-1-1 0 0,0 1 1 0 0,-1 0-1 0 0,1-1 1 0 0,0 1-1 0 0,0 0 1 0 0,0-1-1 0 0,0 1 1 0 0,0 0 0 0 0,-1-1-1 0 0,1 1 1 0 0,0 0-1 0 0,-1-1 1 0 0,-17-16-2888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2:43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39 1361 0 0,'0'0'2001'0'0,"23"0"-401"0"0,-23 4 561 0 0,-23 1-1440 0 0,1 0-321 0 0,0-1-80 0 0,0 1 0 0 0,0-5-240 0 0,22-5-240 0 0,0-9-1841 0 0,0 4-560 0 0,22-22-1041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0:14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329 118 3842 0 0,'1'1'115'0'0,"0"-1"0"0"0,-1 0 0 0 0,1 0 0 0 0,0 0 0 0 0,0 0 1 0 0,0 0-1 0 0,-1 0 0 0 0,1 0 0 0 0,0 0 0 0 0,0 0 0 0 0,0 0 0 0 0,-1 0 0 0 0,1 0 1 0 0,0-1-1 0 0,0 1 0 0 0,-1 0 0 0 0,1-1 0 0 0,0 1 0 0 0,-1 0 0 0 0,1-1 1 0 0,0 1-1 0 0,-1-1 0 0 0,1 1 0 0 0,0-1 0 0 0,-1 1 0 0 0,1-1 0 0 0,-1 1 0 0 0,1-1 1 0 0,-1 0-1 0 0,0 1 0 0 0,1-1 0 0 0,-1 0 0 0 0,1 1 0 0 0,-1-1 0 0 0,0 0 1 0 0,0 0-1 0 0,1 1 0 0 0,-1-1 0 0 0,0 0 0 0 0,0 0 0 0 0,0 0 0 0 0,0 1 0 0 0,0-1 1 0 0,0 0-1 0 0,0 0 0 0 0,0 0 0 0 0,0 1 0 0 0,0-1 0 0 0,-1 0 0 0 0,1 0 0 0 0,-1 0 1 0 0,1-6-327 0 0,-26 5 464 0 0,15 1-168 0 0,-14-1 112 0 0,0 0 0 0 0,-29 3 1 0 0,43 0-164 0 0,1 1 1 0 0,0 0-1 0 0,0 0 1 0 0,-1 1-1 0 0,1 1 1 0 0,1-1-1 0 0,-1 2 1 0 0,-15 8-1 0 0,-28 21-20 0 0,49-31-22 0 0,1 0 1 0 0,-1 1-1 0 0,1-1 1 0 0,-1 0-1 0 0,1 1 1 0 0,0 0-1 0 0,0 0 1 0 0,1 0-1 0 0,-1 0 1 0 0,1 0-1 0 0,0 0 1 0 0,0 1-1 0 0,0-1 1 0 0,1 1-1 0 0,-1 0 1 0 0,0 5-1 0 0,0-2-11 0 0,1-4 13 0 0,0-1 1 0 0,1 1 0 0 0,-1-1-1 0 0,1 1 1 0 0,-1-1-1 0 0,1 1 1 0 0,1 0-1 0 0,-1-1 1 0 0,0 1 0 0 0,1 0-1 0 0,0-1 1 0 0,0 1-1 0 0,0-1 1 0 0,0 0-1 0 0,0 1 1 0 0,1-1 0 0 0,-1 0-1 0 0,1 0 1 0 0,0 1-1 0 0,0-1 1 0 0,0-1-1 0 0,1 1 1 0 0,-1 0-1 0 0,0-1 1 0 0,1 1 0 0 0,6 4-1 0 0,0-3 5 0 0,1 0-1 0 0,0 0 1 0 0,0 0-1 0 0,0-2 1 0 0,0 1-1 0 0,1-1 1 0 0,-1-1 0 0 0,1 1-1 0 0,14-2 1 0 0,111-5 15 0 0,-133 4-14 0 0,19 0 16 0 0,30-3-12 0 0,0-2 0 0 0,60-15 0 0 0,-97 18 10 0 0,-1-1 1 0 0,0-1-1 0 0,0-1 0 0 0,0 0 1 0 0,-1 0-1 0 0,0-1 0 0 0,0-1 0 0 0,0 0 1 0 0,-1-1-1 0 0,-1 0 0 0 0,0-1 0 0 0,19-21 1 0 0,-25 25-28 0 0,0-1-1 0 0,0 0 1 0 0,-1 0 0 0 0,0 0 0 0 0,-1-1 0 0 0,0 1 0 0 0,0-1 0 0 0,0 0 0 0 0,-1 0 0 0 0,0 0 0 0 0,1-15 0 0 0,-3 19 7 0 0,0 1 0 0 0,0-1 0 0 0,0 0 0 0 0,-1 1 0 0 0,1-1 1 0 0,-1 1-1 0 0,0-1 0 0 0,0 0 0 0 0,0 1 0 0 0,-1 0 0 0 0,1-1 0 0 0,-1 1 0 0 0,0 0 0 0 0,0 0 1 0 0,0 0-1 0 0,0 0 0 0 0,0 0 0 0 0,-1 0 0 0 0,1 1 0 0 0,-1-1 0 0 0,0 1 0 0 0,0-1 0 0 0,0 1 0 0 0,0 0 1 0 0,0 0-1 0 0,0 1 0 0 0,-1-1 0 0 0,1 1 0 0 0,-4-2 0 0 0,-1 1-99 0 0,0 0-1 0 0,0 0 1 0 0,0 1 0 0 0,0 0-1 0 0,0 1 1 0 0,0 0-1 0 0,0 0 1 0 0,0 0 0 0 0,0 1-1 0 0,0 0 1 0 0,0 1 0 0 0,1 0-1 0 0,-1 0 1 0 0,0 1-1 0 0,1 0 1 0 0,-1 0 0 0 0,1 0-1 0 0,0 1 1 0 0,-11 8-1 0 0,-8 13-2561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0:14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4242 0 0,'-22'71'4242'0'0,"44"8"-4162"0"0,-22-37-480 0 0,45-38-7684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0:15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66 1761 0 0,'-51'-6'4186'0'0,"12"1"-2395"0"0,-42 0-1 0 0,70 5-1688 0 0,1 0 0 0 0,0 1 0 0 0,-1 1 0 0 0,1-1 0 0 0,0 2-1 0 0,0-1 1 0 0,0 1 0 0 0,-18 9 0 0 0,26-11-94 0 0,0-1-1 0 0,0 1 1 0 0,0 0 0 0 0,1-1-1 0 0,-1 1 1 0 0,0 0 0 0 0,1 0 0 0 0,-1 0-1 0 0,1 1 1 0 0,-1-1 0 0 0,1 0 0 0 0,-1 1-1 0 0,1-1 1 0 0,0 1 0 0 0,0-1 0 0 0,0 1-1 0 0,0-1 1 0 0,0 1 0 0 0,0 0 0 0 0,0-1-1 0 0,-1 4 1 0 0,3-2-7 0 0,0-1 0 0 0,1 1 0 0 0,-1-1 0 0 0,0 1 0 0 0,1-1 0 0 0,-1 0 0 0 0,1 0 0 0 0,0 0 0 0 0,0 0 0 0 0,-1 0 0 0 0,1 0 0 0 0,1 0 0 0 0,-1 0 0 0 0,0-1 1 0 0,5 3-1 0 0,115 86 12 0 0,-122-90-12 0 0,7 5 11 0 0,-1-1-1 0 0,0 2 1 0 0,-1-1 0 0 0,8 9 0 0 0,-12-13-11 0 0,0 0 0 0 0,0 1-1 0 0,0-1 1 0 0,0 0 0 0 0,-1 1-1 0 0,1-1 1 0 0,0 1 0 0 0,-1-1-1 0 0,1 1 1 0 0,-1-1 0 0 0,0 1 0 0 0,1 0-1 0 0,-1-1 1 0 0,0 1 0 0 0,0-1-1 0 0,0 1 1 0 0,0 0 0 0 0,0-1 0 0 0,0 1-1 0 0,0-1 1 0 0,-1 1 0 0 0,1 0-1 0 0,-1-1 1 0 0,1 1 0 0 0,-1-1-1 0 0,1 1 1 0 0,-2 1 0 0 0,-2 2 0 0 0,0-1 0 0 0,0 0 0 0 0,0 0 0 0 0,-1 0 0 0 0,1 0 0 0 0,-1-1 0 0 0,0 0 0 0 0,0 0 0 0 0,0 0 0 0 0,0 0 0 0 0,0-1 0 0 0,-1 0 0 0 0,1 0 1 0 0,-1-1-1 0 0,-6 2 0 0 0,3-1 6 0 0,1-1 1 0 0,-1 1 0 0 0,1-2-1 0 0,-1 1 1 0 0,0-1 0 0 0,1 0-1 0 0,-1-1 1 0 0,0 0 0 0 0,-10-3-1 0 0,18 4-3 0 0,0 0-1 0 0,0 0 1 0 0,0-1-1 0 0,0 1 1 0 0,0 0-1 0 0,0-1 1 0 0,0 1 0 0 0,0 0-1 0 0,0-1 1 0 0,0 1-1 0 0,0-1 1 0 0,0 1-1 0 0,1-1 1 0 0,-1 0-1 0 0,0 1 1 0 0,0-1-1 0 0,1 0 1 0 0,-1 0-1 0 0,0 0 1 0 0,1 1-1 0 0,-1-1 1 0 0,1 0-1 0 0,-1 0 1 0 0,1 0 0 0 0,-1 0-1 0 0,1 0 1 0 0,0 0-1 0 0,-1 0 1 0 0,1 0-1 0 0,0 0 1 0 0,0 0-1 0 0,0 0 1 0 0,0 0-1 0 0,0-2 1 0 0,1 0 3 0 0,0-1 0 0 0,1 1 0 0 0,0-1 0 0 0,-1 1 0 0 0,1 0 0 0 0,0 0 0 0 0,1 0 0 0 0,-1 0-1 0 0,1 0 1 0 0,3-3 0 0 0,22-20 90 0 0,1 1 0 0 0,1 1 0 0 0,63-37-1 0 0,-7 5-42 0 0,-80 53-40 0 0,-1 0 1 0 0,-1-1-1 0 0,1 1 1 0 0,0-1 0 0 0,-1 0-1 0 0,0-1 1 0 0,4-4 0 0 0,-7 8-15 0 0,-1 0 1 0 0,0 0 0 0 0,1-1 0 0 0,-1 1 0 0 0,0 0 0 0 0,0 0-1 0 0,0 0 1 0 0,0 0 0 0 0,0 0 0 0 0,0 0 0 0 0,0 0-1 0 0,0 0 1 0 0,0 0 0 0 0,0 0 0 0 0,-1-1 0 0 0,1 1 0 0 0,0 0-1 0 0,-1 0 1 0 0,1 0 0 0 0,-1 0 0 0 0,1 0 0 0 0,-1 1 0 0 0,0-1-1 0 0,1 0 1 0 0,-1 0 0 0 0,0 0 0 0 0,0 0 0 0 0,1 1 0 0 0,-1-1-1 0 0,0 0 1 0 0,0 1 0 0 0,0-1 0 0 0,0 1 0 0 0,0-1-1 0 0,-2 0 1 0 0,-3-3-303 0 0,0 0 0 0 0,-1 0 0 0 0,1 1 0 0 0,-1 0 1 0 0,0 0-1 0 0,0 1 0 0 0,0 0 0 0 0,0 0 0 0 0,0 0 0 0 0,-15 0 0 0 0,-40 0-5101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0:16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796 113 6723 0 0,'0'-52'3842'0'0,"-22"34"-2722"0"0,-23-1-559 0 0,1 5-241 0 0,-45 4 0 0 0,-84 30-240 0 0,17 49-160 0 0,1 20 160 0 0,43 5 560 0 0,157-38-320 0 0,133-13-880 0 0,88-53-160 0 0,41-27-6243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0:18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0 156 7123 0 0,'4'1'254'0'0,"11"6"2093"0"0,-26-12-1775 0 0,12 4-548 0 0,0 0 0 0 0,1 0 0 0 0,-1 0 0 0 0,0 1 0 0 0,0-1 0 0 0,1 0 0 0 0,-1 1 0 0 0,1-1 0 0 0,-1 0 0 0 0,0 1 0 0 0,1 0 0 0 0,-1-1 0 0 0,4 1 0 0 0,76-17 229 0 0,577-69 281 0 0,-188 44-441 0 0,-424 39-91 0 0,1 2 0 0 0,-1 2 1 0 0,78 12-1 0 0,112 45 162 0 0,-207-51-135 0 0,-1-1 0 0 0,1-1-1 0 0,0-2 1 0 0,0-1 0 0 0,41-2-1 0 0,-32-1-13 0 0,62 0 57 0 0,110 1 92 0 0,-156 3-102 0 0,104 18 0 0 0,-151-20-98 0 0,0 0-1 0 0,1 0 0 0 0,-1-1 0 0 0,0 0 1 0 0,15-2-1 0 0,-20 2-70 0 0,0 0 0 0 0,0 0 0 0 0,0-1 0 0 0,0 1 0 0 0,0-1 0 0 0,0 1 0 0 0,0-1 0 0 0,0 0 0 0 0,-1 0 0 0 0,1 0 0 0 0,0 0 0 0 0,0 0 0 0 0,0 0 0 0 0,-1 0 0 0 0,1 0 0 0 0,-1-1 0 0 0,1 1 0 0 0,-1-1 0 0 0,1 1 0 0 0,-1-1 0 0 0,0 0 0 0 0,2-3 0 0 0,-3 1-477 0 0,0 0-1 0 0,0 0 1 0 0,0 0-1 0 0,-1 0 0 0 0,0 0 1 0 0,0 0-1 0 0,0 0 1 0 0,0 0-1 0 0,0 0 1 0 0,-4-6-1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22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1 800 0 0,'-45'19'3148'0'0,"41"-18"-2988"0"0,3-1-125 0 0,0 0 0 0 0,0 0 0 0 0,0 0 0 0 0,0 0 0 0 0,0 0 0 0 0,0 1 1 0 0,0-1-1 0 0,0 0 0 0 0,0 0 0 0 0,0 1 0 0 0,1-1 0 0 0,-1 1 1 0 0,0-1-1 0 0,0 1 0 0 0,0-1 0 0 0,0 1 0 0 0,1 0 0 0 0,-2 0 1 0 0,2 0 230 0 0,4-1-199 0 0,-2 0-76 0 0,10-1 97 0 0,-9 1 41 0 0,-6 0 77 0 0,-11 1-60 0 0,10-1 1 0 0,4-4-3242 0 0,0 0 1495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24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1326 73 720 0 0,'0'0'5483'0'0,"0"0"-5462"0"0,0 0 0 0 0,0 0 1 0 0,0 0-1 0 0,0 0 0 0 0,0 0 0 0 0,1-1 1 0 0,-1 1-1 0 0,0 0 0 0 0,0 0 0 0 0,0 0 1 0 0,0 0-1 0 0,0 0 0 0 0,0 0 0 0 0,0-1 1 0 0,0 1-1 0 0,0 0 0 0 0,0 0 1 0 0,0 0-1 0 0,0 0 0 0 0,0 0 0 0 0,0-1 1 0 0,0 1-1 0 0,0 0 0 0 0,0 0 0 0 0,0 0 1 0 0,0 0-1 0 0,0 0 0 0 0,0-1 0 0 0,0 1 1 0 0,-1 0-1 0 0,1 0 0 0 0,0 0 0 0 0,0 0 1 0 0,0 0-1 0 0,0 0 0 0 0,0-1 0 0 0,0 1 1 0 0,0 0-1 0 0,0 0 0 0 0,0 0 0 0 0,-1 0 1 0 0,1 0-1 0 0,0 0 0 0 0,0 0 1 0 0,0 0-1 0 0,0 0 0 0 0,0 0 0 0 0,-1 0 1 0 0,1 0-1 0 0,0 0 0 0 0,0 0 0 0 0,0-1 1 0 0,0 1-1 0 0,0 0 0 0 0,-1 0 0 0 0,1 1 1 0 0,0-1-1 0 0,0 0 0 0 0,0 0 0 0 0,0 0 1 0 0,0 0-1 0 0,-1 0 0 0 0,1 0 0 0 0,-12-3 124 0 0,0 0 1 0 0,0 1-1 0 0,-1 0 0 0 0,1 1 0 0 0,0 1 0 0 0,-1 0 0 0 0,1 0 0 0 0,-20 4 0 0 0,7-2 17 0 0,-142 23 203 0 0,89-12-250 0 0,72-12-113 0 0,-167 32 95 0 0,137-24-72 0 0,1 1 0 0 0,-66 30-1 0 0,70-27-36 0 0,22-10-5 0 0,0 0 0 0 0,0 1 0 0 0,-14 8 0 0 0,-3 7-40 0 0,18-12 52 0 0,0-1-1 0 0,0-1 0 0 0,-13 7 0 0 0,10-7 6 0 0,3-2 11 0 0,1 1 0 0 0,-1 0 0 0 0,1 0 1 0 0,0 1-1 0 0,-11 9 0 0 0,-22 16 5 0 0,34-26-16 0 0,0 0 0 0 0,0 0-1 0 0,0 1 1 0 0,1 0-1 0 0,-1 0 1 0 0,-8 11-1 0 0,8-7 2 0 0,2-4-3 0 0,0 1 0 0 0,0 0 0 0 0,-1-1 0 0 0,1 0 0 0 0,-1 0 0 0 0,-7 5 0 0 0,2-3-11 0 0,7-6 10 0 0,0 1 0 0 0,1 0-1 0 0,-1 0 1 0 0,1 0 0 0 0,-1 0-1 0 0,1 0 1 0 0,0 0-1 0 0,0 1 1 0 0,0-1 0 0 0,0 1-1 0 0,1 0 1 0 0,-1-1-1 0 0,0 1 1 0 0,1 0 0 0 0,-1 4-1 0 0,-1-4 3 0 0,1 1 1 0 0,0 0-1 0 0,-1 0 0 0 0,0-1 0 0 0,0 1 0 0 0,0-1 0 0 0,0 0 0 0 0,-5 4 1 0 0,5-5-4 0 0,0-1 0 0 0,1 1 0 0 0,0 0 0 0 0,-1 1 1 0 0,1-1-1 0 0,0 0 0 0 0,0 1 0 0 0,0-1 0 0 0,1 1 1 0 0,-1-1-1 0 0,0 1 0 0 0,1 0 0 0 0,0 0 0 0 0,0 0 1 0 0,0 0-1 0 0,0 0 0 0 0,0 0 0 0 0,0 6 0 0 0,0-8 7 0 0,1 1 0 0 0,0 0 0 0 0,0 0 0 0 0,-1 0 0 0 0,1-1 0 0 0,-1 1-1 0 0,0 0 1 0 0,1 0 0 0 0,-1-1 0 0 0,0 1 0 0 0,0-1 0 0 0,0 1 0 0 0,0-1 0 0 0,0 1 0 0 0,0-1-1 0 0,-1 0 1 0 0,1 1 0 0 0,0-1 0 0 0,-1 0 0 0 0,1 0 0 0 0,-3 2 0 0 0,2-3-6 0 0,1 2 1 0 0,-1-1 0 0 0,0 0 0 0 0,1 0-1 0 0,0 0 1 0 0,-1 1 0 0 0,1-1 0 0 0,0 1-1 0 0,0-1 1 0 0,-1 1 0 0 0,1-1-1 0 0,0 1 1 0 0,1 0 0 0 0,-1 0 0 0 0,0-1-1 0 0,0 1 1 0 0,1 0 0 0 0,-1 0-1 0 0,1 0 1 0 0,0 0 0 0 0,-1 3 0 0 0,1-2 3 0 0,-1 1 1 0 0,0 0-1 0 0,0-1 0 0 0,0 0 1 0 0,-1 1-1 0 0,1-1 1 0 0,-1 0-1 0 0,1 1 0 0 0,-1-1 1 0 0,0 0-1 0 0,0 0 1 0 0,-1 0-1 0 0,1-1 0 0 0,-1 1 1 0 0,1-1-1 0 0,-6 5 1 0 0,5-5 0 0 0,1 0 1 0 0,-1 0-1 0 0,1 1 1 0 0,-1-1-1 0 0,1 1 1 0 0,0 0-1 0 0,0-1 1 0 0,0 1-1 0 0,0 0 1 0 0,0 0-1 0 0,1 1 1 0 0,-1-1-1 0 0,1 0 1 0 0,0 0-1 0 0,0 1 1 0 0,-1 4-1 0 0,2-6 1 0 0,0-1 0 0 0,0 1 0 0 0,0-1 0 0 0,0 1 0 0 0,0-1 0 0 0,0 1 0 0 0,0-1 0 0 0,0 0 0 0 0,1 1 0 0 0,-1-1 0 0 0,0 1 0 0 0,1-1 0 0 0,-1 1 0 0 0,1-1 0 0 0,0 0 0 0 0,-1 1 0 0 0,1-1 0 0 0,0 0 0 0 0,0 0 0 0 0,0 0 0 0 0,0 0 0 0 0,0 1 0 0 0,0-1 0 0 0,0 0 0 0 0,2 1 0 0 0,1 1-1 0 0,-3-2-3 0 0,-1 0-1 0 0,1 0 1 0 0,0 0-1 0 0,-1 0 0 0 0,1 0 1 0 0,-1 1-1 0 0,1-1 0 0 0,-1 0 1 0 0,0 0-1 0 0,1 1 1 0 0,-1-1-1 0 0,0 0 0 0 0,0 0 1 0 0,0 1-1 0 0,0-1 1 0 0,0 0-1 0 0,-1 3 0 0 0,3 16-35 0 0,3-10 30 0 0,-3-6 13 0 0,0-1-1 0 0,0 1 1 0 0,0 0-1 0 0,-1 0 0 0 0,0 0 1 0 0,0 0-1 0 0,0 0 1 0 0,0 0-1 0 0,-1 1 1 0 0,1 3-1 0 0,-1-6-2 0 0,0-1 1 0 0,1 0-1 0 0,-1 0 0 0 0,1 0 0 0 0,-1 0 1 0 0,0 0-1 0 0,1 1 0 0 0,0-1 0 0 0,-1 0 0 0 0,1 0 1 0 0,0 0-1 0 0,0 0 0 0 0,-1-1 0 0 0,1 1 1 0 0,0 0-1 0 0,0 0 0 0 0,0 0 0 0 0,0-1 1 0 0,0 1-1 0 0,0 0 0 0 0,2 0 0 0 0,29 13 42 0 0,-14-7-1 0 0,-3 1-31 0 0,-6-4-1 0 0,0 0-1 0 0,0 1 1 0 0,0 0-1 0 0,-1 0 1 0 0,0 1-1 0 0,10 9 1 0 0,-15-12 2 0 0,0 0 1 0 0,1 0-1 0 0,0 0 1 0 0,-1 0-1 0 0,1-1 1 0 0,0 1-1 0 0,0-1 1 0 0,0 0-1 0 0,1 0 1 0 0,-1-1-1 0 0,0 1 1 0 0,1-1-1 0 0,5 1 1 0 0,71 9 182 0 0,-42-8-117 0 0,69 10 163 0 0,1-5 1 0 0,0-4-1 0 0,138-14 1 0 0,-168 2-147 0 0,0 4 1 0 0,136 11 0 0 0,-65 5 22 0 0,26 3 13 0 0,-84-5-81 0 0,20 4 43 0 0,-57-10-49 0 0,-45-4-38 0 0,0 0 0 0 0,0 1 0 0 0,0 0 0 0 0,0 1 0 0 0,17 4 0 0 0,-14-2-19 0 0,0-2 0 0 0,1 1 1 0 0,-1-2-1 0 0,0 0 1 0 0,1-1-1 0 0,12 0 1 0 0,-2-1 4 0 0,-8 1 21 0 0,1-2 1 0 0,24-5 0 0 0,22-3 17 0 0,93 5 60 0 0,-104 7-23 0 0,-45 0-60 0 0,36 3 57 0 0,2-4 13 0 0,-26-1 0 0 0,0-1 0 0 0,0-1 0 0 0,0 0 0 0 0,0-2 0 0 0,19-6 0 0 0,-22 6 1 0 0,0 1 0 0 0,20-3 0 0 0,7 0 169 0 0,49-6 83 0 0,-66 10-266 0 0,-1-1 0 0 0,47-13 0 0 0,-11-1-4 0 0,-30 8-1 0 0,54-22 0 0 0,-49 15-5 0 0,21-14 33 0 0,-36 10-14 0 0,-19 17-67 0 0,0 1 1 0 0,0-1-1 0 0,0 1 0 0 0,0 0 1 0 0,1 0-1 0 0,-1 0 0 0 0,1 0 0 0 0,2-1 1 0 0,-1 1 18 0 0,-1 0 0 0 0,0 0 0 0 0,0 0 1 0 0,0 0-1 0 0,0 0 0 0 0,0-1 0 0 0,-1 1 1 0 0,1-1-1 0 0,-1 0 0 0 0,1 0 0 0 0,-1 0 1 0 0,0 0-1 0 0,0 0 0 0 0,0 0 0 0 0,-1-1 1 0 0,3-3-1 0 0,-4 2 7 0 0,1 0 0 0 0,1 1 0 0 0,-1-1 0 0 0,1 1 0 0 0,-1-1 0 0 0,1 1 0 0 0,0 0 0 0 0,1 0-1 0 0,-1 0 1 0 0,1 0 0 0 0,5-6 0 0 0,9-15 159 0 0,46-68 87 0 0,-62 91-273 0 0,0 1 0 0 0,0-1 0 0 0,0 0 0 0 0,-1 1 0 0 0,1-1 0 0 0,0 0 0 0 0,-1 0 0 0 0,0 0 1 0 0,1 0-1 0 0,-1 1 0 0 0,0-1 0 0 0,0 0 0 0 0,0 0 0 0 0,0 0 0 0 0,0 0 0 0 0,0 0 0 0 0,-1 0 1 0 0,1 1-1 0 0,-1-3 0 0 0,-15-28 104 0 0,12 26-80 0 0,3 3-15 0 0,0 0-1 0 0,0 0 0 0 0,0 0 0 0 0,0 0 1 0 0,1 0-1 0 0,-1 0 0 0 0,1 0 0 0 0,0 0 1 0 0,0-1-1 0 0,1-5 0 0 0,-3-22 112 0 0,0 26-115 0 0,1-1-1 0 0,-1 1 0 0 0,1-1 1 0 0,0 0-1 0 0,1 1 0 0 0,0-1 1 0 0,0 0-1 0 0,0 0 1 0 0,0 0-1 0 0,1 1 0 0 0,0-1 1 0 0,0 0-1 0 0,3-6 1 0 0,-2 0 2 0 0,-1 1 0 0 0,0-1 0 0 0,0 1 0 0 0,-2-14 0 0 0,1 2-10 0 0,-1 22-3 0 0,1-1 1 0 0,0 0-1 0 0,-1 0 0 0 0,1 1 1 0 0,-1-1-1 0 0,1 1 1 0 0,-1-1-1 0 0,0 0 1 0 0,0 1-1 0 0,0-1 1 0 0,0 1-1 0 0,0 0 1 0 0,0-1-1 0 0,0 1 0 0 0,0 0 1 0 0,-1 0-1 0 0,1-1 1 0 0,0 1-1 0 0,-1 0 1 0 0,1 0-1 0 0,-4-1 1 0 0,-12-14 23 0 0,10 7 24 0 0,-1 1 1 0 0,0-1 0 0 0,0 2-1 0 0,-1-1 1 0 0,0 1-1 0 0,0 0 1 0 0,-1 1 0 0 0,1 0-1 0 0,-13-4 1 0 0,-13-11-10 0 0,3 3-24 0 0,-2 2 0 0 0,0 1 0 0 0,-59-17 0 0 0,64 23-59 0 0,-144-38 42 0 0,120 33-29 0 0,0 2-1 0 0,0 3 0 0 0,-79-4 1 0 0,42 4-26 0 0,4 4-13 0 0,-121 7 1 0 0,11 1 135 0 0,-436 7-428 0 0,579-11 114 0 0,43 0-120 0 0,1 1 1 0 0,-1 0 0 0 0,-15 2 0 0 0,21-1-783 0 0,4 14-6722 0 0,0 2 2774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26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103 353 2161 0 0,'-22'-6'1996'0'0,"0"0"1"0"0,-22-11-1 0 0,43 17-1980 0 0,0 0 0 0 0,0 0 0 0 0,1 0-1 0 0,-1 0 1 0 0,0-1 0 0 0,1 1 0 0 0,-1 0-1 0 0,1-1 1 0 0,-1 1 0 0 0,0 0 0 0 0,1-1-1 0 0,-1 1 1 0 0,1-1 0 0 0,-1 1 0 0 0,1-1-1 0 0,-1 1 1 0 0,1-1 0 0 0,-1 0 0 0 0,1 1-1 0 0,0-1 1 0 0,-1 1 0 0 0,1-1 0 0 0,0 0-1 0 0,-1 1 1 0 0,1-1 0 0 0,0 0-1 0 0,0 0 1 0 0,11-16 402 0 0,-1 5-370 0 0,-6 8-16 0 0,0 0-1 0 0,1 0 0 0 0,0 0 0 0 0,-1 0 0 0 0,1 1 0 0 0,0 0 1 0 0,1 0-1 0 0,5-3 0 0 0,50-18 125 0 0,-46 19-126 0 0,11-5 2 0 0,0 2 0 0 0,1 1-1 0 0,0 1 1 0 0,0 1 0 0 0,0 2-1 0 0,1 0 1 0 0,29 2 0 0 0,-51 2-30 0 0,1 1 0 0 0,-1-1 0 0 0,0 1 0 0 0,1 0 0 0 0,-1 0 0 0 0,0 1 0 0 0,0 0 0 0 0,0 0 1 0 0,-1 0-1 0 0,1 1 0 0 0,-1-1 0 0 0,0 1 0 0 0,0 1 0 0 0,0-1 0 0 0,0 1 0 0 0,-1 0 0 0 0,0 0 0 0 0,0 0 0 0 0,0 1 0 0 0,0-1 1 0 0,-1 1-1 0 0,0 0 0 0 0,0 0 0 0 0,-1 0 0 0 0,0 0 0 0 0,0 0 0 0 0,0 1 0 0 0,-1-1 0 0 0,0 1 0 0 0,0-1 0 0 0,0 10 1 0 0,-1-14-2 0 0,0 1 1 0 0,0-1-1 0 0,0 0 1 0 0,0 1-1 0 0,1-1 1 0 0,-1 1 0 0 0,1-1-1 0 0,-1 0 1 0 0,1 0-1 0 0,0 1 1 0 0,0-1 0 0 0,0 0-1 0 0,0 0 1 0 0,1 0-1 0 0,-1 0 1 0 0,0 0 0 0 0,1 0-1 0 0,-1 0 1 0 0,4 2-1 0 0,-2-2-1 0 0,0 0 0 0 0,1 0 0 0 0,-1-1 0 0 0,0 1 0 0 0,0-1 0 0 0,1 0 0 0 0,-1 0 0 0 0,0 0 0 0 0,1-1-1 0 0,-1 1 1 0 0,1-1 0 0 0,4 0 0 0 0,8-1 26 0 0,0 0 0 0 0,0-1 0 0 0,0-1 0 0 0,26-9 0 0 0,-16 4 21 0 0,-1-2-1 0 0,-1-1 1 0 0,0-1 0 0 0,0-1 0 0 0,-2 0 0 0 0,26-21 0 0 0,-7 1-134 0 0,-2-2 0 0 0,44-48-1 0 0,-63 58-1519 0 0,26-37-1 0 0,-23 35-2927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27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19 720 0 0,'-22'43'2321'0'0,"22"18"-320"0"0,0-15-1200 0 0,22-17-561 0 0,0-5 0 0 0,23-6 80 0 0,22-14 0 0 0,-5-12 160 0 0,4-12 81 0 0,23-8-161 0 0,-22-9-80 0 0,0-1-240 0 0,-1 1 0 0 0,-21 4-160 0 0,-1 5-1040 0 0,-22 14-3363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28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179 267 2481 0 0,'-4'0'615'0'0,"3"0"-480"0"0,0 0 0 0 0,0 0 0 0 0,0-1 0 0 0,0 1 0 0 0,0 0 1 0 0,1 0-1 0 0,-1 0 0 0 0,0 0 0 0 0,0-1 0 0 0,0 1 1 0 0,0 0-1 0 0,1-1 0 0 0,-1 1 0 0 0,0-1 0 0 0,0 1 0 0 0,1-1 1 0 0,-1 1-1 0 0,0-1 0 0 0,1 0 0 0 0,-1 1 0 0 0,0-2 0 0 0,1 1 279 0 0,0 1-344 0 0,0-1 1 0 0,0 1-1 0 0,0-1 1 0 0,0 1-1 0 0,0 0 1 0 0,0-1-1 0 0,0 1 0 0 0,0-1 1 0 0,0 1-1 0 0,0-1 1 0 0,0 1-1 0 0,0-1 1 0 0,-1 1-1 0 0,1-1 0 0 0,0 1 1 0 0,0-1-1 0 0,0 1 1 0 0,-1 0-1 0 0,1-1 1 0 0,0 1-1 0 0,-1-1 0 0 0,1 1 1 0 0,0 0-1 0 0,-1-1 1 0 0,0 0-52 0 0,-1 0 10 0 0,1 0 0 0 0,-1 0 0 0 0,1-1 0 0 0,0 1 0 0 0,0 0 0 0 0,0 0 0 0 0,-1-1 0 0 0,1 1 0 0 0,0-1 0 0 0,1 1 0 0 0,-1-1 0 0 0,0 1 0 0 0,0-1 0 0 0,1 0 0 0 0,-1 1 0 0 0,1-1 0 0 0,-1 0 0 0 0,1 0 0 0 0,0 1 0 0 0,0-1 0 0 0,0 0 0 0 0,0 0 0 0 0,0 1 0 0 0,0-1 0 0 0,0 0 0 0 0,0 0 0 0 0,1 1 0 0 0,-1-1 0 0 0,1 0 0 0 0,-1 1 0 0 0,2-3 0 0 0,3-8 52 0 0,0 1-1 0 0,0 0 1 0 0,1 0 0 0 0,13-16 0 0 0,-14 20-39 0 0,0 0 1 0 0,0 0 0 0 0,-1-1 0 0 0,0 1 0 0 0,0-1 0 0 0,0 0-1 0 0,-1 0 1 0 0,0 0 0 0 0,-1 0 0 0 0,0 0 0 0 0,0-1-1 0 0,0-14 1 0 0,-5 19 51 0 0,-12 4-14 0 0,15 0-78 0 0,-1 0 0 0 0,1 0 0 0 0,0 0 0 0 0,0 0 1 0 0,-1 0-1 0 0,1 1 0 0 0,0-1 0 0 0,0 0 0 0 0,-1 0 0 0 0,1 0 1 0 0,0 1-1 0 0,0-1 0 0 0,0 0 0 0 0,-1 0 0 0 0,1 1 0 0 0,0-1 0 0 0,0 0 1 0 0,0 0-1 0 0,0 1 0 0 0,0-1 0 0 0,0 0 0 0 0,0 1 0 0 0,0-1 1 0 0,-1 0-1 0 0,1 0 0 0 0,0 1 0 0 0,0-1 0 0 0,0 0 0 0 0,0 1 1 0 0,0-1-1 0 0,1 0 0 0 0,-1 0 0 0 0,0 1 0 0 0,0-1 0 0 0,0 0 1 0 0,0 1-1 0 0,-1 7-2 0 0,-1 0 0 0 0,-1 0 0 0 0,1-1 0 0 0,-1 1 0 0 0,-1-1 0 0 0,1 0 0 0 0,-1 0 0 0 0,-8 11 0 0 0,2-1 0 0 0,-5 7-1 0 0,-1-1 1 0 0,-20 22 0 0 0,14-17-13 0 0,18-23 9 0 0,1 0 0 0 0,0 1 0 0 0,0-1 0 0 0,1 1 0 0 0,-4 10 0 0 0,4-11 8 0 0,1-1 1 0 0,-1 1 0 0 0,0 0 0 0 0,-1 0-1 0 0,1-1 1 0 0,-1 0 0 0 0,-6 8 0 0 0,7-9-9 0 0,0-1 0 0 0,0 0 0 0 0,0 1 1 0 0,0 0-1 0 0,0-1 0 0 0,1 1 0 0 0,-1 0 0 0 0,1 0 1 0 0,-1 0-1 0 0,1 0 0 0 0,0 0 0 0 0,0 0 1 0 0,1 0-1 0 0,-1 0 0 0 0,1 0 0 0 0,-1 1 0 0 0,1-1 1 0 0,0 0-1 0 0,0 0 0 0 0,1 6 0 0 0,-1-4 4 0 0,3-4 1 0 0,0 1-1 0 0,1-1 1 0 0,-1 0 0 0 0,0 0 0 0 0,0 0 0 0 0,1 0 0 0 0,-1 0 0 0 0,1-1-1 0 0,-1 1 1 0 0,7-1 0 0 0,-8 0 3 0 0,25 3 24 0 0,32 3 5 0 0,0-1 0 0 0,0-4 0 0 0,85-7 0 0 0,-82-9 35 0 0,-58 14-62 0 0,0-1-1 0 0,0 1 0 0 0,0-1 1 0 0,0 1-1 0 0,0-1 1 0 0,0-1-1 0 0,-1 1 1 0 0,1 0-1 0 0,-1-1 1 0 0,1 0-1 0 0,2-3 1 0 0,-3 1 10 0 0,1 0 0 0 0,-2 1 0 0 0,1-2 0 0 0,0 1 0 0 0,-1 0 0 0 0,0 0 0 0 0,0-1 0 0 0,-1 1 0 0 0,1-1 0 0 0,-1 0 0 0 0,-1 1 0 0 0,1-1 0 0 0,-1 0 0 0 0,0-6 0 0 0,2 8-4 0 0,-3 3-12 0 0,0 1-1 0 0,0-1 0 0 0,0 0 0 0 0,0 0 0 0 0,0 0 1 0 0,0 1-1 0 0,-1-1 0 0 0,1 0 0 0 0,0 1 0 0 0,0-1 1 0 0,0 1-1 0 0,-1 0 0 0 0,1-1 0 0 0,0 1 0 0 0,-3 0 1 0 0,4 0-2 0 0,0 0 1 0 0,0 0 0 0 0,0 0-1 0 0,-1 0 1 0 0,1 0 0 0 0,0 0-1 0 0,0 0 1 0 0,0 0 0 0 0,-1 0-1 0 0,1 1 1 0 0,0-1 0 0 0,0 0 0 0 0,0 0-1 0 0,-1 0 1 0 0,1 0 0 0 0,0 0-1 0 0,0 1 1 0 0,0-1 0 0 0,0 0-1 0 0,0 0 1 0 0,-1 0 0 0 0,1 1-1 0 0,0-1 1 0 0,0 0 0 0 0,0 0-1 0 0,0 0 1 0 0,0 1 0 0 0,0-1 0 0 0,0 0-1 0 0,0 0 1 0 0,0 0 0 0 0,0 1-1 0 0,0-1 1 0 0,0 0 0 0 0,0 0-1 0 0,0 1 1 0 0,0-1 0 0 0,0 0-1 0 0,-3 10-13 0 0,-1 3-38 0 0,0-1-1 0 0,0 1 1 0 0,1 0 0 0 0,1 0-1 0 0,1 0 1 0 0,-1 1 0 0 0,2-1 0 0 0,1 22-1 0 0,0-7-120 0 0,-1-24 13 0 0,0-1 1 0 0,0 0-1 0 0,0 0 0 0 0,1 0 0 0 0,-1 0 0 0 0,1 0 1 0 0,0 0-1 0 0,0-1 0 0 0,0 1 0 0 0,0 0 0 0 0,1 0 1 0 0,-1-1-1 0 0,1 1 0 0 0,-1 0 0 0 0,1-1 0 0 0,0 0 0 0 0,4 4 1 0 0,16 22-3015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28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1601 0 0,'-22'28'3841'0'0,"-1"5"-2720"0"0,1 4-1201 0 0,22-3-160 0 0,0-2-80 0 0,0-9-721 0 0,0-17-2720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29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370 68 960 0 0,'41'-33'5296'0'0,"-42"32"-5193"0"0,0 0 0 0 0,0 0-1 0 0,1 0 1 0 0,-1 1-1 0 0,0-1 1 0 0,0 0 0 0 0,0 0-1 0 0,0 0 1 0 0,0 1 0 0 0,0-1-1 0 0,0 0 1 0 0,-1 1 0 0 0,1-1-1 0 0,0 1 1 0 0,0-1 0 0 0,0 1-1 0 0,-1 0 1 0 0,1 0 0 0 0,0-1-1 0 0,0 1 1 0 0,-1 0 0 0 0,0 0-1 0 0,-18 1 129 0 0,1 1 1 0 0,-30 7-1 0 0,11-1 121 0 0,-72 26 1 0 0,98-29-318 0 0,0 0 0 0 0,0 1 1 0 0,1 0-1 0 0,0 1 1 0 0,0 0-1 0 0,1 1 0 0 0,0 0 1 0 0,0 1-1 0 0,0 0 0 0 0,-11 15 1 0 0,19-22-35 0 0,0 0 0 0 0,0 0 0 0 0,1 0 0 0 0,-1 1 0 0 0,1-1 0 0 0,0 1 0 0 0,-1-1 1 0 0,1 1-1 0 0,0 0 0 0 0,0-1 0 0 0,1 1 0 0 0,-1 0 0 0 0,1 0 0 0 0,-1-1 0 0 0,1 5 0 0 0,0-6 1 0 0,0 0 0 0 0,1 0 0 0 0,-1-1-1 0 0,0 1 1 0 0,1 0 0 0 0,-1 0 0 0 0,1 0-1 0 0,-1-1 1 0 0,1 1 0 0 0,0 0 0 0 0,-1 0 0 0 0,1-1-1 0 0,0 1 1 0 0,-1-1 0 0 0,1 1 0 0 0,0 0-1 0 0,0-1 1 0 0,1 1 0 0 0,30 7 13 0 0,-22-7-14 0 0,1 0 0 0 0,0-1-1 0 0,-1 0 1 0 0,1 0-1 0 0,0-1 1 0 0,-1-1-1 0 0,1 0 1 0 0,-1 0-1 0 0,0-1 1 0 0,1-1 0 0 0,-1 1-1 0 0,-1-2 1 0 0,1 1-1 0 0,-1-1 1 0 0,1-1-1 0 0,-1 0 1 0 0,-1 0-1 0 0,1 0 1 0 0,-1-1 0 0 0,0-1-1 0 0,-1 1 1 0 0,0-1-1 0 0,9-13 1 0 0,5-11 39 0 0,21-41 0 0 0,-38 53-33 0 0,-4 14-19 0 0,-4 17-63 0 0,-10 40 10 0 0,0 4 91 0 0,-2 0 0 0 0,-28 60 0 0 0,-15 5 27 0 0,18-46-146 0 0,41-74 83 0 0,-1 1 1 0 0,1-1-1 0 0,0 0 0 0 0,-1 1 1 0 0,1-1-1 0 0,0 0 0 0 0,-1 1 1 0 0,1-1-1 0 0,0 0 0 0 0,0 1 0 0 0,0-1 1 0 0,-1 0-1 0 0,1 1 0 0 0,0-1 1 0 0,0 1-1 0 0,0-1 0 0 0,0 1 1 0 0,0-1-1 0 0,0 0 0 0 0,0 1 0 0 0,0-1 1 0 0,0 1-1 0 0,0-1 0 0 0,0 1 1 0 0,0-1-1 0 0,0 0 0 0 0,0 1 1 0 0,0-1-1 0 0,0 1 0 0 0,0-1 0 0 0,0 1 1 0 0,1-1-1 0 0,-1 0 0 0 0,0 1 1 0 0,0-1-1 0 0,1 0 0 0 0,-1 1 1 0 0,0-1-1 0 0,0 0 0 0 0,1 1 0 0 0,-1-1 1 0 0,0 0-1 0 0,1 1 0 0 0,-1-1 1 0 0,0 0-1 0 0,1 0 0 0 0,-1 0 1 0 0,1 1-1 0 0,-1-1 0 0 0,0 0 0 0 0,1 0 1 0 0,-1 0-1 0 0,1 0 0 0 0,-1 0 1 0 0,1 0-1 0 0,-1 0 0 0 0,1 0 1 0 0,-1 0-1 0 0,0 0 0 0 0,1 0 0 0 0,-1 0 1 0 0,1 0-1 0 0,-1 0 0 0 0,1 0 1 0 0,-1 0-1 0 0,0 0 0 0 0,2-1 1 0 0,34-11-1373 0 0,17-10-926 0 0,-6-5-1960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29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68 1040 0 0,'-3'-20'5551'0'0,"-5"6"-3845"0"0,5 13-1640 0 0,0-1-1 0 0,0 0 0 0 0,0 1 1 0 0,0-1-1 0 0,0 1 0 0 0,-1 0 1 0 0,1 0-1 0 0,0 0 0 0 0,-7 0 1 0 0,2 0-30 0 0,0 1 0 0 0,0 0 1 0 0,-1 0-1 0 0,1 0 0 0 0,0 1 0 0 0,0 1 1 0 0,0-1-1 0 0,0 1 0 0 0,0 1 0 0 0,-9 3 1 0 0,-11 6 80 0 0,-32 18 0 0 0,58-29-110 0 0,-7 4 20 0 0,5-3-9 0 0,-1 0 0 0 0,1 0 0 0 0,-1 1 0 0 0,1-1 0 0 0,0 1 0 0 0,0 0 0 0 0,0 0 0 0 0,1 1 0 0 0,-1-1 0 0 0,1 1 0 0 0,0 0 0 0 0,0 0 0 0 0,0 0 0 0 0,0 0 0 0 0,1 0 1 0 0,-5 9-1 0 0,6-11-4 0 0,0-1 0 0 0,1 1 0 0 0,-1-1 0 0 0,0 1 0 0 0,1-1 0 0 0,-1 1 0 0 0,1-1 1 0 0,-1 1-1 0 0,1 0 0 0 0,0-1 0 0 0,0 1 0 0 0,0 0 0 0 0,0-1 0 0 0,0 1 0 0 0,0 3 1 0 0,1-3-7 0 0,1-1 1 0 0,-1 1 0 0 0,0-1-1 0 0,1 0 1 0 0,-1 1 0 0 0,1-1 0 0 0,-1 0-1 0 0,1 0 1 0 0,0 0 0 0 0,-1 0-1 0 0,1 0 1 0 0,0 0 0 0 0,0-1-1 0 0,0 1 1 0 0,0-1 0 0 0,-1 1 0 0 0,1-1-1 0 0,0 0 1 0 0,3 1 0 0 0,10 2 10 0 0,0-1 0 0 0,0 0 1 0 0,27-1-1 0 0,-35-1-7 0 0,0-1 1 0 0,0 0-1 0 0,0 0 1 0 0,-1 0-1 0 0,1-1 1 0 0,0 0-1 0 0,-1 0 1 0 0,1-1-1 0 0,-1 0 1 0 0,0 0-1 0 0,8-5 0 0 0,8-7 29 0 0,-1-2-1 0 0,-1 0 0 0 0,-1-2 0 0 0,0 0 0 0 0,24-32 0 0 0,-35 25-12 0 0,-7 26-26 0 0,-1-1 1 0 0,0 1-1 0 0,0 0 1 0 0,0-1-1 0 0,0 1 0 0 0,0 0 1 0 0,0-1-1 0 0,0 1 0 0 0,0 0 1 0 0,0-1-1 0 0,0 1 0 0 0,0 0 1 0 0,0-1-1 0 0,0 1 1 0 0,0 0-1 0 0,0-1 0 0 0,0 1 1 0 0,0 0-1 0 0,0-1 0 0 0,0 1 1 0 0,0 0-1 0 0,-1 0 0 0 0,1-1 1 0 0,0 1-1 0 0,0 0 0 0 0,0-1 1 0 0,-1 1-1 0 0,1 0 1 0 0,0 0-1 0 0,0 0 0 0 0,0-1 1 0 0,-1 1-1 0 0,1 0 0 0 0,0 0 1 0 0,-1 0-1 0 0,1-1 0 0 0,0 1 1 0 0,0 0-1 0 0,-1 0 1 0 0,1 0-1 0 0,0 0 0 0 0,-1 0 1 0 0,1 0-1 0 0,0 0 0 0 0,-1 0 1 0 0,1 0-1 0 0,0 0 0 0 0,-1 0 1 0 0,1 0-1 0 0,0 0 1 0 0,-1 0-1 0 0,1 0 0 0 0,0 0 1 0 0,-1 0-1 0 0,1 0 0 0 0,0 0 1 0 0,-1 0-1 0 0,1 1 0 0 0,0-1 1 0 0,0 0-1 0 0,-1 0 1 0 0,1 0-1 0 0,0 1 0 0 0,0-1 1 0 0,-1 0-1 0 0,1 0 0 0 0,-24 16 65 0 0,1 0 0 0 0,0 1-1 0 0,1 2 1 0 0,2 0 0 0 0,-1 1 0 0 0,2 1-1 0 0,-32 46 1 0 0,45-59-47 0 0,0 0 1 0 0,1 1-1 0 0,0 0 1 0 0,1 0-1 0 0,0 0 0 0 0,0 1 1 0 0,-3 13-1 0 0,4-5-4 0 0,1 0 0 0 0,0 0 0 0 0,2 22 0 0 0,0-37-63 0 0,0 1 1 0 0,0 0 0 0 0,1-1 0 0 0,0 1 0 0 0,-1-1-1 0 0,1 1 1 0 0,0-1 0 0 0,1 1 0 0 0,-1-1 0 0 0,1 0-1 0 0,-1 1 1 0 0,1-1 0 0 0,0 0 0 0 0,0 0 0 0 0,1 0-1 0 0,-1 0 1 0 0,1-1 0 0 0,-1 1 0 0 0,1-1-1 0 0,0 1 1 0 0,0-1 0 0 0,0 0 0 0 0,0 0 0 0 0,0 0-1 0 0,0-1 1 0 0,1 1 0 0 0,6 1 0 0 0,1 1-231 0 0,-1-2-1 0 0,2 1 1 0 0,-1-1 0 0 0,0-1 0 0 0,0 0 0 0 0,0-1 0 0 0,1 0-1 0 0,16-2 1 0 0,56-14-2551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30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550 18 2481 0 0,'-36'-16'6259'0'0,"14"15"-5128"0"0,22 1-1121 0 0,-1 0 0 0 0,1 0 1 0 0,0 0-1 0 0,0 0 0 0 0,0 0 0 0 0,-1 0 0 0 0,1 0 0 0 0,0 0 1 0 0,0 0-1 0 0,0 0 0 0 0,-1 0 0 0 0,1 1 0 0 0,0-1 0 0 0,0 0 0 0 0,0 0 1 0 0,0 0-1 0 0,0 0 0 0 0,-1 0 0 0 0,1 1 0 0 0,0-1 0 0 0,0 0 1 0 0,0 0-1 0 0,0 0 0 0 0,0 0 0 0 0,0 1 0 0 0,0-1 0 0 0,0 0 0 0 0,0 0 1 0 0,0 0-1 0 0,0 1 0 0 0,0-1 0 0 0,-1 0 0 0 0,1 0 0 0 0,0 0 1 0 0,1 1-1 0 0,-1-1 0 0 0,0 0 0 0 0,0 0 0 0 0,0 0 0 0 0,0 1 1 0 0,0-1-1 0 0,0 0 0 0 0,0 0 0 0 0,0 0 0 0 0,0 1 0 0 0,0-1 0 0 0,0 0 1 0 0,0 0-1 0 0,1 0 0 0 0,-1 0 0 0 0,0 1 0 0 0,0-1 0 0 0,0 0 1 0 0,0 0-1 0 0,0 0 0 0 0,1 0 0 0 0,-1 0 0 0 0,0 0 0 0 0,0 0 0 0 0,0 1 1 0 0,1-1-1 0 0,-1 0 0 0 0,0 0 0 0 0,0 0 0 0 0,0 0 0 0 0,1 0 0 0 0,5 0 22 0 0,1 1-1 0 0,-1 0 0 0 0,0 1 0 0 0,1-1 0 0 0,-1 1 0 0 0,0 0 0 0 0,0 1 0 0 0,0 0 0 0 0,0 0 0 0 0,-1 0 0 0 0,1 0 0 0 0,-1 1 0 0 0,0 0 0 0 0,0 0 0 0 0,0 0 0 0 0,0 1 0 0 0,4 6 0 0 0,-6-8-25 0 0,0 1 0 0 0,0-1 0 0 0,0 1 0 0 0,-1 0 0 0 0,0 0 0 0 0,0 0 0 0 0,0 0 0 0 0,0 0 0 0 0,-1 0 0 0 0,1 0 0 0 0,-1 0 0 0 0,0 1 0 0 0,-1-1 0 0 0,1 0 0 0 0,-1 1 0 0 0,1-1 0 0 0,-1 1 0 0 0,-1-1 0 0 0,1 1 0 0 0,-1-1 0 0 0,1 0 0 0 0,-1 1 0 0 0,0-1 0 0 0,-1 0 0 0 0,1 0 0 0 0,-3 5 0 0 0,-6 7 6 0 0,-1 0 0 0 0,-1 0 1 0 0,0-1-1 0 0,-1-1 0 0 0,0 0 1 0 0,-1 0-1 0 0,-17 11 0 0 0,-3 0 62 0 0,-1-2 0 0 0,-42 22 0 0 0,61-37-59 0 0,0 0 0 0 0,-1-1-1 0 0,0-1 1 0 0,0 0 0 0 0,0-1 0 0 0,-1-1 0 0 0,-21 2 0 0 0,30-6-19 0 0,-1 1 1 0 0,1-1 0 0 0,0-1 0 0 0,-1 1-1 0 0,1-2 1 0 0,0 1 0 0 0,0-1 0 0 0,0-1-1 0 0,0 0 1 0 0,0 0 0 0 0,1 0 0 0 0,-1-1-1 0 0,1-1 1 0 0,0 1 0 0 0,-9-7 0 0 0,13 7 29 0 0,0 0 1 0 0,1 0-1 0 0,-1 0 1 0 0,1-1-1 0 0,0 1 1 0 0,0-1-1 0 0,0 0 1 0 0,0 1-1 0 0,-2-9 1 0 0,-4-5 28 0 0,9 17-58 0 0,-1 1 1 0 0,1-1-1 0 0,0 1 1 0 0,-1-1-1 0 0,1 1 1 0 0,0 0-1 0 0,0-1 1 0 0,0 0-1 0 0,0 1 1 0 0,0-1-1 0 0,-1 1 1 0 0,1-1-1 0 0,0 1 1 0 0,0-1-1 0 0,0 1 1 0 0,0-1-1 0 0,0 1 1 0 0,1-1-1 0 0,-1 1 1 0 0,0-1-1 0 0,0 1 1 0 0,0-1-1 0 0,0 1 1 0 0,1-1-1 0 0,-1 1 1 0 0,0-1-1 0 0,0 1 1 0 0,1-1-1 0 0,-1 1 1 0 0,0-1-1 0 0,1 1 1 0 0,-1 0-1 0 0,0-1 1 0 0,1 1-1 0 0,-1 0 1 0 0,1-1-1 0 0,-1 1 1 0 0,1 0-1 0 0,-1-1 1 0 0,0 1-1 0 0,1 0 1 0 0,-1 0-1 0 0,1 0 1 0 0,-1 0-1 0 0,1-1 1 0 0,0 1-1 0 0,-1 0 1 0 0,1 0-1 0 0,-1 0 1 0 0,1 0-1 0 0,0 0 1 0 0,29 0-148 0 0,101 29 170 0 0,219 81 0 0 0,-341-106-147 0 0,0-1 0 0 0,0 0 0 0 0,1-1-1 0 0,-1 0 1 0 0,1 0 0 0 0,16 0 0 0 0,-21-2-145 0 0,1 0 0 0 0,-1-1-1 0 0,0 1 1 0 0,1-1 0 0 0,-1-1 0 0 0,0 1-1 0 0,0-1 1 0 0,0 0 0 0 0,0 0 0 0 0,0 0 0 0 0,0-1-1 0 0,6-4 1 0 0,15-20-3036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33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1521 0 0,'23'10'2241'0'0,"21"27"640"0"0,1 20-800 0 0,21-15-1761 0 0,-21-14-560 0 0,-1 1 80 0 0,1-7 240 0 0,-1-2-80 0 0,0-1-400 0 0,-26-1-481 0 0,4 6-559 0 0,-44-6-1362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34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23 333 1761 0 0,'-22'5'4562'0'0,"22"-10"-3121"0"0,22-4-1201 0 0,0-5-160 0 0,1 4 80 0 0,21-8 0 0 0,89-29 80 0 0,45-24-80 0 0,-4 6-640 0 0,-63 14-1601 0 0,22 3-3202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34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262 116 160 0 0,'0'-4'342'0'0,"1"1"1"0"0,-1-1-1 0 0,1 1 0 0 0,0 0 1 0 0,-1-1-1 0 0,1 1 0 0 0,1 0 0 0 0,-1-1 1 0 0,1 1-1 0 0,-1 0 0 0 0,1 0 1 0 0,0 0-1 0 0,0 1 0 0 0,0-1 1 0 0,0 0-1 0 0,1 1 0 0 0,3-4 0 0 0,4-3-131 0 0,1 1-1 0 0,0 1 0 0 0,14-8 1 0 0,-3 2 363 0 0,-22 12-562 0 0,0 1-1 0 0,1 0 1 0 0,-1-1 0 0 0,1 1 0 0 0,0-1-1 0 0,-1 1 1 0 0,1 0 0 0 0,-1-1 0 0 0,1 1-1 0 0,-1 0 1 0 0,1 0 0 0 0,0 0 0 0 0,-1-1-1 0 0,1 1 1 0 0,0 0 0 0 0,-1 0 0 0 0,1 0 0 0 0,-1 0-1 0 0,1 0 1 0 0,0 0 0 0 0,-1 0 0 0 0,1 0-1 0 0,0 0 1 0 0,0 1 0 0 0,0 12 97 0 0,-17 30 8 0 0,1-17-39 0 0,-1 0-1 0 0,-2-1 1 0 0,0 0 0 0 0,-32 32-1 0 0,-26 34 229 0 0,-54 92 27 0 0,121-169-366 0 0,1 0 0 0 0,0 0-1 0 0,-10 29 1 0 0,15-29-166 0 0,6-10-44 0 0,16-13-371 0 0,-16 7 523 0 0,12-8-766 0 0,-1 0 0 0 0,0 0-1 0 0,24-25 1 0 0,6-14-2998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34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291 189 1521 0 0,'-4'0'1560'0'0,"-11"2"-1152"0"0,1 0 0 0 0,-1 1 0 0 0,1 0 0 0 0,-1 1 0 0 0,1 1 0 0 0,0 0 0 0 0,0 1 0 0 0,1 1 0 0 0,0 0 0 0 0,0 0 0 0 0,-22 18 0 0 0,25-17-317 0 0,0 0 0 0 0,1 0 0 0 0,0 1 0 0 0,0 0 0 0 0,1 0 1 0 0,0 1-1 0 0,-7 12 0 0 0,12-17-64 0 0,0-1 0 0 0,1 1 0 0 0,0 0-1 0 0,0 0 1 0 0,0 0 0 0 0,1 1 0 0 0,-1-1 0 0 0,1 0 0 0 0,1 0 0 0 0,-1 1 0 0 0,1-1 0 0 0,0 1 0 0 0,0-1 0 0 0,0 0 0 0 0,1 1 0 0 0,-1-1 0 0 0,4 9 0 0 0,-3-11-21 0 0,0 0 1 0 0,1 0-1 0 0,-1-1 1 0 0,1 1 0 0 0,0 0-1 0 0,0-1 1 0 0,0 1-1 0 0,0-1 1 0 0,0 0-1 0 0,0 0 1 0 0,1 0-1 0 0,-1 0 1 0 0,1 0-1 0 0,-1 0 1 0 0,1-1-1 0 0,0 1 1 0 0,0-1 0 0 0,-1 0-1 0 0,1 0 1 0 0,0 0-1 0 0,0 0 1 0 0,4 0-1 0 0,4 2-1 0 0,1-2-1 0 0,0 1 1 0 0,-1-1 0 0 0,16-2-1 0 0,-6 0-9 0 0,-1 0 0 0 0,1-2-1 0 0,-1-1 1 0 0,0 0 0 0 0,0-2-1 0 0,-1 0 1 0 0,1-1 0 0 0,-1-1-1 0 0,-1 0 1 0 0,0-2 0 0 0,0 0-1 0 0,0-1 1 0 0,-2-1 0 0 0,27-24-1 0 0,-25 22 6 0 0,-1-2 0 0 0,-1-1 0 0 0,0 0 0 0 0,-1-1 0 0 0,-1 0 0 0 0,19-33 0 0 0,-23 35 15 0 0,-2 3 4 0 0,-1 0 0 0 0,0-1 0 0 0,-1 0 1 0 0,0 0-1 0 0,7-27 0 0 0,-13 38-17 0 0,0 0 0 0 0,1 0 0 0 0,-1 1 0 0 0,0-1 0 0 0,0 0 0 0 0,0 0 0 0 0,-1 0 0 0 0,1 0 0 0 0,-1 0 0 0 0,0 0 0 0 0,0 0 0 0 0,0 0 0 0 0,0 1 0 0 0,-3-6 0 0 0,2 5-3 0 0,0 0-1 0 0,-1 1 0 0 0,1-1 1 0 0,-1 1-1 0 0,0 0 0 0 0,1-1 1 0 0,-1 1-1 0 0,0 0 0 0 0,-1 1 1 0 0,1-1-1 0 0,0 1 0 0 0,0-1 1 0 0,-1 1-1 0 0,1 0 0 0 0,-5-1 1 0 0,-76-13-195 0 0,74 13-142 0 0,-1 2 0 0 0,1-1 0 0 0,0 2 0 0 0,0-1 0 0 0,0 1 0 0 0,-19 5 0 0 0,10 3-2369 0 0,15 1-962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35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152 107 480 0 0,'-13'6'1661'0'0,"-11"2"2708"0"0,21-8-3249 0 0,6-1-319 0 0,1-2-688 0 0,0 0 0 0 0,-1-1 0 0 0,1 1 0 0 0,-1 0 0 0 0,0-1 0 0 0,1 0 0 0 0,2-5 0 0 0,22-22-164 0 0,1 6-97 0 0,-27 23 158 0 0,-1 1-1 0 0,0-1 1 0 0,1 1 0 0 0,-1-1 0 0 0,0 0 0 0 0,0 0 0 0 0,0 1 0 0 0,0-1 0 0 0,0 0 0 0 0,0 0 0 0 0,-1 0 0 0 0,1 0-1 0 0,-1 0 1 0 0,1-4 0 0 0,-1 7 1 0 0,-1 0-1 0 0,1 0 0 0 0,-1 0 1 0 0,1 0-1 0 0,-1 0 1 0 0,0 0-1 0 0,0 0 0 0 0,0 0 1 0 0,1 0-1 0 0,-1 0 1 0 0,0-1-1 0 0,0 1 0 0 0,0 0 1 0 0,0-1-1 0 0,0 1 1 0 0,-2 0-1 0 0,-11 9 53 0 0,-3 2-14 0 0,1 1 0 0 0,1 1 0 0 0,0 0 0 0 0,1 1 0 0 0,1 1 0 0 0,0 0 0 0 0,1 0 0 0 0,-17 32 0 0 0,11-16 204 0 0,15-27-275 0 0,0 0 1 0 0,0 0-1 0 0,0 0 0 0 0,0 1 0 0 0,1-1 0 0 0,0 1 0 0 0,0 0 0 0 0,0 0 1 0 0,1 0-1 0 0,-1 10 0 0 0,2-14-13 0 0,-1-1 1 0 0,1 0-1 0 0,0 0 1 0 0,1 1-1 0 0,-1-1 0 0 0,0 0 1 0 0,0 1-1 0 0,0-1 1 0 0,1 0-1 0 0,-1 0 0 0 0,1 0 1 0 0,-1 1-1 0 0,1-1 1 0 0,-1 0-1 0 0,1 0 0 0 0,0 0 1 0 0,1 2-1 0 0,-1-3-9 0 0,-1 1-1 0 0,1-1 1 0 0,0 0-1 0 0,0 1 1 0 0,-1-1 0 0 0,1 0-1 0 0,0 0 1 0 0,0 1-1 0 0,0-1 1 0 0,0 0-1 0 0,-1 0 1 0 0,1 0-1 0 0,0 0 1 0 0,0 0 0 0 0,0 0-1 0 0,0 0 1 0 0,0 0-1 0 0,-1 0 1 0 0,1-1-1 0 0,1 1 1 0 0,4-3-466 0 0,1 0 0 0 0,-1 0 0 0 0,0 0 0 0 0,0-1 0 0 0,8-6 0 0 0,27-16-2611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36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485 43 320 0 0,'0'-1'147'0'0,"1"0"-1"0"0,-1 0 1 0 0,0 0 0 0 0,1-1-1 0 0,-1 1 1 0 0,1 0 0 0 0,-1 0-1 0 0,1 0 1 0 0,0 0 0 0 0,-1 0-1 0 0,1 0 1 0 0,0 0 0 0 0,0 0-1 0 0,0 0 1 0 0,-1 1 0 0 0,1-1-1 0 0,0 0 1 0 0,0 0 0 0 0,0 1-1 0 0,2-2 1 0 0,22-9 2147 0 0,-25 11-2265 0 0,0 0 11 0 0,-1 0 0 0 0,1 0 0 0 0,0 0 0 0 0,0 0 1 0 0,0-1-1 0 0,0 1 0 0 0,0 0 0 0 0,-1 0 0 0 0,1 0 0 0 0,0 0 1 0 0,0 0-1 0 0,0 0 0 0 0,0 0 0 0 0,0 0 0 0 0,-1-1 1 0 0,1 1-1 0 0,0 0 0 0 0,0 0 0 0 0,0 0 0 0 0,0 0 1 0 0,0-1-1 0 0,0 1 0 0 0,0 0 0 0 0,0 0 0 0 0,0 0 0 0 0,0 0 1 0 0,0 0-1 0 0,0-1 0 0 0,0 1 0 0 0,0 0 0 0 0,0 0 1 0 0,0 0-1 0 0,0-1 0 0 0,0 1 0 0 0,0 0 0 0 0,0 0 0 0 0,0 0 1 0 0,0 0-1 0 0,0-1 0 0 0,0 1 0 0 0,0 0 0 0 0,0 0 1 0 0,0 0-1 0 0,0 0 0 0 0,0 0 0 0 0,0-1 0 0 0,1 1 1 0 0,-1 0-1 0 0,0 0 0 0 0,0 0 0 0 0,0 0 0 0 0,0 0 0 0 0,-20-3 592 0 0,13 3-590 0 0,1 1-1 0 0,0 0 1 0 0,0 1 0 0 0,-1-1-1 0 0,1 1 1 0 0,0 0 0 0 0,1 1-1 0 0,-1 0 1 0 0,0-1 0 0 0,1 2-1 0 0,-1-1 1 0 0,-8 8 0 0 0,-9 8-128 0 0,-30 34-1 0 0,18-17-15 0 0,-108 117 729 0 0,2-2-401 0 0,122-136-146 0 0,19-15-79 0 0,0 0-1 0 0,0 0 0 0 0,0 0 0 0 0,0-1 0 0 0,-1 1 0 0 0,1 0 0 0 0,0 0 0 0 0,0 0 1 0 0,0 0-1 0 0,0 0 0 0 0,-1 0 0 0 0,1 0 0 0 0,0 0 0 0 0,0 0 0 0 0,0 0 1 0 0,0 0-1 0 0,0-1 0 0 0,0 1 0 0 0,-1 0 0 0 0,1 0 0 0 0,0 0 0 0 0,0 0 0 0 0,0 0 1 0 0,0 0-1 0 0,0-1 0 0 0,0 1 0 0 0,0 0 0 0 0,0 0 0 0 0,0 0 0 0 0,0 0 1 0 0,0-1-1 0 0,0 1 0 0 0,0 0 0 0 0,0 0 0 0 0,0 0 0 0 0,0 0 0 0 0,0-1 0 0 0,0 1 1 0 0,0 0-1 0 0,0 0 0 0 0,0 0 0 0 0,0 0 0 0 0,0 0 0 0 0,0-1 0 0 0,0 1 1 0 0,0 0-1 0 0,0 0 0 0 0,0 0 0 0 0,0 0 0 0 0,1-1 0 0 0,1-11 7 0 0,13-15 25 0 0,0 0 0 0 0,1 1 0 0 0,2 0 0 0 0,1 2 0 0 0,1 0 0 0 0,0 1 0 0 0,2 1 0 0 0,1 1 0 0 0,42-30 0 0 0,-19 24 35 0 0,-33 21-19 0 0,1-2 0 0 0,-1 0 0 0 0,-1-1 0 0 0,23-20 0 0 0,-31 21-102 0 0,-4 6 268 0 0,-4 1-148 0 0,4 1-59 0 0,-1 0-4 0 0,0 0 1 0 0,0 0-1 0 0,0 0 0 0 0,1 0 1 0 0,-1 0-1 0 0,0 0 0 0 0,0 0 1 0 0,0-1-1 0 0,0 1 0 0 0,0 0 1 0 0,1 0-1 0 0,-1-1 0 0 0,0 1 1 0 0,0-1-1 0 0,1 1 0 0 0,-1-1 1 0 0,0 1-1 0 0,1-1 1 0 0,-1 1-1 0 0,0-1 0 0 0,0-1 1 0 0,-25-16-165 0 0,10 12-116 0 0,11 6-649 0 0,1-1 0 0 0,-1 1 0 0 0,1 0 1 0 0,0 0-1 0 0,-1 0 0 0 0,1 1 1 0 0,-8 1-1 0 0,8 6-1702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37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0 1 1761 0 0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37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351 0 4002 0 0,'0'10'2641'0'0,"-44"59"-2081"0"0,22 35-720 0 0,-23 13-80 0 0,23-5 640 0 0,-22 10 0 0 0,-23 27-239 0 0,23 7-241 0 0,4-12-801 0 0,17-30-2000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39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839 478 2401 0 0,'-2'-3'277'0'0,"-1"-1"55"0"0,1 1 1 0 0,-1-1-1 0 0,1 0 1 0 0,0 0-1 0 0,0 0 0 0 0,1 0 1 0 0,-2-6-1 0 0,3 9-282 0 0,0 0 0 0 0,0 0-1 0 0,0 0 1 0 0,0-1 0 0 0,0 1 0 0 0,0 0 0 0 0,0 0-1 0 0,1 0 1 0 0,-1 0 0 0 0,0-1 0 0 0,1 1 0 0 0,-1 0-1 0 0,1 0 1 0 0,-1 0 0 0 0,1 0 0 0 0,0 0-1 0 0,0 0 1 0 0,-1 0 0 0 0,1 0 0 0 0,0 0 0 0 0,0 1-1 0 0,0-1 1 0 0,0 0 0 0 0,0 0 0 0 0,0 1 0 0 0,0-1-1 0 0,0 1 1 0 0,0-1 0 0 0,0 1 0 0 0,0-1 0 0 0,0 1-1 0 0,0 0 1 0 0,2-1 0 0 0,14-4 185 0 0,0 1 0 0 0,0 0 0 0 0,1 1 0 0 0,-1 1 0 0 0,28 0 0 0 0,99 10 100 0 0,-45-2-199 0 0,3-6 260 0 0,109-14 1 0 0,103-29 39 0 0,-145 17-230 0 0,244-6-1 0 0,108 77-20 0 0,-354-24-49 0 0,-85-14-74 0 0,1-3 1 0 0,0-5-1 0 0,86-11 1 0 0,249-52 53 0 0,-240 34-69 0 0,873-147 340 0 0,-1028 173-376 0 0,374-55 81 0 0,-298 48-130 0 0,192 5 0 0 0,-267 7 45 0 0,0 1 1 0 0,0 0 0 0 0,-1 2-1 0 0,0 1 1 0 0,1 1-1 0 0,41 16 1 0 0,-13-2-2 0 0,0-2-1 0 0,2-3 1 0 0,0-2 0 0 0,0-2 0 0 0,1-3-1 0 0,64 1 1 0 0,-69-7-2 0 0,290 14 131 0 0,-246-7-98 0 0,147 34 1 0 0,-215-36-57 0 0,-1 1 0 0 0,0 1 0 0 0,0 1 1 0 0,30 17-1 0 0,-54-26 19 0 0,1-1 1 0 0,-1 1-1 0 0,1 0 0 0 0,-1-1 1 0 0,1 1-1 0 0,-1 0 1 0 0,1 0-1 0 0,-1 0 0 0 0,0 1 1 0 0,1-1-1 0 0,-1 0 0 0 0,0 0 1 0 0,0 1-1 0 0,0-1 0 0 0,0 0 1 0 0,0 1-1 0 0,0-1 0 0 0,-1 1 1 0 0,1 0-1 0 0,0-1 0 0 0,-1 1 1 0 0,1-1-1 0 0,-1 1 0 0 0,0 0 1 0 0,1 0-1 0 0,-1-1 0 0 0,0 1 1 0 0,0 0-1 0 0,0-1 0 0 0,0 1 1 0 0,0 0-1 0 0,-1 0 0 0 0,1-1 1 0 0,0 1-1 0 0,-1 0 0 0 0,1-1 1 0 0,-1 1-1 0 0,-1 2 0 0 0,-21 43-82 0 0,17-31 46 0 0,-1 0 0 0 0,-1-1 0 0 0,-15 22 0 0 0,-30 41 62 0 0,28-40-119 0 0,-52 62 0 0 0,38-55 386 0 0,2 2 1 0 0,2 2-1 0 0,-51 96 0 0 0,27-34-318 0 0,-48 97-144 0 0,91-171 141 0 0,2 1 0 0 0,1 0 0 0 0,-14 70 0 0 0,17-56 30 0 0,5-31-7 0 0,0 1 0 0 0,-1 43-1 0 0,6-57-9 0 0,-1-1-1 0 0,0 0 0 0 0,0 0 1 0 0,0 1-1 0 0,-1-1 0 0 0,0 0 1 0 0,0 0-1 0 0,-1 0 0 0 0,0-1 1 0 0,0 1-1 0 0,-7 9 0 0 0,7-12 22 0 0,0 0-1 0 0,0 0 1 0 0,0 0-1 0 0,-1-1 0 0 0,1 0 1 0 0,-1 1-1 0 0,0-1 1 0 0,0-1-1 0 0,0 1 0 0 0,0 0 1 0 0,0-1-1 0 0,-1 0 1 0 0,1 0-1 0 0,-1 0 0 0 0,0-1 1 0 0,1 0-1 0 0,-1 1 1 0 0,0-2-1 0 0,-5 2 0 0 0,-383 11 607 0 0,103-5-663 0 0,135-4 17 0 0,-193-20 1 0 0,-240-74 148 0 0,156 19 22 0 0,-6 34-69 0 0,34 33-57 0 0,-269-9 58 0 0,296-15 52 0 0,-74-3 88 0 0,3 32-59 0 0,-20 44 73 0 0,430-41-206 0 0,-402 52 223 0 0,36-8-159 0 0,350-42-74 0 0,-195 14 66 0 0,200-24-244 0 0,46 4 124 0 0,0-1-1 0 0,0 0 0 0 0,1 1 0 0 0,-1-1 0 0 0,0 0 0 0 0,0-1 0 0 0,1 1 0 0 0,-1 0 1 0 0,1-1-1 0 0,-1 1 0 0 0,1-1 0 0 0,-1 0 0 0 0,-2-3 0 0 0,5 5 7 0 0,0-1 1 0 0,-1 1-1 0 0,1-1 0 0 0,0 1 0 0 0,0-1 0 0 0,0 0 1 0 0,-1 1-1 0 0,1-1 0 0 0,0 1 0 0 0,0-1 0 0 0,0 0 1 0 0,0 1-1 0 0,0-1 0 0 0,0 1 0 0 0,0-1 0 0 0,0 0 1 0 0,0 1-1 0 0,0-1 0 0 0,1 1 0 0 0,-1-1 0 0 0,0 0 0 0 0,0 1 1 0 0,1-1-1 0 0,-1 1 0 0 0,0-1 0 0 0,0 1 0 0 0,1-1 1 0 0,-1 1-1 0 0,1-1 0 0 0,-1 1 0 0 0,0-1 0 0 0,1 1 1 0 0,0-1-1 0 0,4-4-342 0 0,1 0 0 0 0,0 1 0 0 0,0 0 0 0 0,0 0 0 0 0,0 0 0 0 0,7-3 0 0 0,87-37-4793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45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622 340 320 0 0,'2'-3'346'0'0,"-1"1"0"0"0,0-1-1 0 0,1 1 1 0 0,0 0 0 0 0,0 0 0 0 0,-1 0-1 0 0,1 0 1 0 0,0 0 0 0 0,1 0 0 0 0,-1 0 0 0 0,0 1-1 0 0,1-1 1 0 0,4-2 0 0 0,2-2 296 0 0,-2 0-166 0 0,-6 6-446 0 0,0-1 0 0 0,0 1-1 0 0,0-1 1 0 0,0 1 0 0 0,0-1 0 0 0,-1 1-1 0 0,1-1 1 0 0,0 0 0 0 0,0 0 0 0 0,-1 1-1 0 0,1-1 1 0 0,0 0 0 0 0,-1 0 0 0 0,1 0-1 0 0,-1 0 1 0 0,1 0 0 0 0,-1 0-1 0 0,0 0 1 0 0,1 0 0 0 0,-1 0 0 0 0,0 0-1 0 0,1-1 1 0 0,-1 2-17 0 0,1-1-1 0 0,0 1 1 0 0,0-1-1 0 0,0 1 0 0 0,0-1 1 0 0,0 1-1 0 0,0 0 1 0 0,0 0-1 0 0,0-1 1 0 0,0 1-1 0 0,0 0 0 0 0,0 0 1 0 0,0 0-1 0 0,0 0 1 0 0,0 0-1 0 0,0 0 1 0 0,1 1-1 0 0,-2-1 4 0 0,7-6 291 0 0,19-5-20 0 0,30-19 0 0 0,-56 30-267 0 0,1 0 0 0 0,-1-1 0 0 0,1 1 0 0 0,-1-1 1 0 0,0 1-1 0 0,1-1 0 0 0,-1 0 0 0 0,0 1 0 0 0,0-1 1 0 0,0 1-1 0 0,1-1 0 0 0,-1 1 0 0 0,0-1 0 0 0,0 0 1 0 0,0 1-1 0 0,0-1 0 0 0,0 1 0 0 0,0-1 0 0 0,0 0 1 0 0,0 1-1 0 0,0-1 0 0 0,0 1 0 0 0,0-1 0 0 0,0 0 1 0 0,-1 1-1 0 0,1-1 0 0 0,0 1 0 0 0,0-1 0 0 0,-1 0 1 0 0,1 1-1 0 0,0-1 0 0 0,-1 1 0 0 0,1-1 0 0 0,-1 0 1 0 0,-40 1 85 0 0,25 0-85 0 0,-1 0 0 0 0,-23 4 0 0 0,-16 3 50 0 0,15-5-34 0 0,26-2-42 0 0,0 1 0 0 0,0 1 1 0 0,0 0-1 0 0,-17 5 0 0 0,-5 2 4 0 0,-11-1 15 0 0,38-5-30 0 0,1 0 0 0 0,0 1 0 0 0,0 0 0 0 0,0 0 0 0 0,-14 11 0 0 0,-1-1 6 0 0,-109 54-57 0 0,126-64 67 0 0,0 1 0 0 0,1 0 0 0 0,0 0 1 0 0,0 1-1 0 0,-9 10 0 0 0,-23 20-68 0 0,32-32 60 0 0,5-3 9 0 0,0-1-1 0 0,0 1 0 0 0,0-1 0 0 0,0 0 1 0 0,0 1-1 0 0,1 0 0 0 0,-1-1 1 0 0,0 1-1 0 0,0-1 0 0 0,1 1 1 0 0,-1 0-1 0 0,0 0 0 0 0,1-1 1 0 0,-1 1-1 0 0,1 0 0 0 0,-1 0 1 0 0,1 0-1 0 0,-1 0 0 0 0,1-1 0 0 0,-1 1 1 0 0,1 0-1 0 0,0 0 0 0 0,0 0 1 0 0,-1 0-1 0 0,1 2 0 0 0,-1-1 2 0 0,0 1 1 0 0,0 0-1 0 0,0 0 0 0 0,-1-1 0 0 0,1 1 0 0 0,-1 0 0 0 0,0-1 0 0 0,0 0 0 0 0,0 1 0 0 0,0-1 0 0 0,0 0 0 0 0,-4 3 0 0 0,-10 12 25 0 0,-6 10-14 0 0,22-27-13 0 0,-1 1 0 0 0,1-1 0 0 0,-1 0 0 0 0,1 1 0 0 0,-1-1 0 0 0,1 0 0 0 0,0 1 0 0 0,-1-1 0 0 0,1 1 0 0 0,-1-1 0 0 0,1 1 0 0 0,0-1 0 0 0,0 1 0 0 0,-1-1 0 0 0,1 1 0 0 0,0-1 0 0 0,0 1 0 0 0,-1-1 0 0 0,1 1 0 0 0,0 0 0 0 0,0-1 0 0 0,0 1 0 0 0,0-1 0 0 0,0 1 0 0 0,0 0 0 0 0,0-1 0 0 0,0 1 0 0 0,0-1 0 0 0,0 1 0 0 0,0-1 0 0 0,1 1 0 0 0,-1 0 0 0 0,0-1 0 0 0,0 1 0 0 0,0-1 0 0 0,1 1 0 0 0,-1-1 0 0 0,0 1 0 0 0,1-1 0 0 0,-1 1 0 0 0,0-1 0 0 0,1 0 0 0 0,-1 1 0 0 0,1 0 0 0 0,16 9 0 0 0,-17-10 0 0 0,0 0 1 0 0,1 0-1 0 0,-1 0 0 0 0,0 0 1 0 0,0 0-1 0 0,0 0 0 0 0,0 0 0 0 0,1 0 1 0 0,-1 0-1 0 0,0 0 0 0 0,0 0 1 0 0,0 0-1 0 0,0 0 0 0 0,0 0 1 0 0,1 0-1 0 0,-1 0 0 0 0,0 0 0 0 0,0 1 1 0 0,0-1-1 0 0,0 0 0 0 0,0 0 1 0 0,0 0-1 0 0,1 0 0 0 0,-1 0 0 0 0,0 0 1 0 0,0 0-1 0 0,0 1 0 0 0,0-1 1 0 0,0 0-1 0 0,0 0 0 0 0,0 0 1 0 0,0 0-1 0 0,0 1 0 0 0,0-1 0 0 0,0 0 1 0 0,0 0-1 0 0,0 0 0 0 0,0 0 1 0 0,0 0-1 0 0,0 1 0 0 0,0-1 1 0 0,0 0-1 0 0,0 0 0 0 0,0 0 0 0 0,0 0 1 0 0,0 1-1 0 0,0-1 0 0 0,0 0 1 0 0,0 0-1 0 0,0 0 0 0 0,0 0 1 0 0,0 0-1 0 0,0 1 0 0 0,0-1 0 0 0,0 0 1 0 0,-1 0-1 0 0,2 5 27 0 0,21 2 9 0 0,-17-6-32 0 0,0 1 0 0 0,0-1 0 0 0,-1 1 0 0 0,1 0 0 0 0,-1 0 0 0 0,1 1 0 0 0,-1-1 0 0 0,1 1 0 0 0,6 5 0 0 0,21 13 49 0 0,-20-15-11 0 0,-2-1-11 0 0,1 0 0 0 0,-1-1 0 0 0,1 0-1 0 0,0-1 1 0 0,16 3 0 0 0,18 1 89 0 0,1-2 0 0 0,-1-1 0 0 0,82-5 0 0 0,-109-1-78 0 0,1 1 0 0 0,25 1 0 0 0,31 2 73 0 0,120-10 125 0 0,-183 6-228 0 0,-4 1 1 0 0,-1 1 1 0 0,1 0-1 0 0,0 0 1 0 0,-1 0-1 0 0,10 3 1 0 0,23 1 49 0 0,-12 0-42 0 0,1-2 0 0 0,-1-1 0 0 0,47-3 0 0 0,142-23-21 0 0,2 2 80 0 0,-117 0-81 0 0,-45 9 15 0 0,-46 11 14 0 0,63-7 11 0 0,-52 9-39 0 0,0 1 0 0 0,0 0 0 0 0,79 2 83 0 0,-68-1-67 0 0,-1 0 0 0 0,1-3 0 0 0,61-9 0 0 0,-46 1-1 0 0,-13 4 1 0 0,-1-1 0 0 0,0-2 0 0 0,55-23 1 0 0,126-70 89 0 0,-201 96-70 0 0,0 0 0 0 0,29-8 0 0 0,-3 1 83 0 0,-36 11-52 0 0,-4-2-40 0 0,0-1 26 0 0,0 1-26 0 0,0-1 39 0 0,-19 0 28 0 0,12-9 39 0 0,2 12-122 0 0,4 2-11 0 0,1 0 0 0 0,-1 0 0 0 0,0 0 1 0 0,1 0-1 0 0,-1 0 0 0 0,0-1 0 0 0,1 1 0 0 0,-1 0 0 0 0,1 0 0 0 0,-1-1 0 0 0,1 1 0 0 0,-1 0 0 0 0,1-1 0 0 0,-1 1 0 0 0,1-1 0 0 0,-1 1 0 0 0,1-1 0 0 0,-1 1 0 0 0,1-1 0 0 0,0 1 1 0 0,-1-1-1 0 0,1 1 0 0 0,0-1 0 0 0,-1 1 0 0 0,1-1 0 0 0,0 1 0 0 0,0-1 0 0 0,-1 0 0 0 0,1 1 0 0 0,0-1 0 0 0,0 0 0 0 0,0 1 0 0 0,0-1 0 0 0,0 1 0 0 0,0-2 0 0 0,0 1 3 0 0,-1 0-1 0 0,1 0 0 0 0,-1 1 0 0 0,1-1 1 0 0,-1 0-1 0 0,1 0 0 0 0,-1 1 0 0 0,0-1 0 0 0,1 0 1 0 0,-1 1-1 0 0,0-1 0 0 0,1 0 0 0 0,-1 1 1 0 0,0-1-1 0 0,0 1 0 0 0,0-1 0 0 0,0 1 0 0 0,1 0 1 0 0,-1-1-1 0 0,-1 1 0 0 0,-1-2 18 0 0,-10-8-17 0 0,0 1-1 0 0,-1 1 1 0 0,0 0-1 0 0,-18-8 1 0 0,-16-9 11 0 0,-26-15 52 0 0,62 36-66 0 0,11 4 0 0 0,-1 0 0 0 0,1 0 0 0 0,0-1 0 0 0,0 1 0 0 0,-1 0 0 0 0,1-1 0 0 0,0 1 0 0 0,0 0 0 0 0,-1-1 0 0 0,1 1 0 0 0,0-1 0 0 0,0 0 0 0 0,0 1 0 0 0,0-1 0 0 0,0 0 0 0 0,0 0 0 0 0,0 0 0 0 0,0 0 0 0 0,0 0 0 0 0,0 0 0 0 0,0 0 0 0 0,1 0 0 0 0,-1 0 0 0 0,0 0 0 0 0,1 0 0 0 0,-2-2 0 0 0,2 1 0 0 0,-1 0 0 0 0,0 1 0 0 0,0-1 0 0 0,0 0 0 0 0,0 1 0 0 0,0-1 0 0 0,0 0 0 0 0,-1 1 0 0 0,1 0 0 0 0,0-1 0 0 0,-1 1 0 0 0,1 0 0 0 0,-1-1 0 0 0,0 1 0 0 0,1 0 0 0 0,-1 0 0 0 0,0 1 0 0 0,-3-2 0 0 0,-32-14 0 0 0,-49-12 0 0 0,20 14 0 0 0,58 13 0 0 0,0 0 0 0 0,0-1 0 0 0,0 0 0 0 0,0 0 0 0 0,-9-4 0 0 0,-60-17 0 0 0,55 18 0 0 0,6 1 0 0 0,-1 1 0 0 0,-17 0 0 0 0,27 1 0 0 0,-30-4 0 0 0,5 3 7 0 0,-69-5 53 0 0,93 7-44 0 0,-24-2-19 0 0,-13 0 3 0 0,33 1-9 0 0,-1 1 0 0 0,0 1-1 0 0,-16 1 1 0 0,7 0-20 0 0,-5 1 23 0 0,-1 1 1 0 0,-34 9 0 0 0,5-1 7 0 0,-58 16 12 0 0,79-18-15 0 0,15-3 18 0 0,1-2 0 0 0,-1 0 0 0 0,-32 1-1 0 0,31-4-16 0 0,-20 5-2 0 0,-1-3 18 0 0,36-2 37 0 0,-8 2-43 0 0,1-1 1 0 0,-1 0-1 0 0,-18-1 0 0 0,6 0 29 0 0,-60 12-39 0 0,1 3 0 0 0,-122 40 0 0 0,201-54-31 0 0,-29 13-51 0 0,34-14 45 0 0,1 0 0 0 0,-1 0-1 0 0,1 0 1 0 0,0 0 0 0 0,0 0-1 0 0,0 0 1 0 0,-1 1 0 0 0,1-1-1 0 0,0 0 1 0 0,0 1 0 0 0,1-1 0 0 0,-1 0-1 0 0,0 1 1 0 0,0-1 0 0 0,1 1-1 0 0,-1 0 1 0 0,1-1 0 0 0,-1 1-1 0 0,1-1 1 0 0,0 1 0 0 0,-1 3-1 0 0,2-4-24 0 0,-1 1 0 0 0,1-1 0 0 0,-1 1-1 0 0,1-1 1 0 0,0 0 0 0 0,-1 0-1 0 0,1 1 1 0 0,0-1 0 0 0,0 0 0 0 0,0 0-1 0 0,0 0 1 0 0,0 0 0 0 0,0 0-1 0 0,0 0 1 0 0,1 0 0 0 0,-1 0-1 0 0,0 0 1 0 0,0 0 0 0 0,1-1 0 0 0,-1 1-1 0 0,1-1 1 0 0,-1 1 0 0 0,0-1-1 0 0,1 1 1 0 0,-1-1 0 0 0,1 0 0 0 0,-1 0-1 0 0,3 0 1 0 0,3 2-399 0 0,19 7-2180 0 0,-4-7-1268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57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619 102 880 0 0,'-9'0'1973'0'0,"22"2"638"0"0,9 0-2246 0 0,-57 0 81 0 0,1 1-1 0 0,-1 2 1 0 0,0 1-1 0 0,-52 17 1 0 0,78-20-442 0 0,0 1 1 0 0,0 1-1 0 0,0-1 1 0 0,0 2-1 0 0,1-1 1 0 0,0 1-1 0 0,0 0 1 0 0,-8 8-1 0 0,15-11 1 0 0,0 0-1 0 0,0 0 1 0 0,0 0-1 0 0,0 0 1 0 0,1 0-1 0 0,-1 0 1 0 0,1 0-1 0 0,0 0 1 0 0,0 0-1 0 0,0 0 1 0 0,0 0-1 0 0,0 0 1 0 0,2 3-1 0 0,-1 7 0 0 0,-1-10-7 0 0,0-1 1 0 0,-1 0-1 0 0,1 0 1 0 0,0 0 0 0 0,-1 0-1 0 0,1 0 1 0 0,-1 0-1 0 0,1 0 1 0 0,-1 0-1 0 0,0 0 1 0 0,0 0 0 0 0,0 0-1 0 0,0 0 1 0 0,0-1-1 0 0,0 1 1 0 0,-1 0-1 0 0,-1 1 1 0 0,-1 2 32 0 0,4-4-27 0 0,-1 0 0 0 0,1-1 0 0 0,-1 1 0 0 0,1 0 0 0 0,0 0-1 0 0,-1-1 1 0 0,1 1 0 0 0,0 0 0 0 0,0 0 0 0 0,0 0 0 0 0,0-1-1 0 0,0 1 1 0 0,0 0 0 0 0,0 0 0 0 0,0 0 0 0 0,0-1-1 0 0,0 1 1 0 0,0 1 0 0 0,0-1-1 0 0,1 0 0 0 0,-1 0 0 0 0,0 0 0 0 0,0 0 1 0 0,0 0-1 0 0,0 0 0 0 0,0 0 0 0 0,0 0 0 0 0,0 0 0 0 0,-1 0 0 0 0,1 0 0 0 0,0 0 0 0 0,0-1 0 0 0,-1 1 0 0 0,1 0 1 0 0,-1 0-1 0 0,1 0 0 0 0,-2 1 0 0 0,-10 20-33 0 0,9-17 25 0 0,1 0 0 0 0,-1 0 0 0 0,0-1 0 0 0,0 1 0 0 0,-8 7 0 0 0,4-4 1 0 0,-1 1 0 0 0,1 0 0 0 0,1 0 1 0 0,0 1-1 0 0,0 0 0 0 0,-6 15 0 0 0,6-13-10 0 0,-1 1-1 0 0,-13 18 1 0 0,20-30 19 0 0,-1 0 0 0 0,0 0 0 0 0,1 0-1 0 0,0 0 1 0 0,-1 0 0 0 0,1 0 0 0 0,-1 0 0 0 0,1 0 0 0 0,0 1-1 0 0,0-1 1 0 0,0 0 0 0 0,0 0 0 0 0,0 0 0 0 0,0 2 0 0 0,-3 12-9 0 0,-4-7-18 0 0,6-7 21 0 0,0 0 1 0 0,0 0-1 0 0,0 0 1 0 0,0 0-1 0 0,0 0 0 0 0,0 1 1 0 0,1-1-1 0 0,-1 0 1 0 0,0 0-1 0 0,1 1 1 0 0,-1-1-1 0 0,1 0 0 0 0,-1 1 1 0 0,1-1-1 0 0,0 0 1 0 0,0 1-1 0 0,-1-1 1 0 0,1 2-1 0 0,0-1 5 0 0,0 0 0 0 0,0 0 0 0 0,-1 0 1 0 0,1 0-1 0 0,-1 0 0 0 0,0-1 0 0 0,1 1 0 0 0,-1 0 0 0 0,0-1 1 0 0,0 1-1 0 0,0 0 0 0 0,0-1 0 0 0,0 1 0 0 0,0-1 0 0 0,-1 1 0 0 0,1-1 1 0 0,0 0-1 0 0,-1 1 0 0 0,1-1 0 0 0,-1 0 0 0 0,-1 1 0 0 0,1-1-3 0 0,1 0 0 0 0,-1 0 0 0 0,1 0 0 0 0,-1 0 0 0 0,1 0 0 0 0,0 1 0 0 0,-1-1-1 0 0,1 0 1 0 0,0 1 0 0 0,0-1 0 0 0,0 1 0 0 0,0 0 0 0 0,0-1 0 0 0,0 1 0 0 0,1 0-1 0 0,-1-1 1 0 0,0 1 0 0 0,1 0 0 0 0,0 0 0 0 0,-1-1 0 0 0,1 3 0 0 0,0-2 0 0 0,0-1 0 0 0,0 0 0 0 0,-1 0 0 0 0,1 1-1 0 0,0-1 1 0 0,0 0 0 0 0,-1 0 0 0 0,1 0 0 0 0,-1 1 0 0 0,1-1 0 0 0,-1 0 0 0 0,1 0 0 0 0,-1 0 0 0 0,0 0 0 0 0,1 0 0 0 0,-1 0 0 0 0,0 0 0 0 0,0 0 0 0 0,-1 1 0 0 0,1-1 0 0 0,0 0 1 0 0,0 0 0 0 0,0-1-1 0 0,0 1 1 0 0,0 0 0 0 0,1 0 0 0 0,-1 0-1 0 0,0 0 1 0 0,1 0 0 0 0,-1 0 0 0 0,1 1-1 0 0,-1-1 1 0 0,1 0 0 0 0,0 0-1 0 0,-1 0 1 0 0,1 0 0 0 0,0 1 0 0 0,0-1-1 0 0,0 2 1 0 0,0-2 2 0 0,0 0 0 0 0,0 0 0 0 0,-1 0 0 0 0,1 0 0 0 0,0 0 0 0 0,0 0 0 0 0,0 0 0 0 0,-1 0 0 0 0,1 0 0 0 0,0 0-1 0 0,-1 0 1 0 0,1 0 0 0 0,-1 0 0 0 0,1-1 0 0 0,-1 1 0 0 0,0 0 0 0 0,1 0 0 0 0,-1-1 0 0 0,0 1 0 0 0,1 0 0 0 0,-1 0 0 0 0,-2 0 0 0 0,3 0-4 0 0,-1-1 1 0 0,0 1-1 0 0,0 0 0 0 0,0-1 1 0 0,1 1-1 0 0,-1 0 0 0 0,0-1 1 0 0,1 1-1 0 0,-1 0 1 0 0,1 0-1 0 0,-1 0 0 0 0,1 0 1 0 0,-1 0-1 0 0,1 0 0 0 0,0 0 1 0 0,-1 0-1 0 0,1 0 1 0 0,0 0-1 0 0,0 0 0 0 0,-1 0 1 0 0,1 0-1 0 0,0 1 0 0 0,1 16-200 0 0,-1-15 224 0 0,1 1 1 0 0,-1-1-1 0 0,0 1 1 0 0,0-1-1 0 0,0 1 1 0 0,0-1 0 0 0,-1 0-1 0 0,1 1 1 0 0,-1-1-1 0 0,0 1 1 0 0,0-1 0 0 0,0 0-1 0 0,-1 0 1 0 0,1 0-1 0 0,-1 0 1 0 0,1 0 0 0 0,-1 0-1 0 0,0 0 1 0 0,0 0-1 0 0,-5 4 1 0 0,2-1-28 0 0,1 1-1 0 0,0-1 1 0 0,0 1 0 0 0,0 0 0 0 0,1 0 0 0 0,0 0-1 0 0,0 1 1 0 0,0-1 0 0 0,-1 12 0 0 0,0-7 6 0 0,3-8-3 0 0,0 0 1 0 0,0 0 0 0 0,0 0-1 0 0,1 1 1 0 0,0-1-1 0 0,-1 0 1 0 0,2 0 0 0 0,-1 0-1 0 0,0 1 1 0 0,1-1-1 0 0,-1 0 1 0 0,1 0-1 0 0,1 0 1 0 0,-1 0 0 0 0,0 0-1 0 0,1 0 1 0 0,0 0-1 0 0,0-1 1 0 0,0 1 0 0 0,0 0-1 0 0,4 4 1 0 0,5 3-3 0 0,0 0-1 0 0,1-1 1 0 0,0 0 0 0 0,21 13 0 0 0,-19-12 15 0 0,9 2-7 0 0,1 0 1 0 0,39 15-1 0 0,-18-8 59 0 0,-9-6-74 0 0,0-2 1 0 0,62 12 0 0 0,-31-8-3 0 0,49 5-8 0 0,-32-6 26 0 0,-51-11 17 0 0,0-1 0 0 0,1-2 0 0 0,-1-2 0 0 0,0 0 0 0 0,0-2 0 0 0,35-8 0 0 0,-2 1 56 0 0,-38 5-52 0 0,33-2 13 0 0,-30 7-26 0 0,-1 1-1 0 0,1 1 1 0 0,33 8-1 0 0,-31-5-6 0 0,-1 0-1 0 0,1-3 1 0 0,38-1-1 0 0,62-15-6 0 0,4-9 93 0 0,-36 3 130 0 0,-66 12-99 0 0,1 1 1 0 0,-1 1-1 0 0,39 0 1 0 0,5 10 712 0 0,83 14 0 0 0,-29-2 63 0 0,-122-15-839 0 0,1 1-7 0 0,-1-1 0 0 0,1 0 0 0 0,0-1 1 0 0,-1 0-1 0 0,1-1 0 0 0,14-3 0 0 0,-19-6 107 0 0,56-46 506 0 0,-59 54-638 0 0,-1-1 0 0 0,0 0 1 0 0,0 0-1 0 0,0 0 0 0 0,0 0 1 0 0,3-5-1 0 0,14-14 59 0 0,-5 1-61 0 0,-1 1 39 0 0,15 2-6 0 0,-23 15-48 0 0,1 0 1 0 0,-1-1-1 0 0,0 0 1 0 0,-1 0-1 0 0,1 0 1 0 0,7-8-1 0 0,-11 9-11 0 0,0 1-1 0 0,0 0 0 0 0,0-1 1 0 0,0 1-1 0 0,1 0 1 0 0,-1 0-1 0 0,1 0 1 0 0,0 0-1 0 0,-1 1 1 0 0,1-1-1 0 0,0 1 1 0 0,0-1-1 0 0,0 1 1 0 0,4-1-1 0 0,3-2-7 0 0,8-1-49 0 0,-13 4 56 0 0,1 0 1 0 0,-1 0-1 0 0,0-1 0 0 0,0 0 1 0 0,0 0-1 0 0,0 0 0 0 0,7-5 1 0 0,5-4 48 0 0,-14 10-42 0 0,-1 0 0 0 0,0 0 0 0 0,1-1 0 0 0,-1 1 0 0 0,0-1 0 0 0,0 0 0 0 0,0 1 0 0 0,0-1 0 0 0,0 0 0 0 0,0 0 0 0 0,2-4 0 0 0,11-10 9 0 0,-12 14-16 0 0,0-1 0 0 0,0 0-1 0 0,-1 0 1 0 0,1 0-1 0 0,-1 0 1 0 0,4-6-1 0 0,16-41 1 0 0,-20 47-17 0 0,-1 0-1 0 0,0 0 1 0 0,0 0-1 0 0,0-1 1 0 0,-1 1-1 0 0,1 0 1 0 0,-1-1-1 0 0,1 1 0 0 0,-1-1 1 0 0,0 1-1 0 0,-1 0 1 0 0,1-1-1 0 0,0 1 1 0 0,-3-7-1 0 0,2 4-45 0 0,-1 0-1 0 0,-1 0 1 0 0,1 0 0 0 0,-1 0-1 0 0,0 1 1 0 0,-5-8 0 0 0,-3 0 11 0 0,-1 2 0 0 0,1 0 1 0 0,-2 0-1 0 0,1 1 1 0 0,-2 1-1 0 0,-24-14 1 0 0,-7-5-2 0 0,4 0 26 0 0,2-1 1 0 0,-55-52-1 0 0,92 79 27 0 0,-9-11 13 0 0,-1 1 1 0 0,-1 1-1 0 0,1 0 0 0 0,-2 0 1 0 0,1 1-1 0 0,-25-12 0 0 0,-22-9 18 0 0,-75-42 5 0 0,106 57 0 0 0,-39-18 0 0 0,-9-5-95 0 0,6-3 55 0 0,-143-79-272 0 0,198 114 110 0 0,0 1 1 0 0,-1 0-1 0 0,0 2 0 0 0,0 0 0 0 0,0 1 0 0 0,-1 0 1 0 0,1 1-1 0 0,0 1 0 0 0,-23 2 0 0 0,4 3-953 0 0,-1 1-1 0 0,1 2 1 0 0,-40 12-1 0 0,9 4-3202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02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1500 159 1681 0 0,'0'-1'145'0'0,"0"0"0"0"0,0 1 0 0 0,0-1 0 0 0,-1 0-1 0 0,1 1 1 0 0,0-1 0 0 0,0 1 0 0 0,-1-1 0 0 0,1 1 0 0 0,0-1 0 0 0,-1 1 0 0 0,1-1 0 0 0,0 0 0 0 0,-1 1 0 0 0,1 0 0 0 0,-1-1 0 0 0,1 1 0 0 0,-1-1 0 0 0,1 1 0 0 0,-1 0 0 0 0,1-1-1 0 0,-1 1 1 0 0,1 0 0 0 0,-1-1 0 0 0,0 1 0 0 0,-24-6 692 0 0,-29 7-640 0 0,-11 8 6 0 0,53-7-154 0 0,1-1 1 0 0,-1 0-1 0 0,-17-1 0 0 0,-70 9 322 0 0,46-3-275 0 0,-61-2-3 0 0,25 6 1 0 0,26-5 66 0 0,55 4-93 0 0,-14-1-1 0 0,20-6-62 0 0,1-1 1 0 0,-1 0-1 0 0,0 0 0 0 0,0 0 0 0 0,0 0 1 0 0,0 0-1 0 0,0-1 0 0 0,0 1 0 0 0,0-1 1 0 0,0 1-1 0 0,-1-1 0 0 0,1 0 0 0 0,0 0 1 0 0,-3 0-1 0 0,-3 0 12 0 0,-84 32 91 0 0,86-30-88 0 0,-25-1 29 0 0,21 1-51 0 0,4 2 4 0 0,-22-2 81 0 0,-35-7-16 0 0,56 4-119 0 0,-8-3 40 0 0,7-1 13 0 0,-9-4-1 0 0,14 8 2 0 0,-17 2 12 0 0,-2-1 40 0 0,-1 0-39 0 0,-12 4 26 0 0,0 2 0 0 0,1 1 0 0 0,-39 13 0 0 0,63-17-28 0 0,1-1 1 0 0,0 0-1 0 0,0 0 0 0 0,-13 0 1 0 0,-8 1 5 0 0,7-1-18 0 0,5 0 13 0 0,14 1 21 0 0,-14-1-68 0 0,11 4 101 0 0,-11 3-66 0 0,12-6 7 0 0,-1 0 1 0 0,1 0 0 0 0,0 1 0 0 0,0-1 0 0 0,0 1 0 0 0,1 1-1 0 0,-1-1 1 0 0,-6 8 0 0 0,-1 4 108 0 0,12-15-126 0 0,0 0 0 0 0,-1 1 0 0 0,1-1 0 0 0,0 0 0 0 0,0 1 0 0 0,0 0 0 0 0,0-1 0 0 0,0 1 1 0 0,1-1-1 0 0,-1 1 0 0 0,0 0 0 0 0,1 0 0 0 0,0-1 0 0 0,-1 1 0 0 0,1 0 0 0 0,0 0 0 0 0,0-1 0 0 0,0 1 0 0 0,0 0 0 0 0,0 0 0 0 0,0 2 0 0 0,0 6 10 0 0,0-9-3 0 0,-1 1 0 0 0,1-1 0 0 0,0 1 0 0 0,0-1 0 0 0,0 1 0 0 0,0-1 0 0 0,0 1 0 0 0,0-1 0 0 0,0 1 0 0 0,1-1 0 0 0,-1 1 0 0 0,0-1 0 0 0,1 1 0 0 0,-1-1 0 0 0,1 0 0 0 0,-1 1 0 0 0,1-1 0 0 0,0 0 0 0 0,0 1 0 0 0,0-1 0 0 0,0 0 0 0 0,-1 0 0 0 0,2 0 0 0 0,-1 0 0 0 0,0 0 0 0 0,0 0 0 0 0,0 0 0 0 0,0 0 0 0 0,1 0 0 0 0,-1-1 0 0 0,0 1 0 0 0,1 0 0 0 0,1 0 0 0 0,46 16 0 0 0,1-2-1 0 0,0-2 1 0 0,1-2-1 0 0,65 5 1 0 0,-81-11 1 0 0,35 2 17 0 0,122-2 0 0 0,70-22-82 0 0,-169 10 33 0 0,144 1 87 0 0,-237 6-54 0 0,70 0 13 0 0,-48 1-13 0 0,0 3 13 0 0,-14-2-1 0 0,-1-1-1 0 0,0 1 0 0 0,0-1 1 0 0,1-1-1 0 0,7 1 1 0 0,4 1-14 0 0,64 9 47 0 0,30 6-10 0 0,-79-8-35 0 0,-4-2 0 0 0,39 5 0 0 0,83 2 0 0 0,-97-11 0 0 0,65-4 0 0 0,-55 0 0 0 0,113 9 80 0 0,-156-8-67 0 0,-17 1-8 0 0,0-1 0 0 0,1 1 0 0 0,-1-1 0 0 0,1-1-1 0 0,-1 1 1 0 0,0-1 0 0 0,1 0 0 0 0,-1 0-1 0 0,0-1 1 0 0,0 0 0 0 0,0 0 0 0 0,6-2 0 0 0,3-4-1 0 0,120-46 89 0 0,-103 43-34 0 0,-26 10-58 0 0,1-1 1 0 0,-1 0-1 0 0,0 0 0 0 0,0-1 1 0 0,8-4-1 0 0,-7 6-1 0 0,0 2 0 0 0,19-11 0 0 0,-21 6 13 0 0,-4 3 134 0 0,-4 0-67 0 0,-2-3-46 0 0,-1 0 0 0 0,1 0 0 0 0,0 0 0 0 0,0 0 1 0 0,0-1-1 0 0,1 0 0 0 0,-9-10 0 0 0,-15-14 93 0 0,-2-4-38 0 0,26 26-75 0 0,0 1 1 0 0,-1-1-1 0 0,0 1 0 0 0,-11-8 0 0 0,-6 1 1 0 0,17 10-7 0 0,0 0 1 0 0,0-1 0 0 0,0 0 0 0 0,1 0-1 0 0,-6-5 1 0 0,-2-2 7 0 0,-1 1 0 0 0,-28-18 0 0 0,-22-16 30 0 0,47 29-48 0 0,-29-21 70 0 0,19 17-14 0 0,17 11-16 0 0,0 2-1 0 0,0-1 0 0 0,0 2 0 0 0,-12-6 0 0 0,7 5-64 0 0,-10-5 22 0 0,-1 0 1 0 0,0 2 0 0 0,-1 2 0 0 0,1 0-1 0 0,-32-3 1 0 0,-286-28 311 0 0,296 34-307 0 0,23 6-181 0 0,24 1 68 0 0,-7 2-138 0 0,6-4 93 0 0,0 0 1 0 0,-1 0 0 0 0,1 0-1 0 0,0 1 1 0 0,0-1 0 0 0,0 1-1 0 0,0 0 1 0 0,0-1 0 0 0,0 1-1 0 0,0 0 1 0 0,1 0 0 0 0,-1 0-1 0 0,-1 4 1 0 0,-1 27-4779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08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1113 235 1040 0 0,'-2'-15'4014'0'0,"-4"14"-2058"0"0,-5 2-2336 0 0,4-6 326 0 0,-9 0 166 0 0,0 1 0 0 0,-1 0-1 0 0,1 1 1 0 0,-1 1 0 0 0,-18 0-1 0 0,0 0 166 0 0,15 0-189 0 0,-1 2-1 0 0,1 0 0 0 0,-33 5 0 0 0,12-1 111 0 0,17-2-174 0 0,0 1-1 0 0,0 0 0 0 0,-37 13 1 0 0,22 2 59 0 0,32-14-86 0 0,0 0-1 0 0,0-1 1 0 0,0 0 0 0 0,-11 3-1 0 0,15-6-4 0 0,2 0 6 0 0,0 0 0 0 0,0 0 0 0 0,0 0 0 0 0,0 0 0 0 0,0 1 0 0 0,0-1 0 0 0,0 0 0 0 0,0 0 0 0 0,1 1-1 0 0,-1-1 1 0 0,0 0 0 0 0,0 1 0 0 0,0-1 0 0 0,0 1 0 0 0,1-1 0 0 0,-1 1 0 0 0,0-1 0 0 0,0 1 0 0 0,1 0 0 0 0,-1-1 0 0 0,0 2 0 0 0,0-1 5 0 0,1 0-1 0 0,-1-1 1 0 0,1 1 0 0 0,-1-1-1 0 0,1 1 1 0 0,-1 0-1 0 0,1-1 1 0 0,-1 1 0 0 0,1-1-1 0 0,-1 1 1 0 0,0-1-1 0 0,1 0 1 0 0,-1 1 0 0 0,0-1-1 0 0,1 0 1 0 0,-1 1 0 0 0,0-1-1 0 0,0 0 1 0 0,-1 0-1 0 0,-10 6 13 0 0,-59 22 78 0 0,57-22-67 0 0,9-4-21 0 0,0-1 0 0 0,0 1 0 0 0,1 0 0 0 0,-1 1 1 0 0,1-1-1 0 0,-1 1 0 0 0,-3 3 0 0 0,1 3-5 0 0,9-6 0 0 0,-5 0 0 0 0,-65 33 56 0 0,-38 17-32 0 0,98-50-24 0 0,5-2 0 0 0,1-1 0 0 0,-1 1 0 0 0,1 0 0 0 0,-1 0 0 0 0,1 0 0 0 0,-1 0 0 0 0,1 0 0 0 0,0 0 0 0 0,-1 1 0 0 0,1-1 0 0 0,0 1 0 0 0,0 0 0 0 0,-3 3 0 0 0,6-4 0 0 0,-1 0 0 0 0,-20 7 0 0 0,13 1 0 0 0,5-8 0 0 0,1-1 0 0 0,0 0 0 0 0,0 1 0 0 0,0-1 0 0 0,0 0 0 0 0,0 1 0 0 0,1-1 0 0 0,-1 1 0 0 0,0-1 0 0 0,0 1 0 0 0,0 0 0 0 0,0-1 0 0 0,1 1 0 0 0,-1 0 0 0 0,0-1 0 0 0,0 1 0 0 0,1 0 0 0 0,-1 0 0 0 0,1 0 0 0 0,-2 1 0 0 0,2-2 0 0 0,0 1 0 0 0,0-1 0 0 0,0 0 0 0 0,0 1 0 0 0,0-1 0 0 0,0 0 0 0 0,-1 1 0 0 0,1-1 0 0 0,0 1 0 0 0,0-1 0 0 0,0 0 0 0 0,-1 1 0 0 0,1-1 0 0 0,0 0 0 0 0,0 0 0 0 0,-1 1 0 0 0,1-1 0 0 0,0 0 0 0 0,-1 0 0 0 0,1 1 0 0 0,0-1 0 0 0,-1 0 0 0 0,1 0 0 0 0,0 0 0 0 0,-1 0 0 0 0,1 1 0 0 0,-1-1 0 0 0,1 0 0 0 0,0 0 0 0 0,-2 0 0 0 0,2 0 0 0 0,-1 0 0 0 0,0 0 0 0 0,1 0 0 0 0,-1 1 0 0 0,1-1 0 0 0,-1 0 0 0 0,0 0 0 0 0,1 1 0 0 0,-1-1 0 0 0,1 0 0 0 0,-1 1 0 0 0,1-1 0 0 0,-1 0 0 0 0,1 1 0 0 0,-1-1 0 0 0,1 1 0 0 0,-1-1 0 0 0,1 1 0 0 0,0-1 0 0 0,-1 1 0 0 0,1-1 0 0 0,0 1 0 0 0,-1 0 0 0 0,1-1 0 0 0,0 1 0 0 0,0-1 0 0 0,0 1 0 0 0,-1 0 0 0 0,1-1 0 0 0,0 1 0 0 0,0 0 0 0 0,0-1 0 0 0,0 2 0 0 0,-1 2 0 0 0,-1 1 0 0 0,0 0 0 0 0,0-1 0 0 0,-1 1 0 0 0,1-1 0 0 0,-1 1 0 0 0,0-1 0 0 0,0 0 0 0 0,0 0 0 0 0,-1-1 0 0 0,-4 5 0 0 0,8-8 0 0 0,-1 1 0 0 0,1-1 0 0 0,0 0 0 0 0,-1 1 0 0 0,1-1 0 0 0,0 1 0 0 0,-1-1 0 0 0,1 0 0 0 0,0 1 0 0 0,0-1 0 0 0,0 1 0 0 0,-1-1 0 0 0,1 0 0 0 0,0 1 0 0 0,0-1 0 0 0,0 1 0 0 0,0-1 0 0 0,0 1 0 0 0,0-1 0 0 0,0 1 0 0 0,0-1 0 0 0,0 1 0 0 0,0-1 0 0 0,0 0 0 0 0,0 1 0 0 0,0-1 0 0 0,0 1 0 0 0,0-1 0 0 0,0 1 0 0 0,1-1 0 0 0,-1 1 0 0 0,0-1 0 0 0,0 0 0 0 0,1 1 0 0 0,-1-1 0 0 0,0 0 0 0 0,0 1 0 0 0,1-1 0 0 0,-1 0 0 0 0,0 1 0 0 0,1-1 0 0 0,-1 0 0 0 0,1 1 0 0 0,-1-1 0 0 0,0 0 0 0 0,1 0 0 0 0,-1 0 0 0 0,1 1 0 0 0,-1-1 0 0 0,1 0 0 0 0,-1 0 0 0 0,0 0 0 0 0,1 0 0 0 0,-1 0 0 0 0,1 0 0 0 0,0 0 0 0 0,0 0 0 0 0,-1 1 0 0 0,1-1 0 0 0,0 0 0 0 0,-1 0 0 0 0,1 1 0 0 0,0-1 0 0 0,-1 0 0 0 0,1 1 0 0 0,-1-1 0 0 0,1 0 0 0 0,-1 1 0 0 0,1-1 0 0 0,-1 1 0 0 0,1-1 0 0 0,-1 1 0 0 0,0-1 0 0 0,1 1 0 0 0,-1 0 0 0 0,1-1 0 0 0,-1 1 0 0 0,0 0 0 0 0,1 1 1 0 0,-1 0 0 0 0,0 0 0 0 0,1 0 0 0 0,-1 0 0 0 0,1 0 0 0 0,0 0 0 0 0,0 0 0 0 0,0 0 0 0 0,0-1 0 0 0,0 1 0 0 0,0 0 0 0 0,0 0 0 0 0,0-1 0 0 0,1 1 0 0 0,-1-1 0 0 0,1 1 0 0 0,-1-1 0 0 0,1 0 0 0 0,0 1 0 0 0,-1-1 0 0 0,1 0 0 0 0,0 0 0 0 0,0 0 0 0 0,0-1 0 0 0,0 1 0 0 0,3 1 0 0 0,-1 5 27 0 0,-1-1-3 0 0,11 0 4 0 0,0-1 0 0 0,0 0 0 0 0,1-1 0 0 0,-1-1-1 0 0,26 3 1 0 0,-32-5-18 0 0,132 12 138 0 0,-55-11-50 0 0,-34 0 158 0 0,61-5 1 0 0,75-2 185 0 0,-137 5-312 0 0,93 11 130 0 0,-83-4-122 0 0,-6-5 65 0 0,-35-3-134 0 0,1 2-1 0 0,35 6 1 0 0,-49-6-42 0 0,1 0 0 0 0,-1 0 0 0 0,1-1 0 0 0,-1 0 0 0 0,11-1 0 0 0,8 0 31 0 0,-4 1-9 0 0,88 8 220 0 0,-91-7-190 0 0,3-2 43 0 0,1-1 0 0 0,-1-1 0 0 0,37-11 0 0 0,-21 6-41 0 0,8-11 65 0 0,-28 16-121 0 0,1-1 1 0 0,-1-1 0 0 0,0-1-1 0 0,-1 0 1 0 0,24-12 0 0 0,-33 9 39 0 0,38-17-5 0 0,-31 17-45 0 0,0 0-1 0 0,21-8 0 0 0,-12 7 44 0 0,-7 3-1 0 0,0 1 1 0 0,0 0 0 0 0,20-4 0 0 0,-35 10-56 0 0,-1 0 1 0 0,0 0 0 0 0,1-1-1 0 0,-1 1 1 0 0,0 0 0 0 0,0-1 0 0 0,1 1-1 0 0,-1 0 1 0 0,0-1 0 0 0,1 1 0 0 0,-1 0-1 0 0,0-1 1 0 0,0 1 0 0 0,0-1 0 0 0,0 1-1 0 0,1 0 1 0 0,-1-1 0 0 0,0 1-1 0 0,0-1 1 0 0,0 1 0 0 0,0 0 0 0 0,0-1-1 0 0,0 1 1 0 0,0-1 0 0 0,0 1 0 0 0,0-1-1 0 0,0 1 1 0 0,0 0 0 0 0,0-1-1 0 0,0 1 1 0 0,-1-1 0 0 0,1 1 0 0 0,0-1-3 0 0,0 0 1 0 0,0 1 0 0 0,0-1-1 0 0,-1 0 1 0 0,1 0 0 0 0,0 1-1 0 0,0-1 1 0 0,0 0 0 0 0,1 1-1 0 0,-1-1 1 0 0,0 0 0 0 0,0 1 0 0 0,0-1-1 0 0,0 0 1 0 0,1 1 0 0 0,-1-1-1 0 0,0 1 1 0 0,1-1 0 0 0,-1 0-1 0 0,0 1 1 0 0,2-2 0 0 0,9-4-3 0 0,-9 5 4 0 0,0 0 0 0 0,0 0 0 0 0,-1 1 0 0 0,1-1 0 0 0,0 0 0 0 0,-1-1 0 0 0,1 1 0 0 0,-1 0 0 0 0,1 0 0 0 0,-1-1 0 0 0,0 1 0 0 0,0-1 0 0 0,1 1 0 0 0,-1-1 0 0 0,0 1 0 0 0,0-1 1 0 0,-1 0-1 0 0,1 1 0 0 0,0-1 0 0 0,0 0 0 0 0,-1 0 0 0 0,1 0 0 0 0,-1 0 0 0 0,0 1 0 0 0,1-1 0 0 0,-1 0 0 0 0,0 0 0 0 0,0 0 0 0 0,0 0 0 0 0,-1-2 0 0 0,1 3-3 0 0,0 1 0 0 0,0-1 0 0 0,0 0 0 0 0,0 0 0 0 0,0 1 0 0 0,0-1 0 0 0,0 0 0 0 0,0 0 0 0 0,0 1 0 0 0,0-1 0 0 0,0 0 0 0 0,0 0 0 0 0,1 1 0 0 0,-1-1 0 0 0,0 0 0 0 0,0 1 0 0 0,1-1 0 0 0,-1 0 0 0 0,1 1 0 0 0,-1-1 0 0 0,0 0 0 0 0,1 1 0 0 0,-1-1 0 0 0,1 1 0 0 0,0-1 0 0 0,-1 1 0 0 0,1-1 0 0 0,-1 1 0 0 0,1-1 0 0 0,0 1 0 0 0,-1 0 0 0 0,1-1 0 0 0,0 1 0 0 0,-1 0 0 0 0,1-1 0 0 0,1 1 0 0 0,3-2 0 0 0,7-3-25 0 0,-8 3 13 0 0,0 0 1 0 0,0 1 0 0 0,1 0 0 0 0,-1 0-1 0 0,0 0 1 0 0,0 0 0 0 0,1 0 0 0 0,-1 1 0 0 0,0 0-1 0 0,1 0 1 0 0,6 1 0 0 0,37-1 78 0 0,-33 0-54 0 0,-11-3-26 0 0,-4 2-54 0 0,4 1 0 0 0,33 0 41 0 0,-34-1-28 0 0,-3-3 54 0 0,0 3 147 0 0,23 1 0 0 0,-23-1-143 0 0,0 1 1 0 0,0 0 0 0 0,0-1 0 0 0,0 1-1 0 0,0 0 1 0 0,0-1 0 0 0,1 1 0 0 0,-1 0 0 0 0,0-1-1 0 0,0 1 1 0 0,1 0 0 0 0,-1 0 0 0 0,0-1-1 0 0,0 1 1 0 0,1 0 0 0 0,-1 0 0 0 0,0 0-1 0 0,1-1 1 0 0,-1 1 0 0 0,0 0 0 0 0,1 0-1 0 0,-1 0 1 0 0,0 0 0 0 0,1 0 0 0 0,-1-1 0 0 0,0 1-1 0 0,1 0 1 0 0,-1 0 0 0 0,1 0 0 0 0,-1 0 0 0 0,1 0 1 0 0,0 0-1 0 0,-1 0 1 0 0,1 0 0 0 0,0-1-1 0 0,-1 1 1 0 0,1 0-1 0 0,-1 0 1 0 0,1-1 0 0 0,0 1-1 0 0,-1 0 1 0 0,1-1-1 0 0,-1 1 1 0 0,1-1 0 0 0,-1 1-1 0 0,1 0 1 0 0,-1-1-1 0 0,0 1 1 0 0,1-1 0 0 0,-1 1-1 0 0,1-1 1 0 0,-1 0 0 0 0,0 1-1 0 0,1-1 1 0 0,-1 1-1 0 0,0-1 1 0 0,0 0 0 0 0,0 1-1 0 0,0-1 1 0 0,1 0-1 0 0,-1 1 1 0 0,0-1 0 0 0,0 0-1 0 0,0-1 5 0 0,0 1 1 0 0,0 0-1 0 0,0 0 0 0 0,0-1 0 0 0,0 1 1 0 0,1 0-1 0 0,-1 0 0 0 0,1-1 1 0 0,-1 1-1 0 0,1 0 0 0 0,-1 0 0 0 0,1 0 1 0 0,-1 0-1 0 0,1 0 0 0 0,0 0 0 0 0,1-2 1 0 0,-1 2-4 0 0,0 0 1 0 0,0 0 0 0 0,0-1 0 0 0,0 1 0 0 0,-1 0-1 0 0,1-1 1 0 0,0 1 0 0 0,-1 0 0 0 0,1-1-1 0 0,-1 1 1 0 0,1-1 0 0 0,-1 1 0 0 0,0-1 0 0 0,0 1-1 0 0,1-1 1 0 0,-1-2 0 0 0,0-69 392 0 0,-22 49-226 0 0,16 22-143 0 0,6 2-29 0 0,-1 0 0 0 0,1 0 0 0 0,-1-1 0 0 0,0 1-1 0 0,1 0 1 0 0,-1 0 0 0 0,1 0 0 0 0,-1-1 0 0 0,1 1 0 0 0,-1 0 0 0 0,1 0 0 0 0,-1-1 0 0 0,1 1 0 0 0,-1 0 0 0 0,1-1 0 0 0,-1 1 0 0 0,1-1 0 0 0,0 1 0 0 0,-1-1 0 0 0,1 1 0 0 0,0 0 0 0 0,-1-1-1 0 0,1 1 1 0 0,0-1 0 0 0,0 0 0 0 0,-1 1 0 0 0,1-1 0 0 0,0 1 0 0 0,0-1 0 0 0,0 1 0 0 0,0-2 0 0 0,-1 1 1 0 0,0-1-1 0 0,1 1 1 0 0,-1-1 0 0 0,0 1-1 0 0,0-1 1 0 0,0 1 0 0 0,1 0 0 0 0,-1-1-1 0 0,-1 1 1 0 0,1 0 0 0 0,0 0-1 0 0,0 0 1 0 0,0 0 0 0 0,-1 0 0 0 0,-1-1-1 0 0,-24-15 22 0 0,-128-71 216 0 0,137 78-245 0 0,-1 0 0 0 0,0 2 0 0 0,0 0 0 0 0,0 1 0 0 0,-1 1 0 0 0,0 1 0 0 0,-27-4 0 0 0,-148-7-35 0 0,194 16 40 0 0,-126 2 7 0 0,83 0-2 0 0,0-2 0 0 0,0-1 0 0 0,-72-12-1 0 0,89 8-3 0 0,-1 1-1 0 0,-1 2 0 0 0,-28 1 1 0 0,-1-1-29 0 0,-127 10-139 0 0,85-2 80 0 0,-40 5 87 0 0,-67 24-139 0 0,70-10 118 0 0,103-20-30 0 0,1 2 1 0 0,0 2-1 0 0,1 0 0 0 0,-58 27 1 0 0,87-35 68 0 0,0 1 0 0 0,0 0 1 0 0,0 0-1 0 0,0 0 0 0 0,0 0 0 0 0,0 0 1 0 0,1 1-1 0 0,-1-1 0 0 0,1 1 1 0 0,0 0-1 0 0,-3 3 0 0 0,-4 6 83 0 0,2-8-108 0 0,1 0 0 0 0,0 0 0 0 0,-1-1 0 0 0,0 1 0 0 0,-10 2 0 0 0,4-1-4 0 0,2 0-217 0 0,12-3-335 0 0,0-2 511 0 0,-1-1 0 0 0,1 1-1 0 0,-1 0 1 0 0,1 0 0 0 0,-1 0 0 0 0,1 0-1 0 0,-1-1 1 0 0,1 1 0 0 0,-1 0 0 0 0,0 0-1 0 0,1-1 1 0 0,-1 1 0 0 0,0 0 0 0 0,1-1-1 0 0,-1 1 1 0 0,0-1 0 0 0,1 1 0 0 0,-1 0-1 0 0,0-1 1 0 0,1 1 0 0 0,-1-1 0 0 0,0 1 0 0 0,0-1-1 0 0,0 1 1 0 0,0-1 0 0 0,1 0 0 0 0,-1 0-75 0 0,1 0 0 0 0,-1 0 1 0 0,1 0-1 0 0,-1 0 1 0 0,1 0-1 0 0,-1 0 1 0 0,1 0-1 0 0,0 0 1 0 0,-1 0-1 0 0,1 0 1 0 0,0 1-1 0 0,0-1 1 0 0,0 0-1 0 0,0 1 1 0 0,0-1-1 0 0,0 0 1 0 0,0 1-1 0 0,0-1 1 0 0,0 1-1 0 0,2-1 1 0 0,5-4-672 0 0,32-19-2831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2:06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351 0 6323 0 0,'-22'10'2721'0'0,"0"-6"-2001"0"0,0 10-800 0 0,-45 37-160 0 0,23 10 240 0 0,-1 6 320 0 0,5 2-79 0 0,-4 12-1 0 0,21-2-80 0 0,1-18-80 0 0,22-15-160 0 0,22 1 0 0 0,1-4-881 0 0,39-34-2640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2:06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15 4082 0 0,'-22'0'4562'0'0,"22"-4"-3922"0"0,22 4-240 0 0,-22-4-239 0 0,22 4-81 0 0,0-6 0 0 0,23 6-80 0 0,-1 0 0 0 0,-4 0 0 0 0,27 6-80 0 0,22 2-561 0 0,-45-2-399 0 0,-22-2-801 0 0,0 0-1040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2:07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80 0 0,'0'-4'4322'0'0,"0"-2"720"0"0,23 6-4962 0 0,-1 10 0 0 0,22-6-320 0 0,1 6-1360 0 0,-23-6-1522 0 0,22 2 1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14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0 1761 0 0,'-22'4'5122'0'0,"22"6"-3441"0"0,-22-10-1441 0 0,22 5-240 0 0,0-1-320 0 0,0 1 0 0 0,22-5-481 0 0,0-5-1120 0 0,-4-9-1040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2:07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103 465 1521 0 0,'27'-37'1993'0'0,"-13"16"-1094"0"0,1 0 0 0 0,1 2 0 0 0,27-27 0 0 0,0 10-890 0 0,-12 10-180 0 0,47-51-1 0 0,-64 61 135 0 0,0 1 0 0 0,1 1-1 0 0,1 0 1 0 0,32-21 0 0 0,1-5 90 0 0,-44 34-46 0 0,1 1 1 0 0,0-1-1 0 0,0 1 1 0 0,1 1-1 0 0,0-1 0 0 0,-1 1 1 0 0,1 0-1 0 0,9-3 1 0 0,-15 6-10 0 0,-1 1 0 0 0,1 0 1 0 0,0 0-1 0 0,-1 0 1 0 0,1 0-1 0 0,0-1 0 0 0,-1 1 1 0 0,1 0-1 0 0,-1 0 0 0 0,1 0 1 0 0,0 0-1 0 0,-1 1 1 0 0,1-1-1 0 0,0 0 0 0 0,-1 0 1 0 0,1 0-1 0 0,0 0 0 0 0,-1 1 1 0 0,1-1-1 0 0,-1 0 0 0 0,1 1 1 0 0,-1-1-1 0 0,1 0 1 0 0,-1 1-1 0 0,1-1 0 0 0,-1 1 1 0 0,1-1-1 0 0,-1 0 0 0 0,1 1 1 0 0,-1-1-1 0 0,0 1 0 0 0,1 0 1 0 0,-1 0-1 0 0,2 1 12 0 0,-1 1 0 0 0,0 0 0 0 0,-1 0 0 0 0,1-1-1 0 0,0 1 1 0 0,-1 0 0 0 0,0 0 0 0 0,1 4 0 0 0,-2 6 63 0 0,1 1 1 0 0,-6 25-1 0 0,1-17-2 0 0,1-5-56 0 0,0 0 1 0 0,2 1 0 0 0,-2 32 0 0 0,5-30 56 0 0,-1-6 46 0 0,0 0 1 0 0,-1 0 0 0 0,-3 19 0 0 0,-3-7 1 0 0,5-17-102 0 0,-1 0 1 0 0,1 0 0 0 0,0 0-1 0 0,0 19 1 0 0,2-16 9 0 0,0 0 1 0 0,-1-1-1 0 0,0 1 0 0 0,-1 0 1 0 0,0-1-1 0 0,-1 0 0 0 0,-7 18 1 0 0,10-27-26 0 0,-1-1 1 0 0,1 1 0 0 0,-1-1-1 0 0,1 1 1 0 0,-1-1 0 0 0,1 1 0 0 0,0 0-1 0 0,0-1 1 0 0,0 1 0 0 0,0-1-1 0 0,0 1 1 0 0,0 0 0 0 0,0-1-1 0 0,0 1 1 0 0,1-1 0 0 0,-1 1-1 0 0,0 0 1 0 0,1-1 0 0 0,0 1 0 0 0,-1-1-1 0 0,1 0 1 0 0,0 1 0 0 0,0-1-1 0 0,0 1 1 0 0,1 0 0 0 0,1 8 85 0 0,-19-4 219 0 0,7-5-214 0 0,0 0-1 0 0,-1-1 1 0 0,1 0 0 0 0,0-1-1 0 0,-15-3 1 0 0,-17-1 78 0 0,-145-18 554 0 0,43 3-518 0 0,131 19-209 0 0,-6-1-35 0 0,0 0-1 0 0,0-1 1 0 0,-20-7-1 0 0,64-4-5966 0 0,11 4 3109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2:09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666 43 1441 0 0,'-31'-6'1596'0'0,"-2"3"1"0"0,-35 0 0 0 0,38 3-1405 0 0,1 1-1 0 0,-1 2 1 0 0,1 1 0 0 0,-46 12 0 0 0,53-7-153 0 0,-1 1-1 0 0,2 0 1 0 0,-1 2-1 0 0,2 1 1 0 0,-33 25 0 0 0,10-7-18 0 0,31-22-7 0 0,0 0 0 0 0,1 2 0 0 0,0-1 0 0 0,0 1-1 0 0,1 1 1 0 0,1 0 0 0 0,0 0 0 0 0,0 1 0 0 0,1 0-1 0 0,-12 28 1 0 0,17-35 4 0 0,1 0-1 0 0,0 0 0 0 0,0 1 0 0 0,0-1 1 0 0,1 0-1 0 0,0 1 0 0 0,0-1 1 0 0,0 1-1 0 0,1-1 0 0 0,0 1 1 0 0,0-1-1 0 0,1 1 0 0 0,0-1 0 0 0,0 1 1 0 0,0-1-1 0 0,1 0 0 0 0,0 0 1 0 0,0 1-1 0 0,1-1 0 0 0,0-1 1 0 0,0 1-1 0 0,0 0 0 0 0,0-1 1 0 0,1 1-1 0 0,0-1 0 0 0,0 0 0 0 0,1 0 1 0 0,5 4-1 0 0,-3-4-10 0 0,-1 0 0 0 0,1-1 0 0 0,0-1 0 0 0,0 1 0 0 0,0-1 0 0 0,1 0 0 0 0,-1 0 0 0 0,1-1 0 0 0,0 0 0 0 0,14 1 0 0 0,7 0 28 0 0,48-2 0 0 0,-35-3 21 0 0,0-2 1 0 0,0-2-1 0 0,53-15 0 0 0,121-52 26 0 0,-187 61-92 0 0,0-2 0 0 0,0-1 0 0 0,47-34 1 0 0,-62 39-3 0 0,0-1 0 0 0,-1-1 0 0 0,0 0 0 0 0,-1-1 0 0 0,-1 0 0 0 0,0-1 0 0 0,0 0 0 0 0,12-24 0 0 0,-15 23-43 0 0,-1-1 1 0 0,-1 1-1 0 0,6-20 1 0 0,-11 31 53 0 0,0 1 0 0 0,0-1 0 0 0,0 1 0 0 0,-1-1 0 0 0,0 0 0 0 0,1 1 0 0 0,-1-1 0 0 0,0 0-1 0 0,-1 1 1 0 0,1-1 0 0 0,-1 1 0 0 0,0-1 0 0 0,0 0 0 0 0,0 1 0 0 0,0 0 0 0 0,0-1 0 0 0,-1 1 0 0 0,0 0 0 0 0,1-1 0 0 0,-4-2 0 0 0,1 1 12 0 0,-1 0 0 0 0,0 0 0 0 0,-1 0-1 0 0,1 1 1 0 0,-1 0 0 0 0,0 0 0 0 0,0 0 0 0 0,0 1 0 0 0,0 0 0 0 0,-1 0 0 0 0,1 1 0 0 0,-8-2 0 0 0,2 1 1 0 0,0 1 0 0 0,-1 0 1 0 0,1 1-1 0 0,-1 0 0 0 0,1 1 1 0 0,-15 2-1 0 0,-13 4-165 0 0,0 2 0 0 0,1 1 0 0 0,-42 16 0 0 0,72-22 70 0 0,-6 2-284 0 0,-1 1 0 0 0,1 1 0 0 0,0 0 1 0 0,0 1-1 0 0,-20 14 0 0 0,9 2-2088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2:09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80 0 0,'0'28'6083'0'0,"0"-14"-4322"0"0,23 23-1441 0 0,43 14 80 0 0,1 2-320 0 0,0-7-80 0 0,-23-3-80 0 0,23-15-720 0 0,-27-5-1201 0 0,4-9-3282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2:10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178 174 2561 0 0,'-178'9'4736'0'0,"179"-10"-4003"0"0,-2 1-726 0 0,1 0 1 0 0,0 0-1 0 0,0-1 1 0 0,0 1-1 0 0,0 0 1 0 0,0 0-1 0 0,0 0 1 0 0,0 0-1 0 0,0 0 1 0 0,0 0-1 0 0,0 0 1 0 0,0-1-1 0 0,0 1 1 0 0,0 0-1 0 0,0 0 1 0 0,0 0-1 0 0,0 0 1 0 0,0 0-1 0 0,0 0 1 0 0,0-1-1 0 0,0 1 1 0 0,0 0-1 0 0,0 0 1 0 0,1 0-1 0 0,-1 0 1 0 0,0 0-1 0 0,0 0 1 0 0,0 0-1 0 0,0-1 1 0 0,0 1-1 0 0,0 0 1 0 0,0 0-1 0 0,0 0 1 0 0,0 0-1 0 0,0 0 1 0 0,1 0-1 0 0,-1 0 1 0 0,0 0-1 0 0,0 0 1 0 0,0 0-1 0 0,0 0 1 0 0,0 0-1 0 0,0 0 1 0 0,1 0-1 0 0,-1 0 1 0 0,0 0-1 0 0,0 0 1 0 0,0 0-1 0 0,0 0 1 0 0,0 0-1 0 0,0 0 1 0 0,1 0-1 0 0,-1 0 1 0 0,0 0-1 0 0,0 0 1 0 0,0 0-1 0 0,108-15 527 0 0,65-4-161 0 0,541-25 121 0 0,-470 42-420 0 0,462-11 239 0 0,-452 4-342 0 0,403-24-609 0 0,-517 16-1256 0 0,-6-9-2749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2:11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15 478 2001 0 0,'14'-10'1621'0'0,"9"-13"119"0"0,443-343 995 0 0,-429 335-2621 0 0,-30 24-93 0 0,0 1 0 0 0,1-1 0 0 0,-1 1 0 0 0,1 1 0 0 0,14-8 0 0 0,-7 10 46 0 0,-13 2-59 0 0,0 2 1 0 0,0-1-1 0 0,0 0 0 0 0,0 0 1 0 0,0 1-1 0 0,0-1 1 0 0,0 1-1 0 0,0-1 0 0 0,-1 1 1 0 0,1 0-1 0 0,0 0 0 0 0,0 0 1 0 0,0 0-1 0 0,-1 0 1 0 0,1 0-1 0 0,0 1 0 0 0,-1-1 1 0 0,0 0-1 0 0,1 1 1 0 0,-1-1-1 0 0,0 1 0 0 0,1 0 1 0 0,-1-1-1 0 0,0 1 1 0 0,0 0-1 0 0,1 2 0 0 0,5 5 19 0 0,9 13 32 0 0,-5-10-38 0 0,0 1 0 0 0,-1 1 0 0 0,-1 0 0 0 0,0 0 0 0 0,-1 1 0 0 0,-1 0 0 0 0,12 31 0 0 0,5 54-28 0 0,-20-89 32 0 0,0 0 1 0 0,0 0 0 0 0,1-1-1 0 0,1 1 1 0 0,12 18 0 0 0,-1-14-63 0 0,-16-14 16 0 0,-4-1 13 0 0,-4 0 20 0 0,-1-5 55 0 0,-7-1-52 0 0,-1 1 0 0 0,0 1 0 0 0,0 1 0 0 0,-23-2 0 0 0,-10-2 70 0 0,-245-36 100 0 0,260 41-190 0 0,0 1-1 0 0,-1 1 1 0 0,1 2-1 0 0,0 2 1 0 0,0 1-1 0 0,-51 14 1 0 0,75-16-85 0 0,0 1-1 0 0,0 0 1 0 0,0 0-1 0 0,1 1 1 0 0,0 1-1 0 0,0 0 1 0 0,0 0 0 0 0,-8 8-1 0 0,16-13 14 0 0,-1 1-1 0 0,1-1 0 0 0,-1 1 1 0 0,1-1-1 0 0,-1 1 0 0 0,1 0 1 0 0,0-1-1 0 0,0 1 0 0 0,0 0 1 0 0,0 0-1 0 0,0 0 0 0 0,0 0 1 0 0,1 0-1 0 0,-2 4 0 0 0,2-5-18 0 0,0 0-1 0 0,0 1 0 0 0,1-1 0 0 0,-1 0 0 0 0,0 0 1 0 0,1 1-1 0 0,-1-1 0 0 0,0 0 0 0 0,1 0 0 0 0,-1 0 1 0 0,1 0-1 0 0,0 0 0 0 0,-1 0 0 0 0,1 0 0 0 0,0 0 1 0 0,0 0-1 0 0,0 0 0 0 0,-1 0 0 0 0,1 0 0 0 0,0 0 1 0 0,0-1-1 0 0,0 1 0 0 0,0 0 0 0 0,1-1 0 0 0,0 2 1 0 0,30 8-3499 0 0,-23-9 2574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2:11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4 1601 0 0,'-23'-4'5762'0'0,"46"18"-5361"0"0,-1 33-81 0 0,0 32-160 0 0,-22-14-80 0 0,0-12-80 0 0,-22-7-80 0 0,22-9 80 0 0,-22 1-160 0 0,22-5-240 0 0,-23-9-321 0 0,1-16-239 0 0,0-8-801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2:11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0 104 1441 0 0,'0'-19'4562'0'0,"0"-5"-3122"0"0,23 6-1280 0 0,43 4-160 0 0,-21 4 81 0 0,21 1-1 0 0,63-1 80 0 0,27 10-240 0 0,-45 5-1041 0 0,-67-5-4481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15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 1921 0 0,'22'14'1841'0'0,"-22"19"80"0"0,0-5-641 0 0,-22 0-800 0 0,22-9-560 0 0,-22-15-400 0 0,22-8-961 0 0,-22-6-1040 0 0,22 1 80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16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4002 0 0,'23'6'6323'0'0,"-46"2"-3922"0"0,23 12-2161 0 0,0-1-640 0 0,45-1 0 0 0,-23-8-161 0 0,0-6-159 0 0,1-4-2161 0 0,-23-4 400 0 0,0-10-321 0 0,-23 0 241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10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46 363 6323 0 0,'1'-2'110'0'0,"-1"0"-1"0"0,0 1 1 0 0,0-1 0 0 0,-1 0-1 0 0,1 0 1 0 0,0 0 0 0 0,-1 1-1 0 0,1-1 1 0 0,-1 0 0 0 0,1 0-1 0 0,-1 1 1 0 0,0-1 0 0 0,0 1-1 0 0,0-1 1 0 0,0 1 0 0 0,0-1-1 0 0,0 1 1 0 0,0-1 0 0 0,0 1-1 0 0,0 0 1 0 0,-1-1 0 0 0,1 1-1 0 0,-1 0 1 0 0,1 0 0 0 0,-1 0-1 0 0,1 0 1 0 0,-1 1 0 0 0,0-1-1 0 0,-1 0 1 0 0,-9-6-105 0 0,11 6 1 0 0,1 0 1 0 0,-1 0-1 0 0,1 1 1 0 0,-1-1-1 0 0,1 0 1 0 0,-1 0-1 0 0,1 0 1 0 0,0 0-1 0 0,-1 0 1 0 0,1 1-1 0 0,0-1 1 0 0,0 0-1 0 0,0 0 1 0 0,0 0-1 0 0,0 0 1 0 0,0 0-1 0 0,0 0 1 0 0,0 0-1 0 0,0 0 1 0 0,0 0-1 0 0,0 0 0 0 0,1 1 1 0 0,-1-1-1 0 0,0 0 1 0 0,0 0-1 0 0,1 0 1 0 0,-1 0-1 0 0,1 0 1 0 0,-1 1-1 0 0,1-1 1 0 0,-1 0-1 0 0,1 1 1 0 0,0-1-1 0 0,-1 0 1 0 0,1 1-1 0 0,0-2 1 0 0,132-86 558 0 0,-85 59-438 0 0,-1-2 1 0 0,48-42-1 0 0,-82 60-92 0 0,40-31 157 0 0,-52 44-191 0 0,-1 0-1 0 0,1-1 1 0 0,-1 1 0 0 0,1 0 0 0 0,-1-1 0 0 0,1 1-1 0 0,-1 0 1 0 0,1 0 0 0 0,-1 0 0 0 0,1 0 0 0 0,-1-1-1 0 0,1 1 1 0 0,-1 0 0 0 0,1 0 0 0 0,-1 0 0 0 0,1 0 0 0 0,-1 0-1 0 0,1 0 1 0 0,-1 0 0 0 0,1 1 0 0 0,-1-1 0 0 0,1 0-1 0 0,0 0 1 0 0,-1 0 0 0 0,1 0 0 0 0,-1 1 0 0 0,0-1-1 0 0,1 0 1 0 0,-1 0 0 0 0,1 1 0 0 0,-1-1 0 0 0,1 0-1 0 0,-1 1 1 0 0,0-1 0 0 0,1 1 0 0 0,-1-1 0 0 0,0 1 0 0 0,1-1-1 0 0,-1 0 1 0 0,0 1 0 0 0,1 0 0 0 0,9 30 191 0 0,-7-18-102 0 0,0-3-9 0 0,0 0-1 0 0,-1 0 0 0 0,0 1 1 0 0,0-1-1 0 0,-2 0 0 0 0,1 1 1 0 0,-1-1-1 0 0,-1 0 1 0 0,0 1-1 0 0,-2 10 0 0 0,-10 12 113 0 0,-2-1 1 0 0,0 0-1 0 0,-3-1 0 0 0,-36 50 0 0 0,25-38-38 0 0,-32 47 146 0 0,-78 127 252 0 0,116-173-1541 0 0,24-45 921 0 0,-1 1 0 0 0,0 0-1 0 0,0 0 1 0 0,1 0 0 0 0,-1 0-1 0 0,0 0 1 0 0,0 0 0 0 0,1 0-1 0 0,-1 0 1 0 0,0 0 0 0 0,1 0-1 0 0,-1 0 1 0 0,0 0 0 0 0,0 0-1 0 0,1 0 1 0 0,-1 0 0 0 0,0 0-1 0 0,0 0 1 0 0,1 0 0 0 0,-1 0-1 0 0,0 1 1 0 0,0-1 0 0 0,1 0-1 0 0,-1 0 1 0 0,0 0-1 0 0,0 0 1 0 0,0 0 0 0 0,1 1-1 0 0,-1-1 1 0 0,0 0 0 0 0,0 0-1 0 0,0 0 1 0 0,0 1 0 0 0,1-1-1 0 0,-1 0 1 0 0,0 0 0 0 0,0 1-1 0 0,0-1 1 0 0,0 0 0 0 0,0 0-1 0 0,0 1 1 0 0,0-1 0 0 0,0 0-1 0 0,0 0 1 0 0,0 1 0 0 0,0-1-1 0 0,0 0 1 0 0,0 1 0 0 0,0-1-1 0 0,0 0 1 0 0,0 0 0 0 0,0 1-1 0 0,0-1 1 0 0,0 0 0 0 0,0 0-1 0 0,0 1 1 0 0,0-1 0 0 0,0 0-1 0 0,-1 0 1 0 0,1 1-1 0 0,0-1 1 0 0,55-22-8177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11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352 172 720 0 0,'81'-10'4093'0'0,"58"-10"843"0"0,-44 4-4840 0 0,-80 15-62 0 0,-11 1-8 0 0,0 0 0 0 0,0 0 0 0 0,0-1 0 0 0,0 1 0 0 0,0-1 0 0 0,0 0 0 0 0,0 0 0 0 0,-1 0 0 0 0,1-1 0 0 0,4-1 0 0 0,2-3 4 0 0,-8 5-22 0 0,0 0-1 0 0,0 0 0 0 0,-1 0 0 0 0,1 0 0 0 0,0 0 1 0 0,-1 0-1 0 0,1-1 0 0 0,0 1 0 0 0,-1 0 1 0 0,1-1-1 0 0,-1 1 0 0 0,0-1 0 0 0,0 0 0 0 0,0 1 1 0 0,1-1-1 0 0,-1 0 0 0 0,-1 0 0 0 0,1 0 1 0 0,0 0-1 0 0,0 0 0 0 0,-1 0 0 0 0,1 0 0 0 0,-1 0 1 0 0,0 0-1 0 0,1 0 0 0 0,-1 0 0 0 0,0 0 1 0 0,0-3-1 0 0,-1 3-7 0 0,1 1 0 0 0,0-1-1 0 0,0 0 1 0 0,0 0 0 0 0,-1 0 0 0 0,1 1 0 0 0,-1-1 0 0 0,0 0 0 0 0,1 0-1 0 0,-1 1 1 0 0,0-1 0 0 0,0 0 0 0 0,0 1 0 0 0,0-1 0 0 0,0 1 0 0 0,0 0 0 0 0,-1-1-1 0 0,1 1 1 0 0,0 0 0 0 0,-2-2 0 0 0,-1 1 1 0 0,0-1 0 0 0,0 1 0 0 0,-1 0 0 0 0,1 0 0 0 0,0 0 0 0 0,-1 1 0 0 0,-8-2 0 0 0,-3 0 14 0 0,-1 1 1 0 0,0 1-1 0 0,-24 1 0 0 0,23 1 16 0 0,0 1-1 0 0,1 1 1 0 0,-1 0-1 0 0,0 2 0 0 0,1 0 1 0 0,0 1-1 0 0,-27 13 0 0 0,19-6 2 0 0,1 1-1 0 0,1 1 1 0 0,0 1-1 0 0,-26 24 1 0 0,-41 37-79 0 0,-78 76 120 0 0,163-148-65 0 0,0 0-1 0 0,1 1 0 0 0,-1-1 1 0 0,1 1-1 0 0,1 0 0 0 0,-1 0 1 0 0,1 1-1 0 0,0-1 1 0 0,1 1-1 0 0,-1-1 0 0 0,1 1 1 0 0,0 0-1 0 0,1 0 0 0 0,0 0 1 0 0,0 0-1 0 0,0 0 0 0 0,1 0 1 0 0,0 0-1 0 0,1 0 1 0 0,-1 0-1 0 0,1 0 0 0 0,1 0 1 0 0,-1-1-1 0 0,1 1 0 0 0,0 0 1 0 0,1-1-1 0 0,-1 1 0 0 0,7 9 1 0 0,-7-13-5 0 0,1 0 0 0 0,0 0 0 0 0,0 0 0 0 0,0-1 0 0 0,0 1 0 0 0,0-1 0 0 0,0 0 0 0 0,1 0 0 0 0,-1 0 0 0 0,1 0 0 0 0,0-1 0 0 0,-1 1 0 0 0,1-1 0 0 0,0 0 0 0 0,0 0 0 0 0,0 0 0 0 0,0-1 0 0 0,0 1 0 0 0,0-1 0 0 0,0 0 0 0 0,6-1 0 0 0,-5 1-3 0 0,25 0-53 0 0,-1-2-1 0 0,0-1 0 0 0,0-1 0 0 0,0-2 0 0 0,29-9 0 0 0,131-52-1610 0 0,-75 17-2165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11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25 2321 0 0,'-87'-4'6760'0'0,"0"-11"-4542"0"0,74 11-2131 0 0,15 2 159 0 0,29 3 424 0 0,-3-1-313 0 0,348 31 800 0 0,-186-10-1927 0 0,-105-12-2245 0 0,-104-14-2867 0 0,-3 2 3254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11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62 1441 0 0,'-8'2'1531'0'0,"-54"16"3415"0"0,33-16-3221 0 0,28-2-1714 0 0,1 0-1 0 0,-1 0 0 0 0,1 0 0 0 0,-1 0 1 0 0,1-1-1 0 0,-1 1 0 0 0,1 0 0 0 0,-1 0 0 0 0,1 0 1 0 0,-1 0-1 0 0,1-1 0 0 0,-1 1 0 0 0,1 0 1 0 0,-1 0-1 0 0,1-1 0 0 0,0 1 0 0 0,-1 0 1 0 0,1-1-1 0 0,0 1 0 0 0,-1-1 0 0 0,1 1 0 0 0,0 0 1 0 0,-1-1-1 0 0,1 1 0 0 0,0-1 0 0 0,0 1 1 0 0,-1-1-1 0 0,1 1 0 0 0,0-1 0 0 0,0 1 1 0 0,0-1-1 0 0,0 1 0 0 0,0-2 0 0 0,0 2-3 0 0,0-1-1 0 0,0 0 1 0 0,1 1-1 0 0,-1-1 1 0 0,0 0 0 0 0,1 1-1 0 0,-1-1 1 0 0,0 1-1 0 0,1-1 1 0 0,-1 1-1 0 0,1-1 1 0 0,-1 1-1 0 0,1-1 1 0 0,-1 1-1 0 0,1-1 1 0 0,-1 1-1 0 0,1 0 1 0 0,0-1 0 0 0,-1 1-1 0 0,1 0 1 0 0,0-1-1 0 0,-1 1 1 0 0,2 0-1 0 0,21-7 91 0 0,-14 5-4 0 0,33-9 256 0 0,1 1 0 0 0,-1 2 1 0 0,76-4-1 0 0,125 11 757 0 0,-187 2-928 0 0,107 3-1312 0 0,-155-4 781 0 0,-3 0-175 0 0,0 1 0 0 0,-1-1 1 0 0,1-1-1 0 0,0 1 1 0 0,-1-1-1 0 0,1 1 1 0 0,-1-1-1 0 0,1-1 1 0 0,8-2-1 0 0,-10-2-3327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14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61 2161 0 0,'89'-18'6203'0'0,"3"-6"-5269"0"0,-73 23-948 0 0,13 2 74 0 0,-10 0 58 0 0,0-2 0 0 0,31-3 0 0 0,-53 4-114 0 0,0 0 0 0 0,0 0 1 0 0,0 0-1 0 0,0 0 1 0 0,0-1-1 0 0,0 1 0 0 0,-1 0 1 0 0,1 0-1 0 0,0 0 0 0 0,0 0 1 0 0,0 0-1 0 0,0 0 0 0 0,0 0 1 0 0,0-1-1 0 0,0 1 1 0 0,0 0-1 0 0,0 0 0 0 0,0 0 1 0 0,0 0-1 0 0,0 0 0 0 0,-1 0 1 0 0,1-1-1 0 0,0 1 0 0 0,0 0 1 0 0,0 0-1 0 0,0 0 1 0 0,0 0-1 0 0,0 0 0 0 0,0-1 1 0 0,0 1-1 0 0,0 0 0 0 0,1 0 1 0 0,-1 0-1 0 0,0 0 0 0 0,0 0 1 0 0,0 0-1 0 0,0-1 0 0 0,0 1 1 0 0,0 0-1 0 0,0 0 1 0 0,0 0-1 0 0,0 0 0 0 0,0 0 1 0 0,0 0-1 0 0,0 0 0 0 0,1-1 1 0 0,-1 1-1 0 0,0 0 0 0 0,0 0 1 0 0,0 0-1 0 0,0 0 1 0 0,-16-3 43 0 0,-1 0 0 0 0,0 2 1 0 0,1 0-1 0 0,-1 1 0 0 0,0 0 1 0 0,0 1-1 0 0,-21 5 0 0 0,9 0-8 0 0,-1 1 0 0 0,1 1 0 0 0,-28 13 0 0 0,40-13-36 0 0,0 1 0 0 0,1 0-1 0 0,-28 22 1 0 0,24-16 8 0 0,-32 32 122 0 0,43-40-120 0 0,1-2-5 0 0,1 0-1 0 0,0 1 1 0 0,0 0 0 0 0,1 0-1 0 0,-9 11 1 0 0,4-2-30 0 0,-1-2 0 0 0,-1 0 0 0 0,-14 12-1 0 0,-21 20-26 0 0,42-38 43 0 0,3-4 10 0 0,0 0-1 0 0,-1 0 0 0 0,1 0 0 0 0,0 0 1 0 0,1 1-1 0 0,-1-1 0 0 0,1 1 0 0 0,0 0 0 0 0,-1 0 1 0 0,2 0-1 0 0,-1 0 0 0 0,0 0 0 0 0,1 0 1 0 0,0 0-1 0 0,0 1 0 0 0,0-1 0 0 0,0 1 0 0 0,1-1 1 0 0,0 7-1 0 0,0-10-5 0 0,0 0 1 0 0,0 1-1 0 0,0-1 0 0 0,0 0 0 0 0,1 1 1 0 0,-1-1-1 0 0,0 0 0 0 0,1 0 1 0 0,-1 1-1 0 0,1-1 0 0 0,-1 0 1 0 0,1 0-1 0 0,0 0 0 0 0,0 0 1 0 0,-1 0-1 0 0,1 0 0 0 0,0 0 1 0 0,0 0-1 0 0,0 0 0 0 0,0 0 0 0 0,0 0 1 0 0,2 1-1 0 0,1 0-9 0 0,-1-1 0 0 0,1 1 0 0 0,0-1 0 0 0,-1 0 0 0 0,1 0 0 0 0,0 0 0 0 0,-1 0 0 0 0,6-1 0 0 0,4 1-40 0 0,1-1 0 0 0,0-1-1 0 0,25-4 1 0 0,-27 3 39 0 0,-9 2 11 0 0,0 0-1 0 0,0 0 1 0 0,0-1 0 0 0,0 1 0 0 0,0-1 0 0 0,0 0 0 0 0,0 0 0 0 0,0 0 0 0 0,0 0-1 0 0,0-1 1 0 0,-1 1 0 0 0,1-1 0 0 0,0 1 0 0 0,3-5 0 0 0,19-41 13 0 0,-23 44-7 0 0,30-52 89 0 0,-30 52-91 0 0,0 0 0 0 0,-1-1 0 0 0,0 1 0 0 0,0-1 0 0 0,0 0 0 0 0,0 1 0 0 0,-1-1-1 0 0,1 0 1 0 0,-1 1 0 0 0,0-1 0 0 0,0 0 0 0 0,0 1 0 0 0,-1-1 0 0 0,-1-6 0 0 0,0 5-6 0 0,0 0-1 0 0,0 0 1 0 0,0 0-1 0 0,-1 0 1 0 0,1 0 0 0 0,-1 1-1 0 0,-1-1 1 0 0,1 1-1 0 0,-1 0 1 0 0,-6-6-1 0 0,10 10-4 0 0,0-1-1 0 0,0 1 0 0 0,0 0 0 0 0,0 0 1 0 0,0-1-1 0 0,-1 1 0 0 0,1 0 0 0 0,0 0 1 0 0,0-1-1 0 0,0 1 0 0 0,0 0 0 0 0,0 0 1 0 0,0-1-1 0 0,0 1 0 0 0,0 0 0 0 0,0 0 1 0 0,1-1-1 0 0,-1 1 0 0 0,0 0 0 0 0,0 0 1 0 0,0-1-1 0 0,0 1 0 0 0,0 0 0 0 0,0 0 1 0 0,0 0-1 0 0,1-1 0 0 0,-1 1 0 0 0,0 0 0 0 0,0 0 1 0 0,0 0-1 0 0,0-1 0 0 0,1 1 0 0 0,-1 0 1 0 0,0 0-1 0 0,0 0 0 0 0,0 0 0 0 0,1 0 1 0 0,-1-1-1 0 0,0 1 0 0 0,0 0 0 0 0,1 0 1 0 0,-1 0-1 0 0,0 0 0 0 0,0 0 0 0 0,1 0 1 0 0,-1 0-1 0 0,0 0 0 0 0,1 0 0 0 0,12-5-399 0 0,-5 2-26 0 0,1 0-811 0 0,0 0-1 0 0,1 1 0 0 0,-1 0 1 0 0,16-1-1 0 0,16-1-1143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14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0 6163 0 0,'-44'29'2801'0'0,"-1"-7"-2481"0"0,23 6-320 0 0,22 1 160 0 0,-22 8 80 0 0,22 1-160 0 0,22-1-80 0 0,-22-9-160 0 0,22-4-800 0 0,0-6-3922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15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86 1521 0 0,'5'-5'4820'0'0,"7"1"-3562"0"0,12-6-653 0 0,-16 3-445 0 0,1 1 1 0 0,-1 0-1 0 0,1 0 0 0 0,1 1 1 0 0,11-5-1 0 0,2-1-42 0 0,-17 8-110 0 0,-1 1 0 0 0,1 0 0 0 0,0 0-1 0 0,0 0 1 0 0,0 1 0 0 0,1 0 0 0 0,-1 0-1 0 0,0 0 1 0 0,0 1 0 0 0,8 0 0 0 0,-12 0-8 0 0,1 0 0 0 0,-1 1 1 0 0,1-1-1 0 0,-1 1 0 0 0,1-1 1 0 0,-1 1-1 0 0,1 0 0 0 0,-1 0 0 0 0,0 0 1 0 0,1 0-1 0 0,-1 0 0 0 0,0 1 0 0 0,0-1 1 0 0,0 1-1 0 0,0-1 0 0 0,0 1 1 0 0,0 0-1 0 0,0 0 0 0 0,-1 0 0 0 0,1 0 1 0 0,-1 0-1 0 0,1 0 0 0 0,-1 0 1 0 0,0 0-1 0 0,0 1 0 0 0,0-1 0 0 0,2 5 1 0 0,-2-1 3 0 0,0 0 0 0 0,-1 0 0 0 0,1 0 1 0 0,-1 0-1 0 0,-1 0 0 0 0,1 0 0 0 0,-1 0 0 0 0,0 0 1 0 0,0 0-1 0 0,-1 0 0 0 0,1 0 0 0 0,-1-1 1 0 0,-1 1-1 0 0,-4 9 0 0 0,2-6 7 0 0,0 0 0 0 0,-1-1 0 0 0,0 0 0 0 0,0 0 0 0 0,0-1 0 0 0,-1 1 0 0 0,-1-1 0 0 0,1-1 0 0 0,-10 7 0 0 0,-6 3 78 0 0,-100 62 239 0 0,107-69-268 0 0,1-1-1 0 0,-2-1 0 0 0,1 0 1 0 0,-1-1-1 0 0,-33 7 1 0 0,47-13-49 0 0,0 1 1 0 0,0-1 0 0 0,0 0-1 0 0,0 0 1 0 0,0-1 0 0 0,0 1-1 0 0,1-1 1 0 0,-1 1 0 0 0,0-1-1 0 0,0 0 1 0 0,0 0 0 0 0,1 0-1 0 0,-5-2 1 0 0,6 2-12 0 0,0 0 0 0 0,-1 0 0 0 0,1 1-1 0 0,0-1 1 0 0,0 0 0 0 0,-1 0 0 0 0,1-1 0 0 0,0 1 0 0 0,0 0 0 0 0,0 0-1 0 0,1 0 1 0 0,-1-1 0 0 0,0 1 0 0 0,0 0 0 0 0,1-1 0 0 0,-1 1 0 0 0,0 0-1 0 0,1-1 1 0 0,0 1 0 0 0,-1-1 0 0 0,1-1 0 0 0,6-11 6 0 0,-5 13-2 0 0,0-1 0 0 0,0 1 0 0 0,0-1 0 0 0,0 1 0 0 0,-1-1 0 0 0,1 0 0 0 0,0 1 0 0 0,-1-1-1 0 0,1 0 1 0 0,-1 1 0 0 0,1-4 0 0 0,-2 4-7 0 0,1-5-12 0 0,23-2-20 0 0,-16 6 35 0 0,1 1 0 0 0,0 0 0 0 0,0 1 0 0 0,0 0 0 0 0,-1 0 0 0 0,1 1 0 0 0,0 0 0 0 0,0 0 0 0 0,-1 1 0 0 0,1 0 0 0 0,13 6 0 0 0,-3 1 0 0 0,0 0 0 0 0,-1 1 0 0 0,18 15 0 0 0,33 20-14 0 0,-67-44 12 0 0,0 0-1 0 0,1 0 0 0 0,-1-1 0 0 0,0 1 0 0 0,1 0 0 0 0,-1-1 0 0 0,1 1 0 0 0,-1-1 0 0 0,0 0 0 0 0,1 1 0 0 0,-1-1 0 0 0,1 0 0 0 0,-1 0 0 0 0,1 0 0 0 0,-1 0 1 0 0,1 0-1 0 0,1-1 0 0 0,0 0-141 0 0,0-1 0 0 0,-1 1 0 0 0,1-1 0 0 0,-1 0 1 0 0,1 0-1 0 0,-1 0 0 0 0,0 0 0 0 0,3-4 0 0 0,32-24-2577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16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225 221 880 0 0,'0'0'2255'0'0,"0"0"-2128"0"0,0-1 0 0 0,0 1 0 0 0,0 0 0 0 0,0-1 0 0 0,0 1 0 0 0,0 0 0 0 0,0-1 1 0 0,0 1-1 0 0,0 0 0 0 0,0-1 0 0 0,0 1 0 0 0,0 0 0 0 0,0-1 0 0 0,0 1 0 0 0,0 0 0 0 0,0-1 0 0 0,0 1 0 0 0,0 0 1 0 0,0-1-1 0 0,0 1 0 0 0,0 0 0 0 0,1-1 0 0 0,-1 1 0 0 0,0 0 0 0 0,0-1 0 0 0,0 1 0 0 0,1 0 0 0 0,-1 0 1 0 0,0-1-1 0 0,0 1 0 0 0,1 0 0 0 0,-1 0 0 0 0,0 0 0 0 0,0-1 0 0 0,1 1 0 0 0,5-5 7 0 0,-1 1-1 0 0,0-1 0 0 0,-1 0 1 0 0,1-1-1 0 0,-1 1 1 0 0,0-1-1 0 0,0 0 0 0 0,0 0 1 0 0,-1 0-1 0 0,0-1 1 0 0,0 1-1 0 0,-1-1 0 0 0,0 1 1 0 0,0-1-1 0 0,1-7 1 0 0,-3-67 506 0 0,0 81-635 0 0,0-1 1 0 0,0 1-1 0 0,0-1 1 0 0,0 1-1 0 0,0-1 0 0 0,-1 1 1 0 0,1-1-1 0 0,0 1 1 0 0,0-1-1 0 0,0 1 0 0 0,0-1 1 0 0,-1 1-1 0 0,1 0 1 0 0,0-1-1 0 0,0 1 1 0 0,-1-1-1 0 0,1 1 0 0 0,0 0 1 0 0,-1-1-1 0 0,1 1 1 0 0,0 0-1 0 0,-1-1 1 0 0,1 1-1 0 0,0 0 0 0 0,-1 0 1 0 0,1-1-1 0 0,-1 1 1 0 0,1 0-1 0 0,-1 0 1 0 0,1 0-1 0 0,-1-1 0 0 0,1 1 1 0 0,-1 0-1 0 0,0 0 1 0 0,1 0 9 0 0,-1 0-1 0 0,1 0 1 0 0,-1 0 0 0 0,0-1 0 0 0,1 1-1 0 0,-1 0 1 0 0,1 0 0 0 0,-1-1 0 0 0,1 1-1 0 0,-1 0 1 0 0,1 0 0 0 0,-1-1 0 0 0,1 1 0 0 0,-1-1-1 0 0,1 1 1 0 0,0 0 0 0 0,-1-1 0 0 0,1 1-1 0 0,0-1 1 0 0,-1 1 0 0 0,1-1 0 0 0,0 1 0 0 0,-1-1-1 0 0,1 1 1 0 0,0-1 0 0 0,0 1 0 0 0,0-1-1 0 0,0 0 1 0 0,-1 1 0 0 0,1-1 0 0 0,0 1-1 0 0,0-1 1 0 0,0 1 0 0 0,0-2 0 0 0,0 1 92 0 0,-1 2-81 0 0,-1 0 1 0 0,1-1 0 0 0,-1 1 0 0 0,0 0-1 0 0,1 0 1 0 0,0 0 0 0 0,-1 1 0 0 0,1-1-1 0 0,0 0 1 0 0,-1 1 0 0 0,1-1 0 0 0,0 0-1 0 0,0 1 1 0 0,-1 2 0 0 0,-20 19 105 0 0,11-16-94 0 0,6-5-34 0 0,1 0 1 0 0,0 0 0 0 0,0 1-1 0 0,0 0 1 0 0,1 0 0 0 0,-1 0-1 0 0,1 0 1 0 0,-1 0 0 0 0,1 1-1 0 0,0-1 1 0 0,-5 9-1 0 0,3 2-4 0 0,4-11 0 0 0,0 0 0 0 0,0-1 0 0 0,0 1 0 0 0,-1 0 0 0 0,1 0 0 0 0,-1-1 0 0 0,0 1 0 0 0,0-1 0 0 0,0 1 0 0 0,-3 2 0 0 0,-3 4-5 0 0,1-1-1 0 0,0 1 0 0 0,0 0 0 0 0,1 1 0 0 0,1-1 1 0 0,-7 16-1 0 0,-7 10-20 0 0,-40 68 159 0 0,58-102-139 0 0,0 0 0 0 0,1 1 0 0 0,-1-1 0 0 0,0 1 0 0 0,1-1 0 0 0,-1 1 0 0 0,1-1 0 0 0,-1 1 0 0 0,1 0 0 0 0,0-1 0 0 0,0 1-1 0 0,0-1 1 0 0,0 1 0 0 0,0-1 0 0 0,0 1 0 0 0,0 0 0 0 0,0-1 0 0 0,1 1 0 0 0,-1-1 0 0 0,1 1 0 0 0,-1-1 0 0 0,1 1 0 0 0,-1-1 0 0 0,1 1 0 0 0,0-1 0 0 0,1 3 0 0 0,1-2-15 0 0,0 0 1 0 0,0 0-1 0 0,0 0 0 0 0,0 0 1 0 0,0-1-1 0 0,0 1 1 0 0,0-1-1 0 0,0 0 1 0 0,1 0-1 0 0,-1 0 1 0 0,1 0-1 0 0,-1-1 0 0 0,0 1 1 0 0,1-1-1 0 0,-1 0 1 0 0,1 0-1 0 0,3 0 1 0 0,30-1 0 0 0,-1 0 0 0 0,1-3 0 0 0,49-10 0 0 0,-83 13 19 0 0,-1 0-1 0 0,0 0 1 0 0,1 0 0 0 0,-1 0 0 0 0,0 0 0 0 0,0-1 0 0 0,0 1 0 0 0,0-1 0 0 0,0 1 0 0 0,0-1 0 0 0,0 0 0 0 0,0 0 0 0 0,-1 0 0 0 0,3-3 0 0 0,11-11 3 0 0,4-7 10 0 0,0-1-1 0 0,-2 0 1 0 0,-1-1-1 0 0,0-1 0 0 0,-2-1 1 0 0,11-29-1 0 0,-22 35-11 0 0,1 3 0 0 0,3 11 0 0 0,-6 7 0 0 0,0 0 0 0 0,-1-1 0 0 0,1 1 0 0 0,0-1 0 0 0,0 0 0 0 0,-1 1 0 0 0,1-1 0 0 0,-1 1 0 0 0,1-1 0 0 0,0 0 0 0 0,-1 0 0 0 0,1 1 0 0 0,-1-1 0 0 0,0 0 0 0 0,1 0 0 0 0,-1 0 0 0 0,0 1 0 0 0,1-1 0 0 0,-1 0 0 0 0,0 0 0 0 0,0-1 0 0 0,0-2-13 0 0,0 31-54 0 0,0-14 98 0 0,-2 0-1 0 0,0-1 0 0 0,-4 18 1 0 0,2-17-22 0 0,1 1 1 0 0,1 0 0 0 0,-1 20-1 0 0,3-25 6 0 0,-1 0 1 0 0,0 0-1 0 0,-1 0 0 0 0,0 0 0 0 0,-1-1 1 0 0,1 1-1 0 0,-1-1 0 0 0,-5 10 0 0 0,-11 31 88 0 0,-3 29-23 0 0,18-50-600 0 0,4-28 473 0 0,0 1 1 0 0,-1-1-1 0 0,1 0 0 0 0,0 1 0 0 0,0-1 0 0 0,0 0 0 0 0,0 1 1 0 0,0-1-1 0 0,0 1 0 0 0,0-1 0 0 0,0 0 0 0 0,0 1 0 0 0,0-1 1 0 0,0 1-1 0 0,0-1 0 0 0,0 0 0 0 0,0 1 0 0 0,0-1 0 0 0,0 1 1 0 0,0-1-1 0 0,0 0 0 0 0,1 1 0 0 0,-1-1 0 0 0,0 0 0 0 0,0 1 1 0 0,0-1-1 0 0,1 0 0 0 0,-1 1 0 0 0,0-1 0 0 0,0 0 0 0 0,1 1 1 0 0,-1-1-1 0 0,0 0 0 0 0,1 0 0 0 0,-1 0 0 0 0,0 1 0 0 0,1-1 1 0 0,-1 0-1 0 0,1 0 0 0 0,-1 0 0 0 0,0 0 0 0 0,1 1 1 0 0,-1-1-1 0 0,0 0 0 0 0,1 0 0 0 0,0 0 0 0 0,36-16-4595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19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1761 0 0,'22'27'3201'0'0,"45"35"801"0"0,-1-11-2641 0 0,-66-14-1521 0 0,22-3-80 0 0,1-8 160 0 0,-1-2 80 0 0,22-5-81 0 0,1-9-399 0 0,-45-6-1040 0 0,22 2-2962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19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1 309 5042 0 0,'0'-8'3602'0'0,"22"-2"-2401"0"0,0-9-961 0 0,23-1-320 0 0,44-21 0 0 0,44-15 160 0 0,0 13 0 0 0,-26 11 80 0 0,-18-1-400 0 0,-23 9-1441 0 0,1 2-4002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20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312 19 2001 0 0,'0'-14'1921'0'0,"0"9"-320"0"0,0 15-321 0 0,-22 47 481 0 0,-23 16-881 0 0,1 12-560 0 0,-1 4-159 0 0,1-9-1 0 0,0-14-80 0 0,-1-11 0 0 0,23-8 0 0 0,22-13-80 0 0,22-30-320 0 0,0-22-1281 0 0,23-29-3361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20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264 174 1521 0 0,'-5'6'6412'0'0,"-18"0"-5758"0"0,-1-1-197 0 0,-3 4-32 0 0,-1 1-1 0 0,-31 16 1 0 0,51-22-378 0 0,0 0 0 0 0,1 1 0 0 0,-1 0 1 0 0,1 1-1 0 0,0-1 0 0 0,1 2 1 0 0,-1-1-1 0 0,1 0 0 0 0,0 1 0 0 0,1 0 1 0 0,-9 14-1 0 0,12-15-22 0 0,1-1 0 0 0,-1 1 1 0 0,1 0-1 0 0,0-1 0 0 0,0 1 0 0 0,0 0 0 0 0,1 0 1 0 0,0 0-1 0 0,1 9 0 0 0,0 0 43 0 0,-1-13-61 0 0,0-1-1 0 0,0 1 0 0 0,0 0 1 0 0,1 0-1 0 0,-1-1 1 0 0,1 1-1 0 0,-1 0 0 0 0,1-1 1 0 0,-1 1-1 0 0,1-1 1 0 0,0 1-1 0 0,0-1 0 0 0,0 1 1 0 0,0-1-1 0 0,0 1 1 0 0,0-1-1 0 0,0 0 0 0 0,1 0 1 0 0,-1 1-1 0 0,0-1 1 0 0,1 0-1 0 0,-1 0 1 0 0,1 0-1 0 0,-1 0 0 0 0,2 0 1 0 0,5 2-11 0 0,-1 0 0 0 0,1-1 0 0 0,-1 0 0 0 0,11 2 0 0 0,-2-1 4 0 0,-3-1 2 0 0,0 0 1 0 0,0-1-1 0 0,1 0 0 0 0,-1-1 1 0 0,0-1-1 0 0,0 0 1 0 0,0 0-1 0 0,0-2 0 0 0,0 0 1 0 0,0 0-1 0 0,-1-1 0 0 0,1 0 1 0 0,-1-1-1 0 0,0-1 1 0 0,0 0-1 0 0,-1-1 0 0 0,0 0 1 0 0,0 0-1 0 0,0-1 1 0 0,-1-1-1 0 0,0 0 0 0 0,-1 0 1 0 0,0-1-1 0 0,-1 0 0 0 0,0 0 1 0 0,0-1-1 0 0,7-14 1 0 0,-13 21-7 0 0,1-1 1 0 0,-1 0-1 0 0,0 0 1 0 0,-1 0-1 0 0,1 0 1 0 0,-1 0-1 0 0,0 0 1 0 0,-1 0-1 0 0,1-1 1 0 0,-1 1-1 0 0,0 0 1 0 0,0-1-1 0 0,-1 1 1 0 0,1 0 0 0 0,-1 0-1 0 0,0 0 1 0 0,0 0-1 0 0,-1 0 1 0 0,0 0-1 0 0,0 0 1 0 0,-4-8-1 0 0,-3-1-193 0 0,0 1 1 0 0,-1 1-1 0 0,-1-1 0 0 0,0 2 0 0 0,0-1 0 0 0,-16-10 1 0 0,-32-24-2632 0 0,11 7-2788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21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0 80 0 0,'-5'3'713'0'0,"0"0"0"0"0,0 1 0 0 0,0 0 0 0 0,0 0 0 0 0,0 0 0 0 0,1 0-1 0 0,0 1 1 0 0,-5 6 0 0 0,-5-2 426 0 0,12-8-1042 0 0,1-1 0 0 0,-1 1 0 0 0,1 0-1 0 0,-1-1 1 0 0,1 1 0 0 0,0 0 0 0 0,0 0 0 0 0,-1 0-1 0 0,1 0 1 0 0,0 0 0 0 0,0 0 0 0 0,0 0 0 0 0,0 1-1 0 0,0-1 1 0 0,0 0 0 0 0,0 1 0 0 0,-1 2 0 0 0,2-4-81 0 0,-1 1 1 0 0,1 0 0 0 0,-1 0 0 0 0,0 0-1 0 0,1 0 1 0 0,-1 0 0 0 0,0 0 0 0 0,1-1-1 0 0,-1 1 1 0 0,0 0 0 0 0,0-1 0 0 0,0 1-1 0 0,1 0 1 0 0,-1-1 0 0 0,0 1 0 0 0,0-1-1 0 0,0 0 1 0 0,0 1 0 0 0,0-1 0 0 0,-2 1-1 0 0,-20 6 33 0 0,20-6 4 0 0,-1 4-39 0 0,-1-4-14 0 0,5-1 0 0 0,-1 0 0 0 0,0 0 0 0 0,1 0 0 0 0,-1 1 0 0 0,1-1 0 0 0,-1 0 0 0 0,0 0 0 0 0,1 0 0 0 0,-1 0 0 0 0,1 1 0 0 0,-1-1 0 0 0,1 0 0 0 0,-1 1 0 0 0,1-1 0 0 0,-1 0 0 0 0,1 1 0 0 0,-1-1 0 0 0,1 1 0 0 0,0-1 0 0 0,-1 1 0 0 0,1-1 0 0 0,-1 1 0 0 0,1-1 0 0 0,0 1 0 0 0,0-1 0 0 0,-1 1 0 0 0,1-1 0 0 0,0 1 0 0 0,0-1 0 0 0,0 1 0 0 0,-1 0 0 0 0,1 0 0 0 0,-3 7 0 0 0,-6-4-12 0 0,7-3 38 0 0,13-5 120 0 0,-4-5-133 0 0,4 5 8 0 0,-7 2-15 0 0,0 1 0 0 0,0-1-1 0 0,-1 0 1 0 0,1 0 0 0 0,-1 0-1 0 0,1-1 1 0 0,3-3 0 0 0,53-26 74 0 0,-45 27-73 0 0,-14 5-4 0 0,1 0-1 0 0,-1-1 1 0 0,0 1-1 0 0,0 0 1 0 0,1 0-1 0 0,-1-1 1 0 0,0 1-1 0 0,0-1 1 0 0,1 1-1 0 0,-1-1 1 0 0,0 0-1 0 0,0 1 1 0 0,0-1-1 0 0,0 0 1 0 0,0 0-1 0 0,0 1 1 0 0,0-1-1 0 0,0 0 1 0 0,0 0-1 0 0,-1 0 1 0 0,1 0-1 0 0,0-1 1 0 0,0 1-1 0 0,-1 0 1 0 0,1 0-1 0 0,-1 0 1 0 0,1 0-1 0 0,-1-2 1 0 0,-3 2 63 0 0,-4 3-58 0 0,4-1-4 0 0,39-4 78 0 0,4-7-82 0 0,-46 11 37 0 0,0 1-1 0 0,0 1 1 0 0,0-1 0 0 0,0 1 0 0 0,0 0 0 0 0,1 0-1 0 0,-1 0 1 0 0,1 1 0 0 0,-8 7 0 0 0,-46 49 43 0 0,35-34 19 0 0,11-12-79 0 0,0 0 0 0 0,1 2 0 0 0,1-1 0 0 0,0 1 0 0 0,-17 35 0 0 0,-9 9 17 0 0,15-26-34 0 0,20-31-16 0 0,1 0-1 0 0,0 1 1 0 0,0-1 0 0 0,0 1 0 0 0,0-1-1 0 0,0 1 1 0 0,1-1 0 0 0,0 1 0 0 0,-1-1-1 0 0,1 1 1 0 0,1 5 0 0 0,-1 0-82 0 0,0-9 95 0 0,0 0-8 0 0,0 0 0 0 0,0 1 0 0 0,0-1-1 0 0,0 0 1 0 0,0 1 0 0 0,0-1 0 0 0,0 0-1 0 0,0 1 1 0 0,0-1 0 0 0,0 0-1 0 0,0 1 1 0 0,0-1 0 0 0,0 0 0 0 0,1 1-1 0 0,-1-1 1 0 0,0 0 0 0 0,0 1 0 0 0,0-1-1 0 0,0 0 1 0 0,0 0 0 0 0,1 1 0 0 0,-1-1-1 0 0,0 0 1 0 0,0 0 0 0 0,1 1 0 0 0,-1-1-1 0 0,0 0 1 0 0,0 0 0 0 0,1 0 0 0 0,-1 1-1 0 0,0-1 1 0 0,0 0 0 0 0,1 0 0 0 0,-1 0-1 0 0,0 0 1 0 0,1 0 0 0 0,-1 0 0 0 0,0 0-1 0 0,1 0 1 0 0,-1 1 0 0 0,1-1-1 0 0,5 0-217 0 0,0 0-1 0 0,0 0 0 0 0,0 0 0 0 0,0 0 1 0 0,0-1-1 0 0,0 0 0 0 0,0-1 0 0 0,0 1 1 0 0,0-1-1 0 0,0 0 0 0 0,6-3 0 0 0,-9 2-383 0 0,1 0 1 0 0,-1 1-1 0 0,0-1 0 0 0,0-1 0 0 0,0 1 0 0 0,4-5 1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22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89 800 0 0,'0'0'157'0'0,"0"-1"1"0"0,0 0-1 0 0,0 1 0 0 0,-1-1 0 0 0,1 0 0 0 0,0 1 0 0 0,0-1 0 0 0,0 0 1 0 0,-1 1-1 0 0,1-1 0 0 0,0 0 0 0 0,-1 1 0 0 0,1-1 0 0 0,-1 1 0 0 0,1-1 0 0 0,0 1 1 0 0,-1-1-1 0 0,1 1 0 0 0,-1-1 0 0 0,1 1 0 0 0,-1 0 0 0 0,0-1 0 0 0,1 1 0 0 0,-1-1 1 0 0,1 1-1 0 0,-1 0 0 0 0,-1-1 0 0 0,-25-2 1944 0 0,-33 10-881 0 0,51-5-897 0 0,5-1-256 0 0,-1 0-1 0 0,1 0 1 0 0,-1 1 0 0 0,1-1 0 0 0,0 1-1 0 0,0 0 1 0 0,0 1 0 0 0,0-1-1 0 0,0 1 1 0 0,0 0 0 0 0,1 0 0 0 0,-6 5-1 0 0,8-7-60 0 0,0 0 0 0 0,-1 0 1 0 0,1 1-1 0 0,0-1 0 0 0,0 0 0 0 0,0 1 0 0 0,0-1 0 0 0,0 1 0 0 0,1-1 0 0 0,-1 1 0 0 0,0-1 0 0 0,1 1 1 0 0,-1 0-1 0 0,1-1 0 0 0,-1 1 0 0 0,1 0 0 0 0,0 0 0 0 0,0-1 0 0 0,0 1 0 0 0,0 0 0 0 0,0-1 0 0 0,0 1 0 0 0,0 0 1 0 0,1 0-1 0 0,-1-1 0 0 0,1 1 0 0 0,-1 0 0 0 0,1-1 0 0 0,-1 1 0 0 0,1-1 0 0 0,0 1 0 0 0,0-1 0 0 0,0 1 0 0 0,1 1 1 0 0,58 41-21 0 0,-45-31 18 0 0,1 0 0 0 0,22 12 0 0 0,4 3 11 0 0,-41-27-13 0 0,-1-1 0 0 0,1 1-1 0 0,0-1 1 0 0,0 0 0 0 0,-1 1 0 0 0,1 0 0 0 0,0-1 0 0 0,-1 1-1 0 0,1-1 1 0 0,-1 1 0 0 0,1 0 0 0 0,0-1 0 0 0,-1 1 0 0 0,0 0-1 0 0,1 0 1 0 0,-1 0 0 0 0,1-1 0 0 0,-1 1 0 0 0,0 0 0 0 0,0 0-1 0 0,1 0 1 0 0,-1 0 0 0 0,0-1 0 0 0,0 1 0 0 0,0 0-1 0 0,0 0 1 0 0,0 0 0 0 0,0 0 0 0 0,0 0 0 0 0,0 0 0 0 0,0-1-1 0 0,-1 3 1 0 0,-1 0 6 0 0,0 0-1 0 0,-1 0 0 0 0,1 0 1 0 0,0 0-1 0 0,-1-1 0 0 0,-6 6 0 0 0,-1 1 29 0 0,2-3-22 0 0,0-1 0 0 0,1 0 0 0 0,-2-1 0 0 0,1 0 0 0 0,0 0 1 0 0,-1-1-1 0 0,0 0 0 0 0,1-1 0 0 0,-1 0 0 0 0,0 0 1 0 0,-1-1-1 0 0,1 0 0 0 0,0 0 0 0 0,0-1 0 0 0,-11-1 0 0 0,20 1-15 0 0,0 0 0 0 0,-1 0-1 0 0,1 0 1 0 0,0 0-1 0 0,-1 0 1 0 0,1 0-1 0 0,0 0 1 0 0,-1 0 0 0 0,1-1-1 0 0,0 1 1 0 0,-1 0-1 0 0,1 0 1 0 0,0 0 0 0 0,-1 0-1 0 0,1 0 1 0 0,0-1-1 0 0,0 1 1 0 0,-1 0-1 0 0,1 0 1 0 0,0-1 0 0 0,0 1-1 0 0,-1 0 1 0 0,1 0-1 0 0,0-1 1 0 0,0 1 0 0 0,0 0-1 0 0,-1-1 1 0 0,1 1-1 0 0,0 0 1 0 0,0 0-1 0 0,0-1 1 0 0,0 1 0 0 0,0 0-1 0 0,0-1 1 0 0,0 1-1 0 0,0 0 1 0 0,-1-2 0 0 0,-1-3-12 0 0,2 4 14 0 0,-1 1 0 0 0,1 0 1 0 0,-1 0-1 0 0,1-1 1 0 0,-1 1-1 0 0,1 0 0 0 0,-1-1 1 0 0,1 1-1 0 0,-1-1 1 0 0,1 1-1 0 0,0-1 0 0 0,-1 1 1 0 0,1-1-1 0 0,-1 1 1 0 0,1-1-1 0 0,0 1 0 0 0,0-1 1 0 0,-1 1-1 0 0,1-1 1 0 0,0 1-1 0 0,0-1 0 0 0,0 0 1 0 0,0 1-1 0 0,-1-1 0 0 0,1 1 1 0 0,0-1-1 0 0,0 0 1 0 0,0 1-1 0 0,0-1 0 0 0,0 1 1 0 0,1-1-1 0 0,-1 0 1 0 0,0 1-1 0 0,0-1 0 0 0,0 1 1 0 0,0-1-1 0 0,1 1 1 0 0,-1-1-1 0 0,0 1 0 0 0,1-1 1 0 0,-1 1-1 0 0,0-1 1 0 0,1 1-1 0 0,-1-1 0 0 0,1 0 1 0 0,11-18 14 0 0,-7 11-9 0 0,1-1 1 0 0,0 2 0 0 0,1-1-1 0 0,0 1 1 0 0,8-7 0 0 0,2-2 26 0 0,10-10 6 0 0,53-39 0 0 0,-74 61-40 0 0,0 0 0 0 0,-1-1 0 0 0,1 0 0 0 0,-1 0 0 0 0,0 0 0 0 0,0 0 0 0 0,-1-1 0 0 0,0 0 0 0 0,0 0 0 0 0,0 0 0 0 0,-1-1 0 0 0,3-6 0 0 0,-5 12 1 0 0,-1 0 1 0 0,0 0-1 0 0,1 0 0 0 0,-1 0 1 0 0,0 0-1 0 0,0 0 0 0 0,0 0 1 0 0,0-1-1 0 0,0 1 1 0 0,0 0-1 0 0,0 0 0 0 0,0 0 1 0 0,0 0-1 0 0,0 0 0 0 0,0 0 1 0 0,-1 0-1 0 0,1 0 1 0 0,0 0-1 0 0,-1 0 0 0 0,1 0 1 0 0,-1 0-1 0 0,1 0 0 0 0,-1 0 1 0 0,0 0-1 0 0,1 0 1 0 0,-1 0-1 0 0,-1 0 0 0 0,-27-21-33 0 0,9 7-174 0 0,16 12 75 0 0,1 0 0 0 0,0 1 0 0 0,0-1 0 0 0,-1 1 0 0 0,1 0 0 0 0,-1 0 0 0 0,0 1 1 0 0,0-1-1 0 0,0 1 0 0 0,0-1 0 0 0,0 1 0 0 0,0 1 0 0 0,0-1 0 0 0,0 0 0 0 0,0 1 0 0 0,0 0 1 0 0,-5 0-1 0 0,-11-1-1008 0 0,-25-5-2770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23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47 480 0 0,'-37'16'3108'0'0,"47"-18"1053"0"0,61-15-3439 0 0,-4-3-336 0 0,-4 5 55 0 0,-63 15-433 0 0,0 0 1 0 0,-1 0 0 0 0,1 0 0 0 0,0 0 0 0 0,0-1 0 0 0,0 1 0 0 0,0 0 0 0 0,0 0 0 0 0,0 0 0 0 0,0 0-1 0 0,0 0 1 0 0,0 0 0 0 0,0 0 0 0 0,0-1 0 0 0,0 1 0 0 0,-1 0 0 0 0,1 0 0 0 0,0 0 0 0 0,0 0-1 0 0,0 0 1 0 0,0 0 0 0 0,0-1 0 0 0,0 1 0 0 0,0 0 0 0 0,0 0 0 0 0,0 0 0 0 0,0 0 0 0 0,0 0-1 0 0,0 0 1 0 0,1-1 0 0 0,-1 1 0 0 0,0 0 0 0 0,0 0 0 0 0,0 0 0 0 0,0 0 0 0 0,0 0 0 0 0,0 0 0 0 0,0 0-1 0 0,0 0 1 0 0,0-1 0 0 0,0 1 0 0 0,0 0 0 0 0,0 0 0 0 0,1 0 0 0 0,-15-2 80 0 0,1 1 1 0 0,0 0-1 0 0,-1 1 1 0 0,1 1 0 0 0,-1 0-1 0 0,-24 5 1 0 0,19-3-76 0 0,0 1 1 0 0,0 0-1 0 0,0 2 1 0 0,0 0-1 0 0,1 1 1 0 0,0 1 0 0 0,0 0-1 0 0,1 2 1 0 0,0 0-1 0 0,-29 23 1 0 0,-39 37 65 0 0,83-67-68 0 0,-1-1-1 0 0,1 1 1 0 0,-1 0 0 0 0,1-1-1 0 0,0 1 1 0 0,0 0 0 0 0,0 0 0 0 0,1 1-1 0 0,-1-1 1 0 0,1 0 0 0 0,-1 0-1 0 0,1 1 1 0 0,-1 5 0 0 0,2-7-15 0 0,0 0 1 0 0,0-1-1 0 0,0 1 0 0 0,0 0 1 0 0,0 0-1 0 0,1-1 0 0 0,-1 1 1 0 0,1 0-1 0 0,-1-1 1 0 0,1 1-1 0 0,-1-1 0 0 0,1 1 1 0 0,0-1-1 0 0,0 1 0 0 0,0-1 1 0 0,0 1-1 0 0,0-1 1 0 0,0 0-1 0 0,0 1 0 0 0,0-1 1 0 0,1 0-1 0 0,-1 0 0 0 0,0 0 1 0 0,1 0-1 0 0,-1 0 1 0 0,1 0-1 0 0,-1 0 0 0 0,1-1 1 0 0,-1 1-1 0 0,1 0 1 0 0,2 0-1 0 0,15 4-131 0 0,-1 1 0 0 0,2-2 1 0 0,-1-1-1 0 0,0 0 0 0 0,1-2 1 0 0,-1 0-1 0 0,23-2 0 0 0,-17-1-829 0 0,-1-1 0 0 0,0-1 0 0 0,26-7 0 0 0,39-19-4600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23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58 2001 0 0,'0'-2'419'0'0,"0"0"0"0"0,1 0 0 0 0,-1 0 0 0 0,0 1 0 0 0,1-1 0 0 0,-1 0 0 0 0,1 0-1 0 0,-1 0 1 0 0,1 1 0 0 0,0-1 0 0 0,0 0 0 0 0,1-2 0 0 0,0 2-201 0 0,1-1-1 0 0,0 0 0 0 0,-1 1 1 0 0,1-1-1 0 0,0 1 1 0 0,0 0-1 0 0,5-3 1 0 0,-2 1 159 0 0,-3 3-336 0 0,-1 0-1 0 0,1 0 0 0 0,0 1 1 0 0,0-1-1 0 0,0 0 1 0 0,0 1-1 0 0,0 0 0 0 0,0-1 1 0 0,-1 1-1 0 0,1 0 0 0 0,0 1 1 0 0,0-1-1 0 0,0 1 0 0 0,0-1 1 0 0,0 1-1 0 0,5 2 1 0 0,43 18-128 0 0,-45-18 88 0 0,-3-2-5 0 0,-1 1-1 0 0,1-1 1 0 0,-1 0 0 0 0,0 1 0 0 0,1 0 0 0 0,-1-1 0 0 0,0 1 0 0 0,0 0 0 0 0,0 0-1 0 0,0 0 1 0 0,0 0 0 0 0,-1 1 0 0 0,1-1 0 0 0,-1 0 0 0 0,1 1 0 0 0,-1-1 0 0 0,0 1-1 0 0,0-1 1 0 0,1 5 0 0 0,-1-3-1 0 0,-1 0 0 0 0,0 0 0 0 0,0 0 0 0 0,0 0 0 0 0,0 1 0 0 0,0-1 0 0 0,-1 0 0 0 0,0 0 0 0 0,0 0 0 0 0,0 0 0 0 0,-3 7 0 0 0,-2 1 26 0 0,-1 1-1 0 0,0-2 0 0 0,-1 1 1 0 0,0-1-1 0 0,0 0 0 0 0,-20 19 1 0 0,6-13 45 0 0,16-10-106 0 0,15-8-1 0 0,-8 1 35 0 0,0-1 0 0 0,0 1 1 0 0,0 0-1 0 0,0-1 0 0 0,0 1 0 0 0,0-1 1 0 0,0 1-1 0 0,0-1 0 0 0,0 0 0 0 0,0 1 1 0 0,0-1-1 0 0,0 0 0 0 0,-1 0 0 0 0,1 1 1 0 0,0-1-1 0 0,0 0 0 0 0,-1 0 1 0 0,1 0-1 0 0,-1 0 0 0 0,1 0 0 0 0,-1 0 1 0 0,1-2-1 0 0,-1-103-341 0 0,0 105 346 0 0,0 0-1 0 0,0 0 0 0 0,0 0 1 0 0,0 0-1 0 0,-1 0 1 0 0,1-1-1 0 0,0 1 1 0 0,-1 0-1 0 0,1 1 1 0 0,-1-1-1 0 0,1 0 0 0 0,-1 0 1 0 0,1 0-1 0 0,-1 0 1 0 0,0 0-1 0 0,1 0 1 0 0,-1 1-1 0 0,0-1 1 0 0,0 0-1 0 0,0 1 1 0 0,0-1-1 0 0,1 0 0 0 0,-1 1 1 0 0,0-1-1 0 0,0 1 1 0 0,0 0-1 0 0,0-1 1 0 0,0 1-1 0 0,0 0 1 0 0,0-1-1 0 0,0 1 0 0 0,-1 0 1 0 0,1 0-1 0 0,-2 0 1 0 0,-3 0 12 0 0,1 0 0 0 0,-1 0 1 0 0,0 0-1 0 0,0 1 0 0 0,-9 2 0 0 0,5 0 7 0 0,1 0 0 0 0,-1 1-1 0 0,1 0 1 0 0,0 1 0 0 0,0 0-1 0 0,0 0 1 0 0,0 1-1 0 0,-9 9 1 0 0,2-1 19 0 0,2 0 0 0 0,0 1 0 0 0,-16 21 0 0 0,28-33-35 0 0,-1-1-1 0 0,1 1 1 0 0,0 0-1 0 0,0 0 1 0 0,1 1-1 0 0,-1-1 1 0 0,0 0-1 0 0,1 1 0 0 0,0-1 1 0 0,0 1-1 0 0,0-1 1 0 0,0 1-1 0 0,1-1 1 0 0,-1 1-1 0 0,1 5 1 0 0,1-6-8 0 0,-1-1 0 0 0,1 0 0 0 0,0 1 0 0 0,1-1 0 0 0,-1 0 0 0 0,0 0 0 0 0,1 0 0 0 0,-1 0 0 0 0,1 0 0 0 0,-1 0 0 0 0,1 0 0 0 0,0 0 0 0 0,0-1 0 0 0,0 1 0 0 0,0-1 0 0 0,0 1 0 0 0,0-1 0 0 0,0 0 0 0 0,0 0 0 0 0,1 0 0 0 0,-1 0 0 0 0,0 0 0 0 0,4 0 0 0 0,6 2-376 0 0,-1-1 0 0 0,0 0 0 0 0,1-1 0 0 0,-1 0 0 0 0,1 0 0 0 0,0-2 0 0 0,-1 1 0 0 0,1-2 0 0 0,-1 1 0 0 0,18-6 0 0 0,19-14-3526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23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23 183 480 0 0,'-7'5'1872'0'0,"6"-5"-1628"0"0,0 1 0 0 0,0-1 0 0 0,0 1 0 0 0,0 0 1 0 0,0 0-1 0 0,0-1 0 0 0,0 1 0 0 0,1 0 0 0 0,-1 0 0 0 0,0 0 1 0 0,0 0-1 0 0,1 0 0 0 0,-1 0 0 0 0,0 0 0 0 0,1 0 0 0 0,-1 1 1 0 0,1-1-1 0 0,0 0 0 0 0,-1 0 0 0 0,1 0 0 0 0,0 2 1 0 0,18-3-285 0 0,-18 0 43 0 0,1 0 1 0 0,-1 0 0 0 0,0 0-1 0 0,0 0 1 0 0,0 0 0 0 0,1 0-1 0 0,-1 0 1 0 0,0 0 0 0 0,0 0 0 0 0,0-1-1 0 0,0 1 1 0 0,1 0 0 0 0,-1 0-1 0 0,0 0 1 0 0,0 0 0 0 0,0 0-1 0 0,0 0 1 0 0,0-1 0 0 0,1 1 0 0 0,-1 0-1 0 0,0 0 1 0 0,0 0 0 0 0,0-1-1 0 0,0 1 1 0 0,0 0 0 0 0,0 0-1 0 0,0 0 1 0 0,0 0 0 0 0,0-1 0 0 0,0 1-1 0 0,0 0 1 0 0,0 0 0 0 0,0 0-1 0 0,0-1 1 0 0,0 1 0 0 0,0 0 0 0 0,0 0-1 0 0,0-1 1 0 0,4-8 158 0 0,3 0-86 0 0,0 0 0 0 0,-1-1-1 0 0,0 0 1 0 0,0 0 0 0 0,-1-1-1 0 0,7-20 1 0 0,-2 7 128 0 0,-9 19-111 0 0,1-1 0 0 0,-1 1 0 0 0,0-1 1 0 0,-1 0-1 0 0,1 1 0 0 0,-1-1 0 0 0,0 0 0 0 0,-1-8 0 0 0,0-7 670 0 0,23 21-537 0 0,29 17-1226 0 0,9-7-1601 0 0,24 0-1948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24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37 1441 0 0,'0'0'52'0'0,"0"0"0"0"0,1 1 1 0 0,-1-1-1 0 0,0 0 0 0 0,0 0 0 0 0,0 0 1 0 0,0 0-1 0 0,0 0 0 0 0,0 0 0 0 0,0 0 1 0 0,1 0-1 0 0,-1 0 0 0 0,0 0 1 0 0,0 0-1 0 0,0 0 0 0 0,0 0 0 0 0,0 0 1 0 0,0 0-1 0 0,0 0 0 0 0,1 0 1 0 0,-1 0-1 0 0,0 0 0 0 0,0 0 0 0 0,0 0 1 0 0,0 0-1 0 0,0-1 0 0 0,0 1 1 0 0,0 0-1 0 0,0 0 0 0 0,1 0 0 0 0,-1 0 1 0 0,0 0-1 0 0,0 0 0 0 0,0 0 1 0 0,0 0-1 0 0,0 0 0 0 0,0 0 0 0 0,0-1 1 0 0,0 1-1 0 0,0 0 0 0 0,0 0 1 0 0,0 0-1 0 0,0 0 0 0 0,0 0 0 0 0,0 0 1 0 0,0 0-1 0 0,0 0 0 0 0,0-1 0 0 0,0 1 1 0 0,0 0-1 0 0,0 0 0 0 0,0 0 1 0 0,0 0-1 0 0,0 0 0 0 0,0 0 0 0 0,0-1 1 0 0,0 1-1 0 0,0 0 0 0 0,0 0 1 0 0,0 0-1 0 0,0 0 0 0 0,14-4 2041 0 0,-29 4 245 0 0,-36 4-1220 0 0,28-2-1035 0 0,-1 2-1 0 0,1 0 0 0 0,-30 10 1 0 0,47-12-67 0 0,1 0 0 0 0,-1 0 1 0 0,1 1-1 0 0,-1 0 0 0 0,1 0 1 0 0,0 0-1 0 0,0 0 1 0 0,0 1-1 0 0,0 0 0 0 0,0 0 1 0 0,1 0-1 0 0,0 1 0 0 0,0-1 1 0 0,0 1-1 0 0,1 0 1 0 0,-1 0-1 0 0,1 0 0 0 0,-5 12 1 0 0,8-15-14 0 0,-1 0 0 0 0,1 0 0 0 0,0 0 0 0 0,-1 0 0 0 0,1 1-1 0 0,0-1 1 0 0,0 0 0 0 0,0 0 0 0 0,1 0 0 0 0,-1 1 0 0 0,1-1 0 0 0,-1 0 0 0 0,1 0 0 0 0,-1 0 0 0 0,1 0 0 0 0,0 0 0 0 0,0 0 0 0 0,0 0 0 0 0,0 0 0 0 0,1 0 0 0 0,-1-1 0 0 0,0 1 0 0 0,1 0 0 0 0,-1-1 0 0 0,1 1 0 0 0,0-1 0 0 0,-1 0 0 0 0,1 1 0 0 0,0-1 0 0 0,0 0 0 0 0,0 0 0 0 0,3 1 0 0 0,5 3-15 0 0,1 0 0 0 0,-1-1 0 0 0,1-1 0 0 0,-1 0 0 0 0,18 3 0 0 0,-15-4 4 0 0,0 0 0 0 0,0-1 0 0 0,0-1 0 0 0,-1 0 0 0 0,1-1 0 0 0,0 0 0 0 0,13-3 0 0 0,-19 2-3 0 0,-1 0 1 0 0,0 0 0 0 0,1 0-1 0 0,-1-1 1 0 0,0 0 0 0 0,-1 0-1 0 0,1 0 1 0 0,0-1 0 0 0,-1 0-1 0 0,0 0 1 0 0,0 0 0 0 0,0-1-1 0 0,-1 0 1 0 0,1 1 0 0 0,-1-2 0 0 0,7-9-1 0 0,-2-2 28 0 0,-1 0 0 0 0,0 0-1 0 0,7-24 1 0 0,-14 39-8 0 0,-1 0-1 0 0,1 0 1 0 0,-1 0 0 0 0,1 0 0 0 0,-1 0 0 0 0,0 0-1 0 0,0 0 1 0 0,0 0 0 0 0,0 0 0 0 0,-1 0 0 0 0,1 0-1 0 0,-1-1 1 0 0,1 1 0 0 0,-1 0 0 0 0,1 0 0 0 0,-1 1-1 0 0,0-1 1 0 0,0 0 0 0 0,0 0 0 0 0,0 0 0 0 0,-1 0-1 0 0,1 1 1 0 0,-3-4 0 0 0,1 2 20 0 0,1 0 24 0 0,-7-5 212 0 0,-9 13-116 0 0,17-5-149 0 0,1 0-1 0 0,0 0 1 0 0,-1 0-1 0 0,1 0 1 0 0,0 0 0 0 0,-1 0-1 0 0,1 0 1 0 0,0 0 0 0 0,0 1-1 0 0,-1-1 1 0 0,1 0 0 0 0,0 0-1 0 0,-1 0 1 0 0,1 0 0 0 0,0 1-1 0 0,0-1 1 0 0,-1 0 0 0 0,1 0-1 0 0,0 1 1 0 0,0-1-1 0 0,-1 0 1 0 0,1 0 0 0 0,0 1-1 0 0,0-1 1 0 0,0 0 0 0 0,0 1-1 0 0,0-1 1 0 0,-1 0 0 0 0,1 1-1 0 0,0-1 1 0 0,0 0 0 0 0,0 1-1 0 0,0-1 1 0 0,0 0-1 0 0,0 1 1 0 0,0-1 0 0 0,0 0-1 0 0,0 1 1 0 0,0-1 0 0 0,0 0-1 0 0,1 1 1 0 0,12 14-66 0 0,3 2 14 0 0,-10-11 44 0 0,0 0 1 0 0,0-1 0 0 0,0 0 0 0 0,1 0 0 0 0,0-1 0 0 0,0 0 0 0 0,14 6 0 0 0,-13-6 3 0 0,1 1-1 0 0,-1-1 0 0 0,0 1 1 0 0,0 1-1 0 0,0-1 0 0 0,-1 1 1 0 0,8 8-1 0 0,-6-3 9 0 0,-5-8 3 0 0,-1 1-1 0 0,0 0 1 0 0,0 0 0 0 0,0 0-1 0 0,-1 0 1 0 0,4 6 0 0 0,-6-8-7 0 0,1-1 1 0 0,-1 0 0 0 0,0 1-1 0 0,0-1 1 0 0,0 1 0 0 0,0-1-1 0 0,0 0 1 0 0,0 1-1 0 0,0-1 1 0 0,0 1 0 0 0,0-1-1 0 0,-1 0 1 0 0,1 1-1 0 0,-1-1 1 0 0,1 0 0 0 0,-1 1-1 0 0,1-1 1 0 0,-1 0 0 0 0,0 0-1 0 0,0 1 1 0 0,1-1-1 0 0,-1 0 1 0 0,0 0 0 0 0,0 0-1 0 0,-2 1 1 0 0,-15 18 0 0 0,-1-2 1 0 0,-1 0 0 0 0,0-1-1 0 0,-2-1 1 0 0,1 0 0 0 0,-2-2-1 0 0,-33 15 1 0 0,9-10-2 0 0,0-3 0 0 0,-70 15 0 0 0,104-27-15 0 0,0-2 0 0 0,0 0-1 0 0,0-1 1 0 0,0 0 0 0 0,0-1 0 0 0,-20-2-1 0 0,31 2 0 0 0,1 0 0 0 0,-1 0-1 0 0,1 0 1 0 0,-1-1 0 0 0,1 1-1 0 0,-1-1 1 0 0,1 1 0 0 0,-1-1-1 0 0,1 0 1 0 0,-1 1 0 0 0,1-1-1 0 0,0 0 1 0 0,0 0 0 0 0,-1 0-1 0 0,0-2 1 0 0,1 3-3 0 0,1-1 0 0 0,-1 0 0 0 0,1 1 0 0 0,0-1 0 0 0,0 0 0 0 0,-1 1 0 0 0,1-1 0 0 0,0 0 0 0 0,0 0 0 0 0,0 0 0 0 0,0 1 0 0 0,0-1 0 0 0,0 0 0 0 0,0 0 0 0 0,0 1 0 0 0,0-1 0 0 0,0 0 0 0 0,0 0 0 0 0,1 1 0 0 0,-1-1 0 0 0,1-1 0 0 0,1-3-124 0 0,1 0 1 0 0,1 0 0 0 0,-1 0-1 0 0,1 1 1 0 0,-1 0 0 0 0,6-5-1 0 0,-1 0-181 0 0,25-38-1704 0 0,27-7-1600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25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11 320 0 0,'0'0'236'0'0,"0"-1"0"0"0,0 1 1 0 0,0-1-1 0 0,0 1 0 0 0,0 0 0 0 0,0-1 0 0 0,1 1 0 0 0,-1-1 0 0 0,0 1 0 0 0,0 0 1 0 0,0-1-1 0 0,1 1 0 0 0,-1 0 0 0 0,0-1 0 0 0,0 1 0 0 0,1 0 0 0 0,-1-1 1 0 0,0 1-1 0 0,1 0 0 0 0,-1-1 0 0 0,0 1 0 0 0,1 0 0 0 0,-1 0 0 0 0,1 0 0 0 0,-1-1 1 0 0,0 1-1 0 0,1 0 0 0 0,-1 0 0 0 0,1 0 0 0 0,-1 0 0 0 0,21-1 1800 0 0,27 9-2849 0 0,-40-6 1461 0 0,-4-1-654 0 0,0 0-1 0 0,-1 1 1 0 0,1-1-1 0 0,-1 1 1 0 0,1 0-1 0 0,-1 0 1 0 0,0 0-1 0 0,1 0 1 0 0,-1 1-1 0 0,0-1 1 0 0,-1 1-1 0 0,1 0 1 0 0,0-1-1 0 0,-1 1 1 0 0,1 1-1 0 0,-1-1 1 0 0,0 0-1 0 0,0 0 1 0 0,0 1-1 0 0,-1 0 1 0 0,1-1-1 0 0,-1 1 1 0 0,0 0-1 0 0,0-1 1 0 0,1 7-1 0 0,-1-5 14 0 0,0 0-1 0 0,-1 1 0 0 0,1-1 1 0 0,-1 1-1 0 0,-1-1 1 0 0,1 0-1 0 0,-1 1 1 0 0,1-1-1 0 0,-1 0 0 0 0,-1 1 1 0 0,1-1-1 0 0,-1 0 1 0 0,0 0-1 0 0,0 0 0 0 0,-1 0 1 0 0,1-1-1 0 0,-7 9 1 0 0,7-11 6 0 0,0 1 0 0 0,0-1 1 0 0,0 0-1 0 0,0 0 0 0 0,0 1 1 0 0,1-1-1 0 0,-1 1 0 0 0,1-1 1 0 0,0 1-1 0 0,0 0 0 0 0,0 0 1 0 0,0-1-1 0 0,0 1 0 0 0,1 0 1 0 0,-1 0-1 0 0,1 0 0 0 0,0 5 1 0 0,0-7-5 0 0,0 1 0 0 0,0-1 0 0 0,0 1 0 0 0,0 0 0 0 0,-1-1 0 0 0,1 1 0 0 0,0-1 0 0 0,-1 1 0 0 0,1 0 0 0 0,-1-1 1 0 0,1 1-1 0 0,-1-1 0 0 0,0 1 0 0 0,1-1 0 0 0,-1 0 0 0 0,0 1 0 0 0,0-1 0 0 0,0 0 0 0 0,0 0 0 0 0,0 1 0 0 0,-1-1 0 0 0,1 0 0 0 0,0 0 0 0 0,-3 1 1 0 0,0 0 43 0 0,5-6-52 0 0,-1 0 0 0 0,-1 0 0 0 0,1 1 1 0 0,0-1-1 0 0,-1 0 0 0 0,0 1 0 0 0,0-1 0 0 0,0 0 0 0 0,0 1 1 0 0,-1-1-1 0 0,1 1 0 0 0,-1 0 0 0 0,0-1 0 0 0,0 1 0 0 0,0 0 0 0 0,0 0 1 0 0,-1 0-1 0 0,1 1 0 0 0,-1-1 0 0 0,-3-3 0 0 0,1 3 12 0 0,0 0 0 0 0,0 1 0 0 0,0 0 1 0 0,0 0-1 0 0,0 0 0 0 0,0 0 0 0 0,0 1 0 0 0,-1 0 0 0 0,1 0 0 0 0,-1 0 0 0 0,1 1 0 0 0,-10 0 0 0 0,5 0 2 0 0,0 1-1 0 0,0 0 1 0 0,1 0 0 0 0,-1 1-1 0 0,0 1 1 0 0,1 0 0 0 0,-1 0-1 0 0,1 0 1 0 0,0 2-1 0 0,0-1 1 0 0,1 1 0 0 0,-1 0-1 0 0,1 1 1 0 0,-15 12-1 0 0,22-17-12 0 0,-1 1-1 0 0,1-1 0 0 0,0 0 0 0 0,0 1 0 0 0,0-1 0 0 0,0 1 0 0 0,0 0 1 0 0,0-1-1 0 0,0 1 0 0 0,0 0 0 0 0,0 2 0 0 0,1-3-1 0 0,0 1 0 0 0,1-1 0 0 0,-1 0 0 0 0,1 0 0 0 0,-1 1 0 0 0,1-1 0 0 0,-1 0 0 0 0,1 0 0 0 0,0 0 0 0 0,-1 0 0 0 0,1 0 0 0 0,0 0 0 0 0,1 2 0 0 0,3 1-15 0 0,-1-1 0 0 0,1 1 1 0 0,0-1-1 0 0,0 0 0 0 0,0-1 0 0 0,0 1 1 0 0,0-1-1 0 0,0 0 0 0 0,1 0 1 0 0,-1 0-1 0 0,1-1 0 0 0,5 1 0 0 0,77 11-1261 0 0,-83-12 919 0 0,-1 0-1 0 0,1-1 0 0 0,0 1 0 0 0,0-1 0 0 0,0 0 1 0 0,0-1-1 0 0,0 1 0 0 0,0-1 0 0 0,0 0 0 0 0,-1 0 1 0 0,1 0-1 0 0,0-1 0 0 0,0 1 0 0 0,-1-1 0 0 0,1 0 0 0 0,6-5 1 0 0,7-13-1938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26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529 2 2161 0 0,'0'0'3935'0'0,"-3"0"-2481"0"0,-42 0 1147 0 0,27 0-2601 0 0,13-1-4 0 0,0 1 0 0 0,1 0-1 0 0,-1 0 1 0 0,0 0-1 0 0,1 0 1 0 0,-1 1 0 0 0,1 0-1 0 0,-1 0 1 0 0,-5 2 0 0 0,-5 2 47 0 0,13-5-41 0 0,0 1 0 0 0,0-1 1 0 0,0 1-1 0 0,0 0 0 0 0,0 0 0 0 0,0 0 0 0 0,0 0 0 0 0,1 0 0 0 0,-1 0 0 0 0,0 0 0 0 0,1 0 0 0 0,-1 1 1 0 0,1-1-1 0 0,-1 1 0 0 0,1-1 0 0 0,-1 1 0 0 0,1 0 0 0 0,0-1 0 0 0,0 1 0 0 0,0 0 0 0 0,0 0 0 0 0,0 0 0 0 0,0 0 1 0 0,1 0-1 0 0,-1 0 0 0 0,1 0 0 0 0,-1 0 0 0 0,1 0 0 0 0,0 0 0 0 0,0 0 0 0 0,0 0 0 0 0,0 0 0 0 0,0 0 0 0 0,0 0 1 0 0,0 0-1 0 0,1 0 0 0 0,-1 0 0 0 0,1 0 0 0 0,-1 0 0 0 0,1 0 0 0 0,0 0 0 0 0,0 0 0 0 0,0 0 0 0 0,0 0 0 0 0,0 0 1 0 0,1-1-1 0 0,-1 1 0 0 0,0-1 0 0 0,1 1 0 0 0,1 1 0 0 0,1 1 3 0 0,0 0-1 0 0,1 0 1 0 0,-1 0 0 0 0,1 0-1 0 0,0-1 1 0 0,0 0 0 0 0,0 0-1 0 0,7 3 1 0 0,3-2-42 0 0,1-1 0 0 0,0 0 0 0 0,21 0-1 0 0,-16 1-21 0 0,-18 1 65 0 0,-8-1 61 0 0,-236 94 493 0 0,173-70-521 0 0,-67 37 1 0 0,124-60-79 0 0,-31 11-463 0 0,22-16-632 0 0,19-1 1027 0 0,1 1 0 0 0,-1 0-1 0 0,1 0 1 0 0,-1 0 0 0 0,1-1-1 0 0,0 1 1 0 0,-1 0 0 0 0,1-1-1 0 0,-1 1 1 0 0,1 0 0 0 0,0-1-1 0 0,-1 1 1 0 0,1 0 0 0 0,0-1-1 0 0,-1 1 1 0 0,1-1 0 0 0,0 1-1 0 0,0-1 1 0 0,-1 1 0 0 0,1-1-1 0 0,0 1 1 0 0,0-1 0 0 0,0 1-1 0 0,0-1 1 0 0,0 1 0 0 0,-1-1-1 0 0,1 1 1 0 0,0-1 0 0 0,0 0-1 0 0,0-21-4680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27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89 4002 0 0,'-70'28'3811'0'0,"11"-5"-2980"0"0,58-23-819 0 0,1 0-1 0 0,0 0 1 0 0,0 1 0 0 0,-1-1-1 0 0,1 0 1 0 0,0 0 0 0 0,0 0-1 0 0,-1 0 1 0 0,1 0 0 0 0,0 0-1 0 0,0 1 1 0 0,-1-1-1 0 0,1 0 1 0 0,0 0 0 0 0,0 0-1 0 0,0 1 1 0 0,0-1 0 0 0,-1 0-1 0 0,1 0 1 0 0,0 1 0 0 0,0-1-1 0 0,0 0 1 0 0,0 0 0 0 0,0 1-1 0 0,0-1 1 0 0,-1 0 0 0 0,1 0-1 0 0,0 1 1 0 0,0-1 0 0 0,0 0-1 0 0,0 1 1 0 0,0-1 0 0 0,0 0-1 0 0,0 0 1 0 0,0 1 0 0 0,0-1-1 0 0,0 0 1 0 0,1 0 0 0 0,-1 1-1 0 0,0-1 1 0 0,0 0 0 0 0,0 1-1 0 0,0-1 1 0 0,0 0-1 0 0,0 0 1 0 0,1 0 0 0 0,-1 1-1 0 0,0-1 1 0 0,0 0 0 0 0,0 0-1 0 0,0 1 1 0 0,1-1 0 0 0,-1 0-1 0 0,0 0 1 0 0,0 0 0 0 0,1 0-1 0 0,-1 0 1 0 0,0 1 0 0 0,0-1-1 0 0,1 0 1 0 0,-1 0 0 0 0,0 0-1 0 0,0 0 1 0 0,1 0 0 0 0,-1 0-1 0 0,0 0 1 0 0,1 0 0 0 0,-1 0-1 0 0,14 6 159 0 0,10 2-140 0 0,0-1 1 0 0,1-1 0 0 0,-1-1-1 0 0,2-1 1 0 0,-1-2 0 0 0,0 0 0 0 0,0-2-1 0 0,1 0 1 0 0,35-6 0 0 0,-56 5-26 0 0,1 0 1 0 0,-1 0-1 0 0,1-1 1 0 0,-1 1-1 0 0,1-1 1 0 0,-1 0-1 0 0,0-1 1 0 0,0 1 0 0 0,0-1-1 0 0,0 0 1 0 0,7-6-1 0 0,-10 7-4 0 0,1 0 0 0 0,-1 0-1 0 0,0 0 1 0 0,0-1 0 0 0,-1 1-1 0 0,1 0 1 0 0,0-1 0 0 0,-1 1-1 0 0,1-1 1 0 0,-1 0-1 0 0,0 1 1 0 0,0-1 0 0 0,0 0-1 0 0,0 0 1 0 0,-1 0 0 0 0,1 1-1 0 0,-1-1 1 0 0,1 0 0 0 0,-1 0-1 0 0,0 0 1 0 0,-1-4 0 0 0,1 2-1 0 0,-1-1 0 0 0,0 1-1 0 0,-1-1 1 0 0,1 1 0 0 0,-1-1 0 0 0,0 1 0 0 0,0 0 0 0 0,-1 0 0 0 0,-4-7 0 0 0,4 9 0 0 0,1 0 0 0 0,-1 0 0 0 0,1 1 0 0 0,-1-1 0 0 0,0 1 0 0 0,0 0 0 0 0,0 0 0 0 0,0 0 0 0 0,0 0 0 0 0,-1 0 0 0 0,1 1 0 0 0,-1-1 0 0 0,1 1 0 0 0,-1 0 0 0 0,1 0 0 0 0,-1 0 0 0 0,0 1 0 0 0,0-1 0 0 0,1 1 0 0 0,-1 0 0 0 0,-4 0 0 0 0,-1 0 0 0 0,-10-1 13 0 0,1 1 0 0 0,-1 0 1 0 0,1 2-1 0 0,-1 0 0 0 0,1 1 1 0 0,0 1-1 0 0,0 0 0 0 0,1 2 1 0 0,-1 0-1 0 0,-19 10 0 0 0,22-7-11 0 0,0 0-1 0 0,1 1 1 0 0,0 1-1 0 0,1 0 1 0 0,0 1-1 0 0,1 1 1 0 0,0 0-1 0 0,-12 19 1 0 0,20-28-4 0 0,2 0 0 0 0,-1 0 0 0 0,0 0 0 0 0,1 1 0 0 0,0-1 0 0 0,0 1 0 0 0,0-1 0 0 0,1 1 1 0 0,-1 0-1 0 0,1 0 0 0 0,0 0 0 0 0,0 0 0 0 0,1 0 0 0 0,0 0 0 0 0,0 0 0 0 0,0 0 0 0 0,0 0 0 0 0,1 0 0 0 0,0 0 1 0 0,0-1-1 0 0,0 1 0 0 0,0 0 0 0 0,1 0 0 0 0,0-1 0 0 0,0 1 0 0 0,0-1 0 0 0,1 1 0 0 0,-1-1 0 0 0,1 0 0 0 0,0 0 1 0 0,0 0-1 0 0,1 0 0 0 0,-1-1 0 0 0,7 6 0 0 0,-7-7-17 0 0,1 1 0 0 0,-1-1-1 0 0,1 0 1 0 0,0 0 0 0 0,0-1 0 0 0,0 1 0 0 0,-1-1-1 0 0,1 0 1 0 0,1 0 0 0 0,-1 0 0 0 0,0 0 0 0 0,0-1-1 0 0,0 0 1 0 0,0 1 0 0 0,0-2 0 0 0,5 1 0 0 0,2-1-95 0 0,-4 1-186 0 0,0 0-1 0 0,0-1 1 0 0,0 0 0 0 0,0 0 0 0 0,0-1 0 0 0,0 0 0 0 0,-1 0 0 0 0,1-1 0 0 0,0 1-1 0 0,-1-2 1 0 0,10-5 0 0 0,29-19-3515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27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99 2081 0 0,'0'-2'227'0'0,"1"-1"0"0"0,0 1 1 0 0,0 0-1 0 0,0 0 0 0 0,0 0 0 0 0,0 0 1 0 0,0 0-1 0 0,0 0 0 0 0,1 0 0 0 0,-1 0 1 0 0,1 0-1 0 0,2-2 0 0 0,5-5 687 0 0,30-23 427 0 0,-19 17-854 0 0,-18 13-409 0 0,-1 1-45 0 0,0 0 1 0 0,0 0-1 0 0,0 0 1 0 0,0 0-1 0 0,0 0 1 0 0,0 1-1 0 0,0-1 1 0 0,0 0-1 0 0,1 0 1 0 0,-1 1-1 0 0,0-1 1 0 0,0 1-1 0 0,1-1 1 0 0,-1 1-1 0 0,2-1 1 0 0,0 4 938 0 0,-8 5-654 0 0,-19 16-141 0 0,-6 4-60 0 0,2 2-1 0 0,1 1 1 0 0,-32 46 0 0 0,41-49-119 0 0,-34 48 17 0 0,33-49-14 0 0,-21 39-1 0 0,-5 7-14 0 0,42-69 1 0 0,1 0 0 0 0,-1 0 0 0 0,1 0-1 0 0,-1 0 1 0 0,1 1 0 0 0,1-1 0 0 0,-1 1 0 0 0,1-1 0 0 0,-1 1 0 0 0,1 0 0 0 0,0 5 0 0 0,1-9 5 0 0,0 0-1 0 0,0 0 1 0 0,0 0-1 0 0,0 0 1 0 0,0 0-1 0 0,1 0 1 0 0,-1 0-1 0 0,0 0 1 0 0,0 0-1 0 0,1 0 1 0 0,-1 0-1 0 0,1-1 1 0 0,-1 1-1 0 0,1 0 1 0 0,-1 0-1 0 0,1 0 1 0 0,0-1-1 0 0,-1 1 1 0 0,1 0-1 0 0,0-1 1 0 0,0 1 0 0 0,-1-1-1 0 0,2 1 1 0 0,0 0-15 0 0,1 0 0 0 0,-1 0 1 0 0,1 0-1 0 0,-1-1 1 0 0,1 0-1 0 0,-1 1 1 0 0,1-1-1 0 0,0 0 0 0 0,-1 0 1 0 0,1 0-1 0 0,-1-1 1 0 0,6 0-1 0 0,4-1-442 0 0,0-1 0 0 0,1-1 0 0 0,-1 0 0 0 0,-1 0 0 0 0,1-1 0 0 0,19-12 0 0 0,32-18-4110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28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0 400 0 0,'-1'3'359'0'0,"1"0"1"0"0,1 0-1 0 0,-1 0 0 0 0,0 0 0 0 0,1 0 1 0 0,0 0-1 0 0,-1 0 0 0 0,1 0 0 0 0,0 0 1 0 0,1 0-1 0 0,-1-1 0 0 0,0 1 0 0 0,1-1 1 0 0,-1 1-1 0 0,1-1 0 0 0,2 3 0 0 0,4 7 244 0 0,-5-8-462 0 0,0 0-1 0 0,0 0 1 0 0,0 0 0 0 0,0 0-1 0 0,1-1 1 0 0,-1 1 0 0 0,1-1-1 0 0,0 0 1 0 0,6 4 0 0 0,-7-6-124 0 0,0 0 1 0 0,1 0 0 0 0,-1 0-1 0 0,1 0 1 0 0,-1 0 0 0 0,1-1-1 0 0,-1 1 1 0 0,1-1 0 0 0,-1 0 0 0 0,1 0-1 0 0,-1-1 1 0 0,1 1 0 0 0,-1-1-1 0 0,0 1 1 0 0,1-1 0 0 0,4-2-1 0 0,-6 2-13 0 0,-1 1 0 0 0,0 0-1 0 0,0-1 1 0 0,0 1-1 0 0,0-1 1 0 0,1 1-1 0 0,-1-1 1 0 0,0 1-1 0 0,0-1 1 0 0,0 0 0 0 0,0 1-1 0 0,0-1 1 0 0,-1 0-1 0 0,1 0 1 0 0,0 0-1 0 0,0 0 1 0 0,1-2 0 0 0,1-22 83 0 0,-3 22-79 0 0,-1 2-3 0 0,1 0 1 0 0,0 0-1 0 0,-1 0 0 0 0,1 0 0 0 0,-1 0 0 0 0,1 0 0 0 0,-1 0 0 0 0,1 0 0 0 0,-1 0 0 0 0,0 1 0 0 0,0-1 0 0 0,1 0 0 0 0,-1 0 0 0 0,0 1 0 0 0,0-1 0 0 0,0 0 0 0 0,0 1 0 0 0,1-1 1 0 0,-1 1-1 0 0,0-1 0 0 0,0 1 0 0 0,0 0 0 0 0,0-1 0 0 0,0 1 0 0 0,0 0 0 0 0,-1 0 0 0 0,1-1 0 0 0,0 1 0 0 0,-2 0 0 0 0,-45-3 110 0 0,8 3 8 0 0,1 2-1 0 0,0 2 0 0 0,1 1 0 0 0,-1 2 1 0 0,-40 13-1 0 0,74-18-117 0 0,-1 0-1 0 0,1 0 1 0 0,0 0 0 0 0,0 1-1 0 0,-7 4 1 0 0,12-6-5 0 0,-1-1-1 0 0,0 1 1 0 0,0-1 0 0 0,0 1-1 0 0,1 0 1 0 0,-1-1 0 0 0,0 1-1 0 0,1 0 1 0 0,-1-1-1 0 0,0 1 1 0 0,1 0 0 0 0,-1 0-1 0 0,1 0 1 0 0,0-1 0 0 0,-1 1-1 0 0,1 0 1 0 0,0 0-1 0 0,-1 0 1 0 0,1 0 0 0 0,0 0-1 0 0,0 0 1 0 0,0 0 0 0 0,-1 0-1 0 0,1 0 1 0 0,0 0-1 0 0,1-1 1 0 0,-1 1 0 0 0,0 0-1 0 0,0 0 1 0 0,0 0 0 0 0,0 0-1 0 0,1 0 1 0 0,-1 0-1 0 0,0 0 1 0 0,1 0 0 0 0,-1 0-1 0 0,1-1 1 0 0,-1 1 0 0 0,2 1-1 0 0,1 0-8 0 0,0 0-1 0 0,0 0 1 0 0,0 0-1 0 0,0 0 1 0 0,1 0-1 0 0,-1-1 1 0 0,0 0-1 0 0,1 0 1 0 0,-1 0-1 0 0,1 0 1 0 0,0 0-1 0 0,3 0 1 0 0,9 2-41 0 0,16 6-431 0 0,57 7 0 0 0,-73-15-255 0 0,-1 0 1 0 0,1-1-1 0 0,0-1 0 0 0,0 0 1 0 0,27-6-1 0 0,-2-3-1865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28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45 162 4882 0 0,'-41'21'2735'0'0,"40"-22"-2724"0"0,1-1 0 0 0,-1 1 1 0 0,1 0-1 0 0,-1-1 0 0 0,1 1 0 0 0,0-1 0 0 0,-1 1 1 0 0,1-1-1 0 0,0 1 0 0 0,0-1 0 0 0,0 0 1 0 0,0 1-1 0 0,1-1 0 0 0,-1 1 0 0 0,0-1 1 0 0,1 1-1 0 0,-1 0 0 0 0,2-4 0 0 0,61-42 69 0 0,-49 34-69 0 0,1 1-1 0 0,1 1 0 0 0,0 1 1 0 0,1 0-1 0 0,0 1 1 0 0,0 1-1 0 0,1 0 0 0 0,30-8 1 0 0,-47 16-14 0 0,26-7 26 0 0,-27 7-21 0 0,1 0-1 0 0,-1 0 0 0 0,1 0 1 0 0,-1 0-1 0 0,1 0 1 0 0,-1 0-1 0 0,1-1 1 0 0,-1 1-1 0 0,1 0 1 0 0,-1 1-1 0 0,1-1 1 0 0,-1 0-1 0 0,1 0 0 0 0,-1 0 1 0 0,1 0-1 0 0,-1 0 1 0 0,1 0-1 0 0,-1 1 1 0 0,1-1-1 0 0,-1 0 1 0 0,1 0-1 0 0,-1 1 1 0 0,0-1-1 0 0,1 0 0 0 0,-1 1 1 0 0,1-1-1 0 0,-1 0 1 0 0,0 1-1 0 0,1-1 1 0 0,-1 0-1 0 0,0 1 1 0 0,0-1-1 0 0,1 1 1 0 0,-1-1-1 0 0,0 1 0 0 0,0-1 1 0 0,0 1-1 0 0,1-1 1 0 0,-1 1-1 0 0,0 0 1 0 0,0 0-1 0 0,0-1 1 0 0,0 1-1 0 0,0-1 1 0 0,0 1-1 0 0,0 0 1 0 0,0-1-1 0 0,1 1 1 0 0,-1-1-1 0 0,0 1 1 0 0,0-1-1 0 0,1 1 1 0 0,-1-1-1 0 0,0 1 1 0 0,0-1-1 0 0,1 1 0 0 0,-1-1 1 0 0,1 1-1 0 0,-1-1 1 0 0,0 0-1 0 0,1 1 1 0 0,-1-1-1 0 0,1 0 1 0 0,-1 1-1 0 0,1-1 1 0 0,-1 0-1 0 0,1 0 1 0 0,-1 1-1 0 0,1-1 1 0 0,0 0-1 0 0,0 1 0 0 0,0-1 1 0 0,-1 0-1 0 0,1 0 0 0 0,0 1 0 0 0,-1-1 0 0 0,1 0 0 0 0,-1 1 0 0 0,1-1 1 0 0,-1 0-1 0 0,1 1 0 0 0,-1-1 0 0 0,1 1 0 0 0,-1-1 0 0 0,1 1 0 0 0,-1 0 1 0 0,1-1-1 0 0,-1 1 0 0 0,0-1 0 0 0,1 1 0 0 0,-1 0 0 0 0,0-1 0 0 0,0 1 1 0 0,1 0-1 0 0,-1-1 0 0 0,0 1 0 0 0,0 0 0 0 0,0-1 0 0 0,0 1 0 0 0,0 0 1 0 0,0 0-1 0 0,0 63 332 0 0,0-64-326 0 0,0 1 1 0 0,0 0-1 0 0,0 0 0 0 0,0-1 0 0 0,0 1 0 0 0,0 0 1 0 0,0-1-1 0 0,-1 1 0 0 0,1 0 0 0 0,0-1 0 0 0,0 1 1 0 0,-1 0-1 0 0,1-1 0 0 0,-1 1 0 0 0,1 0 1 0 0,0-1-1 0 0,-1 1 0 0 0,1-1 0 0 0,-1 1 0 0 0,1-1 1 0 0,-1 1-1 0 0,0-1 0 0 0,1 0 0 0 0,-1 1 0 0 0,1-1 1 0 0,-1 1-1 0 0,0-1 0 0 0,1 0 0 0 0,-2 1 0 0 0,1-1-1 0 0,1 0 0 0 0,-1 0 0 0 0,1 0 0 0 0,-1 1 0 0 0,1-1 0 0 0,-1 0 0 0 0,1 0-1 0 0,-1 1 1 0 0,1-1 0 0 0,0 0 0 0 0,-1 1 0 0 0,1-1 0 0 0,-1 0 0 0 0,1 1 0 0 0,0-1 0 0 0,-1 1-1 0 0,1-1 1 0 0,0 1 0 0 0,-1-1 0 0 0,1 1 0 0 0,0-1 0 0 0,0 1 0 0 0,0-1 0 0 0,-1 1 0 0 0,1-1-1 0 0,0 1 1 0 0,0-1 0 0 0,0 2 0 0 0,-1-2 1 0 0,1 1 0 0 0,-1 0 0 0 0,1 0 0 0 0,-1-1 0 0 0,0 1 0 0 0,0-1 0 0 0,1 1 0 0 0,-1-1 0 0 0,0 1 0 0 0,0-1 0 0 0,0 1 0 0 0,1-1 0 0 0,-1 0 0 0 0,0 1 0 0 0,0-1 0 0 0,0 0 0 0 0,0 0 0 0 0,0 0 0 0 0,0 1 0 0 0,-1-1 0 0 0,1 0 6 0 0,1-1-1 0 0,-1 0-1 0 0,1 0 1 0 0,-1-1 0 0 0,1 1-1 0 0,-1 0 1 0 0,1 0 0 0 0,0 0-1 0 0,-1 0 1 0 0,1-1-1 0 0,0 1 1 0 0,0 0 0 0 0,0 0-1 0 0,0 0 1 0 0,0-1 0 0 0,0 1-1 0 0,1-2 1 0 0,-1 1 17 0 0,1-2-28 0 0,0 1 0 0 0,1-1 0 0 0,-1 1 1 0 0,1 0-1 0 0,0-1 0 0 0,0 1 0 0 0,0 0 0 0 0,0 0 0 0 0,0 0 1 0 0,1 1-1 0 0,0-1 0 0 0,3-3 0 0 0,5-6-3 0 0,-9 10 5 0 0,-1 1-1 0 0,0-1 0 0 0,1 0 1 0 0,-1 1-1 0 0,1-1 0 0 0,-1 1 1 0 0,1 0-1 0 0,0 0 0 0 0,-1-1 1 0 0,1 1-1 0 0,0 0 1 0 0,0 0-1 0 0,0 1 0 0 0,0-1 1 0 0,0 0-1 0 0,0 1 0 0 0,0-1 1 0 0,0 1-1 0 0,0-1 0 0 0,0 1 1 0 0,0 0-1 0 0,0 0 0 0 0,0 0 1 0 0,1 0-1 0 0,-1 1 0 0 0,0-1 1 0 0,0 0-1 0 0,0 1 1 0 0,0-1-1 0 0,0 1 0 0 0,0 0 1 0 0,0 0-1 0 0,3 2 0 0 0,-1-1 8 0 0,-1 1 0 0 0,1-1 0 0 0,-1 1 0 0 0,0 0 0 0 0,0 0 0 0 0,0 1 0 0 0,0-1 0 0 0,-1 0 0 0 0,1 1 0 0 0,-1 0 0 0 0,0-1 0 0 0,0 1 0 0 0,0 0 0 0 0,0 0 0 0 0,2 9 0 0 0,-3-2 38 0 0,1 1 0 0 0,-1 0-1 0 0,-2 14 1 0 0,1-10 1 0 0,0-15-44 0 0,0 0-1 0 0,0-1 0 0 0,0 1 0 0 0,0 0 1 0 0,0 0-1 0 0,0 0 0 0 0,0 0 0 0 0,-1-1 1 0 0,1 1-1 0 0,0 0 0 0 0,-1 0 0 0 0,1-1 1 0 0,0 1-1 0 0,-1 0 0 0 0,1 0 0 0 0,-1-1 1 0 0,1 1-1 0 0,-1-1 0 0 0,1 1 0 0 0,-1 0 1 0 0,0-1-1 0 0,1 1 0 0 0,-1-1 0 0 0,0 1 1 0 0,1-1-1 0 0,-1 0 0 0 0,0 1 0 0 0,0-1 1 0 0,0 0-1 0 0,1 1 0 0 0,-2-1 0 0 0,-23 0 114 0 0,20-7 57 0 0,2 1-137 0 0,-1 2-31 0 0,3 4-7 0 0,0-1 0 0 0,0 0-1 0 0,0 1 1 0 0,0-1 0 0 0,0 0 0 0 0,0 0 0 0 0,0 0-1 0 0,1 1 1 0 0,-1-1 0 0 0,0 0 0 0 0,0 0 0 0 0,1 0 0 0 0,-1 0-1 0 0,1 0 1 0 0,-1 0 0 0 0,1-1 0 0 0,-1 1 0 0 0,1 0 0 0 0,0 0-1 0 0,-1 0 1 0 0,1 0 0 0 0,0-1 0 0 0,0 1 0 0 0,0 0-1 0 0,0 0 1 0 0,0 0 0 0 0,0-1 0 0 0,0 1 0 0 0,0 0 0 0 0,1 0-1 0 0,-1 0 1 0 0,0 0 0 0 0,1-1 0 0 0,-1 1 0 0 0,1 0 0 0 0,0-2-1 0 0,4-6-10 0 0,-1 2-3 0 0,0-1 0 0 0,0 1 0 0 0,1 0 0 0 0,0 0 0 0 0,0 0 0 0 0,11-11 0 0 0,-13 17 6 0 0,-1-1 0 0 0,1 0 0 0 0,-1 1 0 0 0,1-1 0 0 0,0 1 1 0 0,0 0-1 0 0,0 0 0 0 0,0 0 0 0 0,-1 0 0 0 0,1 0 0 0 0,1 1 0 0 0,-1-1 0 0 0,0 1 0 0 0,0 0 0 0 0,0 0 1 0 0,0 0-1 0 0,0 0 0 0 0,0 1 0 0 0,0-1 0 0 0,0 1 0 0 0,0 0 0 0 0,0 0 0 0 0,0 0 0 0 0,5 3 1 0 0,-6-4-9 0 0,1 1 1 0 0,-1 1 0 0 0,1-1 0 0 0,-1 0 0 0 0,0 1 0 0 0,1-1 0 0 0,-1 1 0 0 0,0-1 0 0 0,0 1 0 0 0,0 0 0 0 0,0 0-1 0 0,0 0 1 0 0,0 0 0 0 0,-1 1 0 0 0,1-1 0 0 0,-1 0 0 0 0,2 4 0 0 0,-1 0-297 0 0,-1 0 0 0 0,0 0 0 0 0,0 0 1 0 0,0 0-1 0 0,-1 0 0 0 0,0 9 0 0 0,0-14 114 0 0,0 1-1 0 0,0-1 1 0 0,0 0-1 0 0,0 0 1 0 0,0 0 0 0 0,0 0-1 0 0,0 0 1 0 0,0 0-1 0 0,-1 0 1 0 0,1 0-1 0 0,0 0 1 0 0,-1 0 0 0 0,1 0-1 0 0,-1 0 1 0 0,0 1-1 0 0,-17 5-3136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29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76 560 0 0,'-1'0'321'0'0,"0"1"0"0"0,0-1 1 0 0,-1 0-1 0 0,1 1 0 0 0,0 0 0 0 0,0-1 0 0 0,0 1 0 0 0,0 0 0 0 0,0 0 0 0 0,-1-1 1 0 0,1 1-1 0 0,1 0 0 0 0,-1 0 0 0 0,0 0 0 0 0,0 0 0 0 0,-1 2 0 0 0,2-3-252 0 0,1 0 0 0 0,-1 1-1 0 0,0-1 1 0 0,0 1 0 0 0,1-1-1 0 0,-1 1 1 0 0,0-1 0 0 0,1 0 0 0 0,-1 1-1 0 0,0-1 1 0 0,1 0 0 0 0,-1 1-1 0 0,1-1 1 0 0,-1 0 0 0 0,0 0 0 0 0,1 1-1 0 0,-1-1 1 0 0,1 0 0 0 0,-1 0-1 0 0,1 0 1 0 0,-1 0 0 0 0,1 1 0 0 0,-1-1-1 0 0,1 0 1 0 0,-1 0 0 0 0,1 0 0 0 0,0 0-1 0 0,51 3-167 0 0,-40-3 71 0 0,-1 0 1 0 0,1-1-1 0 0,0 0 0 0 0,12-4 1 0 0,-20 4 42 0 0,1 0 1 0 0,-1-1 0 0 0,0 0-1 0 0,-1 0 1 0 0,1 0-1 0 0,0 0 1 0 0,0 0-1 0 0,-1-1 1 0 0,1 0-1 0 0,-1 1 1 0 0,0-1 0 0 0,0 0-1 0 0,3-5 1 0 0,-6 8-12 0 0,1-1 0 0 0,-1 0 1 0 0,0 0-1 0 0,0 0 0 0 0,0 0 0 0 0,0 0 1 0 0,1 0-1 0 0,-1 0 0 0 0,-1 0 1 0 0,1 0-1 0 0,0 0 0 0 0,0 0 1 0 0,0 0-1 0 0,0 0 0 0 0,-1 0 1 0 0,1 0-1 0 0,0 0 0 0 0,-1 1 0 0 0,1-1 1 0 0,-1 0-1 0 0,1 0 0 0 0,-1 0 1 0 0,0 1-1 0 0,1-1 0 0 0,-1 0 1 0 0,0 0-1 0 0,1 1 0 0 0,-1-1 1 0 0,0 1-1 0 0,0-1 0 0 0,1 1 0 0 0,-2-1 1 0 0,-2-3 26 0 0,2 2-6 0 0,-1-1 1 0 0,1 1-1 0 0,-1 0 1 0 0,0 0-1 0 0,1 0 0 0 0,-1 0 1 0 0,0 1-1 0 0,0-1 1 0 0,0 1-1 0 0,-1-1 0 0 0,1 1 1 0 0,0 0-1 0 0,-1 0 0 0 0,1 1 1 0 0,0-1-1 0 0,-1 1 1 0 0,1 0-1 0 0,-6 0 0 0 0,-3 0 39 0 0,0 1 0 0 0,0 1-1 0 0,0 0 1 0 0,-13 4-1 0 0,8-1 29 0 0,0 1 0 0 0,0 0 0 0 0,1 1-1 0 0,0 1 1 0 0,-25 17 0 0 0,31-18-47 0 0,0 1 0 0 0,0 0 0 0 0,1 0 0 0 0,0 1 0 0 0,1 0 0 0 0,0 1 0 0 0,0 0 0 0 0,1 0 0 0 0,-9 16 0 0 0,14-20-27 0 0,0-3-8 0 0,0 0 1 0 0,1 0 0 0 0,-1 1 0 0 0,1-1 0 0 0,0 1 0 0 0,0 0 0 0 0,-1 6 0 0 0,2-9-8 0 0,0 1-1 0 0,0-1 1 0 0,0 0 0 0 0,1 1-1 0 0,-1-1 1 0 0,1 1-1 0 0,-1-1 1 0 0,1 0 0 0 0,-1 1-1 0 0,1-1 1 0 0,0 0 0 0 0,-1 0-1 0 0,1 0 1 0 0,0 1-1 0 0,0-1 1 0 0,0 0 0 0 0,0 0-1 0 0,0 0 1 0 0,0 0 0 0 0,0 0-1 0 0,1-1 1 0 0,-1 1-1 0 0,0 0 1 0 0,0 0 0 0 0,3 0-1 0 0,9 5-8 0 0,1 0-1 0 0,0-1 1 0 0,0-1-1 0 0,0 0 1 0 0,0-1-1 0 0,1-1 1 0 0,0 0-1 0 0,18 0 1 0 0,-3-3-407 0 0,1 0 1 0 0,-1-2 0 0 0,43-9 0 0 0,49-18-3150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37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0 273 480 0 0,'1'-1'165'0'0,"-1"1"0"0"0,1-1 0 0 0,0 1 0 0 0,0-1 0 0 0,-1 1 0 0 0,1-1 0 0 0,0 1 0 0 0,0-1 1 0 0,-1 1-1 0 0,1 0 0 0 0,0 0 0 0 0,0-1 0 0 0,0 1 0 0 0,0 0 0 0 0,0 0 0 0 0,-1 0 0 0 0,1 0 0 0 0,0 0 0 0 0,2 0 0 0 0,1 1 4618 0 0,-4-2-4773 0 0,0 1 0 0 0,0-1 0 0 0,0 0 0 0 0,0 1-1 0 0,1-1 1 0 0,-1 1 0 0 0,0-1 0 0 0,0 0 0 0 0,0 1 0 0 0,1-1 0 0 0,-1 1 0 0 0,0-1 0 0 0,0 1-1 0 0,1-1 1 0 0,-1 1 0 0 0,0-1 0 0 0,1 1 0 0 0,-1-1 0 0 0,1 1 0 0 0,-1 0 0 0 0,0-1 0 0 0,1 1 0 0 0,-1-1-1 0 0,1 1 1 0 0,-1 0 0 0 0,1 0 0 0 0,0-1 0 0 0,-1 1 0 0 0,2 0 0 0 0,-2-1-7 0 0,1 1 0 0 0,0 0 1 0 0,-1-1-1 0 0,1 1 0 0 0,0 0 1 0 0,-1-1-1 0 0,1 1 0 0 0,-1-1 1 0 0,1 1-1 0 0,0-1 0 0 0,-1 1 1 0 0,1-1-1 0 0,-1 1 0 0 0,1-1 1 0 0,-1 1-1 0 0,0-1 0 0 0,1 0 1 0 0,-1 1-1 0 0,0-1 0 0 0,1 0 1 0 0,-1 1-1 0 0,0-1 0 0 0,0 0 1 0 0,0 0-1 0 0,1 1 0 0 0,-1-1 1 0 0,0 0-1 0 0,0 0 0 0 0,0 1 1 0 0,0-2-1 0 0,0 0 6 0 0,0-1 0 0 0,1 0-1 0 0,-1 1 1 0 0,1-1 0 0 0,0 1-1 0 0,0-1 1 0 0,0 1 0 0 0,0-1-1 0 0,1 1 1 0 0,-1 0 0 0 0,0-1 0 0 0,1 1-1 0 0,0 0 1 0 0,-1 0 0 0 0,1 0-1 0 0,4-3 1 0 0,11-16 3 0 0,-14 15-1 0 0,3-6-13 0 0,-1 1 1 0 0,2 0-1 0 0,-1 0 1 0 0,2 0-1 0 0,-1 1 1 0 0,18-17-1 0 0,-17 18 2 0 0,-7 8 0 0 0,-1 0 0 0 0,1 1 0 0 0,-1-1 0 0 0,1 1 0 0 0,0-1 0 0 0,-1 0 0 0 0,1 1 0 0 0,-1-1 0 0 0,1 1 0 0 0,0 0 0 0 0,-1-1 0 0 0,1 1 0 0 0,0 0 0 0 0,0-1 0 0 0,-1 1 0 0 0,1 0 0 0 0,0 0 0 0 0,0-1 0 0 0,0 1 0 0 0,-1 0 0 0 0,1 0 0 0 0,0 0 0 0 0,1 0 0 0 0,25-2-2 0 0,0 1-1 0 0,0 2 0 0 0,0 0 1 0 0,42 8-1 0 0,-66-8-15 0 0,0 0 0 0 0,0 0 0 0 0,0 0 0 0 0,-1 1 0 0 0,1-1 0 0 0,0 1 0 0 0,-1 0 0 0 0,4 3 0 0 0,-5-5 17 0 0,0 1 0 0 0,-1-1 0 0 0,1 1 1 0 0,0-1-1 0 0,0 1 0 0 0,-1 0 0 0 0,1-1 0 0 0,-1 1 1 0 0,1 0-1 0 0,-1 0 0 0 0,1 0 0 0 0,-1-1 0 0 0,1 1 1 0 0,-1 0-1 0 0,0 0 0 0 0,1 0 0 0 0,-1 0 0 0 0,0 0 1 0 0,0 0-1 0 0,1 0 0 0 0,-1-1 0 0 0,0 1 0 0 0,0 0 1 0 0,0 0-1 0 0,0 0 0 0 0,-1 0 0 0 0,1 0 0 0 0,0 0 1 0 0,0 0-1 0 0,-1 2 0 0 0,-18 25 601 0 0,20-30-595 0 0,-1 0-1 0 0,0 1 0 0 0,1-1 0 0 0,-1 0 0 0 0,1 1 0 0 0,-1-1 1 0 0,1 1-1 0 0,0-1 0 0 0,0 1 0 0 0,-1-1 0 0 0,1 1 1 0 0,0 0-1 0 0,0-1 0 0 0,0 1 0 0 0,1 0 0 0 0,-1 0 0 0 0,0 0 1 0 0,2-2-1 0 0,29-16-57 0 0,-18 10 26 0 0,24-22-55 0 0,-31 24 65 0 0,1 0 1 0 0,0 1-1 0 0,12-8 0 0 0,-17 12 17 0 0,0 1 0 0 0,0-1 0 0 0,0 1 1 0 0,0 0-1 0 0,0 0 0 0 0,1 0 0 0 0,-1 1 0 0 0,0-1 0 0 0,0 1 1 0 0,0 0-1 0 0,1 0 0 0 0,-1 0 0 0 0,0 0 0 0 0,6 1 1 0 0,-8-1 5 0 0,0 1 0 0 0,0-1 0 0 0,1 0 0 0 0,-1 1 1 0 0,0-1-1 0 0,0 1 0 0 0,0-1 0 0 0,0 1 0 0 0,0 0 1 0 0,0 0-1 0 0,0-1 0 0 0,0 1 0 0 0,0 0 0 0 0,0 0 1 0 0,0 0-1 0 0,-1 0 0 0 0,1 0 0 0 0,0 0 0 0 0,-1 0 1 0 0,1 0-1 0 0,0 0 0 0 0,-1 0 0 0 0,0 1 0 0 0,1 1 1 0 0,3 32 58 0 0,-4-33-59 0 0,-1 8 55 0 0,1 1 0 0 0,-2-1 0 0 0,1 0 0 0 0,-2 0 0 0 0,1 0 0 0 0,-8 18 0 0 0,10-28-66 0 0,0 1-1 0 0,0-1 1 0 0,0 0-1 0 0,0 0 1 0 0,-1 0-1 0 0,1 0 1 0 0,0 1 0 0 0,0-1-1 0 0,0 0 1 0 0,0 0-1 0 0,0 0 1 0 0,0 1-1 0 0,0-1 1 0 0,0 0-1 0 0,0 0 1 0 0,0 0-1 0 0,0 1 1 0 0,0-1-1 0 0,0 0 1 0 0,0 0-1 0 0,0 0 1 0 0,0 1 0 0 0,0-1-1 0 0,0 0 1 0 0,0 0-1 0 0,0 0 1 0 0,0 1-1 0 0,0-1 1 0 0,0 0-1 0 0,1 0 1 0 0,-1 0-1 0 0,0 0 1 0 0,0 1-1 0 0,0-1 1 0 0,0 0-1 0 0,0 0 1 0 0,1 0 0 0 0,-1 0-1 0 0,0 0 1 0 0,0 1-1 0 0,0-1 1 0 0,0 0-1 0 0,1 0 1 0 0,-1 0-1 0 0,0 0 1 0 0,0 0-1 0 0,0 0 1 0 0,1 0-1 0 0,-1 0 1 0 0,0 0 0 0 0,0 0-1 0 0,0 0 1 0 0,1 0-1 0 0,-1 0 1 0 0,19-4-823 0 0,21-14-2166 0 0,-38 18 2792 0 0,-1-1 0 0 0,1 0-1 0 0,0 0 1 0 0,-1 0 0 0 0,1 0-1 0 0,-1-1 1 0 0,0 1 0 0 0,1 0 0 0 0,-1-1-1 0 0,0 1 1 0 0,2-2 0 0 0,0-23-2159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37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5 5442 0 0,'0'-4'4242'0'0,"0"8"-4242"0"0,0 0-80 0 0,0 10 240 0 0,-22 53 241 0 0,-1 8-1 0 0,-21-6-240 0 0,-1-2-160 0 0,23-6 0 0 0,0-1 0 0 0,22-13-400 0 0,-22-24-561 0 0,22-9-719 0 0,-22-8-2722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38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 3282 0 0,'0'-19'3521'0'0,"0"5"-1520"0"0,22 10-1201 0 0,-22 0-479 0 0,22 4-241 0 0,23 4-80 0 0,-27 6 0 0 0,26 3-160 0 0,23 20-401 0 0,-1 9-1760 0 0,-43-14-3041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38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1 560 0 0,'4'-1'2148'0'0,"28"5"3949"0"0,-29-4-6013 0 0,1 1 0 0 0,0 0-1 0 0,-1 0 1 0 0,1 0 0 0 0,-1 1 0 0 0,0-1-1 0 0,0 1 1 0 0,1 0 0 0 0,-1 0 0 0 0,0 0 0 0 0,0 0-1 0 0,-1 1 1 0 0,5 4 0 0 0,-1 4-93 0 0,-1 1 0 0 0,7 22 0 0 0,-12-32 15 0 0,1 1 0 0 0,-1 0 1 0 0,1-1-1 0 0,-1 1 0 0 0,0 0 0 0 0,0 0 0 0 0,0 0 0 0 0,-1-1 0 0 0,1 1 0 0 0,0 0 0 0 0,-1-1 1 0 0,0 1-1 0 0,0 0 0 0 0,0-1 0 0 0,0 1 0 0 0,0-1 0 0 0,0 1 0 0 0,-1-1 0 0 0,1 1 0 0 0,-1-1 0 0 0,0 0 1 0 0,0 0-1 0 0,-2 2 0 0 0,-14 24 47 0 0,5 0-57 0 0,9-17 332 0 0,-1 0 0 0 0,-1-1 0 0 0,-11 18 0 0 0,11-21-152 0 0,6-11-499 0 0,3-12-24 0 0,-3 14 325 0 0,0 0 0 0 0,0 0 0 0 0,0-1 0 0 0,0 1 0 0 0,-1 0 0 0 0,1 0-1 0 0,0 0 1 0 0,-1 0 0 0 0,0-1 0 0 0,1 1 0 0 0,-1 0 0 0 0,0 0 0 0 0,0 0 0 0 0,0 0 0 0 0,-2-2 0 0 0,1 2 18 0 0,0 1 0 0 0,-1-1 0 0 0,1 1 0 0 0,-1-1 0 0 0,1 1 0 0 0,-1 0 0 0 0,0 0 0 0 0,1 0 1 0 0,-1 0-1 0 0,0 0 0 0 0,-4 0 0 0 0,3 0 24 0 0,-1 1 1 0 0,1 0-1 0 0,-1 0 1 0 0,1 0-1 0 0,0 0 1 0 0,-1 1-1 0 0,1 0 1 0 0,0 0-1 0 0,-1 0 1 0 0,1 0-1 0 0,0 1 1 0 0,0-1-1 0 0,0 1 1 0 0,0 0-1 0 0,0 0 1 0 0,0 1-1 0 0,1-1 1 0 0,-1 1-1 0 0,1 0 1 0 0,0 0-1 0 0,-6 6 1 0 0,7-7-9 0 0,0 0-1 0 0,1 0 1 0 0,-1 0 0 0 0,1 0-1 0 0,0 0 1 0 0,-1 1 0 0 0,1-1-1 0 0,0 0 1 0 0,0 1 0 0 0,0-1 0 0 0,1 0-1 0 0,-1 1 1 0 0,1-1 0 0 0,-1 1-1 0 0,1-1 1 0 0,0 1 0 0 0,0-1-1 0 0,0 1 1 0 0,0 0 0 0 0,0-1-1 0 0,1 1 1 0 0,-1-1 0 0 0,1 0 0 0 0,0 1-1 0 0,-1-1 1 0 0,1 1 0 0 0,0-1-1 0 0,1 0 1 0 0,-1 0 0 0 0,0 1-1 0 0,1-1 1 0 0,-1 0 0 0 0,1 0-1 0 0,-1 0 1 0 0,1-1 0 0 0,0 1 0 0 0,0 0-1 0 0,3 2 1 0 0,8 5-697 0 0,1 0 0 0 0,-1-1 1 0 0,2 0-1 0 0,-1-1 0 0 0,21 7 0 0 0,-9-8-4357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39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1 325 2001 0 0,'3'7'4401'0'0,"6"-5"-3053"0"0,-6-3-921 0 0,-3 1-311 0 0,1-1-1 0 0,-1 0 1 0 0,1 0 0 0 0,-1 0 0 0 0,0 0-1 0 0,1 0 1 0 0,-1 0 0 0 0,0 1-1 0 0,0-1 1 0 0,0 0 0 0 0,0 0-1 0 0,0 0 1 0 0,0 0 0 0 0,0 0-1 0 0,0 0 1 0 0,0 0 0 0 0,0-2 0 0 0,0 2 69 0 0,0-1-169 0 0,0-1 0 0 0,0 0 0 0 0,1 0 0 0 0,-1 0 0 0 0,1 1 0 0 0,0-1 0 0 0,0 0 0 0 0,0 1 0 0 0,0-1 0 0 0,1 0 0 0 0,1-2 0 0 0,8-16-48 0 0,-6 5-34 0 0,0 0 0 0 0,-1 0 0 0 0,4-30 0 0 0,-5 25 92 0 0,1 0-1 0 0,8-22 1 0 0,-11 38 37 0 0,0 0 0 0 0,0 0 0 0 0,0 0 0 0 0,-1 0 0 0 0,1 0 0 0 0,-1-1 0 0 0,-1-6 0 0 0,0-3 127 0 0,1 14-183 0 0,0 1-1 0 0,0-1 1 0 0,0 1 0 0 0,0-1 0 0 0,0 0-1 0 0,0 1 1 0 0,0-1 0 0 0,0 1 0 0 0,1-1 0 0 0,-1 1-1 0 0,0-1 1 0 0,0 1 0 0 0,0-1 0 0 0,1 0 0 0 0,-1 1-1 0 0,0-1 1 0 0,0 1 0 0 0,1 0 0 0 0,-1-1-1 0 0,1 1 1 0 0,-1-1 0 0 0,0 1 0 0 0,1-1 0 0 0,-1 1-1 0 0,1 0 1 0 0,-1-1 0 0 0,1 1 0 0 0,-1 0 0 0 0,1 0-1 0 0,-1-1 1 0 0,1 1 0 0 0,-1 0 0 0 0,1 0-1 0 0,-1 0 1 0 0,1 0 0 0 0,0-1 0 0 0,-1 1 0 0 0,1 0-1 0 0,-1 0 1 0 0,1 0 0 0 0,-1 0 0 0 0,1 0 0 0 0,0 1-1 0 0,0-1 1 0 0,1 0 8 0 0,2 1 78 0 0,-1 3-39 0 0,41 22-1147 0 0,-29-16-415 0 0,34 15 0 0 0,-31-17-1493 0 0,-14-1 133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1:39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 1361 0 0,'0'2'351'0'0,"-1"0"1"0"0,1 1-1 0 0,0-1 1 0 0,-1 1 0 0 0,1-1-1 0 0,-1 0 1 0 0,0 0 0 0 0,0 1-1 0 0,0-1 1 0 0,0 0-1 0 0,0 0 1 0 0,-3 4 0 0 0,3-4-163 0 0,0 0 0 0 0,-1-1 0 0 0,1 1 0 0 0,0 0 0 0 0,0 0 1 0 0,1 0-1 0 0,-1 0 0 0 0,0 1 0 0 0,1-1 0 0 0,-1 0 0 0 0,1 0 0 0 0,-1 4 1 0 0,1-4-153 0 0,0-1 0 0 0,0 1 1 0 0,0-1-1 0 0,0 1 1 0 0,-1-1-1 0 0,1 1 1 0 0,0-1-1 0 0,-1 1 1 0 0,1-1-1 0 0,-1 0 0 0 0,0 1 1 0 0,0-1-1 0 0,1 0 1 0 0,-1 1-1 0 0,0-1 1 0 0,0 0-1 0 0,-2 1 1 0 0,2 0-53 0 0,0-1 1 0 0,0 0-1 0 0,0 0 1 0 0,0 0-1 0 0,1 1 1 0 0,-1-1-1 0 0,0 1 1 0 0,0-1-1 0 0,1 0 1 0 0,-1 1-1 0 0,1-1 1 0 0,-1 1-1 0 0,1-1 1 0 0,0 1-1 0 0,-1 0 1 0 0,1-1-1 0 0,0 3 1 0 0,0-3 9 0 0,0 0 0 0 0,-1 0 0 0 0,1 0-1 0 0,-1 0 1 0 0,1 0 0 0 0,-1 0 0 0 0,1 0 0 0 0,-1-1 0 0 0,1 1 0 0 0,-1 0-1 0 0,0 0 1 0 0,1 0 0 0 0,-1-1 0 0 0,0 1 0 0 0,0 0 0 0 0,-1 0 0 0 0,1 0 10 0 0,0-1 1 0 0,1 0 0 0 0,-1 1 0 0 0,0-1-1 0 0,1 1 1 0 0,-1-1 0 0 0,0 1 0 0 0,1-1-1 0 0,-1 1 1 0 0,1-1 0 0 0,-1 1 0 0 0,1 0-1 0 0,-1-1 1 0 0,1 1 0 0 0,-1 0 0 0 0,1-1-1 0 0,0 1 1 0 0,-1 0 0 0 0,1 0 0 0 0,0-1-1 0 0,-1 1 1 0 0,1 0 0 0 0,0 0 0 0 0,0 0-1 0 0,0-1 1 0 0,0 1 0 0 0,0 0 0 0 0,0 0 0 0 0,0 0-1 0 0,0-1 1 0 0,0 1 0 0 0,0 0 0 0 0,1 0-1 0 0,-1 0 1 0 0,0-1 0 0 0,0 1 0 0 0,1 0-1 0 0,-1 0 1 0 0,1-1 0 0 0,-1 1 0 0 0,0 0-1 0 0,2 0 1 0 0,1 1 14 0 0,1 1 1 0 0,-1-2-1 0 0,1 1 0 0 0,0 0 0 0 0,0-1 1 0 0,-1 1-1 0 0,1-1 0 0 0,0 0 0 0 0,0 0 0 0 0,0-1 1 0 0,1 1-1 0 0,-1-1 0 0 0,0 0 0 0 0,7-1 1 0 0,5 2-5 0 0,16 1 17 0 0,-14 0 42 0 0,0-1 0 0 0,0-1 0 0 0,29-2 1 0 0,-46 2-70 0 0,-1 0-1 0 0,0 0 1 0 0,0 0 0 0 0,0 0 0 0 0,0 0 0 0 0,0 0 0 0 0,1 0-1 0 0,-1 0 1 0 0,0 0 0 0 0,0 0 0 0 0,0 0 0 0 0,0-1 0 0 0,0 1 0 0 0,1 0-1 0 0,-1 0 1 0 0,0 0 0 0 0,0 0 0 0 0,0 0 0 0 0,0 0 0 0 0,0 0-1 0 0,0 0 1 0 0,1 0 0 0 0,-1 0 0 0 0,0 0 0 0 0,0-1 0 0 0,0 1 0 0 0,0 0-1 0 0,0 0 1 0 0,0 0 0 0 0,0 0 0 0 0,0 0 0 0 0,0 0 0 0 0,0 0-1 0 0,0-1 1 0 0,1 1 0 0 0,-1 0 0 0 0,0 0 0 0 0,0 0 0 0 0,0 0 0 0 0,0 0-1 0 0,0-1 1 0 0,0 1 0 0 0,0 0 0 0 0,0 0 0 0 0,0 0 0 0 0,0 0-1 0 0,0 0 1 0 0,-1-1 0 0 0,-5-5 189 0 0,-6-1-36 0 0,8 6-128 0 0,1-1 0 0 0,0 1 0 0 0,-1 0 0 0 0,1 0 0 0 0,-1 0 0 0 0,1 0 0 0 0,-1 0 0 0 0,1 1 0 0 0,-1 0 0 0 0,1 0 0 0 0,-1 0 0 0 0,0 0 0 0 0,1 0 0 0 0,-1 1 0 0 0,-5 1 0 0 0,-7 0 127 0 0,4 0-62 0 0,0 0 0 0 0,0 1 0 0 0,0 1 1 0 0,0 0-1 0 0,0 0 0 0 0,-12 8 0 0 0,21-11-74 0 0,0 1 0 0 0,0 0 0 0 0,0 1-1 0 0,0-1 1 0 0,0 0 0 0 0,0 1-1 0 0,0-1 1 0 0,1 1 0 0 0,0 0-1 0 0,-1 0 1 0 0,-1 3 0 0 0,3-4-24 0 0,1 0 0 0 0,-1-1 1 0 0,1 1-1 0 0,-1 0 0 0 0,1 0 1 0 0,-1-1-1 0 0,1 1 0 0 0,0 0 1 0 0,0 0-1 0 0,0-1 0 0 0,0 1 1 0 0,0 0-1 0 0,1 0 0 0 0,-1 0 1 0 0,0-1-1 0 0,1 1 0 0 0,-1 0 1 0 0,1-1-1 0 0,0 1 0 0 0,-1 0 0 0 0,1-1 1 0 0,0 1-1 0 0,2 2 0 0 0,16 37-526 0 0,-16-35 135 0 0,-1 0 0 0 0,1 0-1 0 0,0 0 1 0 0,0 0 0 0 0,0 0-1 0 0,5 5 1 0 0,15 13-4209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32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1988 148 1841 0 0,'0'-10'1660'0'0,"-1"6"-1355"0"0,0 0-1 0 0,1 0 0 0 0,-1 0 0 0 0,1 0 1 0 0,0 0-1 0 0,0 0 0 0 0,1 0 0 0 0,-1 0 1 0 0,1 0-1 0 0,0 0 0 0 0,0 1 0 0 0,2-6 1 0 0,-1 7-241 0 0,0 0 0 0 0,0-1 0 0 0,0 1 0 0 0,-1-1 0 0 0,1 1 0 0 0,-1-1 0 0 0,1 0 0 0 0,-1 0 0 0 0,0 0 0 0 0,0 1 0 0 0,0-1 0 0 0,-1 0 0 0 0,1 0 0 0 0,-1 0 0 0 0,0 0 0 0 0,1 0 0 0 0,-1 0 0 0 0,-1 0 0 0 0,1-4 0 0 0,-19 1 83 0 0,-25-2 173 0 0,29 2-77 0 0,15 6-237 0 0,-1-1 1 0 0,1 1-1 0 0,-1 0 0 0 0,1 0 0 0 0,-1-1 1 0 0,0 1-1 0 0,1 0 0 0 0,-1 0 1 0 0,1 0-1 0 0,-1 0 0 0 0,0 0 1 0 0,1 0-1 0 0,-1 0 0 0 0,1 0 0 0 0,-1 0 1 0 0,0 0-1 0 0,1 0 0 0 0,-1 0 1 0 0,1 0-1 0 0,-1 0 0 0 0,0 1 1 0 0,1-1-1 0 0,-1 0 0 0 0,0 1 0 0 0,-91 19 235 0 0,-46 14-101 0 0,-94 27-27 0 0,131-35-37 0 0,62-17-57 0 0,-1 2 0 0 0,-47 20 0 0 0,51-16-39 0 0,-164 62-106 0 0,163-67 128 0 0,18-5-6 0 0,0 0 0 0 0,1 1 0 0 0,-26 13 0 0 0,-79 33-2 0 0,57-25 12 0 0,34-7-61 0 0,9-4 44 0 0,-77 32 91 0 0,98-47-83 0 0,-1 0 0 0 0,0 1 1 0 0,1-1-1 0 0,0 1 1 0 0,-1 0-1 0 0,1 0 1 0 0,0 0-1 0 0,0 0 0 0 0,0 0 1 0 0,0 0-1 0 0,-3 5 1 0 0,-13 13-34 0 0,-22 3 20 0 0,34-21 10 0 0,1 1-1 0 0,0 0 1 0 0,-1 0 0 0 0,2 0-1 0 0,-1 1 1 0 0,0 0 0 0 0,-8 8-1 0 0,-26 20 219 0 0,19-18-10 0 0,19-13-194 0 0,1-1 0 0 0,-1 1 0 0 0,0 0 0 0 0,1-1 1 0 0,-1 1-1 0 0,1 0 0 0 0,-1 0 0 0 0,1-1 0 0 0,0 1 1 0 0,-1 0-1 0 0,1 0 0 0 0,0 0 0 0 0,-1 0 0 0 0,1 0 1 0 0,0 0-1 0 0,0 0 0 0 0,0-1 0 0 0,0 1 0 0 0,0 0 0 0 0,0 1 1 0 0,-4 13 19 0 0,2-12-28 0 0,-1 0 1 0 0,1 0 0 0 0,0 0-1 0 0,0 1 1 0 0,1-1-1 0 0,-1 0 1 0 0,1 1-1 0 0,0-1 1 0 0,0 1 0 0 0,0-1-1 0 0,0 1 1 0 0,0 0-1 0 0,1-1 1 0 0,0 1 0 0 0,-1 0-1 0 0,2-1 1 0 0,-1 1-1 0 0,0 0 1 0 0,1-1-1 0 0,-1 1 1 0 0,1 0 0 0 0,2 5-1 0 0,-3-9 0 0 0,18 51 64 0 0,-17-47-63 0 0,0 0 1 0 0,-1 0-1 0 0,1 0 0 0 0,-1 0 0 0 0,0 0 1 0 0,0 0-1 0 0,0 0 0 0 0,0 0 0 0 0,-1 0 0 0 0,0 0 1 0 0,0 0-1 0 0,-2 6 0 0 0,-4 6-26 0 0,-1-1 1 0 0,0-1-1 0 0,-1 0 0 0 0,-1 0 0 0 0,0 0 1 0 0,-23 22-1 0 0,-12 25 25 0 0,38-54 0 0 0,1-1 0 0 0,-1 2 0 0 0,1-1 0 0 0,0 1 0 0 0,1 0 0 0 0,-6 10 0 0 0,-26 16 13 0 0,-7 45-93 0 0,43-78 80 0 0,1 0-1 0 0,-1 0 1 0 0,1 0-1 0 0,0 0 1 0 0,-1 0-1 0 0,1 0 1 0 0,0 0-1 0 0,0 0 1 0 0,0 0 0 0 0,0 0-1 0 0,0 0 1 0 0,0 0-1 0 0,0 0 1 0 0,0 0-1 0 0,0 0 1 0 0,1 0-1 0 0,-1 0 1 0 0,0 0 0 0 0,0 0-1 0 0,1 0 1 0 0,-1 0-1 0 0,1 0 1 0 0,-1-1-1 0 0,1 1 1 0 0,-1 0-1 0 0,1 0 1 0 0,0 0-1 0 0,-1-1 1 0 0,1 1 0 0 0,0 0-1 0 0,1 0 1 0 0,-1 0 0 0 0,-1 0 0 0 0,1-1 0 0 0,0 1 0 0 0,0 0 0 0 0,-1 0 0 0 0,1 0 0 0 0,0 0 0 0 0,-1 0 0 0 0,1 0 0 0 0,-1-1 0 0 0,1 1 0 0 0,-1 0 0 0 0,1 1 0 0 0,-1-1 0 0 0,0 0 0 0 0,1 0 0 0 0,-1 0 0 0 0,0 0 0 0 0,0 0 0 0 0,0 0 0 0 0,0 0 0 0 0,0 0 0 0 0,0 0 1 0 0,0 0-1 0 0,0 1 0 0 0,-1-1 0 0 0,1 0 0 0 0,0 0 0 0 0,-1 0 0 0 0,0 1 0 0 0,-2 5 1 0 0,0 0 0 0 0,0 1 1 0 0,1-1-1 0 0,0 1 0 0 0,0-1 1 0 0,1 1-1 0 0,0 0 0 0 0,0 0 1 0 0,1 10-1 0 0,0-16-1 0 0,-1 0 0 0 0,1 0 0 0 0,0 0 0 0 0,0 0 0 0 0,0 0 0 0 0,0 0 0 0 0,0 0 0 0 0,1 0 0 0 0,-1 0 0 0 0,1 0 0 0 0,-1-1 0 0 0,1 1 0 0 0,0 0 0 0 0,-1 0 0 0 0,1-1 0 0 0,0 1 0 0 0,0 0 0 0 0,0-1 0 0 0,0 1 0 0 0,1-1 0 0 0,-1 1 1 0 0,0-1-1 0 0,1 1 0 0 0,-1-1 0 0 0,1 0 0 0 0,-1 0 0 0 0,1 0 0 0 0,0 0 0 0 0,-1 0 0 0 0,1 0 0 0 0,0 0 0 0 0,0-1 0 0 0,1 1 0 0 0,9 6-14 0 0,13 7 42 0 0,-19-10-7 0 0,1 1 1 0 0,0-1-1 0 0,0-1 1 0 0,0 1-1 0 0,1-1 1 0 0,-1-1-1 0 0,1 1 0 0 0,0-1 1 0 0,0 0-1 0 0,0-1 1 0 0,0 0-1 0 0,15 0 1 0 0,673-71 778 0 0,-33-91-361 0 0,-639 154-438 0 0,313-96 319 0 0,-292 89-186 0 0,-13 7-134 0 0,-6-3 0 0 0,-21 7 0 0 0,27-17 0 0 0,0-1 0 0 0,55-49 0 0 0,-75 59 0 0 0,0-1 0 0 0,13-18 0 0 0,18-19 0 0 0,-9 21-41 0 0,-25 22 28 0 0,-1-1-1 0 0,0 0 1 0 0,0 0 0 0 0,0 0 0 0 0,-1-1-1 0 0,0 0 1 0 0,8-14 0 0 0,-7 5 71 0 0,-5 10-65 0 0,0 0-1 0 0,0 0 1 0 0,1 1 0 0 0,0-1 0 0 0,0 1-1 0 0,1-1 1 0 0,9-9 0 0 0,2-7 58 0 0,-2-1-49 0 0,10-1-43 0 0,-18 21 29 0 0,0-2 0 0 0,-1 1 0 0 0,1-1 0 0 0,-1 1 0 0 0,-1-1 1 0 0,1-1-1 0 0,-1 1 0 0 0,0-1 0 0 0,5-9 0 0 0,-8 8-6 0 0,1 0 0 0 0,-2 0 0 0 0,1 1 0 0 0,-1-1 0 0 0,0 0-1 0 0,-1-9 1 0 0,0 10 31 0 0,1-1-1 0 0,-1 0 1 0 0,2 0-1 0 0,-1 1 0 0 0,1-1 1 0 0,3-13-1 0 0,3 4 17 0 0,1 1 1 0 0,1 0-1 0 0,11-16 0 0 0,-1 2-12 0 0,44-55-17 0 0,-58 78 26 0 0,-10 0-7 0 0,-14 3-11 0 0,15 3-205 0 0,-1 1 0 0 0,1-1 1 0 0,-1 1-1 0 0,0 1 0 0 0,1-1 0 0 0,-1 1 0 0 0,1-1 1 0 0,-1 1-1 0 0,1 0 0 0 0,-1 1 0 0 0,1-1 0 0 0,-1 1 1 0 0,-3 2-1 0 0,-10 3-983 0 0,-97 31-6544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04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672 241 2161 0 0,'-14'1'693'0'0,"-18"-1"1248"0"0,31 0-1838 0 0,0 0 1 0 0,1 0 0 0 0,-1-1 0 0 0,0 1 0 0 0,0 0-1 0 0,0 0 1 0 0,1-1 0 0 0,-1 1 0 0 0,0-1 0 0 0,1 1-1 0 0,-1-1 1 0 0,0 1 0 0 0,1-1 0 0 0,-1 1 0 0 0,0-1-1 0 0,1 1 1 0 0,-1-1 0 0 0,1 0 0 0 0,-1 1 0 0 0,1-1-1 0 0,0 0 1 0 0,-1 1 0 0 0,1-1 0 0 0,-1 0 0 0 0,1 0-1 0 0,0 0 1 0 0,0 1 0 0 0,0-1 0 0 0,-1 0 0 0 0,1 0-1 0 0,0 0 1 0 0,0 1 0 0 0,0-2 0 0 0,-8-1 5226 0 0,-28-6-5298 0 0,17 6 26 0 0,0 0 0 0 0,1 2-1 0 0,-1 0 1 0 0,0 1-1 0 0,0 1 1 0 0,0 1 0 0 0,0 0-1 0 0,-24 7 1 0 0,0 3 31 0 0,2 2 1 0 0,-59 27-1 0 0,75-30-82 0 0,7-4-27 0 0,0 1 0 0 0,1 0 0 0 0,0 2 0 0 0,0 0 0 0 0,1 1 0 0 0,-29 25 0 0 0,44-35 21 0 0,-1 0 1 0 0,1 0-1 0 0,0 1 1 0 0,0-1-1 0 0,0 0 1 0 0,0 1-1 0 0,0-1 1 0 0,1 1-1 0 0,-1-1 1 0 0,0 1-1 0 0,1-1 0 0 0,-1 1 1 0 0,1-1-1 0 0,-1 1 1 0 0,1 0-1 0 0,0-1 1 0 0,0 1-1 0 0,0 0 1 0 0,-1-1-1 0 0,2 1 1 0 0,-1 0-1 0 0,0-1 0 0 0,0 1 1 0 0,0-1-1 0 0,1 1 1 0 0,-1 0-1 0 0,1-1 1 0 0,0 1-1 0 0,-1-1 1 0 0,3 3-1 0 0,0 6 21 0 0,-1-4-18 0 0,1-1 1 0 0,-1 1 0 0 0,1-1-1 0 0,0 0 1 0 0,1 0 0 0 0,-1 0-1 0 0,1 0 1 0 0,0 0 0 0 0,0-1-1 0 0,0 0 1 0 0,1 0 0 0 0,0 0 0 0 0,0 0-1 0 0,0-1 1 0 0,0 0 0 0 0,5 3-1 0 0,6 1-17 0 0,0-1 0 0 0,1 0-1 0 0,-1-1 1 0 0,21 3 0 0 0,-3-2 58 0 0,0-1 0 0 0,0-2 0 0 0,0-1 0 0 0,56-5 0 0 0,-25-5 29 0 0,89-21 0 0 0,-112 19-62 0 0,-1-2 0 0 0,0-2 0 0 0,-1-2 0 0 0,-1-1 0 0 0,0-2 0 0 0,-2-2-1 0 0,0-1 1 0 0,65-52 0 0 0,-92 64-15 0 0,0 0 1 0 0,0 0-1 0 0,-1-1 0 0 0,0-1 1 0 0,-1 0-1 0 0,0 0 0 0 0,-1 0 1 0 0,0-1-1 0 0,-1 0 0 0 0,7-23 1 0 0,-11 30-48 0 0,0 1 0 0 0,-1-1 0 0 0,0 1 0 0 0,0-1 0 0 0,0 0 0 0 0,-1 0-1 0 0,0 1 1 0 0,0-1 0 0 0,0 0 0 0 0,-1 1 0 0 0,0-1 0 0 0,0 0 0 0 0,0 1 0 0 0,-1-1 0 0 0,0 1 0 0 0,0 0 0 0 0,0-1 0 0 0,0 1 0 0 0,-1 0 0 0 0,0 0 0 0 0,0 0 0 0 0,-1 1 0 0 0,1-1 0 0 0,-1 1 0 0 0,0 0 0 0 0,0 0 0 0 0,0 0 0 0 0,-7-4-1 0 0,7 5-181 0 0,0 1-1 0 0,0 0 1 0 0,0 0 0 0 0,0 0-1 0 0,0 0 1 0 0,-1 0-1 0 0,1 1 1 0 0,-1 0-1 0 0,1 0 1 0 0,-1 0-1 0 0,1 1 1 0 0,-1-1-1 0 0,1 1 1 0 0,-1 0-1 0 0,0 0 1 0 0,1 1-1 0 0,-1 0 1 0 0,1-1-1 0 0,-1 1 1 0 0,-4 2-1 0 0,-72 17-3342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05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25 880 0 0,'0'-14'1921'0'0,"0"8"-240"0"0,22 2-160 0 0,-22 14-321 0 0,22 50 721 0 0,0 10-800 0 0,1-4-961 0 0,-1-1-80 0 0,0-4 80 0 0,-22-4-240 0 0,0-15-560 0 0,22-19-961 0 0,0-9-960 0 0,-22-28-2322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06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445 100 1281 0 0,'1'-2'243'0'0,"0"0"1"0"0,0 0 0 0 0,0 0 0 0 0,0 1 0 0 0,0-1-1 0 0,1 0 1 0 0,-1 1 0 0 0,1-1 0 0 0,-1 1 0 0 0,1-1 0 0 0,0 1-1 0 0,-1 0 1 0 0,1 0 0 0 0,0 0 0 0 0,0 0 0 0 0,0 0-1 0 0,0 0 1 0 0,3-1 0 0 0,3-2 526 0 0,-7 3-674 0 0,0 0 1 0 0,-1 0-1 0 0,1 0 0 0 0,-1 0 1 0 0,1 0-1 0 0,-1 0 0 0 0,0 0 1 0 0,0 0-1 0 0,1 0 0 0 0,-1 0 1 0 0,0 0-1 0 0,0 0 0 0 0,0 0 1 0 0,0 0-1 0 0,0 0 1 0 0,0 0-1 0 0,0-1 0 0 0,0 1 1 0 0,-1 0-1 0 0,1 0 0 0 0,0 0 1 0 0,-1 0-1 0 0,1 0 0 0 0,0 0 1 0 0,-1 0-1 0 0,-1-1 0 0 0,-13-4 78 0 0,-1 1 0 0 0,-1 0 0 0 0,1 1 0 0 0,-1 1 0 0 0,1 1 0 0 0,-27-1 0 0 0,-98 8 196 0 0,141-5-370 0 0,-7 0 12 0 0,-123 14 282 0 0,126-14-277 0 0,1 1-1 0 0,-1 0 0 0 0,0 0 0 0 0,1 0 0 0 0,-1 0 0 0 0,1 0 0 0 0,0 1 1 0 0,-1-1-1 0 0,1 1 0 0 0,0 0 0 0 0,0 0 0 0 0,0 0 0 0 0,0 1 1 0 0,0-1-1 0 0,1 1 0 0 0,-1-1 0 0 0,1 1 0 0 0,-4 5 0 0 0,6-7-14 0 0,-1-1-1 0 0,1 1 0 0 0,0-1 1 0 0,-1 1-1 0 0,1 0 1 0 0,0-1-1 0 0,0 1 0 0 0,-1 0 1 0 0,1-1-1 0 0,0 1 0 0 0,0 0 1 0 0,0-1-1 0 0,0 1 1 0 0,0 0-1 0 0,0-1 0 0 0,0 1 1 0 0,0 0-1 0 0,0-1 0 0 0,0 1 1 0 0,1 0-1 0 0,-1-1 1 0 0,0 1-1 0 0,0 0 0 0 0,1-1 1 0 0,-1 1-1 0 0,0 0 0 0 0,1-1 1 0 0,-1 1-1 0 0,1-1 1 0 0,0 2-1 0 0,19 15 10 0 0,-20-17-11 0 0,56 38 79 0 0,-16-13 18 0 0,-2 2 0 0 0,-1 2 0 0 0,51 51-1 0 0,-85-78-93 0 0,-1 1-1 0 0,0-1 0 0 0,0 0 0 0 0,-1 1 1 0 0,1-1-1 0 0,0 1 0 0 0,-1 0 0 0 0,0 0 1 0 0,0-1-1 0 0,0 1 0 0 0,0 0 0 0 0,0 0 1 0 0,0 0-1 0 0,-1 0 0 0 0,1 0 0 0 0,-1 0 1 0 0,0 0-1 0 0,0 1 0 0 0,0-1 0 0 0,0 0 1 0 0,-1 0-1 0 0,1 0 0 0 0,-1 0 0 0 0,1 0 0 0 0,-1 0 1 0 0,0-1-1 0 0,-1 1 0 0 0,1 0 0 0 0,0 0 1 0 0,-1 0-1 0 0,1-1 0 0 0,-3 3 0 0 0,0 0 3 0 0,0-1 1 0 0,0 0-1 0 0,0-1 0 0 0,0 1 0 0 0,0 0 0 0 0,-1-1 0 0 0,0 0 0 0 0,0 0 0 0 0,0-1 0 0 0,0 1 0 0 0,0-1 0 0 0,0 0 0 0 0,0-1 0 0 0,-1 1 0 0 0,1-1 1 0 0,-12 1-1 0 0,10-1 5 0 0,-1-1 0 0 0,0 0 0 0 0,1 0 0 0 0,-1-1 1 0 0,1 0-1 0 0,-1 0 0 0 0,1-1 0 0 0,-1 0 1 0 0,1 0-1 0 0,0-1 0 0 0,0 1 0 0 0,0-2 0 0 0,0 1 1 0 0,0-1-1 0 0,1 0 0 0 0,0-1 0 0 0,-1 1 1 0 0,-5-7-1 0 0,7 5 0 0 0,1 1 0 0 0,0 0 0 0 0,1-1 0 0 0,-1 0 0 0 0,1 0 0 0 0,0 0 0 0 0,1 0 0 0 0,-1-1-1 0 0,1 1 1 0 0,1-1 0 0 0,-1 1 0 0 0,1-1 0 0 0,0 0 0 0 0,0 0 0 0 0,1 1 0 0 0,0-1 0 0 0,0 0 0 0 0,1 0 0 0 0,0 1 0 0 0,0-1 0 0 0,2-7 0 0 0,0 5-9 0 0,1 0 1 0 0,0 0-1 0 0,0 0 0 0 0,1 1 1 0 0,0 0-1 0 0,1 0 0 0 0,0 0 1 0 0,0 0-1 0 0,0 1 0 0 0,1 0 0 0 0,14-11 1 0 0,6-8 49 0 0,-20 17-42 0 0,1 1 1 0 0,1 0 0 0 0,-1 0 0 0 0,1 1-1 0 0,1 1 1 0 0,-1-1 0 0 0,1 1-1 0 0,0 1 1 0 0,0 0 0 0 0,15-5 0 0 0,6-3 95 0 0,-11 5-965 0 0,36-10 0 0 0,-52 18 119 0 0,0 0 0 0 0,0 0-1 0 0,-1 0 1 0 0,1 0 0 0 0,0 0-1 0 0,0 1 1 0 0,5 1 0 0 0,3 0-972 0 0,10 3-982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06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60 1601 0 0,'-93'-32'5002'0'0,"72"23"-3708"0"0,-39-10 0 0 0,115 54 1067 0 0,237 121-1347 0 0,-243-138-1100 0 0,-39-15-36 0 0,0 1 0 0 0,0 0 0 0 0,18 9 0 0 0,-27-12-38 0 0,-1 0 1 0 0,1-1-1 0 0,-1 1 0 0 0,1-1 1 0 0,-1 1-1 0 0,0 0 0 0 0,1-1 1 0 0,-1 1-1 0 0,0 0 0 0 0,0-1 1 0 0,1 1-1 0 0,-1 0 0 0 0,0-1 1 0 0,0 1-1 0 0,0 0 0 0 0,0 0 1 0 0,0-1-1 0 0,0 1 0 0 0,0 0 1 0 0,0-1-1 0 0,0 1 0 0 0,0 0 1 0 0,-1 0-1 0 0,1-1 0 0 0,0 1 0 0 0,0 0 1 0 0,-1-1-1 0 0,1 1 0 0 0,0 0 1 0 0,-1-1-1 0 0,1 1 0 0 0,-1-1 1 0 0,0 2-1 0 0,-17 4-3522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06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45 136 1521 0 0,'-44'-12'4002'0'0,"44"2"-2082"0"0,0-4-1039 0 0,0 9-481 0 0,22-4 0 0 0,0-1-80 0 0,0 1 0 0 0,0 5-79 0 0,18-6-1 0 0,5 0-80 0 0,44-4-160 0 0,-23 5-480 0 0,1 0-1361 0 0,0 4-1361 0 0,-23 0 81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07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701 75 640 0 0,'0'-26'5372'0'0,"0"-13"-3540"0"0,-1 38-1821 0 0,1 1 1 0 0,-1-1 0 0 0,1 1 0 0 0,-1-1 0 0 0,1 0 0 0 0,-1 1 0 0 0,1-1-1 0 0,-1 1 1 0 0,1-1 0 0 0,-1 1 0 0 0,0 0 0 0 0,1-1 0 0 0,-1 1-1 0 0,0 0 1 0 0,1-1 0 0 0,-1 1 0 0 0,0 0 0 0 0,0 0 0 0 0,1-1 0 0 0,-1 1-1 0 0,0 0 1 0 0,0 0 0 0 0,1 0 0 0 0,-1 0 0 0 0,-1 0 0 0 0,-23-1 126 0 0,23 1-118 0 0,-9 1 56 0 0,-1 0-1 0 0,0 0 0 0 0,-20 6 0 0 0,7-1-42 0 0,-31 8 127 0 0,-64 26 0 0 0,92-30-99 0 0,1 2 0 0 0,0 0 1 0 0,1 2-1 0 0,-34 24 1 0 0,52-31-60 0 0,0 0-1 0 0,0 1 1 0 0,1-1 0 0 0,-1 1-1 0 0,2 0 1 0 0,0 1 0 0 0,-10 16-1 0 0,2 23 30 0 0,14-45-41 0 0,-1 1 1 0 0,1-1-1 0 0,1 1 0 0 0,-1 0 0 0 0,1-1 1 0 0,-1 1-1 0 0,1-1 0 0 0,0 1 0 0 0,3 5 1 0 0,-2-4 10 0 0,0 0 0 0 0,0-1 1 0 0,0 0-1 0 0,1 1 0 0 0,0-1 1 0 0,0 0-1 0 0,0 0 1 0 0,0 0-1 0 0,1 0 0 0 0,0-1 1 0 0,-1 0-1 0 0,1 0 0 0 0,1 0 1 0 0,-1 0-1 0 0,0 0 1 0 0,8 3-1 0 0,-2-3 4 0 0,0 1 1 0 0,0-2-1 0 0,1 1 1 0 0,-1-1-1 0 0,1-1 0 0 0,0 0 1 0 0,16 0-1 0 0,-13-1-5 0 0,9 0 0 0 0,38-4 0 0 0,-56 3 0 0 0,0 1 0 0 0,0-1 0 0 0,-1 0 0 0 0,1 0 0 0 0,0-1 0 0 0,-1 1 0 0 0,1-1 0 0 0,-1 0 0 0 0,0-1 0 0 0,1 1 0 0 0,-1-1 0 0 0,0 1 0 0 0,-1-1 0 0 0,7-6 0 0 0,-10 8 0 0 0,1 1 0 0 0,-1-1 0 0 0,0 1 0 0 0,1-1 0 0 0,-1 0 0 0 0,0 1 0 0 0,0-1 0 0 0,1 0 0 0 0,-1 1 0 0 0,0-1 0 0 0,0 0 0 0 0,0 1 0 0 0,0-1 0 0 0,0 0 0 0 0,0 1 0 0 0,0-1 0 0 0,0 0 0 0 0,0 1 0 0 0,-1-1 0 0 0,1 1 0 0 0,0-1 0 0 0,0 0 0 0 0,0 1 0 0 0,-1-1 0 0 0,1 1 0 0 0,0-1 0 0 0,-2-1 0 0 0,-12-13 0 0 0,11 11 0 0 0,-4-2-14 0 0,0 0 0 0 0,0 0 0 0 0,0 1 0 0 0,-1 0 1 0 0,1 0-1 0 0,-1 1 0 0 0,0 0 0 0 0,0 0 0 0 0,-1 1 0 0 0,-12-4 0 0 0,-2 2-131 0 0,-1 0 1 0 0,-32-1-1 0 0,25 4-123 0 0,-1 2 0 0 0,-37 3 0 0 0,54-1 51 0 0,0 0 1 0 0,0 1-1 0 0,0 0 0 0 0,1 1 1 0 0,0 1-1 0 0,-18 8 0 0 0,31-13 181 0 0,1 0 0 0 0,0 0 0 0 0,-1 0 1 0 0,1 0-1 0 0,-1 1 0 0 0,1-1 0 0 0,0 0 0 0 0,-1 0 0 0 0,1 0 0 0 0,0 0 0 0 0,-1 1 0 0 0,1-1 0 0 0,0 0 0 0 0,-1 0 0 0 0,1 1 0 0 0,0-1 0 0 0,-1 0 0 0 0,1 0 0 0 0,0 1 1 0 0,0-1-1 0 0,-1 0 0 0 0,1 1 0 0 0,0-1 0 0 0,0 0 0 0 0,0 1 0 0 0,0-1 0 0 0,-1 0 0 0 0,1 1 0 0 0,0-1 0 0 0,0 1 0 0 0,0-1 0 0 0,0 0 0 0 0,0 1 0 0 0,0-1 1 0 0,0 1-1 0 0,0-1 0 0 0,0 0 0 0 0,0 1 0 0 0,0-1 0 0 0,0 1 0 0 0,0-1 0 0 0,1 0 0 0 0,-1 1 0 0 0,0-1 0 0 0,0 0 0 0 0,0 1 0 0 0,0-1 0 0 0,1 1 0 0 0,18 13-3539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08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0 1040 0 0,'0'10'2322'0'0,"-22"0"-562"0"0,0 22 401 0 0,-23 19-720 0 0,23-4-1201 0 0,22-14-560 0 0,-22-9-400 0 0,22-10-1041 0 0,22-14-2721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08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66 880 0 0,'-16'-8'3358'0'0,"15"8"-3178"0"0,-1 0 1 0 0,1-1-1 0 0,-1 1 1 0 0,1-1-1 0 0,-1 1 1 0 0,1-1-1 0 0,0 0 1 0 0,-1 0-1 0 0,1 0 1 0 0,0 0-1 0 0,0 0 1 0 0,-1 0-1 0 0,1 0 1 0 0,0 0-1 0 0,0 0 1 0 0,0 0-1 0 0,0-1 1 0 0,0 1-1 0 0,1 0 0 0 0,-1-1 1 0 0,0 1-1 0 0,1 0 1 0 0,-1-1-1 0 0,0 1 1 0 0,1-1-1 0 0,-1-1 1 0 0,14-5 8 0 0,0 1-45 0 0,-9 5-139 0 0,-1 0 0 0 0,1 1 0 0 0,-1-1-1 0 0,1 1 1 0 0,0-1 0 0 0,0 1 0 0 0,0 1-1 0 0,0-1 1 0 0,0 0 0 0 0,0 1 0 0 0,0 0-1 0 0,0 0 1 0 0,0 0 0 0 0,0 0 0 0 0,-1 1-1 0 0,7 0 1 0 0,-3 1 8 0 0,-1 0-1 0 0,1 1 1 0 0,-1 0 0 0 0,0-1-1 0 0,1 2 1 0 0,-1-1-1 0 0,-1 1 1 0 0,1 0-1 0 0,7 7 1 0 0,-7-6 0 0 0,-1 0 0 0 0,0 1 0 0 0,0 0 0 0 0,-1 0-1 0 0,1 0 1 0 0,-1 0 0 0 0,0 1 0 0 0,4 11 0 0 0,-6-14-10 0 0,-1 0 1 0 0,1 0-1 0 0,-1 0 1 0 0,0 1-1 0 0,-1-1 0 0 0,1 1 1 0 0,-1-1-1 0 0,0 0 0 0 0,0 1 1 0 0,0-1-1 0 0,0 1 1 0 0,-1-1-1 0 0,0 1 0 0 0,-2 6 1 0 0,-4 3-4 0 0,-1 0 0 0 0,0 0 1 0 0,-1 0-1 0 0,-20 23 0 0 0,9-12 26 0 0,4-7 6 0 0,0 0 1 0 0,-1 0-1 0 0,-1-2 1 0 0,0 0-1 0 0,-1-1 1 0 0,-1-1-1 0 0,-22 12 1 0 0,31-20-18 0 0,-1 1 1 0 0,0-2 0 0 0,0 1 0 0 0,0-2-1 0 0,-1 0 1 0 0,1 0 0 0 0,-1-1-1 0 0,0 0 1 0 0,0-1 0 0 0,0-1 0 0 0,-1 0-1 0 0,1-1 1 0 0,-24-3 0 0 0,32 2-15 0 0,1 0-1 0 0,-1-1 1 0 0,1 0 0 0 0,-1 0 0 0 0,1 0 0 0 0,0-1 0 0 0,0 0-1 0 0,0 1 1 0 0,0-1 0 0 0,0 0 0 0 0,1-1 0 0 0,0 1 0 0 0,-1-1-1 0 0,1 0 1 0 0,-4-6 0 0 0,5 5 5 0 0,0 0 1 0 0,1-1-1 0 0,0 1 1 0 0,0 0-1 0 0,0-1 1 0 0,0 1-1 0 0,1-1 0 0 0,0 1 1 0 0,0-1-1 0 0,1-5 1 0 0,0-4 2 0 0,-2 14-9 0 0,1-1-1 0 0,0 1 1 0 0,0-1-1 0 0,0 1 1 0 0,0-1 0 0 0,0 1-1 0 0,0-1 1 0 0,0 1-1 0 0,1 0 1 0 0,-1-1 0 0 0,1 1-1 0 0,-1-1 1 0 0,1 1-1 0 0,-1 0 1 0 0,1-1-1 0 0,-1 1 1 0 0,1 0 0 0 0,0 0-1 0 0,0 0 1 0 0,0-1-1 0 0,0 1 1 0 0,0 0 0 0 0,0 0-1 0 0,0 0 1 0 0,0 0-1 0 0,0 1 1 0 0,1-1-1 0 0,-1 0 1 0 0,0 0 0 0 0,0 1-1 0 0,3-2 1 0 0,-2 1-7 0 0,0 1 0 0 0,0-1 1 0 0,0 0-1 0 0,0 1 0 0 0,1-1 1 0 0,-1 1-1 0 0,0 0 0 0 0,0 0 1 0 0,5 0-1 0 0,0 1 7 0 0,0 0 0 0 0,0 0 0 0 0,0 1 0 0 0,0 0-1 0 0,-1 0 1 0 0,1 1 0 0 0,0 0 0 0 0,-1 0 0 0 0,7 4 0 0 0,-10-5 1 0 0,67 32-68 0 0,-1 4 1 0 0,-1 2-1 0 0,62 51 0 0 0,-124-87-112 0 0,1 1-1 0 0,-1-1 1 0 0,1 0-1 0 0,0-1 0 0 0,0 0 1 0 0,1 0-1 0 0,-1 0 1 0 0,1-1-1 0 0,-1 0 1 0 0,1-1-1 0 0,0 0 0 0 0,10 1 1 0 0,-16-2-25 0 0,1 0 1 0 0,-1 0 0 0 0,1 0-1 0 0,-1 0 1 0 0,1 0-1 0 0,-1-1 1 0 0,1 1-1 0 0,-1-1 1 0 0,1 0 0 0 0,-1 0-1 0 0,4-1 1 0 0,35-23-3892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09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226 247 5603 0 0,'-29'21'2577'0'0,"23"-18"-2118"0"0,15-7-507 0 0,-2-7 261 0 0,-6 11-203 0 0,0-1-1 0 0,0 1 1 0 0,0-1 0 0 0,0 1-1 0 0,0-1 1 0 0,0 0 0 0 0,0 0-1 0 0,0 1 1 0 0,0-1 0 0 0,-1 0-1 0 0,1 0 1 0 0,0 0 0 0 0,-1 0-1 0 0,1 0 1 0 0,-1 0 0 0 0,1 0-1 0 0,-1 0 1 0 0,1 0 0 0 0,-1 0-1 0 0,0 0 1 0 0,1 0 0 0 0,-1 0-1 0 0,0-2 1 0 0,7-21 92 0 0,6-11 24 0 0,-7 22-58 0 0,-1-1 0 0 0,0 0-1 0 0,3-18 1 0 0,-8 28-39 0 0,1 0 1 0 0,-1-1-1 0 0,0 1 0 0 0,0 0 1 0 0,0 0-1 0 0,0 0 0 0 0,-1-1 1 0 0,0 1-1 0 0,0 0 0 0 0,0 0 1 0 0,0 0-1 0 0,-1 0 1 0 0,1 0-1 0 0,-1 1 0 0 0,-4-8 1 0 0,3-5 259 0 0,3 15-272 0 0,0 1 0 0 0,0-1-1 0 0,0 1 1 0 0,0-1-1 0 0,0 1 1 0 0,0-1-1 0 0,0 1 1 0 0,0-1-1 0 0,0 1 1 0 0,0-1 0 0 0,0 0-1 0 0,0 1 1 0 0,0-1-1 0 0,-1 1 1 0 0,1-1-1 0 0,0 1 1 0 0,0-1-1 0 0,-1 1 1 0 0,1-1 0 0 0,0 1-1 0 0,0 0 1 0 0,-1-1-1 0 0,1 1 1 0 0,-1-1-1 0 0,0 1 1 0 0,-1 0 10 0 0,-1 0 0 0 0,0 0 0 0 0,0 1 0 0 0,0-1 0 0 0,0 1 0 0 0,1 0-1 0 0,-1 0 1 0 0,0 0 0 0 0,0 0 0 0 0,1 1 0 0 0,-1-1 0 0 0,1 0 0 0 0,0 1 0 0 0,-1 0 0 0 0,-1 2 0 0 0,-33 31 89 0 0,4 19-30 0 0,-4 6-145 0 0,31-51 56 0 0,0 0 0 0 0,1 0 0 0 0,1 0 0 0 0,-1 1 1 0 0,-5 19-1 0 0,7-19 3 0 0,0 0 1 0 0,-1 0-1 0 0,0-1 1 0 0,-1 1 0 0 0,-11 16-1 0 0,14-23 2 0 0,-14 22 41 0 0,15-24-42 0 0,1 1 1 0 0,-1-1-1 0 0,1 0 0 0 0,-1 0 1 0 0,1 0-1 0 0,0 0 0 0 0,0 1 1 0 0,-1-1-1 0 0,1 0 0 0 0,0 0 1 0 0,0 1-1 0 0,0-1 1 0 0,1 0-1 0 0,-1 0 0 0 0,0 1 1 0 0,0-1-1 0 0,1 0 0 0 0,-1 0 1 0 0,0 0-1 0 0,1 0 0 0 0,-1 0 1 0 0,1 1-1 0 0,0-1 0 0 0,-1 0 1 0 0,2 1-1 0 0,3 3 0 0 0,0 0 0 0 0,0-1 0 0 0,1 0 0 0 0,-1 0 0 0 0,1 0 0 0 0,0-1 0 0 0,0 0 0 0 0,0 0 0 0 0,0 0 0 0 0,1-1 0 0 0,-1 0 1 0 0,11 2-1 0 0,20 4 0 0 0,59 3 1 0 0,-83-10-4 0 0,-1-1 0 0 0,1 0 0 0 0,0-1 0 0 0,0-1 1 0 0,0 0-1 0 0,0 0 0 0 0,-1-2 0 0 0,16-5 0 0 0,8-13 16 0 0,-24 14-2 0 0,78-57 38 0 0,-79 55-50 0 0,1 0 1 0 0,-1-1 0 0 0,-1 0 0 0 0,0-1-1 0 0,15-24 1 0 0,-24 34 1 0 0,0 1 1 0 0,-1-1-1 0 0,1 1 0 0 0,-1-1 0 0 0,1 1 0 0 0,-1-1 1 0 0,0 1-1 0 0,0-1 0 0 0,0 1 0 0 0,0-1 0 0 0,0 0 1 0 0,0-1-1 0 0,0-3 36 0 0,1 4-23 0 0,-9 14-30 0 0,-9 7 6 0 0,1 1 0 0 0,1 1 1 0 0,1 0-1 0 0,-13 27 0 0 0,-44 105 220 0 0,39-81-71 0 0,20-47-122 0 0,7-18-19 0 0,1 1 1 0 0,1 0-1 0 0,-1 0 1 0 0,1 0-1 0 0,1 1 1 0 0,0-1-1 0 0,0 1 1 0 0,0-1 0 0 0,0 15-1 0 0,1-8-72 0 0,0-11 40 0 0,1 1-1 0 0,0-1 1 0 0,0 1-1 0 0,0-1 1 0 0,0 1-1 0 0,2 6 1 0 0,-2-10-45 0 0,1 0 0 0 0,-1-1-1 0 0,0 1 1 0 0,1 0 0 0 0,-1 0 0 0 0,1 0 0 0 0,0 0 0 0 0,-1 0-1 0 0,1-1 1 0 0,-1 1 0 0 0,1 0 0 0 0,0 0 0 0 0,0-1 0 0 0,0 1-1 0 0,-1-1 1 0 0,1 1 0 0 0,0-1 0 0 0,0 1 0 0 0,0-1-1 0 0,0 1 1 0 0,0-1 0 0 0,0 0 0 0 0,0 1 0 0 0,0-1 0 0 0,0 0-1 0 0,0 0 1 0 0,0 0 0 0 0,0 0 0 0 0,0 0 0 0 0,0 0 0 0 0,0 0-1 0 0,0 0 1 0 0,0 0 0 0 0,0 0 0 0 0,1-1 0 0 0,57-13-4711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09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37 960 0 0,'-7'0'1217'0'0,"-1"-1"1"0"0,1 0-1 0 0,-1-1 0 0 0,1 1 0 0 0,-11-5 0 0 0,-12-2 658 0 0,97-1-434 0 0,-61 9-1441 0 0,50-6-102 0 0,1 4-1 0 0,98 7 1 0 0,-30 11-1699 0 0,23 13-2067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10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1521 0 0,'-22'4'5122'0'0,"22"-8"-2401"0"0,0 8-2401 0 0,22-4 81 0 0,23 6-161 0 0,-1-2 0 0 0,45 6 0 0 0,0 2-80 0 0,0-2-160 0 0,-45-5-960 0 0,1 0-2642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12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374 60 1601 0 0,'0'0'2334'0'0,"-4"0"-346"0"0,-24 2 1882 0 0,22 0-2139 0 0,22-2-1663 0 0,-16-5 445 0 0,0 3-515 0 0,-1 1 0 0 0,1 0 0 0 0,0 0 0 0 0,0-1 0 0 0,0 1 0 0 0,0 0 0 0 0,0 0 0 0 0,0-1 0 0 0,0 1 1 0 0,1 0-1 0 0,-1 0 0 0 0,0-1 0 0 0,1 1 0 0 0,-1 0 0 0 0,1 0 0 0 0,0-2 0 0 0,4-1-22 0 0,-4 4 17 0 0,0-1-1 0 0,0 0 1 0 0,0 0-1 0 0,0 0 1 0 0,0 0-1 0 0,0 1 1 0 0,0-1-1 0 0,0-1 1 0 0,-1 1-1 0 0,1 0 1 0 0,0 0-1 0 0,-1 0 1 0 0,1 0-1 0 0,0 0 1 0 0,-1-1-1 0 0,0 1 1 0 0,1 0-1 0 0,-1-1 0 0 0,0 1 1 0 0,0 0-1 0 0,0 0 1 0 0,1-1-1 0 0,-1 1 1 0 0,-1 0-1 0 0,1-1 1 0 0,0 0-1 0 0,-4 2-72 0 0,-8 9 93 0 0,0 1-1 0 0,1-1 1 0 0,-11 12-1 0 0,-28 24 165 0 0,32-32-153 0 0,1 1-1 0 0,0 0 0 0 0,-20 23 1 0 0,16-15-35 0 0,-41 33 0 0 0,38-34 46 0 0,-5-3 20 0 0,27-18-67 0 0,0 1 0 0 0,0-1 1 0 0,0 1-1 0 0,0 0 0 0 0,0 0 0 0 0,0 0 0 0 0,0 0 0 0 0,0 1 0 0 0,1-1 0 0 0,-1 0 1 0 0,1 1-1 0 0,-1-1 0 0 0,1 1 0 0 0,-1 0 0 0 0,1-1 0 0 0,0 1 0 0 0,-1 0 0 0 0,1 0 1 0 0,0 0-1 0 0,0 0 0 0 0,1 0 0 0 0,-1 0 0 0 0,0 0 0 0 0,1 0 0 0 0,-1 4 0 0 0,23-1-1 0 0,135 17 261 0 0,-33-6-176 0 0,-107-13-65 0 0,129 26 0 0 0,-145-29-7 0 0,1 0 1 0 0,0 1-1 0 0,0-1 1 0 0,0 0-1 0 0,0 0 1 0 0,0 0-1 0 0,0 0 1 0 0,0-1-1 0 0,0 1 1 0 0,0 0 0 0 0,0-1-1 0 0,0 1 1 0 0,-1-1-1 0 0,1 0 1 0 0,0 0-1 0 0,0 0 1 0 0,-1 0-1 0 0,1 0 1 0 0,0 0 0 0 0,-1 0-1 0 0,1 0 1 0 0,-1-1-1 0 0,2-1 1 0 0,3-4 9 0 0,0 0-1 0 0,0-1 1 0 0,7-14 0 0 0,0 0 18 0 0,5-3 14 0 0,46-77-231 0 0,-62 99 183 0 0,0-9-3 0 0,-2 2-3 0 0,0 9-55 0 0,0 1 65 0 0,0 0 0 0 0,0 1 0 0 0,0-1 0 0 0,0 0 0 0 0,0 0 0 0 0,0 1 0 0 0,0-1 0 0 0,0 0 0 0 0,0 0 0 0 0,1 1 0 0 0,-1-1 0 0 0,0 0 0 0 0,0 1 0 0 0,-1-1 0 0 0,1 0 0 0 0,0 0 0 0 0,0 1 0 0 0,0-1 0 0 0,0 0 0 0 0,0 1 0 0 0,0-1 0 0 0,0 0 0 0 0,0 0 0 0 0,0 1 0 0 0,-1-1 0 0 0,1 0 0 0 0,0 0 0 0 0,0 1 0 0 0,0-1 0 0 0,-1 0 0 0 0,1 0 0 0 0,0 0 0 0 0,0 0 0 0 0,0 1 0 0 0,-1-1 0 0 0,1 0 0 0 0,0 0 0 0 0,0 0 0 0 0,-1 0 0 0 0,0 1 3 0 0,0-1-1 0 0,0 0 0 0 0,0 1 0 0 0,0-1 0 0 0,0 1 0 0 0,0-1 0 0 0,0 1 0 0 0,0 0 0 0 0,1-1 0 0 0,-1 1 0 0 0,0 0 0 0 0,0-1 0 0 0,1 1 0 0 0,-1 0 0 0 0,0 0 1 0 0,1 0-1 0 0,-1 0 0 0 0,1 0 0 0 0,-1 0 0 0 0,0 1 0 0 0,-8 15-15 0 0,-24 32-38 0 0,3 7 39 0 0,-5-1 39 0 0,14-25 9 0 0,2 1 0 0 0,1 2 0 0 0,-19 46 0 0 0,-3 30-235 0 0,39-108 123 0 0,0 1 0 0 0,1 0 0 0 0,-1 0 0 0 0,1-1 0 0 0,-1 1 0 0 0,1 0-1 0 0,0 0 1 0 0,0 0 0 0 0,0 0 0 0 0,0-1 0 0 0,0 1 0 0 0,0 0 0 0 0,1 0 0 0 0,-1 0-1 0 0,0 0 1 0 0,1-1 0 0 0,0 1 0 0 0,-1 0 0 0 0,1-1 0 0 0,0 1 0 0 0,0 0 0 0 0,0-1-1 0 0,0 1 1 0 0,0-1 0 0 0,0 1 0 0 0,0-1 0 0 0,1 0 0 0 0,-1 1 0 0 0,0-1-1 0 0,1 0 1 0 0,-1 0 0 0 0,1 0 0 0 0,0 0 0 0 0,2 1 0 0 0,37 7-3150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12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1 960 0 0,'0'0'6697'0'0,"0"0"-6672"0"0,0 1 1 0 0,0-1 0 0 0,0 0-1 0 0,0 1 1 0 0,0-1 0 0 0,1 0-1 0 0,-1 1 1 0 0,0-1 0 0 0,0 0-1 0 0,0 1 1 0 0,0-1 0 0 0,0 0-1 0 0,0 1 1 0 0,0-1 0 0 0,0 0-1 0 0,0 1 1 0 0,0-1 0 0 0,0 0-1 0 0,0 1 1 0 0,-1-1 0 0 0,1 0-1 0 0,0 1 1 0 0,0-1-1 0 0,0 0 1 0 0,0 1 0 0 0,-1-1-1 0 0,1 0 1 0 0,0 1 0 0 0,0-1-1 0 0,0 0 1 0 0,-1 0 0 0 0,1 1-1 0 0,0-1 1 0 0,-1 0 0 0 0,1 0-1 0 0,0 0 1 0 0,0 1 0 0 0,-1-1-1 0 0,-27 30 612 0 0,23-26-583 0 0,1 0-1 0 0,0 0 0 0 0,0 0 1 0 0,0 1-1 0 0,1 0 0 0 0,-5 6 1 0 0,7-9-48 0 0,0 1-1 0 0,1-1 1 0 0,-1 1 0 0 0,0-1 0 0 0,1 1-1 0 0,-1 0 1 0 0,1-1 0 0 0,0 1 0 0 0,0 0 0 0 0,0-1-1 0 0,0 1 1 0 0,0 0 0 0 0,1 0 0 0 0,-1-1 0 0 0,1 1-1 0 0,-1-1 1 0 0,1 1 0 0 0,2 3 0 0 0,3 8 20 0 0,-4-12-25 0 0,-1 0 1 0 0,0-1-1 0 0,0 2 1 0 0,0-1-1 0 0,0 0 0 0 0,0 0 1 0 0,0 0-1 0 0,-1 0 0 0 0,1 0 1 0 0,-1 1-1 0 0,0-1 0 0 0,0 0 1 0 0,1 1-1 0 0,-1-1 0 0 0,-1 0 1 0 0,1 0-1 0 0,0 1 0 0 0,0-1 1 0 0,-2 3-1 0 0,-5 8-33 0 0,6-12 8 0 0,0 0 1 0 0,0 1-1 0 0,0-1 1 0 0,0 1-1 0 0,1-1 1 0 0,-1 1-1 0 0,0-1 1 0 0,1 1-1 0 0,-1-1 0 0 0,1 1 1 0 0,-1 0-1 0 0,1-1 1 0 0,0 1-1 0 0,0 0 1 0 0,-1-1-1 0 0,1 1 1 0 0,0 0-1 0 0,1-1 1 0 0,-1 1-1 0 0,0 0 1 0 0,0-1-1 0 0,2 4 1 0 0,2 3-246 0 0,-4-8 193 0 0,1 1 0 0 0,-1-1 0 0 0,1 1 0 0 0,-1-1 1 0 0,1 1-1 0 0,-1 0 0 0 0,0-1 0 0 0,1 1 0 0 0,-1-1 0 0 0,0 1 1 0 0,1 0-1 0 0,-1-1 0 0 0,0 1 0 0 0,0 0 0 0 0,0-1 0 0 0,0 1 0 0 0,1 0 1 0 0,-1 0-1 0 0,0-1 0 0 0,0 1 0 0 0,0 0 0 0 0,-1-1 0 0 0,1 1 1 0 0,0 0-1 0 0,0-1 0 0 0,0 1 0 0 0,0 0 0 0 0,-1-1 0 0 0,1 1 1 0 0,0 0-1 0 0,-1-1 0 0 0,1 1 0 0 0,0 0 0 0 0,-1-1 0 0 0,1 1 0 0 0,-1-1 1 0 0,1 1-1 0 0,-1-1 0 0 0,1 1 0 0 0,-1-1 0 0 0,1 0 0 0 0,-1 1 1 0 0,0-1-1 0 0,0 1 0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13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395 229 320 0 0,'-16'-7'1622'0'0,"15"6"-1278"0"0,0 0-1 0 0,1 0 1 0 0,-1-1 0 0 0,0 1-1 0 0,1 0 1 0 0,-1 0-1 0 0,1 0 1 0 0,-1 0 0 0 0,1-1-1 0 0,0 1 1 0 0,-1 0-1 0 0,1 0 1 0 0,0-1 0 0 0,0 1-1 0 0,0 0 1 0 0,0-1-1 0 0,0 1 1 0 0,0-2 0 0 0,11-5-209 0 0,-11 8-134 0 0,1 0 1 0 0,-1 0-1 0 0,0 0 0 0 0,1 0 1 0 0,-1 0-1 0 0,0 0 1 0 0,1 0-1 0 0,-1 0 1 0 0,0 0-1 0 0,0 0 0 0 0,1 0 1 0 0,-1 0-1 0 0,0 0 1 0 0,1-1-1 0 0,-1 1 1 0 0,0 0-1 0 0,0 0 1 0 0,1 0-1 0 0,-1-1 0 0 0,0 1 1 0 0,0 0-1 0 0,0 0 1 0 0,1 0-1 0 0,-1-1 1 0 0,0 1-1 0 0,0 0 0 0 0,0-1 1 0 0,0 1-1 0 0,0 0 1 0 0,1 0-1 0 0,-1-1 1 0 0,0 1-1 0 0,0 0 0 0 0,0-1 1 0 0,0 1-1 0 0,-1 0 8 0 0,0 0-6 0 0,0 0 0 0 0,0 0 0 0 0,1-1 0 0 0,-1 1 0 0 0,0 0 0 0 0,0 0 0 0 0,0 0 0 0 0,1 0 0 0 0,-1-1 0 0 0,0 1 0 0 0,0 0 0 0 0,1-1 0 0 0,-1 1 0 0 0,0-1 0 0 0,1 1 0 0 0,-1 0 0 0 0,0-1 0 0 0,1 0 0 0 0,-1 1 0 0 0,1-1-1 0 0,-1 1 1 0 0,1-1 0 0 0,-2-1 0 0 0,2 1 8 0 0,0 1 0 0 0,-1-1-1 0 0,1 0 1 0 0,0 0-1 0 0,-1 0 1 0 0,1 0 0 0 0,-1 1-1 0 0,0-1 1 0 0,1 0 0 0 0,-1 1-1 0 0,1-1 1 0 0,-1 0-1 0 0,0 1 1 0 0,0-1 0 0 0,1 1-1 0 0,-1-1 1 0 0,0 1 0 0 0,0-1-1 0 0,0 1 1 0 0,0-1-1 0 0,1 1 1 0 0,-3-1 0 0 0,-32-7 305 0 0,-13 7-76 0 0,1 2 0 0 0,-65 9 0 0 0,100-9-175 0 0,1 1 0 0 0,0 1-1 0 0,0 0 1 0 0,-1 1 0 0 0,2 0 0 0 0,-12 5-1 0 0,20-8-51 0 0,1-1 0 0 0,-1 1 0 0 0,1 0-1 0 0,-1 0 1 0 0,1-1 0 0 0,-1 1-1 0 0,1 0 1 0 0,0 0 0 0 0,-1 0-1 0 0,1 1 1 0 0,0-1 0 0 0,0 0 0 0 0,0 0-1 0 0,0 1 1 0 0,0-1 0 0 0,0 1-1 0 0,0-1 1 0 0,0 2 0 0 0,1-2-6 0 0,0 0 1 0 0,0 0 0 0 0,0 0-1 0 0,0 0 1 0 0,0 0 0 0 0,0-1-1 0 0,1 1 1 0 0,-1 0-1 0 0,0 0 1 0 0,0 0 0 0 0,1-1-1 0 0,-1 1 1 0 0,1 0 0 0 0,-1 0-1 0 0,1-1 1 0 0,-1 1 0 0 0,1 0-1 0 0,-1-1 1 0 0,1 1 0 0 0,0-1-1 0 0,-1 1 1 0 0,1-1-1 0 0,1 2 1 0 0,4 1 15 0 0,0 1-1 0 0,0-1 1 0 0,0-1 0 0 0,1 1-1 0 0,12 2 1 0 0,-2-2-17 0 0,0-1 1 0 0,-1 0-1 0 0,1-2 0 0 0,0 0 1 0 0,0 0-1 0 0,-1-2 1 0 0,1 0-1 0 0,0-1 0 0 0,-1-1 1 0 0,0 0-1 0 0,17-7 1 0 0,-2-2-20 0 0,-1 0 0 0 0,-1-2 0 0 0,0-2 1 0 0,29-21-1 0 0,-54 36 8 0 0,4-3-8 0 0,1-1 0 0 0,-2 1 0 0 0,1-1 0 0 0,0-1 0 0 0,-1 1 1 0 0,-1-1-1 0 0,1 0 0 0 0,-1-1 0 0 0,0 1 0 0 0,-1-1 0 0 0,6-11 0 0 0,-10 18 11 0 0,-1 0-3 0 0,1 0 0 0 0,-1 0 0 0 0,1 0 0 0 0,-1 0 0 0 0,0 0 0 0 0,1 0 0 0 0,-1 0 0 0 0,0 0 1 0 0,0 0-1 0 0,0 0 0 0 0,0 0 0 0 0,0 0 0 0 0,0 0 0 0 0,0 0 0 0 0,0 0 0 0 0,0 0 0 0 0,0 0 0 0 0,-1-1 0 0 0,1 0 0 0 0,-2 0 2 0 0,0 1-1 0 0,0-1 1 0 0,0 1 0 0 0,0 0-1 0 0,0-1 1 0 0,0 1 0 0 0,-1 0 0 0 0,1 0-1 0 0,0 1 1 0 0,0-1 0 0 0,-1 0 0 0 0,1 1-1 0 0,-1-1 1 0 0,1 1 0 0 0,0 0-1 0 0,-1 0 1 0 0,-2 0 0 0 0,1 0 1 0 0,1 0 1 0 0,0 0-1 0 0,0 0 1 0 0,-1 1-1 0 0,1-1 1 0 0,0 1-1 0 0,0 0 1 0 0,0 0-1 0 0,0 0 0 0 0,0 0 1 0 0,0 0-1 0 0,0 1 1 0 0,0 0-1 0 0,0-1 1 0 0,1 1-1 0 0,-1 0 1 0 0,1 0-1 0 0,-1 0 1 0 0,1 1-1 0 0,0-1 0 0 0,-1 1 1 0 0,0 2-1 0 0,-6 7-8 0 0,2 0-1 0 0,0 1 0 0 0,-10 22 0 0 0,13-24 10 0 0,-1 1 2 0 0,0 1 1 0 0,2 0-1 0 0,0 0 1 0 0,0 1-1 0 0,1-1 1 0 0,1 0-1 0 0,0 1 1 0 0,1 23-1 0 0,0-31 9 0 0,-1 0-1 0 0,1 0 0 0 0,-2 0 1 0 0,1 1-1 0 0,-1-1 1 0 0,0 0-1 0 0,0-1 1 0 0,0 1-1 0 0,-1 0 0 0 0,0-1 1 0 0,0 1-1 0 0,-8 8 1 0 0,6-7 3 0 0,1 1 0 0 0,-1-1 0 0 0,1 1 0 0 0,1 0 0 0 0,-1 0 0 0 0,-2 8 0 0 0,4-7-9 0 0,1-3-7 0 0,-1 0 1 0 0,1 0-1 0 0,-1 0 1 0 0,-1 0-1 0 0,1 0 1 0 0,-7 9-1 0 0,9-14-19 0 0,0-1 10 0 0,1 0 0 0 0,-1-1 0 0 0,0 1 0 0 0,0 0 0 0 0,0 0 1 0 0,1 0-1 0 0,-1 1 0 0 0,0-1 0 0 0,0 0 0 0 0,1 0 0 0 0,-1 0 0 0 0,0 0 0 0 0,0 0 0 0 0,0 0 0 0 0,1 0 0 0 0,-1 0 0 0 0,0 0 0 0 0,0 0 0 0 0,0 1 1 0 0,1-1-1 0 0,-1 0 0 0 0,0 0 0 0 0,0 0 0 0 0,0 0 0 0 0,0 1 0 0 0,0-1 0 0 0,1 0 0 0 0,-1 0 0 0 0,0 0 0 0 0,0 0 0 0 0,0 1 0 0 0,0-1 0 0 0,0 0 1 0 0,0 0-1 0 0,0 1 0 0 0,0-1 0 0 0,0 0 0 0 0,0 0 0 0 0,0 0 0 0 0,0 1 0 0 0,0-1 0 0 0,0 0 0 0 0,0 0 0 0 0,0 1 0 0 0,0-1 0 0 0,0 0 0 0 0,0 0 1 0 0,0 0-1 0 0,0 1 0 0 0,0-1 0 0 0,0 0 0 0 0,0 0 0 0 0,0 0 0 0 0,-1 1 0 0 0,1-1 0 0 0,0 0 0 0 0,0 0 0 0 0,0 0 0 0 0,0 0 0 0 0,0 1 0 0 0,-1-1 1 0 0,1 0-1 0 0,41-13-1549 0 0,22-10-1280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14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421 63 560 0 0,'-1'0'177'0'0,"0"0"0"0"0,0 0 1 0 0,0 0-1 0 0,0-1 0 0 0,0 1 0 0 0,0 0 0 0 0,0-1 0 0 0,0 1 0 0 0,0-1 0 0 0,0 1 1 0 0,0-1-1 0 0,0 1 0 0 0,0-1 0 0 0,1 1 0 0 0,-1-1 0 0 0,0 0 0 0 0,0 0 0 0 0,1 1 1 0 0,-1-1-1 0 0,0 0 0 0 0,1 0 0 0 0,-1 0 0 0 0,1 0 0 0 0,-1 0 0 0 0,1 0 0 0 0,-1 0 1 0 0,1 0-1 0 0,0 0 0 0 0,-1 0 0 0 0,1 0 0 0 0,0 0 0 0 0,0 0 0 0 0,0 0 0 0 0,0 0 1 0 0,0 0-1 0 0,0 0 0 0 0,0 0 0 0 0,0 0 0 0 0,0 0 0 0 0,0-1 0 0 0,1 0 0 0 0,-1-3-346 0 0,-1 4 174 0 0,1 1-1 0 0,-1-1 1 0 0,0 1-1 0 0,0-1 0 0 0,0 1 1 0 0,0-1-1 0 0,0 1 1 0 0,0 0-1 0 0,0-1 1 0 0,0 1-1 0 0,0 0 1 0 0,0 0-1 0 0,0 0 0 0 0,0 0 1 0 0,0 0-1 0 0,0 0 1 0 0,0 0-1 0 0,0 0 1 0 0,0 0-1 0 0,0 0 1 0 0,0 1-1 0 0,0-1 1 0 0,-1 1-1 0 0,0-1 9 0 0,-20 3 159 0 0,1 2 0 0 0,-1 0 0 0 0,-27 11 0 0 0,11-3 74 0 0,15-6-95 0 0,-1 0 37 0 0,0 1 1 0 0,0 1 0 0 0,1 1-1 0 0,-32 18 1 0 0,51-24-157 0 0,-1-1 0 0 0,1 1 1 0 0,0 0-1 0 0,0 0 0 0 0,1 0 0 0 0,-1 0 0 0 0,1 0 1 0 0,0 1-1 0 0,0 0 0 0 0,-3 6 0 0 0,6-10-23 0 0,-1 0 0 0 0,0 1-1 0 0,1-1 1 0 0,-1 0-1 0 0,1 1 1 0 0,0-1 0 0 0,-1 0-1 0 0,1 1 1 0 0,0-1 0 0 0,0 1-1 0 0,0-1 1 0 0,0 1-1 0 0,0-1 1 0 0,0 0 0 0 0,0 1-1 0 0,0-1 1 0 0,1 1-1 0 0,-1-1 1 0 0,0 0 0 0 0,1 1-1 0 0,0-1 1 0 0,-1 0 0 0 0,1 1-1 0 0,0-1 1 0 0,-1 0-1 0 0,1 0 1 0 0,0 0 0 0 0,0 0-1 0 0,0 0 1 0 0,0 0 0 0 0,0 0-1 0 0,0 0 1 0 0,0 0-1 0 0,0 0 1 0 0,1 0 0 0 0,-1-1-1 0 0,0 1 1 0 0,0 0-1 0 0,1-1 1 0 0,-1 1 0 0 0,0-1-1 0 0,1 1 1 0 0,1-1 0 0 0,10 4-9 0 0,1-2 0 0 0,-1 1 0 0 0,1-2 0 0 0,0 1 0 0 0,0-2 0 0 0,-1 0 0 0 0,1-1 0 0 0,0 0 0 0 0,0-1 0 0 0,-1 0 0 0 0,1-2 0 0 0,17-5-1 0 0,-4-2 7 0 0,-1-1-1 0 0,0 0 1 0 0,0-2-1 0 0,44-34 0 0 0,-50 32 9 0 0,-2-1-1 0 0,0-1 0 0 0,-1-1 1 0 0,18-24-1 0 0,-35 42-11 0 0,0 1 0 0 0,0 0 1 0 0,0-1-1 0 0,0 1 0 0 0,0-1 0 0 0,0 1 1 0 0,0-1-1 0 0,0 1 0 0 0,0-1 1 0 0,0 1-1 0 0,0-1 0 0 0,0 1 0 0 0,0-1 1 0 0,-1 1-1 0 0,1 0 0 0 0,0-1 0 0 0,0 1 1 0 0,0-1-1 0 0,-1 1 0 0 0,1-1 0 0 0,0 1 1 0 0,0 0-1 0 0,-1-1 0 0 0,1 1 0 0 0,0 0 1 0 0,-1-1-1 0 0,1 1 0 0 0,0 0 0 0 0,-1 0 1 0 0,1-1-1 0 0,-1 1 0 0 0,1 0 0 0 0,-1-1 1 0 0,1 1-2 0 0,-1 0 1 0 0,1 0 0 0 0,0-1 0 0 0,0 1-1 0 0,0 0 1 0 0,-1 0 0 0 0,1 0-1 0 0,0 0 1 0 0,0-1 0 0 0,-1 1 0 0 0,1 0-1 0 0,0 0 1 0 0,0 0 0 0 0,-1 0 0 0 0,1 0-1 0 0,0 0 1 0 0,0 0 0 0 0,-1 0-1 0 0,1 0 1 0 0,0 0 0 0 0,-1 0 0 0 0,1 0-1 0 0,0 0 1 0 0,0 0 0 0 0,-1 0 0 0 0,1 0-1 0 0,0 0 1 0 0,0 0 0 0 0,-1 0-1 0 0,1 0 1 0 0,0 0 0 0 0,0 0 0 0 0,-1 0-1 0 0,1 1 1 0 0,0-1 0 0 0,0 0 0 0 0,-1 0-1 0 0,1 0 1 0 0,0 0 0 0 0,0 1-1 0 0,0-1 1 0 0,-1 0 0 0 0,1 0 0 0 0,0 0-1 0 0,0 1 1 0 0,0-1 0 0 0,0 0 0 0 0,0 0-1 0 0,-1 1 1 0 0,1-1 0 0 0,0 0-1 0 0,0 1 1 0 0,0-1 0 0 0,0 0 0 0 0,0 1-1 0 0,-2 20 42 0 0,0 0 0 0 0,-2 0 0 0 0,0 0 0 0 0,-1 0 0 0 0,-8 20 0 0 0,-1 4 6 0 0,-12 31 15 0 0,18-54-84 0 0,0 1 1 0 0,1 0-1 0 0,1 0 1 0 0,1 0-1 0 0,-2 37 1 0 0,7-58-32 0 0,0 1 1 0 0,0-1-1 0 0,0 1 0 0 0,0-1 1 0 0,0 1-1 0 0,1-1 0 0 0,-1 0 1 0 0,1 1-1 0 0,0-1 1 0 0,0 0-1 0 0,-1 0 0 0 0,1 1 1 0 0,1-1-1 0 0,-1 0 0 0 0,0 0 1 0 0,1 0-1 0 0,-1 0 1 0 0,1 0-1 0 0,2 2 0 0 0,-2-3-61 0 0,0 0 0 0 0,0 0 0 0 0,0 0 0 0 0,0 0 0 0 0,0 0 0 0 0,0-1-1 0 0,0 1 1 0 0,0-1 0 0 0,1 1 0 0 0,-1-1 0 0 0,0 0 0 0 0,0 0 0 0 0,0 0 0 0 0,1 0 0 0 0,-1 0-1 0 0,0-1 1 0 0,0 1 0 0 0,0-1 0 0 0,3 0 0 0 0,-2 0-259 0 0,-1 0 1 0 0,1 0-1 0 0,0 0 1 0 0,-1-1-1 0 0,1 1 1 0 0,-1-1-1 0 0,1 0 1 0 0,2-2-1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14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51 880 0 0,'0'-1'264'0'0,"0"0"0"0"0,0-1 0 0 0,0 1 0 0 0,0 0 0 0 0,0 0 0 0 0,0-1 0 0 0,0 1 0 0 0,-1 0 0 0 0,1 0 0 0 0,0 0 0 0 0,-1 0 0 0 0,1-1 0 0 0,-1 1 0 0 0,1 0 0 0 0,-1 0 0 0 0,0 0 0 0 0,1 0 0 0 0,-1 0 0 0 0,0 0 0 0 0,0 0 0 0 0,0 0 0 0 0,0 1 0 0 0,0-1 0 0 0,-1-1 0 0 0,-4-2-74 0 0,6 3-158 0 0,0 1-1 0 0,0 0 1 0 0,0-1 0 0 0,0 1-1 0 0,-1 0 1 0 0,1-1-1 0 0,0 1 1 0 0,0 0-1 0 0,0-1 1 0 0,0 1 0 0 0,0 0-1 0 0,0-1 1 0 0,0 1-1 0 0,0-1 1 0 0,0 1 0 0 0,0 0-1 0 0,0-1 1 0 0,0 1-1 0 0,0 0 1 0 0,1-1 0 0 0,-1 1-1 0 0,0 0 1 0 0,0-1-1 0 0,0 1 1 0 0,0 0 0 0 0,0 0-1 0 0,1-1 1 0 0,-1 1-1 0 0,0 0 1 0 0,0-1-1 0 0,1 1 1 0 0,-1 0 0 0 0,0 0-1 0 0,0 0 1 0 0,1-1-1 0 0,-1 1 1 0 0,0 0 0 0 0,1 0-1 0 0,-1 0 1 0 0,1-1-1 0 0,0 1 80 0 0,0-1 1 0 0,0 0-1 0 0,0 1 0 0 0,0-1 0 0 0,0 1 0 0 0,0 0 0 0 0,0-1 0 0 0,0 1 0 0 0,0-1 0 0 0,0 1 0 0 0,0 0 0 0 0,0 0 0 0 0,1 0 0 0 0,1 0 1 0 0,3 2-98 0 0,0-1 1 0 0,1 2 0 0 0,-1-1-1 0 0,0 1 1 0 0,0 0 0 0 0,0 0-1 0 0,0 1 1 0 0,-1 0 0 0 0,1 0-1 0 0,-1 0 1 0 0,0 1 0 0 0,0-1-1 0 0,-1 1 1 0 0,1 0 0 0 0,-1 1-1 0 0,0-1 1 0 0,0 1 0 0 0,-1-1-1 0 0,0 1 1 0 0,0 0 0 0 0,0 1-1 0 0,-1-1 1 0 0,0 0 0 0 0,0 1-1 0 0,-1-1 1 0 0,1 1 0 0 0,-1 0-1 0 0,-1-1 1 0 0,1 1 0 0 0,-1 0-1 0 0,0 0 1 0 0,-1-1 0 0 0,0 1-1 0 0,0 0 1 0 0,0-1 0 0 0,-1 1-1 0 0,0-1 1 0 0,0 1 0 0 0,-4 6-1 0 0,-12 13 49 0 0,-1 0 0 0 0,-1-1 0 0 0,-1-1 0 0 0,-34 29-1 0 0,40-39-82 0 0,0 1 18 0 0,0-1-1 0 0,-2 0 1 0 0,-28 18-1 0 0,39-29 15 0 0,-1 1-1 0 0,1-1 0 0 0,-1 0 1 0 0,0-1-1 0 0,0 0 0 0 0,0 0 1 0 0,0 0-1 0 0,0-1 0 0 0,0 0 0 0 0,0 0 1 0 0,-1-1-1 0 0,1 0 0 0 0,0 0 1 0 0,-8-2-1 0 0,11 2-13 0 0,0-1 1 0 0,-1-1-1 0 0,1 1 0 0 0,0-1 1 0 0,0 0-1 0 0,0 0 0 0 0,0 0 1 0 0,0 0-1 0 0,0-1 0 0 0,1 1 1 0 0,-1-1-1 0 0,1 0 0 0 0,0 0 1 0 0,-1 0-1 0 0,2-1 0 0 0,-1 1 1 0 0,0-1-1 0 0,1 0 0 0 0,-1 1 1 0 0,1-1-1 0 0,0 0 0 0 0,0 0 1 0 0,1-1-1 0 0,-1 1 0 0 0,1 0 1 0 0,0-1-1 0 0,0 1 0 0 0,0 0 1 0 0,1-1-1 0 0,0 1 0 0 0,0-9 1 0 0,-1 3 16 0 0,1 6-4 0 0,-1 0-1 0 0,1 0 1 0 0,-1 0 0 0 0,1 0 0 0 0,0 0-1 0 0,1 0 1 0 0,-1 0 0 0 0,1 0 0 0 0,0 0-1 0 0,2-7 1 0 0,12 7-64 0 0,-9 4 57 0 0,0 1 0 0 0,0 0 0 0 0,0 0 0 0 0,0 1 1 0 0,-1-1-1 0 0,1 1 0 0 0,-1 1 0 0 0,1-1 0 0 0,-1 1 1 0 0,8 5-1 0 0,-9-6 3 0 0,27 16 28 0 0,48 38 0 0 0,-23-15 15 0 0,-52-39-94 0 0,-1 0 1 0 0,0-1-1 0 0,1 0 0 0 0,-1 0 1 0 0,1 0-1 0 0,-1 0 1 0 0,1 0-1 0 0,-1 0 0 0 0,1-1 1 0 0,0 0-1 0 0,-1 0 0 0 0,1 0 1 0 0,-1 0-1 0 0,1-1 0 0 0,0 1 1 0 0,-1-1-1 0 0,1 0 0 0 0,-1 0 1 0 0,1 0-1 0 0,-1 0 0 0 0,0-1 1 0 0,1 1-1 0 0,-1-1 0 0 0,0 0 1 0 0,0 0-1 0 0,0 0 0 0 0,0-1 1 0 0,-1 1-1 0 0,1-1 0 0 0,0 1 1 0 0,-1-1-1 0 0,4-5 0 0 0,1-21-2383 0 0,11-15-2135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16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 1681 0 0,'4'-2'420'0'0,"-3"2"-332"0"0,0-1-1 0 0,0 1 1 0 0,0 0 0 0 0,0-1-1 0 0,0 1 1 0 0,0-1-1 0 0,0 1 1 0 0,0-1 0 0 0,0 0-1 0 0,0 1 1 0 0,-1-1-1 0 0,1 0 1 0 0,0 1 0 0 0,0-1-1 0 0,-1 0 1 0 0,1 0-1 0 0,-1 0 1 0 0,1 0 0 0 0,-1 0-1 0 0,1 0 1 0 0,0-1 0 0 0,0 1 11 0 0,0-1 1 0 0,0 0 0 0 0,0 1-1 0 0,1-1 1 0 0,-1 1 0 0 0,0 0 0 0 0,1-1-1 0 0,0 1 1 0 0,-1 0 0 0 0,3-2-1 0 0,5-3 285 0 0,8-6-64 0 0,1 0 0 0 0,1 1 1 0 0,30-13-1 0 0,-45 35 1324 0 0,-4 28-1475 0 0,0-27 32 0 0,1 4-124 0 0,1-1 1 0 0,0 0-1 0 0,2 1 1 0 0,6 19-1 0 0,-9-29-76 0 0,0 0 0 0 0,0 0 1 0 0,-1 1-1 0 0,1-1 0 0 0,-2 0 0 0 0,1 0 1 0 0,0 0-1 0 0,-1 0 0 0 0,0 0 0 0 0,-1 1 1 0 0,1-2-1 0 0,-1 1 0 0 0,0 0 1 0 0,-1 0-1 0 0,1 0 0 0 0,-5 6 0 0 0,-12 37 351 0 0,11 48-218 0 0,-36 81-54 0 0,41-172-66 0 0,1 1 1 0 0,-1-1-1 0 0,0 0 1 0 0,-6 9-1 0 0,6-11-8 0 0,1 0 1 0 0,-1 0-1 0 0,1 0 0 0 0,0 1 0 0 0,0-1 0 0 0,1 0 1 0 0,-1 1-1 0 0,1-1 0 0 0,0 1 0 0 0,0-1 0 0 0,0 7 1 0 0,1-6-11 0 0,-1-3 5 0 0,1 0 0 0 0,-1 0 0 0 0,1 0 0 0 0,0 0 1 0 0,0 1-1 0 0,0-1 0 0 0,0 0 0 0 0,1 0 0 0 0,-1 0 0 0 0,0 0 0 0 0,1 0 0 0 0,-1 1 1 0 0,1-1-1 0 0,2 3 0 0 0,12 10-14 0 0,-14-13 18 0 0,0-1 0 0 0,0 1 0 0 0,1-1 0 0 0,-1 1 0 0 0,0-1 0 0 0,0 0 0 0 0,1 1 0 0 0,-1-1 0 0 0,1 0 0 0 0,-1 0 0 0 0,1 0 0 0 0,0 0 0 0 0,-1 0 0 0 0,1 0 0 0 0,2 0 0 0 0,85 15 155 0 0,-86-16-155 0 0,-2 1-3 0 0,-1-1 1 0 0,1 0 0 0 0,0 1-1 0 0,-1-1 1 0 0,1 0 0 0 0,0 1-1 0 0,-1-1 1 0 0,1 0 0 0 0,0 0-1 0 0,-1 0 1 0 0,1 0 0 0 0,0 0-1 0 0,0 0 1 0 0,-1 0 0 0 0,1 0-1 0 0,0 0 1 0 0,-1 0 0 0 0,1 0 0 0 0,0 0-1 0 0,-1-1 1 0 0,1 1 0 0 0,0 0-1 0 0,-1 0 1 0 0,1-1 0 0 0,0 1-1 0 0,-1 0 1 0 0,2-1 0 0 0,-2 0-3 0 0,0 1-1 0 0,0-1 1 0 0,0 0 0 0 0,0 1 0 0 0,0-1 0 0 0,1 1 0 0 0,-1-1 0 0 0,0 1 0 0 0,0-1-1 0 0,1 1 1 0 0,-1-1 0 0 0,0 1 0 0 0,1 0 0 0 0,-1-1 0 0 0,0 1 0 0 0,1-1 0 0 0,-1 1-1 0 0,1 0 1 0 0,-1-1 0 0 0,1 1 0 0 0,-1 0 0 0 0,2-1 0 0 0,4-5 16 0 0,-5 4-25 0 0,-1-1 1 0 0,1 0-1 0 0,-1 1 0 0 0,0-1 0 0 0,0 1 1 0 0,0-1-1 0 0,0 0 0 0 0,-1 1 1 0 0,1-1-1 0 0,-1 1 0 0 0,1-1 0 0 0,-1 1 1 0 0,0-1-1 0 0,0 1 0 0 0,0 0 1 0 0,0-1-1 0 0,-3-2 0 0 0,-2-9-207 0 0,-19-44-1652 0 0,-16-7-2707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18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71 2721 0 0,'-3'-5'438'0'0,"0"-1"0"0"0,0 0 0 0 0,0 1 0 0 0,-1-1 0 0 0,0 1 0 0 0,0 0 0 0 0,-1 1 0 0 0,0-1 0 0 0,1 1 0 0 0,-1 0 0 0 0,-10-7 0 0 0,10 7-258 0 0,9 4 404 0 0,-3 0-521 0 0,5 1 12 0 0,-1 0 0 0 0,1 1 0 0 0,-1-1 0 0 0,1 1 0 0 0,-1 1 0 0 0,1-1-1 0 0,5 4 1 0 0,24 11 126 0 0,44 9 13 0 0,2-2-1 0 0,0-5 1 0 0,158 18-1 0 0,-134-22-145 0 0,83 6-29 0 0,-98-18-1 0 0,326 24 84 0 0,-371-22-97 0 0,92 13 203 0 0,143-1-1 0 0,-184-15-188 0 0,119-4 82 0 0,-196 0-120 0 0,56-6 39 0 0,1 3 0 0 0,-1 4 0 0 0,94 10-1 0 0,186 31 55 0 0,-284-37-30 0 0,97-9 0 0 0,-166 6-59 0 0,142 2 8 0 0,-66 1 1 0 0,210 5 106 0 0,-153 0 28 0 0,-75-2 432 0 0,78-3-1 0 0,-52-8-712 0 0,0-4-1 0 0,109-25 1 0 0,-177 30-18 0 0,1 0 0 0 0,27 0 0 0 0,-41 4 150 0 0,14-3 281 0 0,-43 10-140 0 0,0 2-1 0 0,0 1 0 0 0,1 0 0 0 0,1 2 0 0 0,0 0 0 0 0,-24 19 0 0 0,38-25-83 0 0,-1 1 0 0 0,2-1 0 0 0,-1 2-1 0 0,1-1 1 0 0,0 1 0 0 0,1 0 0 0 0,-9 15 0 0 0,2 0-39 0 0,-15 39 0 0 0,-9 17-31 0 0,23-56-7 0 0,-2-2 0 0 0,-20 24 0 0 0,-1 1 17 0 0,-55 85 4 0 0,21-23 14 0 0,-32-1 52 0 0,83-87-54 0 0,0-2 0 0 0,-34 25 0 0 0,-4 4 6 0 0,55-44-18 0 0,0 0 0 0 0,1-1 0 0 0,-2 1 0 0 0,1-1 0 0 0,0 0 0 0 0,0 0 0 0 0,-1 0 0 0 0,1 0 0 0 0,-1-1 0 0 0,1 1 0 0 0,-7 0 0 0 0,-1-10-227 0 0,-120-17 274 0 0,-259-16-1 0 0,-294 4 21 0 0,517 23-125 0 0,1-8 1 0 0,-270-70-1 0 0,122 12 171 0 0,243 66-62 0 0,-1 4 0 0 0,-111-1 0 0 0,-59 0-183 0 0,199 8 104 0 0,26 3-24 0 0,0 1-1 0 0,1 1 0 0 0,-1 0 0 0 0,1 1 0 0 0,-23 6 0 0 0,-39 7 64 0 0,38-9 21 0 0,26-3-25 0 0,0-2 0 0 0,-1 0 0 0 0,1 0-1 0 0,-22-1 1 0 0,27 0 8 0 0,-27 2 37 0 0,-101 10-265 0 0,93-10 214 0 0,8-2-68 0 0,1 2 0 0 0,-1 1 0 0 0,1 1 0 0 0,-37 12 0 0 0,50-11-9 0 0,17-5 18 0 0,1 0 0 0 0,0 0 1 0 0,-1 0-1 0 0,1 1 0 0 0,0-1 0 0 0,0 1 1 0 0,0 0-1 0 0,0 0 0 0 0,-6 6 0 0 0,2-2-112 0 0,-2 1-366 0 0,0 0-1 0 0,0 1 1 0 0,1 1 0 0 0,0 0 0 0 0,-13 17-1 0 0,21-24 106 0 0,-1 1 0 0 0,1 0 0 0 0,0 0 1 0 0,0 0-1 0 0,1 0 0 0 0,-1 0 0 0 0,1 0 0 0 0,-1 0 0 0 0,1 0 0 0 0,0 4 0 0 0,0-6 249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4:33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1 800 0 0,'0'0'2562'0'0,"-22"0"-1362"0"0,22 5-800 0 0,0 4-400 0 0,-22 1-160 0 0,22 8 0 0 0,-23 10 80 0 0,-21 1-80 0 0,0 7-1681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28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2118 684 3121 0 0,'-18'-8'2067'0'0,"17"8"-1980"0"0,0 0-1 0 0,-1 0 0 0 0,1-1 0 0 0,0 1 0 0 0,-1-1 1 0 0,1 1-1 0 0,0-1 0 0 0,0 0 0 0 0,-1 1 1 0 0,1-1-1 0 0,0 0 0 0 0,0 0 0 0 0,0 0 0 0 0,0 0 1 0 0,0 0-1 0 0,0 0 0 0 0,0 0 0 0 0,0 0 1 0 0,0 0-1 0 0,1 0 0 0 0,-1-1 0 0 0,0 1 0 0 0,1 0 1 0 0,-1 0-1 0 0,0-3 0 0 0,1 4-90 0 0,0-1 1 0 0,0 1-1 0 0,0-1 0 0 0,0 1 1 0 0,0 0-1 0 0,-1-1 0 0 0,1 1 0 0 0,0 0 1 0 0,0 0-1 0 0,0-1 0 0 0,-1 1 1 0 0,1 0-1 0 0,0-1 0 0 0,0 1 1 0 0,-1 0-1 0 0,1 0 0 0 0,0-1 1 0 0,-1 1-1 0 0,1 0 0 0 0,0 0 0 0 0,-1 0 1 0 0,1 0-1 0 0,0-1 0 0 0,-1 1 1 0 0,1 0-1 0 0,0 0 0 0 0,-1 0 1 0 0,1 0-1 0 0,0 0 0 0 0,-1 0 0 0 0,0 0 9 0 0,1 0-1 0 0,-1 0 0 0 0,0 0 0 0 0,1-1 0 0 0,-1 1 0 0 0,0 0 1 0 0,1 0-1 0 0,-1-1 0 0 0,1 1 0 0 0,-1 0 0 0 0,0-1 0 0 0,1 1 0 0 0,-1 0 1 0 0,1-1-1 0 0,-1 1 0 0 0,1-1 0 0 0,0 1 0 0 0,-1-1 0 0 0,1 1 1 0 0,-1-1-1 0 0,1 1 0 0 0,0-1 0 0 0,-1 0 0 0 0,1 1 0 0 0,0-1 1 0 0,0 1-1 0 0,0-1 0 0 0,-1 0 0 0 0,1 1 0 0 0,0-1 0 0 0,0 0 0 0 0,0 1 1 0 0,0-2-1 0 0,0-11 223 0 0,-21 13-67 0 0,-287 35 640 0 0,290-34-759 0 0,1-1-1 0 0,-1-1 1 0 0,-22-4-1 0 0,24 3-11 0 0,-1 0 0 0 0,0 1 0 0 0,0 1 0 0 0,-27 2 0 0 0,-16 7-55 0 0,5-2 66 0 0,0 2-1 0 0,-55 17 1 0 0,1 6-80 0 0,-74 26 147 0 0,-189 55-12 0 0,348-107-97 0 0,-10 5 224 0 0,1 1 0 0 0,-53 28-1 0 0,-71 47 61 0 0,119-66-202 0 0,28-15-57 0 0,-70 44 68 0 0,71-44-73 0 0,1 1 0 0 0,0 0 0 0 0,0 1 0 0 0,0-1 0 0 0,1 1 0 0 0,-10 15 0 0 0,7-8-9 0 0,6-9 6 0 0,0-1 0 0 0,0 1-1 0 0,1 0 1 0 0,-1 0 0 0 0,1 0 0 0 0,1 0 0 0 0,-1 1 0 0 0,1-1 0 0 0,0 1-1 0 0,1 0 1 0 0,-2 12 0 0 0,3-5 41 0 0,-1-10-33 0 0,1 0 1 0 0,0 0-1 0 0,0 1 1 0 0,0-1-1 0 0,1 0 1 0 0,-1 0-1 0 0,1 0 1 0 0,2 7-1 0 0,2 0-14 0 0,0 0 0 0 0,1-1 0 0 0,0 1 0 0 0,0-1-1 0 0,1-1 1 0 0,1 1 0 0 0,0-1 0 0 0,0 0 0 0 0,1-1 0 0 0,0 0 0 0 0,0 0 0 0 0,1-1 0 0 0,0 0 0 0 0,17 8-1 0 0,58 17 90 0 0,2-4 0 0 0,133 25 0 0 0,21-1 62 0 0,-89-15 67 0 0,225 19 53 0 0,-223-28 27 0 0,-144-25-291 0 0,0-1 1 0 0,-1 1-1 0 0,0 1 0 0 0,0 0 1 0 0,0 0-1 0 0,14 10 1 0 0,-13-8 67 0 0,0-1 1 0 0,1 1 0 0 0,13 4-1 0 0,-20-9-67 0 0,-3-1-16 0 0,0 0 0 0 0,0 0 0 0 0,0 0 0 0 0,0 0 0 0 0,0 0 0 0 0,0 0 0 0 0,-1 1 0 0 0,1-1 0 0 0,0 0 0 0 0,0 1 0 0 0,0-1 0 0 0,-1 1 1 0 0,1-1-1 0 0,0 1 0 0 0,0-1 0 0 0,-1 1 0 0 0,1-1 0 0 0,0 1 0 0 0,-1 0 0 0 0,1-1 0 0 0,0 2 0 0 0,0-1 3 0 0,-1-1-1 0 0,1 1 1 0 0,-1 0-1 0 0,1-1 1 0 0,0 1-1 0 0,0 0 1 0 0,-1-1-1 0 0,1 1 1 0 0,0-1-1 0 0,0 1 1 0 0,0-1-1 0 0,-1 0 1 0 0,1 1-1 0 0,0-1 0 0 0,0 0 1 0 0,0 0-1 0 0,0 1 1 0 0,0-1-1 0 0,0 0 1 0 0,1 0-1 0 0,-1 0 4 0 0,21 5 300 0 0,-19-5 573 0 0,20 0-800 0 0,107-3-15 0 0,-48 1 20 0 0,0 3 1 0 0,86 12-1 0 0,-124-11-72 0 0,-36-1 5 0 0,29 1 97 0 0,131 8 220 0 0,-96-5-203 0 0,17 4-92 0 0,-66-5 27 0 0,32 2-70 0 0,-55-6 6 0 0,14 4 64 0 0,101 20 249 0 0,1-5 1 0 0,1-6 0 0 0,168-1 0 0 0,-45-28-148 0 0,-18 1-125 0 0,-215 16-17 0 0,8 2-80 0 0,-7-3-14 0 0,106 6 29 0 0,-86-3 84 0 0,48-3-1 0 0,742-55 195 0 0,-467 25-340 0 0,-284 24 200 0 0,-46 5-109 0 0,1 2 0 0 0,0 1-1 0 0,0 1 1 0 0,-1 0 0 0 0,32 10 0 0 0,-41-10 11 0 0,29 8 31 0 0,40 17 0 0 0,1 1-32 0 0,-32-13 10 0 0,1-2 1 0 0,1-3 0 0 0,1-2-1 0 0,-1-2 1 0 0,1-3 0 0 0,0-2-1 0 0,86-7 1 0 0,-99 4 68 0 0,-36 1 240 0 0,-3-2-568 0 0,-1 2 374 0 0,0 0 1 0 0,0 0 0 0 0,0-1 0 0 0,0 1 0 0 0,0 0-1 0 0,0 0 1 0 0,0-1 0 0 0,0 1 0 0 0,0 0-1 0 0,0 0 1 0 0,0-1 0 0 0,0 1 0 0 0,0 0-1 0 0,0 0 1 0 0,0 0 0 0 0,0-1 0 0 0,0 1 0 0 0,0 0-1 0 0,0 0 1 0 0,-1 0 0 0 0,1-1 0 0 0,0 1-1 0 0,0 0 1 0 0,0 0 0 0 0,0 0 0 0 0,0-1-1 0 0,-1 1 1 0 0,1 0 0 0 0,0 0 0 0 0,0 0 0 0 0,0 0-1 0 0,0 0 1 0 0,-1-1 0 0 0,1 1 0 0 0,0 0-1 0 0,0 0 1 0 0,-1 0 0 0 0,1 0 0 0 0,0 0 0 0 0,-1 0-1 0 0,-4-1 378 0 0,2 1-288 0 0,0 0 0 0 0,0 0 0 0 0,1-1 0 0 0,-1 1 0 0 0,0-1-1 0 0,1 1 1 0 0,-1-1 0 0 0,0 0 0 0 0,1 0 0 0 0,-1 0 0 0 0,-2-3 0 0 0,3 3 128 0 0,0 0-1 0 0,0 0 1 0 0,-1 1-1 0 0,1-1 1 0 0,0 0 0 0 0,0 1-1 0 0,0 0 1 0 0,0-1-1 0 0,-1 1 1 0 0,-2 0 0 0 0,-9-3 1572 0 0,6 0-2022 0 0,-20-12-61 0 0,26 14 118 0 0,1 0 0 0 0,0 0 0 0 0,0 0 0 0 0,1-1 0 0 0,-1 1 0 0 0,0 0 0 0 0,0 0 0 0 0,0 0 0 0 0,1-1 0 0 0,-1 1 0 0 0,1 0 0 0 0,-1-1 0 0 0,1 1-1 0 0,-1 0 1 0 0,1-1 0 0 0,0 1 0 0 0,0-1 0 0 0,0 1 0 0 0,0-2 0 0 0,-4 2-138 0 0,-6 1-54 0 0,20 0-51 0 0,-6 0 38 0 0,-1 0 41 0 0,138-5 62 0 0,51 1 422 0 0,315 40 289 0 0,-420-30-1104 0 0,-57-6 382 0 0,41 7 1 0 0,85 28-92 0 0,136 17 345 0 0,-185-34-11 0 0,67 19-28 0 0,8 0-119 0 0,-141-23-81 0 0,-34-3-13 0 0,118 53 253 0 0,-92-48-60 0 0,0-2 0 0 0,66 18 0 0 0,-59-20 64 0 0,66 28 1 0 0,-65-21 2 0 0,52 17 0 0 0,-89-35 18 0 0,1 0 0 0 0,-1 1 1 0 0,0 0-1 0 0,1-1 0 0 0,-1 2 0 0 0,0-1 1 0 0,0 0-1 0 0,0 1 0 0 0,0 0 1 0 0,-1 0-1 0 0,1 0 0 0 0,-1 0 0 0 0,0 1 1 0 0,5 5-1 0 0,-4-5-107 0 0,1 1 0 0 0,1 0 0 0 0,-1-1 0 0 0,1 0 0 0 0,0 0 0 0 0,-1-1 0 0 0,2 0 0 0 0,-1 0 0 0 0,0 0 0 0 0,12 3 0 0 0,-12-5-30 0 0,-1 1 0 0 0,1 0-1 0 0,0 1 1 0 0,-1-1 0 0 0,1 1 0 0 0,-1 0 0 0 0,0 0 0 0 0,0 1 0 0 0,0 0 0 0 0,0 0 0 0 0,-1 0-1 0 0,0 0 1 0 0,6 7 0 0 0,-3 2-120 0 0,12 12 78 0 0,24 25-49 0 0,-37-41 106 0 0,0 0 1 0 0,1-1 0 0 0,0 0-1 0 0,0-1 1 0 0,1 1 0 0 0,0-1 0 0 0,0-1-1 0 0,1 0 1 0 0,0 0 0 0 0,13 6-1 0 0,2-2 44 0 0,1-1-1 0 0,0-2 0 0 0,0 0 0 0 0,31 3 0 0 0,114 9-142 0 0,-84-12 224 0 0,572 65 239 0 0,-531-51-293 0 0,-50-6-67 0 0,452 33-227 0 0,-469-42 265 0 0,97 22-1 0 0,29 4-205 0 0,58-2 214 0 0,192 18-106 0 0,45-34 194 0 0,-459-13-121 0 0,-3 3 0 0 0,-12 0 41 0 0,8-7-54 0 0,-11 3-67 0 0,-1 0 0 0 0,70 13 205 0 0,92 4-1 0 0,-140-16-185 0 0,225 5-54 0 0,-168-6 44 0 0,396-30 351 0 0,-238-7-213 0 0,-143 17-69 0 0,-71 13-24 0 0,0 1 1 0 0,0 1-1 0 0,51-2 0 0 0,-72 7 7 0 0,17-3-1 0 0,14-4 7 0 0,19-3 63 0 0,5-1-14 0 0,105-33-1 0 0,-68 6 192 0 0,10 6-336 0 0,-18 6 32 0 0,-1 4 64 0 0,-21 3-320 0 0,-60 16 326 0 0,-1-1-1 0 0,1 1 1 0 0,-1-1-1 0 0,1 0 0 0 0,-1-1 1 0 0,-1 0-1 0 0,9-8 1 0 0,13-10 110 0 0,121-88-9 0 0,-40 28-115 0 0,-101 78 3 0 0,2-2-10 0 0,-8 6 8 0 0,0 1 0 0 0,0-1 0 0 0,0 0 0 0 0,0 0 0 0 0,0 0 0 0 0,0 1 0 0 0,0-1 0 0 0,0 0 0 0 0,0 0 0 0 0,0 0 1 0 0,0 0-1 0 0,0-1 0 0 0,-1 1 0 0 0,1 0 0 0 0,-1 0 0 0 0,1 0 0 0 0,-1 0 0 0 0,1-1 0 0 0,-1 1 0 0 0,1-2 0 0 0,-23-4 101 0 0,19 6-56 0 0,1 0 1 0 0,0 0 0 0 0,0 0-1 0 0,0-1 1 0 0,0 1 0 0 0,0 0-1 0 0,0-1 1 0 0,0 0 0 0 0,1 1-1 0 0,-1-1 1 0 0,1 0 0 0 0,-3-3-1 0 0,-14-14 140 0 0,-1 0-96 0 0,17 16-104 0 0,-1 0 0 0 0,1 0 0 0 0,-1 0 0 0 0,0 1 0 0 0,0-1 1 0 0,0 1-1 0 0,-7-4 0 0 0,6 4-52 0 0,0-1 0 0 0,-1 1-1 0 0,1-1 1 0 0,0 0 0 0 0,1 0 0 0 0,-1 0 0 0 0,1 0 0 0 0,-1-1 0 0 0,1 1 0 0 0,0-1 0 0 0,0 0-1 0 0,0 0 1 0 0,1 0 0 0 0,-1 0 0 0 0,1-1 0 0 0,0 1 0 0 0,-1-6 0 0 0,-4-16-416 0 0,2 10 353 0 0,1 0 0 0 0,0-1 0 0 0,2 0 1 0 0,-2-27-1 0 0,4 41 148 0 0,0-1 1 0 0,-1 1-1 0 0,1 0 1 0 0,-1 0-1 0 0,1 0 1 0 0,-1 0-1 0 0,0 0 0 0 0,0 0 1 0 0,0 0-1 0 0,-1 1 1 0 0,1-1-1 0 0,-1 0 1 0 0,1 0-1 0 0,-1 1 1 0 0,0-1-1 0 0,0 1 0 0 0,0 0 1 0 0,-4-4-1 0 0,-3 0 43 0 0,0-1 0 0 0,0 2-1 0 0,-1-1 1 0 0,-11-4 0 0 0,-28-17 20 0 0,-36-29-154 0 0,76 50 43 0 0,0-1-1 0 0,1 0 0 0 0,0 0 1 0 0,0 0-1 0 0,1-1 1 0 0,0 0-1 0 0,0-1 0 0 0,1 0 1 0 0,0 0-1 0 0,-8-15 1 0 0,10 12-2 0 0,-1 1 0 0 0,2-1 1 0 0,0 0-1 0 0,0 0 0 0 0,1 0 1 0 0,0 0-1 0 0,1-1 0 0 0,1 1 0 0 0,1-18 1 0 0,-1 25 60 0 0,-1 0 1 0 0,1 0-1 0 0,-1 0 1 0 0,0-1-1 0 0,0 2 1 0 0,-1-1-1 0 0,0 0 0 0 0,-4-9 1 0 0,2 3 15 0 0,2 7-36 0 0,0 0-1 0 0,-1-1 1 0 0,1 1-1 0 0,-1 0 1 0 0,1 0 0 0 0,-1 0-1 0 0,0 1 1 0 0,-1-1 0 0 0,1 1-1 0 0,-1-1 1 0 0,-7-4 0 0 0,4 2 18 0 0,-1 0-9 0 0,-1 0-1 0 0,-1 1 1 0 0,1 0 0 0 0,-18-5-1 0 0,22 8 80 0 0,4 1-87 0 0,0 1 1 0 0,0 0-1 0 0,0 0 1 0 0,0 0 0 0 0,0-1-1 0 0,0 1 1 0 0,0 0 0 0 0,0-1-1 0 0,0 1 1 0 0,1-1-1 0 0,-1 1 1 0 0,0-1 0 0 0,0 1-1 0 0,0-1 1 0 0,1 0-1 0 0,-1 1 1 0 0,0-1 0 0 0,1 0-1 0 0,-1 0 1 0 0,1 1-1 0 0,-1-1 1 0 0,1 0 0 0 0,-1 0-1 0 0,1 0 1 0 0,-1 0-1 0 0,1-1 1 0 0,-2-1-9 0 0,1 1 0 0 0,0 0 0 0 0,-1-1 0 0 0,1 1-1 0 0,-1 0 1 0 0,0 0 0 0 0,0 0 0 0 0,0 0 0 0 0,0 0 0 0 0,0 0 0 0 0,0 1 0 0 0,-3-3-1 0 0,-10-9-7 0 0,13 11 1 0 0,-1-1 0 0 0,1 1-1 0 0,0 0 1 0 0,1-1 0 0 0,-1 1 0 0 0,0-1 0 0 0,1 1 0 0 0,-1-1-1 0 0,1 0 1 0 0,0 0 0 0 0,0 1 0 0 0,0-1 0 0 0,0 0-1 0 0,0 0 1 0 0,1 0 0 0 0,0 0 0 0 0,-1 0 0 0 0,1 0 0 0 0,0 0-1 0 0,0 0 1 0 0,1-1 0 0 0,0-2 0 0 0,6-11-12 0 0,-5 13 25 0 0,-1 0 0 0 0,1 0 1 0 0,-1 0-1 0 0,1-1 0 0 0,-1 1 0 0 0,0 0 0 0 0,-1 0 0 0 0,1-5 1 0 0,-2 4 10 0 0,1-3 7 0 0,20-7 30 0 0,-16 12 56 0 0,-8 6 16 0 0,-15-7 31 0 0,18-4-142 0 0,1 8-10 0 0,0-1 0 0 0,0 1 0 0 0,0 0 0 0 0,0 0-1 0 0,0-1 1 0 0,0 1 0 0 0,0 0 0 0 0,0-1 0 0 0,0 1 0 0 0,0 0 0 0 0,0-1 0 0 0,0 1 0 0 0,0 0 0 0 0,0-1 0 0 0,0 1 0 0 0,0 0 0 0 0,0-1 0 0 0,0 1 0 0 0,0 0 0 0 0,-1 0 0 0 0,1-1 0 0 0,0 1 0 0 0,0 0 0 0 0,0 0 0 0 0,0-1 0 0 0,-1 1 0 0 0,1 0-1 0 0,-1-1 1 0 0,-10-5 0 0 0,-15-10 0 0 0,23 13-5 0 0,0 0 0 0 0,0-1 0 0 0,-1 2-1 0 0,1-1 1 0 0,-1 0 0 0 0,0 1-1 0 0,1 0 1 0 0,-1-1 0 0 0,-1 1-1 0 0,1 1 1 0 0,0-1 0 0 0,-5-1 0 0 0,-38-16-47 0 0,3-10-14 0 0,2-2-1 0 0,0-1 0 0 0,-42-44 0 0 0,64 58 161 0 0,1 2-180 0 0,-36-23 0 0 0,21 17-76 0 0,-91-57-278 0 0,47 33 400 0 0,35 20-44 0 0,0 2-1 0 0,-71-27 1 0 0,15 9-531 0 0,-72-27 149 0 0,-176-67 653 0 0,-249-112 0 0 0,455 198-95 0 0,-2 6 0 0 0,-184-31 0 0 0,-94 25-155 0 0,-86 48-70 0 0,224 1-6 0 0,101-2 78 0 0,130 4 70 0 0,-5-1-34 0 0,-79-9 1 0 0,4 3-131 0 0,98 6 167 0 0,0-1 0 0 0,0-2 1 0 0,0-1-1 0 0,-42-11 0 0 0,40 6-49 0 0,0 2-1 0 0,-72-5 1 0 0,18 3 109 0 0,-439-49-712 0 0,528 58 635 0 0,-724-37-861 0 0,-6 57 563 0 0,259 15-107 0 0,-6-38 407 0 0,42-3-353 0 0,-3 26 212 0 0,19 0 177 0 0,154-12-177 0 0,-459 6 128 0 0,60-15 189 0 0,316 3 1 0 0,242-6-14 0 0,100 5-292 0 0,1 1 1 0 0,-1-1 0 0 0,0 1 0 0 0,1 1-1 0 0,0-1 1 0 0,0 1 0 0 0,-1 0 0 0 0,2 1 0 0 0,-1-1-1 0 0,0 1 1 0 0,1 0 0 0 0,-6 5 0 0 0,-44 28 129 0 0,-97 42 162 0 0,-26 2-307 0 0,72-17 134 0 0,98-59 4 0 0,-1-1-1 0 0,1 0 0 0 0,-1-1 1 0 0,1 1-1 0 0,-12 1 0 0 0,12-3 4 0 0,-1 1 0 0 0,1 0 1 0 0,0 0-1 0 0,0 1 0 0 0,-8 4 0 0 0,-65 30-61 0 0,53-21 81 0 0,-37 27-121 0 0,50-37-200 0 0,11-2-3882 0 0,5-10 227 0 0,-1 3 3639 0 0,0 1 0 0 0,0-1-1 0 0,0 1 1 0 0,1-1-1 0 0,-1 1 1 0 0,1-1-1 0 0,-1 1 1 0 0,1-1-1 0 0,-1 1 1 0 0,1 0-1 0 0,0-1 1 0 0,0 1-1 0 0,0 0 1 0 0,0 0-1 0 0,2-2 1 0 0,52-55-7067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32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1 312 2161 0 0,'3'-3'462'0'0,"1"0"0"0"0,-1 1 1 0 0,0-1-1 0 0,0 0 0 0 0,0-1 0 0 0,3-4 0 0 0,13-13 558 0 0,115-105-46 0 0,-101 101-870 0 0,2 1 0 0 0,1 2 1 0 0,50-23-1 0 0,-76 40-67 0 0,-3 1 19 0 0,23-10 172 0 0,-30 14-220 0 0,0 0 1 0 0,0 0-1 0 0,1 0 0 0 0,-1 0 1 0 0,0 0-1 0 0,1 0 0 0 0,-1 0 1 0 0,0 0-1 0 0,0 0 0 0 0,1 0 1 0 0,-1 0-1 0 0,0 0 0 0 0,0 0 0 0 0,1 0 1 0 0,-1 0-1 0 0,0 1 0 0 0,0-1 1 0 0,1 0-1 0 0,-1 0 0 0 0,0 0 1 0 0,0 0-1 0 0,0 0 0 0 0,1 0 1 0 0,-1 1-1 0 0,0-1 0 0 0,0 0 1 0 0,0 0-1 0 0,1 0 0 0 0,-1 1 1 0 0,0-1-1 0 0,0 0 0 0 0,0 0 0 0 0,0 1 1 0 0,1-1-1 0 0,-6 18 510 0 0,-29 38 277 0 0,9-19-256 0 0,-90 151 1262 0 0,82-134-1474 0 0,-45 100 0 0 0,76-150-347 0 0,1 0 1 0 0,-1-1 0 0 0,1 1 0 0 0,0 0-1 0 0,0 0 1 0 0,0 0 0 0 0,0 0-1 0 0,1 0 1 0 0,0 0 0 0 0,0 0-1 0 0,0 0 1 0 0,0 0 0 0 0,0 0-1 0 0,2 6 1 0 0,-1-7-110 0 0,1-1 1 0 0,-1 0-1 0 0,0 1 1 0 0,1-1-1 0 0,-1 0 1 0 0,1 0-1 0 0,0 0 1 0 0,0-1-1 0 0,-1 1 0 0 0,1 0 1 0 0,0-1-1 0 0,1 1 1 0 0,-1-1-1 0 0,0 1 1 0 0,0-1-1 0 0,1 0 1 0 0,-1 0-1 0 0,0 0 1 0 0,1 0-1 0 0,-1-1 1 0 0,1 1-1 0 0,-1-1 0 0 0,6 1 1 0 0,36-2-3700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33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289 110 1601 0 0,'-15'0'3535'0'0,"21"1"-1440"0"0,-6 0-2096 0 0,0-1 1 0 0,0 0-1 0 0,-1 1 1 0 0,1-1 0 0 0,0 0-1 0 0,0 1 1 0 0,0-1-1 0 0,0 0 1 0 0,-1 1 0 0 0,1-1-1 0 0,0 0 1 0 0,0 1-1 0 0,-1-1 1 0 0,1 0-1 0 0,0 0 1 0 0,0 1 0 0 0,-1-1-1 0 0,1 0 1 0 0,0 0-1 0 0,-1 0 1 0 0,1 1 0 0 0,0-1-1 0 0,-1 0 1 0 0,1 0-1 0 0,0 0 1 0 0,-1 0 0 0 0,1 0-1 0 0,0 0 1 0 0,-1 0-1 0 0,1 0 1 0 0,0 0-1 0 0,-1 0 1 0 0,0 0 0 0 0,4 1 241 0 0,4 5-211 0 0,24-3 152 0 0,-24-2-172 0 0,3-1-6 0 0,17-6 9 0 0,11-3 56 0 0,-20 1-77 0 0,-11 3 14 0 0,-6 2-1 0 0,0 0 0 0 0,0 0 0 0 0,0 0 0 0 0,-1 0 0 0 0,1 0 0 0 0,-1 0 0 0 0,0 0 0 0 0,0 0 0 0 0,0 0 0 0 0,0 0 0 0 0,0 0 0 0 0,-1 0 0 0 0,1 0 0 0 0,-1 0 0 0 0,-2-4 0 0 0,-2 2 14 0 0,-1 0 0 0 0,0 1 1 0 0,-1 0-1 0 0,1 0 0 0 0,-1 0 1 0 0,1 1-1 0 0,-1 0 1 0 0,0 1-1 0 0,-13-4 0 0 0,9 3 20 0 0,-1 1 0 0 0,1 0 0 0 0,-1 1 0 0 0,1 1 0 0 0,-1-1 0 0 0,-16 3 0 0 0,-14 6 36 0 0,39-7-70 0 0,0 0-1 0 0,0 0 0 0 0,0 1 1 0 0,0-1-1 0 0,0 1 0 0 0,1-1 1 0 0,-1 1-1 0 0,-2 3 0 0 0,-17 10 43 0 0,6-6-14 0 0,0 2 0 0 0,1 0 1 0 0,1 1-1 0 0,-1 0 0 0 0,2 1 1 0 0,0 0-1 0 0,1 1 0 0 0,0 1 1 0 0,-11 18-1 0 0,23-33-29 0 0,0 1-1 0 0,-1 0 1 0 0,1-1-1 0 0,0 1 1 0 0,-1 0-1 0 0,1 0 1 0 0,0-1-1 0 0,0 1 1 0 0,0 0-1 0 0,0 0 1 0 0,0 0-1 0 0,-1-1 1 0 0,1 1-1 0 0,1 0 1 0 0,-1 0 0 0 0,0-1-1 0 0,0 1 1 0 0,0 0-1 0 0,0 0 1 0 0,0 0-1 0 0,1-1 1 0 0,-1 1-1 0 0,0 0 1 0 0,1-1-1 0 0,-1 1 1 0 0,1 1-1 0 0,22 14 194 0 0,34 3 190 0 0,-52-18-359 0 0,22 7-66 0 0,1-2-1 0 0,1-1 1 0 0,-1-1 0 0 0,1-1-1 0 0,0-2 1 0 0,-1 0 0 0 0,44-6-1 0 0,95-14-2642 0 0,-98 6-1841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35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1007 309 2321 0 0,'7'-3'646'0'0,"30"0"1976"0"0,48-6-2595 0 0,-28 3 128 0 0,38-2 87 0 0,-86 8-225 0 0,1 0 0 0 0,0 1 0 0 0,0 0 0 0 0,0 1 0 0 0,-1 0 0 0 0,1 1 0 0 0,10 4 0 0 0,-18-7-15 0 0,-1 1-1 0 0,0-1 0 0 0,1 1 1 0 0,-1-1-1 0 0,0 1 0 0 0,0 0 1 0 0,1-1-1 0 0,-1 1 0 0 0,0 0 1 0 0,0 0-1 0 0,0 0 0 0 0,0 0 1 0 0,0 0-1 0 0,0 0 0 0 0,0 0 1 0 0,0 0-1 0 0,-1 0 0 0 0,1 0 1 0 0,0 1-1 0 0,-1-1 0 0 0,1 0 0 0 0,-1 0 1 0 0,1 1-1 0 0,-1-1 0 0 0,0 0 1 0 0,1 1-1 0 0,-1-1 0 0 0,0 1 1 0 0,0-1-1 0 0,0 0 0 0 0,0 1 1 0 0,0-1-1 0 0,0 0 0 0 0,0 1 1 0 0,-1-1-1 0 0,1 1 0 0 0,0-1 1 0 0,-1 0-1 0 0,1 0 0 0 0,-1 1 1 0 0,1-1-1 0 0,-2 2 0 0 0,-2 3 4 0 0,0 0 1 0 0,0 0-1 0 0,-1-1 0 0 0,1 0 0 0 0,-1 0 1 0 0,-10 8-1 0 0,-2-2 16 0 0,0 0 0 0 0,0-1 0 0 0,-1 0 0 0 0,0-2 0 0 0,-1 0 0 0 0,0-1 1 0 0,-25 5-1 0 0,-140 23 202 0 0,170-33-215 0 0,-6 1 30 0 0,0 0 1 0 0,0-2-1 0 0,0 0 0 0 0,-1-1 1 0 0,1-1-1 0 0,0-1 0 0 0,-20-4 1 0 0,37 6-34 0 0,1-1 1 0 0,-1 1-1 0 0,0-1 1 0 0,1 0-1 0 0,-1 0 1 0 0,1 0-1 0 0,-1 0 1 0 0,1 0 0 0 0,0 0-1 0 0,-1-1 1 0 0,1 1-1 0 0,0-1 1 0 0,0 0-1 0 0,-2-1 1 0 0,4 2-6 0 0,-1 0 1 0 0,1 1-1 0 0,0-1 1 0 0,-1 1-1 0 0,1-1 1 0 0,0 0-1 0 0,0 1 1 0 0,0-1-1 0 0,0 0 1 0 0,0 0-1 0 0,0 1 1 0 0,-1-1-1 0 0,2 0 1 0 0,-1 1-1 0 0,0-1 1 0 0,0 0-1 0 0,0 1 1 0 0,0-1-1 0 0,0 0 1 0 0,0 1-1 0 0,1-1 1 0 0,-1 0-1 0 0,2-2 0 0 0,-1 1 0 0 0,1 0 0 0 0,0-1 0 0 0,-1 1 0 0 0,1 0 0 0 0,0 0-1 0 0,0 0 1 0 0,4-2 0 0 0,14-9-1 0 0,1 0-1 0 0,0 1 1 0 0,1 1-1 0 0,42-14 1 0 0,92-18-58 0 0,-132 38 64 0 0,-1 1 1 0 0,1 1-1 0 0,0 1 1 0 0,0 2-1 0 0,1 0 1 0 0,-1 1-1 0 0,0 2 1 0 0,0 0 0 0 0,-1 1-1 0 0,1 2 1 0 0,42 15-1 0 0,-59-18-5 0 0,0 1 0 0 0,0 0 0 0 0,0 0-1 0 0,-1 0 1 0 0,1 0 0 0 0,-1 1 0 0 0,0 0 0 0 0,9 11-1 0 0,-13-14 3 0 0,-1-1 0 0 0,0 1 0 0 0,1-1 0 0 0,-1 1 0 0 0,0 0 0 0 0,0 0 0 0 0,0-1 0 0 0,0 1 0 0 0,-1 0-1 0 0,1 0 1 0 0,0 0 0 0 0,-1 0 0 0 0,0 0 0 0 0,1 0 0 0 0,-1 0 0 0 0,0 0 0 0 0,0 0 0 0 0,0 0 0 0 0,0 0-1 0 0,0 0 1 0 0,-1 0 0 0 0,1 0 0 0 0,0 0 0 0 0,-1 0 0 0 0,0 0 0 0 0,1 0 0 0 0,-1 0 0 0 0,0-1 0 0 0,0 1 0 0 0,0 0-1 0 0,0 0 1 0 0,0-1 0 0 0,-1 1 0 0 0,1-1 0 0 0,-3 3 0 0 0,-4 3 11 0 0,-2 1-1 0 0,1-2 1 0 0,-1 1 0 0 0,0-1 0 0 0,-1-1-1 0 0,1 0 1 0 0,-1 0 0 0 0,0-1 0 0 0,-13 3 0 0 0,-106 19 239 0 0,119-24-232 0 0,-4 1 12 0 0,0-1 0 0 0,0-1 0 0 0,0 0-1 0 0,0-1 1 0 0,-1 0 0 0 0,1-2 0 0 0,0 1 0 0 0,0-2-1 0 0,1 0 1 0 0,-1-1 0 0 0,0 0 0 0 0,-27-13 0 0 0,41 16-32 0 0,0 1 0 0 0,-1-1 0 0 0,1 0 0 0 0,0 1 0 0 0,-1-1 0 0 0,1 0 0 0 0,0 0 0 0 0,0 0 0 0 0,0 0 0 0 0,0 0 0 0 0,0 0 0 0 0,0 0 0 0 0,0 0 0 0 0,0 0 0 0 0,0-1 0 0 0,0 1 0 0 0,1 0 0 0 0,-1 0 0 0 0,0-1 0 0 0,1 1 0 0 0,-1-1 0 0 0,1 1 0 0 0,0 0 0 0 0,-1-1 0 0 0,1 1 0 0 0,0-1 0 0 0,0 1 0 0 0,0-1 0 0 0,0 1 0 0 0,0-1 0 0 0,0 1 0 0 0,0-1 0 0 0,1 1 0 0 0,-1-1 0 0 0,0 1 0 0 0,1 0 0 0 0,-1-1 0 0 0,1 1 0 0 0,0 0 0 0 0,-1-1 0 0 0,1 1 0 0 0,0 0 0 0 0,0 0 0 0 0,0-1 0 0 0,0 1 0 0 0,0 0 0 0 0,2-1 0 0 0,5-6-11 0 0,1 0 0 0 0,0 0 0 0 0,0 1 0 0 0,18-9 0 0 0,-19 11-14 0 0,15-9 12 0 0,0 2 1 0 0,1 1-1 0 0,1 1 1 0 0,0 0-1 0 0,36-7 1 0 0,-39 11 7 0 0,-16 4 5 0 0,0 0 0 0 0,0 1 0 0 0,0-1 0 0 0,0 1 0 0 0,0 0 0 0 0,0 1 0 0 0,1 0 0 0 0,-1 0 0 0 0,0 0 0 0 0,0 1 0 0 0,12 2 0 0 0,-18-3 0 0 0,1 0 0 0 0,0 0 0 0 0,-1 0 0 0 0,1 0 0 0 0,-1 1 0 0 0,1-1 0 0 0,-1 0 0 0 0,1 0 0 0 0,-1 1 0 0 0,1-1 0 0 0,-1 0 0 0 0,1 1 0 0 0,-1-1 0 0 0,1 0 0 0 0,-1 1 0 0 0,1-1 0 0 0,-1 1 0 0 0,0-1 0 0 0,1 1 0 0 0,-1-1 0 0 0,0 1 0 0 0,1-1 0 0 0,-1 1 0 0 0,0-1 0 0 0,0 1 0 0 0,0-1 0 0 0,1 1 0 0 0,-1-1 0 0 0,0 1 0 0 0,0 0 0 0 0,0-1 0 0 0,0 1 0 0 0,0-1 0 0 0,0 1 0 0 0,0 0 0 0 0,0-1 0 0 0,0 1 0 0 0,0-1 0 0 0,-1 1 0 0 0,1-1 0 0 0,0 1 0 0 0,0 0 0 0 0,0-1 0 0 0,-1 1 0 0 0,1-1 0 0 0,0 1 0 0 0,-1-1 0 0 0,1 1 0 0 0,0-1 0 0 0,-1 0 0 0 0,1 1 0 0 0,-2 0 0 0 0,-31 31 11 0 0,31-30-9 0 0,-25 17 48 0 0,-2 0 0 0 0,0-2 0 0 0,-1-1 0 0 0,0-1 1 0 0,-1-2-1 0 0,-62 18 0 0 0,-204 37 79 0 0,-20-21 27 0 0,271-43-126 0 0,0-2 1 0 0,1-2-1 0 0,-1-1 0 0 0,-84-16 0 0 0,121 15-22 0 0,0 0 0 0 0,-1-1 0 0 0,1 0 0 0 0,0-1 0 0 0,0 0 0 0 0,1-1 0 0 0,-1 0 0 0 0,-9-7 0 0 0,14 9-11 0 0,1 0 0 0 0,-1 0 0 0 0,1 0 0 0 0,0 0 0 0 0,0-1 0 0 0,1 1 0 0 0,-1-1 0 0 0,1 0 0 0 0,-1 0 1 0 0,1 0-1 0 0,0 0 0 0 0,1 0 0 0 0,-1 0 0 0 0,1 0 0 0 0,0-1 0 0 0,0 1 0 0 0,0-1 0 0 0,0 1 0 0 0,1-6 0 0 0,1 1-1 0 0,0-1-1 0 0,1 1 0 0 0,0 0 1 0 0,0 0-1 0 0,1 0 0 0 0,0 0 1 0 0,0 1-1 0 0,1-1 0 0 0,1 1 1 0 0,-1 0-1 0 0,1 0 0 0 0,1 0 1 0 0,-1 1-1 0 0,1 0 0 0 0,9-9 1 0 0,8-6-21 0 0,1 1 0 0 0,1 1 1 0 0,35-23-1 0 0,-15 17 56 0 0,0 1 0 0 0,95-36 1 0 0,103-18 47 0 0,-169 58-274 0 0,120-18 0 0 0,-170 36 185 0 0,1 1 0 0 0,0 1 0 0 0,-1 1 0 0 0,1 1 0 0 0,0 2 0 0 0,-1 0 0 0 0,1 1 0 0 0,40 14 0 0 0,-57-16 12 0 0,-1 1 0 0 0,1 0 0 0 0,-1 0 0 0 0,0 1-1 0 0,0 0 1 0 0,0 0 0 0 0,0 1 0 0 0,-1 0 0 0 0,1 0 0 0 0,6 8 0 0 0,-11-10-2 0 0,0 0 0 0 0,0 0 0 0 0,-1 0 1 0 0,1 1-1 0 0,-1-1 0 0 0,1 0 0 0 0,-1 1 1 0 0,-1-1-1 0 0,1 1 0 0 0,0 0 0 0 0,-1-1 1 0 0,1 1-1 0 0,-1-1 0 0 0,0 1 0 0 0,-1 0 1 0 0,1-1-1 0 0,0 1 0 0 0,-1-1 0 0 0,0 1 1 0 0,0-1-1 0 0,0 1 0 0 0,0-1 0 0 0,-1 1 0 0 0,-2 4 1 0 0,-6 13 28 0 0,-2 1 0 0 0,0-1-1 0 0,-2-1 1 0 0,0 0 0 0 0,-1-1 0 0 0,-1-1 0 0 0,0-1 0 0 0,-2 0 0 0 0,0-1 0 0 0,-1 0 0 0 0,0-2 0 0 0,-1 0-1 0 0,-1-1 1 0 0,0-2 0 0 0,0 0 0 0 0,-2-1 0 0 0,-24 8 0 0 0,11-7-29 0 0,-1-1 1 0 0,-66 9-1 0 0,77-16-19 0 0,0-1 0 0 0,-1-1 0 0 0,1-1 0 0 0,-52-8 1 0 0,69 7-18 0 0,0-1 0 0 0,-1-1 1 0 0,1 0-1 0 0,0 0 1 0 0,-11-7-1 0 0,18 10 11 0 0,1-1 0 0 0,-1 0 0 0 0,1 0 0 0 0,-1 0 0 0 0,1 0 0 0 0,0 0-1 0 0,0 0 1 0 0,-1-1 0 0 0,1 1 0 0 0,0 0 0 0 0,0-1 0 0 0,0 1 0 0 0,-1-2 0 0 0,2 2 6 0 0,0 0 0 0 0,0 0 0 0 0,0 1 0 0 0,-1-1 0 0 0,1 0-1 0 0,0 0 1 0 0,0 0 0 0 0,0 1 0 0 0,0-1 0 0 0,0 0 0 0 0,1 0 0 0 0,-1 0 0 0 0,0 1 0 0 0,0-1 0 0 0,0 0 0 0 0,1 0 0 0 0,-1 1 0 0 0,0-1 0 0 0,1 0 0 0 0,0 0 0 0 0,3-4-135 0 0,0 1 0 0 0,0 0 1 0 0,0 0-1 0 0,1 0 0 0 0,0 0 0 0 0,7-3 1 0 0,69-42-2035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36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1 461 320 0 0,'10'-13'836'0'0,"0"1"0"0"0,-1-1 0 0 0,0 0 0 0 0,-1-1 0 0 0,10-24 0 0 0,-10 22-793 0 0,0-1 1 0 0,1 1-1 0 0,17-21 0 0 0,10-4-29 0 0,79-69-1 0 0,-102 101 2 0 0,-1-1 0 0 0,1 2 1 0 0,27-14-1 0 0,19-12 324 0 0,-9 7-475 0 0,-47 25 121 0 0,-1 1 1 0 0,1 0-1 0 0,-1-1 0 0 0,1 1 1 0 0,0 0-1 0 0,-1 1 0 0 0,1-1 1 0 0,0 0-1 0 0,0 1 0 0 0,0 0 1 0 0,-1-1-1 0 0,1 1 0 0 0,0 0 1 0 0,0 1-1 0 0,0-1 0 0 0,0 0 1 0 0,4 2-1 0 0,-6-2 18 0 0,3 5 33 0 0,-9 10 18 0 0,-16 29 85 0 0,-17 44 96 0 0,14-15-61 0 0,4-10 146 0 0,-55 118-1 0 0,57-145-221 0 0,-14 23 154 0 0,2 2 0 0 0,-34 104 0 0 0,54-111-127 0 0,10-51-134 0 0,0 0 0 0 0,-1 0-1 0 0,1 1 1 0 0,0-1 0 0 0,1 0-1 0 0,-1 1 1 0 0,1-1 0 0 0,-1 0-1 0 0,1 0 1 0 0,0 1 0 0 0,2 4 0 0 0,7-4-228 0 0,10-10-220 0 0,1-5-590 0 0,36-21 0 0 0,32-34-3129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37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506 45 160 0 0,'58'-7'4999'0'0,"-2"1"-3782"0"0,-50 6-1201 0 0,-4 0-20 0 0,0 0 0 0 0,1 1 0 0 0,-1-1 0 0 0,0 0 0 0 0,1 0 0 0 0,-1-1 0 0 0,0 1 0 0 0,1 0 0 0 0,-1-1 0 0 0,0 0 0 0 0,0 1 0 0 0,0-1 0 0 0,4-2 0 0 0,-6 2 1 0 0,-1 1 0 0 0,1-1 0 0 0,-1 0 0 0 0,1 0 0 0 0,-1 1-1 0 0,1-1 1 0 0,-1 0 0 0 0,1 1 0 0 0,-1-1 0 0 0,0 1 0 0 0,1-1 0 0 0,-1 1-1 0 0,0-1 1 0 0,0 1 0 0 0,1-1 0 0 0,-1 1 0 0 0,0 0 0 0 0,0-1 0 0 0,0 1-1 0 0,1 0 1 0 0,-1 0 0 0 0,0 0 0 0 0,-2-1 0 0 0,-34-5-2 0 0,4 2 100 0 0,-1 1 1 0 0,1 3-1 0 0,0 0 0 0 0,-1 2 0 0 0,1 2 0 0 0,0 1 0 0 0,1 1 0 0 0,-1 2 1 0 0,1 1-1 0 0,1 1 0 0 0,0 2 0 0 0,0 1 0 0 0,1 2 0 0 0,-54 35 1 0 0,78-45-55 0 0,-1 0 0 0 0,1 0 0 0 0,0 0 0 0 0,0 1 1 0 0,1 0-1 0 0,-1 0 0 0 0,1 0 0 0 0,0 1 1 0 0,1-1-1 0 0,-6 14 0 0 0,9-19-34 0 0,1 1 0 0 0,-1 0-1 0 0,1 0 1 0 0,0 0 0 0 0,-1 0 0 0 0,1 0-1 0 0,0 0 1 0 0,1 0 0 0 0,-1 0 0 0 0,0 0-1 0 0,0 0 1 0 0,1 0 0 0 0,-1 0 0 0 0,1-1 0 0 0,0 1-1 0 0,-1 0 1 0 0,1 0 0 0 0,0-1 0 0 0,0 1-1 0 0,0 0 1 0 0,0-1 0 0 0,1 1 0 0 0,-1-1-1 0 0,0 1 1 0 0,1-1 0 0 0,-1 1 0 0 0,1-1 0 0 0,-1 0-1 0 0,1 0 1 0 0,-1 0 0 0 0,4 1 0 0 0,0 1-17 0 0,1 0 0 0 0,-1 0 1 0 0,1-1-1 0 0,0 0 0 0 0,0 0 1 0 0,-1 0-1 0 0,1-1 0 0 0,1 0 1 0 0,6 1-1 0 0,13-3-355 0 0,0-1-1 0 0,0-1 1 0 0,0-2-1 0 0,47-13 1 0 0,57-21-1903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38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5 3682 0 0,'-63'6'2948'0'0,"59"-6"-2975"0"0,4 0 34 0 0,0 0 1 0 0,0 0-1 0 0,0 0 1 0 0,0 0-1 0 0,0 0 1 0 0,0 1-1 0 0,1-1 0 0 0,-1 0 1 0 0,0 0-1 0 0,0 0 1 0 0,0 0-1 0 0,0 0 1 0 0,0 0-1 0 0,0 0 1 0 0,0 1-1 0 0,0-1 0 0 0,0 0 1 0 0,0 0-1 0 0,0 0 1 0 0,0 0-1 0 0,0 0 1 0 0,0 0-1 0 0,0 1 0 0 0,0-1 1 0 0,0 0-1 0 0,0 0 1 0 0,0 0-1 0 0,0 0 1 0 0,0 0-1 0 0,-1 0 0 0 0,1 0 1 0 0,0 1-1 0 0,0-1 1 0 0,0 0-1 0 0,0 0 1 0 0,0 0-1 0 0,0 0 0 0 0,0 0 1 0 0,0 0-1 0 0,0 0 1 0 0,0 0-1 0 0,-1 0 1 0 0,1 0-1 0 0,0 1 0 0 0,0-1 1 0 0,0 0-1 0 0,0 0 1 0 0,0 0-1 0 0,0 0 1 0 0,0 0-1 0 0,-1 0 0 0 0,1 0 1 0 0,0 0-1 0 0,0 0 1 0 0,0 0-1 0 0,0 0 1 0 0,0 0-1 0 0,0 0 1 0 0,-1 0-1 0 0,1 0 0 0 0,0 0 1 0 0,0 0-1 0 0,0 0 1 0 0,0 0-1 0 0,0-1 1 0 0,0 1-1 0 0,0 0 0 0 0,-1 0 1 0 0,1 0-1 0 0,-18 4 554 0 0,47-2-378 0 0,39 6 0 0 0,-37-3-93 0 0,44 0 0 0 0,-16-1-38 0 0,24 0 67 0 0,-75-4-138 0 0,1-1 0 0 0,-1 0 1 0 0,0 0-1 0 0,1 0 1 0 0,-1-1-1 0 0,15-5 0 0 0,-21 6-98 0 0,0 0-1 0 0,0 1 1 0 0,-1-1-1 0 0,1 0 1 0 0,0 0-1 0 0,-1 0 1 0 0,1 0-1 0 0,-1 0 1 0 0,1-1-1 0 0,-1 1 0 0 0,1 0 1 0 0,-1-1-1 0 0,2-1 1 0 0,-1-9-3560 0 0,-2 8 1289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38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61 1361 0 0,'-67'4'4642'0'0,"22"1"-3602"0"0,68-1-1120 0 0,-1-4 160 0 0,0 0 0 0 0,0 6-80 0 0,23-6 80 0 0,44-10-240 0 0,66-19-1040 0 0,19-12-3923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40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3442 0 0,'45'65'2721'0'0,"-23"-3"-2561"0"0,0 7-400 0 0,0 2 240 0 0,23-2 160 0 0,-23-7 80 0 0,23-15-160 0 0,21-10-160 0 0,-21-9-320 0 0,-23-4-241 0 0,0-5-639 0 0,0-1-2322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40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67 689 960 0 0,'-44'-28'4162'0'0,"22"-14"-3281"0"0,44-25-1201 0 0,62-16 320 0 0,28-16 160 0 0,43-3 0 0 0,-22 13-160 0 0,19 4-480 0 0,25-9-2242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41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661 36 1521 0 0,'-4'-1'1267'0'0,"-56"-12"514"0"0,39 7-1630 0 0,0 1 1 0 0,0 1-1 0 0,0 1 1 0 0,0 1-1 0 0,-1 0 1 0 0,-35 4-1 0 0,7 2 183 0 0,0 2-1 0 0,0 3 1 0 0,1 2-1 0 0,-78 27 1 0 0,120-35-305 0 0,0 0 0 0 0,1 0 1 0 0,-1 1-1 0 0,1 0 1 0 0,-1 0-1 0 0,1 0 0 0 0,0 1 1 0 0,-10 10-1 0 0,14-12-6 0 0,0 0 0 0 0,0 0 1 0 0,0 0-1 0 0,1 0 0 0 0,-1 0 0 0 0,1 1 0 0 0,-1-1 0 0 0,1 0 0 0 0,0 1 1 0 0,1-1-1 0 0,-1 1 0 0 0,0-1 0 0 0,1 1 0 0 0,0-1 0 0 0,0 1 0 0 0,0 0 1 0 0,0-1-1 0 0,1 1 0 0 0,-1-1 0 0 0,1 1 0 0 0,2 5 0 0 0,-1-5-10 0 0,0 1 0 0 0,1-1 0 0 0,-1 0 0 0 0,1-1 0 0 0,0 1-1 0 0,0 0 1 0 0,0-1 0 0 0,1 0 0 0 0,-1 0 0 0 0,1 0 0 0 0,0 0 0 0 0,0 0-1 0 0,0-1 1 0 0,0 1 0 0 0,0-1 0 0 0,1 0 0 0 0,6 2 0 0 0,2 2 9 0 0,13 4-1 0 0,1-1 1 0 0,0-1 0 0 0,0-1 0 0 0,1-1-1 0 0,-1-2 1 0 0,1 0 0 0 0,45-1-1 0 0,-53-2-7 0 0,1-1 0 0 0,-1-1 0 0 0,0-1-1 0 0,32-6 1 0 0,-42 5-22 0 0,-1 1 0 0 0,0-2 0 0 0,0 1 0 0 0,-1-1 0 0 0,1-1 0 0 0,-1 1 0 0 0,0-1 0 0 0,0-1 0 0 0,0 0 0 0 0,-1 0 1 0 0,8-8-1 0 0,-13 12-2 0 0,0 0 1 0 0,0 1 0 0 0,-1-1 0 0 0,1 0 0 0 0,-1 0 0 0 0,1 0-1 0 0,-1-1 1 0 0,0 1 0 0 0,1 0 0 0 0,-1 0 0 0 0,0-1 0 0 0,-1 1-1 0 0,1-1 1 0 0,0 1 0 0 0,-1-1 0 0 0,1 1 0 0 0,-1-1 0 0 0,0 1-1 0 0,0-1 1 0 0,0 1 0 0 0,0-1 0 0 0,0 1 0 0 0,-1-4 0 0 0,-1 1-24 0 0,0 1 1 0 0,0 0 0 0 0,-1 0-1 0 0,1 0 1 0 0,-1 0 0 0 0,0 0-1 0 0,0 1 1 0 0,0-1 0 0 0,0 1-1 0 0,-1 0 1 0 0,1 0 0 0 0,-6-3-1 0 0,-7-4-348 0 0,0 1 0 0 0,-1 1 0 0 0,0 0 0 0 0,0 2 1 0 0,-20-6-1 0 0,12 4-495 0 0,-23-11-1632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42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1 1761 0 0,'-85'66'4722'0'0,"-26"-11"-3842"0"0,45-2-1360 0 0,43-21 80 0 0,1-9 400 0 0,0-13-160 0 0,44-15-560 0 0,0-13-641 0 0,45-10-1841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42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28 960 0 0,'-95'-12'2575'0'0,"61"6"-2066"0"0,-1 1 1 0 0,0 2 0 0 0,1 2-1 0 0,-59 4 1 0 0,91-3-490 0 0,-1 1 0 0 0,1-1 0 0 0,0 1 1 0 0,0-1-1 0 0,0 1 0 0 0,-1 0 0 0 0,1 0 1 0 0,0 0-1 0 0,0 0 0 0 0,0 0 0 0 0,0 0 0 0 0,0 0 1 0 0,0 1-1 0 0,1-1 0 0 0,-3 3 0 0 0,4-3-14 0 0,0-1-1 0 0,-1 1 1 0 0,1 0 0 0 0,0 0-1 0 0,0-1 1 0 0,-1 1-1 0 0,1 0 1 0 0,0 0 0 0 0,0 0-1 0 0,0 0 1 0 0,0-1-1 0 0,0 1 1 0 0,0 0-1 0 0,1 0 1 0 0,-1 0 0 0 0,0 0-1 0 0,0-1 1 0 0,0 1-1 0 0,1 0 1 0 0,-1 0 0 0 0,1-1-1 0 0,-1 1 1 0 0,0 0-1 0 0,1 0 1 0 0,-1-1-1 0 0,1 1 1 0 0,-1-1 0 0 0,1 1-1 0 0,0 0 1 0 0,-1-1-1 0 0,1 1 1 0 0,0-1 0 0 0,-1 1-1 0 0,1-1 1 0 0,0 0-1 0 0,-1 1 1 0 0,1-1 0 0 0,0 0-1 0 0,1 1 1 0 0,25 14 64 0 0,1-1 1 0 0,56 19 0 0 0,70 14 244 0 0,-81-26-349 0 0,-37-11-2 0 0,-16-6 39 0 0,-2 2 0 0 0,1 0 0 0 0,-1 1 0 0 0,0 0-1 0 0,0 2 1 0 0,-1 0 0 0 0,22 16 0 0 0,-31-17 8 0 0,-10-5-8 0 0,-20-6-2 0 0,10 1 11 0 0,6 1-3 0 0,-15-1 17 0 0,1-1 0 0 0,0 0 0 0 0,0-2 0 0 0,-31-10 0 0 0,46 13-27 0 0,1 0 1 0 0,-1 0-1 0 0,1 0 0 0 0,0 0 0 0 0,0-1 1 0 0,0 0-1 0 0,0 0 0 0 0,0 0 1 0 0,0 0-1 0 0,1 0 0 0 0,-1-1 0 0 0,1 1 1 0 0,0-1-1 0 0,0 0 0 0 0,1 0 1 0 0,-1 0-1 0 0,1-1 0 0 0,0 1 0 0 0,0-1 1 0 0,0 1-1 0 0,1-1 0 0 0,-1 1 1 0 0,1-1-1 0 0,0 0 0 0 0,1 0 0 0 0,-1-8 1 0 0,1 10-14 0 0,0 0 1 0 0,0 1 0 0 0,0-1-1 0 0,1 1 1 0 0,-1-1 0 0 0,1 0 0 0 0,0 1-1 0 0,-1-1 1 0 0,1 1 0 0 0,0-1-1 0 0,1 1 1 0 0,-1 0 0 0 0,0-1-1 0 0,1 1 1 0 0,-1 0 0 0 0,3-2-1 0 0,1-1-26 0 0,0 1-1 0 0,0 0 0 0 0,0 0 0 0 0,12-5 0 0 0,0-2-75 0 0,26 0-598 0 0,-27 8-226 0 0,-8 3-794 0 0,10 5-307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4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26 1361 0 0,'3'0'4995'0'0,"13"0"-5402"0"0,-12 0 301 0 0,-1-1 39 0 0,79-21 67 0 0,-78 21 53 0 0,-6 0-47 0 0,0 1-1 0 0,1 0 1 0 0,-1-1 0 0 0,0 1-1 0 0,1 0 1 0 0,-1 0-1 0 0,1 0 1 0 0,-1 1-1 0 0,0-1 1 0 0,1 0-1 0 0,-1 1 1 0 0,0-1 0 0 0,-2 2-1 0 0,4-2-3 0 0,-57 16 209 0 0,-94 41 1 0 0,127-46-111 0 0,1 1 1 0 0,0 1 0 0 0,1 1-1 0 0,1 1 1 0 0,0 1 0 0 0,-30 30-1 0 0,49-43-78 0 0,-1-1 1 0 0,1 1-1 0 0,0 0 0 0 0,0 0 1 0 0,0 0-1 0 0,0 0 0 0 0,0 0 0 0 0,1 0 1 0 0,-1 1-1 0 0,1-1 0 0 0,-2 7 0 0 0,3-9-16 0 0,0 1 0 0 0,0 0 0 0 0,0-1-1 0 0,1 1 1 0 0,-1 0 0 0 0,0-1-1 0 0,1 1 1 0 0,-1 0 0 0 0,1-1-1 0 0,-1 1 1 0 0,1-1 0 0 0,0 1 0 0 0,0-1-1 0 0,-1 1 1 0 0,1-1 0 0 0,0 1-1 0 0,0-1 1 0 0,1 0 0 0 0,-1 0-1 0 0,0 1 1 0 0,0-1 0 0 0,1 0 0 0 0,-1 0-1 0 0,0 0 1 0 0,1 0 0 0 0,-1-1-1 0 0,1 1 1 0 0,-1 0 0 0 0,3 0-1 0 0,11 5-9 0 0,0-1 0 0 0,1 0 0 0 0,-1-1 0 0 0,1-1 0 0 0,0 0 0 0 0,29 0 0 0 0,98-5-416 0 0,-70-3-635 0 0,117-24 1 0 0,-57-5-1362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45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455 165 400 0 0,'-263'-15'5856'0'0,"213"12"-5622"0"0,-92-17-1 0 0,205 20 421 0 0,406-24 26 0 0,-37-25-652 0 0,-153 5-3658 0 0,-231 35-505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46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2001 0 0,'0'-5'2001'0'0,"0"10"-561"0"0,66 13-319 0 0,63 48-81 0 0,27-10-719 0 0,-67-14-241 0 0,0-4-160 0 0,-23-1-80 0 0,19-4-321 0 0,-19-1-159 0 0,-21 6-400 0 0,-23 13-721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46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45 600 4562 0 0,'-22'-10'2721'0'0,"0"-12"-2801"0"0,44-31-480 0 0,45-26 320 0 0,44-28 160 0 0,22-7-240 0 0,-26 11-561 0 0,4-9-2720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5:47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10 4802 0 0,'-4'0'1588'0'0,"3"0"-1431"0"0,1 0-168 0 0,-1 0 0 0 0,1 1 0 0 0,-1-1 0 0 0,0 0-1 0 0,1 0 1 0 0,-1 0 0 0 0,1 0 0 0 0,-1 0 0 0 0,0 0 0 0 0,1 0-1 0 0,-1 0 1 0 0,1 0 0 0 0,-1 0 0 0 0,0 0 0 0 0,1-1-1 0 0,-1 1 1 0 0,1 0 0 0 0,-1 0 0 0 0,1-1 0 0 0,-1 1 0 0 0,1 0-1 0 0,-1-1 1 0 0,1 1 0 0 0,-1 0 0 0 0,1-1 0 0 0,-1 1-1 0 0,1-1 1 0 0,0 1 0 0 0,-1 0 0 0 0,1-1 0 0 0,-1 0 0 0 0,14-1 84 0 0,0 1 0 0 0,1 0 1 0 0,13 2-1 0 0,-16 0-20 0 0,0 0-1 0 0,0 1 1 0 0,0 0 0 0 0,19 7-1 0 0,-25-7-16 0 0,1 1-1 0 0,-1 0 1 0 0,1 1-1 0 0,-1-1 1 0 0,0 1-1 0 0,0 0 1 0 0,-1 0-1 0 0,1 1 1 0 0,-1-1-1 0 0,5 7 1 0 0,-1-1 34 0 0,-4-5-25 0 0,1 0 1 0 0,-1 0 0 0 0,-1 0 0 0 0,6 11-1 0 0,-8-14-32 0 0,0 0-1 0 0,-1 0 0 0 0,1 0 1 0 0,0 0-1 0 0,-1 1 1 0 0,0-1-1 0 0,1 0 0 0 0,-1 0 1 0 0,0 1-1 0 0,0-1 0 0 0,0 0 1 0 0,0 0-1 0 0,-1 1 0 0 0,1-1 1 0 0,-1 0-1 0 0,1 0 0 0 0,-1 0 1 0 0,-2 4-1 0 0,-2 3 26 0 0,-1 0 0 0 0,0 0 0 0 0,-1-1 0 0 0,-8 9 0 0 0,-20 25 119 0 0,30-33-130 0 0,0-1-1 0 0,-1 0 1 0 0,0 0 0 0 0,0 0-1 0 0,-1 0 1 0 0,0-1 0 0 0,0 0-1 0 0,-1-1 1 0 0,0 0 0 0 0,0 0-1 0 0,-1-1 1 0 0,1 1 0 0 0,-1-2 0 0 0,0 1-1 0 0,-1-2 1 0 0,-12 5 0 0 0,-2-1 3 0 0,-1-1 1 0 0,0-1 0 0 0,0-1 0 0 0,-38 1 0 0 0,46-5-28 0 0,-1 0-1 0 0,1-1 0 0 0,-1-1 1 0 0,1-1-1 0 0,-1 0 0 0 0,1-1 1 0 0,-24-9-1 0 0,25 1-2 0 0,15 12 0 0 0,1-1 0 0 0,0 1 0 0 0,0-1 0 0 0,0 1 0 0 0,0-1 0 0 0,-1 1 0 0 0,1-1 0 0 0,0 1 0 0 0,0-1 0 0 0,0 1 0 0 0,0-1 0 0 0,0 1 0 0 0,0-1 0 0 0,0 1 0 0 0,1-1 0 0 0,-1 1 0 0 0,0-1 0 0 0,0 1 0 0 0,0 0 0 0 0,0-1 0 0 0,1 1 0 0 0,-1-1 0 0 0,0 1 0 0 0,0-1 0 0 0,1 0 0 0 0,2-1 0 0 0,0 0 0 0 0,-1-1 0 0 0,1 1 0 0 0,1 0 0 0 0,-1 0 0 0 0,0 0 0 0 0,0 1 0 0 0,1-1 0 0 0,-1 1 0 0 0,6-2 0 0 0,15-3 3 0 0,1 2-1 0 0,-1 0 1 0 0,1 2 0 0 0,48 0-1 0 0,100 5 65 0 0,-1 6 0 0 0,226 43-1 0 0,-374-48-113 0 0,20 5-623 0 0,63 5 0 0 0,-56-18-1678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1:31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9 1201 0 0,'0'0'1534'0'0,"0"-9"2761"0"0,0 177-1881 0 0,0-167-2404 0 0,0 1 1 0 0,-1-1-1 0 0,1 0 0 0 0,-1 1 0 0 0,1-1 0 0 0,-1 0 0 0 0,1 0 1 0 0,-1 0-1 0 0,0 0 0 0 0,0 1 0 0 0,1-1 0 0 0,-1 0 1 0 0,0 0-1 0 0,0 0 0 0 0,-2 1 0 0 0,3-2-6 0 0,-1 1 0 0 0,0-1 0 0 0,1 1 1 0 0,-1-1-1 0 0,0 1 0 0 0,1-1 0 0 0,-1 1 0 0 0,0 0 0 0 0,1-1 0 0 0,-1 1 1 0 0,1 0-1 0 0,-1-1 0 0 0,1 1 0 0 0,0 0 0 0 0,-1 0 0 0 0,1 0 0 0 0,0-1 1 0 0,-1 1-1 0 0,1 0 0 0 0,0 0 0 0 0,0 0 0 0 0,0 0 0 0 0,0 0 0 0 0,0-1 1 0 0,0 1-1 0 0,0 0 0 0 0,0 0 0 0 0,0 0 0 0 0,0 0 0 0 0,0 0 0 0 0,1-1 1 0 0,-1 1-1 0 0,0 0 0 0 0,1 0 0 0 0,-1 0 0 0 0,0-1 0 0 0,2 2 0 0 0,-1-1-5 0 0,-1 1 0 0 0,1-1 0 0 0,0 0-1 0 0,-1 0 1 0 0,1 0 0 0 0,0 1 0 0 0,-1-1-1 0 0,1 0 1 0 0,-1 1 0 0 0,0-1 0 0 0,0 0-1 0 0,1 1 1 0 0,-1-1 0 0 0,0 0-1 0 0,0 1 1 0 0,0-1 0 0 0,0 1 0 0 0,-1-1-1 0 0,1 0 1 0 0,0 1 0 0 0,0-1 0 0 0,-1 0-1 0 0,1 1 1 0 0,-1-1 0 0 0,0 2-1 0 0,-1 2-1 0 0,1-1 0 0 0,0 1-1 0 0,0 0 1 0 0,0 0 0 0 0,0 9-1 0 0,1-11 9 0 0,0-1-1 0 0,0 0 1 0 0,-1 0 0 0 0,1 0-1 0 0,-1 1 1 0 0,1-1 0 0 0,-1 0-1 0 0,0 0 1 0 0,0 0 0 0 0,0 0-1 0 0,0 0 1 0 0,0 0 0 0 0,-2 2-1 0 0,2-2 1 0 0,-1 0 0 0 0,1 0 0 0 0,0 0 0 0 0,0 0 0 0 0,0 0 0 0 0,0 0-1 0 0,0 1 1 0 0,1-1 0 0 0,-1 0 0 0 0,1 1 0 0 0,-1-1 0 0 0,1 0 0 0 0,0 4 0 0 0,1 29-20 0 0,1-23 5 0 0,-2-1 1 0 0,1 0 0 0 0,-2 1-1 0 0,1-1 1 0 0,-1 1 0 0 0,-5 17-1 0 0,-1-15 15 0 0,6-12-5 0 0,-1 0 1 0 0,1 1-1 0 0,-1-1 1 0 0,1 0-1 0 0,0 0 0 0 0,0 1 1 0 0,0-1-1 0 0,0 1 0 0 0,1-1 1 0 0,-1 1-1 0 0,1-1 0 0 0,-1 1 1 0 0,1-1-1 0 0,0 1 1 0 0,0-1-1 0 0,0 1 0 0 0,0 0 1 0 0,1-1-1 0 0,-1 1 0 0 0,0-1 1 0 0,1 1-1 0 0,0-1 0 0 0,1 4 1 0 0,2-2 0 0 0,9 9-49 0 0,-13-12 48 0 0,1-1 1 0 0,-1 0 0 0 0,0 1-1 0 0,0-1 1 0 0,1 1-1 0 0,-1-1 1 0 0,0 1 0 0 0,0-1-1 0 0,0 1 1 0 0,0-1-1 0 0,0 1 1 0 0,0-1 0 0 0,0 1-1 0 0,0-1 1 0 0,0 1-1 0 0,0-1 1 0 0,0 1 0 0 0,0-1-1 0 0,0 1 1 0 0,0-1-1 0 0,0 1 1 0 0,0-1 0 0 0,0 1-1 0 0,-1-1 1 0 0,1 0-1 0 0,0 1 1 0 0,0-1 0 0 0,-1 1-1 0 0,1-1 1 0 0,0 1-1 0 0,0-1 1 0 0,-1 0 0 0 0,0 1-1 0 0,-5 4 12 0 0,2 0-8 0 0,13-1-7 0 0,-8-4 3 0 0,-1 1 1 0 0,1-1-1 0 0,-1 0 0 0 0,1 1 1 0 0,-1-1-1 0 0,0 1 0 0 0,0-1 1 0 0,1 0-1 0 0,-1 1 0 0 0,0-1 1 0 0,0 1-1 0 0,1-1 0 0 0,-1 1 1 0 0,0-1-1 0 0,0 1 0 0 0,0-1 1 0 0,0 1-1 0 0,0-1 0 0 0,0 1 1 0 0,0-1-1 0 0,0 1 0 0 0,0-1 1 0 0,0 1-1 0 0,0-1 0 0 0,0 1 1 0 0,0-1-1 0 0,0 1 0 0 0,0-1 1 0 0,0 0-1 0 0,-1 1 0 0 0,1-1 1 0 0,0 1-1 0 0,0-1 0 0 0,0 1 1 0 0,-1-1-1 0 0,1 1 0 0 0,0-1 1 0 0,-1 0-1 0 0,1 1 0 0 0,-1-1 1 0 0,-1 1-4 0 0,-12 12-11 0 0,12 13 17 0 0,2-24 1 0 0,0 0-1 0 0,0 0 0 0 0,0 1 0 0 0,0-1 0 0 0,-1 0 0 0 0,1 0 0 0 0,-1 0 0 0 0,1 0 0 0 0,-1 1 0 0 0,0-1 0 0 0,1 0 0 0 0,-1 0 0 0 0,0 0 0 0 0,0 0 0 0 0,-1-1 0 0 0,1 1 0 0 0,0 0 0 0 0,-1 0 0 0 0,1-1 0 0 0,-1 1 0 0 0,-1 1 0 0 0,-4 17-70 0 0,1-15 66 0 0,5-4 2 0 0,0 0-1 0 0,0 0 1 0 0,0 0 0 0 0,0-1-1 0 0,0 1 1 0 0,0 0 0 0 0,1 1-1 0 0,-1-1 1 0 0,0 0 0 0 0,0 0-1 0 0,1 0 1 0 0,-1 0 0 0 0,1 0-1 0 0,-1 1 1 0 0,1-1 0 0 0,0 0-1 0 0,0 0 1 0 0,-1 1 0 0 0,1-1-1 0 0,0 0 1 0 0,0 3 0 0 0,0-4 1 0 0,0 1-1 0 0,0-1 1 0 0,0 1 0 0 0,0-1 0 0 0,0 1 0 0 0,0-1-1 0 0,0 1 1 0 0,0-1 0 0 0,0 1 0 0 0,-1-1 0 0 0,1 1-1 0 0,0-1 1 0 0,0 0 0 0 0,0 1 0 0 0,-1-1 0 0 0,1 1-1 0 0,0-1 1 0 0,-1 0 0 0 0,1 1 0 0 0,0-1 0 0 0,-1 0 0 0 0,1 1-1 0 0,0-1 1 0 0,-1 0 0 0 0,1 1 0 0 0,-1-1 0 0 0,1 0-1 0 0,0 0 1 0 0,-1 0 0 0 0,1 1 0 0 0,-1-1 0 0 0,1 0-1 0 0,-1 0 1 0 0,0 0 0 0 0,0 0 0 0 0,1 0 0 0 0,-1 0 0 0 0,1 1 0 0 0,-1-1 0 0 0,0 0 0 0 0,1 0 0 0 0,-1 1 0 0 0,1-1 0 0 0,-1 0-1 0 0,1 1 1 0 0,-1-1 0 0 0,1 0 0 0 0,-1 1 0 0 0,1-1 0 0 0,-1 1 0 0 0,1-1 0 0 0,0 1 0 0 0,-1-1 0 0 0,1 1 0 0 0,0-1 0 0 0,-1 1 0 0 0,1-1 0 0 0,0 1 0 0 0,-1-1 0 0 0,1 1 0 0 0,0 0 0 0 0,0-1 0 0 0,0 1 0 0 0,0 0 0 0 0,0-1-1 0 0,0 1 1 0 0,0-1 0 0 0,0 1 0 0 0,0 0 0 0 0,0 0 0 0 0,0 0 0 0 0,0-1 0 0 0,0 1 0 0 0,0 0 0 0 0,0-1-1 0 0,0 1 1 0 0,0-1 0 0 0,-1 1 0 0 0,1 0 0 0 0,0-1 0 0 0,0 1 0 0 0,0-1-1 0 0,-1 1 1 0 0,1 0 0 0 0,0-1 0 0 0,-1 1 0 0 0,1-1 0 0 0,-1 1 0 0 0,1-1-1 0 0,0 1 1 0 0,-1-1 0 0 0,1 0 0 0 0,-1 1 0 0 0,1-1 0 0 0,-1 1 0 0 0,0-1-1 0 0,1 0 1 0 0,-1 1 0 0 0,1-1 0 0 0,-1 0 0 0 0,1 0 0 0 0,-1 0-1 0 0,0 1 1 0 0,0-1 0 0 0,-5 2 15 0 0,3 2-17 0 0,3-3-66 0 0,-4-6-28 0 0,-1 3 73 0 0,4 2 20 0 0,1 0-1 0 0,-1 0 1 0 0,1 0 0 0 0,-1 0 0 0 0,0 0-1 0 0,1 0 1 0 0,-1 0 0 0 0,1 0-1 0 0,-1-1 1 0 0,1 1 0 0 0,-1 0 0 0 0,1 0-1 0 0,-1-1 1 0 0,1 1 0 0 0,-1 0 0 0 0,1-1-1 0 0,0 1 1 0 0,-1 0 0 0 0,1-1 0 0 0,-1 1-1 0 0,1-1 1 0 0,0 1 0 0 0,0 0 0 0 0,-1-1-1 0 0,1 1 1 0 0,0-1 0 0 0,-1 1 0 0 0,1-1-1 0 0,0 1 1 0 0,0-1 0 0 0,0 1-1 0 0,0-1 1 0 0,0 0 0 0 0,0 1 0 0 0,-1-2-1 0 0,1 2 3 0 0,0 0 0 0 0,0-1-1 0 0,0 1 1 0 0,0-1 0 0 0,0 1-1 0 0,0-1 1 0 0,0 1-1 0 0,0 0 1 0 0,-1-1 0 0 0,1 1-1 0 0,0-1 1 0 0,0 1 0 0 0,-1 0-1 0 0,1-1 1 0 0,0 1-1 0 0,-1 0 1 0 0,1-1 0 0 0,0 1-1 0 0,-1 0 1 0 0,1 0 0 0 0,0-1-1 0 0,-1 1 1 0 0,1 0-1 0 0,0 0 1 0 0,-1 0 0 0 0,1-1-1 0 0,-1 1 1 0 0,1 0 0 0 0,-1 0-1 0 0,1 0 1 0 0,0 0-1 0 0,-1 0 1 0 0,0 0 0 0 0,0 0 1 0 0,1-1-1 0 0,-1 1 0 0 0,1 0 1 0 0,-1 0-1 0 0,1 0 1 0 0,-1 0-1 0 0,1-1 0 0 0,-1 1 1 0 0,0 0-1 0 0,1-1 0 0 0,0 1 1 0 0,-1 0-1 0 0,1-1 0 0 0,-1 1 1 0 0,1 0-1 0 0,-1-1 0 0 0,1 1 1 0 0,0-1-1 0 0,-1 1 1 0 0,1-1-1 0 0,0 1 0 0 0,0-1 1 0 0,-1 1-1 0 0,1-1 0 0 0,0 1 1 0 0,0-1-1 0 0,0 0 0 0 0,-1 1 1 0 0,1-1-1 0 0,0 1 0 0 0,0-1 1 0 0,0 0-1 0 0,0-2 11 0 0,-1 1 0 0 0,0 0 0 0 0,1-1 0 0 0,-1 1 0 0 0,0 0-1 0 0,0 0 1 0 0,-1 0 0 0 0,1-1 0 0 0,0 1 0 0 0,-1 1 0 0 0,1-1 0 0 0,-1 0-1 0 0,0 0 1 0 0,1 0 0 0 0,-5-2 0 0 0,-11-14 65 0 0,-46-65 216 0 0,54 67-284 0 0,9 15-13 0 0,0 0 1 0 0,-1 1 0 0 0,1-1 0 0 0,0 1 0 0 0,-1-1 0 0 0,1 0 0 0 0,-1 1 0 0 0,1-1-1 0 0,-1 1 1 0 0,1-1 0 0 0,-1 1 0 0 0,1 0 0 0 0,-1-1 0 0 0,1 1 0 0 0,-1-1 0 0 0,1 1 0 0 0,-1 0-1 0 0,0 0 1 0 0,1-1 0 0 0,-1 1 0 0 0,0 0 0 0 0,1 0 0 0 0,-2-1 0 0 0,2 1-5 0 0,0 0 0 0 0,0 0 0 0 0,1 0 0 0 0,-1 0 0 0 0,0 0 0 0 0,0 0 0 0 0,0 0 0 0 0,0 0 0 0 0,0 0 0 0 0,0 0 0 0 0,0-1 0 0 0,0 1 0 0 0,1 0 0 0 0,-1 0 0 0 0,0 0 0 0 0,0 0 0 0 0,0 0 0 0 0,0 0 0 0 0,0-1 0 0 0,0 1 0 0 0,0 0 0 0 0,0 0 0 0 0,0 0 0 0 0,0 0 0 0 0,0 0 0 0 0,0-1 0 0 0,0 1 0 0 0,0 0 0 0 0,0 0 0 0 0,0 0 0 0 0,0 0 0 0 0,0 0 0 0 0,0 0 0 0 0,0-1 0 0 0,0 1 0 0 0,0 0 0 0 0,0 0 0 0 0,0 0 0 0 0,0 0 0 0 0,0 0 0 0 0,-1 0 0 0 0,1-1 0 0 0,0 1 0 0 0,0 0 0 0 0,0 0 0 0 0,0 0 0 0 0,0 0 0 0 0,0 0 0 0 0,0 0 0 0 0,-1 0 0 0 0,1 0 0 0 0,0 0 0 0 0,0-1 0 0 0,0 1 0 0 0,0 0 0 0 0,0 0 0 0 0,0 0 0 0 0,-1 0 0 0 0,15-3-369 0 0,-12 3 172 0 0,0-1-28 0 0,-1 1 0 0 0,1 1 0 0 0,0-1 1 0 0,-1 0-1 0 0,1 0 0 0 0,-1 0 0 0 0,1 1 0 0 0,0-1 0 0 0,-1 1 1 0 0,1-1-1 0 0,2 2 0 0 0,3 2-588 0 0,34 16-2834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1:31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0 301 1681 0 0,'45'-9'1921'0'0,"-23"-1"-241"0"0,22-14-319 0 0,1-27-80 0 0,39-19-161 0 0,-17 19-720 0 0,-45 22-320 0 0,0 1-160 0 0,1 5-400 0 0,-23 18-881 0 0,0 10-4321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2:52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15 400 0 0,'-44'6'3362'0'0,"-1"-6"-2082"0"0,45-6-1280 0 0,-18 2-160 0 0,18 0-320 0 0,18-2-1521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2:54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667 43 720 0 0,'-8'1'1081'0'0,"0"0"-1"0"0,0 0 1 0 0,0-1-1 0 0,0 0 1 0 0,-15-2-1 0 0,23 2-1065 0 0,0 0-1 0 0,-1 0 1 0 0,1 0 0 0 0,0 0-1 0 0,0 0 1 0 0,0 0-1 0 0,0 0 1 0 0,-1 0 0 0 0,1-1-1 0 0,0 1 1 0 0,0 0-1 0 0,0 0 1 0 0,0 0-1 0 0,-1 0 1 0 0,1 0 0 0 0,0 0-1 0 0,0 0 1 0 0,0 0-1 0 0,0 0 1 0 0,0 0-1 0 0,0-1 1 0 0,0 1 0 0 0,-1 0-1 0 0,1 0 1 0 0,0 0-1 0 0,0 0 1 0 0,0 0-1 0 0,0 0 1 0 0,0-1 0 0 0,0 1-1 0 0,0 0 1 0 0,0 0-1 0 0,0 0 1 0 0,0 0 0 0 0,0-1-1 0 0,0 1 1 0 0,0 0-1 0 0,0 0 1 0 0,0 0-1 0 0,0 0 1 0 0,0-1 0 0 0,0 1-1 0 0,0 0 1 0 0,0 0-1 0 0,0 0 1 0 0,0 0-1 0 0,0-1-3 0 0,0 1 0 0 0,0 0 0 0 0,0 0 0 0 0,0 0 0 0 0,0 0 0 0 0,0 0 0 0 0,0-1 0 0 0,0 1 0 0 0,0 0 0 0 0,0 0 0 0 0,0 0 0 0 0,0 0 0 0 0,0-1 0 0 0,0 1 0 0 0,0 0 0 0 0,0 0 0 0 0,0 0 0 0 0,0 0 0 0 0,0 0 0 0 0,0 0 0 0 0,0-1 0 0 0,0 1 0 0 0,0 0 0 0 0,-1 0 0 0 0,1 0 0 0 0,0 0 0 0 0,0 0 0 0 0,0 0-1 0 0,0-1 1 0 0,0 1 0 0 0,0 0 0 0 0,0 0 0 0 0,-1 0 0 0 0,1 0 0 0 0,0 0 0 0 0,0 0 0 0 0,0 0 0 0 0,0 0 0 0 0,0 0 0 0 0,-1 0 0 0 0,1 0 0 0 0,0 0 0 0 0,0 0 0 0 0,0 0 0 0 0,0 0 0 0 0,-1 0 0 0 0,1 0 1 0 0,-1 0-8 0 0,0 0 0 0 0,0 0 0 0 0,0 0 0 0 0,0 0 0 0 0,1 0 0 0 0,-1 0-1 0 0,0 0 1 0 0,0 0 0 0 0,0 0 0 0 0,0 0 0 0 0,1-1 0 0 0,-1 1-1 0 0,0 0 1 0 0,0-1 0 0 0,1 1 0 0 0,-1 0 0 0 0,0-1 0 0 0,0 1 0 0 0,1-1-1 0 0,-2 0 1 0 0,-1-2 43 0 0,1 2-1 0 0,-1-1 1 0 0,1 0 0 0 0,-1 0-1 0 0,0 1 1 0 0,0 0 0 0 0,0-1-1 0 0,0 1 1 0 0,-6-1-1 0 0,2-1 48 0 0,1 1-18 0 0,0 0 0 0 0,-1 1 0 0 0,1 0 0 0 0,-1 0 0 0 0,1 0 0 0 0,-1 1 0 0 0,0 0 0 0 0,-7 0 0 0 0,-52 10 188 0 0,39-3-198 0 0,1 2 0 0 0,1 1 0 0 0,0 2 0 0 0,0 0 0 0 0,-33 22 0 0 0,21-12-62 0 0,26-16 5 0 0,0 1 1 0 0,0 0 0 0 0,1 1-1 0 0,-1 0 1 0 0,-12 15-1 0 0,19-19-3 0 0,1 0-1 0 0,-1 1 1 0 0,1 0 0 0 0,0-1-1 0 0,1 1 1 0 0,-1 0-1 0 0,1 1 1 0 0,0-1-1 0 0,0 0 1 0 0,0 1 0 0 0,1-1-1 0 0,0 1 1 0 0,0-1-1 0 0,1 1 1 0 0,-1 6-1 0 0,2-7-9 0 0,-1-1 0 0 0,0 1 0 0 0,0 0 0 0 0,-1 0 0 0 0,1 0-1 0 0,-1-1 1 0 0,0 1 0 0 0,-1 0 0 0 0,1-1 0 0 0,-1 1 0 0 0,0-1-1 0 0,0 0 1 0 0,0 1 0 0 0,0-1 0 0 0,-5 6 0 0 0,3-4 2 0 0,1 0 0 0 0,0 1 0 0 0,1-1 0 0 0,-1 1 0 0 0,1 0 1 0 0,0 0-1 0 0,1 0 0 0 0,-1 0 0 0 0,2 0 0 0 0,-1 0 0 0 0,1 0 0 0 0,0 0 0 0 0,1 8 0 0 0,-1-7-11 0 0,0-6-3 0 0,0 0 1 0 0,-1 0-1 0 0,1 0 1 0 0,0 1-1 0 0,-1-1 1 0 0,1 0-1 0 0,-1 0 0 0 0,0 0 1 0 0,0 0-1 0 0,0 0 1 0 0,0 0-1 0 0,0-1 1 0 0,-2 5-1 0 0,1-5 14 0 0,1 1-1 0 0,0 0 1 0 0,0 0-1 0 0,0-1 0 0 0,0 1 1 0 0,0 0-1 0 0,0 0 1 0 0,1 0-1 0 0,-1 1 1 0 0,1-1-1 0 0,-1 0 0 0 0,1 0 1 0 0,0 4-1 0 0,-2 28 36 0 0,1-24-30 0 0,0 1-1 0 0,1 0 1 0 0,0 0 0 0 0,0-1-1 0 0,1 1 1 0 0,1 0-1 0 0,2 10 1 0 0,3-7 9 0 0,-5-11-9 0 0,0 0 1 0 0,-1-1-1 0 0,0 1 1 0 0,0 0-1 0 0,0 0 0 0 0,0 0 1 0 0,0 0-1 0 0,0 0 1 0 0,-1 0-1 0 0,0 0 1 0 0,1 3-1 0 0,0 1-5 0 0,1-1 0 0 0,0 1 1 0 0,0 0-1 0 0,1-1 0 0 0,0 0 0 0 0,0 1 1 0 0,0-1-1 0 0,1 0 0 0 0,0-1 0 0 0,0 1 0 0 0,0-1 1 0 0,8 8-1 0 0,7 11-15 0 0,-11-14 15 0 0,-1 0 1 0 0,2-1-1 0 0,-1 0 0 0 0,1 0 1 0 0,0-1-1 0 0,1 0 0 0 0,0-1 1 0 0,0 0-1 0 0,0 0 0 0 0,1-1 1 0 0,0-1-1 0 0,1 1 0 0 0,-1-2 1 0 0,1 0-1 0 0,19 4 0 0 0,23 4 3 0 0,-28-5 18 0 0,1-1-1 0 0,-1-2 1 0 0,1-1-1 0 0,54 0 1 0 0,206-35 516 0 0,-86 7-203 0 0,-191 25-317 0 0,-3 0 4 0 0,0-1 0 0 0,-1 1 0 0 0,1-1 0 0 0,-1 0 0 0 0,1-1 0 0 0,-1 1 0 0 0,1-1 0 0 0,11-6 1 0 0,17-24 161 0 0,-20 18-86 0 0,0 0 0 0 0,12-17 0 0 0,-11 12 5 0 0,-1 1-50 0 0,-1 0 0 0 0,0 0 0 0 0,-2-1 1 0 0,0-1-1 0 0,13-30 0 0 0,19-79 163 0 0,-42 121-203 0 0,0 0-1 0 0,-1 1 1 0 0,0-1 0 0 0,0 0 0 0 0,-1 0-1 0 0,0 0 1 0 0,0 1 0 0 0,-1-1-1 0 0,0 0 1 0 0,-4-13 0 0 0,-32-31-24 0 0,32 44 6 0 0,-1 0-1 0 0,1 0 0 0 0,-2 1 1 0 0,1 0-1 0 0,-1 0 0 0 0,0 1 1 0 0,-1 0-1 0 0,1 0 0 0 0,-1 0 1 0 0,-15-7-1 0 0,-10-4 17 0 0,-48-19-1 0 0,28 17 10 0 0,0 2 0 0 0,-111-18-1 0 0,-109 4-18 0 0,161 21 21 0 0,93 8-62 0 0,-17-2-36 0 0,0 1 1 0 0,-51 4 0 0 0,79-1-43 0 0,0 1 0 0 0,0 0 0 0 0,0 0 0 0 0,1 1 0 0 0,-1 0 0 0 0,0 0 0 0 0,0 1 0 0 0,1 0 0 0 0,0 0 0 0 0,-1 1 0 0 0,1 0 0 0 0,1 0 0 0 0,-1 1 0 0 0,1 0 1 0 0,-1 0-1 0 0,-8 10 0 0 0,13-13-45 0 0,0 1 0 0 0,0-1 0 0 0,1 1 1 0 0,-1 0-1 0 0,1 0 0 0 0,-1 0 0 0 0,1 0 0 0 0,0 0 1 0 0,0 0-1 0 0,0 0 0 0 0,0 0 0 0 0,1 0 0 0 0,-1 4 1 0 0,1-3-373 0 0,1 0 0 0 0,0 0 0 0 0,0 1 0 0 0,0-1-1 0 0,1 0 1 0 0,-1 0 0 0 0,1-1 0 0 0,4 8 0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1:36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173 596 960 0 0,'0'0'1001'0'0,"-4"0"-187"0"0,1-1-784 0 0,2 1 15 0 0,1 0 1 0 0,-1 0 0 0 0,1 0-1 0 0,0 0 1 0 0,-1 0 0 0 0,1 0 0 0 0,-1 0-1 0 0,1-1 1 0 0,-1 1 0 0 0,1 0-1 0 0,-1 0 1 0 0,1 1 0 0 0,-1-1-1 0 0,1 0 1 0 0,0 0 0 0 0,-1 0 0 0 0,1 0-1 0 0,-1 0 1 0 0,1 0 0 0 0,-1 1-1 0 0,1-1 1 0 0,0 0 0 0 0,-1 0 0 0 0,1 1-1 0 0,-1-1 1 0 0,1 0 0 0 0,0 0-1 0 0,-1 1 1 0 0,1-1 0 0 0,0 1-1 0 0,0-1 1 0 0,-1 0 0 0 0,1 1 0 0 0,0-1-1 0 0,0 0 1 0 0,0 1 0 0 0,-1-1-1 0 0,1 1 1 0 0,0-1 0 0 0,0 1-1 0 0,0-1 1 0 0,0 1 0 0 0,0 0 0 0 0,0 0 20 0 0,0-5 5 0 0,0 11 1232 0 0,0-6-1143 0 0,0-4 584 0 0,0 3-714 0 0,0 0 1 0 0,0 0 0 0 0,0 0-1 0 0,0 0 1 0 0,0-1-1 0 0,0 1 1 0 0,0 0-1 0 0,0 0 1 0 0,0-1-1 0 0,0 1 1 0 0,0 0-1 0 0,0 0 1 0 0,0 0-1 0 0,0-1 1 0 0,0 1-1 0 0,0 0 1 0 0,0 0-1 0 0,0 0 1 0 0,0-1-1 0 0,0 1 1 0 0,0 0-1 0 0,0 0 1 0 0,0 0-1 0 0,0-1 1 0 0,0 1 0 0 0,0 0-1 0 0,-1 0 1 0 0,1 0-1 0 0,0 0 1 0 0,0-1-1 0 0,0 1 1 0 0,0 0-1 0 0,0 0 1 0 0,-1 0-1 0 0,1 0 1 0 0,0 0-1 0 0,0 0 1 0 0,0-1-1 0 0,-1 1 1 0 0,1 0-1 0 0,0 0 1 0 0,0 0-1 0 0,0 0 1 0 0,-1 0-1 0 0,1 0 1 0 0,0 0-67 0 0,-3 0 90 0 0,-1 0 0 0 0,1 0 0 0 0,-1 0 1 0 0,1-1-1 0 0,-1 1 0 0 0,1-1 0 0 0,0 0 1 0 0,-1 0-1 0 0,1 0 0 0 0,-4-2 0 0 0,2 2 29 0 0,5 1-80 0 0,0 1 0 0 0,-1-1-1 0 0,1 0 1 0 0,0 0 0 0 0,-1 0 0 0 0,1 0-1 0 0,-1 0 1 0 0,1 0 0 0 0,0 0 0 0 0,-1 0-1 0 0,1 0 1 0 0,-1 0 0 0 0,1 0 0 0 0,0 0 0 0 0,-1 0-1 0 0,1 0 1 0 0,0 0 0 0 0,-1 0 0 0 0,1 0-1 0 0,-1 0 1 0 0,1-1 0 0 0,0 1 0 0 0,-1 0-1 0 0,1 0 1 0 0,0 0 0 0 0,-1-1 0 0 0,1 1 0 0 0,0 0-1 0 0,0 0 1 0 0,-1-1 0 0 0,1 1 0 0 0,0 0-1 0 0,0-1 1 0 0,-1 1 0 0 0,1 0 0 0 0,0-1-1 0 0,0 1 1 0 0,0 0 0 0 0,0-1 0 0 0,-1 1 0 0 0,1-1-1 0 0,0 1 1 0 0,0 0 0 0 0,0-1 0 0 0,0 1-1 0 0,0-1 1 0 0,0 1 0 0 0,0 0 0 0 0,0-1-1 0 0,0 1 1 0 0,0-1 0 0 0,0-2-1 0 0,0 1-1 0 0,0-1 1 0 0,0 1 0 0 0,1-1 0 0 0,-1 1-1 0 0,1-1 1 0 0,-1 1 0 0 0,1-1-1 0 0,0 1 1 0 0,0-1 0 0 0,0 1 0 0 0,0 0-1 0 0,0-1 1 0 0,3-2 0 0 0,6-13 52 0 0,5-9-2 0 0,27-38 1 0 0,8-16 15 0 0,-46 74-53 0 0,-1 1-1 0 0,0-1 1 0 0,0 0-1 0 0,-1 0 1 0 0,0 0-1 0 0,0-1 1 0 0,-1 1-1 0 0,1 0 0 0 0,-2-1 1 0 0,1 1-1 0 0,-1-11 1 0 0,0 17-1 0 0,1-1-4 0 0,-28 0 99 0 0,12 3-82 0 0,11 2 40 0 0,4-3-14 0 0,0 0-93 0 0,0-1 39 0 0,0 1 1 0 0,-1-1-1 0 0,1 0 0 0 0,0 1 1 0 0,0-1-1 0 0,-1 1 1 0 0,1 0-1 0 0,0-1 0 0 0,-1 1 1 0 0,1-1-1 0 0,-1 1 1 0 0,1-1-1 0 0,-1 1 0 0 0,1 0 1 0 0,0-1-1 0 0,-1 1 0 0 0,1 0 1 0 0,-1 0-1 0 0,0-1 1 0 0,1 1-1 0 0,-1 0 0 0 0,1 0 1 0 0,-1 0-1 0 0,1 0 0 0 0,-1 0 1 0 0,1 0-1 0 0,-1-1 1 0 0,0 1-1 0 0,1 1 0 0 0,-1-1 1 0 0,1 0-1 0 0,-1 0 1 0 0,1 0-1 0 0,-1 0 0 0 0,0 0 1 0 0,0 1-1 0 0,1-1-3 0 0,-1-1 6 0 0,0-1 0 0 0,1 1 0 0 0,-1 0-1 0 0,1 0 1 0 0,-1 0 0 0 0,1-1 0 0 0,0 1 0 0 0,-1 0-1 0 0,1-1 1 0 0,0 1 0 0 0,0 0 0 0 0,0-1-1 0 0,0 1 1 0 0,0 0 0 0 0,0-1 0 0 0,1-1 0 0 0,-1 2-19 0 0,-1-10 16 0 0,1 8 7 0 0,-1 0 0 0 0,1 0-1 0 0,0 0 1 0 0,0 0-1 0 0,0 0 1 0 0,1 0-1 0 0,-1 0 1 0 0,1 0 0 0 0,-1 0-1 0 0,1 0 1 0 0,2-4-1 0 0,-1 3-4 0 0,0 1 0 0 0,0-1 0 0 0,0 1 0 0 0,0-1 0 0 0,0 0 0 0 0,-1 0 0 0 0,1 0-1 0 0,-1 0 1 0 0,0 0 0 0 0,-1 0 0 0 0,1-1 0 0 0,-1 1 0 0 0,0 0 0 0 0,0-7 0 0 0,0 10-1 0 0,0 0 0 0 0,0 0 0 0 0,0 0 0 0 0,1 0 0 0 0,-1 0 0 0 0,0 0 0 0 0,0 0 0 0 0,1 0 0 0 0,-1 0 0 0 0,1 0 0 0 0,-1 0 0 0 0,1 0 0 0 0,-1 0 0 0 0,1 0 0 0 0,-1 0 0 0 0,1 1 0 0 0,0-1 0 0 0,0 0 0 0 0,-1 0 0 0 0,2 0 0 0 0,-1 0 0 0 0,0 0 0 0 0,0 0 0 0 0,0 0 0 0 0,0 0 0 0 0,0 0 0 0 0,0 0 0 0 0,0 0 0 0 0,-1 0 0 0 0,1 0 0 0 0,-1 0 0 0 0,1-1 0 0 0,0 1 0 0 0,-1 0 0 0 0,0 0 0 0 0,1-1 0 0 0,-1 1 0 0 0,0 0 0 0 0,0-1 0 0 0,0 1 0 0 0,0-2 0 0 0,3-20 38 0 0,12 17 3 0 0,-14 6-40 0 0,-1-1 0 0 0,1 0 0 0 0,-1 1 1 0 0,1-1-1 0 0,-1 0 0 0 0,0 1 0 0 0,1-1 1 0 0,-1 0-1 0 0,0 0 0 0 0,1 0 1 0 0,-1 1-1 0 0,0-1 0 0 0,0 0 1 0 0,0 0-1 0 0,0 0 0 0 0,0 1 0 0 0,0-1 1 0 0,0-2-1 0 0,0-8 42 0 0,-1 12-37 0 0,1 0 0 0 0,0-1 1 0 0,0 1-1 0 0,0 0 0 0 0,0 0 0 0 0,-1-1 0 0 0,1 1 0 0 0,0 0 0 0 0,-1-1 0 0 0,1 1 0 0 0,0 0 0 0 0,-1-1 0 0 0,1 1 0 0 0,-1 0 0 0 0,1-1 0 0 0,-1 1 0 0 0,1-1 1 0 0,-1 1-1 0 0,0-1 0 0 0,1 1 0 0 0,-1-1 0 0 0,0 0 0 0 0,1 1 0 0 0,-1-1 0 0 0,0 0 0 0 0,1 1 0 0 0,-3-1 0 0 0,-8 7-2 0 0,-12 7 28 0 0,2 2 1 0 0,0 1-1 0 0,1 0 0 0 0,0 1 1 0 0,2 2-1 0 0,-29 37 1 0 0,6-10-100 0 0,41-47 41 0 0,0 1 1 0 0,-1-1 0 0 0,1 1-1 0 0,0-1 1 0 0,0 1-1 0 0,-1-1 1 0 0,1 1 0 0 0,0-1-1 0 0,0 1 1 0 0,0-1-1 0 0,0 1 1 0 0,0-1-1 0 0,0 1 1 0 0,0-1 0 0 0,0 1-1 0 0,0-1 1 0 0,0 1-1 0 0,0-1 1 0 0,0 1-1 0 0,0 0 1 0 0,0-1 0 0 0,0 1-1 0 0,0-1 1 0 0,1 1-1 0 0,-1-1 1 0 0,0 1 0 0 0,0-1-1 0 0,1 1 1 0 0,-1-1-1 0 0,0 0 1 0 0,1 1-1 0 0,-1-1 1 0 0,0 1 0 0 0,1-1-1 0 0,-1 0 1 0 0,1 1-1 0 0,-1-1 1 0 0,1 0 0 0 0,-1 0-1 0 0,1 1 1 0 0,-1-1-1 0 0,1 0 1 0 0,-1 0-1 0 0,1 1 1 0 0,-1-1 0 0 0,1 0-1 0 0,-1 0 1 0 0,1 0-1 0 0,-1 0 1 0 0,2 0 0 0 0,28 2-3148 0 0,-8-9-1802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1:37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7 1361 0 0,'0'0'3588'0'0,"0"-1"-3564"0"0,0 1 0 0 0,0 0-1 0 0,0 0 1 0 0,0 0 0 0 0,-1 0 0 0 0,1 0-1 0 0,0 0 1 0 0,0-1 0 0 0,0 1 0 0 0,0 0 0 0 0,0 0-1 0 0,0 0 1 0 0,0 0 0 0 0,0 0 0 0 0,0-1 0 0 0,0 1-1 0 0,0 0 1 0 0,0 0 0 0 0,0 0 0 0 0,0 0-1 0 0,0-1 1 0 0,0 1 0 0 0,0 0 0 0 0,0 0 0 0 0,0 0-1 0 0,0 0 1 0 0,0 0 0 0 0,0-1 0 0 0,1 1 0 0 0,-1 0-1 0 0,0 0 1 0 0,0 0 0 0 0,0 0 0 0 0,0 0 0 0 0,0 0-1 0 0,0 0 1 0 0,0-1 0 0 0,0 1 0 0 0,1 0-1 0 0,-1 0 1 0 0,0 0 0 0 0,0 0 0 0 0,0 0 0 0 0,0 0-1 0 0,0 0 1 0 0,1 0 0 0 0,-1 0 0 0 0,0 0 0 0 0,0 0-1 0 0,0 0 1 0 0,0 0 0 0 0,0 0 0 0 0,1 0 0 0 0,-1 0-1 0 0,0 0 1 0 0,0 0 0 0 0,0 0 0 0 0,0 0-1 0 0,1 0 1 0 0,39 19 176 0 0,-31-16-181 0 0,-1 0-1 0 0,1 1 1 0 0,-1 0-1 0 0,11 8 1 0 0,21 9 35 0 0,-25-15-54 0 0,-11 2 0 0 0,-4-8 3 0 0,0 0 0 0 0,0 1 1 0 0,0-1-1 0 0,0 1 0 0 0,0-1 0 0 0,0 1 0 0 0,0-1 0 0 0,0 1 1 0 0,0-1-1 0 0,0 0 0 0 0,1 1 0 0 0,-1-1 0 0 0,0 1 1 0 0,0-1-1 0 0,1 0 0 0 0,-1 1 0 0 0,0-1 0 0 0,1 0 0 0 0,-1 1 1 0 0,0-1-1 0 0,1 0 0 0 0,-1 1 0 0 0,0-1 0 0 0,1 0 1 0 0,-1 0-1 0 0,0 1 0 0 0,1-1 0 0 0,-1 0 0 0 0,1 0 0 0 0,-1 0 1 0 0,1 0-1 0 0,-1 0 0 0 0,1 0 0 0 0,-1 0 0 0 0,0 0 0 0 0,1 1 1 0 0,-1-2-1 0 0,1 1 0 0 0,-1 0 0 0 0,1 0 0 0 0,-1 0 1 0 0,1 0-1 0 0,-1 0 0 0 0,0 0 0 0 0,1 0 0 0 0,0-1 0 0 0,2 1 21 0 0,1 0 43 0 0,-23 0 160 0 0,-51 10 907 0 0,-65 12 371 0 0,77-12-1183 0 0,6 0 225 0 0,53-10-604 0 0,0 1 0 0 0,0-1-1 0 0,0 0 1 0 0,0 0 0 0 0,0 1-1 0 0,0-1 1 0 0,-1 0 0 0 0,1 1 0 0 0,0-1-1 0 0,0 1 1 0 0,0-1 0 0 0,-1 1-1 0 0,1-1 1 0 0,0 1 0 0 0,-1-1-1 0 0,1 1 1 0 0,0 0 0 0 0,-1-1 0 0 0,2 2-1 0 0,11 11-1810 0 0,24 1-1334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1:40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3 240 0 0,'0'0'2775'0'0,"-4"0"-2295"0"0,-55-1 1067 0 0,49 0-1367 0 0,1 0 0 0 0,-1 1 1 0 0,1 0-1 0 0,-1 1 0 0 0,1 0 0 0 0,-1 0 0 0 0,-12 4 0 0 0,18-4 300 0 0,0-1-394 0 0,4 0-77 0 0,-1-1 0 0 0,1 1 0 0 0,-1 0 0 0 0,1 0 0 0 0,0 0 0 0 0,-1 0 0 0 0,1 0 0 0 0,-1 0 0 0 0,1 0 0 0 0,-1 0 0 0 0,1 0 0 0 0,0 0 0 0 0,-1 0 0 0 0,1 0 0 0 0,-1 0 0 0 0,1 0 0 0 0,-1 0 0 0 0,1 0 0 0 0,0 0 0 0 0,-1 0 0 0 0,1 1 0 0 0,-1-1 0 0 0,1 0 0 0 0,0 0 0 0 0,-1 1 0 0 0,1-1 0 0 0,0 0-1 0 0,-1 0 1 0 0,1 1 0 0 0,0-1 0 0 0,0 0 0 0 0,-1 1 0 0 0,1-1 0 0 0,0 1 0 0 0,0 42 138 0 0,21-30-147 0 0,-2-12-40 0 0,6 2 93 0 0,-6-3-53 0 0,13-4-3 0 0,-31 4 4 0 0,33 1 81 0 0,-16-2-82 0 0,-14-4 0 0 0,-3-1 0 0 0,-2 5 0 0 0,-18-6 0 0 0,10 1 76 0 0,7 6-77 0 0,-35 11 87 0 0,19-6-20 0 0,16-5-61 0 0,1 0-1 0 0,0 1 0 0 0,-1-1 0 0 0,1 0 1 0 0,0 1-1 0 0,-1 0 0 0 0,1-1 0 0 0,0 1 1 0 0,0 0-1 0 0,-1 0 0 0 0,1 0 1 0 0,0-1-1 0 0,0 1 0 0 0,0 0 0 0 0,0 0 1 0 0,0 1-1 0 0,0-1 0 0 0,1 0 0 0 0,-1 0 1 0 0,0 0-1 0 0,1 1 0 0 0,-1-1 1 0 0,0 0-1 0 0,1 1 0 0 0,0-1 0 0 0,-1 0 1 0 0,1 1-1 0 0,0-1 0 0 0,-1 0 1 0 0,1 1-1 0 0,0-1 0 0 0,0 1 0 0 0,0-1 1 0 0,0 1-1 0 0,1-1 0 0 0,-1 2 0 0 0,1 9 12 0 0,-1-11-16 0 0,0 1 0 0 0,-1-1-1 0 0,1 1 1 0 0,0-1 0 0 0,-1 1 0 0 0,1-1 0 0 0,-1 1 0 0 0,1-1 0 0 0,-1 0 0 0 0,0 1 0 0 0,1-1 0 0 0,-1 0 0 0 0,0 0 0 0 0,0 1 0 0 0,0-1 0 0 0,-1 1 0 0 0,1-1 1 0 0,0 0-1 0 0,0 1 1 0 0,0-1 0 0 0,0 0 0 0 0,0 0 0 0 0,0 1 0 0 0,0-1-1 0 0,1 1 1 0 0,-1-1 0 0 0,0 1 0 0 0,1-1 0 0 0,0 1 0 0 0,-1-1-1 0 0,1 1 1 0 0,0 0 0 0 0,0 1 0 0 0,-3 32 96 0 0,2-33-99 0 0,1 0-1 0 0,-1-1 1 0 0,0 1 0 0 0,0 0-1 0 0,0-1 1 0 0,0 1 0 0 0,0-1-1 0 0,0 1 1 0 0,0-1 0 0 0,0 1-1 0 0,-1-1 1 0 0,-2 2 0 0 0,3-2 7 0 0,-2 8 25 0 0,3-5 15 0 0,19-3 115 0 0,-15-1 0 0 0,-4 0-51 0 0,0 1-106 0 0,0-1-1 0 0,-1 0 0 0 0,1 0 1 0 0,0 0-1 0 0,0 0 0 0 0,0 0 0 0 0,0 0 1 0 0,0 1-1 0 0,0-1 0 0 0,0 0 1 0 0,0 0-1 0 0,0 0 0 0 0,0 0 0 0 0,0 0 1 0 0,0 0-1 0 0,0 1 0 0 0,0-1 1 0 0,0 0-1 0 0,0 0 0 0 0,0 0 0 0 0,0 0 1 0 0,0 0-1 0 0,1 0 0 0 0,-1 0 1 0 0,0 1-1 0 0,0-1 0 0 0,0 0 1 0 0,0 0-1 0 0,0 0 0 0 0,0 0 0 0 0,0 0 1 0 0,0 0-1 0 0,0 0 0 0 0,0 0 1 0 0,1 0-1 0 0,-1 0 0 0 0,0 1 0 0 0,0-1 1 0 0,0 0-1 0 0,0 0 0 0 0,0 0 1 0 0,0 0-1 0 0,0 0 0 0 0,1 0 0 0 0,-1 0 1 0 0,0 0-1 0 0,0 0 0 0 0,0 0 1 0 0,0 0-1 0 0,0 0 0 0 0,0 0 1 0 0,1 0-1 0 0,-1 0 0 0 0,0 0 0 0 0,0 0 1 0 0,0 0-1 0 0,26 5 80 0 0,0 0 0 0 0,0-1 0 0 0,0-2 0 0 0,0-1 0 0 0,1-1 0 0 0,38-5 0 0 0,-54 1-890 0 0,-29-7-1386 0 0,-23-11-1701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2:56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439 102 240 0 0,'3'-1'1094'0'0,"4"-1"-428"0"0,15-2 1051 0 0,-21 4-1657 0 0,-1-1 1 0 0,1 1-1 0 0,-1 0 0 0 0,1 0 0 0 0,0 0 0 0 0,-1-1 1 0 0,1 1-1 0 0,-1 0 0 0 0,1 0 0 0 0,-1-1 0 0 0,1 1 1 0 0,-1-1-1 0 0,1 1 0 0 0,-1 0 0 0 0,1-1 0 0 0,-1 1 1 0 0,1-1-1 0 0,-1 1 0 0 0,0-1 0 0 0,1 1 0 0 0,-1-1 1 0 0,0 0-1 0 0,1 1 0 0 0,-1-1 0 0 0,0 0 0 0 0,19-5 981 0 0,-19 6-1009 0 0,0 0 0 0 0,1-1 0 0 0,-1 1 0 0 0,0 0 0 0 0,1 0 0 0 0,-1-1 0 0 0,0 1 0 0 0,0 0 0 0 0,1 0 1 0 0,-1-1-1 0 0,0 1 0 0 0,0 0 0 0 0,0 0 0 0 0,1-1 0 0 0,-1 1 0 0 0,0 0 0 0 0,0-1 0 0 0,0 1 0 0 0,0 0 0 0 0,0-1 0 0 0,0 1 0 0 0,0-1 0 0 0,0 1 0 0 0,0 0 1 0 0,0-1-1 0 0,0 1 0 0 0,0 0 0 0 0,0-1 0 0 0,0 0 0 0 0,3-7 286 0 0,4 5-183 0 0,-6 3-112 0 0,-1 0 1 0 0,1 0-1 0 0,-1 0 1 0 0,1 0 0 0 0,0-1-1 0 0,-1 1 1 0 0,1 0-1 0 0,-1 0 1 0 0,1-1 0 0 0,-1 1-1 0 0,1 0 1 0 0,-1-1-1 0 0,0 1 1 0 0,1-1 0 0 0,-1 1-1 0 0,1 0 1 0 0,-1-1 0 0 0,0 1-1 0 0,1-1 1 0 0,-1 1-1 0 0,0-1 1 0 0,1 1 0 0 0,-1-1-1 0 0,0 0 1 0 0,0 1-1 0 0,0-1 1 0 0,1 1 0 0 0,-1-1-1 0 0,0 1 1 0 0,0-1-1 0 0,0 0 1 0 0,0 1 0 0 0,0-1-1 0 0,0 0 1 0 0,0 0 123 0 0,0 1-138 0 0,0 0 1 0 0,0 0-1 0 0,0-1 0 0 0,0 1 1 0 0,1 0-1 0 0,-1 0 1 0 0,0 0-1 0 0,0 0 1 0 0,0 0-1 0 0,0-1 1 0 0,0 1-1 0 0,0 0 0 0 0,0 0 1 0 0,0 0-1 0 0,0 0 1 0 0,1-1-1 0 0,-1 1 1 0 0,0 0-1 0 0,0 0 1 0 0,0 0-1 0 0,0-1 0 0 0,0 1 1 0 0,0 0-1 0 0,0 0 1 0 0,0 0-1 0 0,0 0 1 0 0,0-1-1 0 0,0 1 1 0 0,0 0-1 0 0,-1 0 0 0 0,1 0 1 0 0,0-1-1 0 0,0 1 1 0 0,0 0-1 0 0,0 0 1 0 0,0 0-1 0 0,0 0 1 0 0,0-1-1 0 0,0 1 0 0 0,0 0 1 0 0,-1 0-1 0 0,1 0 1 0 0,0 0-1 0 0,0 0 1 0 0,0-1-1 0 0,-11-4 58 0 0,-1-2 5 0 0,14 6-40 0 0,-2-3 9 0 0,-24-4-34 0 0,20 6-12 0 0,-1 1 0 0 0,0 0 0 0 0,0 0 0 0 0,0 0-1 0 0,0 0 1 0 0,0 1 0 0 0,0-1 0 0 0,0 1 0 0 0,0 1-1 0 0,1-1 1 0 0,-1 1 0 0 0,-8 2 0 0 0,-1 0-8 0 0,-17 3 25 0 0,1 2 1 0 0,0 1-1 0 0,0 1 0 0 0,0 1 0 0 0,-31 18 0 0 0,7-4 9 0 0,49-23-9 0 0,4-2-10 0 0,0 0 0 0 0,0 0 0 0 0,1 1 0 0 0,-1-1 0 0 0,0 0 0 0 0,0 1 0 0 0,0-1-1 0 0,1 0 1 0 0,-1 1 0 0 0,0-1 0 0 0,1 1 0 0 0,-1-1 0 0 0,0 1 0 0 0,1-1 0 0 0,-1 1 0 0 0,0 0 0 0 0,1-1 0 0 0,-1 1 0 0 0,1 0 0 0 0,-1-1 0 0 0,1 1 0 0 0,0 0 0 0 0,-1 0 0 0 0,1 0-1 0 0,0-1 1 0 0,-1 1 0 0 0,1 1 0 0 0,0-2-2 0 0,-1 1 0 0 0,1 0 0 0 0,0-1 0 0 0,0 1 0 0 0,-1-1 0 0 0,1 1 0 0 0,-1-1 0 0 0,1 1 0 0 0,0-1 0 0 0,-1 1 0 0 0,1-1 0 0 0,-1 1 0 0 0,1-1 0 0 0,-1 1 0 0 0,0-1 0 0 0,1 0 0 0 0,-1 1 0 0 0,1-1 0 0 0,-1 0 0 0 0,1 0 0 0 0,-1 0 0 0 0,0 1 0 0 0,1-1 0 0 0,-1 0 0 0 0,-1 0 0 0 0,-3 2 0 0 0,-21 29-66 0 0,22-28 59 0 0,0 1 1 0 0,0 0 0 0 0,0 0 0 0 0,1 0 0 0 0,-1 0-1 0 0,1 1 1 0 0,0 0 0 0 0,0-1 0 0 0,-4 11 0 0 0,-2 3-106 0 0,2-7 33 0 0,6-10 77 0 0,0 0 0 0 0,0 0 0 0 0,0 0 0 0 0,0 0 0 0 0,1 1-1 0 0,-1-1 1 0 0,0 0 0 0 0,1 0 0 0 0,-1 1 0 0 0,1-1 0 0 0,-1 1 0 0 0,1-1 0 0 0,0 0 0 0 0,-1 1 0 0 0,1-1 0 0 0,0 1 0 0 0,0-1-1 0 0,0 1 1 0 0,0-1 0 0 0,0 1 0 0 0,0-1 0 0 0,1 0 0 0 0,-1 1 0 0 0,0-1 0 0 0,2 2 0 0 0,1 6 9 0 0,0-1 1 0 0,0 1-1 0 0,0 0 0 0 0,-1 0 1 0 0,-1 0-1 0 0,1 0 1 0 0,-1 0-1 0 0,-1 14 1 0 0,0-16-3 0 0,-1 0 1 0 0,1-1-1 0 0,1 1 1 0 0,-1 0-1 0 0,1-1 1 0 0,1 1-1 0 0,-1 0 1 0 0,1-1 0 0 0,0 0-1 0 0,0 1 1 0 0,1-1-1 0 0,0 0 1 0 0,0 0-1 0 0,0 0 1 0 0,1-1-1 0 0,0 1 1 0 0,0-1 0 0 0,1 0-1 0 0,-1 0 1 0 0,1 0-1 0 0,0-1 1 0 0,0 0-1 0 0,7 5 1 0 0,38 22-210 0 0,71 32 1 0 0,-77-41 223 0 0,-33-16-14 0 0,1 0-1 0 0,-1-1 1 0 0,1 0-1 0 0,0-1 1 0 0,0 0-1 0 0,0-1 1 0 0,1 0 0 0 0,-1-1-1 0 0,1-1 1 0 0,-1 0-1 0 0,15-1 1 0 0,6-3 15 0 0,-1-2 1 0 0,1-2 0 0 0,-1-1-1 0 0,0-1 1 0 0,-1-2 0 0 0,0-1 0 0 0,48-27-1 0 0,-67 30-6 0 0,-1-1-1 0 0,-1 1 1 0 0,1-2-1 0 0,-2 0 1 0 0,1 0-1 0 0,-2-1 1 0 0,1 0-1 0 0,-2 0 1 0 0,0 0 0 0 0,8-19-1 0 0,-13 27-14 0 0,2-4 11 0 0,-1 0-1 0 0,0 0 0 0 0,0 0 1 0 0,0-1-1 0 0,-1 0 0 0 0,0 1 1 0 0,-1-1-1 0 0,0 0 0 0 0,-1 0 1 0 0,1 0-1 0 0,-2 1 0 0 0,1-1 1 0 0,-1 0-1 0 0,0 0 0 0 0,-1 0 0 0 0,0 1 1 0 0,-1-1-1 0 0,0 1 0 0 0,0 0 1 0 0,0 0-1 0 0,-1 0 0 0 0,-1 0 1 0 0,1 0-1 0 0,-1 1 0 0 0,0 0 1 0 0,-1 0-1 0 0,0 0 0 0 0,0 1 1 0 0,0 0-1 0 0,-14-10 0 0 0,6 7-2 0 0,0 0 0 0 0,-1 1-1 0 0,1 1 1 0 0,-1 1-1 0 0,-1 0 1 0 0,-20-5 0 0 0,-99-14-293 0 0,87 17 90 0 0,38 6-155 0 0,1 0 1 0 0,-1 1-1 0 0,0 0 1 0 0,0 0-1 0 0,0 1 1 0 0,0 0-1 0 0,0 1 1 0 0,0 0-1 0 0,-12 3 1 0 0,18 0-4774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01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374 185 1361 0 0,'2'0'255'0'0,"-1"0"0"0"0,0-1 1 0 0,0 1-1 0 0,1 0 1 0 0,-1 0-1 0 0,0-1 0 0 0,0 1 1 0 0,0-1-1 0 0,0 1 1 0 0,0-1-1 0 0,0 1 0 0 0,0-1 1 0 0,0 0-1 0 0,0 1 0 0 0,0-1 1 0 0,1-1-1 0 0,-3 1-147 0 0,1 1-1 0 0,-1-1 1 0 0,0 1-1 0 0,0-1 1 0 0,1 0-1 0 0,-1 1 1 0 0,0 0-1 0 0,0-1 1 0 0,0 1 0 0 0,0-1-1 0 0,0 1 1 0 0,0 0-1 0 0,0 0 1 0 0,0 0-1 0 0,0-1 1 0 0,0 1-1 0 0,0 0 1 0 0,0 0-1 0 0,1 0 1 0 0,-1 0-1 0 0,0 1 1 0 0,0-1-1 0 0,0 0 1 0 0,-1 1 0 0 0,-16 0 132 0 0,0 0 1 0 0,-22 6-1 0 0,34-6-161 0 0,18 0 923 0 0,-24-3-870 0 0,14 1 499 0 0,5-4-570 0 0,25 2 47 0 0,16 3 292 0 0,56 0-146 0 0,-100 0 226 0 0,-29 1-9 0 0,20-1-391 0 0,0 1-1 0 0,0-1 1 0 0,0 0-1 0 0,0 0 0 0 0,0 0 1 0 0,-7-2-1 0 0,-29 11 148 0 0,21 0-229 0 0,-30 15-63 0 0,28-11 70 0 0,14-9 6 0 0,-1 1-1 0 0,2 0 1 0 0,-1 0 0 0 0,0 1 0 0 0,1 0-1 0 0,-9 10 1 0 0,14-14 4 0 0,1 0-1 0 0,0 1 1 0 0,-1-1-1 0 0,1-1 1 0 0,-1 1-1 0 0,0 0 1 0 0,0 0-1 0 0,1-1 1 0 0,-1 1-1 0 0,-4 2 1 0 0,5-4-15 0 0,-6 11 134 0 0,-6-1-117 0 0,1 0 0 0 0,0 0 0 0 0,0 1 0 0 0,-11 15 0 0 0,-4 4 4 0 0,14-20-35 0 0,12-9 11 0 0,0 0 1 0 0,0 0-1 0 0,0 0 1 0 0,0 0-1 0 0,0-1 1 0 0,0 1-1 0 0,1 0 1 0 0,-1 1-1 0 0,0-1 1 0 0,0 0-1 0 0,1 0 1 0 0,-1 0-1 0 0,1 0 1 0 0,-1 0-1 0 0,1 1 0 0 0,-1-1 1 0 0,1 0-1 0 0,0 0 1 0 0,0 1-1 0 0,-1-1 1 0 0,1 0-1 0 0,0 1 1 0 0,0-1-1 0 0,0 0 1 0 0,1 3-1 0 0,-1-2 8 0 0,0-1 0 0 0,0 1-1 0 0,0 0 1 0 0,0 0 0 0 0,0-1-1 0 0,-1 1 1 0 0,1 0 0 0 0,0 0-1 0 0,-1-1 1 0 0,0 1 0 0 0,1 0-1 0 0,-1-1 1 0 0,0 1-1 0 0,0-1 1 0 0,0 1 0 0 0,0-1-1 0 0,0 1 1 0 0,0-1 0 0 0,0 0-1 0 0,0 1 1 0 0,-1-1 0 0 0,1 0-1 0 0,0 0 1 0 0,-1 0 0 0 0,-2 1-1 0 0,-15 15 9 0 0,8-5-59 0 0,10-10 42 0 0,-1-1 0 0 0,1 0-1 0 0,0 0 1 0 0,0 1 0 0 0,0-1 0 0 0,0 1 0 0 0,0-1 0 0 0,0 1-1 0 0,0 0 1 0 0,0-1 0 0 0,1 1 0 0 0,-1 0 0 0 0,0-1 0 0 0,1 1-1 0 0,0 0 1 0 0,-1 0 0 0 0,1 0 0 0 0,0-1 0 0 0,0 1 0 0 0,0 2-1 0 0,0-2 5 0 0,-1 1 0 0 0,1-1 0 0 0,0 0 0 0 0,0 0 0 0 0,0 0 0 0 0,0 0 0 0 0,1 1 0 0 0,-1-1 0 0 0,0 0 0 0 0,1 0 0 0 0,0 0 0 0 0,-1 0 0 0 0,1 0 0 0 0,0 0 0 0 0,0 0 0 0 0,0 0 0 0 0,0 0 0 0 0,0 0 0 0 0,1-1 0 0 0,-1 1 0 0 0,1 0 0 0 0,-1-1 0 0 0,4 3 0 0 0,17 15-66 0 0,6-3 35 0 0,-22-12 5 0 0,1 0 0 0 0,-1-1 0 0 0,1 0 0 0 0,12 5 1 0 0,170 38-69 0 0,-131-35 94 0 0,-37-7-4 0 0,-1 0-1 0 0,40 1 1 0 0,114-4-63 0 0,-66-10 114 0 0,73-1 66 0 0,-178 9-117 0 0,1 1-1 0 0,-1 0 1 0 0,1 0-1 0 0,0 0 1 0 0,-1 0-1 0 0,1 0 0 0 0,0 1 1 0 0,-1 0-1 0 0,1-1 1 0 0,-1 2-1 0 0,1-1 1 0 0,5 3-1 0 0,5 2-16 0 0,53 21 35 0 0,-46-21 49 0 0,-20-3-62 0 0,10-2 51 0 0,-3-1-22 0 0,-5 0 144 0 0,-1 0-137 0 0,0 1 0 0 0,1-1 0 0 0,-1 1 0 0 0,0-1 0 0 0,0 0 0 0 0,0 0 1 0 0,0 0-1 0 0,0 0 0 0 0,1 0 0 0 0,-1-1 0 0 0,0 1 0 0 0,0-1 0 0 0,3 0 1 0 0,29-9 229 0 0,156-64 427 0 0,-14 5-441 0 0,-162 62-213 0 0,-6 4-16 0 0,22 2 72 0 0,-8 1-83 0 0,10 0-13 0 0,-30 0 0 0 0,31 4 0 0 0,123-2 56 0 0,-110-4-44 0 0,80 7 0 0 0,-71 3-30 0 0,-24-2 21 0 0,1-2-1 0 0,0-1 1 0 0,0-1-1 0 0,0-2 1 0 0,0-2 0 0 0,56-8-1 0 0,37-9 65 0 0,-87 12-20 0 0,39-4-1 0 0,-53 11-46 0 0,-16 0 0 0 0,1 0 0 0 0,-1-1 0 0 0,0 0 0 0 0,1 0 0 0 0,-1-1 0 0 0,10-3 0 0 0,68-10 174 0 0,-16-12-44 0 0,120-63 0 0 0,-103 46-17 0 0,-61 34-113 0 0,-8 8-66 0 0,-10 3-14 0 0,12 6-49 0 0,-18-4 111 0 0,3-1 5 0 0,-4-2 13 0 0,-1 0 0 0 0,1 1 0 0 0,0-1 0 0 0,-1 0 0 0 0,1 0 0 0 0,0 1 0 0 0,-1-1 0 0 0,1 0 0 0 0,-1 1 0 0 0,1-1 0 0 0,0 0 0 0 0,-1 1 0 0 0,1-1 0 0 0,-1 1 0 0 0,1-1 0 0 0,-1 1 0 0 0,0 0 0 0 0,1-1 0 0 0,-1 1 0 0 0,1-1 0 0 0,-1 1-1 0 0,0 0 1 0 0,0-1 0 0 0,1 1 0 0 0,-1 0 0 0 0,0-1 0 0 0,0 1 0 0 0,0 0 0 0 0,1 1 0 0 0,-1-2 1 0 0,0 0 0 0 0,0 1-1 0 0,0-1 1 0 0,0 1-1 0 0,0-1 1 0 0,0 0 0 0 0,0 1-1 0 0,0-1 1 0 0,0 1-1 0 0,1-1 1 0 0,-1 0-1 0 0,0 1 1 0 0,0-1 0 0 0,1 0-1 0 0,-1 1 1 0 0,0-1-1 0 0,0 0 1 0 0,1 1-1 0 0,-1-1 1 0 0,0 0 0 0 0,1 0-1 0 0,-1 1 1 0 0,0-1-1 0 0,1 0 1 0 0,-1 0 0 0 0,0 0-1 0 0,1 0 1 0 0,-1 1-1 0 0,1-1 1 0 0,-1 0-1 0 0,0 0 1 0 0,1 0 0 0 0,-1 0-1 0 0,1 0 1 0 0,0 0 0 0 0,-1 0 0 0 0,1 0 1 0 0,0 0-1 0 0,-1 0 0 0 0,1 1 0 0 0,-1-1 1 0 0,1 0-1 0 0,-1 0 0 0 0,1 0 1 0 0,-1 1-1 0 0,1-1 0 0 0,-1 0 0 0 0,1 1 1 0 0,-1-1-1 0 0,1 0 0 0 0,-1 1 1 0 0,0-1-1 0 0,1 0 0 0 0,-1 1 1 0 0,0-1-1 0 0,1 1 0 0 0,-1-1 0 0 0,0 1 1 0 0,1-1-1 0 0,-1 1 0 0 0,0-1 1 0 0,0 1-1 0 0,0-1 0 0 0,0 1 0 0 0,1 0 1 0 0,-1-1-1 0 0,0 1 0 0 0,0-1 1 0 0,0 1-1 0 0,0 0 0 0 0,0 0-1 0 0,0-1 1 0 0,0 1-1 0 0,0-1 0 0 0,0 1 1 0 0,0-1-1 0 0,0 1 0 0 0,0-1 1 0 0,1 0-1 0 0,-1 1 0 0 0,0-1 1 0 0,0 1-1 0 0,0-1 0 0 0,1 0 1 0 0,-1 1-1 0 0,0-1 0 0 0,1 1 1 0 0,-1-1-1 0 0,0 0 0 0 0,1 0 1 0 0,-1 1-1 0 0,0-1 0 0 0,1 0 1 0 0,-1 1-1 0 0,1-1 0 0 0,-1 0 1 0 0,0 0-1 0 0,1 0 0 0 0,-1 0 1 0 0,1 1-1 0 0,-1-1 0 0 0,1 0 1 0 0,-1 0-1 0 0,1 0 0 0 0,-1 0 0 0 0,1 0 1 0 0,0 0 1 0 0,-1 0 0 0 0,1 0 0 0 0,-1 0-1 0 0,0 0 1 0 0,1 0 0 0 0,-1 0 0 0 0,1 0 0 0 0,-1 0 0 0 0,1 0 0 0 0,-1 0 0 0 0,0 1 0 0 0,1-1 0 0 0,-1 0-1 0 0,0 0 1 0 0,1 0 0 0 0,-1 1 0 0 0,0-1 0 0 0,1 0 0 0 0,-1 0 0 0 0,0 1 0 0 0,1-1 0 0 0,-1 0-1 0 0,0 1 1 0 0,0-1 0 0 0,1 0 0 0 0,-1 1 0 0 0,0-1 0 0 0,0 0 0 0 0,0 1 0 0 0,0-1 0 0 0,1 1 0 0 0,-1-1-1 0 0,0 0 1 0 0,0 1 0 0 0,0 0 0 0 0,2 1 7 0 0,1 1 1 0 0,0-1-1 0 0,-1 1 0 0 0,1-1 1 0 0,0 0-1 0 0,0 0 0 0 0,1 0 0 0 0,-1 0 1 0 0,7 2-1 0 0,2 3-8 0 0,25 12 65 0 0,-29-9-52 0 0,5-3-24 0 0,-8-6 2 0 0,-1 1 0 0 0,1-1 1 0 0,-1 1-1 0 0,0 1 1 0 0,1-1-1 0 0,-1 0 0 0 0,0 1 1 0 0,-1 0-1 0 0,1 0 1 0 0,4 4-1 0 0,-7-6 9 0 0,1 1 0 0 0,-1-1-1 0 0,1 1 1 0 0,0-1 0 0 0,0 0 0 0 0,0 0 0 0 0,0 0-1 0 0,0 0 1 0 0,0 0 0 0 0,0 0 0 0 0,0-1-1 0 0,0 1 1 0 0,0-1 0 0 0,1 1 0 0 0,2-1-1 0 0,-2 1 2 0 0,1 0-2 0 0,-8 0 0 0 0,50 5 0 0 0,-45-6 0 0 0,17 0 30 0 0,-12 0-22 0 0,0 0 0 0 0,1 0 1 0 0,-1 1-1 0 0,0-1 0 0 0,12 4 1 0 0,-11-1-9 0 0,30-2 93 0 0,52 5 147 0 0,-15-1-169 0 0,52 3 5 0 0,-117-8-72 0 0,-2 0-4 0 0,0 1 0 0 0,1-2-1 0 0,-1 1 1 0 0,1-1-1 0 0,-1 0 1 0 0,0 0-1 0 0,1-1 1 0 0,-1 0-1 0 0,10-4 1 0 0,-5 2 3 0 0,-7 3 12 0 0,-1 0-1 0 0,0 0 0 0 0,0 0 1 0 0,1 0-1 0 0,-1-1 0 0 0,0 0 1 0 0,0 0-1 0 0,0 0 0 0 0,5-4 1 0 0,-9 5-82 0 0,19-4-80 0 0,25-14 454 0 0,-37 10-147 0 0,-6 9-153 0 0,0 0 0 0 0,1 0 1 0 0,-1-1-1 0 0,0 1 0 0 0,-1-1 0 0 0,1 1 1 0 0,0-1-1 0 0,0 1 0 0 0,0-1 0 0 0,0 0 1 0 0,0 1-1 0 0,0-1 0 0 0,-1 0 0 0 0,1 0 0 0 0,0 1 1 0 0,0-3-1 0 0,2-24 123 0 0,-3 27-128 0 0,0 0-1 0 0,0-1 0 0 0,0 1 0 0 0,0-1 0 0 0,0 1 0 0 0,0-1 1 0 0,0 1-1 0 0,-1-1 0 0 0,1 1 0 0 0,0-1 0 0 0,0 1 1 0 0,0 0-1 0 0,-1-1 0 0 0,1 1 0 0 0,0-1 0 0 0,0 1 0 0 0,-1 0 1 0 0,1-1-1 0 0,0 1 0 0 0,-1 0 0 0 0,1-1 0 0 0,0 1 0 0 0,-1 0 1 0 0,1-1-1 0 0,-1 1 0 0 0,1 0 0 0 0,0 0 0 0 0,-1 0 0 0 0,1-1 1 0 0,-1 1-1 0 0,1 0 0 0 0,-1 0 0 0 0,1 0 0 0 0,-1 0 0 0 0,1 0 1 0 0,-1 0-1 0 0,0 0-1 0 0,1 0 1 0 0,-1 0 0 0 0,1 0-1 0 0,-1 0 1 0 0,1 0 0 0 0,0-1-1 0 0,-1 1 1 0 0,1 0-1 0 0,-1 0 1 0 0,1 0 0 0 0,-1 0-1 0 0,1-1 1 0 0,0 1 0 0 0,-1 0-1 0 0,1 0 1 0 0,-1-1 0 0 0,1 1-1 0 0,0 0 1 0 0,-1-1-1 0 0,1 1 1 0 0,0 0 0 0 0,0-1-1 0 0,-1 1 1 0 0,1-1 0 0 0,0 1-1 0 0,0 0 1 0 0,-1-1-1 0 0,1 1 1 0 0,0-1 0 0 0,0 1-1 0 0,0-1 1 0 0,0 1 0 0 0,0-1-1 0 0,0 1 1 0 0,0-1 0 0 0,0 0-1 0 0,-1 0-3 0 0,1-1 1 0 0,-1 1-1 0 0,0-1 1 0 0,1 1-1 0 0,-1-1 0 0 0,0 1 1 0 0,0-1-1 0 0,0 1 0 0 0,0 0 1 0 0,0-1-1 0 0,0 1 0 0 0,-1 0 1 0 0,-2-2-1 0 0,-6-8-27 0 0,0 2-4 0 0,0 1 0 0 0,0 0-1 0 0,-1 0 1 0 0,-19-10-1 0 0,13 8 34 0 0,-29-21-33 0 0,26 16 18 0 0,0 2 1 0 0,-24-12 0 0 0,-134-55 95 0 0,118 63-31 0 0,13 5-18 0 0,-149-43 49 0 0,138 39 13 0 0,-88-11-1 0 0,17 4 270 0 0,85 16-260 0 0,0 2 1 0 0,-84 2-1 0 0,19 0-62 0 0,-509-39 360 0 0,606 41-394 0 0,0 0-1 0 0,0 1 0 0 0,0 0 1 0 0,0 1-1 0 0,-17 4 1 0 0,3-1-39 0 0,-458 20 260 0 0,390-31-349 0 0,70 4 82 0 0,0 0 1 0 0,0 2-1 0 0,0 1 0 0 0,-34 4 1 0 0,-67 5-28 0 0,79-6 85 0 0,-54-5 0 0 0,59 0-70 0 0,-1 2-1 0 0,1 2 1 0 0,-71 11 0 0 0,94-12 132 0 0,-54-1-134 0 0,-74 10 1 0 0,117-5-132 0 0,0 1-1 0 0,-45 16 1 0 0,-16 5 114 0 0,49-14-329 0 0,37-13 53 0 0,3-2-1320 0 0,10 5-681 0 0,79 20-2975 0 0,-6-8 1015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25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4562 0 0,'0'0'6243'0'0,"4"0"-5923"0"0,306 11 1521 0 0,-214-4-1559 0 0,241 3-564 0 0,-318-13-916 0 0,-18 3 1134 0 0,-1 0 1 0 0,0 0-1 0 0,0 0 0 0 0,1 0 0 0 0,-1 0 1 0 0,0 0-1 0 0,1 0 0 0 0,-1 0 0 0 0,0-1 1 0 0,0 1-1 0 0,0 0 0 0 0,1 0 0 0 0,-1 0 1 0 0,0 0-1 0 0,0 0 0 0 0,1-1 0 0 0,-1 1 1 0 0,0 0-1 0 0,0 0 0 0 0,0 0 0 0 0,0-1 1 0 0,1 1-1 0 0,-1 0 0 0 0,0 0 0 0 0,0-1 1 0 0,0 1-1 0 0,0 0 0 0 0,0 0 0 0 0,0-1 1 0 0,0 1-1 0 0,0 0 0 0 0,0 0 0 0 0,0-1 0 0 0,0 1 1 0 0,0 0-1 0 0,0 0 0 0 0,0-1 0 0 0,0 1 1 0 0,0 0-1 0 0,0 0 0 0 0,0-1 0 0 0,0 1 1 0 0,0 0-1 0 0,0 0 0 0 0,0-1 0 0 0,0 1 1 0 0,0 0-1 0 0,-1 0 0 0 0,1-1 0 0 0,0 1 1 0 0,0 0-1 0 0,0 0 0 0 0,0 0 0 0 0,-1-1 1 0 0,1 1-1 0 0,0 0 0 0 0,0 0 0 0 0,-19-14-3764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3:10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351 10 3762 0 0,'-2'1'4712'0'0,"-6"-3"-3599"0"0,0-1-949 0 0,2 2 115 0 0,4 0-172 0 0,-1 0-1 0 0,1 1 1 0 0,-1-1 0 0 0,1 0 0 0 0,-1 1-1 0 0,1 0 1 0 0,-1-1 0 0 0,1 1 0 0 0,-1 0 0 0 0,1 1-1 0 0,-1-1 1 0 0,1 0 0 0 0,-1 1 0 0 0,1-1-1 0 0,-1 1 1 0 0,1 0 0 0 0,0-1 0 0 0,-1 1-1 0 0,1 0 1 0 0,0 1 0 0 0,-1-1 0 0 0,1 0 0 0 0,0 1-1 0 0,0-1 1 0 0,-2 3 0 0 0,-24 27 165 0 0,20-24-262 0 0,0 1 1 0 0,0 0-1 0 0,1 1 0 0 0,1 0 0 0 0,-10 16 0 0 0,8-6 30 0 0,7-13-31 0 0,-2-1 0 0 0,1 0 0 0 0,0 0 0 0 0,-1 1 0 0 0,-4 4 0 0 0,0 0 17 0 0,1-2-5 0 0,0 0 1 0 0,0 0-1 0 0,1 1 1 0 0,-6 13-1 0 0,-33 81-21 0 0,42-95 8 0 0,0 0 1 0 0,0 0-1 0 0,1 1 0 0 0,0-1 0 0 0,1 0 1 0 0,0 1-1 0 0,1-1 0 0 0,0 9 0 0 0,1 11-2 0 0,-2 213 621 0 0,-1-235-555 0 0,1-1-1 0 0,-1 1 0 0 0,0 0 1 0 0,-1-1-1 0 0,0 1 1 0 0,0-1-1 0 0,0 0 1 0 0,0 0-1 0 0,-1 0 0 0 0,-3 7 1 0 0,3-8-53 0 0,0 1 1 0 0,0 0-1 0 0,1 0 1 0 0,-1 0-1 0 0,1 1 1 0 0,1-1-1 0 0,-1 0 1 0 0,1 1 0 0 0,0-1-1 0 0,0 8 1 0 0,0-10 2 0 0,1 1 1 0 0,0-1 0 0 0,-1 0 0 0 0,0 1-1 0 0,1-1 1 0 0,-1 0 0 0 0,-1 0 0 0 0,1 0 0 0 0,-3 6-1 0 0,2-6-15 0 0,0 0-1 0 0,1 1 1 0 0,0-1 0 0 0,-1 1-1 0 0,1 0 1 0 0,0-1-1 0 0,1 1 1 0 0,-1 0-1 0 0,0 7 1 0 0,1-10-56 0 0,0 0 0 0 0,0-1 1 0 0,0 1-1 0 0,0 0 0 0 0,0 0 0 0 0,0 0 0 0 0,1 0 1 0 0,-1 0-1 0 0,0-1 0 0 0,0 1 0 0 0,1 0 0 0 0,-1 0 0 0 0,0 0 1 0 0,1-1-1 0 0,-1 1 0 0 0,1 0 0 0 0,-1 0 0 0 0,1-1 1 0 0,-1 1-1 0 0,1 0 0 0 0,0-1 0 0 0,-1 1 0 0 0,1-1 1 0 0,0 1-1 0 0,1 0 0 0 0,0 0-132 0 0,0-1-1 0 0,-1 1 1 0 0,1-1 0 0 0,0 0-1 0 0,0 0 1 0 0,0 0-1 0 0,-1 1 1 0 0,1-2 0 0 0,0 1-1 0 0,0 0 1 0 0,0 0 0 0 0,2-1-1 0 0,4-1-878 0 0,0-1-1 0 0,0 0 0 0 0,-1 0 0 0 0,1-1 1 0 0,9-6-1 0 0,24-15-2554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3:11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52 800 0 0,'-79'19'8191'0'0,"21"-14"-7231"0"0,24-5-800 0 0,29 1 361 0 0,7-1-403 0 0,38 4-130 0 0,9-1 139 0 0,0-2 0 0 0,72-8 0 0 0,11 0 119 0 0,31 18 249 0 0,-111-5-224 0 0,1-3 0 0 0,76-4-1 0 0,-85-6 117 0 0,68-19 0 0 0,-80 17-190 0 0,1 1-1 0 0,1 2 1 0 0,62-5 0 0 0,-75 10-147 0 0,1 1 0 0 0,-1 1 0 0 0,0 1 0 0 0,0 0 0 0 0,0 2 0 0 0,0 0 0 0 0,34 13 0 0 0,-47-15-41 0 0,-7-2-6 0 0,-1 0 0 0 0,1 0 0 0 0,-1 0 0 0 0,1 0 1 0 0,-1 0-1 0 0,1 1 0 0 0,-1-1 0 0 0,1 0 0 0 0,-1 1 0 0 0,1-1 0 0 0,-1 0 0 0 0,1 1 0 0 0,-1-1 0 0 0,1 0 1 0 0,-1 1-1 0 0,0-1 0 0 0,1 1 0 0 0,-1-1 0 0 0,0 0 0 0 0,1 1 0 0 0,-1-1 0 0 0,0 1 0 0 0,0 3 24 0 0,4-4 26 0 0,20-4-37 0 0,-10 1-14 0 0,-11-3 60 0 0,-2 5-56 0 0,0 0-1 0 0,0 0 1 0 0,0 1-1 0 0,0-1 0 0 0,1 1 1 0 0,-1-1-1 0 0,0 1 0 0 0,0-1 1 0 0,1 1-1 0 0,-1-1 1 0 0,0 1-1 0 0,1 0 0 0 0,-1 0 1 0 0,2 0-1 0 0,3-1 21 0 0,12 0 28 0 0,1 1-28 0 0,-16 0 174 0 0,-3-1-267 0 0,1 1 26 0 0,-1 0 0 0 0,0-1 0 0 0,0 1 0 0 0,0 0 0 0 0,0-1 0 0 0,0 1 0 0 0,0 0 1 0 0,0-1-1 0 0,0 1 0 0 0,0 0 0 0 0,0-1 0 0 0,-1 1 0 0 0,1 0 0 0 0,0-1 0 0 0,0 1 0 0 0,0 0 0 0 0,0-1 0 0 0,0 1 1 0 0,-1 0-1 0 0,1-1 0 0 0,0 1 0 0 0,0 0 0 0 0,0 0 0 0 0,-1-1 0 0 0,1 1 0 0 0,0 0 0 0 0,0 0 0 0 0,-1-1 0 0 0,-11-6-1173 0 0,10 5 722 0 0,-1 0 1 0 0,0 1-1 0 0,0-1 1 0 0,1 1-1 0 0,-1-1 1 0 0,0 1 0 0 0,-1 0-1 0 0,1 0 1 0 0,0 0-1 0 0,0 1 1 0 0,0-1-1 0 0,-5 0 1 0 0,-85-8-5352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3:21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148 239 1441 0 0,'1'0'3127'0'0,"-6"-3"-2026"0"0,-6 2-465 0 0,-1 0 0 0 0,0 1-1 0 0,0 1 1 0 0,-19 3-1 0 0,-17 0 109 0 0,45-4-504 0 0,-1 0-80 0 0,-6-3-52 0 0,20 2 38 0 0,-6 1 334 0 0,-1 0-400 0 0,57-4 1107 0 0,-57 4-467 0 0,1 0-613 0 0,11-2 42 0 0,0-1 0 0 0,25-7 0 0 0,16-3 31 0 0,30 4-95 0 0,0 3-1 0 0,97 7 1 0 0,191-13 301 0 0,-130-19 268 0 0,-205 26-342 0 0,1 2-1 0 0,1 1 1 0 0,51 5 0 0 0,10 0 189 0 0,220-17 766 0 0,-290 13-1153 0 0,-6-1 84 0 0,0 0 0 0 0,0-2 1 0 0,42-10-1 0 0,-68 13-283 0 0,0 1 0 0 0,1 0 0 0 0,-1-1 0 0 0,0 1 0 0 0,1 0 0 0 0,-1-1 0 0 0,0 1 0 0 0,0-1 0 0 0,1 1-1 0 0,-1-1 1 0 0,0 1 0 0 0,0 0 0 0 0,0-1 0 0 0,0 1 0 0 0,1-1 0 0 0,-1 1 0 0 0,0-1 0 0 0,0 1 0 0 0,0-1 0 0 0,0 1 0 0 0,0-1 0 0 0,0 1 0 0 0,0-1 0 0 0,0 1 0 0 0,-1-1 0 0 0,1 1 0 0 0,0-1 0 0 0,0 1 0 0 0,0 0 0 0 0,0-1 0 0 0,-1 1 0 0 0,1-1 0 0 0,0 1 0 0 0,0-1 0 0 0,-1 1-1 0 0,1 0 1 0 0,0-1 0 0 0,-1 1 0 0 0,1-1 0 0 0,-4-3-722 0 0,0 0 0 0 0,0 0 0 0 0,0 0 0 0 0,-1 1 0 0 0,-8-6 0 0 0,-83-54-9451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3:22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44 1601 0 0,'-1'0'220'0'0,"0"-1"0"0"0,-1 0 0 0 0,1 0 0 0 0,-1 1 0 0 0,1-1 0 0 0,-1 1 0 0 0,1 0 0 0 0,-1-1 0 0 0,1 1 0 0 0,-1 0 0 0 0,1 0 0 0 0,-1 0 0 0 0,0 0 0 0 0,1 0 0 0 0,-1 0 0 0 0,-1 1 0 0 0,-10-2 695 0 0,-9-4 81 0 0,17 3-870 0 0,-1 0-1 0 0,0 1 0 0 0,0 0 0 0 0,0 0 0 0 0,-9 0 1 0 0,15 0-54 0 0,0 1-73 0 0,0 0 0 0 0,0 0 0 0 0,0 0-1 0 0,0 0 1 0 0,0 0 0 0 0,0-1 0 0 0,0 1 0 0 0,0 0 0 0 0,0 0 0 0 0,0 0 0 0 0,0 0-1 0 0,0 0 1 0 0,0-1 0 0 0,0 1 0 0 0,0 0 0 0 0,0 0 0 0 0,0 0 0 0 0,0 0-1 0 0,0 0 1 0 0,0 0 0 0 0,0-1 0 0 0,0 1 0 0 0,0 0 0 0 0,0 0 0 0 0,-1 0 0 0 0,1 0-1 0 0,0 0 1 0 0,0 0 0 0 0,0 0 0 0 0,0-1 0 0 0,0 1 0 0 0,0 0 0 0 0,0 0-1 0 0,0 0 1 0 0,-1 0 0 0 0,1 0 0 0 0,0 0 0 0 0,0 0 0 0 0,0 0 0 0 0,0 0-1 0 0,0 0 1 0 0,0 0 0 0 0,-1 0 0 0 0,1 0 0 0 0,0 0 0 0 0,0 0 0 0 0,0 0 0 0 0,0 0-1 0 0,0 0 1 0 0,-1 0 0 0 0,1 0 0 0 0,-11-5-60 0 0,-19-3-372 0 0,30 6 356 0 0,0-1 74 0 0,-22 2 17 0 0,18 1 92 0 0,3-1-67 0 0,0 1-1 0 0,1 0 0 0 0,-1 0 0 0 0,1 0 1 0 0,-1 0-1 0 0,0-1 0 0 0,1 1 0 0 0,-1 0 1 0 0,1 0-1 0 0,-1 0 0 0 0,0 0 0 0 0,1 1 1 0 0,-1-1-1 0 0,0 0 0 0 0,1 0 0 0 0,-1 0 0 0 0,1 0 1 0 0,-1 1-1 0 0,0-1 0 0 0,1 0 0 0 0,-1 0 1 0 0,1 1-1 0 0,-1-1 0 0 0,1 0 0 0 0,-1 1 1 0 0,1-1-1 0 0,-1 1 0 0 0,1-1 0 0 0,-1 2 1 0 0,19 3 361 0 0,-17-5-395 0 0,-1 0 1 0 0,0 1-1 0 0,1-1 1 0 0,-1 1-1 0 0,0-1 1 0 0,1 0-1 0 0,-1 1 1 0 0,0-1-1 0 0,0 1 1 0 0,1-1-1 0 0,-1 1 1 0 0,0-1-1 0 0,0 1 0 0 0,0-1 1 0 0,0 1-1 0 0,1-1 1 0 0,-1 1-1 0 0,0-1 1 0 0,0 1-1 0 0,0-1 1 0 0,0 1-1 0 0,0-1 1 0 0,0 1-1 0 0,-1-1 1 0 0,1 0-1 0 0,0 1 1 0 0,0-1-1 0 0,0 1 1 0 0,0-1-1 0 0,-1 1 0 0 0,1-1 1 0 0,0 1-1 0 0,0-1 1 0 0,-1 1-1 0 0,1-1 1 0 0,0 0-1 0 0,-1 1 1 0 0,0 0-1 0 0,-3 9 89 0 0,1 1-1 0 0,-1 0 0 0 0,2 0 1 0 0,0 1-1 0 0,0-1 1 0 0,1 0-1 0 0,0 1 0 0 0,2 21 1 0 0,-1-21-83 0 0,1 0 0 0 0,1 1 1 0 0,0-1-1 0 0,0 0 0 0 0,8 22 1 0 0,-9-31 0 0 0,3 34 75 0 0,0-3-28 0 0,-3-29-53 0 0,1 0-1 0 0,-1-1 0 0 0,0 1 1 0 0,0 0-1 0 0,0 0 0 0 0,-1 0 1 0 0,0 0-1 0 0,0 0 0 0 0,0 0 1 0 0,-1 0-1 0 0,0 0 0 0 0,1 0 1 0 0,-2 0-1 0 0,-1 6 0 0 0,1-4-6 0 0,1 0 0 0 0,0 0 0 0 0,0 1 0 0 0,1-1-1 0 0,0 0 1 0 0,0 0 0 0 0,1 0 0 0 0,0 0 0 0 0,0 0-1 0 0,0 0 1 0 0,5 11 0 0 0,3 6 3 0 0,23 43 1 0 0,-15-36-47 0 0,3 8 41 0 0,-10-23 17 0 0,-2 1 0 0 0,0 0 0 0 0,9 27 0 0 0,-12-29-36 0 0,-1 1-1 0 0,-1 0 0 0 0,0 0 0 0 0,-1 1 0 0 0,-1-1 0 0 0,-1 33 0 0 0,-2-37 18 0 0,-3 17-453 0 0,-3 59 1 0 0,9-87 431 0 0,-1-1 0 0 0,0 1 0 0 0,0 0 0 0 0,0 0 0 0 0,0 0 0 0 0,0 0 0 0 0,-1 0 0 0 0,1 0 0 0 0,0 0 0 0 0,0 0 0 0 0,-1 0 0 0 0,1 0 0 0 0,0 0 0 0 0,-1 0 0 0 0,1 0 0 0 0,-1 0 0 0 0,1-1 0 0 0,-1 1 0 0 0,1 0 0 0 0,-1 0 0 0 0,0-1 0 0 0,1 1 0 0 0,-1 0 0 0 0,0-1 0 0 0,0 1 0 0 0,0-1 0 0 0,1 1 0 0 0,-1-1 0 0 0,-1 1 0 0 0,0 0-97 0 0,0-1 1 0 0,0 0-1 0 0,0 0 0 0 0,0 0 1 0 0,0 0-1 0 0,0 0 0 0 0,0 0 1 0 0,1 0-1 0 0,-1-1 1 0 0,0 1-1 0 0,0-1 0 0 0,-2 0 1 0 0,1-1-340 0 0,0 1 0 0 0,1 0 1 0 0,-1-1-1 0 0,1 0 1 0 0,0 1-1 0 0,-1-1 1 0 0,1 0-1 0 0,0 0 1 0 0,-2-3-1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3:25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41 399 6883 0 0,'-4'2'2057'0'0,"-13"-5"-1116"0"0,-3-6-591 0 0,26 5-295 0 0,0-1-1 0 0,-1 0 1 0 0,1-1-1 0 0,-1 1 0 0 0,6-11 1 0 0,21-22 45 0 0,12-6 10 0 0,-28 29-53 0 0,-1 0 1 0 0,0-1-1 0 0,-1-1 0 0 0,-1 0 0 0 0,18-30 1 0 0,-13 18 22 0 0,5-10 107 0 0,-1-15 253 0 0,-19 37-85 0 0,-2 18-244 0 0,-1 3-97 0 0,18 2-67 0 0,-16-5 53 0 0,0 0 0 0 0,0 0 0 0 0,-1 1 0 0 0,1-1 0 0 0,0 1 0 0 0,-1-1 0 0 0,1 1 0 0 0,-1 0 0 0 0,0-1 0 0 0,0 1 0 0 0,1 0 0 0 0,-1 0 0 0 0,1 3 0 0 0,2 3 0 0 0,3 5-63 0 0,-1 0-1 0 0,0 0 1 0 0,0 1 0 0 0,-2 0 0 0 0,0 0 0 0 0,0 0 0 0 0,-1 0 0 0 0,-1 1 0 0 0,-1 0 0 0 0,0 22 0 0 0,-1-33-33 0 0,0-1-1 0 0,-1 0 1 0 0,1 0-1 0 0,-1 1 1 0 0,0-1-1 0 0,0 0 1 0 0,0 0-1 0 0,-2 4 1 0 0,-3 14-503 0 0,9-4 101 0 0,-3-16 440 0 0,1 0-1 0 0,-1 0 0 0 0,0 0 0 0 0,1 0 1 0 0,-1 0-1 0 0,0 0 0 0 0,0 0 0 0 0,0 0 1 0 0,0 0-1 0 0,0 0 0 0 0,0 0 0 0 0,0 0 1 0 0,0 0-1 0 0,0 1 0 0 0,-1-1 0 0 0,1 0 1 0 0,0 0-1 0 0,0 0 0 0 0,-1 0 1 0 0,1-1-1 0 0,-1 1 0 0 0,1 0 0 0 0,-1 0 1 0 0,0 0-1 0 0,1 0 0 0 0,-1 0 0 0 0,0-1 1 0 0,1 1-1 0 0,-1 0 0 0 0,0 0 0 0 0,0-1 1 0 0,0 1-1 0 0,-1 0 0 0 0,-20 15-3289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3:25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1121 0 0,'0'-4'2561'0'0,"22"-1"-400"0"0,0 5-641 0 0,0 5-479 0 0,1-1-401 0 0,21 5-1760 0 0,-4-3-2002 0 0,5-6 1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3:26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1361 0 0,'2'-26'3415'0'0,"-1"26"-3387"0"0,-1-1-1 0 0,1 0 0 0 0,0 1 1 0 0,-1-1-1 0 0,1 0 0 0 0,0 1 1 0 0,0-1-1 0 0,0 1 1 0 0,0-1-1 0 0,-1 1 0 0 0,1 0 1 0 0,0-1-1 0 0,0 1 1 0 0,0 0-1 0 0,0-1 0 0 0,0 1 1 0 0,1 0-1 0 0,6-8 773 0 0,4 7-316 0 0,-24 0-154 0 0,11 1-315 0 0,1 0-1 0 0,0 0 1 0 0,0 0 0 0 0,0 0-1 0 0,-1 0 1 0 0,1 0 0 0 0,0 0-1 0 0,0 0 1 0 0,0 0 0 0 0,0 0-1 0 0,-1-1 1 0 0,1 1 0 0 0,0 0-1 0 0,0 0 1 0 0,0 0 0 0 0,0 0-1 0 0,-1 0 1 0 0,1-1 0 0 0,0 1-1 0 0,0 0 1 0 0,0 0 0 0 0,0 0-1 0 0,0 0 1 0 0,0-1 0 0 0,0 1-1 0 0,0 0 1 0 0,0 0 0 0 0,0 0-1 0 0,0-1 1 0 0,0 1 0 0 0,-1 0-1 0 0,1 0 1 0 0,0 0-1 0 0,0-1 1 0 0,1 1 0 0 0,-1 0-1 0 0,0 0 1 0 0,0 0 0 0 0,0-1-1 0 0,0 1 1 0 0,0 0 0 0 0,0-1-1 0 0,0 1-1 0 0,0 0 0 0 0,0 0 0 0 0,0 0 0 0 0,0-1 0 0 0,1 1 0 0 0,-1 0 0 0 0,0 0 0 0 0,0 0 0 0 0,0-1 0 0 0,0 1 0 0 0,0 0 0 0 0,0 0 0 0 0,0 0 0 0 0,0-1 0 0 0,0 1 0 0 0,-1 0 0 0 0,1 0 0 0 0,0 0 0 0 0,0-1 0 0 0,0 1 0 0 0,0 0 0 0 0,0 0 0 0 0,0 0-1 0 0,0-1 1 0 0,0 1 0 0 0,0 0 0 0 0,-1 0 0 0 0,1 0 0 0 0,0 0 0 0 0,0-1 0 0 0,0 1 0 0 0,0 0 0 0 0,-1 0 0 0 0,1 0 0 0 0,0 0 0 0 0,0 0 0 0 0,0 0 0 0 0,-1 0 0 0 0,1-1 0 0 0,0 1 0 0 0,0 0 0 0 0,0 0 0 0 0,-1 0 0 0 0,-17-3 547 0 0,21 2-493 0 0,2-2-53 0 0,31 1 318 0 0,20 2-589 0 0,0-2-1 0 0,109-19 0 0 0,-165 21 209 0 0,1 0 0 0 0,-1 0 1 0 0,0 0-1 0 0,0 0 0 0 0,1 0 1 0 0,-1 0-1 0 0,0 0 0 0 0,0 0 1 0 0,1 0-1 0 0,-1 0 0 0 0,0 0 1 0 0,1 0-1 0 0,-1 0 0 0 0,0 0 1 0 0,0 0-1 0 0,0 0 0 0 0,1-1 1 0 0,-1 1-1 0 0,0 0 0 0 0,0 0 1 0 0,1 0-1 0 0,-1 0 0 0 0,0-1 1 0 0,0 1-1 0 0,0 0 0 0 0,0 0 1 0 0,1 0-1 0 0,-1-1 0 0 0,0 1 1 0 0,0 0-1 0 0,0 0 0 0 0,0-1 1 0 0,0 1-1 0 0,0 0 0 0 0,0 0 1 0 0,1-1-1 0 0,-1-4-2592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3:28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351 4 720 0 0,'0'-4'6950'0'0,"0"6"-6954"0"0,0-1-1 0 0,-1 0 0 0 0,1 0 1 0 0,-1 0-1 0 0,1 0 1 0 0,-1 1-1 0 0,0-1 0 0 0,1 0 1 0 0,-1 0-1 0 0,0 0 1 0 0,0 0-1 0 0,0-1 1 0 0,0 1-1 0 0,-1 1 0 0 0,-12 15 7 0 0,11-12 12 0 0,0 1-1 0 0,0 0 1 0 0,1 0-1 0 0,0 0 0 0 0,0 0 1 0 0,1 0-1 0 0,0 0 0 0 0,0 0 1 0 0,0 0-1 0 0,1 0 0 0 0,0 12 1 0 0,0-14 9 0 0,-1 0 0 0 0,1-1 0 0 0,-1 1 1 0 0,0 0-1 0 0,0-1 0 0 0,0 1 1 0 0,0-1-1 0 0,0 1 0 0 0,-3 2 1 0 0,2-2-14 0 0,1-1 0 0 0,-1 1 0 0 0,1-1 0 0 0,0 1 0 0 0,0-1 0 0 0,0 1 0 0 0,0 0 0 0 0,0-1 0 0 0,1 5 0 0 0,0 1 33 0 0,-1 0 0 0 0,0 0 0 0 0,0 0 0 0 0,0 0 0 0 0,-1 0 0 0 0,-1 0 0 0 0,0-1 0 0 0,-4 11 0 0 0,6-13 1 0 0,-1 1 1 0 0,1-1-1 0 0,0 1 0 0 0,0 0 1 0 0,1-1-1 0 0,0 1 0 0 0,0 0 1 0 0,1 0-1 0 0,1 6 1 0 0,-1-6-18 0 0,0 0 1 0 0,0-1 0 0 0,-1 1-1 0 0,0-1 1 0 0,0 1 0 0 0,-1 0-1 0 0,0-1 1 0 0,0 1 0 0 0,-3 10-1 0 0,1-10-9 0 0,0 1 0 0 0,0-1 0 0 0,0 1-1 0 0,1-1 1 0 0,1 1 0 0 0,-1 0 0 0 0,1 0-1 0 0,0 14 1 0 0,1 269 382 0 0,1-289-393 0 0,-1 1 0 0 0,1-1 0 0 0,-1 0-1 0 0,1 0 1 0 0,0 1 0 0 0,0-1-1 0 0,0 0 1 0 0,0 0 0 0 0,0 0 0 0 0,0 0-1 0 0,2 1 1 0 0,-2-2-7 0 0,1 0 0 0 0,-2 0 0 0 0,1 1 0 0 0,0-1 0 0 0,0 0 0 0 0,0 0 0 0 0,0 0 0 0 0,-1 1 0 0 0,1-1 0 0 0,-1 0 0 0 0,1 1 0 0 0,-1-1 0 0 0,1 0 0 0 0,-1 1 0 0 0,0-1 0 0 0,1 1 0 0 0,-1-1 0 0 0,0 0 0 0 0,0 1 0 0 0,0-1 0 0 0,0 1 0 0 0,-1-1 0 0 0,1 1 0 0 0,0-1 0 0 0,0 0 0 0 0,-1 1 0 0 0,1-1 0 0 0,-1 0 0 0 0,1 1 0 0 0,-2 1-1 0 0,-3 1 2 0 0,4-4-1 0 0,1 1 0 0 0,-1-1 0 0 0,0 0 0 0 0,1 1 0 0 0,-1-1 0 0 0,0 1 0 0 0,1-1 0 0 0,-1 1 0 0 0,0-1 0 0 0,1 1 0 0 0,-1-1 0 0 0,1 1 0 0 0,-1 0 0 0 0,1-1 0 0 0,0 1 0 0 0,-1 0 0 0 0,1-1 0 0 0,0 1 0 0 0,-1 0 0 0 0,1 0 0 0 0,0-1 0 0 0,0 1 0 0 0,0 0 0 0 0,-1 0 0 0 0,1-1 0 0 0,0 1 0 0 0,0 0 0 0 0,0 0 0 0 0,0 0 0 0 0,0-1 0 0 0,1 1 0 0 0,-1 0 0 0 0,0 0 0 0 0,0-1 0 0 0,0 1 0 0 0,1 1 0 0 0,4 3 1 0 0,-4-4 1 0 0,0 0-1 0 0,0 0 1 0 0,0 0-1 0 0,0 1 1 0 0,0-1 0 0 0,0 0-1 0 0,0 0 1 0 0,0 1 0 0 0,0-1-1 0 0,0 0 1 0 0,-1 1-1 0 0,1-1 1 0 0,-1 1 0 0 0,1-1-1 0 0,-1 1 1 0 0,1-1 0 0 0,-1 1-1 0 0,0-1 1 0 0,0 1-1 0 0,0-1 1 0 0,0 1 0 0 0,0-1-1 0 0,0 1 1 0 0,0-1 0 0 0,0 1-1 0 0,-1-1 1 0 0,1 1-1 0 0,-1-1 1 0 0,1 1 0 0 0,-1-1-1 0 0,0 2 1 0 0,-3 2-14 0 0,3-4 11 0 0,-1 1 0 0 0,1-1 0 0 0,0 0 0 0 0,0 1 1 0 0,0-1-1 0 0,0 0 0 0 0,0 1 0 0 0,0-1 0 0 0,0 1 0 0 0,0 0 0 0 0,0-1 0 0 0,1 1 0 0 0,-1 0 0 0 0,1-1 0 0 0,0 1 0 0 0,-1 0 0 0 0,1 0 0 0 0,0-1 0 0 0,0 1 0 0 0,0 0 0 0 0,0 0 0 0 0,0 0 0 0 0,0-1 0 0 0,1 1 0 0 0,-1 0 0 0 0,0 0 0 0 0,1-1 0 0 0,1 4 0 0 0,3 5 24 0 0,-3-7-19 0 0,0 0-1 0 0,-1 0 0 0 0,1 0 1 0 0,-1 0-1 0 0,0 1 0 0 0,0-1 1 0 0,0 0-1 0 0,0 1 0 0 0,0-1 1 0 0,-1 1-1 0 0,0-1 0 0 0,1 4 1 0 0,-1 88 62 0 0,-11-80-51 0 0,0-1-17 0 0,11-14 2 0 0,-1 1 0 0 0,1-1 0 0 0,0 0 0 0 0,0 1 0 0 0,0-1 0 0 0,0 0 0 0 0,0 1 0 0 0,0-1 0 0 0,-1 0 0 0 0,1 1 0 0 0,0-1 0 0 0,0 0 0 0 0,0 1 0 0 0,0-1 0 0 0,0 1 0 0 0,0-1 0 0 0,1 0 0 0 0,-1 1 0 0 0,0-1 0 0 0,0 0 0 0 0,0 1 0 0 0,0-1 0 0 0,0 0 0 0 0,0 1 0 0 0,1-1 0 0 0,-1 0 1 0 0,0 1-1 0 0,0-1 0 0 0,0 0 0 0 0,1 0 0 0 0,-1 1 0 0 0,0-1 0 0 0,1 0 0 0 0,-1 0 0 0 0,0 1 0 0 0,1-1 0 0 0,18 6 66 0 0,-19-1-52 0 0,-1-5-14 0 0,1 0 1 0 0,0 1 0 0 0,0-1-1 0 0,0 0 1 0 0,-1 1 0 0 0,1-1 0 0 0,0 0-1 0 0,0 0 1 0 0,-1 1 0 0 0,1-1-1 0 0,0 0 1 0 0,0 0 0 0 0,-1 1 0 0 0,1-1-1 0 0,0 0 1 0 0,-1 0 0 0 0,1 0-1 0 0,0 0 1 0 0,-1 0 0 0 0,1 1-1 0 0,0-1 1 0 0,-1 0 0 0 0,1 0 0 0 0,0 0-1 0 0,-1 0 1 0 0,1 0 0 0 0,-1 0-1 0 0,1 0 1 0 0,0 0 0 0 0,-1 0 0 0 0,1 0-1 0 0,-1-1 1 0 0,-7 0 42 0 0,4-3-7 0 0,1-1 22 0 0,-6-2-35 0 0,1 0 1 0 0,1 0-1 0 0,0 0 1 0 0,0-1-1 0 0,0 0 1 0 0,1-1-1 0 0,0 0 1 0 0,0 0-1 0 0,1 0 1 0 0,0 0-1 0 0,-4-13 1 0 0,2 6 27 0 0,-1 1 1 0 0,1-1-1 0 0,0-1 1 0 0,1 1-1 0 0,1-1 0 0 0,1 0 1 0 0,-3-19-1 0 0,2 1 7 0 0,-2-1 0 0 0,-14-46 0 0 0,17 70-52 0 0,4 11-14 0 0,0 0 0 0 0,0 0 1 0 0,0 0-1 0 0,0 1 0 0 0,0-1 0 0 0,0 0 1 0 0,0 0-1 0 0,0 0 0 0 0,-1 1 0 0 0,1-1 0 0 0,0 0 1 0 0,-1 0-1 0 0,1 1 0 0 0,0-1 0 0 0,-1 0 1 0 0,1 1-1 0 0,-1-1 0 0 0,1 0 0 0 0,-1 1 1 0 0,0-1-1 0 0,1 1 0 0 0,-1-1 0 0 0,1 1 0 0 0,-1-1 1 0 0,0 1-1 0 0,0 0 0 0 0,1-1 0 0 0,-1 1 1 0 0,0 0-1 0 0,0-1 0 0 0,1 1 0 0 0,-1 0 1 0 0,0 0-1 0 0,0 0 0 0 0,1-1 0 0 0,-1 1 0 0 0,0 0 1 0 0,0 0-1 0 0,0 0 0 0 0,0 1 0 0 0,0-1 1 0 0,0 0-39 0 0,0 0 1 0 0,0 0 0 0 0,-1 1-1 0 0,1-1 1 0 0,0 0 0 0 0,0 1 0 0 0,0-1-1 0 0,0 1 1 0 0,0-1 0 0 0,0 1-1 0 0,0-1 1 0 0,1 1 0 0 0,-1 0-1 0 0,0-1 1 0 0,0 1 0 0 0,0 0 0 0 0,1 0-1 0 0,-1 0 1 0 0,0-1 0 0 0,1 1-1 0 0,-1 0 1 0 0,0 0 0 0 0,1 0 0 0 0,0 0-1 0 0,-1 0 1 0 0,1 0 0 0 0,-1 0-1 0 0,1 0 1 0 0,0 1 0 0 0,0-1 0 0 0,0 0-1 0 0,0 0 1 0 0,0 0 0 0 0,0 0-1 0 0,0 2 1 0 0,-3 11-619 0 0,-16 43-2150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3:29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367 475 1601 0 0,'0'0'3415'0'0,"0"0"-3389"0"0,0 0 1 0 0,0-1 0 0 0,1 1-1 0 0,-1-1 1 0 0,0 1 0 0 0,0-1-1 0 0,0 1 1 0 0,0-1 0 0 0,0 1-1 0 0,0-1 1 0 0,0 1 0 0 0,0-1-1 0 0,0 1 1 0 0,0-1 0 0 0,0 1-1 0 0,0-1 1 0 0,-1 1 0 0 0,1-1 0 0 0,0 1-1 0 0,0 0 1 0 0,0-1 0 0 0,-1 1-1 0 0,1-1 1 0 0,0 1 0 0 0,0-1-1 0 0,-1 1 1 0 0,1 0 0 0 0,0-1-1 0 0,-1 1 1 0 0,0-1 0 0 0,-12-1 84 0 0,11 1-63 0 0,0 1 1 0 0,0-1-1 0 0,-1 1 0 0 0,1-1 0 0 0,0 1 0 0 0,-1 0 0 0 0,1 0 0 0 0,0 0 0 0 0,-1 0 0 0 0,-2 1 0 0 0,9-20 512 0 0,44-40 107 0 0,33-30-37 0 0,52-52-166 0 0,-114 124-466 0 0,-9 7 13 0 0,0 1 1 0 0,0 1 0 0 0,1 0 0 0 0,0 0-1 0 0,0 1 1 0 0,15-7 0 0 0,-12 8-11 0 0,-4 1-26 0 0,0 1 0 0 0,0 0 0 0 0,1 1 0 0 0,-1 0 0 0 0,1 0 1 0 0,20-2-1 0 0,-31 5 20 0 0,1 0 1 0 0,-1 1 0 0 0,0-1-1 0 0,0 0 1 0 0,0 0 0 0 0,0 0-1 0 0,1 0 1 0 0,-1 0 0 0 0,0 0-1 0 0,0 0 1 0 0,0 0 0 0 0,0 0 0 0 0,1 0-1 0 0,-1 0 1 0 0,0 1 0 0 0,0-1-1 0 0,0 0 1 0 0,0 0 0 0 0,0 0-1 0 0,1 0 1 0 0,-1 0 0 0 0,0 1-1 0 0,0-1 1 0 0,0 0 0 0 0,0 0-1 0 0,0 0 1 0 0,0 1 0 0 0,0-1 0 0 0,0 0-1 0 0,0 0 1 0 0,0 0 0 0 0,0 0-1 0 0,0 1 1 0 0,0-1 0 0 0,0 0-1 0 0,0 0 1 0 0,0 0 0 0 0,0 1-1 0 0,0-1 1 0 0,0 0 0 0 0,0 0-1 0 0,0 0 1 0 0,0 0 0 0 0,0 1-1 0 0,0-1 1 0 0,0 0 0 0 0,0 0 0 0 0,0 0-1 0 0,-1 0 1 0 0,1 1 0 0 0,0-1-1 0 0,0 0 1 0 0,0 0 0 0 0,0 0-1 0 0,0 0 1 0 0,-1 0 0 0 0,1 0-1 0 0,0 1 1 0 0,0-1 0 0 0,0 0-1 0 0,0 0 1 0 0,-1 0 0 0 0,1 0-1 0 0,0 0 1 0 0,0 0 0 0 0,0 0 0 0 0,-1 0-1 0 0,-15 10-6 0 0,1 1 0 0 0,0 0 0 0 0,0 1 0 0 0,1 0 0 0 0,-18 22-1 0 0,30-32 19 0 0,1-1 0 0 0,-1 1-1 0 0,1-1 1 0 0,-1 0 0 0 0,0 1 0 0 0,1-1-1 0 0,-1 0 1 0 0,0 0 0 0 0,0 0-1 0 0,0 0 1 0 0,0-1 0 0 0,0 1-1 0 0,0-1 1 0 0,0 1 0 0 0,0-1-1 0 0,0 1 1 0 0,0-1 0 0 0,0 0-1 0 0,-4 0 1 0 0,6 0 0 0 0,-1-1 0 0 0,1 1 0 0 0,0 0 0 0 0,0 0-1 0 0,-1 0 1 0 0,1-1 0 0 0,0 1 0 0 0,-1 0 0 0 0,1 0 0 0 0,0-1 0 0 0,0 1 0 0 0,0 0 0 0 0,-1 0 0 0 0,1-1 0 0 0,0 1 0 0 0,0 0 0 0 0,0-1-1 0 0,0 1 1 0 0,0 0 0 0 0,-1-1 0 0 0,1 1 0 0 0,0 0 0 0 0,0-1 0 0 0,0 1 0 0 0,0 0 0 0 0,0-1 0 0 0,0 1 0 0 0,0 0 0 0 0,0-1-1 0 0,0 1 1 0 0,1-1 0 0 0,-4-8 92 0 0,1 9-94 0 0,1-1 1 0 0,0 1-1 0 0,0-1 0 0 0,0 1 0 0 0,0-1 1 0 0,0 0-1 0 0,0 0 0 0 0,0 1 0 0 0,0-1 1 0 0,0 0-1 0 0,0 0 0 0 0,0 0 0 0 0,1 0 1 0 0,-1 0-1 0 0,0 0 0 0 0,0 0 0 0 0,1-1 1 0 0,-1 1-1 0 0,1 0 0 0 0,-1 0 0 0 0,1 0 1 0 0,0-1-1 0 0,0 1 0 0 0,-1 0 0 0 0,1 0 1 0 0,0-1-1 0 0,0 1 0 0 0,0 0 0 0 0,0 0 1 0 0,0-1-1 0 0,0 1 0 0 0,1-2 0 0 0,-1 2-1 0 0,-1-1 0 0 0,1 1 1 0 0,-1 0-1 0 0,1 0 0 0 0,-1 0 0 0 0,0 0 0 0 0,1 0 0 0 0,-1 0 0 0 0,0 0 0 0 0,0 0 0 0 0,0 0 0 0 0,0 0 0 0 0,0 0 0 0 0,0 0 0 0 0,0 1 0 0 0,0-1 0 0 0,0 0 0 0 0,-1 0 0 0 0,-18-9 66 0 0,-3 3-3 0 0,0 1-1 0 0,-1 1 1 0 0,1 1 0 0 0,-44-1-1 0 0,-3-1 161 0 0,-12-5 54 0 0,11 0 233 0 0,-79-1-1 0 0,134 12-394 0 0,-21-1 766 0 0,30 3-575 0 0,19 2-384 0 0,3-1-615 0 0,-1-1 1 0 0,30 2-1 0 0,12 1-4848 0 0,-52-4 2589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3:31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614 178 1521 0 0,'0'1'62'0'0,"0"0"-1"0"0,0 0 1 0 0,0 1 0 0 0,0-1 0 0 0,-1 0 0 0 0,1 1 0 0 0,0-1 0 0 0,-1 0 0 0 0,1 0 0 0 0,-1 0-1 0 0,1 1 1 0 0,-1-1 0 0 0,0 0 0 0 0,1 0 0 0 0,-1 0 0 0 0,0 0 0 0 0,0 0 0 0 0,0 0 0 0 0,0 0-1 0 0,0 0 1 0 0,0-1 0 0 0,0 1 0 0 0,0 0 0 0 0,0-1 0 0 0,0 1 0 0 0,0 0 0 0 0,0-1 0 0 0,-1 1-1 0 0,1-1 1 0 0,0 0 0 0 0,-2 1 0 0 0,-13 6 279 0 0,14-19 2391 0 0,1-15-2354 0 0,1-8-140 0 0,0-15 256 0 0,0 53-487 0 0,0-1 0 0 0,0 1 0 0 0,1 0 1 0 0,-1 0-1 0 0,1-1 0 0 0,0 1 1 0 0,0 0-1 0 0,0-1 0 0 0,0 1 1 0 0,2 3-1 0 0,6 18-7 0 0,-8-17-3 0 0,0 0 0 0 0,-1 0 1 0 0,0 0-1 0 0,0 0 0 0 0,-1-1 1 0 0,1 1-1 0 0,-2 0 0 0 0,1 0 1 0 0,-1 0-1 0 0,0-1 0 0 0,0 1 1 0 0,-1-1-1 0 0,0 0 0 0 0,-6 11 1 0 0,4-9-2 0 0,0 0 0 0 0,-1 0 0 0 0,0 0 0 0 0,-1-1 0 0 0,1 0 0 0 0,-1 0 0 0 0,-1 0 0 0 0,1-1 0 0 0,-16 9 0 0 0,21-14 4 0 0,-7 4 29 0 0,0 0 1 0 0,0-1 0 0 0,-14 5 0 0 0,21-8-21 0 0,0-1 1 0 0,0 1 0 0 0,0-1 0 0 0,0 0-1 0 0,0 1 1 0 0,0-1 0 0 0,0 0 0 0 0,0 0-1 0 0,0-1 1 0 0,0 1 0 0 0,0 0 0 0 0,0-1-1 0 0,0 1 1 0 0,0-1 0 0 0,0 0 0 0 0,0 1-1 0 0,0-1 1 0 0,0 0 0 0 0,1 0 0 0 0,-1 0-1 0 0,-2-2 1 0 0,3 2 14 0 0,-1 0-1 0 0,1 0 1 0 0,-1-1-1 0 0,1 1 1 0 0,0-1 0 0 0,-1 1-1 0 0,1-1 1 0 0,0 1-1 0 0,0-1 1 0 0,0 0 0 0 0,0 1-1 0 0,0-1 1 0 0,1 0-1 0 0,-1 0 1 0 0,0 1 0 0 0,1-1-1 0 0,-1 0 1 0 0,1 0-1 0 0,0 0 1 0 0,0 0 0 0 0,0 0-1 0 0,0 0 1 0 0,0 0-1 0 0,0 0 1 0 0,1-3 0 0 0,-1 3-20 0 0,0 0 1 0 0,0 0-1 0 0,0-1 1 0 0,0 1-1 0 0,0 0 1 0 0,1 0-1 0 0,-1 0 1 0 0,1 0 0 0 0,-1 0-1 0 0,1 0 1 0 0,0 0-1 0 0,0 0 1 0 0,0 0-1 0 0,0 0 1 0 0,0 0-1 0 0,0 0 1 0 0,1 0-1 0 0,-1 1 1 0 0,1-1-1 0 0,-1 1 1 0 0,1-1 0 0 0,-1 1-1 0 0,3-2 1 0 0,15-15 46 0 0,-14 13-42 0 0,0-1 1 0 0,1 1 0 0 0,0 1-1 0 0,0-1 1 0 0,0 1 0 0 0,1 0-1 0 0,0 0 1 0 0,-1 1 0 0 0,1 0-1 0 0,14-4 1 0 0,-15 5-33 0 0,0 0 0 0 0,0 0 1 0 0,0 1-1 0 0,0 0 0 0 0,0 0 0 0 0,0 1 0 0 0,1 0 0 0 0,-1 0 0 0 0,0 0 1 0 0,0 1-1 0 0,1 0 0 0 0,-1 0 0 0 0,9 3 0 0 0,-14-4 17 0 0,-1 1 1 0 0,1-1-1 0 0,-1 1 0 0 0,0 0 0 0 0,1-1 0 0 0,-1 1 0 0 0,0-1 0 0 0,0 1 1 0 0,1 0-1 0 0,-1-1 0 0 0,0 1 0 0 0,0-1 0 0 0,0 1 0 0 0,0 0 0 0 0,0-1 1 0 0,0 1-1 0 0,0 0 0 0 0,0-1 0 0 0,0 1 0 0 0,0 0 0 0 0,0-1 0 0 0,0 1 1 0 0,0-1-1 0 0,0 1 0 0 0,-1 0 0 0 0,1-1 0 0 0,0 1 0 0 0,0-1 0 0 0,-1 1 1 0 0,1 0-1 0 0,-1-1 0 0 0,1 1 0 0 0,0-1 0 0 0,-1 1 0 0 0,1-1 0 0 0,-1 0 1 0 0,1 1-1 0 0,-1-1 0 0 0,1 1 0 0 0,-1-1 0 0 0,-9 10 55 0 0,-1-1 0 0 0,1-1 1 0 0,-1 0-1 0 0,-1 0 0 0 0,0-1 0 0 0,0-1 0 0 0,0 0 0 0 0,0 0 0 0 0,-1-1 1 0 0,0-1-1 0 0,0 0 0 0 0,-1-1 0 0 0,1 0 0 0 0,-1-1 0 0 0,1-1 0 0 0,-1 0 1 0 0,0-1-1 0 0,-23-2 0 0 0,35 2-45 0 0,0 0-1 0 0,0-1 1 0 0,0 1 0 0 0,0-1 0 0 0,0 1-1 0 0,0-1 1 0 0,0 0 0 0 0,0 0-1 0 0,0 0 1 0 0,0 0 0 0 0,0 0 0 0 0,0 0-1 0 0,1-1 1 0 0,-1 1 0 0 0,0 0 0 0 0,1-1-1 0 0,-1 0 1 0 0,1 1 0 0 0,0-1-1 0 0,-1 0 1 0 0,1 0 0 0 0,0 1 0 0 0,0-1-1 0 0,-1-3 1 0 0,1 0 7 0 0,0 1-1 0 0,0 0 1 0 0,1 0-1 0 0,-1 0 1 0 0,1 0-1 0 0,0 0 1 0 0,0 0-1 0 0,0 0 1 0 0,1-1-1 0 0,0 1 1 0 0,0 0-1 0 0,0 0 1 0 0,2-4-1 0 0,-1 2-8 0 0,0 1-1 0 0,1 0 1 0 0,0 0-1 0 0,0 0 1 0 0,1 0 0 0 0,0 1-1 0 0,-1-1 1 0 0,1 1-1 0 0,1 0 1 0 0,6-5 0 0 0,54-36-35 0 0,-45 33-5 0 0,-11 7 22 0 0,1 1 1 0 0,-1 0-1 0 0,1 1 0 0 0,0 0 1 0 0,0 1-1 0 0,0 0 1 0 0,0 1-1 0 0,0-1 1 0 0,0 2-1 0 0,0 0 0 0 0,12 1 1 0 0,-21-1 14 0 0,-1 0 0 0 0,1 0 1 0 0,0 0-1 0 0,0 0 0 0 0,-1 0 0 0 0,1 0 0 0 0,0 0 1 0 0,0 0-1 0 0,-1 0 0 0 0,1 0 0 0 0,0 1 0 0 0,-1-1 1 0 0,1 0-1 0 0,0 0 0 0 0,-1 1 0 0 0,1-1 1 0 0,0 1-1 0 0,-1-1 0 0 0,1 1 0 0 0,-1-1 0 0 0,1 1 1 0 0,-1-1-1 0 0,1 1 0 0 0,-1-1 0 0 0,1 1 0 0 0,-1-1 1 0 0,1 1-1 0 0,-1 0 0 0 0,0-1 0 0 0,1 1 0 0 0,-1 0 1 0 0,0-1-1 0 0,0 1 0 0 0,1 0 0 0 0,-1 0 1 0 0,0-1-1 0 0,0 1 0 0 0,0 0 0 0 0,0 0 0 0 0,0-1 1 0 0,0 1-1 0 0,0 0 0 0 0,0 0 0 0 0,0-1 0 0 0,-1 1 1 0 0,1 0-1 0 0,0 0 0 0 0,0-1 0 0 0,-1 1 1 0 0,1 0-1 0 0,0-1 0 0 0,-1 1 0 0 0,1-1 0 0 0,-1 2 1 0 0,-3 3-3 0 0,0 0 0 0 0,0-1 0 0 0,0 0 0 0 0,-1 0 0 0 0,0 0 0 0 0,1 0 0 0 0,-8 3 0 0 0,-5 2 35 0 0,0-2 0 0 0,0 0 0 0 0,0-1 0 0 0,-1-1 0 0 0,0-1 0 0 0,0 0 0 0 0,-1-1 0 0 0,1-1 0 0 0,0-1 0 0 0,-1-1 0 0 0,1 0 0 0 0,-1-1 0 0 0,1-1 0 0 0,-27-7 0 0 0,24 0 82 0 0,21 8-113 0 0,0 1 0 0 0,0 0 1 0 0,0 0-1 0 0,0 0 0 0 0,0-1 0 0 0,-1 1 0 0 0,1 0 0 0 0,0 0 0 0 0,0 0 0 0 0,0-1 0 0 0,0 1 1 0 0,0 0-1 0 0,0 0 0 0 0,0-1 0 0 0,0 1 0 0 0,0 0 0 0 0,0 0 0 0 0,0-1 0 0 0,0 1 1 0 0,0 0-1 0 0,0 0 0 0 0,0 0 0 0 0,0-1 0 0 0,0 1 0 0 0,0 0 0 0 0,0 0 0 0 0,0-1 0 0 0,0 1 1 0 0,0 0-1 0 0,0 0 0 0 0,1 0 0 0 0,-1-1 0 0 0,0 1 0 0 0,0 0 0 0 0,0 0 0 0 0,0 0 0 0 0,0-1 1 0 0,1 1-1 0 0,-1 0 0 0 0,0 0 0 0 0,36-15-6 0 0,-15 7 11 0 0,22-10-105 0 0,1 1 0 0 0,1 2 0 0 0,0 2 1 0 0,85-12-1 0 0,-100 25-46 0 0,-30-1 143 0 0,0 1 0 0 0,1 0 0 0 0,-1 0 1 0 0,0 0-1 0 0,0 0 0 0 0,1 0 1 0 0,-1 0-1 0 0,0 0 0 0 0,1 0 0 0 0,-1 0 1 0 0,0 0-1 0 0,0 1 0 0 0,0-1 1 0 0,1 0-1 0 0,-1 0 0 0 0,0 0 0 0 0,0 0 1 0 0,1 0-1 0 0,-1 0 0 0 0,0 0 0 0 0,0 1 1 0 0,0-1-1 0 0,1 0 0 0 0,-1 0 1 0 0,0 0-1 0 0,0 0 0 0 0,0 1 0 0 0,0-1 1 0 0,1 0-1 0 0,-1 0 0 0 0,0 1 1 0 0,0-1-1 0 0,0 0 0 0 0,0 0 0 0 0,0 1 1 0 0,0-1-1 0 0,0 0 0 0 0,0 0 1 0 0,0 1-1 0 0,0-1 0 0 0,0 1 0 0 0,-3 2-3 0 0,0 0 1 0 0,-1 0-1 0 0,0 0 0 0 0,0 0 0 0 0,0 0 0 0 0,0-1 0 0 0,0 0 0 0 0,-1 0 0 0 0,-4 2 0 0 0,-151 56 379 0 0,150-57-335 0 0,0 0 0 0 0,-1-1 0 0 0,0 0 0 0 0,1-1 0 0 0,-1 0 1 0 0,0-1-1 0 0,0 0 0 0 0,0-1 0 0 0,-11-2 0 0 0,-23 0 37 0 0,35 2-66 0 0,-25-2 107 0 0,34 2-111 0 0,1 1 1 0 0,-1 0-1 0 0,0-1 1 0 0,0 1-1 0 0,0-1 0 0 0,0 1 1 0 0,0-1-1 0 0,0 1 1 0 0,1-1-1 0 0,-1 0 1 0 0,0 1-1 0 0,0-1 0 0 0,1 0 1 0 0,-1 0-1 0 0,0 1 1 0 0,1-1-1 0 0,-1 0 1 0 0,1 0-1 0 0,-1 0 0 0 0,1 0 1 0 0,0 0-1 0 0,-1 0 1 0 0,1 0-1 0 0,0 1 1 0 0,0-1-1 0 0,-1 0 0 0 0,1 0 1 0 0,0 0-1 0 0,0-2 1 0 0,0 1 0 0 0,0-1 0 0 0,0 1 0 0 0,0-1 0 0 0,0 1 0 0 0,0-1 0 0 0,1 1 0 0 0,-1 0 1 0 0,1-1-1 0 0,0 1 0 0 0,-1 0 0 0 0,1-1 0 0 0,0 1 0 0 0,0 0 0 0 0,0 0 0 0 0,1 0 0 0 0,-1 0 1 0 0,1 0-1 0 0,1-2 0 0 0,2 1-12 0 0,-1 0 1 0 0,1 0 0 0 0,0 1-1 0 0,0-1 1 0 0,0 1 0 0 0,0 1-1 0 0,6-2 1 0 0,-9 2-3 0 0,33-11-7 0 0,-23 7-33 0 0,0 0 1 0 0,0 1-1 0 0,0 1 0 0 0,0 0 1 0 0,1 1-1 0 0,-1 0 1 0 0,1 0-1 0 0,-1 2 0 0 0,18 0 1 0 0,-30 0 46 0 0,0 1 0 0 0,1-1 0 0 0,-1 0 0 0 0,0 1 0 0 0,1-1 0 0 0,-1 0 0 0 0,0 1 0 0 0,0-1 0 0 0,1 1 0 0 0,-1-1 0 0 0,0 0 0 0 0,0 1 0 0 0,0-1 0 0 0,0 1 0 0 0,1-1 0 0 0,-1 1 0 0 0,0-1 0 0 0,0 1 0 0 0,0-1 0 0 0,0 1 0 0 0,0-1 0 0 0,0 0 0 0 0,0 1 0 0 0,0-1 0 0 0,0 1 0 0 0,-1-1 0 0 0,1 1 0 0 0,0-1 0 0 0,0 1 0 0 0,0-1 0 0 0,0 1 0 0 0,-1-1 0 0 0,1 0 0 0 0,0 1 0 0 0,0-1 0 0 0,-1 0 0 0 0,1 1 0 0 0,0-1 0 0 0,-1 1 0 0 0,1-1 0 0 0,-26 7 67 0 0,-10-2 97 0 0,1-2 1 0 0,0-1-1 0 0,-1-1 1 0 0,0-2-1 0 0,1-2 1 0 0,0-1-1 0 0,0-2 1 0 0,-67-20-1 0 0,121 22-84 0 0,5 4-572 0 0,1 2 0 0 0,-1 1-1 0 0,26 6 1 0 0,-30-5-273 0 0,77 10-3584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3:32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134 151 640 0 0,'0'-1'171'0'0,"0"0"-1"0"0,0 0 1 0 0,0 0-1 0 0,0 0 1 0 0,1 0-1 0 0,-1 0 0 0 0,0 0 1 0 0,1 0-1 0 0,-1 0 1 0 0,0 0-1 0 0,1 1 1 0 0,-1-1-1 0 0,1 0 1 0 0,-1 0-1 0 0,1 0 0 0 0,0 0 1 0 0,-1 1-1 0 0,1-1 1 0 0,0 0-1 0 0,0 0 1 0 0,-1 1-1 0 0,1-1 1 0 0,2 0-1 0 0,-3 0-82 0 0,1 1 0 0 0,0 0-1 0 0,-1-1 1 0 0,1 1 0 0 0,-1-1 0 0 0,1 1-1 0 0,-1-1 1 0 0,1 1 0 0 0,-1-1 0 0 0,1 1 0 0 0,-1-1-1 0 0,1 0 1 0 0,-1 1 0 0 0,0-1 0 0 0,1 0-1 0 0,-1 1 1 0 0,0-1 0 0 0,1 0 0 0 0,-1 1-1 0 0,0-1 1 0 0,0 0 0 0 0,0-1 0 0 0,0 2-42 0 0,0-1 0 0 0,1 0 0 0 0,-1 1 1 0 0,0-1-1 0 0,0 1 0 0 0,0-1 0 0 0,0 1 1 0 0,1-1-1 0 0,-1 1 0 0 0,0-1 0 0 0,1 1 1 0 0,-1-1-1 0 0,0 1 0 0 0,1-1 0 0 0,-1 1 0 0 0,0-1 1 0 0,1 1-1 0 0,-1 0 0 0 0,1-1 0 0 0,-1 1 1 0 0,1 0-1 0 0,-1-1 0 0 0,1 1 0 0 0,-1 0 1 0 0,1 0-1 0 0,0-1 0 0 0,0 1-29 0 0,0 0 0 0 0,-1-1 0 0 0,1 1 0 0 0,0 0-1 0 0,-1-1 1 0 0,1 1 0 0 0,0-1 0 0 0,-1 1 0 0 0,1-1 0 0 0,-1 1 0 0 0,1-1 0 0 0,-1 1-1 0 0,1-1 1 0 0,-1 1 0 0 0,1-1 0 0 0,-1 0 0 0 0,0 1 0 0 0,1-1 0 0 0,-1 0 0 0 0,0 1-1 0 0,1-1 1 0 0,-1 0 0 0 0,0 1 0 0 0,0-1 0 0 0,0 0 0 0 0,0 0 0 0 0,1-1 0 0 0,-1 0 5 0 0,0 0 0 0 0,1 0 0 0 0,-1 1 0 0 0,1-1 0 0 0,-1 0 0 0 0,1 0 0 0 0,0 0 0 0 0,0 0 0 0 0,0 1 1 0 0,0-1-1 0 0,0 0 0 0 0,0 1 0 0 0,1-1 0 0 0,-1 1 0 0 0,0-1 0 0 0,1 1 0 0 0,-1 0 0 0 0,3-2 1 0 0,-2 1-27 0 0,0 1 0 0 0,0-1 0 0 0,0 1 0 0 0,-1-1 0 0 0,1 0 0 0 0,-1 1 1 0 0,1-1-1 0 0,-1 0 0 0 0,0 0 0 0 0,1 0 0 0 0,-1 0 0 0 0,0 0 0 0 0,-1-1 1 0 0,1 1-1 0 0,0 0 0 0 0,0 0 0 0 0,-1-1 0 0 0,1-4 0 0 0,-2-3 55 0 0,-3 11-31 0 0,-7 20-23 0 0,1-1 15 0 0,-17 22 27 0 0,9-14-7 0 0,0 0-1 0 0,-26 62 1 0 0,-23 66-112 0 0,61-144 35 0 0,4-9-5 0 0,0 0 1 0 0,0 1 0 0 0,0-1 0 0 0,0 1-1 0 0,1 0 1 0 0,0 0 0 0 0,0 0 0 0 0,0-1-1 0 0,0 1 1 0 0,0 6 0 0 0,1-10-4 0 0,0 0 1 0 0,0 1-1 0 0,0-1 1 0 0,0 1-1 0 0,0-1 1 0 0,0 0-1 0 0,0 1 1 0 0,0-1-1 0 0,1 1 1 0 0,-1-1-1 0 0,0 0 1 0 0,0 1-1 0 0,0-1 1 0 0,1 0-1 0 0,-1 1 1 0 0,0-1-1 0 0,0 0 1 0 0,1 1-1 0 0,-1-1 1 0 0,0 0-1 0 0,1 0 1 0 0,-1 1-1 0 0,0-1 1 0 0,1 0-1 0 0,-1 0 1 0 0,1 1-1 0 0,-1-1 1 0 0,0 0-1 0 0,1 0 1 0 0,-1 0-1 0 0,1 0 1 0 0,-1 0-1 0 0,0 0 1 0 0,1 0-1 0 0,-1 0 1 0 0,1 0-1 0 0,-1 0 1 0 0,0 0-1 0 0,1 0 1 0 0,-1 0-1 0 0,1 0 1 0 0,-1 0-1 0 0,1 0 1 0 0,-1 0-1 0 0,0-1 1 0 0,1 1-1 0 0,-1 0 1 0 0,0 0-1 0 0,1 0 1 0 0,-1-1-1 0 0,0 1 1 0 0,1 0-1 0 0,-1 0 1 0 0,0-1-1 0 0,1 1 1 0 0,-1 0 0 0 0,0-1-1 0 0,0 1 1 0 0,1 0-1 0 0,-1-1 1 0 0,0 0-1 0 0,1 0-278 0 0,0 0-1 0 0,-1 0 1 0 0,1-1-1 0 0,-1 1 1 0 0,0 0-1 0 0,1-1 1 0 0,-1 1 0 0 0,0-1-1 0 0,0 1 1 0 0,0 0-1 0 0,0-1 1 0 0,0-1-1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3:32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0 4082 0 0,'0'0'3161'0'0,"0"1"-3154"0"0,0-1-1 0 0,-1 0 0 0 0,1 1 0 0 0,0-1 1 0 0,0 1-1 0 0,0-1 0 0 0,0 0 0 0 0,0 1 1 0 0,0-1-1 0 0,0 1 0 0 0,0-1 0 0 0,0 1 1 0 0,0-1-1 0 0,0 0 0 0 0,0 1 0 0 0,0-1 1 0 0,0 1-1 0 0,1-1 0 0 0,-1 0 0 0 0,0 1 1 0 0,0-1-1 0 0,0 0 0 0 0,1 1 0 0 0,-1-1 1 0 0,0 0-1 0 0,0 1 0 0 0,1-1 0 0 0,-1 0 1 0 0,0 1-1 0 0,1-1 0 0 0,0 1 0 0 0,12 5-68 0 0,-11-5 52 0 0,1 0-1 0 0,-1 0 0 0 0,1 0 0 0 0,-1 0 0 0 0,0 1 0 0 0,1-1 0 0 0,-1 1 0 0 0,3 2 0 0 0,-3-1 4 0 0,0-1 0 0 0,1 1-1 0 0,-1-1 1 0 0,1 0 0 0 0,-1 0-1 0 0,1 0 1 0 0,0 0 0 0 0,0 0 0 0 0,4 2-1 0 0,7 3 1 0 0,-13-6 13 0 0,-1 0-1 0 0,0-1 1 0 0,1 1-1 0 0,-1-1 1 0 0,1 1-1 0 0,-1 0 1 0 0,0-1-1 0 0,1 1 1 0 0,-1 0-1 0 0,0-1 1 0 0,0 1-1 0 0,0 0 1 0 0,0-1-1 0 0,1 1 1 0 0,-1 0-1 0 0,0-1 1 0 0,0 1-1 0 0,0 0 1 0 0,0 0-1 0 0,-1-1 1 0 0,1 1-1 0 0,0 0 1 0 0,0-1-1 0 0,0 1 1 0 0,0 0-1 0 0,-1-1 1 0 0,1 1-1 0 0,0 0 1 0 0,-1-1-1 0 0,1 1 1 0 0,0 0-1 0 0,-1-1 1 0 0,0 1-1 0 0,-16 1 276 0 0,0-1 1 0 0,0 0-1 0 0,-24-3 0 0 0,28 1-485 0 0,-1 0 0 0 0,1 0 0 0 0,0 2 0 0 0,-1 0 0 0 0,1 0 0 0 0,0 1 0 0 0,-17 5 0 0 0,27-3-2837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3:33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1 256 1281 0 0,'0'0'4348'0'0,"-1"-1"-3572"0"0,6-2-631 0 0,-1 1-50 0 0,-3 2-79 0 0,0 0 0 0 0,-1 0 0 0 0,1 0 0 0 0,0 0 0 0 0,-1-1 0 0 0,1 1 0 0 0,-1 0 0 0 0,1 0-1 0 0,0-1 1 0 0,-1 1 0 0 0,1 0 0 0 0,-1-1 0 0 0,1 1 0 0 0,-1-1 0 0 0,1 1 0 0 0,-1-1 0 0 0,1 1 0 0 0,-1-1 0 0 0,1 1 0 0 0,-1-1 0 0 0,0 1 0 0 0,1-1 0 0 0,-1 0 0 0 0,0 1 0 0 0,1-1 0 0 0,-1 1 0 0 0,0-1 0 0 0,0 0 0 0 0,0 1 0 0 0,0-1-1 0 0,1 0 1 0 0,-1 1 0 0 0,0-1 0 0 0,0-1 0 0 0,0-1 28 0 0,1 0 0 0 0,0-1-1 0 0,1 1 1 0 0,-1 0 0 0 0,1 0 0 0 0,-1 0-1 0 0,1 0 1 0 0,0 0 0 0 0,0 1-1 0 0,0-1 1 0 0,0 0 0 0 0,1 1 0 0 0,-1-1-1 0 0,6-3 1 0 0,9-11 127 0 0,19-27 176 0 0,-29 33-286 0 0,-1 1-4 0 0,0 0-1 0 0,1 0 1 0 0,0 0-1 0 0,1 1 1 0 0,14-14-1 0 0,-16 18-42 0 0,-4 4-13 0 0,-1 0-1 0 0,0 1 1 0 0,1-1 0 0 0,-1-1-1 0 0,0 1 1 0 0,0 0 0 0 0,1 0-1 0 0,-1 0 1 0 0,0-1 0 0 0,0 1-1 0 0,0 0 1 0 0,-1-1 0 0 0,1 1-1 0 0,0-1 1 0 0,0 1-1 0 0,-1-1 1 0 0,1 1 0 0 0,-1-1-1 0 0,1-2 1 0 0,3-1-1 0 0,-4 4 0 0 0,1 1 0 0 0,-1 0 0 0 0,1-1 0 0 0,0 1 0 0 0,-1 0 0 0 0,1 0 0 0 0,0-1 0 0 0,-1 1 0 0 0,1 0 0 0 0,0 0 0 0 0,-1 0 0 0 0,1 0 0 0 0,0 0 0 0 0,0 0 0 0 0,-1 0 0 0 0,1 0 0 0 0,0 0 0 0 0,-1 0 0 0 0,1 1 0 0 0,0-1 0 0 0,-1 0 0 0 0,1 0 0 0 0,0 1 0 0 0,-1-1 0 0 0,1 0 0 0 0,-1 1 0 0 0,1-1 0 0 0,0 1 0 0 0,-2 4 0 0 0,2 44 21 0 0,1-33 4 0 0,-2-1 0 0 0,0 1 0 0 0,-1 0 1 0 0,-5 22-1 0 0,-25 64 104 0 0,25-84-85 0 0,5-13-33 0 0,0 0 0 0 0,0 0-1 0 0,1 0 1 0 0,-1 0 0 0 0,1 0-1 0 0,0 5 1 0 0,1-1-19 0 0,-1-8 5 0 0,0-1 0 0 0,0 1 1 0 0,0-1-1 0 0,0 1 0 0 0,0-1 0 0 0,0 1 1 0 0,0 0-1 0 0,0-1 0 0 0,0 0 0 0 0,0 1 1 0 0,-1-1-1 0 0,1 1 0 0 0,0-1 0 0 0,0 1 1 0 0,0-1-1 0 0,-1 1 0 0 0,1-1 0 0 0,0 1 1 0 0,0-1-1 0 0,-1 0 0 0 0,1 1 0 0 0,0-1 1 0 0,-1 1-1 0 0,1-1 0 0 0,-1 0 0 0 0,1 0 1 0 0,0 1-1 0 0,-1-1 0 0 0,1 0 0 0 0,-1 0 1 0 0,1 1-1 0 0,-1-1 0 0 0,1 0 1 0 0,-1 0-1 0 0,1 0 0 0 0,-1 0 0 0 0,1 0 1 0 0,-1 0-1 0 0,1 1 0 0 0,-1-1 0 0 0,1 0 1 0 0,-1-1-1 0 0,1 1 0 0 0,-1 0 0 0 0,1 0 1 0 0,-1 0-1 0 0,1 0 0 0 0,-1 0 0 0 0,1 0 1 0 0,-1-1-1 0 0,1 1 0 0 0,0 0 0 0 0,-1 0 1 0 0,1-1-1 0 0,-1 1 0 0 0,1 0 0 0 0,0-1 1 0 0,-1 1-1 0 0,1 0 0 0 0,0-1 0 0 0,-1 1 1 0 0,1 0-1 0 0,0-1 0 0 0,-1 1 0 0 0,1-1 1 0 0,0 1-1 0 0,-1-1 0 0 0,1-68-2585 0 0,0 21-1107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3:33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1361 0 0,'0'0'6082'0'0,"18"0"-5521"0"0,4 0-241 0 0,23 0-80 0 0,22 4-80 0 0,66 11-80 0 0,45-1-560 0 0,-50-19-2482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3:35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1 640 0 0,'-4'4'3964'0'0,"-8"0"-3353"0"0,5-2-23 0 0,5-1-457 0 0,-1 0 0 0 0,1 0 0 0 0,-1 0 0 0 0,1 1 0 0 0,-1-1 0 0 0,1 1 0 0 0,0-1 1 0 0,0 1-1 0 0,0 0 0 0 0,0 0 0 0 0,0 0 0 0 0,0 0 0 0 0,0 0 0 0 0,0 1 0 0 0,1-1 0 0 0,-2 4 1 0 0,1-2 37 0 0,1 1 1 0 0,0 0 0 0 0,0 1 0 0 0,0-1 0 0 0,0 0 0 0 0,1 0 0 0 0,0 8 0 0 0,0-12-164 0 0,0-1 1 0 0,-1 1-1 0 0,1 0 1 0 0,0 0-1 0 0,0 0 0 0 0,-1 0 1 0 0,1 0-1 0 0,-1-1 0 0 0,1 1 1 0 0,-1 0-1 0 0,1 0 1 0 0,-1-1-1 0 0,1 1 0 0 0,-1 0 1 0 0,0-1-1 0 0,1 1 1 0 0,-1-1-1 0 0,0 1 0 0 0,0-1 1 0 0,1 1-1 0 0,-1-1 0 0 0,0 1 1 0 0,0-1-1 0 0,0 0 1 0 0,1 1-1 0 0,-1-1 0 0 0,0 0 1 0 0,0 0-1 0 0,0 0 1 0 0,0 0-1 0 0,0 0 0 0 0,0 0 1 0 0,0 0-1 0 0,0 0-3 0 0,0 0-1 0 0,1 0 1 0 0,-1 0 0 0 0,1 0-1 0 0,-1 0 1 0 0,0 0 0 0 0,1 0-1 0 0,-1 1 1 0 0,1-1-1 0 0,-1 0 1 0 0,1 0 0 0 0,-1 0-1 0 0,0 1 1 0 0,1-1 0 0 0,-1 0-1 0 0,1 1 1 0 0,-1-1-1 0 0,1 0 1 0 0,-1 1 0 0 0,1-1-1 0 0,0 0 1 0 0,-1 1 0 0 0,1-1-1 0 0,0 1 1 0 0,-1-1 0 0 0,1 1-1 0 0,0-1 1 0 0,-1 2-1 0 0,4 3 31 0 0,0 0-1 0 0,0 0 1 0 0,1 0-1 0 0,0 0 0 0 0,0-1 1 0 0,8 8-1 0 0,-11-9-22 0 0,0-1-1 0 0,0 0 0 0 0,0 1 1 0 0,0-1-1 0 0,-1 0 1 0 0,1 1-1 0 0,-1-1 1 0 0,0 1-1 0 0,0-1 0 0 0,0 1 1 0 0,0-1-1 0 0,0 1 1 0 0,0-1-1 0 0,-1 3 0 0 0,0 3 24 0 0,1-6-29 0 0,0 0 0 0 0,0 0 0 0 0,1 0 1 0 0,-1 0-1 0 0,1 0 0 0 0,-1 0 1 0 0,1 0-1 0 0,0 0 0 0 0,0 0 0 0 0,0 0 1 0 0,0 0-1 0 0,0 0 0 0 0,2 2 1 0 0,-2-2-4 0 0,1 0 0 0 0,-1 0 1 0 0,0-1-1 0 0,0 1 1 0 0,0 0-1 0 0,0 0 1 0 0,-1 0-1 0 0,1 0 1 0 0,0 0-1 0 0,-1 0 0 0 0,1 0 1 0 0,-1 0-1 0 0,0 4 1 0 0,0-4 6 0 0,0 1 1 0 0,0-1 0 0 0,1 1-1 0 0,-1-1 1 0 0,0 0 0 0 0,1 1-1 0 0,0-1 1 0 0,-1 0 0 0 0,1 1-1 0 0,0-1 1 0 0,0 0 0 0 0,0 0-1 0 0,1 0 1 0 0,-1 0 0 0 0,0 0-1 0 0,1 0 1 0 0,-1 0 0 0 0,1 0-1 0 0,0 0 1 0 0,0-1-1 0 0,-1 1 1 0 0,1-1 0 0 0,0 1-1 0 0,3 0 1 0 0,6 7 1 0 0,-8-3-43 0 0,1 3 66 0 0,-2-9-34 0 0,-1 1 0 0 0,0 0-1 0 0,0 0 1 0 0,0 0-1 0 0,0 0 1 0 0,0 0-1 0 0,0 0 1 0 0,0 0-1 0 0,0 0 1 0 0,0 0-1 0 0,0 0 1 0 0,0 0-1 0 0,-1 1 1 0 0,1-1 0 0 0,1 3-1 0 0,0 30-41 0 0,-2-32 41 0 0,-1 1 0 0 0,1 0 1 0 0,0-1-1 0 0,-1 1 0 0 0,0 0 1 0 0,0-1-1 0 0,0 1 0 0 0,0-1 1 0 0,0 1-1 0 0,0-1 0 0 0,-2 3 1 0 0,1-2 2 0 0,1-1 1 0 0,0 0 0 0 0,-1 1-1 0 0,1-1 1 0 0,0 1 0 0 0,0-1-1 0 0,1 1 1 0 0,-1 0 0 0 0,1-1-1 0 0,-1 1 1 0 0,1 3 0 0 0,0-4 7 0 0,-1 0 1 0 0,1 1-1 0 0,0-1 0 0 0,-1 0 1 0 0,1 0-1 0 0,-1 0 1 0 0,0 0-1 0 0,1 0 1 0 0,-1 1-1 0 0,0-1 1 0 0,0-1-1 0 0,-1 1 0 0 0,-1 2 1 0 0,2-2 2 0 0,0 0 1 0 0,0 0-1 0 0,0 0 1 0 0,0 0-1 0 0,0 0 1 0 0,0 0-1 0 0,0 0 1 0 0,0 0-1 0 0,1 0 1 0 0,-1 0-1 0 0,1 0 1 0 0,0 0-1 0 0,-1 3 1 0 0,1-2 4 0 0,0-1 0 0 0,0 0 0 0 0,-1 0 0 0 0,1 0 0 0 0,-1 1 0 0 0,1-1 0 0 0,-1 0 0 0 0,0 0 0 0 0,0 0 0 0 0,0 0 0 0 0,0 0 0 0 0,0 0 0 0 0,-2 2 1 0 0,2-3 9 0 0,-1 1 1 0 0,1 0 0 0 0,0-1-1 0 0,0 1 1 0 0,0 0 0 0 0,1 0 0 0 0,-1 0-1 0 0,0 0 1 0 0,1 0 0 0 0,-1-1-1 0 0,1 1 1 0 0,0 0 0 0 0,-1 3-1 0 0,1 113 1681 0 0,0-118-1703 0 0,0 1 1 0 0,0 0-1 0 0,0 0 1 0 0,1 0 0 0 0,-1-1-1 0 0,0 1 1 0 0,0 0-1 0 0,1 0 1 0 0,-1-1-1 0 0,0 1 1 0 0,1 0-1 0 0,-1-1 1 0 0,0 1-1 0 0,1 0 1 0 0,-1-1-1 0 0,1 1 1 0 0,-1-1-1 0 0,1 1 1 0 0,0-1-1 0 0,-1 1 1 0 0,1-1-1 0 0,-1 1 1 0 0,2 0-1 0 0,-1-1 3 0 0,0 1 0 0 0,0-1 0 0 0,0 1 0 0 0,-1 0 0 0 0,1-1 1 0 0,0 1-1 0 0,0 0 0 0 0,-1 0 0 0 0,1 0 0 0 0,0-1 0 0 0,-1 1 0 0 0,1 0 0 0 0,-1 0 0 0 0,1 0 0 0 0,-1 0 0 0 0,0 0 0 0 0,1 0 0 0 0,-1 0 0 0 0,0 0 0 0 0,0 0 0 0 0,0 0 0 0 0,0 0 0 0 0,1 0 0 0 0,-2 1 0 0 0,1 0 9 0 0,0 0 0 0 0,0 0 0 0 0,0-1 0 0 0,0 1 0 0 0,-1 0 0 0 0,1 0-1 0 0,-1-1 1 0 0,1 1 0 0 0,-1 0 0 0 0,0-1 0 0 0,1 1 0 0 0,-1-1 0 0 0,0 1-1 0 0,0-1 1 0 0,-2 3 0 0 0,1-2-10 0 0,1-1-1 0 0,0 0 1 0 0,0 1-1 0 0,0 0 1 0 0,0-1-1 0 0,0 1 1 0 0,1 0-1 0 0,-1-1 1 0 0,0 1-1 0 0,1 0 0 0 0,-1 0 1 0 0,1 0-1 0 0,0-1 1 0 0,-1 1-1 0 0,1 4 1 0 0,0 116 166 0 0,0-120-169 0 0,-1 0 0 0 0,1 0 0 0 0,-1 0 0 0 0,1 0 0 0 0,-1 0 0 0 0,0-1 0 0 0,0 1 0 0 0,0 0-1 0 0,0 0 1 0 0,0-1 0 0 0,-3 3 0 0 0,3-3-1 0 0,1 0-1 0 0,-1-1 1 0 0,0 1-1 0 0,0 0 1 0 0,0 0-1 0 0,1 0 1 0 0,-1 0 0 0 0,0 0-1 0 0,1 0 1 0 0,-1 0-1 0 0,1 0 1 0 0,-1 0-1 0 0,1 0 1 0 0,-1 0-1 0 0,1 0 1 0 0,0 0-1 0 0,0 0 1 0 0,0 1 0 0 0,-1-1-1 0 0,1 0 1 0 0,0 0-1 0 0,0 0 1 0 0,0 0-1 0 0,1 0 1 0 0,-1 1-1 0 0,0-1 1 0 0,0 0-1 0 0,1 0 1 0 0,-1 0 0 0 0,0 0-1 0 0,1 0 1 0 0,-1 0-1 0 0,2 1 1 0 0,2 2-7 0 0,-3-4 4 0 0,0 0 0 0 0,-1 1 0 0 0,1-1 0 0 0,0 1 0 0 0,0-1 0 0 0,0 1 0 0 0,-1-1 0 0 0,1 1 1 0 0,0 0-1 0 0,0-1 0 0 0,-1 1 0 0 0,1 0 0 0 0,-1-1 0 0 0,1 1 0 0 0,0 0 0 0 0,-1 0 0 0 0,0 0 0 0 0,1-1 1 0 0,-1 1-1 0 0,1 0 0 0 0,-1 0 0 0 0,0 0 0 0 0,0 0 0 0 0,0 0 0 0 0,1 0 0 0 0,-1 0 0 0 0,0 0 0 0 0,0 0 0 0 0,0 0 1 0 0,0 0-1 0 0,0 0 0 0 0,-1 0 0 0 0,1-1 0 0 0,0 1 0 0 0,0 0 0 0 0,-1 0 0 0 0,1 0 0 0 0,0 0 0 0 0,-1 0 1 0 0,1 0-1 0 0,-1 0 0 0 0,-3 3 12 0 0,3-3-8 0 0,0 0 1 0 0,-1 0 0 0 0,1 1-1 0 0,0-1 1 0 0,0 0 0 0 0,0 1 0 0 0,0-1-1 0 0,0 1 1 0 0,0-1 0 0 0,0 1-1 0 0,0 0 1 0 0,1-1 0 0 0,-1 1-1 0 0,1 0 1 0 0,-1 0 0 0 0,1-1 0 0 0,0 1-1 0 0,0 0 1 0 0,0 0 0 0 0,0 0-1 0 0,0 0 1 0 0,0 2 0 0 0,0-3 6 0 0,0 0 0 0 0,0 0 1 0 0,0 0-1 0 0,0 0 0 0 0,0 0 1 0 0,-1 0-1 0 0,1 0 0 0 0,0 0 0 0 0,0 0 1 0 0,-1 0-1 0 0,1 0 0 0 0,-1 0 1 0 0,1 0-1 0 0,-1-1 0 0 0,1 1 0 0 0,-1 0 1 0 0,0 0-1 0 0,1 0 0 0 0,-1-1 1 0 0,0 1-1 0 0,0 0 0 0 0,1-1 0 0 0,-2 2 1 0 0,1-2-8 0 0,0 1 0 0 0,0-1 1 0 0,1 1-1 0 0,-1 0 0 0 0,0-1 0 0 0,0 1 1 0 0,1 0-1 0 0,-1 0 0 0 0,1-1 0 0 0,-1 1 1 0 0,1 0-1 0 0,-1 0 0 0 0,1 0 1 0 0,-1 0-1 0 0,1 0 0 0 0,0 0 0 0 0,-1 0 1 0 0,1 0-1 0 0,0 0 0 0 0,0 0 0 0 0,0 0 1 0 0,0 0-1 0 0,0 1 0 0 0,-1 1 8 0 0,0 0 0 0 0,0-1-1 0 0,0 1 1 0 0,-1 0-1 0 0,1 0 1 0 0,-1-1 0 0 0,1 1-1 0 0,-1-1 1 0 0,0 1-1 0 0,0-1 1 0 0,0 0 0 0 0,0 0-1 0 0,-1 0 1 0 0,1 0-1 0 0,0 0 1 0 0,-1 0 0 0 0,-3 1-1 0 0,2 0 10 0 0,0 0 0 0 0,1 0-1 0 0,-1 0 1 0 0,1 1 0 0 0,-6 6 0 0 0,-1 10 29 0 0,-6 6-20 0 0,14-24-30 0 0,0 0 0 0 0,0 0 0 0 0,0 0 0 0 0,0 0 0 0 0,1 1 0 0 0,-1-1 0 0 0,1 0 0 0 0,-1 1 0 0 0,1 0 0 0 0,0-1 0 0 0,0 1 0 0 0,0-1 0 0 0,1 1 0 0 0,-1 0 0 0 0,0 0 0 0 0,1 4 0 0 0,0-6-3 0 0,0 0-1 0 0,0 1 1 0 0,0-1 0 0 0,-1 0 0 0 0,1 0 0 0 0,0 0 0 0 0,0 0-1 0 0,-1 0 1 0 0,1 1 0 0 0,0-1 0 0 0,-1 0 0 0 0,0 0 0 0 0,1 0 0 0 0,-1 0-1 0 0,1 0 1 0 0,-1-1 0 0 0,0 1 0 0 0,0 0 0 0 0,1 0 0 0 0,-1 0-1 0 0,0 0 1 0 0,0-1 0 0 0,-1 2 0 0 0,1-2-4 0 0,0 1 0 0 0,1-1-1 0 0,-1 0 1 0 0,1 1 0 0 0,-1-1 0 0 0,0 1 0 0 0,1-1 0 0 0,-1 1 0 0 0,1-1-1 0 0,0 1 1 0 0,-1-1 0 0 0,1 1 0 0 0,-1 0 0 0 0,1-1 0 0 0,0 1 0 0 0,0 0 0 0 0,-1-1-1 0 0,1 1 1 0 0,0 0 0 0 0,0-1 0 0 0,0 1 0 0 0,-1 1 0 0 0,5-4-247 0 0,-3 2 231 0 0,0 0-1 0 0,-1 0 1 0 0,1 0-1 0 0,0-1 1 0 0,-1 1-1 0 0,1 0 1 0 0,0 0-1 0 0,-1-1 1 0 0,1 1 0 0 0,0 0-1 0 0,-1-1 1 0 0,1 1-1 0 0,-1-1 1 0 0,1 1-1 0 0,-1-1 1 0 0,1 1-1 0 0,-1-1 1 0 0,1 1-1 0 0,-1-1 1 0 0,0 0-1 0 0,1 1 1 0 0,-1-1-1 0 0,0 1 1 0 0,1-1-1 0 0,-1 0 1 0 0,0 1-1 0 0,0-1 1 0 0,1 0 0 0 0,-1 0-1 0 0,0-1 1 0 0,11-29-1584 0 0,-5 20 1168 0 0,-1 3-182 0 0,-1-1 1 0 0,1 0-1 0 0,5-18 1 0 0,-7 11-724 0 0,-1 0 0 0 0,-1 0 0 0 0,0-29 0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3:36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548 0 1441 0 0,'-41'0'3401'0'0,"37"5"-1846"0"0,1-1-1456 0 0,1-4-72 0 0,1 0-13 0 0,1 0 0 0 0,-1 0 0 0 0,0 0 0 0 0,0 0 0 0 0,0 0 0 0 0,0 0 0 0 0,0 0 0 0 0,0 0 0 0 0,0 1 0 0 0,0-1 0 0 0,1 0 0 0 0,-1 0 1 0 0,0 1-1 0 0,0-1 0 0 0,0 1 0 0 0,1-1 0 0 0,-1 0 0 0 0,-1 2 0 0 0,2-1 479 0 0,0-2-488 0 0,0 1 0 0 0,0 0 0 0 0,0 0 0 0 0,0 0 0 0 0,-1 0 0 0 0,1 0 0 0 0,0 0 0 0 0,0 0 0 0 0,0 0 0 0 0,0 0 0 0 0,0 0 0 0 0,0 0 0 0 0,0 0 0 0 0,-1 0 0 0 0,1 0 0 0 0,0 0-1 0 0,0 0 1 0 0,0 0 0 0 0,0 0 0 0 0,0 0 0 0 0,0 0 0 0 0,0 0 0 0 0,-1 0 0 0 0,1 0 0 0 0,0 0 0 0 0,0 0 0 0 0,0 1 0 0 0,0-1 0 0 0,0 0 0 0 0,0 0 0 0 0,0 0 0 0 0,0 0 0 0 0,0 0 0 0 0,-1 0 0 0 0,1 0-1 0 0,0 0 1 0 0,0 0 0 0 0,0 0 0 0 0,0 1 0 0 0,0-1 0 0 0,0 0 0 0 0,0 0 0 0 0,0 0 0 0 0,0 0 0 0 0,0 0 0 0 0,0 0 0 0 0,0 0 0 0 0,0 1 0 0 0,0-1 0 0 0,0 0 0 0 0,0 0 0 0 0,0 0 0 0 0,0 0 0 0 0,0 0 0 0 0,0 0-1 0 0,0 0 1 0 0,0 1 0 0 0,0-1 0 0 0,0 0 0 0 0,0 0 0 0 0,0 0 0 0 0,-5 0 14 0 0,5 0-13 0 0,-1 0 0 0 0,1 0 0 0 0,-1 0-1 0 0,1 0 1 0 0,0 0 0 0 0,-1 0 0 0 0,1 0-1 0 0,-1 0 1 0 0,1 0 0 0 0,-1 0 0 0 0,1 0-1 0 0,0 0 1 0 0,-1 0 0 0 0,1 0 0 0 0,-1 0-1 0 0,1 0 1 0 0,0 1 0 0 0,-1-1 0 0 0,1 0-1 0 0,-1 0 1 0 0,1 0 0 0 0,0 1 0 0 0,-1-1-1 0 0,1 0 1 0 0,0 1 0 0 0,-1-1 0 0 0,1 0 0 0 0,0 1-1 0 0,0-1 1 0 0,-1 0 0 0 0,1 1 0 0 0,0-1-1 0 0,0 0 1 0 0,0 1 0 0 0,-1-1 0 0 0,1 1-1 0 0,0-1 1 0 0,0 0 0 0 0,0 1 0 0 0,0-1-1 0 0,0 1 1 0 0,0 0 0 0 0,-4 0 61 0 0,-11 3 93 0 0,15-3-152 0 0,-1 0 0 0 0,0 0 0 0 0,1 0 0 0 0,-1 0 0 0 0,1 0 0 0 0,0 0 0 0 0,-1 0 0 0 0,1 0 0 0 0,0 0 0 0 0,0 1 0 0 0,0-1 0 0 0,-1 0 0 0 0,1 0 0 0 0,0 0 1 0 0,1 0-1 0 0,-1 0 0 0 0,0 1 0 0 0,0 0 0 0 0,1 1 12 0 0,-2 0-10 0 0,0-1 0 0 0,0 1 0 0 0,0 0 0 0 0,0-1 0 0 0,-1 1 1 0 0,1-1-1 0 0,-1 1 0 0 0,0-1 0 0 0,1 0 0 0 0,-1 1 0 0 0,0-1 0 0 0,0 0 0 0 0,0 0 0 0 0,-1 0 0 0 0,1-1 0 0 0,0 1 0 0 0,-1 0 0 0 0,-2 0 1 0 0,1 1-4 0 0,1-1-1 0 0,-1 1 1 0 0,1 0 0 0 0,0 0 0 0 0,0 0 0 0 0,-4 6 0 0 0,6-8-1 0 0,-3 6 10 0 0,0 0 0 0 0,0-1 0 0 0,0 1 0 0 0,-1-1 0 0 0,0 0 0 0 0,0-1 0 0 0,-12 10 0 0 0,-22 21-10 0 0,24-21 52 0 0,-1-1 1 0 0,-1 0-1 0 0,-24 16 1 0 0,27-21-67 0 0,0 2 1 0 0,1 0 0 0 0,1 0 0 0 0,-21 25 0 0 0,11-13 43 0 0,-10 17 8 0 0,25-31-35 0 0,1 0 0 0 0,-2-1 0 0 0,-9 10 0 0 0,-1 1-67 0 0,18-19 58 0 0,0 1 0 0 0,0-1 0 0 0,0 1 0 0 0,1-1 0 0 0,-1 1 0 0 0,0-1 0 0 0,0 1 1 0 0,0-1-1 0 0,1 1 0 0 0,-1-1 0 0 0,0 1 0 0 0,1-1 0 0 0,-1 0 0 0 0,0 1 1 0 0,1-1-1 0 0,-1 0 0 0 0,0 1 0 0 0,1-1 0 0 0,-1 0 0 0 0,1 1 0 0 0,-1-1 1 0 0,1 0-1 0 0,-1 0 0 0 0,0 1 0 0 0,1-1 0 0 0,-1 0 0 0 0,1 0 0 0 0,-1 0 0 0 0,1 0 1 0 0,0 0-1 0 0,-1 0 0 0 0,1 0 0 0 0,-1 0 0 0 0,1 0 0 0 0,0 0 0 0 0,7-4 80 0 0,4-2-133 0 0,0-1 0 0 0,-1 0-1 0 0,1-1 1 0 0,-1 0 0 0 0,-1-1-1 0 0,14-13 1 0 0,35-33-1908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3:37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11 1281 0 0,'0'-6'1440'0'0,"0"2"2242"0"0,0 14-3282 0 0,-23-2-80 0 0,23-2-80 0 0,-22 2-80 0 0,22-2-80 0 0,0-2 1 0 0,0 1-1 0 0,0-10-241 0 0,-22-5-1039 0 0,22 2-1361 0 0,-22-6-241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3:38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573 1 2081 0 0,'0'7'4225'0'0,"4"-14"-3154"0"0,-3 7-1085 0 0,0 0 24 0 0,0 0 0 0 0,-1 0 0 0 0,1 0 0 0 0,-1 0 0 0 0,1 0-1 0 0,0 0 1 0 0,-1 0 0 0 0,1 0 0 0 0,0 0 0 0 0,-1 0 0 0 0,1 0 0 0 0,-1 0 0 0 0,1 0-1 0 0,0 1 1 0 0,-1-1 0 0 0,1 0 0 0 0,-1 0 0 0 0,1 1 0 0 0,-1-1 0 0 0,1 1 0 0 0,-1-1-1 0 0,1 0 1 0 0,-1 1 0 0 0,1-1 0 0 0,-1 1 0 0 0,1-1 0 0 0,-1 1 0 0 0,0-1 0 0 0,1 1-1 0 0,-1-1 1 0 0,0 1 0 0 0,1-1 0 0 0,-1 1 0 0 0,0 0 0 0 0,0-1 0 0 0,0 1 0 0 0,0-1-1 0 0,1 1 1 0 0,-1 0 0 0 0,0-1 0 0 0,0 1 0 0 0,0 0 0 0 0,0-1 0 0 0,0 1 0 0 0,0-1-1 0 0,-1 1 1 0 0,1 0 0 0 0,0-1 0 0 0,0 2 0 0 0,0 0 6 0 0,1 1 0 0 0,0 0 0 0 0,1-1 1 0 0,-1 1-1 0 0,0-1 0 0 0,1 1 0 0 0,0-1 0 0 0,-1 0 1 0 0,1 0-1 0 0,0 0 0 0 0,0 0 0 0 0,0 0 0 0 0,0 0 0 0 0,4 2 1 0 0,11 13 47 0 0,-6-3-26 0 0,-8-9-20 0 0,1 1-1 0 0,0-1 0 0 0,1 0 1 0 0,0 0-1 0 0,-1 0 0 0 0,8 4 1 0 0,0-1 8 0 0,-9-6-17 0 0,0-1-1 0 0,-1 1 1 0 0,1 0-1 0 0,-1 0 1 0 0,1 0 0 0 0,-1 0-1 0 0,0 1 1 0 0,0-1-1 0 0,0 1 1 0 0,0-1 0 0 0,0 1-1 0 0,-1 0 1 0 0,3 3 0 0 0,1 1 6 0 0,0 0 0 0 0,1 0 0 0 0,0-1 1 0 0,1 0-1 0 0,-1 0 0 0 0,1-1 0 0 0,0 0 1 0 0,0 0-1 0 0,1-1 0 0 0,8 5 0 0 0,32 22 44 0 0,-7-8-112 0 0,-41-22 53 0 0,0-1 0 0 0,0 1 0 0 0,1-1 0 0 0,-1 0 0 0 0,0 1-1 0 0,0-1 1 0 0,0 0 0 0 0,0 1 0 0 0,1-1 0 0 0,-1 0 0 0 0,0 1 0 0 0,0-1 0 0 0,1 0 0 0 0,-1 0 0 0 0,0 1 0 0 0,0-1-1 0 0,1 0 1 0 0,-1 0 0 0 0,0 0 0 0 0,1 1 0 0 0,-1-1 0 0 0,0 0 0 0 0,1 0 0 0 0,-1 0 0 0 0,1 0 0 0 0,-1 0 0 0 0,0 1-1 0 0,1-1 1 0 0,0 0 0 0 0,-1 0 2 0 0,1 0 0 0 0,0 0 1 0 0,-1 0-1 0 0,1 0 0 0 0,0 1 0 0 0,-1-1 0 0 0,1 0 0 0 0,-1 0 0 0 0,1 1 0 0 0,0-1 0 0 0,-1 0 0 0 0,1 1 1 0 0,-1-1-1 0 0,1 1 0 0 0,-1-1 0 0 0,1 1 0 0 0,-1-1 0 0 0,0 1 0 0 0,1-1 0 0 0,-1 1 0 0 0,0-1 1 0 0,1 1-1 0 0,-1-1 0 0 0,0 1 0 0 0,1 0 0 0 0,-1-1 0 0 0,0 1 0 0 0,0 0 0 0 0,0-1 0 0 0,0 1 0 0 0,0 0 1 0 0,0 1-1 0 0,0-2-2 0 0,0 1 0 0 0,1-1 0 0 0,-1 1 0 0 0,0-1-1 0 0,0 1 1 0 0,0-1 0 0 0,0 1 0 0 0,0-1 0 0 0,0 1 0 0 0,1-1 0 0 0,-1 1 0 0 0,0-1 0 0 0,1 1 0 0 0,-1-1 0 0 0,0 1 0 0 0,1-1 0 0 0,-1 0 0 0 0,0 1 0 0 0,1-1 0 0 0,-1 1 0 0 0,1-1 0 0 0,-1 0 0 0 0,0 0 0 0 0,1 1 0 0 0,-1-1 0 0 0,1 0 0 0 0,-1 0 0 0 0,1 1 0 0 0,-1-1 0 0 0,1 0 0 0 0,-1 0 0 0 0,2 0 0 0 0,-2 0 5 0 0,1 0 1 0 0,-1 0 0 0 0,1 1-1 0 0,-1-1 1 0 0,1 0 0 0 0,-1 0-1 0 0,1 0 1 0 0,-1 0 0 0 0,1 1-1 0 0,-1-1 1 0 0,1 0 0 0 0,-1 1 0 0 0,0-1-1 0 0,1 0 1 0 0,-1 1 0 0 0,0-1-1 0 0,1 0 1 0 0,-1 1 0 0 0,0-1-1 0 0,1 1 1 0 0,-1-1 0 0 0,0 0-1 0 0,1 1 1 0 0,-1-1 0 0 0,0 1 0 0 0,0-1-1 0 0,0 1 1 0 0,0-1 0 0 0,0 1-1 0 0,1-1 1 0 0,-1 1 0 0 0,0 0-1 0 0,-23-2 222 0 0,-30 2-67 0 0,0 1 0 0 0,0 3 0 0 0,0 3 0 0 0,-89 23 1 0 0,110-24-32 0 0,0-2 0 0 0,0-1 1 0 0,0-2-1 0 0,-1-1 0 0 0,-41-4 1 0 0,-83 5 374 0 0,77-1-171 0 0,61-2-226 0 0,-1 1 0 0 0,-35 4 0 0 0,51-3 39 0 0,23-2-79 0 0,93-18-138 0 0,2 5 0 0 0,144 1 0 0 0,-247 14 39 0 0,8-4-26 0 0,-5 0 54 0 0,-13 3 5 0 0,-1 0-1 0 0,0 0 1 0 0,0 0-1 0 0,0 0 1 0 0,1 0-1 0 0,-1 0 0 0 0,0 0 1 0 0,0 0-1 0 0,0 0 1 0 0,0 0-1 0 0,1 0 0 0 0,-1 0 1 0 0,0 0-1 0 0,0 0 1 0 0,0 0-1 0 0,0-1 1 0 0,1 1-1 0 0,-1 0 0 0 0,0 0 1 0 0,0 0-1 0 0,0 0 1 0 0,0 0-1 0 0,0 0 1 0 0,1-1-1 0 0,-1 1 0 0 0,0 0 1 0 0,0 0-1 0 0,0 0 1 0 0,0 0-1 0 0,0 0 1 0 0,0-1-1 0 0,0 1 0 0 0,0 0 1 0 0,0 0-1 0 0,0 0 1 0 0,0-1-1 0 0,0 1 1 0 0,0 0-1 0 0,0 0 0 0 0,0 0 1 0 0,0 0-1 0 0,0-1 1 0 0,0 1-1 0 0,0 0 1 0 0,-7-8 43 0 0,-5-1 39 0 0,3 3-53 0 0,6 4-15 0 0,-1-1-1 0 0,0 1 1 0 0,1 0-1 0 0,-1 0 0 0 0,0 0 1 0 0,0 1-1 0 0,0 0 1 0 0,-6-2-1 0 0,-15-7 66 0 0,10 7-80 0 0,15 3-5 0 0,0 0 0 0 0,0-1-1 0 0,0 1 1 0 0,0 0 0 0 0,0 0-1 0 0,0 0 1 0 0,0 0 0 0 0,0 0-1 0 0,0 0 1 0 0,174-4-102 0 0,-173 4 104 0 0,0 0 0 0 0,0 0-1 0 0,0 0 1 0 0,0 0 0 0 0,0 0 0 0 0,0 0 0 0 0,0 0-1 0 0,0 0 1 0 0,0 0 0 0 0,0 0 0 0 0,0 0-1 0 0,0-1 1 0 0,0 1 0 0 0,0 0 0 0 0,0-1-1 0 0,0 1 1 0 0,0-1 0 0 0,1 0 0 0 0,-14-8 82 0 0,-39-10 151 0 0,49 19-224 0 0,-20-8 74 0 0,1 2 80 0 0,0 0 0 0 0,-22-2 0 0 0,43 8-158 0 0,0-1-1 0 0,0 1 1 0 0,0 0-1 0 0,1 0 1 0 0,-1 0 0 0 0,0 0-1 0 0,0 0 1 0 0,0 0 0 0 0,0 0-1 0 0,0 0 1 0 0,0 0 0 0 0,0 0-1 0 0,0 0 1 0 0,0-1-1 0 0,0 1 1 0 0,1 0 0 0 0,-1 0-1 0 0,0 0 1 0 0,0 0 0 0 0,0 0-1 0 0,0 0 1 0 0,0 0 0 0 0,0-1-1 0 0,0 1 1 0 0,0 0-1 0 0,0 0 1 0 0,0 0 0 0 0,0 0-1 0 0,0 0 1 0 0,0 0 0 0 0,0 0-1 0 0,0-1 1 0 0,0 1 0 0 0,0 0-1 0 0,0 0 1 0 0,0 0-1 0 0,0 0 1 0 0,0 0 0 0 0,0 0-1 0 0,0-1 1 0 0,0 1 0 0 0,-1 0-1 0 0,1 0 1 0 0,0 0 0 0 0,0 0-1 0 0,0 0 1 0 0,0 0 0 0 0,0 0-1 0 0,0 0 1 0 0,0 0-1 0 0,0-1 1 0 0,0 1 0 0 0,-1 0-1 0 0,1 0 1 0 0,0 0 0 0 0,0 0-1 0 0,21-6 21 0 0,-1 0 1 0 0,20-11-1 0 0,-32 8 58 0 0,-4 8-50 0 0,-3 1-29 0 0,-1 0 1 0 0,1 0 0 0 0,-1 0-1 0 0,1 0 1 0 0,0 0-1 0 0,-1 0 1 0 0,1 0-1 0 0,-1-1 1 0 0,1 1 0 0 0,0 0-1 0 0,-1 0 1 0 0,1-1-1 0 0,-1 1 1 0 0,1 0-1 0 0,-1-1 1 0 0,1 1-1 0 0,-1-1 1 0 0,1 1 0 0 0,-1-1-1 0 0,0 1 1 0 0,1-1-1 0 0,-1 1 1 0 0,0-1-1 0 0,1 1 1 0 0,-1-1 0 0 0,0 1-1 0 0,1-1 1 0 0,-1 1-1 0 0,0-1 1 0 0,0 0-1 0 0,0 0 1 0 0,0 1-2 0 0,0-1 0 0 0,1 1-1 0 0,-1-1 1 0 0,0 0 0 0 0,0 1 0 0 0,0-1-1 0 0,0 1 1 0 0,1-1 0 0 0,-1 1 0 0 0,0-1-1 0 0,0 1 1 0 0,1-1 0 0 0,-1 1 0 0 0,0 0-1 0 0,1-1 1 0 0,-1 1 0 0 0,1-1 0 0 0,-1 1-1 0 0,0 0 1 0 0,1-1 0 0 0,-1 1 0 0 0,1 0-1 0 0,-1-1 1 0 0,1 1 0 0 0,-1 0 0 0 0,2-1-1 0 0,-1 1-3 0 0,-1 0 1 0 0,1 0-1 0 0,0-1 0 0 0,0 1 0 0 0,-1-1 0 0 0,1 1 0 0 0,0 0 0 0 0,-1-1 0 0 0,1 0 0 0 0,-1 1 0 0 0,1-1 0 0 0,-1 1 1 0 0,1-1-1 0 0,-1 0 0 0 0,1 1 0 0 0,-1-1 0 0 0,1 0 0 0 0,-1 1 0 0 0,0-1 0 0 0,1 0 0 0 0,-1 0 0 0 0,0 1 0 0 0,0-1 1 0 0,0 0-1 0 0,0 0 0 0 0,1 0 0 0 0,-1 1 0 0 0,0-2 0 0 0,0 2-18 0 0,0-1 0 0 0,0 1 0 0 0,0 0 0 0 0,0-1 0 0 0,0 1 1 0 0,0 0-1 0 0,0 0 0 0 0,0-1 0 0 0,0 1 0 0 0,0 0 0 0 0,0-1 0 0 0,0 1 0 0 0,0 0 0 0 0,-1-1 0 0 0,1 1 1 0 0,0 0-1 0 0,0 0 0 0 0,0-1 0 0 0,0 1 0 0 0,0 0 0 0 0,-1 0 0 0 0,1-1 0 0 0,0 1 0 0 0,0 0 0 0 0,0 0 0 0 0,-1-1 1 0 0,1 1-1 0 0,0 0 0 0 0,0 0 0 0 0,-1 0 0 0 0,1 0 0 0 0,0 0 0 0 0,-1-1 0 0 0,1 1 0 0 0,0 0 0 0 0,0 0 1 0 0,-1 0-1 0 0,1 0 0 0 0,-17 4-2172 0 0,10-2 853 0 0,-30 6-2874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3:42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92 480 0 0,'0'-5'1224'0'0,"-3"-20"3593"0"0,3 24-4751 0 0,0 0 1 0 0,-1 0-1 0 0,1 1 0 0 0,-1-1 0 0 0,1 0 0 0 0,-1 1 1 0 0,1-1-1 0 0,-1 0 0 0 0,1 1 0 0 0,-1-1 1 0 0,0 1-1 0 0,1-1 0 0 0,-1 1 0 0 0,0 0 0 0 0,1-1 1 0 0,-1 1-1 0 0,0 0 0 0 0,0-1 0 0 0,0 1 1 0 0,1 0-1 0 0,-1 0 0 0 0,0-1 0 0 0,-1 1 0 0 0,32-9 1413 0 0,-20 5-1392 0 0,0 1 0 0 0,0 0 1 0 0,15-3-1 0 0,1 2-34 0 0,29-1-39 0 0,-47 6-14 0 0,11-1 14 0 0,51 4 52 0 0,-59-3-70 0 0,-9 1 8 0 0,-11-2 9 0 0,5-2 54 0 0,2 1-42 0 0,1-1 1 0 0,-1 1-1 0 0,0 0 0 0 0,0 0 1 0 0,1 0-1 0 0,-1 0 1 0 0,0 0-1 0 0,0 0 1 0 0,0 1-1 0 0,0-1 0 0 0,-1 1 1 0 0,1-1-1 0 0,-4 1 1 0 0,-4-3 85 0 0,4 1-73 0 0,-1 1 1 0 0,0 0 0 0 0,0 0 0 0 0,0 0 0 0 0,0 0 0 0 0,0 1 0 0 0,0 1 0 0 0,0-1 0 0 0,-13 3 0 0 0,-9 0-2 0 0,26-3 30 0 0,-23 6-67 0 0,9 4 1 0 0,11-7 8 0 0,0 0 0 0 0,1 0-1 0 0,-1 1 1 0 0,1 0 0 0 0,-10 8-1 0 0,8-3-41 0 0,-1 0 0 0 0,0-1-1 0 0,-13 10 1 0 0,20-17 33 0 0,1-1 1 0 0,-1 1-1 0 0,1-1 0 0 0,0 0 1 0 0,-1 1-1 0 0,1-1 0 0 0,-1 1 0 0 0,1-1 1 0 0,0 1-1 0 0,-1-1 0 0 0,1 1 1 0 0,0-1-1 0 0,0 1 0 0 0,-1-1 1 0 0,1 1-1 0 0,0-1 0 0 0,0 1 0 0 0,0-1 1 0 0,0 1-1 0 0,0-1 0 0 0,0 1 1 0 0,0 0-1 0 0,0-1 0 0 0,0 1 1 0 0,0-1-1 0 0,0 1 0 0 0,0-1 0 0 0,0 1 1 0 0,0 0-1 0 0,0-1 0 0 0,1 1 1 0 0,-1-1-1 0 0,0 1 0 0 0,0-1 1 0 0,1 1-1 0 0,-1-1 0 0 0,0 1 0 0 0,1-1 1 0 0,-1 1-1 0 0,0-1 0 0 0,1 0 1 0 0,-1 1-1 0 0,1-1 0 0 0,-1 1 1 0 0,1-1-1 0 0,-1 0 0 0 0,1 0 0 0 0,-1 1 1 0 0,1-1-1 0 0,-1 0 0 0 0,2 1 1 0 0,28 11-108 0 0,-27-11 118 0 0,12 4 24 0 0,0 0 0 0 0,0-1 0 0 0,0-1 0 0 0,0 0 0 0 0,1-1-1 0 0,-1-1 1 0 0,21 0 0 0 0,26 2-247 0 0,-27-3 17 0 0,-21-2 95 0 0,-19 1 8 0 0,-23-3 92 0 0,18 2 0 0 0,0 1 0 0 0,-1 0 0 0 0,1 1 0 0 0,0 0 0 0 0,0 0 0 0 0,-16 4 0 0 0,15-1 0 0 0,0 0 0 0 0,1 1 0 0 0,-1 0 0 0 0,1 1 0 0 0,0 0 0 0 0,-16 11 0 0 0,-14 21-147 0 0,-20 24 214 0 0,60-60-67 0 0,0-1 1 0 0,-1 0-1 0 0,1 1 1 0 0,0-1-1 0 0,0 1 0 0 0,-1-1 1 0 0,1 1-1 0 0,0-1 1 0 0,0 1-1 0 0,0-1 0 0 0,-1 1 1 0 0,1-1-1 0 0,0 1 1 0 0,0-1-1 0 0,0 1 1 0 0,0-1-1 0 0,0 1 0 0 0,0 0 1 0 0,0-1-1 0 0,0 1 1 0 0,0-1-1 0 0,1 1 0 0 0,-1-1 1 0 0,0 1-1 0 0,0-1 1 0 0,0 1-1 0 0,1-1 1 0 0,-1 1-1 0 0,0-1 0 0 0,0 1 1 0 0,1 0-1 0 0,33 33 54 0 0,-34-33-54 0 0,1 0 1 0 0,0 1-1 0 0,0-1 1 0 0,-1 0-1 0 0,1 0 1 0 0,0 0-1 0 0,0 1 1 0 0,0-1 0 0 0,1 0-1 0 0,-1 0 1 0 0,0-1-1 0 0,0 1 1 0 0,0 0-1 0 0,1 0 1 0 0,-1 0-1 0 0,0-1 1 0 0,1 1 0 0 0,-1-1-1 0 0,1 1 1 0 0,-1-1-1 0 0,1 0 1 0 0,-1 1-1 0 0,2-1 1 0 0,16 1-1 0 0,3 3 0 0 0,11 5-3 0 0,-18-8 35 0 0,4-1 6 0 0,-5-1-186 0 0,-1 0 1 0 0,1-1 0 0 0,0 0-1 0 0,-1-1 1 0 0,18-6 0 0 0,-26 8-246 0 0,0-1 0 0 0,0 0 0 0 0,0 0 0 0 0,0 0 0 0 0,-1-1 0 0 0,1 1 0 0 0,-1-1 0 0 0,1 0 0 0 0,-1-1 0 0 0,0 1 1 0 0,0-1-1 0 0,-1 1 0 0 0,1-1 0 0 0,-1-1 0 0 0,1 1 0 0 0,2-5 0 0 0,-2-16-2675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3:44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40 220 3522 0 0,'-12'4'942'0'0,"11"-4"-887"0"0,0 0 0 0 0,-1 0 0 0 0,1 0 0 0 0,0 0 1 0 0,0 1-1 0 0,0-1 0 0 0,0 0 0 0 0,0 1 0 0 0,-1-1 1 0 0,1 1-1 0 0,0-1 0 0 0,0 1 0 0 0,0-1 0 0 0,0 1 0 0 0,0 0 1 0 0,0 0-1 0 0,1-1 0 0 0,-1 1 0 0 0,0 0 0 0 0,0 0 1 0 0,0 0-1 0 0,1 0 0 0 0,-1 0 0 0 0,1 0 0 0 0,-1 0 0 0 0,1 0 1 0 0,-1 0-1 0 0,1 0 0 0 0,-1 0 0 0 0,1 1 0 0 0,-1 1 1281 0 0,10-5-1002 0 0,-9 2-319 0 0,1 0-1 0 0,-1 0 1 0 0,0 0 0 0 0,1 0 0 0 0,-1 0 0 0 0,0 0 0 0 0,1 0 0 0 0,-1 0 0 0 0,0 0 0 0 0,1 0-1 0 0,-1-1 1 0 0,0 1 0 0 0,1 0 0 0 0,-1 0 0 0 0,0 0 0 0 0,0 0 0 0 0,1 0 0 0 0,-1-1 0 0 0,0 1-1 0 0,1 0 1 0 0,-1 0 0 0 0,0 0 0 0 0,0-1 0 0 0,0 1 0 0 0,1 0 0 0 0,-1 0 0 0 0,0-1 0 0 0,0 1-1 0 0,0 0 1 0 0,1 0 0 0 0,-1-1 0 0 0,0 1 0 0 0,0 0 0 0 0,0-1 0 0 0,0 1 0 0 0,0 0 0 0 0,0-1-1 0 0,0 1 1 0 0,0 0 0 0 0,0-1 0 0 0,0 1 0 0 0,0-1 0 0 0,3-2 24 0 0,-1 0 1 0 0,1 0-1 0 0,0 0 1 0 0,0 0-1 0 0,0 1 1 0 0,0-1-1 0 0,0 1 1 0 0,1 0-1 0 0,-1 0 0 0 0,1 0 1 0 0,6-3-1 0 0,13-8 128 0 0,84-62 233 0 0,-85 56-333 0 0,-18 16-54 0 0,-1 0 1 0 0,1 0-1 0 0,-1 0 0 0 0,1 0 1 0 0,8-4-1 0 0,114-64 161 0 0,-122 68-174 0 0,0 7 0 0 0,-3-3 0 0 0,0 0 0 0 0,0 0 1 0 0,1 0-1 0 0,-1 0 0 0 0,0 0 1 0 0,0 0-1 0 0,0 0 1 0 0,0 0-1 0 0,0 1 0 0 0,0-1 1 0 0,0 0-1 0 0,-1 0 1 0 0,1 1-1 0 0,0-1 1 0 0,-1 1-1 0 0,1-1 0 0 0,-1 1 1 0 0,1-1-1 0 0,-1 1 1 0 0,0-1-1 0 0,0 1 0 0 0,0-1 1 0 0,0 1-1 0 0,0-1 1 0 0,0 1-1 0 0,0-1 0 0 0,0 1 1 0 0,0-1-1 0 0,-1 1 1 0 0,1-1-1 0 0,0 1 0 0 0,-2 1 1 0 0,-5 20 57 0 0,-2-1 0 0 0,-16 29-1 0 0,13-26-37 0 0,-16 44 0 0 0,27-67-38 0 0,0 0 0 0 0,0 0 0 0 0,1 0 0 0 0,-1 0 0 0 0,1 0 0 0 0,-1 0 0 0 0,1 0 0 0 0,0 0 0 0 0,-1 0 0 0 0,1 0-1 0 0,0 0 1 0 0,1 1 0 0 0,-1-1 0 0 0,0 0 0 0 0,0 0 0 0 0,1 0 0 0 0,0 0 0 0 0,-1 0 0 0 0,1 0 0 0 0,0 0 0 0 0,0 0 0 0 0,0 0 0 0 0,0-1 0 0 0,0 1-1 0 0,0 0 1 0 0,1 0 0 0 0,-1-1 0 0 0,1 1 0 0 0,-1-1 0 0 0,4 3 0 0 0,-2 1-1036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3:44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1921 0 0,'22'0'2321'0'0,"0"-5"-480"0"0,0 5-561 0 0,18 0-959 0 0,27-4-2242 0 0,0-6-1201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26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1 3442 0 0,'1'33'2285'0'0,"0"-17"-2147"0"0,-1 0 0 0 0,0 0-1 0 0,-1 0 1 0 0,-4 23 0 0 0,-2-19 14 0 0,5-14-96 0 0,0 0 1 0 0,0 1-1 0 0,0-1 1 0 0,1 1-1 0 0,0-1 1 0 0,-1 10-1 0 0,3 0 61 0 0,-1-10-65 0 0,1 0 0 0 0,-1 0 0 0 0,-1 0 0 0 0,1 0 0 0 0,-1 0 0 0 0,-2 8-1 0 0,-34 75 763 0 0,35-83-726 0 0,1-1 1 0 0,0 1-1 0 0,0 0 0 0 0,0 0 0 0 0,1 0 1 0 0,0 0-1 0 0,0 0 0 0 0,1 7 0 0 0,0 5 159 0 0,-2-17-240 0 0,1-1 1 0 0,-1 1 0 0 0,0-1-1 0 0,1 1 1 0 0,-1-1 0 0 0,0 1-1 0 0,0-1 1 0 0,1 1 0 0 0,-1-1-1 0 0,0 0 1 0 0,0 0 0 0 0,0 1-1 0 0,1-1 1 0 0,-1 0 0 0 0,0 0 0 0 0,0 0-1 0 0,0 0 1 0 0,0 0 0 0 0,0 0-1 0 0,1 0 1 0 0,-1 0 0 0 0,0 0-1 0 0,0-1 1 0 0,0 1 0 0 0,-1-1-1 0 0,0 1 18 0 0,1 0 0 0 0,-1 0 0 0 0,1 0 0 0 0,-1-1-1 0 0,1 1 1 0 0,-1 0 0 0 0,1-1 0 0 0,0 0 0 0 0,-1 1-1 0 0,1-1 1 0 0,-1 0 0 0 0,1 1 0 0 0,-2-3 0 0 0,3 1-1 0 0,-1 1 0 0 0,1-1 1 0 0,0 1-1 0 0,0-1 1 0 0,-1 1-1 0 0,1-1 1 0 0,-1 1-1 0 0,1 0 1 0 0,-1-1-1 0 0,0 1 1 0 0,1 0-1 0 0,-1-1 1 0 0,0 1-1 0 0,0 0 1 0 0,0 0-1 0 0,-1-2 1 0 0,-13-21 306 0 0,3-5-48 0 0,7 19-183 0 0,0-1 0 0 0,1 0-1 0 0,0 0 1 0 0,1 0-1 0 0,1 0 1 0 0,-1 0-1 0 0,0-23 1 0 0,3 29-67 0 0,-1 1 1 0 0,0 0-1 0 0,1 0 1 0 0,-1 0-1 0 0,-1 0 1 0 0,1 0-1 0 0,-1 0 1 0 0,-3-7-1 0 0,4 9-16 0 0,-1 0-1 0 0,1-1 1 0 0,0 1 0 0 0,0 0-1 0 0,0-1 1 0 0,0 1-1 0 0,1-1 1 0 0,-1 1 0 0 0,0-1-1 0 0,1 1 1 0 0,0-1 0 0 0,0 1-1 0 0,0-1 1 0 0,0 0 0 0 0,0 1-1 0 0,0-1 1 0 0,0 1-1 0 0,1-1 1 0 0,0 1 0 0 0,-1-1-1 0 0,2-2 1 0 0,1 1-151 0 0,-1 0 1 0 0,0 1-1 0 0,1 0 0 0 0,-1-1 1 0 0,1 1-1 0 0,0 0 0 0 0,0 0 1 0 0,0 1-1 0 0,7-5 1 0 0,-5 3-541 0 0,0 1-1 0 0,0 0 1 0 0,0 1 0 0 0,1-1 0 0 0,-1 1 0 0 0,1 0 0 0 0,0 1 0 0 0,0-1 0 0 0,-1 1 0 0 0,11-1 0 0 0,-12 2-1874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26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76 1601 0 0,'129'-33'2721'0'0,"93"-9"-3041"0"0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37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1 277 720 0 0,'0'-1'202'0'0,"1"1"1"0"0,-1-1-1 0 0,1 0 0 0 0,-1 0 0 0 0,1 1 0 0 0,0-1 0 0 0,0 1 0 0 0,-1-1 1 0 0,1 0-1 0 0,0 1 0 0 0,0-1 0 0 0,-1 1 0 0 0,1 0 0 0 0,0-1 0 0 0,0 1 1 0 0,0 0-1 0 0,0-1 0 0 0,0 1 0 0 0,0 0 0 0 0,0 0 0 0 0,-1 0 0 0 0,1 0 1 0 0,0 0-1 0 0,0 0 0 0 0,2 0 0 0 0,-3 3 941 0 0,0-2-1129 0 0,0-1 1 0 0,0 0-1 0 0,0 0 1 0 0,0 0-1 0 0,-1 0 1 0 0,1 1-1 0 0,0-1 1 0 0,0 0-1 0 0,0 0 1 0 0,0 0-1 0 0,0 0 1 0 0,0 1-1 0 0,0-1 1 0 0,0 0-1 0 0,0 0 1 0 0,0 0-1 0 0,0 1 1 0 0,0-1-1 0 0,0 0 1 0 0,0 0-1 0 0,0 0 1 0 0,0 0-1 0 0,1 1 1 0 0,-1-1-1 0 0,0 0 1 0 0,0 0-1 0 0,0 0 1 0 0,0 0-1 0 0,0 1 1 0 0,0-1-1 0 0,0 0 1 0 0,1 0-1 0 0,-1 0 1 0 0,0 0-1 0 0,0 0 1 0 0,0 0-1 0 0,0 1 1 0 0,0-1-1 0 0,1 0 1 0 0,-1 0-1 0 0,0 0 1 0 0,0 0-1 0 0,0 0 1 0 0,0 0-1 0 0,1 0 1 0 0,-1 0-1 0 0,0 0 1 0 0,0 0-1 0 0,1 0 1 0 0,11 0 323 0 0,-28 0 1164 0 0,16-2-1247 0 0,0 2-236 0 0,0-1-1 0 0,0 1 0 0 0,-1-1 0 0 0,1 1 0 0 0,0 0 0 0 0,0-1 1 0 0,0 1-1 0 0,0-1 0 0 0,0 1 0 0 0,0 0 0 0 0,0-1 1 0 0,0 1-1 0 0,1-1 0 0 0,-1 1 0 0 0,0 0 0 0 0,0-1 0 0 0,0 1 1 0 0,0-1-1 0 0,0 1 0 0 0,1 0 0 0 0,-1-1 0 0 0,0 1 1 0 0,0 0-1 0 0,1-1 0 0 0,-1 1 0 0 0,0 0 0 0 0,0 0 0 0 0,1-1 1 0 0,0 1-1 0 0,36-10 302 0 0,-18 5 1036 0 0,-20 4-1118 0 0,-10 2-298 0 0,7-1 447 0 0,8 0-307 0 0,11 0-27 0 0,-11 0-26 0 0,-8 0 40 0 0,-11 0-41 0 0,11 1 41 0 0,4 1 13 0 0,0-1 213 0 0,2-3-428 0 0,-1 1 133 0 0,0-1 1 0 0,1 1-1 0 0,-1 0 0 0 0,1-1 0 0 0,0 1 0 0 0,-1 0 1 0 0,1 0-1 0 0,0 0 0 0 0,0 0 0 0 0,0 0 0 0 0,-1 0 1 0 0,1 1-1 0 0,4-2 0 0 0,10-4-64 0 0,52-45-161 0 0,-44 33 107 0 0,39-25 0 0 0,66-40 40 0 0,-88 50 13 0 0,-67 72-120 0 0,3-12 150 0 0,16-20 60 0 0,0 0 0 0 0,0 1 0 0 0,1 0 0 0 0,0 1 0 0 0,1-1 0 0 0,0 1 0 0 0,-7 14 0 0 0,6-2-15 0 0,4-13-25 0 0,0-1-1 0 0,-1 1 0 0 0,0 0 1 0 0,-7 11-1 0 0,0 1 228 0 0,1 0 0 0 0,1 1 0 0 0,-11 38 0 0 0,13-36 48 0 0,-2-1 0 0 0,-20 44 0 0 0,-35 40-231 0 0,50-75-1 0 0,13-30-31 0 0,0 0 0 0 0,0 0 0 0 0,0 0 0 0 0,0 0 0 0 0,0 0 0 0 0,0 0 0 0 0,0 0 0 0 0,1 0 0 0 0,-1 0 0 0 0,0-1 0 0 0,0 1 0 0 0,1 0 0 0 0,-1 0 0 0 0,1 0 0 0 0,-1 0 0 0 0,1 0 0 0 0,-1-1 0 0 0,1 1 0 0 0,0 0 0 0 0,-1 0 0 0 0,1-1 0 0 0,0 1 0 0 0,1 0 0 0 0,-2 0-5 0 0,0-1 0 0 0,0 0 0 0 0,1 0 0 0 0,-1 1 0 0 0,0-1 0 0 0,1 0 0 0 0,-1 0 0 0 0,0 1 0 0 0,1-1 0 0 0,-1 0 0 0 0,1 0 0 0 0,-1 0 0 0 0,0 0 0 0 0,1 0 0 0 0,-1 0 0 0 0,1 0 0 0 0,-1 1 0 0 0,0-1 0 0 0,1 0 0 0 0,-1 0 0 0 0,1 0 0 0 0,-1-1 0 0 0,0 1 0 0 0,1 0 0 0 0,-1 0 0 0 0,1 0 0 0 0,0 0 0 0 0,7-1-538 0 0,0-1 1 0 0,1 1-1 0 0,-1-1 0 0 0,0-1 0 0 0,0 1 0 0 0,0-1 0 0 0,0-1 0 0 0,-1 0 0 0 0,1 0 1 0 0,-1 0-1 0 0,0-1 0 0 0,0 0 0 0 0,10-10 0 0 0,8-28-4948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37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39 2321 0 0,'-63'-3'6605'0'0,"0"2"-4608"0"0,56 1-2035 0 0,11-10 518 0 0,9 6-413 0 0,0 1-1 0 0,23-4 0 0 0,-17 4-38 0 0,3-1-65 0 0,0 2 0 0 0,0 1 0 0 0,0 1 0 0 0,0 0 0 0 0,0 2 0 0 0,0 0 0 0 0,-1 2 0 0 0,1 0-1 0 0,-1 1 1 0 0,0 2 0 0 0,0 0 0 0 0,0 1 0 0 0,-1 1 0 0 0,-1 1 0 0 0,1 1 0 0 0,-2 0 0 0 0,21 16 0 0 0,-35-23 31 0 0,0-1 0 0 0,1 1 0 0 0,-1 0 0 0 0,-1 0 0 0 0,1 0 0 0 0,0 0 0 0 0,-1 1-1 0 0,0-1 1 0 0,0 1 0 0 0,0 0 0 0 0,-1 0 0 0 0,0 0 0 0 0,0 0 0 0 0,3 11 0 0 0,-5-11 5 0 0,1-1 0 0 0,-1 1 0 0 0,0-1 0 0 0,0 1 0 0 0,0 0 0 0 0,-1-1 1 0 0,0 1-1 0 0,0-1 0 0 0,0 1 0 0 0,0-1 0 0 0,-1 1 0 0 0,0-1 0 0 0,0 0 0 0 0,0 0 0 0 0,0 0 0 0 0,-6 8 0 0 0,-2 2 36 0 0,7-8 68 0 0,0-1 0 0 0,-1 0 0 0 0,0 0 0 0 0,0-1-1 0 0,0 1 1 0 0,-1-1 0 0 0,0 0 0 0 0,-5 4 0 0 0,-1-2-10 0 0,-1 1 0 0 0,0-2 1 0 0,-1 0-1 0 0,1 0 1 0 0,-1-2-1 0 0,0 1 0 0 0,0-1 1 0 0,-1-1-1 0 0,1-1 0 0 0,0 0 1 0 0,-1 0-1 0 0,1-1 1 0 0,0-1-1 0 0,-19-3 0 0 0,20 1-218 0 0,-1-1-1 0 0,1 0 0 0 0,0-1 0 0 0,0 0 1 0 0,-19-13-1 0 0,27 16-66 0 0,1 0 0 0 0,0 0 0 0 0,0-1-1 0 0,0 1 1 0 0,0-1 0 0 0,1 0 0 0 0,-1 1 0 0 0,1-1 0 0 0,-1 0 0 0 0,1-1 0 0 0,0 1 0 0 0,0 0-1 0 0,1-1 1 0 0,-1 1 0 0 0,1-1 0 0 0,-1 0 0 0 0,1 1 0 0 0,0-1 0 0 0,0 0 0 0 0,0-7 0 0 0,1-26-3717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39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46 324 800 0 0,'-38'10'2201'0'0,"30"-4"-1384"0"0,13-4-820 0 0,-4-2 90 0 0,11 0 1237 0 0,-7-5-694 0 0,-5 4 477 0 0,0 2-1027 0 0,0 3 0 0 0,0-3 45 0 0,0-1-110 0 0,0 0 0 0 0,1 0 1 0 0,-1 1-1 0 0,0-1 0 0 0,0 0 0 0 0,0 0 0 0 0,0 0 1 0 0,0 0-1 0 0,0 0 0 0 0,0 1 0 0 0,0-1 1 0 0,0 0-1 0 0,0 0 0 0 0,0 0 0 0 0,0 0 1 0 0,0 0-1 0 0,0 1 0 0 0,0-1 0 0 0,0 0 0 0 0,0 0 1 0 0,0 0-1 0 0,-1 0 0 0 0,1 0 0 0 0,0 1 1 0 0,0-1-1 0 0,0 0 0 0 0,0 0 0 0 0,0 0 1 0 0,0 0-1 0 0,0 0 0 0 0,0 0 0 0 0,0 0 0 0 0,-1 1 1 0 0,1-1-1 0 0,0 0 0 0 0,0 0 0 0 0,0 0 1 0 0,0 0-1 0 0,0 0 0 0 0,0 0 0 0 0,-1 0 1 0 0,1 0-1 0 0,0 0 0 0 0,0 0 0 0 0,0 0 0 0 0,0 0 1 0 0,0 0-1 0 0,-1 0 0 0 0,1 0 0 0 0,0 0 1 0 0,0 0-1 0 0,0 0 0 0 0,0 0 0 0 0,-15 3 92 0 0,11-2 26 0 0,4-2-102 0 0,0 1-1 0 0,0-1 1 0 0,-1 1-1 0 0,1-1 0 0 0,0 1 1 0 0,0-1-1 0 0,0 1 0 0 0,0-1 1 0 0,0 1-1 0 0,0-1 0 0 0,0 1 1 0 0,0-1-1 0 0,0 1 0 0 0,0-1 1 0 0,1 1-1 0 0,-1-1 1 0 0,0 1-1 0 0,0-1 0 0 0,0 1 1 0 0,1-1-1 0 0,-1 1 0 0 0,0 0 1 0 0,0-1-1 0 0,1 1 0 0 0,-1-1 1 0 0,0 1-1 0 0,1 0 1 0 0,0-1-1 0 0,3 0-19 0 0,-3 1-9 0 0,-1 0 0 0 0,1 0 1 0 0,-1-1-1 0 0,1 1 0 0 0,0 0 0 0 0,-1 0 0 0 0,1 0 1 0 0,-1 0-1 0 0,1 0 0 0 0,-1-1 0 0 0,1 1 1 0 0,0 0-1 0 0,-1-1 0 0 0,1 1 0 0 0,-1 0 1 0 0,1-1-1 0 0,-1 1 0 0 0,0-1 0 0 0,1 1 0 0 0,-1 0 1 0 0,1-1-1 0 0,-1 1 0 0 0,0-1 0 0 0,1 1 1 0 0,-1-1-1 0 0,0 0 0 0 0,0 1 0 0 0,1-1 0 0 0,-1 1 1 0 0,0-2-1 0 0,2 0 3 0 0,-1 1 1 0 0,0-1-1 0 0,1 1 0 0 0,-1-1 1 0 0,1 1-1 0 0,0-1 1 0 0,-1 1-1 0 0,1 0 0 0 0,0 0 1 0 0,0 0-1 0 0,0 0 1 0 0,0 0-1 0 0,0 0 0 0 0,0 1 1 0 0,0-1-1 0 0,2 0 1 0 0,9-4 9 0 0,1-4 22 0 0,0-1 1 0 0,0-1 0 0 0,-1 0 0 0 0,14-15 0 0 0,20-16 13 0 0,108-76 229 0 0,-143 109-276 0 0,-1 1 0 0 0,2 0 0 0 0,-1 1 0 0 0,1 0 1 0 0,20-7-1 0 0,-12 4-2 0 0,-17 8-2 0 0,33-5 0 0 0,-36 7-2 0 0,0 0 1 0 0,1 1-1 0 0,-1-1 1 0 0,0 0 0 0 0,0 0-1 0 0,1 1 1 0 0,-1-1-1 0 0,0 0 1 0 0,0 1 0 0 0,0-1-1 0 0,0 1 1 0 0,0 0-1 0 0,1-1 1 0 0,-1 1 0 0 0,0 0-1 0 0,0 0 1 0 0,0-1-1 0 0,-1 1 1 0 0,1 0 0 0 0,0 0-1 0 0,0 0 1 0 0,0 0-1 0 0,-1 0 1 0 0,1 0 0 0 0,0 1-1 0 0,-1-1 1 0 0,1 0-1 0 0,-1 2 1 0 0,2 1 8 0 0,0 1 0 0 0,-1 0-1 0 0,0-1 1 0 0,0 1 0 0 0,0 0-1 0 0,-1 0 1 0 0,1 5 0 0 0,-3 7 96 0 0,0-1 1 0 0,-1 1 0 0 0,-1-1-1 0 0,0 0 1 0 0,-1 0-1 0 0,-11 22 1 0 0,-3 4 320 0 0,-30 48 1 0 0,28-52-264 0 0,-27 72 1 0 0,6-14 8 0 0,41-94-185 0 0,-18 49 86 0 0,19-49-110 0 0,-1 0 1 0 0,1 0 0 0 0,0 0 0 0 0,0 0-1 0 0,0 0 1 0 0,0 0 0 0 0,0 0-1 0 0,0 0 1 0 0,0 0 0 0 0,2 4 0 0 0,-2-6-12 0 0,0 1 1 0 0,1 0 0 0 0,-1 0-1 0 0,1-1 1 0 0,-1 1 0 0 0,1 0-1 0 0,-1-1 1 0 0,1 1 0 0 0,-1-1-1 0 0,1 1 1 0 0,-1-1 0 0 0,1 1-1 0 0,0-1 1 0 0,-1 1-1 0 0,1-1 1 0 0,0 0 0 0 0,0 1-1 0 0,-1-1 1 0 0,1 0 0 0 0,0 1-1 0 0,0-1 1 0 0,-1 0 0 0 0,1 0-1 0 0,0 0 1 0 0,0 0 0 0 0,0 0-1 0 0,1 0 1 0 0,1 0-232 0 0,-1-1 0 0 0,1 0 0 0 0,0 0 1 0 0,0 1-1 0 0,-1-2 0 0 0,1 1 0 0 0,-1 0 0 0 0,1 0 0 0 0,-1-1 0 0 0,0 1 0 0 0,1-1 1 0 0,-1 0-1 0 0,0 0 0 0 0,0 0 0 0 0,0 0 0 0 0,0 0 0 0 0,1-3 0 0 0,20-30-4281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39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11 160 0 0,'-45'0'4242'0'0,"5"0"-1841"0"0,18 0 160 0 0,44-6-2401 0 0,-4 6 0 0 0,27 0-160 0 0,88 0-960 0 0,111-4-5523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41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90 1921 0 0,'-62'-9'5202'0'0,"58"8"-5122"0"0,22 4 160 0 0,-14-2 881 0 0,-22 4-734 0 0,14-4 253 0 0,3-6-485 0 0,6 4 2411 0 0,61-7-2426 0 0,-52 5-106 0 0,0 0 0 0 0,0 1 1 0 0,1 1-1 0 0,-1 0 0 0 0,0 1 0 0 0,1 1 1 0 0,15 2-1 0 0,11 8 1 0 0,-29-7-25 0 0,0-1 0 0 0,0 0 1 0 0,1 0-1 0 0,-1-1 0 0 0,1-1 0 0 0,24 0 1 0 0,-36-2-72 0 0,0 1 1 0 0,0 0 0 0 0,1-1 0 0 0,-1 1-1 0 0,0-1 1 0 0,0 0 0 0 0,0 1-1 0 0,1-1 1 0 0,-1 0 0 0 0,0 1 0 0 0,0-1-1 0 0,0 0 1 0 0,0 0 0 0 0,-1 0 0 0 0,1 0-1 0 0,0 0 1 0 0,0 0 0 0 0,0 0 0 0 0,-1 0-1 0 0,1-1 1 0 0,-1 1 0 0 0,1 0 0 0 0,-1 0-1 0 0,1 0 1 0 0,-1-1 0 0 0,1 0 0 0 0,1-37-3427 0 0,-2 29 1837 0 0,0-13-2178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08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2297 0 1841 0 0,'-161'33'4914'0'0,"-74"27"-3972"0"0,166-42-1004 0 0,-20 7 124 0 0,10 5-2 0 0,-61 19-53 0 0,81-29-6 0 0,-71 34 1 0 0,75-30-72 0 0,-137 64 217 0 0,186-84-131 0 0,0-1 1 0 0,0 1-1 0 0,0 0 1 0 0,1 0-1 0 0,-1 1 0 0 0,1 0 1 0 0,-5 6-1 0 0,-7 5 13 0 0,3-10-29 0 0,13-6 3 0 0,1 1 0 0 0,-1-1 0 0 0,0 0 0 0 0,0 0 0 0 0,0 0 0 0 0,1 1-1 0 0,-1-1 1 0 0,0 0 0 0 0,0 1 0 0 0,1-1 0 0 0,-1 1 0 0 0,0-1 0 0 0,1 1 0 0 0,-1-1-1 0 0,0 1 1 0 0,1-1 0 0 0,-1 1 0 0 0,1 0 0 0 0,-1-1 0 0 0,1 1 0 0 0,-1 0-1 0 0,1 0 1 0 0,-8 7-10 0 0,0 0-1 0 0,0-1 0 0 0,-1 0 0 0 0,-16 10 1 0 0,-25 20 45 0 0,41-28-49 0 0,-1-2-1 0 0,1 1 1 0 0,-18 9-1 0 0,-10 7 5 0 0,-111 64 461 0 0,-7 16-41 0 0,134-93-398 0 0,-25 6 50 0 0,2 15-52 0 0,25-21 47 0 0,-30 23-1 0 0,9-5 316 0 0,20-14-274 0 0,18-14-106 0 0,0 1-1 0 0,0 0 0 0 0,0-1 1 0 0,0 1-1 0 0,0-1 1 0 0,-1 0-1 0 0,1 0 1 0 0,0 0-1 0 0,-1 0 1 0 0,-3 1-1 0 0,2-1 1 0 0,3-1 6 0 0,1-1 0 0 0,-1 1 0 0 0,0 0-1 0 0,1 0 1 0 0,-1 0 0 0 0,0 0 0 0 0,1 0 0 0 0,-1 1 0 0 0,0-1 0 0 0,1 0 0 0 0,-1 0 0 0 0,0 0 0 0 0,1 1 0 0 0,-1-1 0 0 0,1 0 0 0 0,-1 0 0 0 0,0 1 0 0 0,1-1 0 0 0,-1 1 0 0 0,1-1-1 0 0,-1 1 1 0 0,1-1 0 0 0,-1 0 0 0 0,1 1 0 0 0,0 0 0 0 0,-1-1 0 0 0,1 1 0 0 0,-1-1 0 0 0,1 1 0 0 0,0-1 0 0 0,0 1 0 0 0,-1 0 0 0 0,1 0 0 0 0,-19 1 65 0 0,17-1-63 0 0,0-1-1 0 0,0 1 0 0 0,0 0 0 0 0,0 0 0 0 0,0 0 0 0 0,0 0 0 0 0,0 0 1 0 0,1 0-1 0 0,-1 1 0 0 0,0-1 0 0 0,1 1 0 0 0,-1-1 0 0 0,1 1 0 0 0,-1-1 1 0 0,-1 5-1 0 0,-11 8 30 0 0,10-10-30 0 0,0-1 0 0 0,1 1 0 0 0,-1-1 0 0 0,1 1-1 0 0,0 0 1 0 0,0 1 0 0 0,0-1 0 0 0,-3 8 0 0 0,4-8-3 0 0,-1 1 1 0 0,1 0 0 0 0,-1-1-1 0 0,-1 1 1 0 0,1-1 0 0 0,0 0-1 0 0,-1 0 1 0 0,-5 4-1 0 0,-3 3 21 0 0,1 1 0 0 0,0 1 0 0 0,-18 26 0 0 0,28-38-20 0 0,0 1-1 0 0,0-1 0 0 0,0 1 0 0 0,1-1 0 0 0,-1 1 0 0 0,0-1 0 0 0,1 1 0 0 0,0-1 0 0 0,-1 1 0 0 0,1 0 0 0 0,0-1 0 0 0,-1 1 0 0 0,1-1 0 0 0,0 1 0 0 0,0 0 0 0 0,0-1 0 0 0,1 1 1 0 0,-1 0-1 0 0,0-1 0 0 0,1 1 0 0 0,-1 0 0 0 0,1-1 0 0 0,-1 1 0 0 0,1-1 0 0 0,0 1 0 0 0,0-1 0 0 0,-1 0 0 0 0,3 3 0 0 0,2 2-8 0 0,1 0 1 0 0,0 0-1 0 0,0 0 1 0 0,12 8-1 0 0,3 3-1 0 0,-9-8 10 0 0,1 0 0 0 0,0-1 0 0 0,0-1-1 0 0,1 0 1 0 0,0-1 0 0 0,1 0-1 0 0,-1-1 1 0 0,20 4 0 0 0,-3 0-11 0 0,71 17-2 0 0,1-4 0 0 0,138 12 0 0 0,-183-28 12 0 0,26 2 8 0 0,1-4 0 0 0,110-9 0 0 0,165-34 23 0 0,-241 24-28 0 0,136-19 82 0 0,130-14 73 0 0,-101 4-11 0 0,-169 26-52 0 0,-100 17-81 0 0,-11 0 40 0 0,-4 0-48 0 0,1 0 0 0 0,0 1-1 0 0,0-1 1 0 0,0 0 0 0 0,1 1-1 0 0,-1-1 1 0 0,0 1 0 0 0,0-1-1 0 0,0 1 1 0 0,0-1-1 0 0,0 1 1 0 0,1 0 0 0 0,-1 0-1 0 0,0-1 1 0 0,0 1 0 0 0,1 0-1 0 0,0 0 1 0 0,-1 0 5 0 0,22-6 85 0 0,-1-1 0 0 0,0-1 0 0 0,37-18 0 0 0,10-4-8 0 0,-45 21-67 0 0,4 0 11 0 0,-1 0-1 0 0,1 2 1 0 0,0 1-1 0 0,37-3 1 0 0,-63 9-27 0 0,0 0 0 0 0,0-1-1 0 0,0 1 1 0 0,0 0 0 0 0,0-1 0 0 0,0 1 0 0 0,-1-1 0 0 0,1 0-1 0 0,0 0 1 0 0,0 0 0 0 0,-1 0 0 0 0,1 0 0 0 0,0 0-1 0 0,-1 0 1 0 0,1 0 0 0 0,-1 0 0 0 0,0-1 0 0 0,1 1-1 0 0,-1-1 1 0 0,1-1 0 0 0,0-1 4 0 0,-1 0 0 0 0,1 1 0 0 0,-1-1 0 0 0,0 0 0 0 0,0 0 0 0 0,-1 0 0 0 0,1 0 0 0 0,-1-1 0 0 0,0-6 0 0 0,-1 8-5 0 0,0 1 1 0 0,0-1-1 0 0,0 0 0 0 0,0 1 1 0 0,0-1-1 0 0,0 1 0 0 0,-1-1 1 0 0,1 1-1 0 0,-1 0 0 0 0,0-1 1 0 0,0 1-1 0 0,0 0 0 0 0,0 0 1 0 0,0 0-1 0 0,0 0 0 0 0,0 1 1 0 0,-5-3-1 0 0,-53-32 81 0 0,56 34-81 0 0,-517-240 24 0 0,336 163 434 0 0,-22-10-55 0 0,192 84-408 0 0,7 1-65 0 0,-1 0 1 0 0,0 1-1 0 0,0 1 1 0 0,0-1 0 0 0,-1 1-1 0 0,-17-1 1 0 0,19 4-650 0 0,9 2 134 0 0,16 6-453 0 0,-1-2 180 0 0,28 23-2294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09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5 4882 0 0,'-22'-5'4322'0'0,"4"5"-4482"0"0,36 0 80 0 0,4 0 320 0 0,1 5 160 0 0,21-5 161 0 0,23 9 79 0 0,22 6 80 0 0,0 7-159 0 0,-1-3-882 0 0,-43-9-1519 0 0,-23-6-401 0 0,23-8-1681 0 0,-45-6 240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55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176 322 2561 0 0,'-4'-1'205'0'0,"0"-1"-1"0"0,0 2 0 0 0,-1-1 1 0 0,1 0-1 0 0,0 1 1 0 0,0 0-1 0 0,0 0 1 0 0,-1 0-1 0 0,1 0 0 0 0,0 1 1 0 0,0 0-1 0 0,0-1 1 0 0,-1 2-1 0 0,1-1 0 0 0,0 0 1 0 0,0 1-1 0 0,1 0 1 0 0,-1 0-1 0 0,-5 3 1 0 0,3-2-82 0 0,0 0 1 0 0,0 0 0 0 0,-1-1 0 0 0,1 1-1 0 0,-1-1 1 0 0,0-1 0 0 0,1 0 0 0 0,-11 1 0 0 0,0-5 257 0 0,17 3-371 0 0,0-1 1 0 0,-1 1 0 0 0,1-1 0 0 0,0 1-1 0 0,-1-1 1 0 0,1 1 0 0 0,0-1 0 0 0,0 1-1 0 0,-1-1 1 0 0,1 1 0 0 0,0-1 0 0 0,0 1-1 0 0,0-1 1 0 0,0 0 0 0 0,0 1 0 0 0,0-1-1 0 0,0 1 1 0 0,0-1 0 0 0,0 0 0 0 0,0 1-1 0 0,0-1 1 0 0,0 1 0 0 0,0-1 0 0 0,0 1-1 0 0,0-1 1 0 0,1 0 0 0 0,-1 1 0 0 0,0-1-1 0 0,0 1 1 0 0,1-1 0 0 0,-1 1 0 0 0,0-1-1 0 0,1 1 1 0 0,-1 0 0 0 0,1-1 0 0 0,-1 1-1 0 0,0-1 1 0 0,1 1 0 0 0,39-69 376 0 0,5-11-120 0 0,-29 60-194 0 0,34-31 0 0 0,13 18-73 0 0,2 0 30 0 0,-18 11 7 0 0,-41 18-50 0 0,0 1-1 0 0,1 0 1 0 0,0 0 0 0 0,-1 1-1 0 0,10-2 1 0 0,11 1-20 0 0,-20 5 6 0 0,-4-1 20 0 0,0 1 7 0 0,0-1 0 0 0,0 1 0 0 0,0 0 0 0 0,-1 0 0 0 0,1 0 0 0 0,0 0 0 0 0,-1 1 0 0 0,1-1 0 0 0,-1 1 0 0 0,0-1 0 0 0,0 1 0 0 0,0 0 0 0 0,0 0 0 0 0,0 0 0 0 0,-1 0 0 0 0,1 0 0 0 0,-1 0 0 0 0,0 0 0 0 0,1 4 0 0 0,0 9-11 0 0,0-1-1 0 0,-1 0 0 0 0,-2 22 1 0 0,1-13-9 0 0,0-17 13 0 0,-1-1 0 0 0,0 1 0 0 0,0-1 1 0 0,0 0-1 0 0,0 1 0 0 0,-1-1 0 0 0,0 0 1 0 0,-1 0-1 0 0,1 0 0 0 0,-7 10 0 0 0,-9 24-12 0 0,-4 18-48 0 0,19-60 54 0 0,2-13 24 0 0,5-24 58 0 0,2 21-39 0 0,1 1 0 0 0,0 0 0 0 0,2 0-1 0 0,13-20 1 0 0,12-24 61 0 0,-30 52-78 0 0,1 1-1 0 0,0-1 0 0 0,0 1 0 0 0,1 1 0 0 0,-1-1 1 0 0,2 1-1 0 0,-1 0 0 0 0,1 0 0 0 0,0 1 1 0 0,1 0-1 0 0,12-8 0 0 0,-19 13-18 0 0,0 1 1 0 0,0-1-1 0 0,0 1 0 0 0,-1-1 1 0 0,1 1-1 0 0,0 0 0 0 0,0-1 1 0 0,0 1-1 0 0,0 0 0 0 0,0-1 0 0 0,0 1 1 0 0,0 0-1 0 0,0 0 0 0 0,0 0 1 0 0,0 0-1 0 0,0 0 0 0 0,0 0 1 0 0,0 1-1 0 0,0-1 0 0 0,0 0 1 0 0,0 0-1 0 0,0 1 0 0 0,0-1 1 0 0,1 1-1 0 0,0 0 5 0 0,-1 0 0 0 0,1 1 0 0 0,0-1 0 0 0,-1 1 0 0 0,1-1 0 0 0,-1 1 0 0 0,0 0 0 0 0,1-1 0 0 0,-1 1 0 0 0,2 3 0 0 0,1 5 16 0 0,0 0 0 0 0,0 0 0 0 0,3 17 0 0 0,-5-14-39 0 0,0-1 1 0 0,-1 1-1 0 0,-2 17 1 0 0,1-13-17 0 0,0-14 39 0 0,0 0-1 0 0,-1 0 0 0 0,1 0 1 0 0,-1 0-1 0 0,0 0 0 0 0,0-1 1 0 0,0 1-1 0 0,0 0 0 0 0,0 0 1 0 0,0-1-1 0 0,-1 1 0 0 0,1-1 1 0 0,-1 1-1 0 0,0-1 0 0 0,0 0 1 0 0,0 0-1 0 0,0 0 0 0 0,0 0 1 0 0,-4 3-1 0 0,-1 0 3 0 0,-1-1 1 0 0,1 1-1 0 0,-1-1 0 0 0,-14 5 1 0 0,19-8-56 0 0,2-4 54 0 0,1-1 0 0 0,0 0 0 0 0,0 0 0 0 0,0 1 0 0 0,1-1 0 0 0,-1 0 0 0 0,1 1 0 0 0,1-5 0 0 0,13-15 9 0 0,-7 9 8 0 0,1 0 0 0 0,0 0 0 0 0,1 1-1 0 0,1 0 1 0 0,0 1 0 0 0,0 0 0 0 0,1 1 0 0 0,18-13-1 0 0,-12 11-16 0 0,-13 9 0 0 0,0 0 0 0 0,1 1 0 0 0,-1 0 0 0 0,1 0 0 0 0,-1 0 0 0 0,1 1 0 0 0,0 0 0 0 0,0 0 0 0 0,0 0 0 0 0,0 1 0 0 0,0-1 0 0 0,0 2 0 0 0,13-1 0 0 0,-17 0-2 0 0,0 1-1 0 0,1 0 1 0 0,-1-1-1 0 0,0 1 0 0 0,1 1 1 0 0,-1-1-1 0 0,0 0 1 0 0,1 0-1 0 0,-1 1 1 0 0,0 0-1 0 0,0-1 1 0 0,1 1-1 0 0,-1 0 0 0 0,0 0 1 0 0,0 0-1 0 0,0 0 1 0 0,0 0-1 0 0,0 1 1 0 0,0-1-1 0 0,0 1 1 0 0,-1-1-1 0 0,1 1 0 0 0,0 0 1 0 0,-1-1-1 0 0,1 1 1 0 0,-1 0-1 0 0,0 0 1 0 0,0 0-1 0 0,0 0 1 0 0,0 0-1 0 0,0 1 0 0 0,0-1 1 0 0,0 0-1 0 0,0 3 1 0 0,1 8-1 0 0,0 1 1 0 0,-1-1 0 0 0,0 0 0 0 0,-1 1-1 0 0,-1 13 1 0 0,-1 4 12 0 0,2-29-13 0 0,0 0 0 0 0,0 1-1 0 0,0-1 1 0 0,0 0 0 0 0,0 0 0 0 0,-1 0 0 0 0,1 0 0 0 0,-1 0-1 0 0,0 0 1 0 0,0 0 0 0 0,0 0 0 0 0,0 0 0 0 0,0 0-1 0 0,0-1 1 0 0,0 1 0 0 0,0 0 0 0 0,-1-1 0 0 0,1 1 0 0 0,-1 0-1 0 0,-1 1 1 0 0,3-3 1 0 0,0 0 0 0 0,-1 0 1 0 0,1 0-1 0 0,0 0 0 0 0,0 0 0 0 0,0 0 0 0 0,0 0 0 0 0,0 0 0 0 0,0 1 0 0 0,0-1 1 0 0,0 0-1 0 0,-1 0 0 0 0,1 0 0 0 0,0 0 0 0 0,0 0 0 0 0,0 0 0 0 0,0 1 0 0 0,0-1 1 0 0,0 0-1 0 0,0 0 0 0 0,0 0 0 0 0,0 0 0 0 0,0 0 0 0 0,0 1 0 0 0,0-1 0 0 0,0 0 0 0 0,0 0 1 0 0,0 0-1 0 0,0 0 0 0 0,0 0 0 0 0,0 1 0 0 0,0-1 0 0 0,0 0 0 0 0,0 0 0 0 0,0 0 1 0 0,0 0-1 0 0,0 0 0 0 0,1 1 0 0 0,-1-1 0 0 0,0 0 0 0 0,0 0 0 0 0,0 0 0 0 0,0 0 1 0 0,0 0-1 0 0,0 0 0 0 0,1 1 0 0 0,9 1-48 0 0,17-1-43 0 0,-23-1 57 0 0,7 0-86 0 0,-4 1-249 0 0,1-1 0 0 0,0 0 0 0 0,0-1 0 0 0,0 1 0 0 0,0-1 0 0 0,0-1-1 0 0,-1 0 1 0 0,1 0 0 0 0,-1 0 0 0 0,1-1 0 0 0,7-4 0 0 0,7-6-1990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56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99 320 0 0,'1'-1'350'0'0,"1"0"-144"0"0,1 0 0 0 0,0 0 0 0 0,-1-1-1 0 0,1 1 1 0 0,-1-1 0 0 0,1 0 0 0 0,-1 0-1 0 0,0 0 1 0 0,0 0 0 0 0,0 0 0 0 0,0-1-1 0 0,0 1 1 0 0,0 0 0 0 0,0-1 0 0 0,-1 0-1 0 0,0 1 1 0 0,1-1 0 0 0,-1 0-1 0 0,0 1 1 0 0,0-1 0 0 0,0 0 0 0 0,0-5-1 0 0,0 5-22 0 0,0 0-1 0 0,0 0 1 0 0,1 0-1 0 0,-1 0 1 0 0,0 1-1 0 0,1-1 1 0 0,0 0-1 0 0,0 1 1 0 0,0-1-1 0 0,2-1 1 0 0,3-7 798 0 0,-1 14-997 0 0,-1 0 1 0 0,0 1 0 0 0,0-1 0 0 0,0 1 0 0 0,0 0 0 0 0,-1 0 0 0 0,0 1 0 0 0,1-1 0 0 0,-2 1 0 0 0,1 0 0 0 0,0 0-1 0 0,-1 0 1 0 0,0 1 0 0 0,0-1 0 0 0,-1 1 0 0 0,1 0 0 0 0,-1 0 0 0 0,-1-1 0 0 0,1 1 0 0 0,0 8 0 0 0,3 16-30 0 0,-2-1 0 0 0,-1 1-1 0 0,-2 32 1 0 0,-1-30 9 0 0,1-13 21 0 0,0-15 17 0 0,0-4-1 0 0,0-1 1 0 0,0 1 0 0 0,0-1-1 0 0,-1 1 1 0 0,1 0 0 0 0,0-1-1 0 0,0 1 1 0 0,0 0 0 0 0,-1-1-1 0 0,1 1 1 0 0,0 0 0 0 0,-1-1 0 0 0,1 1-1 0 0,0 0 1 0 0,-1-1 0 0 0,1 1-1 0 0,0 0 1 0 0,-1 0 0 0 0,1 0-1 0 0,0-1 1 0 0,-1 1 0 0 0,1 0-1 0 0,-1 0 1 0 0,1 0 0 0 0,0 0-1 0 0,-2 0 1 0 0,2 0 0 0 0,-1-1-1 0 0,0 1 1 0 0,1 0 0 0 0,-1 0-1 0 0,1 0 1 0 0,-1-1-1 0 0,0 1 1 0 0,1 0-1 0 0,-1-1 1 0 0,1 1 0 0 0,-1 0-1 0 0,0-1 1 0 0,1 1-1 0 0,0-1 1 0 0,-1 1 0 0 0,1-1-1 0 0,-1 1 1 0 0,1-1-1 0 0,-1 1 1 0 0,1-1 0 0 0,0 0-1 0 0,-1 1 1 0 0,1-1-1 0 0,0 1 1 0 0,0-1 0 0 0,0 0-1 0 0,-1 1 1 0 0,1-1-1 0 0,0-1 1 0 0,-1 1 2 0 0,1-1 0 0 0,-1 0 0 0 0,0 1 0 0 0,0-1 0 0 0,1 1 0 0 0,-1 0 0 0 0,0-1 0 0 0,0 1 0 0 0,-1 0 0 0 0,1 0 0 0 0,0-1 0 0 0,0 1 0 0 0,-1 0 0 0 0,1 0 0 0 0,0 0 0 0 0,-1 1 0 0 0,-1-2 0 0 0,-34-18-15 0 0,28 16 17 0 0,-1-1-3 0 0,0 1 1 0 0,0 0-1 0 0,-15-3 1 0 0,21 6 1 0 0,1 0 1 0 0,-1 0-1 0 0,0 1 1 0 0,0-1-1 0 0,0 1 1 0 0,0 0-1 0 0,1 0 1 0 0,-1 1-1 0 0,0-1 1 0 0,0 1-1 0 0,-6 1 1 0 0,8-1-1 0 0,0 0 0 0 0,0 1 0 0 0,0-1 0 0 0,0 0 0 0 0,1 1 0 0 0,-1 0 0 0 0,0-1 0 0 0,1 1 0 0 0,-1 0 0 0 0,1 0 0 0 0,0-1 0 0 0,-1 1 0 0 0,-1 4-1 0 0,3-5-3 0 0,-1 0-1 0 0,1 0 1 0 0,0 1-1 0 0,-1-1 0 0 0,1 0 1 0 0,0 0-1 0 0,-1 0 0 0 0,1 0 1 0 0,0 0-1 0 0,0 1 0 0 0,0-1 1 0 0,0 0-1 0 0,0 0 0 0 0,0 0 1 0 0,1 0-1 0 0,-1 0 0 0 0,0 1 1 0 0,1-1-1 0 0,-1 0 0 0 0,0 0 1 0 0,1 0-1 0 0,-1 0 0 0 0,1 0 1 0 0,0 0-1 0 0,-1 0 0 0 0,1 0 1 0 0,0 0-1 0 0,0 0 0 0 0,0 0 1 0 0,10 5-6 0 0,0-1 1 0 0,0-1 0 0 0,0 0 0 0 0,1-1-1 0 0,-1 0 1 0 0,1 0 0 0 0,19 0-1 0 0,-11 1-14 0 0,3 0-140 0 0,-1 0 260 0 0,-1-1-1 0 0,26 1 0 0 0,-41-4-315 0 0,0 0 0 0 0,0 0 0 0 0,0 0 0 0 0,0-1 0 0 0,0 0 0 0 0,0-1 0 0 0,0 1 0 0 0,0-1 0 0 0,-1 0 0 0 0,1 0 0 0 0,-1-1 0 0 0,1 0 0 0 0,5-4 0 0 0,30-26-4227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57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474 29 2081 0 0,'-20'-8'2206'0'0,"-8"-1"-317"0"0,12 7-1780 0 0,0 1 0 0 0,-1 1-1 0 0,1 0 1 0 0,0 1 0 0 0,-1 1 0 0 0,1 1 0 0 0,0 0-1 0 0,0 1 1 0 0,1 0 0 0 0,-1 2 0 0 0,1 0-1 0 0,-26 14 1 0 0,37-18-108 0 0,1-1 0 0 0,0 2-1 0 0,-1-1 1 0 0,1 0 0 0 0,0 1 0 0 0,0-1-1 0 0,0 1 1 0 0,0 0 0 0 0,1 0 0 0 0,-1 0 0 0 0,1 0-1 0 0,0 1 1 0 0,0-1 0 0 0,0 1 0 0 0,0-1-1 0 0,-1 6 1 0 0,3-6 0 0 0,-1 1 0 0 0,1-1-1 0 0,0 1 1 0 0,0-1 0 0 0,1 1 0 0 0,-1-1-1 0 0,1 1 1 0 0,-1-1 0 0 0,1 1 0 0 0,0-1 0 0 0,1 0-1 0 0,-1 1 1 0 0,1-1 0 0 0,-1 0 0 0 0,1 0-1 0 0,0 0 1 0 0,2 3 0 0 0,-1-1 4 0 0,1-1 1 0 0,-1 0 0 0 0,1 0-1 0 0,-1 0 1 0 0,1 0 0 0 0,0-1-1 0 0,0 1 1 0 0,1-1 0 0 0,-1 0-1 0 0,1 0 1 0 0,6 2-1 0 0,4 1-8 0 0,0-1-1 0 0,28 5 0 0 0,-33-8 1 0 0,5 1-3 0 0,-1 0-1 0 0,1-1 1 0 0,0-1 0 0 0,0-1-1 0 0,24-1 1 0 0,-31 0 27 0 0,-1 0 0 0 0,1-1 0 0 0,0 0-1 0 0,-1 0 1 0 0,1-1 0 0 0,-1 0 0 0 0,0-1 0 0 0,0 1-1 0 0,0-1 1 0 0,0 0 0 0 0,-1-1 0 0 0,1 0 0 0 0,5-5 0 0 0,-9 6-10 0 0,-1 1 0 0 0,1-1 0 0 0,-1 0 1 0 0,1 0-1 0 0,-1 0 0 0 0,-1 0 0 0 0,1 0 1 0 0,0-1-1 0 0,-1 1 0 0 0,0 0 0 0 0,0-1 1 0 0,0 1-1 0 0,-1-1 0 0 0,0 1 0 0 0,0-1 1 0 0,0 1-1 0 0,0-1 0 0 0,0 0 0 0 0,-1 1 1 0 0,0 0-1 0 0,-1-6 0 0 0,1 5 13 0 0,-1 1 0 0 0,1-1 0 0 0,-1 0-1 0 0,0 1 1 0 0,0-1 0 0 0,0 1 0 0 0,0-1-1 0 0,-1 1 1 0 0,0 0 0 0 0,0 0 0 0 0,0 0 0 0 0,0 1-1 0 0,-1-1 1 0 0,1 1 0 0 0,-1 0 0 0 0,0 0-1 0 0,0 0 1 0 0,0 0 0 0 0,0 0 0 0 0,-8-2 0 0 0,-50-11 476 0 0,56 15-466 0 0,1 0 0 0 0,0 0 0 0 0,-1 0 0 0 0,1 1 0 0 0,-1 0 0 0 0,1 0 0 0 0,0 1 0 0 0,-1 0 0 0 0,-9 2 0 0 0,14-3-34 0 0,1 1 1 0 0,-1 0-1 0 0,1-1 1 0 0,0 1-1 0 0,-1 0 1 0 0,1-1-1 0 0,0 1 0 0 0,-1 0 1 0 0,1 0-1 0 0,0-1 1 0 0,0 1-1 0 0,0 0 1 0 0,0 0-1 0 0,-1-1 0 0 0,1 1 1 0 0,0 0-1 0 0,0 0 1 0 0,1 0-1 0 0,-1-1 1 0 0,0 1-1 0 0,0 0 0 0 0,0 0 1 0 0,0-1-1 0 0,1 1 1 0 0,-1 0-1 0 0,0 0 1 0 0,1-1-1 0 0,-1 1 1 0 0,0 0-1 0 0,2 0 0 0 0,5 11 0 0 0,0 0 0 0 0,1 0-1 0 0,0-1 1 0 0,1-1-1 0 0,1 1 1 0 0,-1-2-1 0 0,2 1 1 0 0,21 15 0 0 0,-7-5-10 0 0,90 74-70 0 0,-96-79 42 0 0,-1 0-1 0 0,0 2 1 0 0,-1 0-1 0 0,17 21 1 0 0,-26-28 18 0 0,-1 1 1 0 0,1 0-1 0 0,-1 0 1 0 0,-1 1-1 0 0,0-1 1 0 0,-1 1-1 0 0,0 1 1 0 0,-1-1 0 0 0,3 16-1 0 0,-5-18 9 0 0,0 0 0 0 0,-1-1-1 0 0,0 1 1 0 0,-1 0 0 0 0,0 0 0 0 0,-1-1 0 0 0,0 1-1 0 0,0 0 1 0 0,-1-1 0 0 0,0 1 0 0 0,-1-1-1 0 0,0 1 1 0 0,-1-1 0 0 0,0 0 0 0 0,0 0-1 0 0,0-1 1 0 0,-1 1 0 0 0,-7 7 0 0 0,-5 4 61 0 0,-2 0 0 0 0,0-2 0 0 0,-1 0 0 0 0,-1-1 0 0 0,-1-1 1 0 0,0-1-1 0 0,-1-1 0 0 0,0-1 0 0 0,-1-1 0 0 0,-37 13 0 0 0,16-10 248 0 0,0-2 0 0 0,0-2 0 0 0,-1-2 0 0 0,-83 6 0 0 0,112-14-78 0 0,-1 0 0 0 0,1-2 0 0 0,-23-3 0 0 0,38 4-185 0 0,0 0 1 0 0,0 0-1 0 0,0-1 0 0 0,0 1 1 0 0,0-1-1 0 0,0 1 1 0 0,0-1-1 0 0,0 1 0 0 0,0-1 1 0 0,0 0-1 0 0,0 0 0 0 0,1 0 1 0 0,-1 0-1 0 0,0 0 0 0 0,1-1 1 0 0,-1 1-1 0 0,0 0 1 0 0,1-1-1 0 0,0 1 0 0 0,-1-1 1 0 0,-1-2-1 0 0,3 1-14 0 0,0 1 0 0 0,0 0-1 0 0,1-1 1 0 0,-1 1 0 0 0,1 0 0 0 0,-1-1-1 0 0,1 1 1 0 0,0 0 0 0 0,-1 0 0 0 0,1 0-1 0 0,1 0 1 0 0,-1 0 0 0 0,0 0 0 0 0,0 0-1 0 0,1 0 1 0 0,-1 0 0 0 0,1 0 0 0 0,-1 1-1 0 0,1-1 1 0 0,2-1 0 0 0,16-16 23 0 0,0 2 1 0 0,1 0-1 0 0,0 1 0 0 0,1 1 1 0 0,40-19-1 0 0,130-50-110 0 0,-143 64-107 0 0,524-220-5403 0 0,-395 158 1921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58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47 1441 0 0,'-134'-47'-1361'0'0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59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 2561 0 0,'0'0'138'0'0,"1"1"-1"0"0,-1-1 0 0 0,0 1 1 0 0,1-1-1 0 0,-1 1 1 0 0,1-1-1 0 0,-1 0 0 0 0,0 1 1 0 0,1-1-1 0 0,-1 0 1 0 0,1 1-1 0 0,-1-1 0 0 0,1 0 1 0 0,-1 0-1 0 0,1 1 0 0 0,-1-1 1 0 0,1 0-1 0 0,-1 0 1 0 0,1 0-1 0 0,0 0 0 0 0,-1 0 1 0 0,1 0-1 0 0,-1 0 1 0 0,1 0-1 0 0,-1 0 0 0 0,2 0 1 0 0,18 0 345 0 0,-18 0-234 0 0,11-1 347 0 0,-13 1-585 0 0,1-1-1 0 0,-1 1 1 0 0,1 0-1 0 0,-1 0 0 0 0,1 0 1 0 0,-1 0-1 0 0,1 0 1 0 0,-1 0-1 0 0,1 0 1 0 0,-1 1-1 0 0,1-1 1 0 0,-1 0-1 0 0,1 0 1 0 0,-1 0-1 0 0,1 0 1 0 0,-1 0-1 0 0,1 1 1 0 0,-1-1-1 0 0,0 0 0 0 0,1 1 1 0 0,-1-1-1 0 0,1 0 1 0 0,-1 0-1 0 0,0 1 1 0 0,1-1-1 0 0,-1 1 1 0 0,0-1-1 0 0,1 0 1 0 0,-1 1-1 0 0,0 0 1 0 0,0-1-5 0 0,0 0 1 0 0,0 1 0 0 0,0-1 0 0 0,0 0 0 0 0,0 1 0 0 0,1-1 0 0 0,-1 0 0 0 0,0 1-1 0 0,0-1 1 0 0,0 0 0 0 0,0 1 0 0 0,0-1 0 0 0,0 0 0 0 0,1 1 0 0 0,-1-1-1 0 0,0 0 1 0 0,0 0 0 0 0,1 1 0 0 0,-1-1 0 0 0,0 0 0 0 0,0 0 0 0 0,1 0-1 0 0,-1 1 1 0 0,0-1 0 0 0,0 0 0 0 0,1 0 0 0 0,-1 0 0 0 0,0 0 0 0 0,1 0-1 0 0,-1 1 1 0 0,0-1 0 0 0,1 0 0 0 0,-1 0 0 0 0,1 0 0 0 0,102 19 620 0 0,-53-10-576 0 0,0-2 1 0 0,0-2 0 0 0,1-2-1 0 0,-1-2 1 0 0,1-3 0 0 0,-1-2 0 0 0,53-10-1 0 0,-95 12-100 0 0,1 0-1 0 0,-1 0 0 0 0,0 0 0 0 0,12-7 1 0 0,-19 9-138 0 0,1-1 0 0 0,-1 0 0 0 0,1 0 0 0 0,-1 0 0 0 0,0 0 0 0 0,0 0 0 0 0,1 0 0 0 0,-1 0 0 0 0,0-1 0 0 0,0 1 0 0 0,0 0 0 0 0,0 0 0 0 0,-1-1 0 0 0,1 1 0 0 0,0-1 1 0 0,-1 1-1 0 0,1-1 0 0 0,0 1 0 0 0,-1-1 0 0 0,0 1 0 0 0,1-1 0 0 0,-1 1 0 0 0,0-1 0 0 0,0-2 0 0 0,0-6-2254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59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0 2161 0 0,'-22'9'2881'0'0,"-1"-4"-1760"0"0,23 0 880 0 0,45-5-1761 0 0,88 0-80 0 0,107 10 80 0 0,-40-2-240 0 0,0-2-160 0 0,-49 2-881 0 0,-17-4-2720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02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113 325 3201 0 0,'-37'17'2161'0'0,"19"-10"-633"0"0,17-7-1521 0 0,1 1 0 0 0,-1-1-1 0 0,1 0 1 0 0,-1 0 0 0 0,0 0-1 0 0,1 0 1 0 0,-1 1 0 0 0,1-1-1 0 0,-1 0 1 0 0,1 0 0 0 0,-1 1-1 0 0,1-1 1 0 0,-1 0-1 0 0,1 1 1 0 0,-1-1 0 0 0,1 1-1 0 0,-1-1 1 0 0,1 0 0 0 0,-1 1-1 0 0,1-1 1 0 0,0 1 0 0 0,-1 1-1 0 0,-1-1 31 0 0,-1 0-1 0 0,1 0 1 0 0,-1 0-1 0 0,1 0 1 0 0,-1 0-1 0 0,0 0 1 0 0,1-1-1 0 0,-1 0 0 0 0,0 1 1 0 0,1-1-1 0 0,-5 0 1 0 0,1 0 5 0 0,6 0-37 0 0,0 0 0 0 0,0 0 0 0 0,-1 0-1 0 0,1 0 1 0 0,0 0 0 0 0,0 0-1 0 0,0 0 1 0 0,-1 0 0 0 0,1 0 0 0 0,0 0-1 0 0,0 0 1 0 0,0 0 0 0 0,0 0-1 0 0,-1-1 1 0 0,1 1 0 0 0,0 0-1 0 0,0 0 1 0 0,0 0 0 0 0,0 0 0 0 0,0-1-1 0 0,-1 1 1 0 0,1 0 0 0 0,0 0-1 0 0,0 0 1 0 0,0 0 0 0 0,0-1 0 0 0,0 1-1 0 0,0 0 1 0 0,0 0 0 0 0,0 0-1 0 0,0-1 1 0 0,0 1 0 0 0,0 0 0 0 0,0 0-1 0 0,0 0 1 0 0,0-1 0 0 0,0 1-1 0 0,0 0 1 0 0,0 0 0 0 0,0 0-1 0 0,0-1 1 0 0,0 1 0 0 0,0 0 0 0 0,0 0-1 0 0,0 0 1 0 0,0 0 0 0 0,1-1-1 0 0,-1 1 1 0 0,0 0 0 0 0,0 0 0 0 0,0 0-1 0 0,0 0 1 0 0,0-1 0 0 0,1 1-1 0 0,-1 0 1 0 0,0 0 0 0 0,0 0 0 0 0,0 0-1 0 0,0 0 1 0 0,1 0 0 0 0,-1 0-1 0 0,0 0 1 0 0,0-1 0 0 0,0 1-1 0 0,0 0 1 0 0,1 0 0 0 0,-1 0 0 0 0,6 0 46 0 0,0-1 1 0 0,-1 1 0 0 0,1-2 0 0 0,0 1 0 0 0,-1 0-1 0 0,1-1 1 0 0,-1 0 0 0 0,1-1 0 0 0,-1 1 0 0 0,0-1-1 0 0,0 0 1 0 0,0 0 0 0 0,-1 0 0 0 0,6-5 0 0 0,9-10 45 0 0,-2 0 0 0 0,19-23 0 0 0,-22 24-47 0 0,1 0 0 0 0,0 0-1 0 0,25-18 1 0 0,-3 3 10 0 0,-31 26-48 0 0,0 0 1 0 0,0 0-1 0 0,1 1 1 0 0,0 0 0 0 0,0 0-1 0 0,0 1 1 0 0,0 0 0 0 0,14-5-1 0 0,-20 8-12 0 0,8-2-1 0 0,0 0-1 0 0,0 1 0 0 0,0 0 1 0 0,1 1-1 0 0,-1-1 0 0 0,0 2 1 0 0,14 0-1 0 0,-20 0-2 0 0,0 0-5 0 0,1-1 0 0 0,-1 1 1 0 0,1 0-1 0 0,-1 1 0 0 0,1-1 0 0 0,-1 1 1 0 0,1-1-1 0 0,-1 1 0 0 0,0 0 0 0 0,1 0 1 0 0,-1 1-1 0 0,0-1 0 0 0,0 1 1 0 0,0-1-1 0 0,0 1 0 0 0,0 0 0 0 0,0 0 1 0 0,0 0-1 0 0,-1 1 0 0 0,1-1 0 0 0,-1 1 1 0 0,1-1-1 0 0,-1 1 0 0 0,0 0 0 0 0,0 0 1 0 0,2 5-1 0 0,1 0-28 0 0,1 4-37 0 0,0 1 1 0 0,-1-1-1 0 0,5 19 0 0 0,-9-27 61 0 0,0 0 0 0 0,0-1 1 0 0,-1 1-1 0 0,0 0 1 0 0,0 0-1 0 0,0 0 0 0 0,0-1 1 0 0,0 1-1 0 0,-1 0 0 0 0,1 0 1 0 0,-1 0-1 0 0,0-1 0 0 0,-1 1 1 0 0,1-1-1 0 0,0 1 1 0 0,-4 5-1 0 0,-40 61-147 0 0,45-71 165 0 0,0 1 1 0 0,0-1 0 0 0,1 0-1 0 0,-1 0 1 0 0,0 0-1 0 0,1 0 1 0 0,-1 0 0 0 0,0 1-1 0 0,1-1 1 0 0,-1 0 0 0 0,1 0-1 0 0,-1 1 1 0 0,1-1-1 0 0,-1 0 1 0 0,1 1 0 0 0,0-1-1 0 0,-1 0 1 0 0,1 1-1 0 0,0-1 1 0 0,-1 1 0 0 0,2-1-1 0 0,6-6 32 0 0,7-29 74 0 0,-1 1-49 0 0,2 4 18 0 0,2 0 0 0 0,0 1 0 0 0,2 1 0 0 0,38-43 0 0 0,-55 69-71 0 0,0 1 0 0 0,0-1 0 0 0,1 1 0 0 0,-1-1 0 0 0,1 1 0 0 0,0 0 0 0 0,-1 1 0 0 0,1-1 0 0 0,0 1-1 0 0,0-1 1 0 0,0 1 0 0 0,0 0 0 0 0,0 1 0 0 0,8-1 0 0 0,-5 6-89 0 0,-1-3 62 0 0,4 5-24 0 0,-7 17 35 0 0,-4-14 7 0 0,0-1 0 0 0,0 1 0 0 0,-1-1-1 0 0,0 0 1 0 0,-1 1 0 0 0,0-1 0 0 0,0 0 0 0 0,-9 16-1 0 0,-1 4-10 0 0,12-27 9 0 0,1 0 1 0 0,-1 0 0 0 0,0 0-1 0 0,0 0 1 0 0,0 0 0 0 0,0 0-1 0 0,-1 0 1 0 0,1 0 0 0 0,0 0-1 0 0,-1-1 1 0 0,1 1-1 0 0,-1 0 1 0 0,-2 1 0 0 0,1 0 6 0 0,-1 5-45 0 0,30-46 201 0 0,-20 28-141 0 0,1 0-1 0 0,0 1 1 0 0,0 0 0 0 0,1 0 0 0 0,0 1 0 0 0,0 0 0 0 0,10-7 0 0 0,17-16 34 0 0,-29 24-45 0 0,1 1 0 0 0,0 0 0 0 0,0 1 0 0 0,0 0 0 0 0,1 0-1 0 0,0 1 1 0 0,0-1 0 0 0,0 2 0 0 0,1-1 0 0 0,14-3 0 0 0,-7 1-14 0 0,-11 5 3 0 0,-1-1 0 0 0,1 1-1 0 0,0 0 1 0 0,0 1 0 0 0,0-1-1 0 0,0 1 1 0 0,0 0-1 0 0,0 0 1 0 0,0 0 0 0 0,0 1-1 0 0,0 0 1 0 0,0 0 0 0 0,-1 0-1 0 0,1 1 1 0 0,0-1 0 0 0,0 1-1 0 0,-1 0 1 0 0,1 1 0 0 0,-1-1-1 0 0,0 1 1 0 0,0-1 0 0 0,0 1-1 0 0,0 1 1 0 0,0-1-1 0 0,-1 0 1 0 0,1 1 0 0 0,-1 0-1 0 0,0 0 1 0 0,0 0 0 0 0,0 0-1 0 0,-1 0 1 0 0,1 1 0 0 0,1 5-1 0 0,-2-3-6 0 0,0 1-1 0 0,0-1 1 0 0,-1 1 0 0 0,0 0-1 0 0,-1-1 1 0 0,1 1-1 0 0,-1-1 1 0 0,-1 1 0 0 0,0 0-1 0 0,0-1 1 0 0,0 1-1 0 0,-1-1 1 0 0,0 1-1 0 0,-1-1 1 0 0,1 0 0 0 0,-5 8-1 0 0,7-14 1 0 0,-1 0 1 0 0,1 1-1 0 0,-1-1 0 0 0,1 1 0 0 0,0-1 0 0 0,0 1 0 0 0,0-1 1 0 0,0 0-1 0 0,0 1 0 0 0,0-1 0 0 0,0 1 0 0 0,1-1 0 0 0,-1 1 1 0 0,0-1-1 0 0,1 1 0 0 0,-1-1 0 0 0,1 0 0 0 0,-1 1 1 0 0,1-1-1 0 0,0 0 0 0 0,0 0 0 0 0,-1 1 0 0 0,1-1 0 0 0,2 2 1 0 0,4 8-145 0 0,-3 1-94 0 0,-4-11 171 0 0,1 1 1 0 0,-1-1-1 0 0,0 0 0 0 0,0 0 1 0 0,1 0-1 0 0,-1 0 0 0 0,1 0 1 0 0,-1 0-1 0 0,1 0 0 0 0,-1 0 1 0 0,1-1-1 0 0,0 1 0 0 0,-1 0 1 0 0,1 0-1 0 0,0 0 0 0 0,0-1 1 0 0,-1 1-1 0 0,1 0 0 0 0,0 0 1 0 0,0-1-1 0 0,0 1 0 0 0,0-1 1 0 0,0 1-1 0 0,0-1 0 0 0,0 0 1 0 0,0 1-1 0 0,0-1 0 0 0,2 1 1 0 0,19 0-3514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03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85 361 1361 0 0,'4'-6'2908'0'0,"0"3"-2688"0"0,-1-1 0 0 0,1 1 1 0 0,-1-1-1 0 0,1-1 0 0 0,-1 1 1 0 0,0 0-1 0 0,-1-1 0 0 0,1 1 1 0 0,-1-1-1 0 0,4-9 0 0 0,17-60 330 0 0,-21 68-455 0 0,35-114 478 0 0,-33 106-532 0 0,-4 11-36 0 0,0 1-1 0 0,1-1 1 0 0,0 1 0 0 0,-1 0-1 0 0,1-1 1 0 0,0 1 0 0 0,0 0-1 0 0,0-1 1 0 0,1 1 0 0 0,-1 0-1 0 0,0 0 1 0 0,1 0 0 0 0,0 0-1 0 0,-1 0 1 0 0,1 1 0 0 0,3-3-1 0 0,-1 1 12 0 0,-3 2-6 0 0,0 0-1 0 0,1 0 1 0 0,-1 0-1 0 0,0 0 0 0 0,0 0 1 0 0,0 0-1 0 0,0 0 1 0 0,0-1-1 0 0,0 1 0 0 0,0 0 1 0 0,0-1-1 0 0,0 1 1 0 0,0 0-1 0 0,-1-1 0 0 0,1 1 1 0 0,-1-1-1 0 0,1 1 1 0 0,-1-1-1 0 0,0 1 0 0 0,1-3 1 0 0,-1 3-8 0 0,0 0 0 0 0,0 1 1 0 0,0-1-1 0 0,0 1 0 0 0,1-1 1 0 0,-1 0-1 0 0,0 1 0 0 0,0-1 0 0 0,1 1 1 0 0,-1-1-1 0 0,0 1 0 0 0,1-1 1 0 0,-1 1-1 0 0,0-1 0 0 0,1 1 0 0 0,-1-1 1 0 0,1 1-1 0 0,-1-1 0 0 0,0 1 1 0 0,1 0-1 0 0,-1-1 0 0 0,1 1 1 0 0,0 0-1 0 0,-1-1 0 0 0,1 1 0 0 0,-1 0 1 0 0,1 0-1 0 0,-1-1 0 0 0,1 1 1 0 0,0 0-1 0 0,-1 0 0 0 0,1 0 0 0 0,0 0 1 0 0,-1 0-1 0 0,1 0 0 0 0,0 0 1 0 0,2 0 5 0 0,0 0 59 0 0,-6 4 0 0 0,1-3-64 0 0,0 0 0 0 0,1 0 0 0 0,-1 1 0 0 0,1-1 0 0 0,0 0 0 0 0,-1 1 0 0 0,1-1 0 0 0,0 0 0 0 0,0 1 0 0 0,0 0 0 0 0,0-1 0 0 0,0 1 0 0 0,0 0 0 0 0,1-1 0 0 0,-1 1 0 0 0,0 0 0 0 0,1 0 0 0 0,0 0 0 0 0,-1 0 0 0 0,1-1 0 0 0,0 4 0 0 0,-2 1-3 0 0,-4 10-15 0 0,0 0 0 0 0,-2 0-1 0 0,0 0 1 0 0,-1-1 0 0 0,-13 18-1 0 0,-22 38-25 0 0,22-34 30 0 0,12-20-39 0 0,1 0 1 0 0,-13 27-1 0 0,0 11-17 0 0,19-38 76 0 0,3-14 3 0 0,-1-7 100 0 0,1 2-98 0 0,1 0 0 0 0,-1 1 0 0 0,0-1 0 0 0,0 0-1 0 0,1 0 1 0 0,-1 1 0 0 0,1-1 0 0 0,-1 0-1 0 0,1 0 1 0 0,0 1 0 0 0,0-1 0 0 0,0 1-1 0 0,0-1 1 0 0,0 1 0 0 0,2-3 0 0 0,-2 2-11 0 0,0 1-1 0 0,0 0 1 0 0,0-1 0 0 0,0 1 0 0 0,0 0 0 0 0,0-1 0 0 0,-1 1 0 0 0,1-1 0 0 0,0 0 0 0 0,-1 1 0 0 0,1-1 0 0 0,-1 1 0 0 0,0-1-1 0 0,0 0 1 0 0,1-2 0 0 0,-1 1 10 0 0,0 0 1 0 0,0 0-1 0 0,1 0 0 0 0,0 0 0 0 0,-1 0 0 0 0,1 0 0 0 0,0 0 0 0 0,0 1 1 0 0,1-1-1 0 0,1-4 0 0 0,5-10 56 0 0,0-8-6 0 0,-3 7-22 0 0,1 0 0 0 0,0 0 0 0 0,17-30-1 0 0,-13 35-47 0 0,-9 12 9 0 0,0-1 1 0 0,1 0 0 0 0,-1 1 0 0 0,0-1 0 0 0,0 0 0 0 0,0 0-1 0 0,0 0 1 0 0,0 0 0 0 0,-1 0 0 0 0,1 0 0 0 0,-1 0-1 0 0,1 0 1 0 0,-1 0 0 0 0,0 0 0 0 0,1 0 0 0 0,-1-4-1 0 0,3 5 52 0 0,8 1-54 0 0,-4 1-54 0 0,-3-1 53 0 0,-1 1 0 0 0,1-1 0 0 0,-1 1 0 0 0,1-1 0 0 0,-1 1 0 0 0,0 0 0 0 0,1 1 0 0 0,-1-1 0 0 0,0 0 0 0 0,0 1 0 0 0,1 0 0 0 0,3 3 0 0 0,8 5 1 0 0,-3-3 0 0 0,-1 1 0 0 0,0 0 0 0 0,19 18 0 0 0,-9-7 0 0 0,-21-19 0 0 0,1 1 1 0 0,-1-1-1 0 0,0 0 0 0 0,0 0 0 0 0,1 0 1 0 0,-1 0-1 0 0,0 0 0 0 0,0 1 0 0 0,0-1 0 0 0,1 0 1 0 0,-1 0-1 0 0,0 0 0 0 0,0 0 0 0 0,0 1 1 0 0,0-1-1 0 0,1 0 0 0 0,-1 0 0 0 0,0 1 1 0 0,0-1-1 0 0,0 0 0 0 0,0 0 0 0 0,0 1 1 0 0,0-1-1 0 0,0 0 0 0 0,0 0 0 0 0,0 1 0 0 0,0-1 1 0 0,0 0-1 0 0,0 0 0 0 0,0 1 0 0 0,0-1 1 0 0,0 0-1 0 0,0 0 0 0 0,0 1 0 0 0,0-1 1 0 0,0 0-1 0 0,0 0 0 0 0,0 1 0 0 0,0-1 1 0 0,0 0-1 0 0,-1 0 0 0 0,1 0 0 0 0,0 1 0 0 0,0-1 1 0 0,0 0-1 0 0,0 0 0 0 0,-1 0 0 0 0,1 1 1 0 0,0-1-1 0 0,0 0 0 0 0,0 0 0 0 0,-1 0 1 0 0,1 0-1 0 0,0 0 0 0 0,0 1 0 0 0,-1-1 0 0 0,-21 8 193 0 0,-40 9-1 0 0,20-7-56 0 0,36-7-90 0 0,-1-1 1 0 0,0 0 0 0 0,0 0-1 0 0,1-1 1 0 0,-1 1 0 0 0,0-2 0 0 0,-1 1-1 0 0,1-1 1 0 0,0 0 0 0 0,0 0-1 0 0,0-1 1 0 0,0 0 0 0 0,-9-3-1 0 0,16 4-39 0 0,0 0 0 0 0,0 0 0 0 0,0 0 0 0 0,1 0-1 0 0,-1 0 1 0 0,0 0 0 0 0,0 0 0 0 0,0 0 0 0 0,0 0-1 0 0,1 0 1 0 0,-1-1 0 0 0,0 1 0 0 0,0 0 0 0 0,0 0-1 0 0,0 0 1 0 0,0 0 0 0 0,1 0 0 0 0,-1 0 0 0 0,0-1-1 0 0,0 1 1 0 0,0 0 0 0 0,0 0 0 0 0,0 0 0 0 0,0 0-1 0 0,0 0 1 0 0,0-1 0 0 0,0 1 0 0 0,0 0 0 0 0,0 0-1 0 0,1 0 1 0 0,-1-1 0 0 0,0 1 0 0 0,0 0 0 0 0,0 0 0 0 0,0 0-1 0 0,0 0 1 0 0,0-1 0 0 0,-1 1 0 0 0,1 0 0 0 0,0 0-1 0 0,0 0 1 0 0,0-1 0 0 0,0 1 0 0 0,0 0 0 0 0,0 0-1 0 0,0 0 1 0 0,0 0 0 0 0,0 0 0 0 0,0-1 0 0 0,0 1-1 0 0,-1 0 1 0 0,1 0 0 0 0,0 0 0 0 0,0 0 0 0 0,0 0-1 0 0,0-1 1 0 0,16-1-6 0 0,-16 2 11 0 0,12-1-12 0 0,19-3-137 0 0,0 2 0 0 0,-1 1 0 0 0,62 6 1 0 0,-67-2-18 0 0,1 2 1 0 0,-1 1-1 0 0,47 17 1 0 0,-72-23 151 0 0,1 0 0 0 0,0 1 0 0 0,-1-1 0 0 0,1 0 0 0 0,-1 1 0 0 0,1-1 1 0 0,-1 1-1 0 0,1-1 0 0 0,-1 0 0 0 0,1 1 0 0 0,-1-1 0 0 0,1 1 0 0 0,-1 0 0 0 0,0-1 0 0 0,1 1 0 0 0,-1-1 0 0 0,0 1 0 0 0,0 0 0 0 0,1-1 1 0 0,-1 1-1 0 0,0-1 0 0 0,0 1 0 0 0,0 0 0 0 0,0-1 0 0 0,0 1 0 0 0,0 0 0 0 0,0-1 0 0 0,0 1 0 0 0,0 0 0 0 0,0-1 0 0 0,0 1 0 0 0,0 0 0 0 0,0-1 1 0 0,0 1-1 0 0,-1 0 0 0 0,1-1 0 0 0,0 1 0 0 0,0-1 0 0 0,-1 1 0 0 0,1 0 0 0 0,-1-1 0 0 0,1 1 0 0 0,0-1 0 0 0,-1 1 0 0 0,-2 2 2 0 0,1 0-1 0 0,-1-1 0 0 0,0 1 0 0 0,1-1 0 0 0,-1 1 0 0 0,0-1 0 0 0,-5 2 1 0 0,-15 6 40 0 0,0-2 0 0 0,-1-1 0 0 0,-47 8 0 0 0,22-7 314 0 0,-60 0 0 0 0,-3 0 899 0 0,94-8-1131 0 0,33-5-538 0 0,55-14-2179 0 0,-26 2-2000 0 0,-21 7 1941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05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582 58 560 0 0,'0'0'1441'0'0,"0"-1"-1316"0"0,0 1-1 0 0,0 0 1 0 0,1 0 0 0 0,-1-1 0 0 0,0 1-1 0 0,0 0 1 0 0,0-1 0 0 0,0 1-1 0 0,0 0 1 0 0,0 0 0 0 0,0-1 0 0 0,0 1-1 0 0,0 0 1 0 0,0-1 0 0 0,0 1-1 0 0,0 0 1 0 0,0 0 0 0 0,0-1 0 0 0,0 1-1 0 0,0 0 1 0 0,-1-1 0 0 0,1 1 0 0 0,0 0-1 0 0,0 0 1 0 0,0-1 0 0 0,0 1-1 0 0,0 0 1 0 0,-1 0 0 0 0,1 0 0 0 0,0-1-1 0 0,0 1 1 0 0,0 0 0 0 0,-1 0 0 0 0,1 0-1 0 0,0 0 1 0 0,0-1 0 0 0,-1 1-1 0 0,1 0 1 0 0,-1 0 0 0 0,-16-7 34 0 0,-1 1-1 0 0,0 1 1 0 0,0 1 0 0 0,0 0-1 0 0,0 2 1 0 0,-1 0 0 0 0,1 1-1 0 0,-1 0 1 0 0,0 2 0 0 0,1 0-1 0 0,-1 1 1 0 0,1 1 0 0 0,0 1-1 0 0,0 0 1 0 0,0 2 0 0 0,0 0-1 0 0,1 1 1 0 0,-23 12 0 0 0,33-15-138 0 0,0 1 0 0 0,0 0 0 0 0,0 0 0 0 0,0 1 1 0 0,-9 11-1 0 0,14-15-13 0 0,0 0-1 0 0,0 0 1 0 0,1 0 0 0 0,-1 0 0 0 0,1 1 0 0 0,0-1-1 0 0,0 0 1 0 0,0 1 0 0 0,0-1 0 0 0,0 1 0 0 0,0-1-1 0 0,1 1 1 0 0,-1 0 0 0 0,1-1 0 0 0,-1 1 0 0 0,1 0 0 0 0,0-1-1 0 0,0 1 1 0 0,1 0 0 0 0,-1-1 0 0 0,0 1 0 0 0,2 3-1 0 0,0-1-8 0 0,0 0 0 0 0,1 0-1 0 0,-1 0 1 0 0,1 0 0 0 0,0 0-1 0 0,1-1 1 0 0,-1 1 0 0 0,1-1-1 0 0,0 0 1 0 0,0 0 0 0 0,0 0-1 0 0,1-1 1 0 0,-1 1 0 0 0,1-1-1 0 0,0 0 1 0 0,8 3 0 0 0,2 1-5 0 0,0-1-1 0 0,1-1 1 0 0,0-1 0 0 0,30 5 0 0 0,-20-6 24 0 0,0-2 0 0 0,1 0-1 0 0,-1-1 1 0 0,1-2 0 0 0,-1-1 0 0 0,0-1 0 0 0,0-1-1 0 0,37-12 1 0 0,-59 15-19 0 0,1 0 1 0 0,-1 0-1 0 0,0 0 0 0 0,0-1 1 0 0,0 0-1 0 0,0 0 0 0 0,0 0 1 0 0,-1 0-1 0 0,0 0 0 0 0,1-1 1 0 0,-1 0-1 0 0,0 1 0 0 0,-1-1 1 0 0,1 0-1 0 0,-1 0 0 0 0,1-1 1 0 0,-1 1-1 0 0,0 0 0 0 0,2-9 1 0 0,-7 6 8 0 0,1-1 0 0 0,-1 1 0 0 0,0 0 0 0 0,0 0 0 0 0,0 1 0 0 0,-1-1 0 0 0,-1 1 0 0 0,1-1 0 0 0,-7-6 0 0 0,5 6 13 0 0,-1 0-1 0 0,0 0 1 0 0,0 0 0 0 0,0 1 0 0 0,-1 0-1 0 0,0 1 1 0 0,0 0 0 0 0,0 0 0 0 0,-13-5-1 0 0,-7-1 197 0 0,-50-11-1 0 0,75 21-56 0 0,6 7 80 0 0,16 6-201 0 0,155 109 149 0 0,-109-75-249 0 0,-54-40 54 0 0,0 1 0 0 0,-1 0 0 0 0,0 1 0 0 0,0 0 0 0 0,-1 0-1 0 0,0 1 1 0 0,-1 0 0 0 0,1 1 0 0 0,-2-1 0 0 0,1 2-1 0 0,6 13 1 0 0,-6-9-24 0 0,-2-4 9 0 0,0 0 1 0 0,-1 1-1 0 0,-1 0 0 0 0,6 21 1 0 0,-9-28 18 0 0,0 0 0 0 0,-1-1 1 0 0,0 1-1 0 0,0 0 1 0 0,0-1-1 0 0,-1 1 0 0 0,1-1 1 0 0,-1 1-1 0 0,0-1 1 0 0,-1 1-1 0 0,1-1 0 0 0,-1 1 1 0 0,0-1-1 0 0,0 0 0 0 0,0 0 1 0 0,0 0-1 0 0,-4 5 1 0 0,-3 1-13 0 0,0-1 1 0 0,0 0 0 0 0,-1 0-1 0 0,-1 0 1 0 0,1-2 0 0 0,-1 1-1 0 0,-1-1 1 0 0,-18 9 0 0 0,15-8 23 0 0,-23 11 61 0 0,-1-1 1 0 0,-1-2 0 0 0,-43 10-1 0 0,-118 22 642 0 0,184-45-626 0 0,-20 5 95 0 0,-67 11 225 0 0,91-18-328 0 0,0 0 1 0 0,0-1-1 0 0,0-1 0 0 0,0 0 0 0 0,0-1 0 0 0,-16-4 0 0 0,27 5-63 0 0,-1 1 0 0 0,1-1 0 0 0,0 0 0 0 0,-1 0 0 0 0,1 0 0 0 0,0 0 1 0 0,0 0-1 0 0,0 0 0 0 0,0 0 0 0 0,-3-3 0 0 0,4 3-10 0 0,1 1 0 0 0,0-1 0 0 0,-1 1 0 0 0,1-1 0 0 0,0 1 1 0 0,0-1-1 0 0,-1 1 0 0 0,1-1 0 0 0,0 1 0 0 0,0-1 0 0 0,0 1 0 0 0,0-1 0 0 0,0 1 0 0 0,0-1 1 0 0,0 1-1 0 0,0-1 0 0 0,0 1 0 0 0,0-1 0 0 0,0 1 0 0 0,0-1 0 0 0,0 1 0 0 0,0-1 1 0 0,0 1-1 0 0,1-1 0 0 0,-1 1 0 0 0,0-1 0 0 0,0 1 0 0 0,1-1 0 0 0,-1 1 0 0 0,0-1 0 0 0,1 0 1 0 0,5-5 45 0 0,1 0 1 0 0,0 0 0 0 0,1 0 0 0 0,-1 1-1 0 0,15-7 1 0 0,41-22-237 0 0,2 2 0 0 0,110-35 0 0 0,-108 42-87 0 0,306-102-4103 0 0,-177 58-654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1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312 496 800 0 0,'39'-23'3028'0'0,"-35"20"-2690"0"0,1 0 1 0 0,-1 0 0 0 0,1 1-1 0 0,-1-1 1 0 0,1 1-1 0 0,-1 0 1 0 0,11-3-1 0 0,-11 5 823 0 0,-23 4-534 0 0,15-4-387 0 0,-3 0-13 0 0,-18 3-121 0 0,1 1 1 0 0,0 1 0 0 0,0 1 0 0 0,0 2-1 0 0,-44 19 1 0 0,58-23-106 0 0,0 0 0 0 0,0 1 0 0 0,0 0 0 0 0,0 1-1 0 0,1 0 1 0 0,0 1 0 0 0,0 0 0 0 0,1 0 0 0 0,0 0 0 0 0,0 1 0 0 0,1 1 0 0 0,0-1 0 0 0,0 1-1 0 0,-8 15 1 0 0,4-4-72 0 0,6-13 69 0 0,1 0 0 0 0,0 0 0 0 0,0 1 0 0 0,1 0 0 0 0,0-1 0 0 0,1 1 0 0 0,-1 0 0 0 0,1 1 0 0 0,1-1 0 0 0,-1 9 0 0 0,2-15 2 0 0,0-1 1 0 0,0 1-1 0 0,0-1 1 0 0,0 1-1 0 0,0-1 1 0 0,1 1-1 0 0,-1-1 1 0 0,1 0-1 0 0,-1 1 1 0 0,1-1-1 0 0,-1 0 1 0 0,1 1-1 0 0,0-1 1 0 0,0 0-1 0 0,-1 0 0 0 0,1 0 1 0 0,0 1-1 0 0,0-1 1 0 0,0 0-1 0 0,0 0 1 0 0,1 0-1 0 0,1 1 1 0 0,0-1-7 0 0,0 1 1 0 0,0-1 0 0 0,1 0-1 0 0,-1 0 1 0 0,0 0-1 0 0,1 0 1 0 0,-1 0-1 0 0,1-1 1 0 0,4 0 0 0 0,4 0-16 0 0,1 0 0 0 0,-1-1 1 0 0,0-1-1 0 0,18-5 0 0 0,-22 5 38 0 0,1-1 0 0 0,-1 0 0 0 0,0 0 0 0 0,0-1 0 0 0,-1 0 0 0 0,1 0-1 0 0,-1-1 1 0 0,0 0 0 0 0,0 0 0 0 0,0-1 0 0 0,-1 0 0 0 0,0 0 0 0 0,0 0 0 0 0,7-11 0 0 0,4-4 83 0 0,-6 8-37 0 0,0 0-1 0 0,0-1 1 0 0,-1 0-1 0 0,-1-1 1 0 0,-1 0-1 0 0,0-1 0 0 0,11-29 1 0 0,25-139 270 0 0,-42 177-318 0 0,-1 0 0 0 0,0 0 0 0 0,-1 0 0 0 0,1-1 0 0 0,-2-13-1 0 0,0 13 3 0 0,1 1-1 0 0,0-1 0 0 0,0 0 1 0 0,1 0-1 0 0,2-10 0 0 0,30-84 118 0 0,-31 94-124 0 0,-1 0 1 0 0,1 0-1 0 0,-2 0 1 0 0,1 0-1 0 0,-1 0 1 0 0,-1-14 0 0 0,0-2-139 0 0,1 23 129 0 0,0 1 0 0 0,0-1 0 0 0,0 0 1 0 0,0 0-1 0 0,0 1 0 0 0,1-1 0 0 0,-1 0 0 0 0,0 0 0 0 0,0 1 0 0 0,1-1 0 0 0,-1 0 0 0 0,1 1 0 0 0,-1-1 1 0 0,1 1-1 0 0,-1-1 0 0 0,1 0 0 0 0,-1 1 0 0 0,1-1 0 0 0,-1 1 0 0 0,1 0 0 0 0,-1-1 0 0 0,1 1 0 0 0,0-1 0 0 0,-1 1 1 0 0,1 0-1 0 0,1-1 0 0 0,-1 1 4 0 0,-1 0 0 0 0,1-1 0 0 0,-1 1 0 0 0,1 0 0 0 0,-1 0 0 0 0,1-1 0 0 0,-1 1 0 0 0,1 0 0 0 0,-1-1 0 0 0,1 1 0 0 0,-1 0 0 0 0,0-1 0 0 0,1 1 0 0 0,-1-1 0 0 0,1 1 0 0 0,-1-1 0 0 0,0 1 0 0 0,0-1 0 0 0,1 1 0 0 0,-1-1 0 0 0,0 1 0 0 0,0-1 0 0 0,1 1 0 0 0,-1-1 0 0 0,0 0 0 0 0,0 4 8 0 0,-1-1-1 0 0,1 1 1 0 0,0 0-1 0 0,-1 0 0 0 0,0-1 1 0 0,0 1-1 0 0,0-1 1 0 0,0 1-1 0 0,0 0 1 0 0,0-1-1 0 0,-1 0 1 0 0,-1 4-1 0 0,-6 10 40 0 0,0 9-2 0 0,1 0 0 0 0,2 1 0 0 0,0-1 0 0 0,-1 28 0 0 0,-1-3-114 0 0,0-2 52 0 0,0 1 5 0 0,-17 60 0 0 0,-10 43-141 0 0,29-122 149 0 0,4-12 1 0 0,-1 0-1 0 0,2-1 1 0 0,1 27 0 0 0,0-37-42 0 0,0 0 1 0 0,1 0-1 0 0,0 0 1 0 0,0 0 0 0 0,1 0-1 0 0,0-1 1 0 0,0 1-1 0 0,1-1 1 0 0,-1 1-1 0 0,1-1 1 0 0,5 7-1 0 0,-7-11-55 0 0,-1-1 0 0 0,1 0 0 0 0,0 1 0 0 0,0-1 0 0 0,0 0 0 0 0,0 0 0 0 0,0 0 0 0 0,0 1 0 0 0,0-1 0 0 0,1 0 0 0 0,-1 0 0 0 0,0-1 0 0 0,1 1 0 0 0,-1 0 0 0 0,0 0-1 0 0,1-1 1 0 0,-1 1 0 0 0,1-1 0 0 0,-1 1 0 0 0,1-1 0 0 0,-1 0 0 0 0,1 1 0 0 0,-1-1 0 0 0,1 0 0 0 0,-1 0 0 0 0,1 0 0 0 0,0 0 0 0 0,-1 0 0 0 0,1-1 0 0 0,-1 1 0 0 0,3-1 0 0 0,19-19-2560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19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52 960 0 0,'4'-1'486'0'0,"-3"1"-385"0"0,-1 0 0 0 0,1 0 0 0 0,0 0 0 0 0,0 0 0 0 0,0 0 0 0 0,0 0 0 0 0,-1 0 0 0 0,1 0 0 0 0,0 0-1 0 0,0-1 1 0 0,0 1 0 0 0,-1 0 0 0 0,1-1 0 0 0,0 1 0 0 0,0-1 0 0 0,-1 1 0 0 0,1-1 0 0 0,0 1 0 0 0,-1-1 0 0 0,1 1 0 0 0,-1-1 0 0 0,1 1 0 0 0,0-2-1 0 0,21 2 2328 0 0,-22 0-2403 0 0,0 1 1 0 0,0-1-1 0 0,0 1 0 0 0,0-1 0 0 0,0 1 0 0 0,0-1 0 0 0,0 1 0 0 0,1-1 1 0 0,-1 0-1 0 0,0 1 0 0 0,0-1 0 0 0,0 1 0 0 0,0-1 0 0 0,1 0 0 0 0,-1 1 1 0 0,0-1-1 0 0,0 1 0 0 0,1-1 0 0 0,-1 0 0 0 0,0 1 0 0 0,1-1 0 0 0,-1 0 1 0 0,0 0-1 0 0,1 1 0 0 0,-1-1 0 0 0,0 0 0 0 0,1 0 0 0 0,-1 1 0 0 0,1-1 1 0 0,-1 0-1 0 0,0 0 0 0 0,1 0 0 0 0,-1 0 0 0 0,1 0 0 0 0,-1 0 0 0 0,1 1 1 0 0,0-1-17 0 0,0 0 0 0 0,-1 0 0 0 0,1 0 0 0 0,-1 0 1 0 0,1 0-1 0 0,-1 0 0 0 0,1 1 0 0 0,-1-1 1 0 0,1 0-1 0 0,-1 0 0 0 0,1 1 0 0 0,-1-1 0 0 0,1 0 1 0 0,-1 1-1 0 0,1-1 0 0 0,-1 1 0 0 0,1-1 0 0 0,-1 0 1 0 0,0 1-1 0 0,1-1 0 0 0,-1 1 0 0 0,0-1 1 0 0,0 1-1 0 0,1-1 0 0 0,-1 1 0 0 0,0-1 0 0 0,0 1 1 0 0,0 0-1 0 0,1-1 0 0 0,-1 1 0 0 0,0-1 1 0 0,0 1-1 0 0,0-1 0 0 0,0 1 0 0 0,0 0 0 0 0,0-1 1 0 0,0 2-1 0 0,0 3 10 0 0,0-1 0 0 0,1 1 0 0 0,0 0 0 0 0,0 0 0 0 0,0 0-1 0 0,1 0 1 0 0,3 7 0 0 0,-3-9-11 0 0,-1 0 0 0 0,0 0 0 0 0,0 1 1 0 0,0-1-1 0 0,0 0 0 0 0,0 0 0 0 0,0 1 0 0 0,-1-1 0 0 0,0 0 0 0 0,0 0 0 0 0,0 1 0 0 0,0-1 0 0 0,0 0 0 0 0,-1 1 0 0 0,0 3 0 0 0,-6 12 57 0 0,5-16-60 0 0,1 0 0 0 0,0-1 0 0 0,-1 1 0 0 0,1 0-1 0 0,1 0 1 0 0,-1 0 0 0 0,0 0 0 0 0,1 0-1 0 0,-1 0 1 0 0,1 0 0 0 0,0 0 0 0 0,0 0 0 0 0,0 0-1 0 0,1 0 1 0 0,-1 0 0 0 0,1 3 0 0 0,5 8-5 0 0,1-1 1 0 0,0 0 0 0 0,1 0 0 0 0,0-1 0 0 0,1 0 0 0 0,17 18-1 0 0,-15-17 8 0 0,-7-8 5 0 0,-1 1 1 0 0,1-1-1 0 0,-1 1 1 0 0,0 0-1 0 0,0 0 1 0 0,-1 0-1 0 0,3 11 0 0 0,-3-11-6 0 0,0 0 0 0 0,0 1-1 0 0,1-1 1 0 0,0 0-1 0 0,6 10 1 0 0,32 49 153 0 0,-35-55-76 0 0,-8-10 93 0 0,2-1-163 0 0,-1 0 0 0 0,1-1 1 0 0,0 1-1 0 0,0 0 0 0 0,-1 0 0 0 0,1-1 1 0 0,0 1-1 0 0,0 0 0 0 0,0 0 0 0 0,0 0 1 0 0,1-1-1 0 0,-1 1 0 0 0,0 0 0 0 0,0 0 1 0 0,1 0-1 0 0,-1-1 0 0 0,1 1 0 0 0,-1 0 1 0 0,1 0-1 0 0,0-1 0 0 0,74-172 934 0 0,-3 4-42 0 0,-68 162-801 0 0,0 0-1 0 0,-1-1 0 0 0,0 1 0 0 0,-1-1 1 0 0,0 0-1 0 0,0 0 0 0 0,-1 0 1 0 0,0 0-1 0 0,0 0 0 0 0,-1-10 0 0 0,0 18-84 0 0,0-1-1 0 0,0 0 0 0 0,0 1 0 0 0,1-1 0 0 0,-1 0 1 0 0,1 1-1 0 0,-1-1 0 0 0,1 0 0 0 0,-1 1 1 0 0,1-1-1 0 0,0 1 0 0 0,0-1 0 0 0,0 1 0 0 0,0 0 1 0 0,0-1-1 0 0,0 1 0 0 0,0 0 0 0 0,3-2 0 0 0,3-8-930 0 0,-3 9 333 0 0,0 0 1 0 0,0 0-1 0 0,1 0 1 0 0,-1 0 0 0 0,1 0-1 0 0,7-1 1 0 0,-6 1-397 0 0,17-3-1574 0 0,-1 1-26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21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3282 0 0,'67'38'2321'0'0,"-45"-15"-2401"0"0,-22-9-401 0 0,18-4 321 0 0,4-2 160 0 0,0-2-320 0 0,-22-12-2161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21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1 175 1521 0 0,'0'-5'2001'0'0,"0"0"-481"0"0,0-4-399 0 0,22-1-321 0 0,0 0-240 0 0,1-4-239 0 0,-1 2-81 0 0,22-3-240 0 0,1 1-160 0 0,-1-6-241 0 0,-22 2-319 0 0,23 4-801 0 0,-27 0-640 0 0,4 0-160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22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61 1040 0 0,'-9'0'446'0'0,"-1"1"0"0"0,0 0 0 0 0,0 0-1 0 0,1 1 1 0 0,-1 0 0 0 0,0 1 0 0 0,-9 3-1 0 0,16-5-378 0 0,0 0 0 0 0,1 1 0 0 0,-1-1 0 0 0,1 0 0 0 0,-1 1 1 0 0,1 0-1 0 0,-1-1 0 0 0,1 1 0 0 0,0 0 0 0 0,0 0 0 0 0,0 0 0 0 0,0 1 0 0 0,0-1 0 0 0,1 0 0 0 0,-1 1 0 0 0,0-1 0 0 0,1 1 0 0 0,0 0 0 0 0,0-1 0 0 0,0 1 0 0 0,0 0 0 0 0,0 0 0 0 0,0-1 0 0 0,1 1 0 0 0,-1 0 0 0 0,1 3 0 0 0,0-4-70 0 0,0 0 0 0 0,1 1 0 0 0,-1-1 0 0 0,0 0 0 0 0,1 0 0 0 0,-1 0 0 0 0,1 0 0 0 0,0 0 0 0 0,0 0 0 0 0,0 0 0 0 0,0-1-1 0 0,0 1 1 0 0,0 0 0 0 0,0 0 0 0 0,1-1 0 0 0,-1 1 0 0 0,1-1 0 0 0,1 2 0 0 0,1 1 6 0 0,1-1-1 0 0,-1 0 1 0 0,1 0 0 0 0,0-1 0 0 0,0 0-1 0 0,10 4 1 0 0,1-2 0 0 0,0 0 0 0 0,0-1 0 0 0,27 2 1 0 0,-37-5-18 0 0,0 1 0 0 0,0-2 0 0 0,0 1 1 0 0,0-1-1 0 0,0 1 0 0 0,0-2 1 0 0,0 1-1 0 0,8-4 0 0 0,-12 5 10 0 0,0-1 1 0 0,0 0-1 0 0,0 0 0 0 0,-1 0 0 0 0,1 0 0 0 0,0 0 0 0 0,-1 0 1 0 0,1-1-1 0 0,-1 1 0 0 0,0 0 0 0 0,1-1 0 0 0,-1 1 0 0 0,0-1 1 0 0,0 1-1 0 0,0-1 0 0 0,0 0 0 0 0,0 1 0 0 0,0-1 0 0 0,0 0 1 0 0,-1 0-1 0 0,1 0 0 0 0,-1 0 0 0 0,1 0 0 0 0,-1 0 0 0 0,0 1 1 0 0,0-4-1 0 0,1 1 18 0 0,-1 0 0 0 0,0 0 0 0 0,0 0 0 0 0,0 0 0 0 0,0 0 0 0 0,-1 0 0 0 0,0 0 0 0 0,0 1 1 0 0,0-1-1 0 0,0 0 0 0 0,0 0 0 0 0,-1 1 0 0 0,0-1 0 0 0,1 1 0 0 0,-1-1 0 0 0,-1 1 0 0 0,-4-6 0 0 0,-10-11 190 0 0,14 14-73 0 0,-1 1-1 0 0,0 1 1 0 0,-1-1 0 0 0,-8-7-1 0 0,12 11-108 0 0,-1 0 0 0 0,1 0-1 0 0,-1 1 1 0 0,1-1 0 0 0,-1 0-1 0 0,1 1 1 0 0,-1-1 0 0 0,0 1-1 0 0,1-1 1 0 0,-1 1 0 0 0,0 0-1 0 0,0-1 1 0 0,1 1 0 0 0,-1 0-1 0 0,0 0 1 0 0,1 1 0 0 0,-1-1-1 0 0,0 0 1 0 0,1 0 0 0 0,-1 1 0 0 0,-3 1-1 0 0,5-2-18 0 0,-1 1 0 0 0,1 0 1 0 0,-1-1-1 0 0,1 1 0 0 0,-1 0 0 0 0,1-1 0 0 0,0 1 0 0 0,0 0 0 0 0,-1 0 0 0 0,1-1 0 0 0,0 1 1 0 0,0 0-1 0 0,0 0 0 0 0,0 0 0 0 0,0-1 0 0 0,0 1 0 0 0,0 0 0 0 0,0 0 0 0 0,0 0 0 0 0,0-1 1 0 0,0 1-1 0 0,1 0 0 0 0,-1 0 0 0 0,0-1 0 0 0,1 1 0 0 0,-1 0 0 0 0,0 0 0 0 0,1-1 0 0 0,0 2 1 0 0,40 74-18 0 0,-36-67 5 0 0,1-1-1 0 0,0 1 1 0 0,0-1-1 0 0,1 0 1 0 0,0-1 0 0 0,16 13-1 0 0,-17-15 5 0 0,0 0 0 0 0,0 0 0 0 0,-1 1-1 0 0,0-1 1 0 0,1 1 0 0 0,-2 0 0 0 0,1 1 0 0 0,-1-1 0 0 0,0 1-1 0 0,0 0 1 0 0,-1 0 0 0 0,5 13 0 0 0,-7-14 1 0 0,1 1 0 0 0,-1-1 0 0 0,-1 0 0 0 0,1 1 1 0 0,-1-1-1 0 0,0 0 0 0 0,-1 1 0 0 0,1-1 0 0 0,-1 1 0 0 0,0-1 1 0 0,-1 0-1 0 0,0 0 0 0 0,0 0 0 0 0,0 0 0 0 0,0 0 0 0 0,-1 0 0 0 0,0 0 1 0 0,-1-1-1 0 0,1 0 0 0 0,-1 1 0 0 0,0-1 0 0 0,0-1 0 0 0,-8 8 1 0 0,1-3 68 0 0,1-1 0 0 0,-2 0 0 0 0,1-1 1 0 0,-1-1-1 0 0,0 0 0 0 0,0 0 0 0 0,-1-1 1 0 0,0-1-1 0 0,-25 6 0 0 0,33-9-26 0 0,1 0 0 0 0,0-1 0 0 0,-1 0-1 0 0,1 0 1 0 0,-1 0 0 0 0,1 0 0 0 0,-1-1 0 0 0,1 1-1 0 0,0-1 1 0 0,-1 0 0 0 0,-4-2 0 0 0,0 0 42 0 0,7 3-50 0 0,-1-1-1 0 0,1 1 1 0 0,0-1-1 0 0,-1 1 1 0 0,1-1 0 0 0,0 0-1 0 0,0 0 1 0 0,0 0-1 0 0,0 0 1 0 0,0-1-1 0 0,0 1 1 0 0,0 0 0 0 0,0-1-1 0 0,0 0 1 0 0,0 1-1 0 0,1-1 1 0 0,-1 0-1 0 0,1 0 1 0 0,-3-3 0 0 0,4 2 6 0 0,0 1-1 0 0,0-1 1 0 0,0 1 0 0 0,1-1 0 0 0,-1 1 0 0 0,1 0 0 0 0,-1-1 0 0 0,1 1 0 0 0,0 0 0 0 0,0-1 0 0 0,0 1 0 0 0,0 0 0 0 0,0 0 0 0 0,1 0 0 0 0,-1 0 0 0 0,1 0 0 0 0,-1 0 0 0 0,1 0-1 0 0,0 0 1 0 0,4-2 0 0 0,20-22 186 0 0,2 1 0 0 0,1 2 0 0 0,37-24 0 0 0,108-56-579 0 0,-24 15-1287 0 0,2 0-1572 0 0,-100 59 868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38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4 2961 0 0,'-14'0'3712'0'0,"28"0"-1608"0"0,-17-1-1824 0 0,-9-2 4 0 0,9 6 298 0 0,25 15-87 0 0,-13-11-458 0 0,0 0 0 0 0,-1 0 0 0 0,0 1-1 0 0,-1 0 1 0 0,1 0 0 0 0,-1 1 0 0 0,-1 0 0 0 0,0 0 0 0 0,0 0 0 0 0,-1 1-1 0 0,0 0 1 0 0,0 0 0 0 0,-1 1 0 0 0,-1-1 0 0 0,0 1 0 0 0,0-1-1 0 0,-1 1 1 0 0,-1 0 0 0 0,1 0 0 0 0,-2 16 0 0 0,0 448 1830 0 0,-1-451-1798 0 0,-1 0 0 0 0,-6 26 0 0 0,4-28-36 0 0,1 1 1 0 0,-1 23-1 0 0,4-36-66 0 0,4-19-121 0 0,17 4-146 0 0,-16 4 291 0 0,0 0 1 0 0,0 0-1 0 0,0-1 1 0 0,0 0-1 0 0,0 0 1 0 0,7-4-1 0 0,-5 1 64 0 0,1-1 0 0 0,-1-1 0 0 0,0 1-1 0 0,-1-1 1 0 0,0 0 0 0 0,0-1 0 0 0,0 1 0 0 0,-1-1-1 0 0,7-14 1 0 0,7-10 104 0 0,150-227 855 0 0,-112 162-891 0 0,23-34 7 0 0,-64 109-108 0 0,-1 0-1 0 0,-2 0 0 0 0,0-1 1 0 0,16-43-1 0 0,-26 41-559 0 0,-3 16-1296 0 0,0 13-2597 0 0,0 5-224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39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92 560 0 0,'1'0'192'0'0,"1"-1"-1"0"0,-1 0 0 0 0,1 0 1 0 0,-1 0-1 0 0,0 0 0 0 0,1 0 1 0 0,-1 0-1 0 0,0 0 0 0 0,0-1 1 0 0,0 1-1 0 0,0 0 0 0 0,0-1 1 0 0,0 1-1 0 0,0 0 1 0 0,0-1-1 0 0,-1 1 0 0 0,1-1 1 0 0,0 0-1 0 0,-1 1 0 0 0,1-1 1 0 0,-1 0-1 0 0,0 1 0 0 0,0-1 1 0 0,1 0-1 0 0,-1 1 0 0 0,0-1 1 0 0,0 0-1 0 0,-1-1 0 0 0,1 1-81 0 0,-1 1 0 0 0,0 0 0 0 0,1-1 0 0 0,-1 1 0 0 0,0 0 0 0 0,0 0 0 0 0,0-1-1 0 0,0 1 1 0 0,0 0 0 0 0,0 0 0 0 0,0 0 0 0 0,0 0 0 0 0,0 0 0 0 0,-1 0 0 0 0,1 1 0 0 0,0-1-1 0 0,0 0 1 0 0,-1 1 0 0 0,1-1 0 0 0,-3 0 0 0 0,-34-13 577 0 0,33 13-533 0 0,-5-3-6 0 0,0 2 0 0 0,0-1 0 0 0,-18-1 1 0 0,26 4-126 0 0,0 0 1 0 0,-1 0-1 0 0,1 0 1 0 0,0 0-1 0 0,0 0 1 0 0,-1 0-1 0 0,1 0 1 0 0,0 1-1 0 0,0-1 1 0 0,0 1-1 0 0,-1 0 1 0 0,1 0-1 0 0,0 0 1 0 0,0 0-1 0 0,0 0 1 0 0,0 0-1 0 0,0 0 1 0 0,0 1-1 0 0,1-1 1 0 0,-1 0-1 0 0,0 1 1 0 0,-1 2-1 0 0,-2 5 28 0 0,1 0 0 0 0,0 0 0 0 0,-3 14 0 0 0,5-15-28 0 0,1-6-19 0 0,1 0 1 0 0,-1 1-1 0 0,1-1 0 0 0,0 1 0 0 0,0-1 0 0 0,0 1 1 0 0,0-1-1 0 0,0 1 0 0 0,1-1 0 0 0,-1 1 0 0 0,1-1 1 0 0,-1 0-1 0 0,1 1 0 0 0,0-1 0 0 0,0 0 0 0 0,0 1 1 0 0,0-1-1 0 0,1 0 0 0 0,-1 0 0 0 0,0 0 0 0 0,1 0 1 0 0,0 0-1 0 0,-1 0 0 0 0,1-1 0 0 0,3 4 0 0 0,4 2 12 0 0,0-1-1 0 0,0 1 1 0 0,1-2-1 0 0,10 6 0 0 0,-17-10-14 0 0,3 2-17 0 0,-1 0-1 0 0,1 0 1 0 0,-1-1 0 0 0,1 0-1 0 0,0 0 1 0 0,0-1 0 0 0,0 0-1 0 0,0 0 1 0 0,11 1 0 0 0,-8-3-5 0 0,-1 0 1 0 0,0-1-1 0 0,1 0 1 0 0,-1 0-1 0 0,0-1 1 0 0,10-5-1 0 0,-15 7 36 0 0,0-1 0 0 0,-1 1 0 0 0,1-1-1 0 0,0 1 1 0 0,-1-1 0 0 0,0 0 0 0 0,1 0 0 0 0,-1 0 0 0 0,0 0-1 0 0,0-1 1 0 0,0 1 0 0 0,0-1 0 0 0,-1 1 0 0 0,1-1-1 0 0,-1 1 1 0 0,1-1 0 0 0,-1 0 0 0 0,0 0 0 0 0,0 0 0 0 0,0 1-1 0 0,0-5 1 0 0,1-6 91 0 0,0-1 1 0 0,-2 1-1 0 0,0-24 0 0 0,-1 7 90 0 0,23 42-196 0 0,27 23 109 0 0,-27-21-23 0 0,-2 1 1 0 0,1 1-1 0 0,-2 1 0 0 0,-1 0 1 0 0,26 30-1 0 0,-39-39-45 0 0,0-1-1 0 0,0 0 0 0 0,0 1 0 0 0,-1 0 1 0 0,0 0-1 0 0,-1 1 0 0 0,0-1 1 0 0,0 1-1 0 0,2 11 0 0 0,-2 2 73 0 0,-1 0 0 0 0,-2 33 0 0 0,0-30-28 0 0,0-9-4 0 0,0 0-1 0 0,-2-1 1 0 0,0 1 0 0 0,-5 21-1 0 0,5-30-50 0 0,-1 0-1 0 0,1-1 1 0 0,-1 1 0 0 0,0-1-1 0 0,0 0 1 0 0,-1 0-1 0 0,0 0 1 0 0,0-1-1 0 0,0 1 1 0 0,-1-1-1 0 0,0 0 1 0 0,-9 7-1 0 0,1-3-19 0 0,-1 0 0 0 0,-1-1 0 0 0,0 0 0 0 0,0-2 0 0 0,0 1 0 0 0,-1-2 0 0 0,0 0 0 0 0,0-1 0 0 0,-18 2 0 0 0,11-2-13 0 0,-1-2 0 0 0,0 0-1 0 0,0-2 1 0 0,0-1 0 0 0,-31-4-1 0 0,45 3 32 0 0,1 0 1 0 0,0 0-1 0 0,0-1 0 0 0,1 0 0 0 0,-1 0 0 0 0,0-1 0 0 0,1-1 1 0 0,-14-8-1 0 0,21 12-15 0 0,0 0 0 0 0,0 1 0 0 0,0-1 0 0 0,0 0 0 0 0,0 0 0 0 0,0 0 0 0 0,0 0 0 0 0,0 0 0 0 0,0 0 0 0 0,0 0 0 0 0,1-1 0 0 0,-1 1 0 0 0,0 0 1 0 0,1 0-1 0 0,-1-1 0 0 0,1 1 0 0 0,-1 0 0 0 0,1 0 0 0 0,0-1 0 0 0,0 1 0 0 0,-1 0 0 0 0,1-1 0 0 0,0 1 0 0 0,0-1 0 0 0,0 1 0 0 0,0 0 0 0 0,1-1 0 0 0,-1 1 0 0 0,0 0 0 0 0,1-1 0 0 0,-1 1 0 0 0,1 0 1 0 0,-1 0-1 0 0,1-1 0 0 0,-1 1 0 0 0,1 0 0 0 0,0 0 0 0 0,0 0 0 0 0,-1 0 0 0 0,3-2 0 0 0,4-5 74 0 0,1-1 0 0 0,0 1 1 0 0,0 1-1 0 0,12-8 0 0 0,-17 12-84 0 0,171-115-104 0 0,-41 30-252 0 0,11-24-1457 0 0,-105 78-753 0 0,56-65-1 0 0,-47 35-1597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31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245 161 1601 0 0,'-7'-3'797'0'0,"-21"-14"1146"0"0,28 17-1896 0 0,-1-1 0 0 0,0 1 0 0 0,1-1-1 0 0,-1 1 1 0 0,0-1 0 0 0,1 0 0 0 0,-1 0 0 0 0,1 1 0 0 0,-1-1 0 0 0,1 0 0 0 0,0 0 0 0 0,-1 1 0 0 0,1-1 0 0 0,0 0 0 0 0,-1 0 0 0 0,1 0 0 0 0,0 1 0 0 0,0-1 0 0 0,0 0-1 0 0,0 0 1 0 0,0 0 0 0 0,0 0 0 0 0,0 0 0 0 0,0 0 0 0 0,0 1 0 0 0,0-1 0 0 0,0 0 0 0 0,1 0 0 0 0,-1 0 0 0 0,0 0 0 0 0,1-1 0 0 0,6-10 56 0 0,-5 10-74 0 0,-1 0 0 0 0,0 0 0 0 0,1-1 0 0 0,-1 1-1 0 0,0-1 1 0 0,0 1 0 0 0,-1-1 0 0 0,1 1 0 0 0,0-1-1 0 0,-1 0 1 0 0,0 1 0 0 0,1-1 0 0 0,-1-5 0 0 0,0 8-1 0 0,0-1 1 0 0,0 0 0 0 0,0 0 0 0 0,0 1 0 0 0,0-1 0 0 0,0 0 0 0 0,0 0-1 0 0,0 0 1 0 0,1 1 0 0 0,-1-1 0 0 0,0 0 0 0 0,1 0 0 0 0,-1 1 0 0 0,1-1-1 0 0,-1 0 1 0 0,0 1 0 0 0,1-1 0 0 0,-1 1 0 0 0,1-1 0 0 0,0 0-1 0 0,-1 1 1 0 0,1-1 0 0 0,0 1 0 0 0,-1 0 0 0 0,2-1 0 0 0,-1 0 23 0 0,0 1 1 0 0,-1-1 0 0 0,1 0 0 0 0,0 1-1 0 0,0-1 1 0 0,-1 0 0 0 0,1 1 0 0 0,0-1-1 0 0,-1 0 1 0 0,1 0 0 0 0,0 0-1 0 0,-1 0 1 0 0,1 0 0 0 0,-1 1 0 0 0,0-1-1 0 0,1 0 1 0 0,-1 0 0 0 0,0 0-1 0 0,1 0 1 0 0,-1 0 0 0 0,0 0 0 0 0,0 0-1 0 0,0 0 1 0 0,0 0 0 0 0,0-2 0 0 0,3 1 63 0 0,-1 0 0 0 0,1 0 1 0 0,0 0-1 0 0,0 0 1 0 0,0 0-1 0 0,0 1 0 0 0,0-1 1 0 0,1 1-1 0 0,-1 0 1 0 0,4-1-1 0 0,4 1 10 0 0,1 0 1 0 0,-1 1-1 0 0,1 0 1 0 0,-1 0-1 0 0,1 1 0 0 0,-1 1 1 0 0,22 5-1 0 0,-28-6-96 0 0,6 2 1 0 0,1 0 0 0 0,-1 1 1 0 0,0 0-1 0 0,0 1 0 0 0,0 0 1 0 0,16 11-1 0 0,-24-13-23 0 0,0-1 0 0 0,0 0 0 0 0,0 1 0 0 0,0 0-1 0 0,0 0 1 0 0,0 0 0 0 0,-1 0 0 0 0,0 0 0 0 0,1 1 0 0 0,2 6-1 0 0,-4-8-5 0 0,-1 0 0 0 0,1 1 1 0 0,0-1-1 0 0,-1 0 0 0 0,0 1 0 0 0,0-1 0 0 0,1 1 0 0 0,-1-1 0 0 0,-1 0 0 0 0,1 1 0 0 0,0-1 0 0 0,-1 1 0 0 0,1-1 0 0 0,-1 0 0 0 0,1 1 0 0 0,-1-1 0 0 0,0 0 0 0 0,0 0 0 0 0,-2 3 0 0 0,-7 9 40 0 0,0-1 0 0 0,-2-1 0 0 0,1 0 0 0 0,-1-1 0 0 0,-1 0 0 0 0,-27 18 0 0 0,-196 100 145 0 0,226-124-187 0 0,-1 0 0 0 0,0-2 0 0 0,0 1 0 0 0,0-1 0 0 0,0-1 0 0 0,0 0 0 0 0,-1-1 0 0 0,1 0 0 0 0,0 0 0 0 0,-1-1 0 0 0,1-1 0 0 0,-1 0 0 0 0,-17-4 0 0 0,25 2 40 0 0,11 6-22 0 0,-1 0 0 0 0,0 0 0 0 0,1-1 0 0 0,0 0 0 0 0,0 0 0 0 0,-1 0 0 0 0,1-1 0 0 0,0 0 1 0 0,0 0-1 0 0,10-1 0 0 0,11 3 36 0 0,35 7-53 0 0,-17-1-762 0 0,1-2 1 0 0,1-2-1 0 0,73-1 1 0 0,-117-4 530 0 0,0 0 0 0 0,0 0 0 0 0,0-1 0 0 0,-1 1 0 0 0,1-1 0 0 0,0 0 0 0 0,0 0 0 0 0,0 0 1 0 0,0 0-1 0 0,-1 0 0 0 0,1-1 0 0 0,-1 0 0 0 0,1 0 0 0 0,-1 0 0 0 0,0 0 0 0 0,4-4 0 0 0,-3-13-2491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31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0 3762 0 0,'-22'0'3201'0'0,"-1"0"-1840"0"0,46 0-721 0 0,21 0-400 0 0,-22 0 0 0 0,45 5-80 0 0,17 4-240 0 0,50 14-960 0 0,-68-5-1681 0 0,1-12-2802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31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75 5202 0 0,'-29'2'1161'0'0,"11"0"-748"0"0,0-1 1 0 0,0 0-1 0 0,-1-2 1 0 0,-30-4 0 0 0,33-1 3 0 0,20 0 4 0 0,-3 5-409 0 0,0 0 1 0 0,0 1 0 0 0,0-1 0 0 0,0 0-1 0 0,-1 0 1 0 0,1 0 0 0 0,0 0 0 0 0,0 0-1 0 0,-1 1 1 0 0,1-1 0 0 0,-1 0 0 0 0,1-1-1 0 0,-1 1 1 0 0,1 0 0 0 0,-1 0 0 0 0,0 0 0 0 0,1 0-1 0 0,-1-2 1 0 0,0 2-10 0 0,1 0 0 0 0,-1 0 0 0 0,0 0 0 0 0,1 0 0 0 0,-1 0 0 0 0,1 0 0 0 0,0 0 0 0 0,-1 0 1 0 0,1 0-1 0 0,0 0 0 0 0,-1 1 0 0 0,1-1 0 0 0,0 0 0 0 0,0 0 0 0 0,0 1 0 0 0,0-1 0 0 0,-1 0 0 0 0,1 1 0 0 0,0-1 0 0 0,0 1 0 0 0,0 0 0 0 0,0-1 0 0 0,2 0 0 0 0,32-9 24 0 0,-22 6-20 0 0,-3 1-2 0 0,0 1 0 0 0,0 0 0 0 0,0 1 0 0 0,0 0 0 0 0,1 0 1 0 0,-1 1-1 0 0,0 0 0 0 0,1 1 0 0 0,-1 0 0 0 0,0 1 0 0 0,0 0 0 0 0,19 7 0 0 0,-26-8-5 0 0,0 1 0 0 0,-1-1 0 0 0,1 1 0 0 0,0 0 0 0 0,-1 0 0 0 0,1 0 0 0 0,-1 1 0 0 0,1-1 0 0 0,-1 0 0 0 0,0 1 0 0 0,0 0 0 0 0,0-1 0 0 0,-1 1 0 0 0,1 0 0 0 0,-1 0 0 0 0,2 4 0 0 0,-1 1 0 0 0,0-1 0 0 0,-1 1 0 0 0,-1 0 0 0 0,1 0 0 0 0,-2 11 0 0 0,1-4 0 0 0,0-14-1 0 0,0-1 0 0 0,0 1 0 0 0,0-1 0 0 0,0 1 0 0 0,0-1 0 0 0,0 1-1 0 0,0 0 1 0 0,0-1 0 0 0,0 1 0 0 0,-1-1 0 0 0,1 1 0 0 0,0-1 0 0 0,0 1-1 0 0,-1-1 1 0 0,1 0 0 0 0,0 1 0 0 0,0-1 0 0 0,-1 1 0 0 0,1-1-1 0 0,-1 0 1 0 0,1 1 0 0 0,0-1 0 0 0,-1 1 0 0 0,1-1 0 0 0,-1 0 0 0 0,1 0-1 0 0,-1 1 1 0 0,1-1 0 0 0,-1 0 0 0 0,1 0 0 0 0,-1 0 0 0 0,1 1 0 0 0,-2-1-1 0 0,2 0 1 0 0,-1 0 0 0 0,1 0 0 0 0,-1 0 0 0 0,1 0-1 0 0,-1 1 1 0 0,0-1 0 0 0,1 0 0 0 0,-1 0 0 0 0,1 1-1 0 0,0-1 1 0 0,-1 0 0 0 0,1 1 0 0 0,-1-1 0 0 0,1 1-1 0 0,-1-1 1 0 0,1 0 0 0 0,0 1 0 0 0,-1-1-1 0 0,1 1 1 0 0,0-1 0 0 0,-1 1 0 0 0,1-1 0 0 0,0 1-1 0 0,0-1 1 0 0,-1 1 0 0 0,1-1 0 0 0,0 1 0 0 0,0 0-1 0 0,0-1 1 0 0,0 1 0 0 0,0-1 0 0 0,0 1 0 0 0,0 1-1 0 0,0-2 2 0 0,1 1 1 0 0,0 0-1 0 0,-1-1 0 0 0,1 1 0 0 0,-1-1 0 0 0,1 1 0 0 0,0 0 0 0 0,0-1 0 0 0,-1 1 0 0 0,1-1 0 0 0,0 0 0 0 0,0 1 0 0 0,-1-1 0 0 0,1 0 0 0 0,0 1 0 0 0,0-1 0 0 0,0 0 0 0 0,0 0 0 0 0,1 0 1 0 0,0 1 11 0 0,2 1-6 0 0,-1 0-1 0 0,1 0 1 0 0,-1-1 0 0 0,1 1 0 0 0,0-1 0 0 0,-1 0 0 0 0,8 1-1 0 0,24 8 15 0 0,16 9 6 0 0,-40-16-15 0 0,0 1 0 0 0,1 1 0 0 0,-1 0 0 0 0,19 11-1 0 0,-30-16-10 0 0,1 0 0 0 0,-1 1 0 0 0,0-1 0 0 0,1 0 0 0 0,-1 0 0 0 0,0 1 0 0 0,1-1 0 0 0,-1 0 0 0 0,1 0 0 0 0,-1 1 0 0 0,0-1 0 0 0,0 0 0 0 0,1 1-1 0 0,-1-1 1 0 0,0 0 0 0 0,0 1 0 0 0,1-1 0 0 0,-1 1 0 0 0,0-1 0 0 0,0 0 0 0 0,0 1 0 0 0,0-1 0 0 0,0 1 0 0 0,1-1 0 0 0,-1 1 0 0 0,0-1 0 0 0,0 0-1 0 0,0 1 1 0 0,0-1 0 0 0,0 1 0 0 0,0-1 0 0 0,-1 1 0 0 0,1-1 0 0 0,0 0 0 0 0,0 1 0 0 0,0-1 0 0 0,0 1 0 0 0,0-1 0 0 0,-1 0 0 0 0,1 1 0 0 0,0-1-1 0 0,0 1 1 0 0,-1-1 0 0 0,1 0 0 0 0,0 1 0 0 0,-1-1 0 0 0,-24 11 17 0 0,-83 14 663 0 0,-1-6 0 0 0,-192 9 1 0 0,291-27-759 0 0,1 0 1 0 0,-1-2-1 0 0,1 1 0 0 0,0-1 1 0 0,-1 0-1 0 0,1-1 0 0 0,0 0 1 0 0,-1-1-1 0 0,1 1 1 0 0,-8-6-1 0 0,16 8 30 0 0,-1 0 1 0 0,1-1-1 0 0,0 0 1 0 0,0 1-1 0 0,0-1 1 0 0,0 0-1 0 0,0 1 1 0 0,0-1-1 0 0,1 0 0 0 0,-1 0 1 0 0,0 0-1 0 0,0 0 1 0 0,0 0-1 0 0,1 0 1 0 0,-1 0-1 0 0,1 0 1 0 0,-1 0-1 0 0,1 0 0 0 0,-1 0 1 0 0,1 0-1 0 0,-1 0 1 0 0,1 0-1 0 0,0-1 1 0 0,0 1-1 0 0,-1-2 0 0 0,2 0-58 0 0,0 1 0 0 0,0 0 0 0 0,0 0 0 0 0,0 0 0 0 0,0 0 0 0 0,0 0 0 0 0,0 0 0 0 0,1 0 0 0 0,-1 0 0 0 0,1 0-1 0 0,-1 1 1 0 0,1-1 0 0 0,0 0 0 0 0,2-1 0 0 0,56-38-2108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33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396 620 1281 0 0,'-63'-32'5535'0'0,"62"32"-5502"0"0,1 0 0 0 0,0 0-1 0 0,-1-1 1 0 0,1 1-1 0 0,0 0 1 0 0,0 0-1 0 0,-1 0 1 0 0,1 0-1 0 0,0-1 1 0 0,0 1 0 0 0,-1 0-1 0 0,1 0 1 0 0,0 0-1 0 0,0-1 1 0 0,0 1-1 0 0,-1 0 1 0 0,1 0-1 0 0,0-1 1 0 0,0 1 0 0 0,0 0-1 0 0,0-1 1 0 0,0 1-1 0 0,-1 0 1 0 0,1-1-1 0 0,0 1 1 0 0,0 0-1 0 0,0 0 1 0 0,0-1 0 0 0,0 1-1 0 0,0 0 1 0 0,0-1-1 0 0,0 1 1 0 0,0 0-1 0 0,0-1 1 0 0,0 1-1 0 0,1 0 1 0 0,-1-1 0 0 0,0 1-1 0 0,0 0 1 0 0,0 0-1 0 0,0-1 1 0 0,0 1-1 0 0,0 0 1 0 0,1-1-1 0 0,-1 1 1 0 0,0 0 0 0 0,0 0-1 0 0,1 0 1 0 0,-1-1-1 0 0,0 1 1 0 0,0 0-1 0 0,1 0 1 0 0,-1 0-1 0 0,0-1 1 0 0,0 1 0 0 0,1 0-1 0 0,-1 0 1 0 0,0 0-1 0 0,1 0 1 0 0,-1 0-1 0 0,0 0 1 0 0,0 0-1 0 0,1 0 1 0 0,16-9 84 0 0,7 4-81 0 0,1 0 0 0 0,-1 1-1 0 0,35 0 1 0 0,35-6-139 0 0,-85 7 156 0 0,-15 1 60 0 0,-30-1 146 0 0,17 1-190 0 0,-42-2 425 0 0,-1 3-1 0 0,-115 13 1 0 0,159-10-396 0 0,1 1 0 0 0,-1 1 0 0 0,1 1 0 0 0,0 0 0 0 0,0 1-1 0 0,0 1 1 0 0,-21 12 0 0 0,33-17-81 0 0,1 1 0 0 0,0 0-1 0 0,-1 0 1 0 0,1 0 0 0 0,0 0-1 0 0,1 1 1 0 0,-1-1 0 0 0,1 1-1 0 0,-1 0 1 0 0,1 0 0 0 0,0 0 0 0 0,0 0-1 0 0,1 1 1 0 0,0-1 0 0 0,-1 1-1 0 0,1 0 1 0 0,1 0 0 0 0,-1-1-1 0 0,1 1 1 0 0,0 0 0 0 0,0 0-1 0 0,0 1 1 0 0,1-1 0 0 0,0 0-1 0 0,0 0 1 0 0,0 0 0 0 0,0 0-1 0 0,3 10 1 0 0,-1-10-19 0 0,0 0 0 0 0,0 0 0 0 0,0 0 0 0 0,1 0 1 0 0,0 0-1 0 0,0 0 0 0 0,1-1 0 0 0,-1 1 0 0 0,1-1 0 0 0,0 0 0 0 0,0 0 0 0 0,0-1 0 0 0,0 1 1 0 0,1-1-1 0 0,0 0 0 0 0,-1 0 0 0 0,1 0 0 0 0,0-1 0 0 0,0 0 0 0 0,1 0 0 0 0,-1 0 0 0 0,8 1 1 0 0,6 2-17 0 0,1-1 1 0 0,-1-1 0 0 0,1 0 0 0 0,-1-2-1 0 0,27-1 1 0 0,-24-1 10 0 0,-1-1-1 0 0,1-1 0 0 0,-1-1 1 0 0,0-1-1 0 0,0 0 0 0 0,0-2 1 0 0,0-1-1 0 0,-1 0 1 0 0,-1-1-1 0 0,1-1 0 0 0,-2-1 1 0 0,1-1-1 0 0,22-19 1 0 0,-28 20-61 0 0,0 0 0 0 0,-1 0 0 0 0,-1-1 0 0 0,0-1 0 0 0,0 1 1 0 0,-2-2-1 0 0,1 0 0 0 0,-2 0 0 0 0,0 0 0 0 0,0-1 1 0 0,8-25-1 0 0,-2-1-58 0 0,-8 27 87 0 0,-1 0 0 0 0,0 0-1 0 0,-1-1 1 0 0,-1 0 0 0 0,0 0 0 0 0,0-21 0 0 0,-3-319 385 0 0,1 355-347 0 0,-1 0 0 0 0,1-1 0 0 0,-1 1 0 0 0,1 0 0 0 0,-1-1 0 0 0,1 1 0 0 0,-1 0 0 0 0,1 0 0 0 0,-1-1 0 0 0,1 1 0 0 0,-1 0 0 0 0,1 0 0 0 0,-1 0 0 0 0,1 0 0 0 0,0 0 0 0 0,-1 0 0 0 0,1 0 0 0 0,-1 0 0 0 0,1 0 0 0 0,-1 0 0 0 0,1 0 0 0 0,-1 0 0 0 0,1 0 0 0 0,0 0 0 0 0,-1 0 0 0 0,1 1 0 0 0,-1-1 0 0 0,1 0 0 0 0,-1 0 0 0 0,1 1 0 0 0,-1-1 0 0 0,1 0 0 0 0,-1 1 0 0 0,0-1 0 0 0,1 0 0 0 0,-1 1-1 0 0,1-1 1 0 0,-1 1 0 0 0,0-1 0 0 0,1 1 0 0 0,-1-1 0 0 0,0 1 0 0 0,0-1 0 0 0,1 1 0 0 0,-1-1 0 0 0,0 1 0 0 0,0-1 0 0 0,0 1 0 0 0,1-1 0 0 0,-1 1 0 0 0,0 0 0 0 0,0 4 36 0 0,0 0 1 0 0,0-1-1 0 0,1 1 1 0 0,0-1-1 0 0,0 1 0 0 0,0-1 1 0 0,4 9-1 0 0,4 19 136 0 0,-5 8 2 0 0,-2 1 0 0 0,-3 40 0 0 0,0-16-25 0 0,-10 68 124 0 0,0 3-104 0 0,10-114-186 0 0,1-15-126 0 0,-1 1 0 0 0,2 0 1 0 0,-1-1-1 0 0,1 1 0 0 0,3 12 0 0 0,-4-18 27 0 0,1 0 0 0 0,0-1 0 0 0,0 1 0 0 0,0 0 0 0 0,0 0 0 0 0,0-1 0 0 0,0 1 0 0 0,0-1 0 0 0,0 1 0 0 0,1-1 0 0 0,-1 0 0 0 0,1 1 0 0 0,-1-1 1 0 0,1 0-1 0 0,-1 0 0 0 0,1 0 0 0 0,0 0 0 0 0,0 0 0 0 0,-1 0 0 0 0,1-1 0 0 0,0 1 0 0 0,0-1 0 0 0,0 1 0 0 0,0-1 0 0 0,3 1 0 0 0,40-3-4165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41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529 132 2001 0 0,'12'-9'736'0'0,"17"-12"677"0"0,-1 0 0 0 0,36-37 1 0 0,-43 47-1532 0 0,-19 10 101 0 0,-1 1 1 0 0,1 0-1 0 0,-1-1 0 0 0,0 0 1 0 0,1 1-1 0 0,-1-1 1 0 0,0 0-1 0 0,0 1 0 0 0,1-1 1 0 0,-1 0-1 0 0,0 0 1 0 0,2-2-1 0 0,-3 2 351 0 0,-7 1-186 0 0,-1 1 0 0 0,1 0 0 0 0,0 0 0 0 0,0 0 1 0 0,0 1-1 0 0,0 0 0 0 0,0 1 0 0 0,-9 4 0 0 0,-26 8 186 0 0,1 3-1 0 0,1 1 1 0 0,0 2-1 0 0,-53 37 1 0 0,78-47-268 0 0,-107 72 375 0 0,121-83-438 0 0,-33 20 296 0 0,-61 45-1 0 0,-4 3-832 0 0,92-59-283 0 0,12-7 95 0 0,16-9-727 0 0,26-20-1352 0 0,31-13-1881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42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596 0 2481 0 0,'-111'37'5683'0'0,"0"10"-4083"0"0,27 1-1680 0 0,17 7 241 0 0,-22 12 479 0 0,22-7 80 0 0,23-4-240 0 0,22-8-320 0 0,22-7-560 0 0,0-17-1040 0 0,22-20-1282 0 0,45-32-3120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36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47 960 0 0,'4'-2'547'0'0,"0"-1"0"0"0,0 1-1 0 0,0 0 1 0 0,0 1-1 0 0,0-1 1 0 0,1 1-1 0 0,5-2 1 0 0,-4 2-11 0 0,79-28 2559 0 0,-65 30-2507 0 0,-20-1-587 0 0,1 0 0 0 0,-1 0 1 0 0,1 0-1 0 0,-1 1 0 0 0,1-1 1 0 0,-1 0-1 0 0,0 0 0 0 0,1 1 0 0 0,-1-1 1 0 0,0 0-1 0 0,1 1 0 0 0,-1-1 1 0 0,0 1-1 0 0,1-1 0 0 0,-1 0 0 0 0,0 1 1 0 0,0-1-1 0 0,1 1 0 0 0,-1-1 1 0 0,0 0-1 0 0,0 1 0 0 0,0-1 1 0 0,0 1-1 0 0,0-1 0 0 0,0 1 0 0 0,1-1 1 0 0,-1 1-1 0 0,0-1 0 0 0,0 1 1 0 0,0-1-1 0 0,-1 1 0 0 0,1-1 0 0 0,0 1 1 0 0,0-1-1 0 0,0 1 0 0 0,0-1 1 0 0,0 0-1 0 0,-1 1 0 0 0,1-1 0 0 0,0 1 1 0 0,0-1-1 0 0,0 1 0 0 0,-1-1 1 0 0,1 0-1 0 0,0 1 0 0 0,-1-1 1 0 0,1 0-1 0 0,0 1 0 0 0,-1-1 0 0 0,0 1 1 0 0,-6 8 77 0 0,-1 0 1 0 0,0 0-1 0 0,0-1 0 0 0,-1 0 1 0 0,0-1-1 0 0,-1 0 1 0 0,1 0-1 0 0,-13 6 1 0 0,14-10 153 0 0,1 1 1 0 0,0-2 0 0 0,-1 1 0 0 0,0-1 0 0 0,1 0 0 0 0,-1-1-1 0 0,0 0 1 0 0,0 0 0 0 0,0-1 0 0 0,0 0 0 0 0,0 0 0 0 0,0-1-1 0 0,-15-3 1 0 0,9 1 207 0 0,-10-2 503 0 0,25 2-637 0 0,14 1-251 0 0,9 1-82 0 0,0 1 1 0 0,1 0 0 0 0,-1 2 0 0 0,0 1 0 0 0,0 1 0 0 0,0 1-1 0 0,-1 1 1 0 0,43 18 0 0 0,-61-22 11 0 0,-1 1 0 0 0,1-1-1 0 0,-1 1 1 0 0,0 0 0 0 0,0 1 0 0 0,-1-1-1 0 0,1 1 1 0 0,4 5 0 0 0,-7-8 13 0 0,0 0 1 0 0,0 0-1 0 0,0 0 1 0 0,-1 1-1 0 0,1-1 0 0 0,0 0 1 0 0,0 1-1 0 0,-1-1 0 0 0,1 1 1 0 0,-1-1-1 0 0,1 0 1 0 0,-1 1-1 0 0,0-1 0 0 0,0 1 1 0 0,1-1-1 0 0,-1 1 0 0 0,0-1 1 0 0,0 1-1 0 0,0-1 0 0 0,-1 1 1 0 0,1-1-1 0 0,0 1 1 0 0,0-1-1 0 0,-1 1 0 0 0,1-1 1 0 0,-1 1-1 0 0,0-1 0 0 0,1 0 1 0 0,-2 3-1 0 0,-5 1 89 0 0,0 1-1 0 0,0-1 1 0 0,0 0 0 0 0,-1-1-1 0 0,0 1 1 0 0,0-2-1 0 0,0 1 1 0 0,0-1 0 0 0,-12 3-1 0 0,4-1 51 0 0,-8 5 90 0 0,-111 37 584 0 0,127-45-804 0 0,-9 3-19 0 0,0 0-1 0 0,-29 2 1 0 0,36-5-380 0 0,0-2-1 0 0,1 1 1 0 0,-18-2 0 0 0,25 1 40 0 0,0 0 0 0 0,-1 0 0 0 0,1-1 0 0 0,-1 1 0 0 0,1-1 1 0 0,0 1-1 0 0,-1-1 0 0 0,1 0 0 0 0,0 0 0 0 0,0 0 0 0 0,-1 0 0 0 0,1 0 0 0 0,0-1 1 0 0,0 1-1 0 0,0-1 0 0 0,1 1 0 0 0,-1-1 0 0 0,0 0 0 0 0,1 1 0 0 0,-1-1 0 0 0,-2-4 1 0 0,0-24-5613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36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3522 0 0,'0'-5'2241'0'0,"0"1"-801"0"0,0-1-399 0 0,0 0-241 0 0,22 0-240 0 0,0 5-79 0 0,67 10-241 0 0,129 33-160 0 0,-41-2-560 0 0,-88-3-881 0 0,0-15-2321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37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60 2081 0 0,'-19'4'1754'0'0,"-13"3"-58"0"0,-1-1 1 0 0,-49 3-1 0 0,82-9-1669 0 0,-1 0 0 0 0,1 0 0 0 0,0 0 0 0 0,-1-1 0 0 0,1 1 0 0 0,-1 0 0 0 0,1 0-1 0 0,0 0 1 0 0,-1-1 0 0 0,1 1 0 0 0,0 0 0 0 0,-1 0 0 0 0,1-1 0 0 0,0 1 0 0 0,-1 0 0 0 0,1-1 0 0 0,0 1 0 0 0,-1 0 0 0 0,1-1 0 0 0,0 1-1 0 0,0 0 1 0 0,0-1 0 0 0,-1 1 0 0 0,1-1 0 0 0,0 1 0 0 0,0-1 0 0 0,0 1 0 0 0,0 0 0 0 0,0-1 0 0 0,0 1 0 0 0,0-1 0 0 0,0 1-1 0 0,0-1 1 0 0,0 1 0 0 0,0 0 0 0 0,0-1 0 0 0,0 1 0 0 0,0-1 0 0 0,0 1 0 0 0,0-1 0 0 0,1 1 0 0 0,-1 0 0 0 0,0-1 0 0 0,0 1 0 0 0,0-1-1 0 0,1 1 1 0 0,-1 0 0 0 0,0-1 0 0 0,1 1 0 0 0,-1 0 0 0 0,0-1 0 0 0,0 1 0 0 0,1 0 0 0 0,0-1 0 0 0,6-1 41 0 0,0 0 0 0 0,0-1 0 0 0,0 0 0 0 0,0-1 0 0 0,9-5 0 0 0,-6 3-53 0 0,0 0-1 0 0,0 1 1 0 0,12-4 0 0 0,43-6-263 0 0,-59 14 202 0 0,0 0 0 0 0,-1 1 0 0 0,1 0 0 0 0,0 0 0 0 0,0 0 0 0 0,0 1 0 0 0,0 0 1 0 0,-1 0-1 0 0,11 4 0 0 0,-15-5 40 0 0,0 1 0 0 0,0-1 1 0 0,0 1-1 0 0,0-1 1 0 0,-1 1-1 0 0,1-1 1 0 0,0 1-1 0 0,0 0 0 0 0,0 0 1 0 0,-1-1-1 0 0,1 1 1 0 0,0 0-1 0 0,-1 0 0 0 0,1 0 1 0 0,-1 0-1 0 0,1-1 1 0 0,-1 1-1 0 0,1 0 1 0 0,-1 0-1 0 0,1 0 0 0 0,-1 0 1 0 0,0 0-1 0 0,0 0 1 0 0,0 0-1 0 0,1 0 0 0 0,-1 0 1 0 0,0 1-1 0 0,0-1 1 0 0,0 0-1 0 0,-1 1 0 0 0,-10 34-33 0 0,7-27 25 0 0,1 0 57 0 0,0-1-1 0 0,0 1 1 0 0,-1-1 0 0 0,-1 0-1 0 0,1 0 1 0 0,-1 0 0 0 0,0-1-1 0 0,-1 0 1 0 0,0 0 0 0 0,0 0-1 0 0,0-1 1 0 0,-1 1 0 0 0,0-2-1 0 0,-12 9 1 0 0,-75 35 1008 0 0,86-45-947 0 0,-1 0 0 0 0,0-1 0 0 0,-1 0 0 0 0,1-1 0 0 0,0 0 0 0 0,-1 0 1 0 0,1-1-1 0 0,-20 0 0 0 0,28-1-99 0 0,-1 0 0 0 0,0 0 0 0 0,0 0 1 0 0,0-1-1 0 0,0 1 0 0 0,1 0 0 0 0,-1-1 1 0 0,0 0-1 0 0,0 1 0 0 0,1-1 0 0 0,-1 0 0 0 0,0 0 1 0 0,1 1-1 0 0,-1-2 0 0 0,1 1 0 0 0,-1 0 0 0 0,1 0 1 0 0,-1 0-1 0 0,1-1 0 0 0,0 1 0 0 0,0 0 1 0 0,-2-3-1 0 0,1-1-1 0 0,1 1 1 0 0,0 0-1 0 0,0-1 1 0 0,0 0-1 0 0,1 1 0 0 0,0-1 1 0 0,0 1-1 0 0,0-6 1 0 0,0 9-13 0 0,1-1 0 0 0,-1 1 1 0 0,1-1-1 0 0,0 1 0 0 0,-1-1 1 0 0,1 1-1 0 0,0 0 0 0 0,0-1 1 0 0,0 1-1 0 0,0 0 0 0 0,0 0 1 0 0,0 0-1 0 0,0 0 0 0 0,0 0 1 0 0,1 0-1 0 0,-1 0 0 0 0,0 0 0 0 0,1 0 1 0 0,-1 0-1 0 0,0 1 0 0 0,1-1 1 0 0,1 0-1 0 0,42-14-309 0 0,-32 14 182 0 0,-1-1 0 0 0,0 1 0 0 0,1 1 0 0 0,-1 0 0 0 0,0 1 0 0 0,1 0 0 0 0,15 5 0 0 0,242 54-3350 0 0,-181-38 1034 0 0,-37-10-1725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41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396 44 1761 0 0,'-3'-27'4214'0'0,"3"26"-4070"0"0,-1 0-1 0 0,0 0 1 0 0,1 0 0 0 0,-1 0-1 0 0,0 0 1 0 0,1 1 0 0 0,-1-1-1 0 0,0 0 1 0 0,0 0 0 0 0,0 0-1 0 0,0 1 1 0 0,0-1 0 0 0,0 0-1 0 0,0 1 1 0 0,0-1 0 0 0,-1 0-1 0 0,-3-1 2150 0 0,6 3-1155 0 0,-1 0-1101 0 0,0-1-1 0 0,0 1 1 0 0,0-1 0 0 0,0 1 0 0 0,0-1 0 0 0,0 1 0 0 0,0-1-1 0 0,0 1 1 0 0,0-1 0 0 0,0 1 0 0 0,0 0 0 0 0,0-1-1 0 0,-1 1 1 0 0,1-1 0 0 0,0 1 0 0 0,0-1 0 0 0,-1 1 0 0 0,1-1-1 0 0,0 0 1 0 0,-1 1 0 0 0,1-1 0 0 0,0 1 0 0 0,-1-1 0 0 0,1 0-1 0 0,-1 1 1 0 0,1-1 0 0 0,-1 0 0 0 0,1 1 0 0 0,-1-1 0 0 0,-25 22 389 0 0,2 1 1 0 0,1 1 0 0 0,0 1 0 0 0,-30 44 0 0 0,34-44-342 0 0,-32 32-1 0 0,34-40-119 0 0,1 1-1 0 0,1 1 0 0 0,-15 23 1 0 0,21-27-500 0 0,-2-1 1 0 0,-20 23 0 0 0,20-25-238 0 0,4 1-524 0 0,8-14-99 0 0,-1 1 1295 0 0,0 0 1 0 0,0 0-1 0 0,0 0 0 0 0,0 0 1 0 0,1 0-1 0 0,-1 0 0 0 0,0 0 1 0 0,0 0-1 0 0,0 0 0 0 0,0 0 1 0 0,0 0-1 0 0,0 0 0 0 0,0 0 1 0 0,0 1-1 0 0,0-1 0 0 0,1 0 1 0 0,-1 0-1 0 0,0 0 0 0 0,0 0 1 0 0,0 0-499 0 0,19-21-2777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43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1 560 0 0,'0'0'2641'0'0,"-22"14"641"0"0,-45 33-241 0 0,23 9-1760 0 0,0 15-641 0 0,21-2-80 0 0,-21 6 81 0 0,-1-4-241 0 0,23-20-240 0 0,0-8 240 0 0,22-11-320 0 0,0-18-880 0 0,0-22-3682 0 0,0-12 2401 0 0,22-7-640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50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418 3 1281 0 0,'-148'-2'5616'0'0,"-81"12"-2228"0"0,208-9-3185 0 0,2-1 3689 0 0,44 6-3759 0 0,151 11 215 0 0,-91-7-989 0 0,0-4 1 0 0,150-7-1 0 0,-223 1-456 0 0,-1-2-1 0 0,1 1 0 0 0,-1-1 1 0 0,0-1-1 0 0,0 0 0 0 0,13-5 1 0 0,-20-1-1678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51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0 3282 0 0,'-66'19'4081'0'0,"-1"1"-3200"0"0,22-12-721 0 0,23-2 1521 0 0,44-6-1441 0 0,1 4-160 0 0,-1 0 160 0 0,22 6 160 0 0,23 4-80 0 0,40-5 0 0 0,26-9-480 0 0,-22 0-880 0 0,-22-5-481 0 0,22-3-800 0 0,-27-16-2641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52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178 273 4962 0 0,'-50'2'2905'0'0,"36"-1"-2672"0"0,0 0-1 0 0,0-1 1 0 0,0 0 0 0 0,-17-4 0 0 0,28 4-123 0 0,3 1-89 0 0,-1-1 1 0 0,1 0-1 0 0,-1 0 0 0 0,0 0 1 0 0,1 0-1 0 0,-1 0 0 0 0,1 0 1 0 0,-1 0-1 0 0,0 0 0 0 0,1 0 0 0 0,-1 0 1 0 0,0 0-1 0 0,1 0 0 0 0,-1-1 1 0 0,1 1-1 0 0,-1 0 0 0 0,1 0 1 0 0,-1-1-1 0 0,1 1 0 0 0,-1 0 1 0 0,1-1-1 0 0,-1 1 0 0 0,1 0 1 0 0,-1-1-1 0 0,1 1 0 0 0,-1-1 0 0 0,0 0 1 0 0,-8-2 176 0 0,-2 0-141 0 0,11 2-55 0 0,-1 1 0 0 0,1 0 0 0 0,0 0 0 0 0,0 0 1 0 0,0-1-1 0 0,0 1 0 0 0,0 0 0 0 0,0 0 0 0 0,-1-1 0 0 0,1 1 0 0 0,0 0 0 0 0,0 0 1 0 0,0-1-1 0 0,0 1 0 0 0,0 0 0 0 0,0 0 0 0 0,0-1 0 0 0,0 1 0 0 0,0 0 1 0 0,0 0-1 0 0,0-1 0 0 0,0 1 0 0 0,0 0 0 0 0,0 0 0 0 0,0-1 0 0 0,1 1 0 0 0,-1 0 1 0 0,0 0-1 0 0,0 0 0 0 0,0-1 0 0 0,0 1 0 0 0,0 0 0 0 0,0 0 0 0 0,1 0 1 0 0,-1-1-1 0 0,0 1 0 0 0,0 0 0 0 0,0 0 0 0 0,1 0 0 0 0,-1 0 0 0 0,0-1 0 0 0,1 1 1 0 0,4-5 28 0 0,-4 5-25 0 0,0-1 0 0 0,0 1 0 0 0,0-1 1 0 0,0 0-1 0 0,0 1 0 0 0,-1-1 0 0 0,1 0 0 0 0,0 0 0 0 0,-1 0 1 0 0,1 0-1 0 0,0 0 0 0 0,-1 0 0 0 0,1 0 0 0 0,-1 0 1 0 0,1 0-1 0 0,-1 0 0 0 0,0 0 0 0 0,1 0 0 0 0,-1 0 0 0 0,0 0 1 0 0,0 0-1 0 0,0-2 0 0 0,1-3 14 0 0,0 1 0 0 0,0 0-1 0 0,1-1 1 0 0,0 1 0 0 0,0 0 0 0 0,0 0 0 0 0,0 0 0 0 0,5-7-1 0 0,-1 1 30 0 0,0 4-36 0 0,0-1 0 0 0,0 1 1 0 0,1 0-1 0 0,0 0 0 0 0,15-11 0 0 0,-13 11-12 0 0,0 0-19 0 0,1 0 0 0 0,0 1 0 0 0,0 0 1 0 0,0 1-1 0 0,1 0 0 0 0,-1 1 0 0 0,1 0 1 0 0,19-4-1 0 0,-21 6-21 0 0,0 1 1 0 0,1 0-1 0 0,-1 0 1 0 0,0 0-1 0 0,0 1 0 0 0,1 1 1 0 0,14 1-1 0 0,-21-1 27 0 0,0 0 0 0 0,0-1-1 0 0,0 1 1 0 0,0 0 0 0 0,0 1 0 0 0,-1-1-1 0 0,1 0 1 0 0,0 1 0 0 0,0 0-1 0 0,-1-1 1 0 0,1 1 0 0 0,-1 0 0 0 0,0 0-1 0 0,1 1 1 0 0,-1-1 0 0 0,0 0-1 0 0,0 1 1 0 0,-1-1 0 0 0,1 1 0 0 0,0 0-1 0 0,-1 0 1 0 0,0-1 0 0 0,1 1-1 0 0,-1 0 1 0 0,0 0 0 0 0,0 5-1 0 0,1-1 41 0 0,-1 1-1 0 0,0-1 0 0 0,0 1 0 0 0,-1-1 1 0 0,0 1-1 0 0,0 0 0 0 0,-1-1 0 0 0,0 1 1 0 0,0-1-1 0 0,-1 1 0 0 0,1-1 0 0 0,-2 0 1 0 0,1 0-1 0 0,-1 0 0 0 0,0 0 0 0 0,-1 0 0 0 0,0 0 1 0 0,0-1-1 0 0,0 0 0 0 0,-1 0 0 0 0,0 0 1 0 0,0 0-1 0 0,-11 9 0 0 0,-2-1 280 0 0,17-14-261 0 0,0 0-1 0 0,0 1 1 0 0,0-1 0 0 0,0 0-1 0 0,0 0 1 0 0,0 0 0 0 0,0 0 0 0 0,0 0-1 0 0,0 0 1 0 0,0 0 0 0 0,0 0-1 0 0,0 0 1 0 0,1 0 0 0 0,-1-1 0 0 0,0 1-1 0 0,0 0 1 0 0,0-1 0 0 0,0 1-1 0 0,0-1 1 0 0,1 1 0 0 0,-1-1-1 0 0,0 1 1 0 0,-1-2 0 0 0,-20-16 137 0 0,20 15-174 0 0,0 0-1 0 0,0 0 0 0 0,0 0 0 0 0,1 0 0 0 0,-1 0 0 0 0,1 0 0 0 0,0-1 0 0 0,0 1 0 0 0,0 0 0 0 0,0-1 0 0 0,0 1 0 0 0,1-1 0 0 0,0 1 0 0 0,-1 0 1 0 0,1-1-1 0 0,1 1 0 0 0,-1-1 0 0 0,0 1 0 0 0,2-5 0 0 0,1-4 19 0 0,2 0 0 0 0,-1 0 0 0 0,1 0 0 0 0,8-11 1 0 0,9-25-19 0 0,-20 44-39 0 0,-1 0 0 0 0,1 0-1 0 0,0 0 1 0 0,0 0 0 0 0,0 0 0 0 0,1 0-1 0 0,-1 1 1 0 0,1-1 0 0 0,0 1 0 0 0,0 0-1 0 0,0-1 1 0 0,1 1 0 0 0,-1 1 0 0 0,1-1-1 0 0,-1 0 1 0 0,1 1 0 0 0,0 0-1 0 0,0 0 1 0 0,0 0 0 0 0,0 0 0 0 0,0 1-1 0 0,1 0 1 0 0,-1 0 0 0 0,0 0 0 0 0,6-1-1 0 0,-5 2 7 0 0,0-1-1 0 0,1 1 1 0 0,-1 0-1 0 0,0 0 1 0 0,0 1-1 0 0,0-1 1 0 0,0 1 0 0 0,0 0-1 0 0,0 1 1 0 0,0-1-1 0 0,0 1 1 0 0,0 0-1 0 0,0 0 1 0 0,-1 1-1 0 0,1-1 1 0 0,-1 1-1 0 0,7 5 1 0 0,-5-2 32 0 0,0-1 1 0 0,-1 1-1 0 0,0-1 1 0 0,-1 2-1 0 0,1-1 1 0 0,-1 0-1 0 0,0 1 1 0 0,0 0-1 0 0,-1 0 1 0 0,3 10-1 0 0,-3-8 86 0 0,-1 1 0 0 0,0 0 0 0 0,-1 0-1 0 0,0 0 1 0 0,-1 0 0 0 0,-1 12-1 0 0,1 0 239 0 0,0-19-280 0 0,0 0 0 0 0,0 0 1 0 0,-1 0-1 0 0,1 0 0 0 0,-1-1 1 0 0,1 1-1 0 0,-1 0 0 0 0,0 0 1 0 0,0 0-1 0 0,0 0 0 0 0,-1-1 1 0 0,1 1-1 0 0,-1-1 0 0 0,1 1 1 0 0,-1-1-1 0 0,0 1 0 0 0,0-1 1 0 0,0 0-1 0 0,0 0 0 0 0,-1 0 1 0 0,1 0-1 0 0,0 0 0 0 0,-1 0 1 0 0,1-1-1 0 0,-5 2 0 0 0,3 0 175 0 0,18-5-59 0 0,-17-5-194 0 0,2 6 28 0 0,0 0 0 0 0,0-1 0 0 0,0 1 0 0 0,0 0 0 0 0,0 0 0 0 0,0 0 0 0 0,1-1 1 0 0,-1 1-1 0 0,1 0 0 0 0,-1-1 0 0 0,1 1 0 0 0,-1-1 0 0 0,1 1 0 0 0,-1-3 0 0 0,1-12 24 0 0,0-1 0 0 0,1 1-1 0 0,1-1 1 0 0,1 1 0 0 0,6-23-1 0 0,-6 30-24 0 0,0 1-1 0 0,1 1 1 0 0,0-1-1 0 0,1 0 1 0 0,-1 1-1 0 0,1 0 1 0 0,1 0-1 0 0,-1 0 1 0 0,1 1-1 0 0,1 0 1 0 0,-1 0-1 0 0,10-6 0 0 0,-8 6 0 0 0,1 2 0 0 0,0-1 0 0 0,-1 1 0 0 0,1 1 0 0 0,0-1 0 0 0,1 1 0 0 0,-1 1 0 0 0,0 0 0 0 0,1 0 0 0 0,0 1 0 0 0,-1 0 0 0 0,1 1 0 0 0,0 0 0 0 0,-1 1 0 0 0,1-1 0 0 0,16 5 0 0 0,-23-4 3 0 0,0 0 0 0 0,0 0 0 0 0,0 0 0 0 0,0 0 0 0 0,-1 0 0 0 0,1 1 0 0 0,0-1 0 0 0,-1 1 0 0 0,1 0 0 0 0,-1-1 0 0 0,0 1 0 0 0,1 0 0 0 0,-1 1 0 0 0,0-1 0 0 0,0 0 0 0 0,0 1 0 0 0,1 2 0 0 0,2 3 6 0 0,-2 1 0 0 0,1-1 0 0 0,-1 0 1 0 0,3 10-1 0 0,-2-4-2 0 0,1 3-47 0 0,0 1 0 0 0,-1-1 0 0 0,-1 1 0 0 0,-1 0 0 0 0,1 21 0 0 0,-3-32-256 0 0,0 0 0 0 0,1-1 0 0 0,0 1 0 0 0,0-1-1 0 0,1 1 1 0 0,-1-1 0 0 0,1 1 0 0 0,1-1 0 0 0,4 10 0 0 0,-6-15 124 0 0,-1 0 1 0 0,0 0 0 0 0,0 0-1 0 0,1 0 1 0 0,-1 0-1 0 0,0 0 1 0 0,1 0 0 0 0,-1 0-1 0 0,1 0 1 0 0,-1 0-1 0 0,1 0 1 0 0,0-1 0 0 0,-1 1-1 0 0,1 0 1 0 0,0 0-1 0 0,0-1 1 0 0,-1 1 0 0 0,1 0-1 0 0,0-1 1 0 0,0 1-1 0 0,0-1 1 0 0,0 1 0 0 0,0-1-1 0 0,0 0 1 0 0,0 1-1 0 0,0-1 1 0 0,0 0 0 0 0,1 1-1 0 0,0-1-180 0 0,1 1-4036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53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144 357 4642 0 0,'0'0'75'0'0,"0"1"-1"0"0,-1-1 1 0 0,1 1-1 0 0,0 0 1 0 0,0-1-1 0 0,-1 1 1 0 0,1-1 0 0 0,0 1-1 0 0,-1-1 1 0 0,1 1-1 0 0,0-1 1 0 0,-1 1-1 0 0,1-1 1 0 0,-1 1-1 0 0,1-1 1 0 0,-1 1-1 0 0,1-1 1 0 0,-1 0 0 0 0,1 1-1 0 0,-1-1 1 0 0,1 0-1 0 0,-1 1 1 0 0,0-1-1 0 0,1 0 1 0 0,-1 0-1 0 0,1 0 1 0 0,-1 0 0 0 0,0 1-1 0 0,1-1 1 0 0,-1 0-1 0 0,0 0 1 0 0,1 0-1 0 0,-1 0 1 0 0,0 0-1 0 0,1-1 1 0 0,-1 1-1 0 0,1 0 1 0 0,-2 0 0 0 0,0-4 459 0 0,2 3-518 0 0,-1 0 1 0 0,1 1 0 0 0,0-1 0 0 0,0 0-1 0 0,0 1 1 0 0,0-1 0 0 0,-1 1 0 0 0,1-1-1 0 0,0 0 1 0 0,0 1 0 0 0,-1-1 0 0 0,1 1-1 0 0,-1-1 1 0 0,1 1 0 0 0,0-1 0 0 0,-1 1-1 0 0,1-1 1 0 0,-1 1 0 0 0,1-1 0 0 0,-1 1-1 0 0,1 0 1 0 0,-2-1 0 0 0,1 0-6 0 0,0 0-1 0 0,0 1 1 0 0,0-1 0 0 0,0 0 0 0 0,0 0-1 0 0,0 1 1 0 0,1-1 0 0 0,-1 0 0 0 0,0 0-1 0 0,1 0 1 0 0,-1 0 0 0 0,0 0-1 0 0,1 0 1 0 0,-1 0 0 0 0,1 0 0 0 0,0 0-1 0 0,-1-1 1 0 0,1 1 0 0 0,0 0 0 0 0,0 0-1 0 0,-1 0 1 0 0,1 0 0 0 0,0 0 0 0 0,0-2-1 0 0,0-232 697 0 0,0 229-699 0 0,0 0 0 0 0,-1 0 0 0 0,0 1 0 0 0,-1-1 0 0 0,-2-9 0 0 0,2 9 35 0 0,0 0 0 0 0,0 0 1 0 0,1 1-1 0 0,0-1 0 0 0,0-11 0 0 0,5 23 53 0 0,-2-4-83 0 0,-1-1 0 0 0,1 0 0 0 0,-1 1 0 0 0,1-1 1 0 0,-1 1-1 0 0,0-1 0 0 0,0 1 0 0 0,0-1 0 0 0,0 1 0 0 0,0 0 1 0 0,0 0-1 0 0,1 3 0 0 0,17 40 196 0 0,-13-31-172 0 0,0-1 0 0 0,0 1 0 0 0,-1 0-1 0 0,-1 0 1 0 0,-1 0 0 0 0,4 24 0 0 0,-22 64 110 0 0,14-93-137 0 0,1 0 0 0 0,-1-1 1 0 0,-1 1-1 0 0,0-1 1 0 0,0 0-1 0 0,-4 11 1 0 0,1-6 36 0 0,2-3 4 0 0,-11 27 359 0 0,14-36-364 0 0,-1 1 0 0 0,0-1 0 0 0,0 1-1 0 0,0-1 1 0 0,-1 1 0 0 0,1-1 0 0 0,0 0 0 0 0,0 1 0 0 0,-1-1-1 0 0,1 0 1 0 0,-1 0 0 0 0,1 0 0 0 0,-1 0 0 0 0,1 0 0 0 0,-1 0-1 0 0,-1 0 1 0 0,-4-5 341 0 0,-5-1-362 0 0,11 5-20 0 0,-1 0 0 0 0,1 0 1 0 0,0-1-1 0 0,-1 1 0 0 0,1 0 0 0 0,0-1 0 0 0,0 1 0 0 0,-1-1 0 0 0,1 0 1 0 0,0 1-1 0 0,0-1 0 0 0,0 0 0 0 0,0 0 0 0 0,0 0 0 0 0,0 0 0 0 0,0 0 1 0 0,0 0-1 0 0,0 0 0 0 0,0 0 0 0 0,0 0 0 0 0,0 0 0 0 0,1 0 1 0 0,-1-1-1 0 0,1 1 0 0 0,-1 0 0 0 0,1 0 0 0 0,-1-1 0 0 0,1 1 0 0 0,0 0 1 0 0,-1-1-1 0 0,1 1 0 0 0,0 0 0 0 0,0-2 0 0 0,3 1 8 0 0,-1 0 0 0 0,1 0 1 0 0,0 0-1 0 0,-1 1 0 0 0,1-1 0 0 0,0 1 0 0 0,0 0 0 0 0,0 0 0 0 0,6-2 1 0 0,-2 1 1 0 0,1-1-9 0 0,0 0 1 0 0,1 0 0 0 0,-1 1 0 0 0,1 0-1 0 0,-1 1 1 0 0,1 0 0 0 0,0 0-1 0 0,0 1 1 0 0,-1 0 0 0 0,1 0-1 0 0,0 1 1 0 0,0 0 0 0 0,15 5-1 0 0,-16-4 9 0 0,27 9 25 0 0,-33-10-39 0 0,-1-1 0 0 0,0 1 0 0 0,0 0 0 0 0,0 0 0 0 0,1-1 0 0 0,-1 1 0 0 0,0 0 0 0 0,0 0 0 0 0,0 0 0 0 0,0 0 0 0 0,-1 0 0 0 0,1 0 0 0 0,0 0 0 0 0,0 1 0 0 0,-1-1 0 0 0,1 0 0 0 0,0 0 0 0 0,-1 1 0 0 0,1-1 0 0 0,-1 0 0 0 0,0 1 0 0 0,1-1 0 0 0,-1 0 0 0 0,0 2 0 0 0,0 1 20 0 0,1 0-1 0 0,-2 0 1 0 0,1 0-1 0 0,0 0 1 0 0,-1 0-1 0 0,0-1 1 0 0,1 1-1 0 0,-2 0 1 0 0,1 0 0 0 0,-3 4-1 0 0,3-5 0 0 0,-1-1-1 0 0,-1 1 1 0 0,1-1-1 0 0,0 0 1 0 0,-1 0-1 0 0,1 0 1 0 0,-1 0 0 0 0,1-1-1 0 0,-1 1 1 0 0,0-1-1 0 0,0 1 1 0 0,-3 0-1 0 0,-7 3 30 0 0,0-1 0 0 0,-1 0-1 0 0,1-1 1 0 0,0 0 0 0 0,-1-1-1 0 0,-16 1 1 0 0,22-3-119 0 0,-1 0 0 0 0,0 0 0 0 0,0-1 0 0 0,0 0 0 0 0,0 0 0 0 0,1-1 0 0 0,-1 0-1 0 0,1-1 1 0 0,-15-6 0 0 0,21 8-31 0 0,1-1-1 0 0,-1 1 1 0 0,0-1-1 0 0,0 0 1 0 0,1 0-1 0 0,-1 0 1 0 0,1 0-1 0 0,0 0 1 0 0,0 0-1 0 0,-1 0 0 0 0,1 0 1 0 0,1 0-1 0 0,-1-1 1 0 0,0 1-1 0 0,0 0 1 0 0,1-1-1 0 0,-1-2 1 0 0,2 1-123 0 0,0 1 1 0 0,0-1-1 0 0,0 1 1 0 0,0 0 0 0 0,0-1-1 0 0,1 1 1 0 0,0 0-1 0 0,-1 0 1 0 0,1 0-1 0 0,1 0 1 0 0,3-5 0 0 0,54-58-5407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54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66 720 0 0,'0'-1'283'0'0,"0"1"0"0"0,-1-1-1 0 0,1 0 1 0 0,0 0 0 0 0,-1 0-1 0 0,1 1 1 0 0,-1-1 0 0 0,1 0 0 0 0,-1 0-1 0 0,0 1 1 0 0,1-1 0 0 0,-1 1-1 0 0,0-1 1 0 0,1 0 0 0 0,-1 1-1 0 0,0-1 1 0 0,-1 0 0 0 0,-26-13 1861 0 0,27 13-1880 0 0,-22-7 1177 0 0,23 8-1426 0 0,0 0 1 0 0,-1 0-1 0 0,1-1 0 0 0,0 1 1 0 0,0 0-1 0 0,-1 0 1 0 0,1-1-1 0 0,0 1 0 0 0,0 0 1 0 0,-1 0-1 0 0,1-1 1 0 0,0 1-1 0 0,0 0 0 0 0,-1-1 1 0 0,1 1-1 0 0,0 0 0 0 0,0-1 1 0 0,0 1-1 0 0,0-1 1 0 0,0 1-1 0 0,0 0 0 0 0,0-1 1 0 0,0 1-1 0 0,0 0 1 0 0,0-1-1 0 0,0 1 0 0 0,0-1 1 0 0,0 1-1 0 0,0 0 1 0 0,0-1-1 0 0,0 1 0 0 0,0-1 1 0 0,0 1-1 0 0,1-1 1 0 0,-1 1 3 0 0,0-1 1 0 0,0 1-1 0 0,0 0 1 0 0,0-1 0 0 0,0 1-1 0 0,0-1 1 0 0,0 1-1 0 0,0-1 1 0 0,0 1 0 0 0,0-1-1 0 0,0 1 1 0 0,0-1-1 0 0,0 1 1 0 0,0-1 0 0 0,0 1-1 0 0,0 0 1 0 0,0-1-1 0 0,-1 1 1 0 0,1-1 0 0 0,0 1-1 0 0,0-1 1 0 0,0 1-1 0 0,-1 0 1 0 0,1-1 0 0 0,0 1-1 0 0,-1 0 1 0 0,1-1-1 0 0,-1 0 1 0 0,-3 0 82 0 0,-1 0 0 0 0,1 0 0 0 0,-1 0 0 0 0,0 1 0 0 0,1-1 0 0 0,-1 1 0 0 0,1 0 0 0 0,-1 1 0 0 0,0-1 0 0 0,1 1 0 0 0,-1 0 0 0 0,1 0 0 0 0,-1 0 0 0 0,1 1 0 0 0,-1-1 0 0 0,-5 4 0 0 0,3-1 26 0 0,-1 0 1 0 0,1 0-1 0 0,0 1 1 0 0,0 0-1 0 0,1 0 0 0 0,-1 1 1 0 0,-5 7-1 0 0,8-8-64 0 0,0 1-1 0 0,1 0 0 0 0,0 0 1 0 0,0 0-1 0 0,0 0 0 0 0,1 0 1 0 0,0 1-1 0 0,0-1 0 0 0,0 1 1 0 0,1-1-1 0 0,0 1 1 0 0,0 0-1 0 0,1 0 0 0 0,0-1 1 0 0,1 9-1 0 0,-1-11-51 0 0,0 0-1 0 0,1 0 1 0 0,-1 0 0 0 0,1 0-1 0 0,0 0 1 0 0,0 0-1 0 0,0-1 1 0 0,1 1 0 0 0,0 0-1 0 0,-1 0 1 0 0,1-1 0 0 0,0 0-1 0 0,1 1 1 0 0,-1-1 0 0 0,5 6-1 0 0,-1-4 3 0 0,1 1 1 0 0,-1-1-1 0 0,1 0 0 0 0,0-1 0 0 0,0 1 0 0 0,0-1 0 0 0,10 4 1 0 0,12 2-10 0 0,0-1 0 0 0,0-1 0 0 0,38 4 0 0 0,-39-7-132 0 0,55 0 0 0 0,-75-4 85 0 0,0-1 0 0 0,0-1-1 0 0,-1 0 1 0 0,1 0 0 0 0,0 0 0 0 0,-1-1 0 0 0,1 0 0 0 0,-1 0-1 0 0,0-1 1 0 0,1 0 0 0 0,8-6 0 0 0,-14 7 11 0 0,1-1 0 0 0,-1 0 1 0 0,1 0-1 0 0,-1 0 0 0 0,0 0 1 0 0,-1-1-1 0 0,1 1 0 0 0,0 0 1 0 0,1-7-1 0 0,-22-38 18 0 0,15 37 42 0 0,-2 0 1 0 0,1 1 0 0 0,-2-1 0 0 0,1 2 0 0 0,-15-18-1 0 0,11 15 19 0 0,5 4 52 0 0,6 5-57 0 0,7 6-26 0 0,21 13 10 0 0,0 2 0 0 0,35 29 0 0 0,-58-43-14 0 0,0 1 0 0 0,0-1 1 0 0,-1 1-1 0 0,1 0 0 0 0,-1 1 1 0 0,-1-1-1 0 0,1 1 0 0 0,-1 0 1 0 0,0 0-1 0 0,0 1 0 0 0,0-1 1 0 0,-1 1-1 0 0,0 0 0 0 0,-1-1 1 0 0,1 1-1 0 0,1 12 0 0 0,-2-12 5 0 0,0-1-1 0 0,-1 1 0 0 0,0 0 0 0 0,0-1 1 0 0,-1 1-1 0 0,0 11 0 0 0,-1-15-12 0 0,0 0-1 0 0,0 1 0 0 0,0-1 1 0 0,0 0-1 0 0,0 0 1 0 0,-1 0-1 0 0,0 0 0 0 0,1-1 1 0 0,-1 1-1 0 0,0 0 1 0 0,0-1-1 0 0,-1 1 0 0 0,1-1 1 0 0,0 0-1 0 0,-1 0 1 0 0,1 0-1 0 0,-5 3 0 0 0,-1 0 8 0 0,0-1-1 0 0,0 0 0 0 0,-1 0 0 0 0,1-1 0 0 0,-1 0 0 0 0,-17 4 1 0 0,-55 4 40 0 0,64-9-49 0 0,-52 6 77 0 0,0-3 0 0 0,0-3 0 0 0,-113-12 0 0 0,173 9-63 0 0,-1 0-1 0 0,0-1 1 0 0,0 0 0 0 0,1 0-1 0 0,0-1 1 0 0,-1-1 0 0 0,-11-5-1 0 0,20 8-20 0 0,1 1 0 0 0,-1 0 0 0 0,1-1 0 0 0,-1 1-1 0 0,1 0 1 0 0,-1-1 0 0 0,1 1 0 0 0,0 0 0 0 0,-1-1 0 0 0,1 1-1 0 0,0-1 1 0 0,0 1 0 0 0,-1-1 0 0 0,1 1 0 0 0,0-1 0 0 0,0 1-1 0 0,-1-1 1 0 0,1 1 0 0 0,0-1 0 0 0,0 1 0 0 0,0-1 0 0 0,0 1-1 0 0,0-1 1 0 0,0 1 0 0 0,0-1 0 0 0,0 1 0 0 0,0-1 0 0 0,0 0-1 0 0,0 1 1 0 0,0-1 0 0 0,0 1 0 0 0,1-1 0 0 0,-1 1-1 0 0,0-1 1 0 0,0 1 0 0 0,1-1 0 0 0,-1 1 0 0 0,0 0 0 0 0,0-1-1 0 0,1 1 1 0 0,-1-1 0 0 0,1 0 0 0 0,24-17-217 0 0,27-8-769 0 0,1 2 1 0 0,2 2-1 0 0,67-17 0 0 0,-119 39 934 0 0,149-46-3586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54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455 0 1521 0 0,'-125'25'5861'0'0,"50"-13"-3869"0"0,-143 2-1 0 0,187-16-619 0 0,25 1-772 0 0,17 3-504 0 0,0 1 10 0 0,0-2-1 0 0,0 0 1 0 0,14 0 0 0 0,28 2 44 0 0,183 24 576 0 0,302 22-718 0 0,-519-48-934 0 0,1-1 1 0 0,0-1-1 0 0,0-1 0 0 0,27-6 0 0 0,-19-5-4303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56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13 656 2481 0 0,'7'-4'383'0'0,"1"1"-1"0"0,0-1 1 0 0,-1 1-1 0 0,1 0 1 0 0,1 1-1 0 0,-1 0 1 0 0,0 1-1 0 0,1-1 1 0 0,-1 1 0 0 0,0 1-1 0 0,15 0 1 0 0,11 3 270 0 0,55 11 1 0 0,-12-2-82 0 0,-36-11-159 0 0,-41-2-407 0 0,0 1-1 0 0,0 0 1 0 0,1 0-1 0 0,-1 0 1 0 0,0-1-1 0 0,0 1 0 0 0,1 0 1 0 0,-1-1-1 0 0,0 1 1 0 0,0 0-1 0 0,0-1 1 0 0,1 1-1 0 0,-1 0 1 0 0,0-1-1 0 0,0 1 1 0 0,0 0-1 0 0,0-1 1 0 0,0 1-1 0 0,0 0 0 0 0,0-1 1 0 0,0 1-1 0 0,0 0 1 0 0,0-1-1 0 0,0 1 1 0 0,0 0-1 0 0,0-1 1 0 0,0 1-1 0 0,0 0 1 0 0,0-1-1 0 0,0 1 0 0 0,0-1 1 0 0,0 1-1 0 0,-1 0 1 0 0,1 0-1 0 0,0-1 1 0 0,0 1-1 0 0,0 0 1 0 0,-1-1-1 0 0,1 1 1 0 0,0 0-1 0 0,0 0 0 0 0,-1-1 1 0 0,1 1-1 0 0,-8-7 43 0 0,5 4-23 0 0,0 0 1 0 0,-1 0 0 0 0,1 0 0 0 0,-1 0 0 0 0,0 1-1 0 0,0 0 1 0 0,-8-4 0 0 0,3 3 8 0 0,-1-1 8 0 0,1 1-1 0 0,-1 1 0 0 0,0-1 0 0 0,-12 0 0 0 0,0 3 59 0 0,1 0 0 0 0,0 2 0 0 0,-1 0 0 0 0,1 1 0 0 0,0 1 0 0 0,0 1 0 0 0,-34 14 0 0 0,51-18-57 0 0,0 1 0 0 0,0 0 0 0 0,0 0 0 0 0,1 0 0 0 0,-1 1 0 0 0,1-1 0 0 0,-1 1 0 0 0,1 0 0 0 0,0 0 0 0 0,-3 4 0 0 0,5-6-32 0 0,1-1 0 0 0,0 1 0 0 0,-1 0 1 0 0,1-1-1 0 0,0 1 0 0 0,-1 0 0 0 0,1 0 0 0 0,0-1 1 0 0,0 1-1 0 0,0 0 0 0 0,0 0 0 0 0,0 0 0 0 0,0-1 1 0 0,0 1-1 0 0,0 0 0 0 0,0 0 0 0 0,0 0 0 0 0,0-1 1 0 0,1 1-1 0 0,-1 0 0 0 0,0 0 0 0 0,0-1 0 0 0,1 1 1 0 0,-1 0-1 0 0,0-1 0 0 0,1 1 0 0 0,-1 0 0 0 0,1-1 1 0 0,-1 1-1 0 0,1 0 0 0 0,-1-1 0 0 0,1 1 0 0 0,0-1 1 0 0,-1 1-1 0 0,1-1 0 0 0,0 0 0 0 0,-1 1 0 0 0,1-1 1 0 0,1 1-1 0 0,6 5 28 0 0,0-1 0 0 0,1 0 0 0 0,0 0 0 0 0,0-1 0 0 0,0 0 0 0 0,1 0 0 0 0,-1-1 0 0 0,1-1 0 0 0,0 1 0 0 0,0-2 0 0 0,0 1 0 0 0,16-1 0 0 0,-5-1-57 0 0,0 0 1 0 0,0-2 0 0 0,0-1-1 0 0,0 0 1 0 0,-1-2 0 0 0,1 0-1 0 0,-1-1 1 0 0,0-1 0 0 0,20-11-1 0 0,-11 2-42 0 0,0-2 0 0 0,-1-1 0 0 0,45-39 0 0 0,-69 55 52 0 0,1-1 0 0 0,-1 0 0 0 0,0 0 0 0 0,-1 0 0 0 0,1 0 0 0 0,-1-1 0 0 0,0 0 0 0 0,0 1 0 0 0,0-1 0 0 0,0 0 0 0 0,-1 0 0 0 0,0 0 0 0 0,0-1 0 0 0,-1 1 0 0 0,1-1 0 0 0,-1 1 0 0 0,0-1 0 0 0,-1 1 0 0 0,1-10 0 0 0,0 0-13 0 0,1 0 0 0 0,0 0 0 0 0,1 0 0 0 0,1 0 0 0 0,6-18 0 0 0,-5 19 4 0 0,0 0 0 0 0,-1-1 0 0 0,-1 0 1 0 0,-1 1-1 0 0,1-20 0 0 0,-3-93-49 0 0,1 117 56 0 0,1 0 0 0 0,0 0 0 0 0,0 0 1 0 0,1 0-1 0 0,0 0 0 0 0,1 0 1 0 0,0 1-1 0 0,0 0 0 0 0,1 0 1 0 0,6-10-1 0 0,-7 8-100 0 0,0 12 20 0 0,-2-1 90 0 0,-1 0 6 0 0,-1 1-1 0 0,1-1 1 0 0,0 0-1 0 0,-1 0 1 0 0,1 0-1 0 0,-1 0 1 0 0,1 0-1 0 0,0 1 1 0 0,-1-1-1 0 0,1 0 1 0 0,-1 1-1 0 0,1-1 0 0 0,-1 0 1 0 0,1 1-1 0 0,-1-1 1 0 0,1 1-1 0 0,-1-1 1 0 0,1 0-1 0 0,-1 1 1 0 0,1 0-1 0 0,-1-1 1 0 0,0 1-1 0 0,1-1 1 0 0,-1 1-1 0 0,0-1 0 0 0,1 1 1 0 0,-1 0-1 0 0,13 20 189 0 0,-7-12-134 0 0,3 3 31 0 0,0 0 0 0 0,-1 1 0 0 0,-1 0 0 0 0,0 1 0 0 0,-1 0 1 0 0,0 0-1 0 0,-1 0 0 0 0,6 29 0 0 0,-7 4-13 0 0,-2 0 0 0 0,-3 0 0 0 0,-1 1 1 0 0,-3-1-1 0 0,-2 0 0 0 0,-21 77 0 0 0,27-114-239 0 0,-1 0-1 0 0,2 0 1 0 0,-1 17 0 0 0,2-17-275 0 0,25-25-2071 0 0,30-21 1108 0 0,-38 27 601 0 0,-1-2 1 0 0,0 0-1 0 0,26-24 1 0 0,2-8-3232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57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113 121 1921 0 0,'-21'-10'2310'0'0,"16"7"-1782"0"0,-1 0 1 0 0,1 0 0 0 0,-1 1 0 0 0,0 0 0 0 0,-12-3-1 0 0,-22-4 446 0 0,39 9-953 0 0,1 0-1 0 0,0 1 1 0 0,-1-1-1 0 0,1 0 0 0 0,0 0 1 0 0,-1 1-1 0 0,1-1 1 0 0,0 0-1 0 0,-1 1 1 0 0,1-1-1 0 0,0 0 1 0 0,0 1-1 0 0,0-1 0 0 0,-1 1 1 0 0,1-1-1 0 0,0 0 1 0 0,0 1-1 0 0,0-1 1 0 0,0 1-1 0 0,0-1 1 0 0,0 0-1 0 0,-1 1 0 0 0,1-1 1 0 0,0 1-1 0 0,0-1 1 0 0,0 1-1 0 0,1-1 1 0 0,-1 0-1 0 0,0 1 1 0 0,0-1-1 0 0,0 1 0 0 0,0-1 1 0 0,0 0-1 0 0,1 2 1 0 0,-1 4 144 0 0,0 17 37 0 0,0-1 0 0 0,2 1 1 0 0,1 0-1 0 0,1 0 0 0 0,9 32 0 0 0,-7-32-97 0 0,6 43-1 0 0,-10-47-7 0 0,1 0 0 0 0,1-1 0 0 0,0 1 0 0 0,13 31 0 0 0,46 75 877 0 0,-55-111-812 0 0,0 0 1 0 0,15 19-1 0 0,-2-3 71 0 0,-14-13-91 0 0,-7-16-141 0 0,0 0 0 0 0,0 0 0 0 0,0-1 0 0 0,0 1 0 0 0,1 0 0 0 0,-1-1 0 0 0,0 1 0 0 0,0 0 0 0 0,1-1 0 0 0,-1 1 0 0 0,0 0 0 0 0,1-1-1 0 0,-1 1 1 0 0,1-1 0 0 0,-1 1 0 0 0,1-1 0 0 0,-1 1 0 0 0,1-1 0 0 0,-1 1 0 0 0,1-1 0 0 0,0 1 0 0 0,-1-1 0 0 0,1 0 0 0 0,0 1 0 0 0,-1-1 0 0 0,1 0 0 0 0,0 0 0 0 0,-1 1 0 0 0,1-1 0 0 0,0 0 0 0 0,-1 0 0 0 0,1 0 0 0 0,0 0 0 0 0,0 0-1 0 0,-1 0 1 0 0,1 0 0 0 0,0 0 0 0 0,0 0 0 0 0,-1-1 0 0 0,1 1 0 0 0,0 0 0 0 0,-1 0 0 0 0,1 0 0 0 0,0-1 0 0 0,-1 1 0 0 0,2-1 0 0 0,9-2 10 0 0,0-1 0 0 0,0 0 0 0 0,0-1 0 0 0,0 0 0 0 0,-1-1 1 0 0,0 0-1 0 0,0 0 0 0 0,0-1 0 0 0,-1-1 0 0 0,9-8 0 0 0,2-4 72 0 0,-1-1 0 0 0,-1 0 0 0 0,21-31 0 0 0,131-250-7 0 0,-126 217-193 0 0,23-52-1136 0 0,-65 127 688 0 0,-2 10 391 0 0,0-1 0 0 0,0 0 0 0 0,0 0 0 0 0,0 0 0 0 0,0 1 1 0 0,1-1-1 0 0,-1 0 0 0 0,0 0 0 0 0,0 1 0 0 0,1-1 0 0 0,-1 0 0 0 0,0 0 0 0 0,1 1 0 0 0,-1-1 0 0 0,0 0 0 0 0,1 1 0 0 0,0-2 1 0 0,18 5-2976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58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593 62 3522 0 0,'-45'7'1979'0'0,"25"-3"-1454"0"0,0 0 0 0 0,-1-2 1 0 0,1 0-1 0 0,-1-2 0 0 0,0 0 0 0 0,-29-5 1 0 0,-61-29 86 0 0,18 4-331 0 0,84 28-237 0 0,0 0 0 0 0,0 0 0 0 0,0 1 0 0 0,0 1 0 0 0,0 0 0 0 0,0 0-1 0 0,0 1 1 0 0,-11 1 0 0 0,16-1-5 0 0,0 0 0 0 0,1-1 0 0 0,-1 2 1 0 0,0-1-1 0 0,1 0 0 0 0,-1 1 0 0 0,1-1 0 0 0,-1 1 0 0 0,1 0 0 0 0,0 0 0 0 0,-1 0 0 0 0,1 1 0 0 0,1-1 0 0 0,-1 1 1 0 0,0 0-1 0 0,0 0 0 0 0,1-1 0 0 0,0 2 0 0 0,-1-1 0 0 0,1 0 0 0 0,1 0 0 0 0,-3 5 0 0 0,2-1 18 0 0,0 0 0 0 0,1 0 1 0 0,0 0-1 0 0,0 0 0 0 0,1 1 0 0 0,-1-1 0 0 0,2 0 0 0 0,-1 0 1 0 0,1 1-1 0 0,0-1 0 0 0,0 0 0 0 0,1 0 0 0 0,0 0 0 0 0,0 0 0 0 0,5 9 1 0 0,3 3 50 0 0,0 0 0 0 0,1 0 0 0 0,23 28 0 0 0,-22-31-43 0 0,1-1 0 0 0,0 0 0 0 0,1-1 0 0 0,0-1 0 0 0,29 20 0 0 0,-32-26-57 0 0,1 0-1 0 0,0-1 1 0 0,0-1 0 0 0,0 0 0 0 0,1 0-1 0 0,0-2 1 0 0,0 1 0 0 0,0-1 0 0 0,15 0-1 0 0,-13-1-30 0 0,-1-1-1 0 0,1-1 0 0 0,-1-1 0 0 0,1 0 0 0 0,-1-1 0 0 0,24-5 1 0 0,-32 5 17 0 0,-1 1 0 0 0,0-1 0 0 0,0 0-1 0 0,0 0 1 0 0,0-1 0 0 0,0 1 0 0 0,0-1 0 0 0,0 0 0 0 0,-1-1 0 0 0,0 1 0 0 0,1-1 0 0 0,-1 0 0 0 0,-1 0 0 0 0,1 0 0 0 0,0 0 0 0 0,-1-1 0 0 0,0 1 0 0 0,0-1 0 0 0,-1 0 0 0 0,3-5 0 0 0,-2-3 12 0 0,0 0 1 0 0,-1-1-1 0 0,-1 1 1 0 0,0-1-1 0 0,-1 1 1 0 0,-2-18-1 0 0,2-5 16 0 0,0-103-9 0 0,0 135-13 0 0,0-1 0 0 0,0 0 0 0 0,-1 1 0 0 0,1-1 0 0 0,-1 0 0 0 0,0 1 0 0 0,0-1 0 0 0,0 1 0 0 0,-1-1 0 0 0,1 1 0 0 0,-1 0 0 0 0,0 0 0 0 0,-5-7 0 0 0,8 7-30 0 0,10 6-30 0 0,21 12 30 0 0,0 6 139 0 0,0 1 0 0 0,-2 2 0 0 0,-1 1 0 0 0,-1 1 0 0 0,32 37 0 0 0,-54-54-103 0 0,-1-1 1 0 0,0 1 0 0 0,0 0-1 0 0,0 0 1 0 0,-1 0 0 0 0,0 1-1 0 0,-1-1 1 0 0,0 1 0 0 0,0 0-1 0 0,-1 0 1 0 0,0 0 0 0 0,0 1-1 0 0,-1-1 1 0 0,-1 0 0 0 0,1 0-1 0 0,-2 1 1 0 0,1-1 0 0 0,-1 0-1 0 0,-4 17 1 0 0,3-16 31 0 0,-1 0 1 0 0,-1 0-1 0 0,0 0 1 0 0,0 0-1 0 0,-1-1 1 0 0,0 1-1 0 0,0-1 1 0 0,-1 0-1 0 0,0-1 1 0 0,-1 0-1 0 0,0 0 0 0 0,0 0 1 0 0,-10 7-1 0 0,-17 13-2 0 0,-68 45 0 0 0,99-71-46 0 0,-27 17 19 0 0,-2-1 0 0 0,1-1 0 0 0,-2-2 0 0 0,0-1 0 0 0,-60 16 0 0 0,85-29-16 0 0,1 1 1 0 0,-1-1-1 0 0,0-1 0 0 0,0 0 1 0 0,1 0-1 0 0,-1 0 1 0 0,0-1-1 0 0,-15-3 1 0 0,21 4 2 0 0,0-1 0 0 0,1 0 0 0 0,-1 0 1 0 0,0 0-1 0 0,0 1 0 0 0,1-2 0 0 0,-1 1 0 0 0,0 0 1 0 0,1 0-1 0 0,-1 0 0 0 0,1-1 0 0 0,0 1 0 0 0,-1-1 0 0 0,1 1 1 0 0,0-1-1 0 0,0 1 0 0 0,0-1 0 0 0,0 0 0 0 0,0 0 0 0 0,0 1 1 0 0,1-1-1 0 0,-1 0 0 0 0,1 0 0 0 0,-1 0 0 0 0,1 0 1 0 0,0 0-1 0 0,-1 0 0 0 0,1 0 0 0 0,0 0 0 0 0,0 0 0 0 0,0 0 1 0 0,1 1-1 0 0,-1-1 0 0 0,0 0 0 0 0,1 0 0 0 0,0-2 0 0 0,1-2-3 0 0,-1 0 0 0 0,1 0 0 0 0,1 1-1 0 0,-1-1 1 0 0,1 1 0 0 0,0-1 0 0 0,0 1-1 0 0,0 0 1 0 0,1 0 0 0 0,0 0 0 0 0,0 1-1 0 0,6-6 1 0 0,6-3-8 0 0,1 0 1 0 0,24-14-1 0 0,-22 15 7 0 0,369-207-499 0 0,27-17-5469 0 0,-301 160 840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00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2956 4 2481 0 0,'-5'-1'340'0'0,"0"0"-1"0"0,0 0 1 0 0,-1 1-1 0 0,1 0 1 0 0,0 0-1 0 0,-1 0 1 0 0,1 1-1 0 0,0-1 1 0 0,0 1-1 0 0,0 1 1 0 0,0-1-1 0 0,-7 3 1 0 0,-25 7 782 0 0,-77 24 122 0 0,1 6 0 0 0,3 4 0 0 0,-120 68 0 0 0,-1130 640 1023 0 0,1277-707-2362 0 0,-148 57 1 0 0,172-83-596 0 0,-2-2 0 0 0,0-2 1 0 0,-76 8-1 0 0,-59-10-4605 0 0,107-17 1239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46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24 476 320 0 0,'-3'-17'5847'0'0,"-7"14"-4624"0"0,4 2-1396 0 0,6 0 200 0 0,-1 0 1 0 0,0-1 0 0 0,1 1 0 0 0,-1 0 0 0 0,1-1 0 0 0,0 1 0 0 0,-1-1-1 0 0,1 1 1 0 0,0 0 0 0 0,0-1 0 0 0,0 1 0 0 0,0-1 0 0 0,0 1-1 0 0,0-1 1 0 0,0 1 0 0 0,1 0 0 0 0,-1-1 0 0 0,0 1 0 0 0,1-1-1 0 0,-1 1 1 0 0,1 0 0 0 0,0-2 0 0 0,25-50 372 0 0,-5 19-182 0 0,3 0-1 0 0,40-46 0 0 0,-55 70-189 0 0,3-4-3 0 0,0 0 0 0 0,1 1 0 0 0,1 1 0 0 0,0 0 0 0 0,0 1 0 0 0,1 1 1 0 0,24-13-1 0 0,-17 7 81 0 0,-21 15-88 0 0,0-1 1 0 0,0 1-1 0 0,0 0 1 0 0,1 0-1 0 0,-1 0 1 0 0,0 0 0 0 0,1 1-1 0 0,-1-1 1 0 0,0 0-1 0 0,1 0 1 0 0,-1 1-1 0 0,1-1 1 0 0,-1 1-1 0 0,1-1 1 0 0,-1 1 0 0 0,1 0-1 0 0,2 0 1 0 0,-4 0-15 0 0,0 0 0 0 0,0 0 0 0 0,0 0 0 0 0,0 0 0 0 0,0 0 0 0 0,0 0 0 0 0,0 0 0 0 0,1 0 1 0 0,-1 0-1 0 0,0 0 0 0 0,0 0 0 0 0,0 0 0 0 0,0 0 0 0 0,0 0 0 0 0,0 0 0 0 0,0 0 0 0 0,1 0 0 0 0,-1 0 0 0 0,0 0 0 0 0,0 0 1 0 0,0 0-1 0 0,0 0 0 0 0,0 0 0 0 0,0 0 0 0 0,0 0 0 0 0,0 0 0 0 0,1 0 0 0 0,-1 0 0 0 0,0-1 0 0 0,0 1 0 0 0,0 0 1 0 0,0 0-1 0 0,0 0 0 0 0,0 0 0 0 0,0 0 0 0 0,0 0 0 0 0,0 0 0 0 0,0 0 0 0 0,0 0 0 0 0,1-1 0 0 0,-1 1 0 0 0,0 0 0 0 0,0 0 1 0 0,0 0-1 0 0,0 0 0 0 0,0 0 0 0 0,0 0 0 0 0,0 0 0 0 0,0-1 0 0 0,0 1 0 0 0,0 0 0 0 0,0 0 0 0 0,0 0 0 0 0,0 0 1 0 0,0 0-1 0 0,0 0 0 0 0,0 0 0 0 0,0-1 0 0 0,-1 1 0 0 0,1 0 0 0 0,0 0 0 0 0,8-1 54 0 0,0 0 0 0 0,-1 0 0 0 0,1 1 0 0 0,0 0 0 0 0,0 1 0 0 0,-1-1 1 0 0,9 3-1 0 0,-13-2-53 0 0,1-1 1 0 0,0 2-1 0 0,0-1 1 0 0,-1 0 0 0 0,1 1-1 0 0,0 0 1 0 0,-1-1 0 0 0,0 1-1 0 0,1 1 1 0 0,-1-1 0 0 0,0 0-1 0 0,0 1 1 0 0,0 0 0 0 0,-1-1-1 0 0,1 1 1 0 0,4 7-1 0 0,-4-5 4 0 0,0 0-1 0 0,-1 0 0 0 0,0 1 1 0 0,0 0-1 0 0,0-1 0 0 0,-1 1 1 0 0,1 0-1 0 0,-1 0 0 0 0,-1 0 1 0 0,1 0-1 0 0,-1 0 0 0 0,0 0 1 0 0,0 0-1 0 0,-1-1 0 0 0,0 1 1 0 0,0 0-1 0 0,-3 10 0 0 0,-3 2 13 0 0,0 0 0 0 0,-2 0-1 0 0,0-1 1 0 0,-16 23 0 0 0,23-37-34 0 0,-1 1-1 0 0,1 0 1 0 0,-1 0 0 0 0,1 0-1 0 0,1 0 1 0 0,-1 1 0 0 0,0-1-1 0 0,1 1 1 0 0,0-1-1 0 0,0 1 1 0 0,0-1 0 0 0,1 1-1 0 0,-1 6 1 0 0,2-12-33 0 0,-1-1 1 0 0,0 1-1 0 0,1 0 0 0 0,-1-1 1 0 0,1 1-1 0 0,-1 0 0 0 0,1 0 1 0 0,0 0-1 0 0,-1 0 0 0 0,1 0 1 0 0,0-1-1 0 0,0 1 0 0 0,0 0 1 0 0,0 1-1 0 0,1-3 0 0 0,5-4-117 0 0,12-39-214 0 0,-5 6 261 0 0,-1 16 142 0 0,1 0 1 0 0,1 1-1 0 0,2 1 1 0 0,0 1-1 0 0,27-27 1 0 0,3-5 14 0 0,-7 14-41 0 0,-39 38-3 0 0,0 1 0 0 0,0-1-1 0 0,1 1 1 0 0,-1-1 0 0 0,0 1 0 0 0,1 0 0 0 0,-1-1-1 0 0,1 1 1 0 0,-1 0 0 0 0,0 0 0 0 0,1 0 0 0 0,-1 0-1 0 0,0 0 1 0 0,1 0 0 0 0,-1 0 0 0 0,1 0 0 0 0,-1 1-1 0 0,0-1 1 0 0,1 1 0 0 0,-1-1 0 0 0,0 1 0 0 0,0-1 0 0 0,1 1-1 0 0,-1 0 1 0 0,0-1 0 0 0,0 1 0 0 0,0 0 0 0 0,0 0-1 0 0,0 0 1 0 0,0 0 0 0 0,0 0 0 0 0,0 0 0 0 0,0 0-1 0 0,0 0 1 0 0,-1 0 0 0 0,1 1 0 0 0,0-1 0 0 0,-1 0-1 0 0,1 0 1 0 0,-1 1 0 0 0,1-1 0 0 0,-1 0 0 0 0,0 1 0 0 0,1-1-1 0 0,-1 3 1 0 0,1 36 102 0 0,1-23-23 0 0,-2-1 0 0 0,0 1 1 0 0,-1-1-1 0 0,-5 30 0 0 0,0-21 61 0 0,-2-1 0 0 0,-1 1 0 0 0,-1-1-1 0 0,0-1 1 0 0,-2 0 0 0 0,-1-1 0 0 0,-19 26-1 0 0,33-50-57 0 0,2-5-12 0 0,-1 0 0 0 0,1 0 0 0 0,-1 1 0 0 0,-1-1 0 0 0,2-11-1 0 0,-3 13-66 0 0,1 0-1 0 0,0 0 0 0 0,0 0 0 0 0,0 0 0 0 0,0 0 0 0 0,1 0 0 0 0,-1 1 0 0 0,1-1 0 0 0,5-8 0 0 0,30-38-89 0 0,-6 6 3 0 0,-22 28 70 0 0,0-1 55 0 0,1 1-1 0 0,1-1 1 0 0,21-24-1 0 0,34-33 110 0 0,-63 71-159 0 0,0 2 0 0 0,1-1-1 0 0,-1 0 1 0 0,0 1 0 0 0,1-1 0 0 0,0 1 0 0 0,-1 0 0 0 0,1 0 0 0 0,0 1 0 0 0,0-1-1 0 0,0 1 1 0 0,0 0 0 0 0,1 0 0 0 0,-1 0 0 0 0,0 1 0 0 0,7-1 0 0 0,-8 1 14 0 0,0 0 1 0 0,0 0-1 0 0,-1 0 1 0 0,1 0 0 0 0,0 0-1 0 0,0 1 1 0 0,-1-1-1 0 0,1 1 1 0 0,0 0 0 0 0,-1 0-1 0 0,1 0 1 0 0,-1 0-1 0 0,1 0 1 0 0,-1 0 0 0 0,0 1-1 0 0,1 0 1 0 0,-1-1-1 0 0,0 1 1 0 0,0 0 0 0 0,0 0-1 0 0,0 0 1 0 0,0 0-1 0 0,-1 0 1 0 0,1 0 0 0 0,0 1-1 0 0,-1-1 1 0 0,2 5-1 0 0,3 14 41 0 0,-1 0 0 0 0,-2 0 0 0 0,0 1 0 0 0,-1-1 0 0 0,-1 1 0 0 0,-2 26 0 0 0,1-15-183 0 0,0-30-12 0 0,-1 0 1 0 0,1 0 0 0 0,0-1 0 0 0,1 1 0 0 0,-1 0-1 0 0,1 0 1 0 0,-1 0 0 0 0,1-1 0 0 0,0 1 0 0 0,0 0 0 0 0,0-1-1 0 0,0 1 1 0 0,0-1 0 0 0,1 1 0 0 0,-1-1 0 0 0,1 0-1 0 0,-1 1 1 0 0,1-1 0 0 0,0 0 0 0 0,3 3 0 0 0,17 15-3331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46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32 160 0 0,'1'-2'186'0'0,"-1"1"-1"0"0,1 0 1 0 0,0-1-1 0 0,0 1 1 0 0,0-1-1 0 0,0 1 0 0 0,0 0 1 0 0,1 0-1 0 0,-1 0 1 0 0,0 0-1 0 0,1 0 1 0 0,-1 0-1 0 0,0 0 1 0 0,1 0-1 0 0,-1 0 1 0 0,1 0-1 0 0,-1 1 1 0 0,1-1-1 0 0,-1 1 1 0 0,4-1-1 0 0,33-8 1576 0 0,-35 9-1743 0 0,0 0 0 0 0,0 0 0 0 0,0 1 0 0 0,0-1-1 0 0,0 1 1 0 0,0 0 0 0 0,0 0 0 0 0,-1 0 0 0 0,1 0 0 0 0,0 0 0 0 0,0 1 0 0 0,-1-1 0 0 0,1 1-1 0 0,-1 0 1 0 0,1-1 0 0 0,-1 1 0 0 0,0 1 0 0 0,1-1 0 0 0,-1 0 0 0 0,0 0 0 0 0,-1 1 0 0 0,3 2 0 0 0,0 2-11 0 0,0 1 1 0 0,-1 0 0 0 0,0-1 0 0 0,0 1 0 0 0,0 0 0 0 0,1 10 0 0 0,-4-13 39 0 0,1-1 0 0 0,-1 0 0 0 0,0 0-1 0 0,0 0 1 0 0,-1 0 0 0 0,1 1 0 0 0,-1-1 0 0 0,0 0 0 0 0,0 0 0 0 0,0 0 0 0 0,-1 0-1 0 0,1 0 1 0 0,-1-1 0 0 0,0 1 0 0 0,0 0 0 0 0,-1-1 0 0 0,1 1 0 0 0,-1-1 0 0 0,1 0-1 0 0,-1 0 1 0 0,0 0 0 0 0,0 0 0 0 0,0 0 0 0 0,-1-1 0 0 0,1 1 0 0 0,-1-1 0 0 0,1 0-1 0 0,-1 0 1 0 0,0 0 0 0 0,0-1 0 0 0,0 1 0 0 0,0-1 0 0 0,0 0 0 0 0,-5 1 0 0 0,9-2-40 0 0,0 0 0 0 0,0-1 0 0 0,-1 1 0 0 0,1 0 0 0 0,0 0 0 0 0,0 0 0 0 0,-1 0 0 0 0,1 0 0 0 0,0-1 0 0 0,0 1 0 0 0,0 0 0 0 0,-1 0 0 0 0,1 0 0 0 0,0-1 0 0 0,0 1 0 0 0,0 0 0 0 0,0 0 0 0 0,0-1 0 0 0,-1 1 0 0 0,1 0 0 0 0,0-1 0 0 0,0 1 0 0 0,0 0 0 0 0,0 0 0 0 0,0-1 0 0 0,0 1 1 0 0,0 0-1 0 0,0 0 0 0 0,0-1 0 0 0,0 1 0 0 0,0 0 0 0 0,0-1 0 0 0,-3-8 81 0 0,-3 5-88 0 0,6 3 0 0 0,-1 1 0 0 0,0 0 0 0 0,0-1 0 0 0,0 1 0 0 0,1-1 0 0 0,-1 0 0 0 0,0 1 0 0 0,1-1 0 0 0,-1 1 0 0 0,0-1 0 0 0,1 0 0 0 0,-1 0 0 0 0,1 1 0 0 0,-1-1 0 0 0,1 0 0 0 0,-1 0 0 0 0,1 0 0 0 0,0 1 0 0 0,-1-1 0 0 0,1 0 0 0 0,0 0 0 0 0,0 0 0 0 0,0 0 0 0 0,0 0 0 0 0,-1-1 0 0 0,1 1 2 0 0,0-1 0 0 0,0 1 0 0 0,0 0 0 0 0,0 0-1 0 0,0 0 1 0 0,-1 0 0 0 0,1 0 0 0 0,-1 0 0 0 0,1 0 0 0 0,-1 0 0 0 0,1 0 0 0 0,-1 0 0 0 0,1 0 0 0 0,-1 0 0 0 0,0 0 0 0 0,0 0 0 0 0,1 0 0 0 0,-1 0-1 0 0,0 1 1 0 0,-2-2 0 0 0,-3-5 38 0 0,3 4-19 0 0,0-1 0 0 0,0 1 0 0 0,-1-1 0 0 0,1 1 0 0 0,-1 0 1 0 0,0 0-1 0 0,0 1 0 0 0,0-1 0 0 0,0 1 0 0 0,0 0 0 0 0,0 0 0 0 0,-1 0 0 0 0,1 0 0 0 0,-1 1 1 0 0,1 0-1 0 0,-1 0 0 0 0,0 0 0 0 0,1 0 0 0 0,-1 1 0 0 0,0 0 0 0 0,0 0 0 0 0,1 0 1 0 0,-1 0-1 0 0,0 1 0 0 0,0 0 0 0 0,1 0 0 0 0,-1 0 0 0 0,1 1 0 0 0,-1-1 0 0 0,1 1 1 0 0,0 0-1 0 0,-1 1 0 0 0,1-1 0 0 0,0 1 0 0 0,-6 4 0 0 0,7-3 27 0 0,-1-1-1 0 0,1 1 1 0 0,-1 0-1 0 0,1 0 0 0 0,0 0 1 0 0,1 0-1 0 0,-1 0 1 0 0,1 1-1 0 0,0-1 1 0 0,0 1-1 0 0,-3 7 1 0 0,5-8-18 0 0,-1-1 1 0 0,1 0 0 0 0,0 1-1 0 0,0-1 1 0 0,0 1 0 0 0,0-1 0 0 0,0 0-1 0 0,1 1 1 0 0,0-1 0 0 0,-1 0-1 0 0,1 1 1 0 0,1-1 0 0 0,-1 0-1 0 0,0 0 1 0 0,1 0 0 0 0,-1 0-1 0 0,1 0 1 0 0,0 0 0 0 0,0 0-1 0 0,5 4 1 0 0,0 0 24 0 0,1 0 0 0 0,0 0-1 0 0,1-1 1 0 0,9 6 0 0 0,9 6 31 0 0,-20-13-86 0 0,1 0-1 0 0,-1-1 1 0 0,1 1 0 0 0,0-2-1 0 0,0 1 1 0 0,0-1 0 0 0,0 0-1 0 0,0-1 1 0 0,1 0 0 0 0,-1 0-1 0 0,1-1 1 0 0,15 0 0 0 0,-16-1-376 0 0,1 0 0 0 0,-1-1 0 0 0,0 0 0 0 0,1-1 0 0 0,-1 0 0 0 0,0 0 0 0 0,0-1 0 0 0,9-4 0 0 0,28-19-3292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47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504 17 1361 0 0,'-2'-1'282'0'0,"0"-1"0"0"0,0 1 0 0 0,0 0 0 0 0,0 0 0 0 0,0 0 0 0 0,-1 0 0 0 0,1 0 1 0 0,0 0-1 0 0,-1 0 0 0 0,1 1 0 0 0,-1-1 0 0 0,1 1 0 0 0,-4 0 0 0 0,1-1 131 0 0,0-1-324 0 0,1 2 1 0 0,-1-1-1 0 0,0 1 1 0 0,0-1-1 0 0,0 1 1 0 0,1 1-1 0 0,-1-1 1 0 0,0 1-1 0 0,0-1 1 0 0,1 1-1 0 0,-1 1 1 0 0,0-1 0 0 0,1 1-1 0 0,-1 0 1 0 0,1 0-1 0 0,0 0 1 0 0,-1 0-1 0 0,1 1 1 0 0,0 0-1 0 0,1 0 1 0 0,-1 0-1 0 0,0 0 1 0 0,1 0-1 0 0,0 1 1 0 0,-1 0-1 0 0,-3 6 1 0 0,4-5-43 0 0,0 0 0 0 0,0 1 0 0 0,0-1-1 0 0,1 1 1 0 0,0-1 0 0 0,0 1 0 0 0,1 0 0 0 0,-1 0 0 0 0,1 0 0 0 0,0 0 0 0 0,1 0-1 0 0,0 0 1 0 0,0 0 0 0 0,0 0 0 0 0,0 0 0 0 0,1 0 0 0 0,0 0 0 0 0,0 0-1 0 0,1 0 1 0 0,3 8 0 0 0,-1-5 15 0 0,6 14 137 0 0,21 37 0 0 0,-25-52-170 0 0,-1-1 0 0 0,1 0 0 0 0,0 0 0 0 0,0 0 0 0 0,1-1 0 0 0,0 0 0 0 0,0 0 0 0 0,9 6 0 0 0,-14-11-12 0 0,1 0 0 0 0,0 0 0 0 0,-1 0 0 0 0,1 0 0 0 0,0 0 0 0 0,-1 0 0 0 0,1-1 0 0 0,0 1 0 0 0,0-1 0 0 0,-1 0 0 0 0,1 0 0 0 0,0 0 0 0 0,0 0 0 0 0,0-1 0 0 0,-1 1 0 0 0,1-1 0 0 0,5-1 0 0 0,-7 2 22 0 0,1-1 0 0 0,0 1 0 0 0,-1-1 1 0 0,1 0-1 0 0,-1 1 0 0 0,1-1 0 0 0,-1 0 0 0 0,1 0 0 0 0,-1 0 0 0 0,1 0 0 0 0,-1-1 0 0 0,0 1 0 0 0,0 0 0 0 0,0 0 0 0 0,1-1 0 0 0,-1 1 0 0 0,0-1 0 0 0,-1 1 1 0 0,1-1-1 0 0,0 1 0 0 0,0-1 0 0 0,-1 0 0 0 0,1 1 0 0 0,-1-1 0 0 0,1 0 0 0 0,-1 0 0 0 0,0-1 0 0 0,1-27 509 0 0,0 18-412 0 0,-1 0 0 0 0,0 0 0 0 0,-1-1 0 0 0,-3-19-1 0 0,1 20-68 0 0,-1 1 0 0 0,0-1-1 0 0,-1 1 1 0 0,0 1 0 0 0,-8-14 0 0 0,13 24-68 0 0,0 0 1 0 0,0 0-1 0 0,0 0 1 0 0,-1 0 0 0 0,1 0-1 0 0,0-1 1 0 0,0 1-1 0 0,0 0 1 0 0,0 0 0 0 0,-1 0-1 0 0,1 0 1 0 0,0-1 0 0 0,0 1-1 0 0,0 0 1 0 0,0 0-1 0 0,0 0 1 0 0,0 0 0 0 0,-1-1-1 0 0,1 1 1 0 0,0 0-1 0 0,0 0 1 0 0,0-1 0 0 0,0 1-1 0 0,0 0 1 0 0,0 0-1 0 0,0 0 1 0 0,0-1 0 0 0,0 1-1 0 0,0 0 1 0 0,0 0 0 0 0,0-1-1 0 0,0 1 1 0 0,0 0-1 0 0,0 0 1 0 0,0 0 0 0 0,0-1-1 0 0,1 1 1 0 0,-1 0-1 0 0,0 0 1 0 0,0 0 0 0 0,0-1-1 0 0,0 1 1 0 0,0 0-1 0 0,0 0 1 0 0,1 0 0 0 0,-1 0-1 0 0,0-1 1 0 0,0 1 0 0 0,0 0-1 0 0,1 0 1 0 0,-1 0-1 0 0,0 0 1 0 0,0 0 0 0 0,0 0-1 0 0,1 0 1 0 0,-1-1-1 0 0,0 1 1 0 0,0 0 0 0 0,1 0-1 0 0,9 2-42 0 0,1 16 56 0 0,48 59 48 0 0,19 27 64 0 0,-69-91-115 0 0,-2 1-1 0 0,1 0 1 0 0,-2 0 0 0 0,0 1-1 0 0,-1 0 1 0 0,5 22 0 0 0,-9-30 42 0 0,0 0 0 0 0,-1-1 0 0 0,0 1 0 0 0,0 0 0 0 0,-1-1 0 0 0,0 1 0 0 0,0 0 0 0 0,0-1 0 0 0,-1 0 1 0 0,0 1-1 0 0,0-1 0 0 0,-1 0 0 0 0,0 0 0 0 0,0 0 0 0 0,0 0 0 0 0,-1 0 0 0 0,0-1 0 0 0,0 0 0 0 0,0 0 0 0 0,-8 7 0 0 0,0 0 105 0 0,0-1 0 0 0,-1-1 0 0 0,0-1-1 0 0,0 0 1 0 0,-1 0 0 0 0,0-1 0 0 0,-20 7-1 0 0,11-6-62 0 0,-1-1 0 0 0,-1-1 0 0 0,1-2 0 0 0,-32 4 0 0 0,-95-1 85 0 0,106-7-121 0 0,6 0-171 0 0,-55-7 0 0 0,91 6 8 0 0,0 0 1 0 0,1 0 0 0 0,-1 0 0 0 0,0-1 0 0 0,1 0 0 0 0,-1 1-1 0 0,1-1 1 0 0,-1 0 0 0 0,1 0 0 0 0,0 0 0 0 0,-1-1 0 0 0,1 1 0 0 0,0 0-1 0 0,0-1 1 0 0,-4-3 0 0 0,5 5-6 0 0,1-1-1 0 0,0 0 1 0 0,0 1-1 0 0,-1-1 1 0 0,1 0-1 0 0,0 1 1 0 0,0-1-1 0 0,0 0 1 0 0,0 1-1 0 0,0-1 1 0 0,0 0-1 0 0,0 1 1 0 0,0-1 0 0 0,0 0-1 0 0,0 1 1 0 0,0-1-1 0 0,1 0 1 0 0,-1 1-1 0 0,0-1 1 0 0,0 0-1 0 0,1 1 1 0 0,-1-1-1 0 0,1-1 1 0 0,22-21-3376 0 0,36-12-2770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48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52 2081 0 0,'-28'3'2281'0'0,"16"-1"-1315"0"0,-1-1-1 0 0,1 0 1 0 0,-1-1 0 0 0,-17-1 0 0 0,37 0-597 0 0,9 0 796 0 0,44 5 174 0 0,-39-3-1091 0 0,38 3 49 0 0,-1-2 0 0 0,1-3 0 0 0,58-9 0 0 0,-88 4-1778 0 0,43-14 0 0 0,-62 17 961 0 0,74-23-4936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48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474 400 1761 0 0,'-11'-8'1207'0'0,"-8"-3"1374"0"0,-2 6-1793 0 0,0 2-1 0 0,-1 0 1 0 0,1 1-1 0 0,-1 1 1 0 0,-41 4-1 0 0,23 0-267 0 0,0 2-1 0 0,-42 12 0 0 0,75-15-479 0 0,1-1 1 0 0,-1 1-1 0 0,0 1 0 0 0,1-1 0 0 0,0 1 0 0 0,0 0 1 0 0,0 1-1 0 0,0 0 0 0 0,0 0 0 0 0,-5 5 1 0 0,7-5-28 0 0,1 0 0 0 0,0 1 0 0 0,0 0 0 0 0,0-1 0 0 0,1 1 0 0 0,-1 0 1 0 0,1 0-1 0 0,0 0 0 0 0,1 1 0 0 0,-3 9 0 0 0,2-10 3 0 0,1 0 0 0 0,0 0 0 0 0,0 1 0 0 0,0-1 1 0 0,0 1-1 0 0,1-1 0 0 0,0 1 0 0 0,0-1 0 0 0,0 1 0 0 0,1-1 0 0 0,0 1 0 0 0,0-1 1 0 0,0 0-1 0 0,1 1 0 0 0,0-1 0 0 0,0 0 0 0 0,0 0 0 0 0,0 0 0 0 0,1 0 0 0 0,0 0 1 0 0,0-1-1 0 0,0 1 0 0 0,8 7 0 0 0,-5-7-14 0 0,0 0 0 0 0,0 0 0 0 0,0-1 0 0 0,1 0 0 0 0,0 0 0 0 0,0 0 0 0 0,0-1 0 0 0,0 0 0 0 0,15 4 0 0 0,3-1-12 0 0,39 5 0 0 0,-52-10 0 0 0,-1 0 0 0 0,1 0 0 0 0,-1-1 0 0 0,1-1 0 0 0,18-3 0 0 0,-26 4 9 0 0,-1-1 0 0 0,0 0 0 0 0,0 0 1 0 0,1 0-1 0 0,-1 0 0 0 0,0 0 0 0 0,0-1 0 0 0,0 0 1 0 0,0 1-1 0 0,-1-1 0 0 0,1 0 0 0 0,0 0 0 0 0,-1-1 1 0 0,1 1-1 0 0,-1 0 0 0 0,0-1 0 0 0,0 0 0 0 0,0 1 1 0 0,0-1-1 0 0,0 0 0 0 0,-1 0 0 0 0,1 0 0 0 0,-1 0 1 0 0,1-4-1 0 0,1-10 39 0 0,-1 0-1 0 0,-1-1 1 0 0,-1 1 0 0 0,0 0 0 0 0,-6-34 0 0 0,1 4-3 0 0,-3 0 1 0 0,-19-62-1 0 0,19 80-27 0 0,-7-33 0 0 0,1-1-37 0 0,12 52 34 0 0,0 0 0 0 0,1 0 0 0 0,0 0 0 0 0,0 0 0 0 0,3-21-1 0 0,0-17 47 0 0,-2 48 2 0 0,0 2-93 0 0,0 1 40 0 0,0 12 66 0 0,1 0-1 0 0,1 0 0 0 0,5 21 1 0 0,1 3-34 0 0,-4 4 28 0 0,-2 1 1 0 0,-3 43-1 0 0,0-20 12 0 0,-1 23-29 0 0,0-35-145 0 0,9 97 1 0 0,-7-145-38 0 0,2 1 0 0 0,-1 0-1 0 0,1 0 1 0 0,0-1 0 0 0,0 1 0 0 0,0-1 0 0 0,1 0-1 0 0,0 0 1 0 0,0 1 0 0 0,8 9 0 0 0,-8-13-141 0 0,0 0 1 0 0,0 0-1 0 0,1 0 1 0 0,-1-1-1 0 0,1 1 1 0 0,-1-1-1 0 0,1 0 1 0 0,0 0-1 0 0,0 0 1 0 0,0 0-1 0 0,0-1 1 0 0,0 1-1 0 0,0-1 1 0 0,0 0-1 0 0,1-1 1 0 0,7 2-1 0 0,3-2-1734 0 0,-1 0 0 0 0,24-4 0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49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61 320 0 0,'-4'2'369'0'0,"1"1"-1"0"0,0-1 1 0 0,-1 1-1 0 0,1 0 1 0 0,0 0-1 0 0,1 0 1 0 0,-1 0-1 0 0,1 1 1 0 0,-1-1-1 0 0,1 1 1 0 0,0-1-1 0 0,0 1 1 0 0,0 0-1 0 0,1 0 1 0 0,-1 0-1 0 0,1 0 1 0 0,0 0-1 0 0,0 0 1 0 0,1 0-1 0 0,-1 0 1 0 0,1 0-1 0 0,0 1 1 0 0,0 5-1 0 0,-1 32 357 0 0,0-14-651 0 0,1 1 0 0 0,6 39 0 0 0,2-19 24 0 0,-2-7 200 0 0,21 71 0 0 0,-25-104-240 0 0,1 0 0 0 0,1-1 0 0 0,0 1 0 0 0,0-1 0 0 0,0 0 0 0 0,1 0 0 0 0,0-1 0 0 0,1 1 1 0 0,0-1-1 0 0,0 0 0 0 0,0-1 0 0 0,1 1 0 0 0,0-1 0 0 0,0-1 0 0 0,1 1 0 0 0,14 7 0 0 0,-18-11 3 0 0,0-1 0 0 0,-1 1-1 0 0,1-1 1 0 0,0 0 0 0 0,0 0 0 0 0,0 0-1 0 0,0-1 1 0 0,0 1 0 0 0,0-1-1 0 0,0 0 1 0 0,0 0 0 0 0,0 0 0 0 0,6-2-1 0 0,2-1 15 0 0,-1 0 0 0 0,1-1-1 0 0,11-5 1 0 0,-5 1 17 0 0,-1 1-38 0 0,-2-1 0 0 0,1 0 1 0 0,-1-1-1 0 0,-1 0 1 0 0,1-2-1 0 0,12-11 1 0 0,1-4 81 0 0,44-55 0 0 0,-2-14 4 0 0,15-19-133 0 0,-43 60-79 0 0,-34 41-324 0 0,1 0-1 0 0,0 1 0 0 0,1 0 1 0 0,1 1-1 0 0,-1 0 0 0 0,2 1 1 0 0,0 0-1 0 0,24-16 0 0 0,-10 16-758 0 0,-1 0 0 0 0,2 2 0 0 0,53-10 0 0 0,-64 14 826 0 0,91-19-1792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5:50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12 80 0 0,'0'-1'91'0'0,"0"1"0"0"0,0 0 0 0 0,0 0 1 0 0,1 0-1 0 0,-1 0 0 0 0,0-1 0 0 0,0 1 0 0 0,0 0 0 0 0,0 0 1 0 0,0-1-1 0 0,0 1 0 0 0,0 0 0 0 0,0 0 0 0 0,0 0 0 0 0,0-1 0 0 0,0 1 1 0 0,0 0-1 0 0,0 0 0 0 0,0 0 0 0 0,0-1 0 0 0,0 1 0 0 0,0 0 1 0 0,0 0-1 0 0,-1 0 0 0 0,1-1 0 0 0,0 1 0 0 0,0 0 0 0 0,0 0 0 0 0,0 0 1 0 0,0 0-1 0 0,0-1 0 0 0,-1 1 0 0 0,1 0 0 0 0,0 0 0 0 0,0 0 1 0 0,0 0-1 0 0,0 0 0 0 0,-1-1 0 0 0,1 1 0 0 0,0 0 0 0 0,0 0 0 0 0,0 0 1 0 0,-1 0-1 0 0,1 0 0 0 0,0 0 0 0 0,0 0 0 0 0,-1 0 0 0 0,-39-3 1829 0 0,33 3-1662 0 0,0 1 0 0 0,0 0 0 0 0,0 1 0 0 0,0-1 0 0 0,0 1-1 0 0,-7 4 1 0 0,7-3-191 0 0,1 0-1 0 0,0 0 1 0 0,0 1-1 0 0,1 0 1 0 0,-1 0-1 0 0,1 1 1 0 0,0-1 0 0 0,0 1-1 0 0,0 0 1 0 0,0 0-1 0 0,1 1 1 0 0,0 0-1 0 0,0-1 1 0 0,1 1-1 0 0,0 1 1 0 0,0-1-1 0 0,0 0 1 0 0,1 1-1 0 0,-3 9 1 0 0,4-11-54 0 0,0 0 0 0 0,1 0 0 0 0,0 0 0 0 0,0 0-1 0 0,0 1 1 0 0,0-1 0 0 0,1 0 0 0 0,0 0 0 0 0,0 0 0 0 0,0 0 0 0 0,0 0 0 0 0,1 0-1 0 0,0 0 1 0 0,0 0 0 0 0,1-1 0 0 0,-1 1 0 0 0,1-1 0 0 0,0 1 0 0 0,4 4 0 0 0,8 8 34 0 0,0-2 1 0 0,1 1-1 0 0,22 16 1 0 0,-5-5 64 0 0,-28-22-110 0 0,0 0-1 0 0,0-1 0 0 0,1 0 0 0 0,0 0 1 0 0,0 0-1 0 0,0-1 0 0 0,9 4 0 0 0,-12-6-3 0 0,0 0-1 0 0,0 0 1 0 0,0-1-1 0 0,0 0 1 0 0,0 1-1 0 0,0-1 1 0 0,0 0-1 0 0,-1 0 1 0 0,1-1-1 0 0,0 1 1 0 0,0-1-1 0 0,0 1 1 0 0,0-1-1 0 0,0 0 1 0 0,0 0-1 0 0,-1 0 1 0 0,1-1-1 0 0,0 1 1 0 0,3-3-1 0 0,-3 2 13 0 0,0 0 0 0 0,0 0-1 0 0,0 0 1 0 0,0-1 0 0 0,-1 1-1 0 0,1-1 1 0 0,-1 1 0 0 0,1-1-1 0 0,-1 0 1 0 0,0 0 0 0 0,0 0-1 0 0,0-1 1 0 0,0 1 0 0 0,-1 0-1 0 0,2-4 1 0 0,-1-2 49 0 0,-1-1 0 0 0,1 1 0 0 0,-2 0 0 0 0,0-17 0 0 0,0 14-15 0 0,-1-3 83 0 0,0 0-1 0 0,-1 1 1 0 0,0-1 0 0 0,-2 1-1 0 0,-4-16 1 0 0,4 16 33 0 0,4 13-142 0 0,-1-1 1 0 0,1 1-1 0 0,0-1 1 0 0,-1 1 0 0 0,1-1-1 0 0,-1 1 1 0 0,0-1-1 0 0,1 1 1 0 0,-1-1-1 0 0,0 1 1 0 0,0-1 0 0 0,0 1-1 0 0,0 0 1 0 0,0 0-1 0 0,0 0 1 0 0,0-1 0 0 0,0 1-1 0 0,-1 0 1 0 0,1 0-1 0 0,0 0 1 0 0,-1 1 0 0 0,-1-2-1 0 0,-11-6 239 0 0,24 6-60 0 0,-6 2-51 0 0,-4 1-66 0 0,0 1-67 0 0,0-1-9 0 0,0-1-1 0 0,-1 1 1 0 0,1 0 0 0 0,1-1-1 0 0,-1 1 1 0 0,0 0 0 0 0,0-1-1 0 0,0 1 1 0 0,0 0 0 0 0,0-1-1 0 0,1 1 1 0 0,-1 0 0 0 0,0-1-1 0 0,0 1 1 0 0,1-1 0 0 0,-1 1-1 0 0,0 0 1 0 0,1-1 0 0 0,-1 1-1 0 0,1-1 1 0 0,-1 1 0 0 0,1-1-1 0 0,-1 1 1 0 0,2 0 0 0 0,-2-1-2 0 0,26 27 104 0 0,-13-15-44 0 0,-1 0 0 0 0,0 2-1 0 0,-1-1 1 0 0,0 1 0 0 0,-1 1 0 0 0,-1 0 0 0 0,13 28-1 0 0,3 9 23 0 0,-16-32-31 0 0,0 0 0 0 0,9 26-1 0 0,-16-39-44 0 0,-1 1 0 0 0,1 0 0 0 0,-1 0 0 0 0,0 0 0 0 0,-1-1-1 0 0,0 1 1 0 0,0 0 0 0 0,-1 0 0 0 0,-3 15 0 0 0,2-16 17 0 0,0 0 1 0 0,-1 0 0 0 0,1 0 0 0 0,-2 0 0 0 0,1 0 0 0 0,-1-1-1 0 0,0 0 1 0 0,0 1 0 0 0,-1-1 0 0 0,1-1 0 0 0,-1 1 0 0 0,-1-1 0 0 0,1 0-1 0 0,-1 0 1 0 0,0 0 0 0 0,0-1 0 0 0,0 0 0 0 0,-1 0 0 0 0,1-1-1 0 0,-1 0 1 0 0,0 0 0 0 0,0 0 0 0 0,-14 3 0 0 0,2-2 47 0 0,0-1 1 0 0,0-1-1 0 0,0 0 0 0 0,0-2 1 0 0,-1 0-1 0 0,1-1 0 0 0,0-1 1 0 0,-26-6-1 0 0,8-2-46 0 0,37 10-28 0 0,-1-1 1 0 0,1 1 0 0 0,0 0-1 0 0,-1-1 1 0 0,1 1-1 0 0,-1 0 1 0 0,1-1 0 0 0,0 1-1 0 0,-1-1 1 0 0,1 1 0 0 0,0-1-1 0 0,0 1 1 0 0,-1-1-1 0 0,1 1 1 0 0,0-1 0 0 0,0 1-1 0 0,0-1 1 0 0,0 1-1 0 0,-1-1 1 0 0,1 1 0 0 0,0-1-1 0 0,0 1 1 0 0,0-1-1 0 0,0 1 1 0 0,0-1 0 0 0,1 0-1 0 0,-1 1 1 0 0,0-1 0 0 0,0 1-1 0 0,0-1 1 0 0,0 1-1 0 0,0-1 1 0 0,1 1 0 0 0,-1-1-1 0 0,0 1 1 0 0,1-1-1 0 0,-1 1 1 0 0,1-1 0 0 0,13-18-46 0 0,-11 16 27 0 0,12-14-70 0 0,0 1 0 0 0,1 1 0 0 0,0 0 1 0 0,1 1-1 0 0,21-13 0 0 0,98-50-2045 0 0,-78 47 265 0 0,53-31-3280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01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2042 1 1521 0 0,'-111'40'5813'0'0,"83"-28"-5382"0"0,2 2 0 0 0,-1 1 0 0 0,-43 33-1 0 0,-40 32 652 0 0,-47 41 664 0 0,-202 156 676 0 0,164-134-1949 0 0,-434 340 47 0 0,344-277-1947 0 0,280-202 1065 0 0,-21 16-1941 0 0,17-17 454 0 0,5-7-654 0 0,19-24-2352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07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311 9045 3522 0 0,'0'0'2641'0'0,"0"0"-2646"0"0,0-1 0 0 0,0 1 0 0 0,-1-1 0 0 0,1 1 0 0 0,0-1-1 0 0,0 1 1 0 0,0-1 0 0 0,0 1 0 0 0,0-1 0 0 0,0 1 0 0 0,0-1 0 0 0,0 1 0 0 0,0-1 0 0 0,1 1 0 0 0,-1-1 0 0 0,0 1 0 0 0,0-1 0 0 0,0 1 0 0 0,0-1 0 0 0,1 1 0 0 0,-1-1 0 0 0,0 1-1 0 0,1-1 1 0 0,-1 1 0 0 0,0 0 0 0 0,1-1 0 0 0,-1 1 0 0 0,1-1 0 0 0,10-7 55 0 0,22-21 140 0 0,-11 2 0 0 0,25-43 1 0 0,-31 44-105 0 0,-10 17-56 0 0,-1 4-5 0 0,-1-1 0 0 0,0 0-1 0 0,0-1 1 0 0,-1 1 0 0 0,1-1-1 0 0,-2 1 1 0 0,1-1 0 0 0,-1 0-1 0 0,0 0 1 0 0,0 0 0 0 0,0 0-1 0 0,-1-1 1 0 0,-1 1 0 0 0,1-11-1 0 0,-1 13 0 0 0,1 0 0 0 0,-1 1-1 0 0,1-1 1 0 0,0 1 0 0 0,0-1-1 0 0,1 1 1 0 0,3-8 0 0 0,-4 9 0 0 0,1 0-1 0 0,-1 0 1 0 0,0 0 0 0 0,0-1 0 0 0,0 1 0 0 0,0 0 0 0 0,0-1-1 0 0,-1 1 1 0 0,0-1 0 0 0,1 1 0 0 0,-1-1 0 0 0,-1 1 0 0 0,1-1-1 0 0,-2-6 1 0 0,-3-8 50 0 0,2 8-19 0 0,0-1-1 0 0,1 0 1 0 0,0 0-1 0 0,-1-19 1 0 0,3 13 4 0 0,0 0 0 0 0,-1 1 0 0 0,-1-1 0 0 0,-1 0 0 0 0,0 1 0 0 0,-10-32 1 0 0,7 31-85 0 0,2 0 1 0 0,-4-29-1 0 0,6 32 53 0 0,0 0-1 0 0,0 0 1 0 0,-2 1 0 0 0,0-1-1 0 0,0 1 1 0 0,-9-16 0 0 0,-15-20 46 0 0,13 26 23 0 0,1-1 0 0 0,2 0 1 0 0,0-1-1 0 0,-10-34 0 0 0,20 52-68 0 0,0 0 0 0 0,0 0 0 0 0,-1 1 1 0 0,1-1-1 0 0,-1 1 0 0 0,-1-1 0 0 0,1 1 0 0 0,-1 0 1 0 0,-1 1-1 0 0,-5-7 0 0 0,5 5-3 0 0,-6-10 83 0 0,0-1-1 0 0,1 0 1 0 0,1-1 0 0 0,-10-27 0 0 0,9 20 54 0 0,2 3-26 0 0,1 0 0 0 0,2 0 0 0 0,-5-36 0 0 0,7 37-71 0 0,-1 0 1 0 0,0 1-1 0 0,-2 0 1 0 0,-14-35-1 0 0,-42-75 788 0 0,60 128-824 0 0,0 0 0 0 0,0-1 1 0 0,0 1-1 0 0,0 0 1 0 0,1-1-1 0 0,-1 0 0 0 0,1 1 1 0 0,0-1-1 0 0,0 0 0 0 0,0 1 1 0 0,0-1-1 0 0,1 0 0 0 0,0 0 1 0 0,0 0-1 0 0,0 1 1 0 0,0-1-1 0 0,0 0 0 0 0,1 0 1 0 0,0 0-1 0 0,0 1 0 0 0,0-1 1 0 0,0 0-1 0 0,0 1 0 0 0,1-1 1 0 0,-1 1-1 0 0,1-1 0 0 0,0 1 1 0 0,3-4-1 0 0,-1-1 4 0 0,0 0 1 0 0,-1-1-1 0 0,0 1 0 0 0,0-1 0 0 0,-1 0 0 0 0,0 1 1 0 0,-1-1-1 0 0,0 0 0 0 0,0 0 0 0 0,-1 0 0 0 0,0 0 0 0 0,-1-9 1 0 0,0-6 54 0 0,1 20-48 0 0,0-1 0 0 0,-1 1 1 0 0,0 0-1 0 0,0 0 0 0 0,0 0 0 0 0,0 0 0 0 0,0 1 1 0 0,-4-7-1 0 0,3 6 4 0 0,1 1-1 0 0,-1-1 1 0 0,1 0 0 0 0,0 0 0 0 0,0 0-1 0 0,0 0 1 0 0,0 0 0 0 0,0-7-1 0 0,1 6 17 0 0,-1 0-1 0 0,0 0 0 0 0,-1 0 0 0 0,1 0 1 0 0,-1 0-1 0 0,0 1 0 0 0,0-1 1 0 0,0 0-1 0 0,-1 1 0 0 0,-5-9 0 0 0,-9-16 131 0 0,-5-17-751 0 0,20 40 573 0 0,1 0 0 0 0,-1 0 0 0 0,1 0 0 0 0,1 0 0 0 0,-1 0 0 0 0,1-1 1 0 0,0 1-1 0 0,0 0 0 0 0,2-9 0 0 0,-1-8 43 0 0,-2 6 4 0 0,1 13-38 0 0,-1 0 1 0 0,1 0-1 0 0,0 0 0 0 0,0 0 1 0 0,0 0-1 0 0,1 0 1 0 0,-1 0-1 0 0,1 0 1 0 0,0 0-1 0 0,2-6 0 0 0,2 1-19 0 0,0 0 0 0 0,0 1-1 0 0,0 0 1 0 0,12-12 0 0 0,-16 17 6 0 0,0 1 1 0 0,0 0-1 0 0,0 0 1 0 0,-1-1-1 0 0,1 1 1 0 0,-1 0-1 0 0,0-1 1 0 0,0 1-1 0 0,1 0 1 0 0,-2-1-1 0 0,1 1 1 0 0,0 0-1 0 0,-1-4 1 0 0,1 3 17 0 0,0-8-11 0 0,1 0 0 0 0,1 0 0 0 0,-1 0 0 0 0,2 0 0 0 0,0 0 0 0 0,0 0 0 0 0,1 1 0 0 0,0 0 0 0 0,1 0 0 0 0,0 0 0 0 0,0 0 0 0 0,1 0 0 0 0,0 1 0 0 0,1 0 0 0 0,0 1 0 0 0,12-12 0 0 0,11-6-1 0 0,1 0 0 0 0,1 2 0 0 0,43-24-1 0 0,1-2 55 0 0,-64 42-59 0 0,583-407 434 0 0,18 39-298 0 0,-486 308-250 0 0,126-72-292 0 0,-199 107 287 0 0,-2-3 0 0 0,69-60 0 0 0,-115 91 116 0 0,5-5-13 0 0,0 0 0 0 0,15-19 0 0 0,-24 25 36 0 0,1 1-1 0 0,-1-1 1 0 0,0 0-1 0 0,0 0 1 0 0,0 0 0 0 0,-1 0-1 0 0,1 0 1 0 0,-1 0-1 0 0,0-1 1 0 0,0 1 0 0 0,0 0-1 0 0,-1-9 1 0 0,0 11-32 0 0,0-1 0 0 0,1 1 0 0 0,-1-1 0 0 0,0 1 0 0 0,1-1 0 0 0,-1 1 0 0 0,1-1 0 0 0,0 1 0 0 0,-1 0 0 0 0,1-1-1 0 0,0 1 1 0 0,1 0 0 0 0,-1 0 0 0 0,0 0 0 0 0,1 0 0 0 0,-1 0 0 0 0,1 0 0 0 0,2-3 0 0 0,14-20-26 0 0,-9 8 30 0 0,-6 13 4 0 0,-1 0-1 0 0,0 0 0 0 0,0 0 1 0 0,-1 0-1 0 0,1 0 0 0 0,-1-1 1 0 0,0 1-1 0 0,0-1 1 0 0,0 1-1 0 0,-1-1 0 0 0,1-6 1 0 0,-1-141 181 0 0,0 144-170 0 0,1 0 1 0 0,0 1-1 0 0,1-1 1 0 0,0 0 0 0 0,3-9-1 0 0,2-7 11 0 0,15-51-148 0 0,-20 69 116 0 0,0 0 1 0 0,-1 0 0 0 0,0 0-1 0 0,-1 0 1 0 0,1-1-1 0 0,-1 1 1 0 0,-1-11-1 0 0,0 14 2 0 0,0-1-1 0 0,1 1 1 0 0,0-1-1 0 0,0 1 1 0 0,0-1-1 0 0,0 1 1 0 0,0-1-1 0 0,1 1 1 0 0,-1 0-1 0 0,1-1 1 0 0,0 1-1 0 0,0-1 1 0 0,1 1-1 0 0,-1 0 1 0 0,1 0-1 0 0,-1 0 1 0 0,1 0-1 0 0,0 0 1 0 0,0 0-1 0 0,4-4 1 0 0,-1 1 7 0 0,0-1 0 0 0,-1 1 0 0 0,0-1 0 0 0,-1 1 0 0 0,1-1 0 0 0,-1 0 0 0 0,-1 0 0 0 0,1-1 0 0 0,1-7 0 0 0,0 1-2 0 0,3-10-3 0 0,-6 17 0 0 0,1 0 0 0 0,0 0 0 0 0,1 0 0 0 0,-1 1 0 0 0,1-1 0 0 0,7-9 0 0 0,15-19-14 0 0,2 1-1 0 0,46-45 0 0 0,-24 28-21 0 0,6-3-48 0 0,83-64 0 0 0,-2 3-121 0 0,30-41 185 0 0,237-209 253 0 0,-368 335-231 0 0,34-38 0 0 0,-56 55-14 0 0,-1-2 0 0 0,-1 1 1 0 0,-1-2-1 0 0,0 1 0 0 0,12-27 0 0 0,44-94 79 0 0,-57 118-59 0 0,-2-1 0 0 0,-1 0 0 0 0,0 0-1 0 0,-1 0 1 0 0,3-27 0 0 0,0 7-42 0 0,-3 16 25 0 0,-1 5-9 0 0,-1 0 1 0 0,0 0-1 0 0,0-19 0 0 0,-2 1-1 0 0,-2-35-30 0 0,0 65 47 0 0,0 0-1 0 0,0 0 1 0 0,0 1-1 0 0,-1-1 1 0 0,0 0-1 0 0,0 0 1 0 0,-1 1-1 0 0,1-1 1 0 0,-5-5-1 0 0,-123-157 150 0 0,122 157-143 0 0,1 0 1 0 0,-1 0 0 0 0,2-1-1 0 0,-8-18 1 0 0,-17-29 52 0 0,12 29-17 0 0,2 0 0 0 0,-21-52 1 0 0,31 64-41 0 0,1-1 0 0 0,0 1-1 0 0,2-1 1 0 0,0 0 0 0 0,1 0 0 0 0,0-29 0 0 0,2 29 25 0 0,-1 0 1 0 0,-7-30-1 0 0,6 37-9 0 0,0-1-1 0 0,1 1 0 0 0,1-1 0 0 0,0 1 0 0 0,0-1 1 0 0,1 0-1 0 0,1 1 0 0 0,2-15 0 0 0,5 0-7 0 0,-6 19 4 0 0,1 0 0 0 0,-2 0 0 0 0,1 0 0 0 0,-1-1 0 0 0,1-9 0 0 0,-2 0 19 0 0,-1 7-23 0 0,0-1 0 0 0,2 1 0 0 0,-1 0 1 0 0,1 0-1 0 0,1-1 0 0 0,0 1 0 0 0,1 0 0 0 0,0 0 0 0 0,0 0 0 0 0,6-10 0 0 0,13-20-25 0 0,-5 7 25 0 0,2 1-1 0 0,2 1 1 0 0,37-47 0 0 0,-8 30 49 0 0,-33 33-44 0 0,-1-1-1 0 0,0 0 0 0 0,15-21 0 0 0,-25 30-27 0 0,1-1 0 0 0,0 1 0 0 0,16-14 0 0 0,-15 15-2 0 0,-1 0 0 0 0,0 0-1 0 0,0-1 1 0 0,9-15 0 0 0,-1 2 72 0 0,34-36 0 0 0,-31 37-125 0 0,-13 12 71 0 0,0 0 1 0 0,-1 0-1 0 0,0 0 1 0 0,0 0-1 0 0,-1-1 0 0 0,0 0 1 0 0,0 1-1 0 0,-1-1 1 0 0,2-11-1 0 0,3-10 145 0 0,9-38-94 0 0,-11 43-39 0 0,1 2 1 0 0,0-1 0 0 0,2 1-1 0 0,21-44 1 0 0,-26 62-10 0 0,0 0 1 0 0,0 0-1 0 0,-1-1 1 0 0,0 1-1 0 0,0-1 1 0 0,0 1-1 0 0,0-1 0 0 0,-1 1 1 0 0,0-1-1 0 0,0 0 1 0 0,-1-8-1 0 0,1 8-8 0 0,0 1-1 0 0,0-1 1 0 0,0 1 0 0 0,1-1-1 0 0,-1 1 1 0 0,4-7 0 0 0,-3 9 14 0 0,0 0 0 0 0,-1 0 0 0 0,0 0 0 0 0,1-1 1 0 0,-1 1-1 0 0,0 0 0 0 0,-1 0 0 0 0,1-1 0 0 0,-1 1 1 0 0,1 0-1 0 0,-1-1 0 0 0,0 1 0 0 0,0 0 0 0 0,0-1 1 0 0,-1 1-1 0 0,1 0 0 0 0,-1-1 0 0 0,0 1 0 0 0,-1-4 1 0 0,-2 2 21 0 0,1 0 0 0 0,-1 0 1 0 0,0 0-1 0 0,0 1 1 0 0,0-1-1 0 0,-10-7 0 0 0,13 11-34 0 0,0-1 0 0 0,0 0 0 0 0,0 0-1 0 0,1 0 1 0 0,-1 0 0 0 0,1 0-1 0 0,-1-1 1 0 0,1 1 0 0 0,0 0 0 0 0,0 0-1 0 0,0 0 1 0 0,0 0 0 0 0,0 0-1 0 0,1 0 1 0 0,-1-3 0 0 0,1-3 38 0 0,-1 7-34 0 0,0 0 0 0 0,0 0-1 0 0,0 1 1 0 0,1-1-1 0 0,-1 0 1 0 0,0 1 0 0 0,0-1-1 0 0,1 0 1 0 0,-1 1-1 0 0,0-1 1 0 0,1 0-1 0 0,-1 1 1 0 0,1-1 0 0 0,-1 0-1 0 0,0 1 1 0 0,1-1-1 0 0,0 1 1 0 0,-1-1 0 0 0,1 1-1 0 0,-1-1 1 0 0,1 1-1 0 0,0-1 1 0 0,0 1 20 0 0,0-1 1 0 0,0 0-1 0 0,0 1 0 0 0,0-1 1 0 0,0 0-1 0 0,-1 0 1 0 0,1 1-1 0 0,0-1 0 0 0,0 0 1 0 0,-1 0-1 0 0,1 0 0 0 0,-1 0 1 0 0,1 0-1 0 0,-1 0 1 0 0,1 0-1 0 0,-1 0 0 0 0,0 0 1 0 0,1 0-1 0 0,-1 0 0 0 0,0 0 1 0 0,0-1-1 0 0,0 1 1 0 0,0-1-1 0 0,1 1-6 0 0,0 0 0 0 0,0 1 0 0 0,-1-1 0 0 0,1 0 0 0 0,0 1 0 0 0,0-1-1 0 0,0 1 1 0 0,0-1 0 0 0,0 1 0 0 0,0 0 0 0 0,0-1 0 0 0,0 1 0 0 0,0 0 0 0 0,0 0 0 0 0,0 0 0 0 0,0 0 0 0 0,1 0 0 0 0,-1 0 4 0 0,2-1 553 0 0,0 2-560 0 0,-1 0 0 0 0,0 0 0 0 0,0-1 0 0 0,1 1 0 0 0,-1 0 0 0 0,0-1 0 0 0,1 0 0 0 0,-1 1 0 0 0,0-1 0 0 0,1 0 0 0 0,-1 0 0 0 0,0 0 0 0 0,1-1-1 0 0,2 0 1 0 0,9 1 47 0 0,346-22 528 0 0,-257 12-483 0 0,-48 6-49 0 0,149-6 129 0 0,58 24-172 0 0,-244-14-13 0 0,-14 3 13 0 0,-4-2 441 0 0,-18-1-107 0 0,5-1-194 0 0,0 0 0 0 0,0-1 0 0 0,1 0 0 0 0,-1-1 0 0 0,1-1 0 0 0,-15-5 0 0 0,-7-2 43 0 0,-136-48 418 0 0,148 51-936 0 0,1 0 0 0 0,-40-6 0 0 0,-31 1-5902 0 0,116 14-569 0 0,29-1 3454 0 0,-27-1 1959 0 0,41 4-1742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08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530 1 4882 0 0,'-111'10'6403'0'0,"-23"-2"-5362"0"0,68 12-1762 0 0,-1 17 321 0 0,27 15 560 0 0,-27 9-160 0 0,23 0-640 0 0,44-10-2001 0 0,0-23-4403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09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69 371 2721 0 0,'0'-3'4208'0'0,"0"2"-4178"0"0,0 0-1 0 0,1 1 1 0 0,-1-1-1 0 0,0 1 1 0 0,0-1-1 0 0,0 0 1 0 0,0 1-1 0 0,0-1 1 0 0,0 1-1 0 0,0-1 1 0 0,0 0-1 0 0,-1 1 1 0 0,1-1 0 0 0,0 1-1 0 0,0-1 1 0 0,0 1-1 0 0,-1-1 1 0 0,1 0-1 0 0,0 1 1 0 0,-1-1-1 0 0,1 1 1 0 0,0-1-1 0 0,-1 1 1 0 0,1 0-1 0 0,-1-1 1 0 0,-4-2 230 0 0,0 1 1 0 0,0-1-1 0 0,0 0 1 0 0,0 0-1 0 0,1 0 1 0 0,-6-6-1 0 0,7 7-186 0 0,1 0 0 0 0,0 0 0 0 0,0 0 0 0 0,0 0 0 0 0,1-1 0 0 0,-1 1 0 0 0,1-1 0 0 0,-1 1 0 0 0,1-1 0 0 0,0 1 0 0 0,0-1 0 0 0,0 0 0 0 0,0 0 0 0 0,0 0 0 0 0,1 0 0 0 0,-1-4 0 0 0,1-2 125 0 0,-1 5-113 0 0,1 0 0 0 0,0 0 0 0 0,0-1 0 0 0,0 1 0 0 0,0 0 0 0 0,1 0 1 0 0,-1 0-1 0 0,1 0 0 0 0,0-1 0 0 0,1 1 0 0 0,-1 1 0 0 0,1-1 0 0 0,-1 0 0 0 0,1 0 1 0 0,1 0-1 0 0,-1 1 0 0 0,0-1 0 0 0,1 1 0 0 0,3-4 0 0 0,17-11 229 0 0,47-29 0 0 0,-38 27-278 0 0,-6 2 5 0 0,-17 11-32 0 0,0 1 0 0 0,0 0 1 0 0,0 1-1 0 0,18-8 0 0 0,-4 4 25 0 0,-9 4 3 0 0,-1 0-1 0 0,26-5 0 0 0,-30 8-44 0 0,0 1 0 0 0,-1 0 0 0 0,2 0 0 0 0,-1 1-1 0 0,0 0 1 0 0,9 2 0 0 0,-14-2 0 0 0,-1 1-1 0 0,1 0 1 0 0,-1 0-1 0 0,1 0 1 0 0,-1 1-1 0 0,0-1 1 0 0,1 1-1 0 0,-1-1 1 0 0,0 1-1 0 0,0 0 1 0 0,0 0-1 0 0,-1 1 1 0 0,1-1-1 0 0,0 0 1 0 0,-1 1-1 0 0,0 0 1 0 0,1 0-1 0 0,-1-1 1 0 0,2 5-1 0 0,-2-3-3 0 0,0 1-1 0 0,0-1 0 0 0,0 0 1 0 0,-1 1-1 0 0,0-1 1 0 0,0 1-1 0 0,0 0 1 0 0,0-1-1 0 0,-1 1 1 0 0,0-1-1 0 0,0 1 0 0 0,0 0 1 0 0,0-1-1 0 0,-1 1 1 0 0,0 0-1 0 0,0-1 1 0 0,0 1-1 0 0,0-1 0 0 0,-1 1 1 0 0,0-1-1 0 0,0 0 1 0 0,0 0-1 0 0,0 0 1 0 0,-1 0-1 0 0,1 0 1 0 0,-1 0-1 0 0,0 0 0 0 0,0-1 1 0 0,-7 6-1 0 0,-5 3 10 0 0,0-1 1 0 0,-1-1-1 0 0,-1 0 0 0 0,-18 7 0 0 0,26-12-42 0 0,7-4 55 0 0,1 0 1 0 0,-1 0-1 0 0,1 0 0 0 0,-1-1 1 0 0,1 1-1 0 0,-1 0 0 0 0,1-1 0 0 0,-1 1 1 0 0,0-1-1 0 0,1 0 0 0 0,-1 1 1 0 0,0-1-1 0 0,1 0 0 0 0,-1 0 1 0 0,0 0-1 0 0,0 0 0 0 0,1-1 1 0 0,-1 1-1 0 0,0 0 0 0 0,-1-1 1 0 0,2 0-1 0 0,0 0-1 0 0,0 0 1 0 0,1 0 0 0 0,-1 1 0 0 0,0-1 0 0 0,0 0 0 0 0,1 0 0 0 0,-1 0 0 0 0,1 0 0 0 0,-1 0 0 0 0,1 0 0 0 0,-1 0 0 0 0,1 0 0 0 0,-1-1 0 0 0,1 1 0 0 0,0 0 0 0 0,0 0 0 0 0,0 0 0 0 0,0 0 0 0 0,0 0 0 0 0,0-1 0 0 0,0 0 0 0 0,0-3-2 0 0,1-1 1 0 0,0 1-1 0 0,0 0 1 0 0,0 0-1 0 0,1-1 1 0 0,0 1-1 0 0,0 0 1 0 0,0 1-1 0 0,0-1 1 0 0,1 0-1 0 0,0 1 1 0 0,4-7 0 0 0,22-23 48 0 0,-19 19 3 0 0,2 2-1 0 0,0-1 0 0 0,0 1 0 0 0,21-15 1 0 0,-21 19-26 0 0,1 0 1 0 0,28-12-1 0 0,-18 16 32 0 0,-18 4-58 0 0,2 0-11 0 0,1 0-1 0 0,0 1 0 0 0,0 0 1 0 0,-1 1-1 0 0,11 1 0 0 0,-16-2 0 0 0,-1 0-1 0 0,0 0 0 0 0,1 1 1 0 0,-1-1-1 0 0,0 1 0 0 0,0-1 1 0 0,0 1-1 0 0,1-1 1 0 0,-1 1-1 0 0,0 0 0 0 0,0-1 1 0 0,0 1-1 0 0,0 0 0 0 0,0 0 1 0 0,0 0-1 0 0,0 0 0 0 0,-1 0 1 0 0,1 0-1 0 0,0 0 0 0 0,0 0 1 0 0,-1 0-1 0 0,1 0 0 0 0,-1 1 1 0 0,1-1-1 0 0,-1 0 0 0 0,1 0 1 0 0,-1 1-1 0 0,0-1 1 0 0,0 0-1 0 0,1 0 0 0 0,-1 1 1 0 0,0-1-1 0 0,0 0 0 0 0,0 1 1 0 0,-1-1-1 0 0,1 0 0 0 0,0 1 1 0 0,0-1-1 0 0,-1 0 0 0 0,1 0 1 0 0,-1 2-1 0 0,-3 9 3 0 0,0 0 0 0 0,0-1-1 0 0,-1 0 1 0 0,-1 0 0 0 0,0 0 0 0 0,0-1 0 0 0,-1 1-1 0 0,0-2 1 0 0,-1 1 0 0 0,-17 16 0 0 0,25-26-2 0 0,0 0 0 0 0,0 0 0 0 0,0 0 0 0 0,0 0 0 0 0,0 0 0 0 0,-1 0 0 0 0,1 0 0 0 0,0 0 0 0 0,0 0 0 0 0,0 0 0 0 0,0 0 0 0 0,0 0 0 0 0,-1 0 0 0 0,1 1 0 0 0,0-1 0 0 0,0 0 0 0 0,0 0 0 0 0,0 0 0 0 0,0 0 0 0 0,-1 0 0 0 0,1-1 0 0 0,0 1 1 0 0,0 0-1 0 0,0 0 0 0 0,0 0 0 0 0,0 0 0 0 0,0 0 0 0 0,-1 0 0 0 0,1 0 0 0 0,0 0 0 0 0,0 0 0 0 0,0 0 0 0 0,0 0 0 0 0,0 0 0 0 0,0 0 0 0 0,-1-1 0 0 0,1 1 0 0 0,0 0 0 0 0,0 0 0 0 0,0 0 0 0 0,0 0 0 0 0,0 0 0 0 0,0 0 0 0 0,0 0 0 0 0,0-1 0 0 0,0 1 0 0 0,0 0 0 0 0,0 0 0 0 0,0 0 0 0 0,0 0 0 0 0,0 0 1 0 0,0-1-1 0 0,0 1 0 0 0,0 0 0 0 0,0 0 0 0 0,0 0 0 0 0,0 0 0 0 0,0 0 0 0 0,0-1 0 0 0,0 1 0 0 0,5-15 64 0 0,6 3-14 0 0,1 0 1 0 0,-1 1 0 0 0,2 1 0 0 0,15-11 0 0 0,27-23 33 0 0,-48 37-76 0 0,1 1 0 0 0,0 1-1 0 0,0 0 1 0 0,0 0 0 0 0,0 0 0 0 0,1 1 0 0 0,0 1 0 0 0,0-1-1 0 0,0 1 1 0 0,11-2 0 0 0,-18 5-7 0 0,0-1 0 0 0,0 1 0 0 0,0-1 0 0 0,0 1-1 0 0,0 0 1 0 0,0 0 0 0 0,1 0 0 0 0,-1 0 0 0 0,0 0 0 0 0,0 1-1 0 0,0-1 1 0 0,0 1 0 0 0,0-1 0 0 0,0 1 0 0 0,0 0 0 0 0,0-1-1 0 0,0 1 1 0 0,0 0 0 0 0,0 0 0 0 0,0 1 0 0 0,-1-1 0 0 0,1 0 0 0 0,0 0-1 0 0,-1 1 1 0 0,1-1 0 0 0,-1 1 0 0 0,0 0 0 0 0,1-1 0 0 0,-1 1-1 0 0,0 0 1 0 0,0 0 0 0 0,0 0 0 0 0,1 2 0 0 0,0 3 5 0 0,0 1 0 0 0,0-1-1 0 0,-1 1 1 0 0,0 0 0 0 0,0 0 0 0 0,-1 13 0 0 0,0-13 10 0 0,0 0 1 0 0,0 0-1 0 0,-1 0 0 0 0,0 0 1 0 0,0 0-1 0 0,-1-1 0 0 0,0 1 1 0 0,-1 0-1 0 0,0-1 0 0 0,-6 13 1 0 0,5-13-29 0 0,1-1 1 0 0,0 0-1 0 0,1 1 1 0 0,-1-1-1 0 0,1 1 1 0 0,1 0-1 0 0,-1 0 1 0 0,1-1 0 0 0,0 1-1 0 0,1 0 1 0 0,0 13-1 0 0,0-19-29 0 0,0 0 1 0 0,0 0-1 0 0,0 0 0 0 0,0 0 0 0 0,0-1 1 0 0,0 1-1 0 0,0 0 0 0 0,0 0 0 0 0,1 0 1 0 0,-1 0-1 0 0,0 0 0 0 0,1-1 0 0 0,-1 1 1 0 0,0 0-1 0 0,1 0 0 0 0,-1 0 0 0 0,1-1 1 0 0,-1 1-1 0 0,1 0 0 0 0,0-1 1 0 0,-1 1-1 0 0,1 0 0 0 0,0-1 0 0 0,-1 1 1 0 0,1-1-1 0 0,0 1 0 0 0,0-1 0 0 0,0 0 1 0 0,-1 1-1 0 0,3 0 0 0 0,-1-1-306 0 0,0 0 0 0 0,0 0-1 0 0,0 0 1 0 0,0 0 0 0 0,0 0 0 0 0,0 0-1 0 0,0 0 1 0 0,0 0 0 0 0,0-1 0 0 0,0 1-1 0 0,0-1 1 0 0,3-1 0 0 0,17-11-4052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1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84 1441 0 0,'-8'-13'4747'0'0,"-17"-6"-2549"0"0,17 13-1273 0 0,-14-15 315 0 0,21 21-1225 0 0,1 0 0 0 0,0 0 0 0 0,-1-1 0 0 0,1 1 0 0 0,0 0 0 0 0,0 0 0 0 0,-1 0 0 0 0,1-1 0 0 0,0 1 0 0 0,0 0 0 0 0,0 0 0 0 0,-1-1 0 0 0,1 1 0 0 0,0 0 0 0 0,0 0 0 0 0,0-1 0 0 0,0 1 0 0 0,-1 0 0 0 0,1-1-1 0 0,0 1 1 0 0,0 0 0 0 0,0 0 0 0 0,0-1 0 0 0,0 1 0 0 0,0 0 0 0 0,0-1 0 0 0,0 1 0 0 0,0 0 0 0 0,0-1 0 0 0,0 1 0 0 0,0 0 0 0 0,0-1 0 0 0,0 1 0 0 0,0 0 0 0 0,1-1 0 0 0,-1 1 0 0 0,0 0 0 0 0,0 0 0 0 0,0-1-1 0 0,0 1 1 0 0,1 0 0 0 0,-1-1 0 0 0,13-7 90 0 0,-5 3 41 0 0,14 10 28 0 0,-19-3-162 0 0,0 0 0 0 0,0 0 0 0 0,0 0-1 0 0,0 0 1 0 0,0 0 0 0 0,-1 0 0 0 0,1 1 0 0 0,-1-1 0 0 0,0 1 0 0 0,0 0 0 0 0,1 0 0 0 0,-2-1 0 0 0,1 1 0 0 0,0 1 0 0 0,-1-1 0 0 0,1 0 0 0 0,0 6 0 0 0,1-1-8 0 0,0 0 0 0 0,-1 0 0 0 0,0 0 0 0 0,-1 1 1 0 0,1 10-1 0 0,-4-8 15 0 0,0-1 1 0 0,-1 0 0 0 0,0 0-1 0 0,-1 0 1 0 0,0-1 0 0 0,0 1-1 0 0,-1-1 1 0 0,0 0-1 0 0,-11 14 1 0 0,9-13-3 0 0,-33 46-17 0 0,36-40-26 0 0,4-26 181 0 0,1 5-140 0 0,-1 0 1 0 0,0 0-1 0 0,0-1 1 0 0,0 1 0 0 0,-1 0-1 0 0,0 0 1 0 0,-2-7 0 0 0,-3-1 21 0 0,4 10-27 0 0,0 1 0 0 0,1-1 0 0 0,0 0 0 0 0,-1 0-1 0 0,1 0 1 0 0,0 1 0 0 0,1-1 0 0 0,-1 0 0 0 0,0 0 0 0 0,1-6 0 0 0,0 8-9 0 0,0 0-1 0 0,0 0 0 0 0,0 0 0 0 0,0 0 0 0 0,-1 0 0 0 0,1 0 0 0 0,0 0 0 0 0,0 0 1 0 0,-1 0-1 0 0,1 0 0 0 0,0 0 0 0 0,-1 0 0 0 0,1 0 0 0 0,-1 0 0 0 0,0 0 0 0 0,1 0 1 0 0,-1 1-1 0 0,0-1 0 0 0,1 0 0 0 0,-1 0 0 0 0,0 1 0 0 0,0-1 0 0 0,1 0 0 0 0,-1 1 1 0 0,-2-2-1 0 0,0 1-4 0 0,1 1 0 0 0,-1-1-1 0 0,1 0 1 0 0,-1 1 0 0 0,0 0 0 0 0,0-1 0 0 0,1 1 0 0 0,-1 0 0 0 0,0 0 0 0 0,-2 1 0 0 0,-6 1 4 0 0,0 0 0 0 0,0 1 1 0 0,1 0-1 0 0,-12 5 0 0 0,15-4 30 0 0,1-1-1 0 0,-1 1 0 0 0,1 0 0 0 0,0 0 0 0 0,1 1 0 0 0,-1 0 1 0 0,1 0-1 0 0,0 0 0 0 0,0 1 0 0 0,0-1 0 0 0,1 1 1 0 0,0 0-1 0 0,0 1 0 0 0,1-1 0 0 0,-5 10 0 0 0,8-15-14 0 0,-1 1 0 0 0,1 0 0 0 0,0-1 0 0 0,0 1 0 0 0,-1 0 0 0 0,1-1-1 0 0,0 1 1 0 0,1 0 0 0 0,-1-1 0 0 0,0 1 0 0 0,0-1 0 0 0,1 1 0 0 0,-1 0 0 0 0,0-1 0 0 0,1 1-1 0 0,0-1 1 0 0,-1 1 0 0 0,1-1 0 0 0,0 1 0 0 0,0-1 0 0 0,0 1 0 0 0,0-1 0 0 0,0 0-1 0 0,0 0 1 0 0,0 1 0 0 0,1-1 0 0 0,-1 0 0 0 0,0 0 0 0 0,1 0 0 0 0,-1 0 0 0 0,0-1 0 0 0,1 1-1 0 0,-1 0 1 0 0,3 0 0 0 0,3 2-7 0 0,0 0 1 0 0,-1 0-1 0 0,1-1 0 0 0,0 0 0 0 0,0-1 1 0 0,0 0-1 0 0,9 1 0 0 0,11-3-4 0 0,-1 0-1 0 0,0-2 0 0 0,40-10 1 0 0,-52 9-529 0 0,-1 0 0 0 0,26-13 0 0 0,75-36-3797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11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587 94 1281 0 0,'0'-16'5203'0'0,"0"-5"-3030"0"0,-18 20-1919 0 0,-13 0 427 0 0,-41-8 0 0 0,52 6-308 0 0,-1 0 0 0 0,-1 2 0 0 0,-38 1 0 0 0,38 2-258 0 0,1 1-1 0 0,-1 1 0 0 0,1 0 1 0 0,0 2-1 0 0,0 0 0 0 0,-22 11 1 0 0,39-15-113 0 0,-1 1-1 0 0,1 0 1 0 0,-1 0 0 0 0,1 1 0 0 0,0-1-1 0 0,0 1 1 0 0,1 0 0 0 0,-1 0 0 0 0,1 0-1 0 0,-1 0 1 0 0,1 1 0 0 0,1-1 0 0 0,-1 1 0 0 0,1 0-1 0 0,0 0 1 0 0,0 0 0 0 0,-2 8 0 0 0,0-5-21 0 0,4-5 15 0 0,0 0 1 0 0,-1 0-1 0 0,1 0 1 0 0,0 0-1 0 0,0 0 0 0 0,1 0 1 0 0,-1 0-1 0 0,1-1 1 0 0,-1 1-1 0 0,1 0 0 0 0,0 0 1 0 0,0 0-1 0 0,0-1 0 0 0,0 1 1 0 0,1 0-1 0 0,-1-1 1 0 0,1 1-1 0 0,-1-1 0 0 0,4 4 1 0 0,0 1-12 0 0,1-1 1 0 0,-1 0-1 0 0,1 0 1 0 0,0 0 0 0 0,1-1-1 0 0,7 6 1 0 0,-6-7 4 0 0,-1 0 1 0 0,1-1 0 0 0,0 0 0 0 0,0 0-1 0 0,0-1 1 0 0,0 0 0 0 0,0 0-1 0 0,12 0 1 0 0,3-1 18 0 0,42-3-1 0 0,-43 0 23 0 0,0-1 0 0 0,0-1 0 0 0,0-1 0 0 0,0-1 0 0 0,39-17 0 0 0,-47 17-4 0 0,-1-1 0 0 0,1-1-1 0 0,-2 0 1 0 0,1 0 0 0 0,-1-2 0 0 0,0 1-1 0 0,-1-1 1 0 0,0-1 0 0 0,13-16 0 0 0,-20 21-14 0 0,0 0 0 0 0,-1 0 1 0 0,1 0-1 0 0,-1 0 0 0 0,4-12 1 0 0,-6 15-8 0 0,-1 1-1 0 0,1-1 1 0 0,0 0 0 0 0,-1 0 0 0 0,0 0 0 0 0,1 0 0 0 0,-1 0-1 0 0,0 0 1 0 0,-1 0 0 0 0,1 0 0 0 0,0 0 0 0 0,-1 0-1 0 0,0 0 1 0 0,0 0 0 0 0,-2-4 0 0 0,1 3 32 0 0,0 0-1 0 0,0 1 1 0 0,0-1 0 0 0,-1 1-1 0 0,1-1 1 0 0,-1 1 0 0 0,0 0-1 0 0,0 0 1 0 0,-1 0 0 0 0,1 1-1 0 0,0-1 1 0 0,-1 1 0 0 0,0 0-1 0 0,1 0 1 0 0,-1 0 0 0 0,-8-2-1 0 0,8 3 43 0 0,6 9-42 0 0,-1-1 1 0 0,0 1-1 0 0,-1 0 0 0 0,0 0 0 0 0,-1 8 0 0 0,2 26 27 0 0,6-7-45 0 0,-4-22-12 0 0,0 0-1 0 0,-1 0 1 0 0,0 1-1 0 0,-1-1 0 0 0,0 1 1 0 0,-2-1-1 0 0,-2 25 1 0 0,0-27-10 0 0,0-1 0 0 0,0 0 1 0 0,-1 0-1 0 0,0 0 0 0 0,-1-1 1 0 0,0 1-1 0 0,-8 10 0 0 0,-49 56 47 0 0,38-48-50 0 0,19-23 2 0 0,-4 8 28 0 0,-1-2-1 0 0,0 1 0 0 0,-1-2 0 0 0,0 1 0 0 0,0-1 0 0 0,-1-1 0 0 0,-1 0 0 0 0,-13 7 0 0 0,-30 9-3 0 0,-1-3-1 0 0,-95 22 1 0 0,114-33 50 0 0,-22 7 183 0 0,59-18-240 0 0,0 0 1 0 0,0 0 0 0 0,0 0-1 0 0,0 0 1 0 0,0 1 0 0 0,0-1-1 0 0,0 1 1 0 0,0-1 0 0 0,0 1-1 0 0,0-1 1 0 0,1 1 0 0 0,-1-1-1 0 0,0 1 1 0 0,0 0 0 0 0,0-1-1 0 0,1 1 1 0 0,-1 0 0 0 0,0 0-1 0 0,1-1 1 0 0,-1 1 0 0 0,0 0-1 0 0,1 0 1 0 0,-1 0 0 0 0,0 1-1 0 0,2-1-8 0 0,-1-1 0 0 0,1 0 1 0 0,-1 0-1 0 0,1 1 0 0 0,-1-1 0 0 0,1 0 0 0 0,-1 0 0 0 0,1 0 0 0 0,-1 1 0 0 0,1-1 0 0 0,-1 0 0 0 0,1 0 0 0 0,-1 0 1 0 0,1 0-1 0 0,-1 0 0 0 0,1 0 0 0 0,0 0 0 0 0,-1 0 0 0 0,1 0 0 0 0,-1 0 0 0 0,1-1 0 0 0,-1 1 0 0 0,1 0 0 0 0,-1 0 1 0 0,1 0-1 0 0,-1-1 0 0 0,1 1 0 0 0,-1 0 0 0 0,0-1 0 0 0,1 1 0 0 0,-1 0 0 0 0,1-1 0 0 0,0 0 0 0 0,15-8 142 0 0,1 1-1 0 0,29-11 1 0 0,7-3-57 0 0,245-111-607 0 0,-96 46-3613 0 0,-154 66 2504 0 0,59-25-2697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12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34 2641 0 0,'-103'-13'5030'0'0,"-31"-6"158"0"0,127 17-4201 0 0,29 3-333 0 0,-21 0-640 0 0,-1-1 0 0 0,1 1-1 0 0,-1 0 1 0 0,1-1 0 0 0,-1 1 0 0 0,1-1 0 0 0,0 1 0 0 0,-1-1-1 0 0,1 1 1 0 0,0-1 0 0 0,0 1 0 0 0,-1-1 0 0 0,1 0 0 0 0,0 1-1 0 0,0-1 1 0 0,0 0 0 0 0,-1 0 0 0 0,1 1 0 0 0,0-1 0 0 0,0 0-1 0 0,0 0 1 0 0,0 0 0 0 0,1 0 0 0 0,5 1 41 0 0,69 16 106 0 0,6 1-308 0 0,149 16-1 0 0,-201-33-1915 0 0,53-6 0 0 0,-41-1-3909 0 0,-39 3 3318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12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61 2961 0 0,'-62'0'5043'0'0,"40"-9"-3363"0"0,-23 4-1119 0 0,67-4-1 0 0,1-1 240 0 0,17-4-79 0 0,-18 10-241 0 0,22 0-160 0 0,23-2-160 0 0,66 6-640 0 0,67 6-2562 0 0,-71-12-3841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18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1168 34 320 0 0,'2'-2'1051'0'0,"0"1"-771"0"0,-1 0-1 0 0,1 0 1 0 0,-1 0 0 0 0,0 0-1 0 0,1 0 1 0 0,-1-1-1 0 0,0 1 1 0 0,0 0-1 0 0,0-1 1 0 0,0 1 0 0 0,0-1-1 0 0,0 1 1 0 0,0-1-1 0 0,0 1 1 0 0,-1-1-1 0 0,1 0 1 0 0,-1 1-1 0 0,1-3 1 0 0,0 3-250 0 0,0 1 0 0 0,0-1 0 0 0,0 1 0 0 0,0 0 0 0 0,0 0 0 0 0,0-1-1 0 0,0 1 1 0 0,0 0 0 0 0,0 0 0 0 0,0 0 0 0 0,0 0 0 0 0,0 0 0 0 0,1 0 0 0 0,-1 0 0 0 0,2 1 0 0 0,-3-1 38 0 0,0 0-49 0 0,0 0 1 0 0,0 0-1 0 0,1 0 0 0 0,-1 0 1 0 0,0 0-1 0 0,0 0 0 0 0,0 1 0 0 0,1-1 1 0 0,-1 0-1 0 0,0 0 0 0 0,0 0 1 0 0,0 0-1 0 0,0 0 0 0 0,1 1 1 0 0,-1-1-1 0 0,0 0 0 0 0,0 0 1 0 0,0 0-1 0 0,0 0 0 0 0,0 1 1 0 0,1-1-1 0 0,-1 0 0 0 0,0 0 0 0 0,0 0 1 0 0,0 1-1 0 0,0-1 0 0 0,0 0 1 0 0,0 0-1 0 0,0 1 0 0 0,0-1 1 0 0,0 0-1 0 0,0 0 0 0 0,0 0 1 0 0,0 1-1 0 0,0-1 0 0 0,0 0 1 0 0,0 0-1 0 0,0 1 0 0 0,0-1 1 0 0,0 0-1 0 0,0 0 0 0 0,0 0 0 0 0,-1 1 1 0 0,1-1-1 0 0,0 0 0 0 0,0 0 1 0 0,0 0-1 0 0,0 1 0 0 0,0-1 1 0 0,-1 0-1 0 0,1 0 0 0 0,0 0 1 0 0,0 0-1 0 0,0 0 0 0 0,0 1 1 0 0,-1-1-1 0 0,1 0 0 0 0,0 0 0 0 0,0 0 1 0 0,0 0-1 0 0,-1 0 0 0 0,1 0 1 0 0,0 0-1 0 0,-1 0 0 0 0,-21 17 527 0 0,15-12-413 0 0,-44 39 738 0 0,1 3-1 0 0,-64 79 0 0 0,96-107-813 0 0,-45 56 252 0 0,-55 59 182 0 0,50-63-298 0 0,-294 296 281 0 0,100-109-367 0 0,255-249-175 0 0,-6 4-69 0 0,1 2 0 0 0,-14 19-1 0 0,24-31 18 0 0,1 0 0 0 0,-1 0 0 0 0,0 0 0 0 0,1 0 0 0 0,0 0 0 0 0,0 0 0 0 0,0 0 0 0 0,0 1 0 0 0,0-1 0 0 0,0 0 0 0 0,1 1-1 0 0,0-1 1 0 0,0 0 0 0 0,0 1 0 0 0,0-1 0 0 0,0 0 0 0 0,0 1 0 0 0,2 2 0 0 0,-2-5 1 0 0,0 0 1 0 0,1 0-1 0 0,-1 0 1 0 0,0 0-1 0 0,1-1 1 0 0,-1 1-1 0 0,1 0 1 0 0,-1 0-1 0 0,1-1 1 0 0,-1 1-1 0 0,1 0 1 0 0,0-1-1 0 0,-1 1 0 0 0,1-1 1 0 0,0 1-1 0 0,0 0 1 0 0,-1-1-1 0 0,1 0 1 0 0,0 1-1 0 0,0-1 1 0 0,0 1-1 0 0,0-1 1 0 0,-1 0-1 0 0,1 0 1 0 0,0 1-1 0 0,0-1 1 0 0,0 0-1 0 0,0 0 0 0 0,0 0 1 0 0,0 0-1 0 0,0 0 1 0 0,-1 0-1 0 0,1 0 1 0 0,2-1-1 0 0,56-15-5657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14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23 359 4162 0 0,'-13'-1'2019'0'0,"13"1"-1980"0"0,-1 0 0 0 0,1 0-1 0 0,0 0 1 0 0,0 0 0 0 0,0 0 0 0 0,0 0-1 0 0,0 0 1 0 0,0 0 0 0 0,-1 0-1 0 0,1 0 1 0 0,0 0 0 0 0,0 1-1 0 0,0-1 1 0 0,0 0 0 0 0,0 0-1 0 0,-1 0 1 0 0,1 0 0 0 0,0 0-1 0 0,0 0 1 0 0,0 0 0 0 0,0 0 0 0 0,0 0-1 0 0,-1 0 1 0 0,1 0 0 0 0,0-1-1 0 0,0 1 1 0 0,0 0 0 0 0,0 0-1 0 0,0 0 1 0 0,0 0 0 0 0,-1 0-1 0 0,1 0 1 0 0,0 0 0 0 0,0 0-1 0 0,0 0 1 0 0,0 0 0 0 0,0 0-1 0 0,0-1 1 0 0,0 1 0 0 0,-1 0 0 0 0,1 0-1 0 0,0 0 1 0 0,0 0 0 0 0,0 0-1 0 0,0 0 1 0 0,0-1 0 0 0,0 1-1 0 0,0 0 1 0 0,0 0 0 0 0,0 0-1 0 0,0 0 1 0 0,0 0 0 0 0,0-1-1 0 0,0 1 1 0 0,0 0 0 0 0,0 0 0 0 0,0 0-1 0 0,0 0 1 0 0,0 0 0 0 0,0-1-1 0 0,0 1 1 0 0,0 0 0 0 0,0 0-1 0 0,1 0-26 0 0,-1-1 0 0 0,1 1 0 0 0,-1 0 0 0 0,1-1 0 0 0,-1 1 0 0 0,1 0 0 0 0,-1-1 0 0 0,0 1 0 0 0,1 0 0 0 0,-1-1 0 0 0,1 1 0 0 0,-1-1 0 0 0,0 1 0 0 0,1-1 0 0 0,-1 1 0 0 0,0-1 0 0 0,0 1 0 0 0,1-1 0 0 0,-1 1-1 0 0,0-1 1 0 0,0 1 0 0 0,0-1 0 0 0,0 0 0 0 0,0 1 0 0 0,0-1 0 0 0,0 1 0 0 0,0-1 0 0 0,0 1 0 0 0,0-1 0 0 0,0 0 0 0 0,0 1 0 0 0,0-1 0 0 0,0 1 0 0 0,0-1 0 0 0,-1 1 0 0 0,1-1 0 0 0,0 1 0 0 0,0-1 0 0 0,-1 1 0 0 0,1-1 0 0 0,0 1 0 0 0,-1-1 0 0 0,-1-3 96 0 0,1 1 1 0 0,0-1 0 0 0,0 1 0 0 0,0-1 0 0 0,0 0 0 0 0,0 1 0 0 0,1-1-1 0 0,0-4 1 0 0,0 6-82 0 0,0 0-1 0 0,1 0 1 0 0,-1-1-1 0 0,1 1 1 0 0,-1 0-1 0 0,1 0 1 0 0,0 0-1 0 0,0 0 0 0 0,0 0 1 0 0,0 0-1 0 0,1 0 1 0 0,-1 0-1 0 0,0 0 1 0 0,3-2-1 0 0,32-29 258 0 0,24-8 32 0 0,1 2 0 0 0,72-34 1 0 0,-113 62-279 0 0,2 0 25 0 0,0 1 0 0 0,46-13 0 0 0,-25 10 81 0 0,-13 5-77 0 0,7 7-120 0 0,-18 6-12 0 0,-19-5 63 0 0,0 0-1 0 0,1 0 1 0 0,-1 1 0 0 0,0-1 0 0 0,1 0 0 0 0,-1 1-1 0 0,0-1 1 0 0,0 0 0 0 0,1 1 0 0 0,-1-1 0 0 0,0 0-1 0 0,0 1 1 0 0,0-1 0 0 0,0 0 0 0 0,1 1-1 0 0,-1-1 1 0 0,0 1 0 0 0,0-1 0 0 0,0 0 0 0 0,0 1-1 0 0,0-1 1 0 0,0 1 0 0 0,0-1 0 0 0,0 1 0 0 0,0-1-1 0 0,-1 4-2 0 0,-1-1 0 0 0,1 0 1 0 0,-1 1-1 0 0,0-1 0 0 0,1 0 0 0 0,-1 0 0 0 0,-4 4 0 0 0,0 1 20 0 0,-20 27-17 0 0,-2 0 0 0 0,-2-2 0 0 0,0-2 0 0 0,-3-1 0 0 0,0-1 0 0 0,-49 32 0 0 0,76-56-3 0 0,0-1 0 0 0,-1 0 0 0 0,1-1 0 0 0,-1 0 0 0 0,1 0 0 0 0,-1 0 0 0 0,-8 1 0 0 0,15-4 10 0 0,0 0 0 0 0,0 0 0 0 0,0 0 0 0 0,0 0 0 0 0,-1 0 0 0 0,1 0-1 0 0,0 0 1 0 0,0 0 0 0 0,0 0 0 0 0,0 0 0 0 0,-1 0 0 0 0,1 0-1 0 0,0 0 1 0 0,0 0 0 0 0,0 0 0 0 0,0 0 0 0 0,0-1 0 0 0,0 1-1 0 0,-1 0 1 0 0,1 0 0 0 0,0 0 0 0 0,0 0 0 0 0,0 0 0 0 0,0 0 0 0 0,0-1-1 0 0,0 1 1 0 0,0 0 0 0 0,0 0 0 0 0,0 0 0 0 0,-1 0 0 0 0,1-1-1 0 0,0 1 1 0 0,0 0 0 0 0,0 0 0 0 0,0 0 0 0 0,0 0 0 0 0,0 0-1 0 0,0-1 1 0 0,0 1 0 0 0,0 0 0 0 0,0 0 0 0 0,0 0 0 0 0,0 0 0 0 0,1-1-1 0 0,-1 1 1 0 0,0 0 0 0 0,0 0 0 0 0,0 0 0 0 0,0 0 0 0 0,0-1-1 0 0,0 1 1 0 0,3-9 90 0 0,23-37 225 0 0,-9 26-302 0 0,2 1-1 0 0,0 1 1 0 0,1 0-1 0 0,1 2 1 0 0,0 1-1 0 0,27-15 1 0 0,16-13 20 0 0,-45 30-51 0 0,0 1 0 0 0,32-14 1 0 0,-3 2 10 0 0,-26 16 122 0 0,10 3-58 0 0,-25 8-92 0 0,-5-1 24 0 0,-1-1 3 0 0,-1-1-1 0 0,1 1 1 0 0,-1-1-1 0 0,1 1 1 0 0,-1-1-1 0 0,0 1 1 0 0,1 0-1 0 0,-1-1 0 0 0,0 1 1 0 0,1 0-1 0 0,-1-1 1 0 0,0 1-1 0 0,0 0 1 0 0,0-1-1 0 0,0 1 1 0 0,0 0-1 0 0,1-1 1 0 0,-1 1-1 0 0,0 0 1 0 0,0-1-1 0 0,-1 1 1 0 0,1 0-1 0 0,0 0 0 0 0,0 0 1 0 0,-5 19 11 0 0,-3 1 8 0 0,-1-1-1 0 0,0 0 1 0 0,-2-1-1 0 0,-1 0 1 0 0,-20 27 0 0 0,28-37 37 0 0,4-13-45 0 0,0 1-1 0 0,1-1 1 0 0,-1 1 0 0 0,1-1-1 0 0,0 1 1 0 0,0-1 0 0 0,0 1-1 0 0,0 0 1 0 0,0-1 0 0 0,1 1 0 0 0,0 0-1 0 0,0 0 1 0 0,0 0 0 0 0,0 0-1 0 0,0 0 1 0 0,0 0 0 0 0,1 1-1 0 0,-1-1 1 0 0,5-3 0 0 0,4-5-2 0 0,7-7 14 0 0,35-28 0 0 0,-46 40-16 0 0,1 1 1 0 0,0 0-1 0 0,0 0 1 0 0,0 1-1 0 0,0 0 1 0 0,1 0-1 0 0,0 1 1 0 0,11-3-1 0 0,-18 5 1 0 0,0 1-1 0 0,0-1 1 0 0,0 1 0 0 0,-1 0-1 0 0,1 0 1 0 0,0-1-1 0 0,0 1 1 0 0,0 0 0 0 0,0 1-1 0 0,0-1 1 0 0,0 0-1 0 0,0 0 1 0 0,0 1 0 0 0,0-1-1 0 0,-1 1 1 0 0,1 0 0 0 0,0 0-1 0 0,0-1 1 0 0,-1 1-1 0 0,1 0 1 0 0,0 0 0 0 0,-1 1-1 0 0,1-1 1 0 0,-1 0 0 0 0,1 0-1 0 0,-1 1 1 0 0,0-1-1 0 0,0 1 1 0 0,1-1 0 0 0,-1 1-1 0 0,0 0 1 0 0,0-1 0 0 0,-1 1-1 0 0,1 0 1 0 0,1 3-1 0 0,0 4 37 0 0,0 1-1 0 0,-1-1 1 0 0,0 1-1 0 0,-1-1 1 0 0,-1 19-1 0 0,0-8-9 0 0,1 72-244 0 0,1-89-24 0 0,0-1-1 0 0,0 1 1 0 0,0-1 0 0 0,0 0 0 0 0,1 1 0 0 0,-1-1-1 0 0,0 0 1 0 0,1 0 0 0 0,0 0 0 0 0,-1 0 0 0 0,1 0-1 0 0,0 0 1 0 0,0-1 0 0 0,0 1 0 0 0,0-1-1 0 0,1 1 1 0 0,-1-1 0 0 0,0 0 0 0 0,1 0 0 0 0,-1 0-1 0 0,0 0 1 0 0,5 1 0 0 0,15-1-3818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15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1034 61 1361 0 0,'1'0'133'0'0,"0"0"0"0"0,0 0 0 0 0,0 0 0 0 0,0-1 0 0 0,0 1 0 0 0,0 0 0 0 0,0-1 0 0 0,0 1 0 0 0,-1 0 0 0 0,1-1 0 0 0,0 1 0 0 0,0-1 0 0 0,0 1 0 0 0,0-1 1 0 0,0 0-1 0 0,-1 1 0 0 0,1-1 0 0 0,1-1 0 0 0,-2 2-6 0 0,0-1 0 0 0,0 1 1 0 0,0-1-1 0 0,0 1 0 0 0,0-1 0 0 0,0 1 1 0 0,0-1-1 0 0,0 1 0 0 0,0-1 1 0 0,0 1-1 0 0,0-1 0 0 0,-1 1 0 0 0,1-1 1 0 0,0 1-1 0 0,0-1 0 0 0,0 1 0 0 0,-1-1 1 0 0,1 1-1 0 0,0-1 0 0 0,0 1 1 0 0,-1 0-1 0 0,1-1 0 0 0,0 1 0 0 0,-1-1 1 0 0,0 1-1 0 0,-2-3 182 0 0,0 1-1 0 0,0 0 1 0 0,0 0 0 0 0,0 0-1 0 0,-1 0 1 0 0,1 0 0 0 0,0 1-1 0 0,-1-1 1 0 0,-6 0 0 0 0,-36-5 500 0 0,-1 2 0 0 0,-48 1 0 0 0,91 4-742 0 0,24 0-330 0 0,-19 1 230 0 0,0-1 1 0 0,0 0-1 0 0,0 0 0 0 0,1 1 0 0 0,-1-1 0 0 0,0 0 0 0 0,0 0 0 0 0,1 0 0 0 0,-1 0 1 0 0,0-1-1 0 0,0 1 0 0 0,0 0 0 0 0,0 0 0 0 0,1-1 0 0 0,-1 1 0 0 0,0-1 0 0 0,0 1 1 0 0,0-1-1 0 0,1 0 0 0 0,11 1-664 0 0,-13 0 688 0 0,0 0 1 0 0,0 0-1 0 0,-1 0 1 0 0,1 0-1 0 0,0 0 1 0 0,0 0-1 0 0,0 0 0 0 0,-1 0 1 0 0,1 0-1 0 0,0 1 1 0 0,0-1-1 0 0,0 0 1 0 0,0 0-1 0 0,-1 0 1 0 0,1 0-1 0 0,0 0 1 0 0,0 1-1 0 0,0-1 1 0 0,0 0-1 0 0,0 0 1 0 0,0 0-1 0 0,0 1 1 0 0,-1-1-1 0 0,1 0 1 0 0,0 0-1 0 0,0 1 0 0 0,0-1 1 0 0,0 0-1 0 0,0 0 1 0 0,0 0-1 0 0,0 1 1 0 0,0-1-1 0 0,0 0 1 0 0,0 0-1 0 0,0 1 1 0 0,0-1-1 0 0,0 0 1 0 0,0 0-1 0 0,0 0 1 0 0,1 1-1 0 0,-1-1 1 0 0,0 0-1 0 0,0 0 1 0 0,0 0-1 0 0,0 1 0 0 0,0-1 1 0 0,0 0-1 0 0,1 0 1 0 0,-1 0-1 0 0,0 0 1 0 0,0 1-1 0 0,0-1 1 0 0,0 0-1 0 0,1 0 1 0 0,-1 0-1 0 0,0 0 1 0 0,0 0-1 0 0,0 0 1 0 0,1 0-1 0 0,-1 0 1 0 0,0 1-1 0 0,0-1 1 0 0,0 0-1 0 0,1 0 0 0 0,-1 0 1 0 0,0 0-1 0 0,0 0 1 0 0,1 0-1 0 0,-1 0 1 0 0,-27 19 61 0 0,-2-1 0 0 0,-58 27 0 0 0,-25 16 311 0 0,99-53-301 0 0,1 1-1 0 0,0 0 0 0 0,1 1 1 0 0,0 0-1 0 0,1 1 1 0 0,-14 17-1 0 0,-10 13 249 0 0,24-32-264 0 0,2 1 0 0 0,-1 1 1 0 0,1-1-1 0 0,-8 17 0 0 0,14-24-43 0 0,1 1-10 0 0,-1 0 1 0 0,0-1 0 0 0,1 1-1 0 0,-2-1 1 0 0,1 1-1 0 0,0-1 1 0 0,-5 5-1 0 0,2 0-11 0 0,11-7-19 0 0,7-5-18 0 0,17-25 134 0 0,2 1 45 0 0,-1-1 0 0 0,29-37 0 0 0,-57 63-113 0 0,2-4 15 0 0,-3 6-16 0 0,0-1 0 0 0,0 0 1 0 0,0 0-1 0 0,-1 1 1 0 0,1-1-1 0 0,-1-1 0 0 0,0 1 1 0 0,0 0-1 0 0,1 0 0 0 0,-1 0 1 0 0,-1-1-1 0 0,1 1 0 0 0,0 0 1 0 0,0-1-1 0 0,-1 1 0 0 0,0-1 1 0 0,1 1-1 0 0,-1-1 0 0 0,0-3 1 0 0,0 6 68 0 0,-4 5 0 0 0,-4 2-80 0 0,0 0 0 0 0,1 0 0 0 0,0 1 1 0 0,0 0-1 0 0,0 1 0 0 0,1-1 0 0 0,-7 14 0 0 0,-9 11-14 0 0,8-14-5 0 0,0-2-1 0 0,1 1-1 0 0,-13 24 0 0 0,18-28 16 0 0,-1 0-1 0 0,0-1 1 0 0,-1 0-1 0 0,-1-1 1 0 0,0 0-1 0 0,-1-1 1 0 0,-13 10-1 0 0,-9 9 117 0 0,7-3-48 0 0,-5 4-74 0 0,-68 51-1 0 0,15-22-1 0 0,71-45 150 0 0,14-15-128 0 0,1 1 1 0 0,-1-1 0 0 0,0 1 0 0 0,0-1 0 0 0,0 0 0 0 0,0 1 0 0 0,1-1 0 0 0,-1 1 0 0 0,0-1-1 0 0,1 0 1 0 0,-1 1 0 0 0,0-1 0 0 0,1 1 0 0 0,-1-1 0 0 0,0 0 0 0 0,1 1 0 0 0,-1-1 0 0 0,0 0-1 0 0,1 0 1 0 0,-1 1 0 0 0,1-1 0 0 0,-1 0 0 0 0,1 0 0 0 0,-1 0 0 0 0,1 0 0 0 0,-1 1 0 0 0,1-1-1 0 0,5-2 32 0 0,-4-1-82 0 0,386-351 367 0 0,-318 286-331 0 0,-62 61 25 0 0,0 0 1 0 0,1 1 0 0 0,0 0 0 0 0,0 1 0 0 0,0-1 0 0 0,0 2 0 0 0,1-1 0 0 0,15-3 0 0 0,-21 6-22 0 0,0 1-1 0 0,1-1 1 0 0,-1 1 0 0 0,1 1 0 0 0,-1-1-1 0 0,1 1 1 0 0,-1 0 0 0 0,1 0-1 0 0,-1 0 1 0 0,1 0 0 0 0,-1 1 0 0 0,1 0-1 0 0,-1 0 1 0 0,1 0 0 0 0,-1 0-1 0 0,0 1 1 0 0,0 0 0 0 0,1-1-1 0 0,-1 2 1 0 0,-1-1 0 0 0,7 4 0 0 0,-8-3 3 0 0,1-1 0 0 0,-1 1 0 0 0,0 0 0 0 0,1 0 0 0 0,-1 0 0 0 0,-1 0 0 0 0,1 1 0 0 0,0-1 0 0 0,-1 1 0 0 0,0-1 0 0 0,1 1 0 0 0,-1-1 0 0 0,-1 1 1 0 0,1-1-1 0 0,0 1 0 0 0,-1 0 0 0 0,0-1 0 0 0,0 1 0 0 0,0 0 0 0 0,-1 5 0 0 0,-1 3 3 0 0,0 0-1 0 0,-1-1 1 0 0,-1 1 0 0 0,-7 17-1 0 0,5-17 9 0 0,0-1 0 0 0,-1 1 1 0 0,0-1-1 0 0,-1-1 0 0 0,0 1 0 0 0,-1-1 0 0 0,0-1 0 0 0,0 0 0 0 0,-1 0 0 0 0,0-1 0 0 0,-1 0 0 0 0,0 0 0 0 0,0-1 0 0 0,-1-1 1 0 0,-19 8-1 0 0,-12 3 99 0 0,-2-2-1 0 0,-85 17 1 0 0,118-29-96 0 0,9-2-11 0 0,-152 27 530 0 0,134-26-485 0 0,1-1 0 0 0,-1-1 0 0 0,1 0 0 0 0,0-2 0 0 0,-31-6 0 0 0,48 8-101 0 0,-27-10-42 0 0,29 10 71 0 0,1 0 0 0 0,-1 0 0 0 0,1 0 0 0 0,-1-1-1 0 0,1 1 1 0 0,-1 0 0 0 0,1-1 0 0 0,-1 1 0 0 0,1 0 0 0 0,-1-1 0 0 0,1 1 0 0 0,0-1 0 0 0,-1 1-1 0 0,1-1 1 0 0,0 1 0 0 0,-1-1 0 0 0,1 1 0 0 0,0-1 0 0 0,-1 1 0 0 0,1-1 0 0 0,0 1 0 0 0,0-1 0 0 0,0 1-1 0 0,0-1 1 0 0,-1 0 0 0 0,1 1 0 0 0,0-1 0 0 0,0 1 0 0 0,0-1 0 0 0,0 0 0 0 0,0 1 0 0 0,0-1-1 0 0,1 1 1 0 0,-1-1 0 0 0,0 1 0 0 0,0-1 0 0 0,0 0 0 0 0,0 1 0 0 0,1-1 0 0 0,-1 1 0 0 0,0-1-1 0 0,1 1 1 0 0,-1-1 0 0 0,0 1 0 0 0,1-1 0 0 0,-1 1 0 0 0,1 0 0 0 0,0-1 0 0 0,7-6-321 0 0,0 0 1 0 0,0 1 0 0 0,1 0 0 0 0,0 1-1 0 0,1 0 1 0 0,-1 0 0 0 0,1 1 0 0 0,0 0-1 0 0,19-4 1 0 0,12-6-1051 0 0,89-39-4369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16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481 29 480 0 0,'-7'-1'1340'0'0,"0"0"-1"0"0,-1 0 0 0 0,1 0 1 0 0,-10-4-1 0 0,1-1-1086 0 0,8-3 387 0 0,7 8-563 0 0,0 1-1 0 0,0-1 1 0 0,0 1-1 0 0,0-1 1 0 0,0 1-1 0 0,-1 0 1 0 0,1-1-1 0 0,0 1 1 0 0,0 0-1 0 0,0 0 1 0 0,-1 0-1 0 0,1 0 1 0 0,0 0-1 0 0,-1 0 1 0 0,-6 14 83 0 0,-38 28 124 0 0,37-35-212 0 0,1 0 0 0 0,-1 1 1 0 0,1 0-1 0 0,0 0 0 0 0,1 1 0 0 0,0 0 0 0 0,0 0 0 0 0,-10 19 0 0 0,-98 205 902 0 0,102-212-919 0 0,-1 0-1 0 0,-1-2 1 0 0,-1 1 0 0 0,-31 27-1 0 0,9-7-47 0 0,38-40-15 0 0,0 0-1 0 0,0 0 1 0 0,0 0 0 0 0,0 0-1 0 0,0 0 1 0 0,0 0-1 0 0,0 0 1 0 0,0 0 0 0 0,1 0-1 0 0,-1-1 1 0 0,0 1-1 0 0,0 0 1 0 0,0 0-1 0 0,0 0 1 0 0,0 0 0 0 0,0 0-1 0 0,0 1 1 0 0,0-1-1 0 0,0 0 1 0 0,1 0 0 0 0,-1 0-1 0 0,0 0 1 0 0,0 0-1 0 0,0 0 1 0 0,0 0-1 0 0,0 0 1 0 0,0 0 0 0 0,0 0-1 0 0,0 0 1 0 0,0 0-1 0 0,0 0 1 0 0,0 0-1 0 0,1 0 1 0 0,-1 0 0 0 0,0 0-1 0 0,0 0 1 0 0,0 1-1 0 0,0-1 1 0 0,0 0 0 0 0,0 0-1 0 0,0 0 1 0 0,0 0-1 0 0,0 0 1 0 0,0 0-1 0 0,0 0 1 0 0,0 0 0 0 0,0 0-1 0 0,0 0 1 0 0,0 1-1 0 0,0-1 1 0 0,0 0 0 0 0,0 0-1 0 0,0 0 1 0 0,0 0-1 0 0,0 0 1 0 0,15-4-316 0 0,-8 2 119 0 0,9-2-319 0 0,0-1 0 0 0,-1-1 0 0 0,0 0 0 0 0,0-1 0 0 0,0-1 0 0 0,15-10-1 0 0,37-39-3890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17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637 27 480 0 0,'13'-3'1783'0'0,"-18"-3"669"0"0,-29-4 423 0 0,-2 6-2341 0 0,-1 2-1 0 0,1 1 1 0 0,0 2-1 0 0,-1 1 1 0 0,-41 9 0 0 0,61-7-408 0 0,-1 0 0 0 0,1 2 0 0 0,-1 0 0 0 0,2 1 0 0 0,-1 1 0 0 0,1 1 0 0 0,0 0 1 0 0,1 1-1 0 0,0 0 0 0 0,-20 19 0 0 0,28-22-57 0 0,-1 1 0 0 0,1 0 1 0 0,0 0-1 0 0,1 0 0 0 0,-1 1 0 0 0,2 0 1 0 0,-1 0-1 0 0,-7 19 0 0 0,11-23-56 0 0,0-1 0 0 0,1 1 0 0 0,-1 0 0 0 0,1 0-1 0 0,0 0 1 0 0,0 0 0 0 0,0 0 0 0 0,1 1 0 0 0,-1-1 0 0 0,1 0-1 0 0,1 0 1 0 0,-1 0 0 0 0,1 0 0 0 0,0 0 0 0 0,0 0-1 0 0,0 0 1 0 0,1 0 0 0 0,3 8 0 0 0,-3-10-11 0 0,1 0 0 0 0,-1 0-1 0 0,1 0 1 0 0,0 0 0 0 0,0-1 0 0 0,0 1 0 0 0,0-1 0 0 0,0 0-1 0 0,1 1 1 0 0,-1-2 0 0 0,1 1 0 0 0,-1 0 0 0 0,1-1-1 0 0,0 1 1 0 0,0-1 0 0 0,0 0 0 0 0,-1 0 0 0 0,1-1 0 0 0,0 1-1 0 0,0-1 1 0 0,7 0 0 0 0,2 0 5 0 0,1-1-1 0 0,-1-1 1 0 0,0 0 0 0 0,1 0-1 0 0,15-7 1 0 0,-2-2 25 0 0,0-1 1 0 0,-1-1-1 0 0,-1-1 1 0 0,0-2-1 0 0,-1 0 0 0 0,41-38 1 0 0,-50 41 8 0 0,0 0 1 0 0,-1-1-1 0 0,19-23 0 0 0,-29 31 15 0 0,0 0 0 0 0,0 0 0 0 0,-1-1 0 0 0,1 1 0 0 0,-1-1 0 0 0,-1 1 0 0 0,0-1 0 0 0,1 0 0 0 0,-2 0 0 0 0,1 0 0 0 0,-1-1 1 0 0,0-12-1 0 0,-1 18 24 0 0,4 25 80 0 0,5-2-144 0 0,0 0 0 0 0,-1 0 0 0 0,-2 0 0 0 0,5 27 0 0 0,-8-39-16 0 0,-2-5 1 0 0,0 0 0 0 0,0-1-1 0 0,0 1 1 0 0,-1 0-1 0 0,1 0 1 0 0,-1 0 0 0 0,0-1-1 0 0,0 1 1 0 0,0 0 0 0 0,-1 0-1 0 0,1 0 1 0 0,-1 0 0 0 0,0-1-1 0 0,0 1 1 0 0,0 0-1 0 0,0-1 1 0 0,-1 1 0 0 0,0-1-1 0 0,-3 6 1 0 0,-11 13-14 0 0,-1-2-1 0 0,-2 0 1 0 0,0-1 0 0 0,0-1-1 0 0,-2-1 1 0 0,0-1 0 0 0,-24 14-1 0 0,7-8-63 0 0,-1-1-1 0 0,-1-2 0 0 0,-51 16 1 0 0,15-5 40 0 0,46-18 189 0 0,0-1-1 0 0,-55 11 0 0 0,84-21-130 0 0,0-1 1 0 0,0 0-1 0 0,0 1 0 0 0,-1-1 1 0 0,1 0-1 0 0,0 1 0 0 0,0-1 1 0 0,0 0-1 0 0,-1 0 0 0 0,1 0 1 0 0,0 0-1 0 0,0 0 0 0 0,-1 0 1 0 0,1-1-1 0 0,0 1 0 0 0,0 0 1 0 0,0-1-1 0 0,0 1 0 0 0,-1 0 1 0 0,0-2-1 0 0,4 1-10 0 0,0-1 1 0 0,0 1 0 0 0,0 0-1 0 0,0 0 1 0 0,0 0-1 0 0,1 0 1 0 0,-1 0 0 0 0,0 0-1 0 0,0 0 1 0 0,1 1-1 0 0,2-1 1 0 0,267-70 192 0 0,234-64-5344 0 0,-303 75 432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19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2489 32 2641 0 0,'9'-6'1053'0'0,"-2"2"-361"0"0,1-1-1 0 0,-1 1 1 0 0,1 1-1 0 0,0-1 1 0 0,8-2 0 0 0,-11 10-40 0 0,-5-2-577 0 0,-1-1-1 0 0,1 0 1 0 0,0 0 0 0 0,-1 0 0 0 0,1-1-1 0 0,-1 1 1 0 0,1 0 0 0 0,-1 0 0 0 0,0 0-1 0 0,1 0 1 0 0,-1 0 0 0 0,0-1 0 0 0,0 1 0 0 0,0 0-1 0 0,1-1 1 0 0,-1 1 0 0 0,0 0 0 0 0,0-1-1 0 0,-2 2 1 0 0,-63 47 1620 0 0,-62 62 1 0 0,29-24-1125 0 0,-179 114 171 0 0,219-163-630 0 0,-187 130 261 0 0,-381 268 86 0 0,432-299-291 0 0,40-23-128 0 0,4 6 0 0 0,-180 187 0 0 0,176-143-6323 0 0,155-162 6074 0 0,-1-1 0 0 0,0 0 0 0 0,0 0 0 0 0,0 0-1 0 0,0 0 1 0 0,0 1 0 0 0,0-1 0 0 0,0 0 0 0 0,-1-1 0 0 0,1 1-1 0 0,0 0 1 0 0,0 0 0 0 0,-1 0 0 0 0,1-1 0 0 0,-1 1-1 0 0,1-1 1 0 0,0 1 0 0 0,-1-1 0 0 0,1 0 0 0 0,-1 1-1 0 0,-2-1 1 0 0,1-2-191 0 0,1 0 0 0 0,0 0 0 0 0,0-1 0 0 0,-1 1-1 0 0,1-1 1 0 0,1 1 0 0 0,-1-1 0 0 0,0 1 0 0 0,-1-6-1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45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179 117 1841 0 0,'0'-46'4498'0'0,"0"-21"-2220"0"0,1 64-2191 0 0,-2 3-32 0 0,-7 10 97 0 0,-2 5-96 0 0,0 0 0 0 0,1 0 1 0 0,0 1-1 0 0,1 1 0 0 0,1 0 1 0 0,0 0-1 0 0,2 0 0 0 0,-7 32 1 0 0,8-21-68 0 0,3-21 10 0 0,0-1-1 0 0,0 1 1 0 0,0 0-1 0 0,-1 0 1 0 0,0-1-1 0 0,0 1 1 0 0,0-1-1 0 0,-1 1 1 0 0,0-1-1 0 0,-5 7 1 0 0,-8 9 142 0 0,11-16-126 0 0,0 0 1 0 0,0 0 0 0 0,1 1-1 0 0,0-1 1 0 0,0 1 0 0 0,1 0-1 0 0,0 0 1 0 0,0 1 0 0 0,0-1-1 0 0,1 1 1 0 0,0-1 0 0 0,1 1-1 0 0,-2 14 1 0 0,3-20-92 0 0,0 0-1 0 0,0-1 1 0 0,0 1-1 0 0,0 0 1 0 0,1-1-1 0 0,-1 1 1 0 0,0 0-1 0 0,1 0 0 0 0,-1-1 1 0 0,1 1-1 0 0,0-1 1 0 0,0 1-1 0 0,-1-1 1 0 0,1 1-1 0 0,0-1 1 0 0,0 1-1 0 0,2 1 1 0 0,-2-2-43 0 0,0 0 0 0 0,1-1 0 0 0,-1 0 0 0 0,0 1 0 0 0,0-1 0 0 0,0 0-1 0 0,0 1 1 0 0,0-1 0 0 0,0 0 0 0 0,0 0 0 0 0,1 0 0 0 0,-1 0 0 0 0,0 0 0 0 0,0 0 0 0 0,0 0 0 0 0,0 0 0 0 0,0-1 0 0 0,1 1 0 0 0,-1 0 0 0 0,0-1 0 0 0,0 1 0 0 0,0-1 0 0 0,0 1 0 0 0,0-1-1 0 0,0 1 1 0 0,0-1 0 0 0,0 0 0 0 0,0 0 0 0 0,1 0 0 0 0,20-21-4443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45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14 5042 0 0,'-4'-2'708'0'0,"3"2"-597"0"0,0 0-1 0 0,0 0 0 0 0,0 0 1 0 0,0 0-1 0 0,0-1 0 0 0,0 1 0 0 0,0 0 1 0 0,1-1-1 0 0,-1 1 0 0 0,0-1 1 0 0,0 1-1 0 0,0-1 0 0 0,1 1 1 0 0,-1-1-1 0 0,0 0 0 0 0,1 1 1 0 0,-1-1-1 0 0,0 0 0 0 0,1 0 0 0 0,-1 1 1 0 0,0-2-1 0 0,20 2-203 0 0,-11 1 79 0 0,0 1 1 0 0,0-1 0 0 0,1-1 0 0 0,9 1-1 0 0,31 1 94 0 0,11 4 22 0 0,0 4 1 0 0,111 32-1 0 0,-168-41-105 0 0,0 0 0 0 0,0 0 0 0 0,0 0 0 0 0,0 1 0 0 0,0-1 0 0 0,0 1 0 0 0,-1 0 0 0 0,1 0 0 0 0,0-1 0 0 0,-1 2 0 0 0,5 3 0 0 0,-7-5 8 0 0,0 0-1 0 0,0-1 1 0 0,1 1 0 0 0,-1-1-1 0 0,0 1 1 0 0,0 0 0 0 0,0-1-1 0 0,0 1 1 0 0,1 0 0 0 0,-1 0-1 0 0,0-1 1 0 0,0 1 0 0 0,-1 0 0 0 0,1-1-1 0 0,0 1 1 0 0,0 0 0 0 0,0-1-1 0 0,0 1 1 0 0,0 0 0 0 0,-1-1-1 0 0,1 1 1 0 0,0-1 0 0 0,-1 1-1 0 0,1 0 1 0 0,0-1 0 0 0,-1 1-1 0 0,1-1 1 0 0,-1 1 0 0 0,1-1 0 0 0,-1 1-1 0 0,1-1 1 0 0,-2 1 0 0 0,-5 4 115 0 0,0-1 0 0 0,-1 0 0 0 0,1 0 1 0 0,-1 0-1 0 0,0-1 0 0 0,-15 3 0 0 0,12-2 7 0 0,0-1 31 0 0,0 0 1 0 0,0-1 0 0 0,0 0 0 0 0,-23 0 0 0 0,2-1-429 0 0,1-1-1 0 0,-1-2 1 0 0,-43-7 0 0 0,75 9 230 0 0,-1 0 1 0 0,1 0-1 0 0,0 0 0 0 0,0 0 0 0 0,0-1 1 0 0,-1 1-1 0 0,1 0 0 0 0,0 0 0 0 0,0 0 1 0 0,0 0-1 0 0,-1-1 0 0 0,1 1 0 0 0,0 0 0 0 0,0 0 1 0 0,0 0-1 0 0,0-1 0 0 0,0 1 0 0 0,0 0 1 0 0,0 0-1 0 0,-1 0 0 0 0,1-1 0 0 0,0 1 0 0 0,0 0 1 0 0,0 0-1 0 0,0-1 0 0 0,0 1 0 0 0,0 0 1 0 0,0 0-1 0 0,0-1 0 0 0,0 1 0 0 0,0 0 1 0 0,0 0-1 0 0,0-1 0 0 0,0 1 0 0 0,1 0 0 0 0,-1 0 1 0 0,0 0-1 0 0,0-1 0 0 0,0 1 0 0 0,0 0 1 0 0,0 0-1 0 0,0 0 0 0 0,0-1 0 0 0,1 1 1 0 0,-1 0-1 0 0,0 0 0 0 0,0 0 0 0 0,0 0 0 0 0,1-1 1 0 0,-1 1-1 0 0,0 0 0 0 0,0 0 0 0 0,1 0 1 0 0,40-20-4443 0 0,-19 3 2067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46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0 640 0 0,'-40'24'2642'0'0,"-27"-5"-1682"0"0,22-5-720 0 0,1 0-160 0 0,0 0-480 0 0,-1 5-2081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46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268 257 1761 0 0,'-17'4'2098'0'0,"16"-4"-1889"0"0,0 1-1 0 0,0-1 0 0 0,0 1 1 0 0,0-1-1 0 0,0 0 0 0 0,-1 0 0 0 0,1 0 1 0 0,0 1-1 0 0,0-1 0 0 0,0 0 1 0 0,-1 0-1 0 0,1 0 0 0 0,0-1 1 0 0,0 1-1 0 0,0 0 0 0 0,-2-1 1 0 0,2 0-149 0 0,0 0 0 0 0,1-1 0 0 0,-1 1 0 0 0,0 0 0 0 0,0-1 1 0 0,1 1-1 0 0,-1-1 0 0 0,1 1 0 0 0,-1-1 0 0 0,1 1 1 0 0,0-1-1 0 0,0 1 0 0 0,0-1 0 0 0,0 0 0 0 0,0 1 1 0 0,0-1-1 0 0,0-2 0 0 0,0 3-48 0 0,0 0 1 0 0,1 0 0 0 0,-1-1-1 0 0,0 1 1 0 0,0 0-1 0 0,0 0 1 0 0,1 0 0 0 0,-1 0-1 0 0,1 0 1 0 0,-1 0-1 0 0,1 0 1 0 0,-1 0 0 0 0,1 0-1 0 0,0 0 1 0 0,-1 0-1 0 0,1 0 1 0 0,0 0 0 0 0,0 1-1 0 0,1-2 1 0 0,-1 1-2 0 0,0 0 1 0 0,0 0-1 0 0,0 0 1 0 0,0 0-1 0 0,-1 0 0 0 0,1 0 1 0 0,0 0-1 0 0,0 0 1 0 0,-1-1-1 0 0,1 1 0 0 0,-1 0 1 0 0,1 0-1 0 0,-1-1 1 0 0,1 1-1 0 0,-1 0 0 0 0,0 0 1 0 0,0-1-1 0 0,0 1 1 0 0,1-3-1 0 0,-1 1 5 0 0,1 0 0 0 0,-1-1-1 0 0,1 1 1 0 0,0 0 0 0 0,1 0-1 0 0,-1 0 1 0 0,0 0 0 0 0,1 0 0 0 0,0 0-1 0 0,0 0 1 0 0,0 1 0 0 0,0-1-1 0 0,0 0 1 0 0,0 1 0 0 0,1 0 0 0 0,-1-1-1 0 0,5-2 1 0 0,-3 2 3 0 0,0-1-1 0 0,0 1 1 0 0,-1-1 0 0 0,1 0-1 0 0,-1-1 1 0 0,4-6 0 0 0,-2 4 5 0 0,-1 1 0 0 0,1-1 0 0 0,0 1 0 0 0,0 1 0 0 0,1-1 0 0 0,-1 1 0 0 0,1-1 0 0 0,0 2 0 0 0,1-1 1 0 0,-1 1-1 0 0,1 0 0 0 0,0 0 0 0 0,13-4 0 0 0,-12 4-19 0 0,2 0 0 0 0,-1 1 1 0 0,0 1-1 0 0,0-1 0 0 0,1 2 0 0 0,-1-1 1 0 0,1 1-1 0 0,0 1 0 0 0,-1 0 0 0 0,1 0 1 0 0,15 3-1 0 0,-22-3-5 0 0,1 1-1 0 0,-1 0 1 0 0,1 0 0 0 0,-1 0-1 0 0,0 0 1 0 0,0 1 0 0 0,1-1 0 0 0,-1 1-1 0 0,0 0 1 0 0,0 0 0 0 0,-1 0 0 0 0,1 1-1 0 0,0-1 1 0 0,-1 0 0 0 0,1 1 0 0 0,-1 0-1 0 0,0-1 1 0 0,0 1 0 0 0,3 6 0 0 0,-4-7 3 0 0,0 1 1 0 0,-1-1 0 0 0,1 1-1 0 0,-1-1 1 0 0,0 1-1 0 0,0-1 1 0 0,0 1 0 0 0,0 0-1 0 0,0-1 1 0 0,0 1 0 0 0,-1-1-1 0 0,1 1 1 0 0,-1-1 0 0 0,1 1-1 0 0,-1-1 1 0 0,0 1 0 0 0,0-1-1 0 0,-1 0 1 0 0,1 1 0 0 0,0-1-1 0 0,-1 0 1 0 0,1 0 0 0 0,-1 0-1 0 0,0 0 1 0 0,1 0 0 0 0,-4 2-1 0 0,-1 1 50 0 0,0-1 0 0 0,0 0 0 0 0,0 0 0 0 0,0 0 0 0 0,0-1 0 0 0,-1 0 0 0 0,0 0 0 0 0,1-1 0 0 0,-14 4 0 0 0,-70 9 883 0 0,26-5 93 0 0,57-9-616 0 0,10-1-466 0 0,32-2 45 0 0,53-10 0 0 0,4-2 24 0 0,16 10-110 0 0,-108 4 93 0 0,0 0 1 0 0,0 0-1 0 0,0 0 0 0 0,0 0 0 0 0,0 0 0 0 0,0 0 0 0 0,0 0 0 0 0,1 0 0 0 0,-1-1 0 0 0,0 1 0 0 0,0 0 0 0 0,0 0 0 0 0,0 1 0 0 0,0-1 0 0 0,0 0 0 0 0,0 0 0 0 0,1 0 0 0 0,-1 0 0 0 0,0 0 0 0 0,0 0 0 0 0,0 0 0 0 0,0 0 0 0 0,0 0 0 0 0,0 0 0 0 0,0 0 0 0 0,0 0 0 0 0,0 0 1 0 0,1 0-1 0 0,-1 0 0 0 0,0 0 0 0 0,0 0 0 0 0,0 1 0 0 0,0-1 0 0 0,0 0 0 0 0,0 0 0 0 0,0 0 0 0 0,0 0 0 0 0,0 0 0 0 0,0 0 0 0 0,0 0 0 0 0,0 0 0 0 0,0 1 0 0 0,0-1 0 0 0,0 0 0 0 0,0 0 0 0 0,0 0 0 0 0,0 0 0 0 0,0 0 0 0 0,0 0 0 0 0,0 0 0 0 0,0 1 0 0 0,0-1 0 0 0,0 0 1 0 0,0 0-1 0 0,0 0 0 0 0,0 0 0 0 0,0 0 0 0 0,0 0 0 0 0,0 0 0 0 0,0 0 0 0 0,0 1 0 0 0,0-1 0 0 0,0 0 0 0 0,0 0 0 0 0,0 0 0 0 0,-1 0 0 0 0,1 0 0 0 0,0 0 0 0 0,-10 9 27 0 0,-37 17 98 0 0,-1-1 0 0 0,-70 25 0 0 0,-116 32 25 0 0,56-23-2070 0 0,155-56 333 0 0,19-8 46 0 0,13-9-104 0 0,28-20-1488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47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38 1681 0 0,'-21'-3'1233'0'0,"0"0"0"0"0,0 2 0 0 0,0 0 0 0 0,-27 3 1 0 0,3-1-210 0 0,29-1-739 0 0,1 0 0 0 0,-1-1 0 0 0,1 0 0 0 0,-1-1 0 0 0,1-1 1 0 0,0 0-1 0 0,-25-10 0 0 0,35 8 566 0 0,12 2 221 0 0,9 1-447 0 0,72 7 39 0 0,-24 2-435 0 0,339 44 1372 0 0,-176-13-1654 0 0,-196-36-1491 0 0,0-1-1 0 0,-1-2 0 0 0,1-1 0 0 0,55-11 0 0 0,-19-4-4551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48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627 33 1441 0 0,'-81'-31'5976'0'0,"77"30"-5256"0"0,-14 1 414 0 0,18 0-1064 0 0,0 0 0 0 0,0 0-1 0 0,0 0 1 0 0,0 0 0 0 0,0 0 0 0 0,0 0 0 0 0,0 0-1 0 0,1 1 1 0 0,-1-1 0 0 0,0 0 0 0 0,0 0 0 0 0,0 0 0 0 0,0 0-1 0 0,0 0 1 0 0,0 0 0 0 0,0 0 0 0 0,0 1 0 0 0,0-1-1 0 0,0 0 1 0 0,0 0 0 0 0,0 0 0 0 0,0 0 0 0 0,0 0 0 0 0,0 0-1 0 0,0 1 1 0 0,0-1 0 0 0,0 0 0 0 0,0 0 0 0 0,0 0-1 0 0,0 0 1 0 0,0 0 0 0 0,0 0 0 0 0,0 1 0 0 0,0-1 0 0 0,0 0-1 0 0,0 0 1 0 0,0 0 0 0 0,0 0 0 0 0,-1 0 0 0 0,1 0-1 0 0,0 0 1 0 0,0 1 0 0 0,0-1 0 0 0,0 0 0 0 0,0 0 0 0 0,0 0-1 0 0,22 6 496 0 0,34 8 33 0 0,80 11 0 0 0,-131-25-585 0 0,-4 0-10 0 0,-1 0 0 0 0,1 0 0 0 0,0 0 1 0 0,-1 0-1 0 0,1 0 0 0 0,0 0 0 0 0,-1 0 1 0 0,1 0-1 0 0,0 0 0 0 0,0 0 0 0 0,-1 0 0 0 0,1 0 1 0 0,0 0-1 0 0,-1 1 0 0 0,1-1 0 0 0,0 0 1 0 0,-1 0-1 0 0,1 1 0 0 0,-1-1 0 0 0,1 1 1 0 0,0-1-1 0 0,-1 1 0 0 0,1-1 0 0 0,0 1 1 0 0,17 0 89 0 0,-14-1-13 0 0,-117-21 927 0 0,-36-4-693 0 0,130 23-300 0 0,1 1 1 0 0,-1 1-1 0 0,0 0 0 0 0,1 1 1 0 0,-1 1-1 0 0,1 1 1 0 0,-1 1-1 0 0,1 1 1 0 0,0 0-1 0 0,1 1 1 0 0,-25 12-1 0 0,31-12-28 0 0,-58 33-43 0 0,64-36 65 0 0,0 1 0 0 0,0 0 1 0 0,0 0-1 0 0,1 1 1 0 0,-1-1-1 0 0,1 1 1 0 0,0 0-1 0 0,0 0 1 0 0,-5 10-1 0 0,4-6-9 0 0,1 1 0 0 0,1-1-1 0 0,-1 1 1 0 0,1 0 0 0 0,1 1-1 0 0,0-1 1 0 0,1 0 0 0 0,0 1-1 0 0,0 16 1 0 0,1 42-66 0 0,18-62-66 0 0,-9-3 142 0 0,0 1 0 0 0,-1-1-1 0 0,1-1 1 0 0,1 1 0 0 0,-1-1 0 0 0,0-1 0 0 0,1 0 0 0 0,14 1-1 0 0,86-1 110 0 0,-65-2-102 0 0,-42 0-17 0 0,15 0-21 0 0,-1-1 0 0 0,27-3 1 0 0,-44 3 22 0 0,0 1 0 0 0,1 0 0 0 0,-1 0 0 0 0,0 0 0 0 0,1-1 0 0 0,-1 1 0 0 0,0 0 0 0 0,0 0 0 0 0,0-1 1 0 0,1 1-1 0 0,-1 0 0 0 0,0-1 0 0 0,0 1 0 0 0,0 0 0 0 0,1 0 0 0 0,-1-1 0 0 0,0 1 0 0 0,0 0 0 0 0,0-1 0 0 0,0 1 1 0 0,0 0-1 0 0,0-1 0 0 0,0 1 0 0 0,0 0 0 0 0,0-1 0 0 0,0 1 0 0 0,0-1 0 0 0,0 1 0 0 0,0 0 0 0 0,0-1 0 0 0,0 1 1 0 0,0 0-1 0 0,0-1 0 0 0,-1 1 0 0 0,1 0 0 0 0,0 0 0 0 0,0-1 0 0 0,0 1 0 0 0,0 0 0 0 0,-1-1 0 0 0,1 1 0 0 0,0 0 0 0 0,0 0 1 0 0,-1-1-1 0 0,1 1 0 0 0,0 0 0 0 0,0 0 0 0 0,-1-1 0 0 0,-5-2 1 0 0,-1 0-1 0 0,1 0 1 0 0,-1 0-1 0 0,0 0 1 0 0,0 1-1 0 0,0 0 1 0 0,-12-1-1 0 0,-4-2 0 0 0,1 3 12 0 0,-1 1-1 0 0,1 1 0 0 0,0 1 0 0 0,0 0 0 0 0,0 2 1 0 0,-41 10-1 0 0,48-10-18 0 0,1 0 10 0 0,0 1-1 0 0,1-1 0 0 0,-1 2 1 0 0,1 0-1 0 0,-16 9 0 0 0,22-10-4 0 0,1 0-1 0 0,0 1 0 0 0,0-1 0 0 0,0 1 0 0 0,1 1 1 0 0,-1-1-1 0 0,1 1 0 0 0,0 0 0 0 0,1 0 0 0 0,-5 8 0 0 0,8-13 2 0 0,0 0 0 0 0,0 0 0 0 0,1-1 0 0 0,-1 1 0 0 0,0 0 0 0 0,1 0 0 0 0,-1 0 0 0 0,1 0 0 0 0,-1 0 0 0 0,1 0 0 0 0,-1 0 0 0 0,1 0 0 0 0,0 0 0 0 0,-1 1 0 0 0,1-1 0 0 0,0 0 0 0 0,0 0 0 0 0,0 0 0 0 0,0 0 0 0 0,0 0 0 0 0,0 0 0 0 0,0 0 0 0 0,1 1 0 0 0,-1-1 0 0 0,0 0 0 0 0,0 0 0 0 0,1 0 0 0 0,-1 0 0 0 0,1 0 0 0 0,-1 0 0 0 0,1 0 0 0 0,0 1 0 0 0,3 5 0 0 0,-2-3 18 0 0,0 0 0 0 0,0 0 0 0 0,1 0 0 0 0,0 0 0 0 0,0 0 0 0 0,0-1 0 0 0,0 1 0 0 0,1-1-1 0 0,6 5 1 0 0,21 24 764 0 0,-27-28-776 0 0,-1-1 0 0 0,1 1 0 0 0,0-1 1 0 0,0 0-1 0 0,0 0 0 0 0,1 0 0 0 0,-1 0 0 0 0,1-1 0 0 0,-1 0 1 0 0,1 0-1 0 0,0 0 0 0 0,0 0 0 0 0,0-1 0 0 0,0 0 1 0 0,7 1-1 0 0,9 1-805 0 0,-1-2 1 0 0,31-1-1 0 0,-25-1-199 0 0,8 1-2061 0 0,0-2 0 0 0,61-10-1 0 0,-32 3-1355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49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1103 80 880 0 0,'-34'4'2867'0'0,"-42"11"0"0"0,-84 34-461 0 0,97-29-1395 0 0,40-13-736 0 0,9-3 0 0 0,1 1 0 0 0,0 0-1 0 0,-13 7 1 0 0,18-9 23 0 0,0 0 0 0 0,1 0 0 0 0,-17 3 0 0 0,11-3-49 0 0,13-3-231 0 0,0 0 0 0 0,0 1 0 0 0,-1-1 0 0 0,1 0 0 0 0,0 0 1 0 0,0 0-1 0 0,-1 0 0 0 0,1 0 0 0 0,0 0 0 0 0,0 0 0 0 0,-1 0 0 0 0,1 0 0 0 0,0 0 1 0 0,-1 0-1 0 0,1 0 0 0 0,0 0 0 0 0,0 0 0 0 0,-1-1 0 0 0,1 1 0 0 0,0 0 0 0 0,0 0 0 0 0,-1 0 1 0 0,1 0-1 0 0,0 0 0 0 0,0 0 0 0 0,0-1 0 0 0,-1 1 0 0 0,1 0 0 0 0,0 0 0 0 0,0 0 0 0 0,0-1 1 0 0,-1 1-1 0 0,1 0 0 0 0,0 0 0 0 0,0-1 0 0 0,0 1 0 0 0,0 0 0 0 0,0 0 0 0 0,0-1 1 0 0,0 1-1 0 0,0 0 0 0 0,-1 0 0 0 0,1-1 0 0 0,0 1 0 0 0,0 0 0 0 0,0 0 0 0 0,0-1 0 0 0,0 1 1 0 0,1-1-1 0 0,4-16 63 0 0,21-29-5 0 0,-20 32-47 0 0,1 1 0 0 0,1 0 0 0 0,10-14 0 0 0,-14 23-26 0 0,0 0 1 0 0,0 0 0 0 0,0 0 0 0 0,0 0-1 0 0,1 1 1 0 0,-1-1 0 0 0,1 1-1 0 0,0 0 1 0 0,0 1 0 0 0,0-1 0 0 0,0 1-1 0 0,9-3 1 0 0,12-2-34 0 0,3-2-295 0 0,46-7 0 0 0,-55 14 282 0 0,0 0 1 0 0,0 2-1 0 0,23 2 0 0 0,-35-1 74 0 0,-1 0 0 0 0,0 0 0 0 0,1 1 0 0 0,-1 0 0 0 0,0 0 0 0 0,0 1-1 0 0,0 0 1 0 0,0 0 0 0 0,-1 1 0 0 0,1 0 0 0 0,7 6 0 0 0,-8-5 51 0 0,0 1-1 0 0,0 0 1 0 0,0 0 0 0 0,-1 1 0 0 0,0-1 0 0 0,-1 1-1 0 0,8 14 1 0 0,-11-19-76 0 0,0 1-1 0 0,0-1 0 0 0,0 1 1 0 0,0 0-1 0 0,0-1 1 0 0,0 1-1 0 0,-1 0 0 0 0,1 0 1 0 0,-1 0-1 0 0,0-1 1 0 0,0 1-1 0 0,0 0 1 0 0,0 0-1 0 0,-1 0 0 0 0,1-1 1 0 0,-1 1-1 0 0,1 0 1 0 0,-1 0-1 0 0,0-1 0 0 0,0 1 1 0 0,0-1-1 0 0,0 1 1 0 0,-1-1-1 0 0,1 1 0 0 0,-1-1 1 0 0,-2 4-1 0 0,-8 5-15 0 0,1 0-1 0 0,-1-1 0 0 0,-1-1 1 0 0,0 1-1 0 0,0-2 0 0 0,-1 0 1 0 0,0-1-1 0 0,-1 0 0 0 0,-26 8 1 0 0,-6-2 145 0 0,-95 11 1 0 0,11-4 153 0 0,141-21-336 0 0,0 0 1 0 0,-1 1-1 0 0,1 0 0 0 0,0 1 1 0 0,14 2-1 0 0,36 2 47 0 0,-29-6 2 0 0,-1 2 1 0 0,1 1 0 0 0,-1 1-1 0 0,45 11 1 0 0,-74-14 1 0 0,0 0 1 0 0,0 1-1 0 0,0-1 1 0 0,0 0-1 0 0,0 1 0 0 0,0-1 1 0 0,0 1-1 0 0,0-1 1 0 0,0 1-1 0 0,0 0 0 0 0,0-1 1 0 0,0 1-1 0 0,-1 0 1 0 0,3 1-1 0 0,-3-1-1 0 0,0-1 0 0 0,0 0 0 0 0,0 1 1 0 0,0-1-1 0 0,0 1 0 0 0,0-1 0 0 0,0 0 0 0 0,0 1 1 0 0,0-1-1 0 0,0 0 0 0 0,-1 1 0 0 0,1-1 0 0 0,0 0 0 0 0,0 1 1 0 0,0-1-1 0 0,0 0 0 0 0,0 1 0 0 0,-1-1 0 0 0,1 0 0 0 0,0 1 1 0 0,0-1-1 0 0,0 0 0 0 0,-1 1 0 0 0,1-1 0 0 0,0 0 0 0 0,-1 0 1 0 0,1 0-1 0 0,0 1 0 0 0,-1-1 0 0 0,-40 18 156 0 0,-27 3-263 0 0,0-3-1 0 0,-2-3 1 0 0,0-3-1 0 0,0-3 1 0 0,-105 0-1 0 0,-129-5-4964 0 0,249-6 2321 0 0,-4-10-1707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43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55 2241 0 0,'0'-2'249'0'0,"1"0"-1"0"0,-1 0 1 0 0,1 0-1 0 0,-1-1 1 0 0,1 1-1 0 0,0 0 1 0 0,0 0 0 0 0,0 0-1 0 0,0 0 1 0 0,0 0-1 0 0,0 0 1 0 0,0 0-1 0 0,1 1 1 0 0,-1-1-1 0 0,1 0 1 0 0,-1 1 0 0 0,1-1-1 0 0,0 1 1 0 0,0 0-1 0 0,-1-1 1 0 0,1 1-1 0 0,0 0 1 0 0,0 0 0 0 0,0 0-1 0 0,0 0 1 0 0,1 0-1 0 0,1 0 1 0 0,-3 1-246 0 0,-1 0 2 0 0,0 0-1 0 0,0 0 1 0 0,0 0-1 0 0,0 0 1 0 0,0 0-1 0 0,-1 0 0 0 0,1 0 1 0 0,0 0-1 0 0,0 0 1 0 0,0 0-1 0 0,0-1 1 0 0,0 1-1 0 0,0 0 1 0 0,0 0-1 0 0,0 0 1 0 0,0 0-1 0 0,0 0 0 0 0,0 0 1 0 0,0 0-1 0 0,0 0 1 0 0,0 0-1 0 0,0 0 1 0 0,0 0-1 0 0,0 0 1 0 0,0 0-1 0 0,0 0 1 0 0,0 0-1 0 0,0-1 1 0 0,0 1-1 0 0,0 0 0 0 0,0 0 1 0 0,0 0-1 0 0,0 0 1 0 0,0 0-1 0 0,0 0 1 0 0,0 0-1 0 0,0 0 1 0 0,0 0-1 0 0,0 0 1 0 0,0 0-1 0 0,0 0 0 0 0,0 0 1 0 0,0 0-1 0 0,0-1 1 0 0,0 1-1 0 0,0 0 1 0 0,-10 0 415 0 0,6-1-76 0 0,20-1-206 0 0,-1 1-1 0 0,1 0 1 0 0,0 1-1 0 0,0 0 1 0 0,18 4 0 0 0,81 18-26 0 0,-84-15-90 0 0,65 19 139 0 0,-84-25-95 0 0,-9-1 14 0 0,-9 0-34 0 0,1-1 1 0 0,-1 0-1 0 0,1 0 0 0 0,0 0 0 0 0,-7-3 0 0 0,4 2 6 0 0,0 0-1 0 0,0 0 0 0 0,0 0 1 0 0,-9 0-1 0 0,-103-14 234 0 0,76 9-141 0 0,-81-4 0 0 0,122 10-140 0 0,0 1-1 0 0,0 0 0 0 0,0 0 0 0 0,0 0 1 0 0,0 0-1 0 0,1 0 0 0 0,-1 1 0 0 0,0-1 1 0 0,0 1-1 0 0,0 0 0 0 0,1 0 0 0 0,-1 0 1 0 0,0 0-1 0 0,1 0 0 0 0,-1 1 0 0 0,-2 1 1 0 0,-12 6 7 0 0,5-5-21 0 0,6-2 1 0 0,0-1 0 0 0,1 1 0 0 0,0 0 0 0 0,-1 0 0 0 0,1 1 0 0 0,0-1-1 0 0,0 1 1 0 0,1 0 0 0 0,-1 1 0 0 0,1-1 0 0 0,-1 1 0 0 0,1 0 0 0 0,0 0 0 0 0,-4 5-1 0 0,-23 23-21 0 0,7-9-4 0 0,24-22 31 0 0,0 0-1 0 0,0 0 1 0 0,0 1 0 0 0,0-1 0 0 0,0 0 0 0 0,0 0 0 0 0,0 0 0 0 0,1 0 0 0 0,-1 1 0 0 0,0-1 0 0 0,1 0-1 0 0,-1 0 1 0 0,1 0 0 0 0,-1 0 0 0 0,1 0 0 0 0,-1 0 0 0 0,1 0 0 0 0,0 0 0 0 0,-1 0 0 0 0,1 0 0 0 0,0-1-1 0 0,0 1 1 0 0,0 0 0 0 0,0 0 0 0 0,0-1 0 0 0,1 2 0 0 0,6 6-32 0 0,-5-5 44 0 0,0 0-1 0 0,1 0 1 0 0,-1-1 0 0 0,1 0-1 0 0,0 1 1 0 0,0-1 0 0 0,0 0 0 0 0,4 1-1 0 0,14 8 57 0 0,2 0-23 0 0,0-1-1 0 0,0-2 0 0 0,1 0 0 0 0,47 8 0 0 0,-22-4 640 0 0,-40-9-489 0 0,4-3-151 0 0,10-3 49 0 0,-23 3-92 0 0,0 0 1 0 0,0 0-1 0 0,0 0 0 0 0,0 0 1 0 0,0-1-1 0 0,0 1 0 0 0,0 0 0 0 0,1 0 1 0 0,-1-1-1 0 0,0 1 0 0 0,0-1 1 0 0,0 1-1 0 0,0-1 0 0 0,-1 1 1 0 0,1-1-1 0 0,0 0 0 0 0,0 1 1 0 0,0-1-1 0 0,0 0 0 0 0,1-1 1 0 0,-2 1-12 0 0,0 0 0 0 0,0 1 0 0 0,0-1 0 0 0,0 0-1 0 0,0 1 1 0 0,0-1 0 0 0,0 0 0 0 0,0 0 0 0 0,0 1 0 0 0,-1-1 0 0 0,1 0 0 0 0,0 1 0 0 0,0-1 0 0 0,-1 0 0 0 0,1 1 0 0 0,0-1 0 0 0,-1 0 0 0 0,1 1 0 0 0,0-1 0 0 0,-1 1 0 0 0,1-1 0 0 0,-2 0 0 0 0,-1-2-42 0 0,0-1 0 0 0,-1 1 1 0 0,0 1-1 0 0,1-1 0 0 0,-1 1 1 0 0,0-1-1 0 0,0 1 0 0 0,-6-2 0 0 0,1 1 43 0 0,-2-1 7 0 0,1 1 1 0 0,-1 0-1 0 0,1 1 0 0 0,-1 0 1 0 0,0 0-1 0 0,0 1 0 0 0,0 1 0 0 0,1 0 1 0 0,-1 0-1 0 0,0 1 0 0 0,0 1 1 0 0,0-1-1 0 0,-17 7 0 0 0,-1 1-144 0 0,28-8 141 0 0,0 0 1 0 0,0-1-1 0 0,0 1 0 0 0,0-1 0 0 0,0 1 1 0 0,0 0-1 0 0,0 0 0 0 0,0 0 0 0 0,0-1 1 0 0,1 1-1 0 0,-1 0 0 0 0,0 0 0 0 0,1 0 0 0 0,-1 0 1 0 0,1 0-1 0 0,-1 0 0 0 0,1 0 0 0 0,0 1 1 0 0,-1-1-1 0 0,1 0 0 0 0,0 0 0 0 0,0 0 1 0 0,-1 2-1 0 0,-9 9 56 0 0,2-3 173 0 0,1 11 317 0 0,7-17-471 0 0,-1 0-1 0 0,0 0 1 0 0,0 1-1 0 0,0-1 1 0 0,0 0-1 0 0,-1 0 1 0 0,1-1-1 0 0,-1 1 0 0 0,1 0 1 0 0,-1 0-1 0 0,0-1 1 0 0,0 1-1 0 0,-4 2 1 0 0,-34 29-120 0 0,18-12 121 0 0,7-14-67 0 0,11-6-13 0 0,8-2-214 0 0,68 13 298 0 0,117 5-1 0 0,-103-12 29 0 0,-69-5-126 0 0,0-1 0 0 0,33-2 0 0 0,-43 1-511 0 0,-1 0-1 0 0,0-1 1 0 0,1 0 0 0 0,-1 0-1 0 0,0 0 1 0 0,0-1 0 0 0,0 1-1 0 0,0-1 1 0 0,-1-1 0 0 0,10-6-1 0 0,0 1-2315 0 0,-12-1-41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43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1 303 1201 0 0,'1'-4'294'0'0,"0"1"1"0"0,1 0 0 0 0,-1 0-1 0 0,1 0 1 0 0,0 0-1 0 0,0 0 1 0 0,0 0 0 0 0,1 0-1 0 0,-1 1 1 0 0,1-1 0 0 0,-1 1-1 0 0,4-3 1 0 0,13-14 503 0 0,133-176 1523 0 0,-104 146-1974 0 0,-46 51-325 0 0,-1 0 0 0 0,1 0-1 0 0,0 1 1 0 0,-1-1 0 0 0,1 0 0 0 0,-1 1-1 0 0,0-1 1 0 0,1 1 0 0 0,-1-1 0 0 0,0 1-1 0 0,-1-1 1 0 0,1 1 0 0 0,0 0 0 0 0,-1 0-1 0 0,1 3 1 0 0,-1 47 206 0 0,-1-32-177 0 0,0 1 18 0 0,1-16-51 0 0,-1 0-1 0 0,1-1 1 0 0,0 1-1 0 0,0-1 1 0 0,1 1-1 0 0,0-1 1 0 0,0 1-1 0 0,2 5 1 0 0,41 105-752 0 0,-38-107 344 0 0,-1 3-555 0 0,-6-11 881 0 0,1-1 0 0 0,0 0 0 0 0,-1 1 0 0 0,1-1 0 0 0,-1 1 0 0 0,1-1 0 0 0,0 1 0 0 0,-1-1 0 0 0,1 0-1 0 0,-1 1 1 0 0,1-1 0 0 0,-1 0 0 0 0,1 1 0 0 0,-1-1 0 0 0,0 0 0 0 0,1 0 0 0 0,-1 0 0 0 0,1 1 0 0 0,-1-1-1 0 0,1 0 1 0 0,-1 0 0 0 0,0 0 0 0 0,1 0 0 0 0,-1 0 0 0 0,0 0 0 0 0,-22-2-3151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44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67 112 1521 0 0,'-45'-22'4162'0'0,"23"-2"-1681"0"0,22 15-1521 0 0,0 3-640 0 0,0 2-320 0 0,44-6-480 0 0,23-4-1521 0 0,44-8-3201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44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19 2321 0 0,'-93'-3'4429'0'0,"-10"2"-2375"0"0,87 2-1344 0 0,21 0-123 0 0,28 1-203 0 0,220-11 213 0 0,-120 3-1769 0 0,7 3-3722 0 0,-119 3 2119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44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29 240 0 0,'-22'0'6803'0'0,"22"-5"-6483"0"0,22 5-80 0 0,-22-5-159 0 0,22 0 159 0 0,0 1-80 0 0,1-2 0 0 0,21 2 0 0 0,1 4-160 0 0,-1 0-320 0 0,89 0-2882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28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35 720 0 0,'0'-1'159'0'0,"0"1"0"0"0,0 0 0 0 0,0 0 1 0 0,0-1-1 0 0,0 1 0 0 0,0 0 0 0 0,0-1 0 0 0,0 1 0 0 0,0 0 0 0 0,-1 0 0 0 0,1-1 0 0 0,0 1 0 0 0,1 0 0 0 0,-1-1 0 0 0,0 1 0 0 0,0 0 0 0 0,0 0 0 0 0,0-1 0 0 0,0 1 0 0 0,0 0 0 0 0,0-1 0 0 0,0 1 0 0 0,0 0 0 0 0,1 0 1 0 0,-1-1-1 0 0,0 1 0 0 0,0 0 0 0 0,0 0 0 0 0,0-1 0 0 0,1 1 0 0 0,-1 0 0 0 0,0 0 0 0 0,0 0 0 0 0,1 0 0 0 0,-1-1 0 0 0,0 1 0 0 0,0 0 0 0 0,1 0 0 0 0,3-2-23 0 0,-3 2-80 0 0,0 0-1 0 0,0 0 1 0 0,-1 0-1 0 0,1-1 1 0 0,0 1-1 0 0,-1 0 0 0 0,1-1 1 0 0,0 1-1 0 0,-1 0 1 0 0,1-1-1 0 0,0 1 1 0 0,-1-1-1 0 0,1 1 1 0 0,-1-1-1 0 0,1 1 0 0 0,-1-1 1 0 0,1 0-1 0 0,-1 1 1 0 0,1-1-1 0 0,-1 0 1 0 0,0 1-1 0 0,1-1 1 0 0,-1 0-1 0 0,0 1 0 0 0,1-1 1 0 0,-1 0-1 0 0,0 0 1 0 0,0 1-1 0 0,0-1 1 0 0,0 0-1 0 0,0 0 1 0 0,0 1-1 0 0,0-1 1 0 0,0 0-1 0 0,0 0 0 0 0,0 0 1 0 0,0 0 264 0 0,0 22 280 0 0,0-17-566 0 0,0-1-1 0 0,0 1 1 0 0,1-1-1 0 0,0 1 0 0 0,0-1 1 0 0,0 1-1 0 0,0-1 1 0 0,0 0-1 0 0,3 5 1 0 0,4 12 98 0 0,-7-15-114 0 0,0 1 1 0 0,0-1-1 0 0,-1 0 0 0 0,1 1 1 0 0,-2-1-1 0 0,1 1 0 0 0,0-1 0 0 0,-1 0 1 0 0,0 0-1 0 0,0 1 0 0 0,-1-1 0 0 0,1 0 1 0 0,-1 0-1 0 0,0 0 0 0 0,-4 6 1 0 0,4-7-32 0 0,0 4 11 0 0,1-1-1 0 0,-1 1 1 0 0,1 0-1 0 0,1-1 1 0 0,-1 1-1 0 0,1 0 1 0 0,2 14-1 0 0,0 6 197 0 0,-4-12-162 0 0,0-1 0 0 0,-2 1 0 0 0,1-1 0 0 0,-2 0 0 0 0,0 0 0 0 0,0-1 0 0 0,-2 1 0 0 0,0-1 0 0 0,-9 14 0 0 0,8-15-80 0 0,0 1 0 0 0,1 0 0 0 0,1 0 0 0 0,0 1 0 0 0,1 0 0 0 0,1 0 0 0 0,0 0 0 0 0,1 0 0 0 0,-1 17 0 0 0,4-28-38 0 0,3 26-870 0 0,-3-28 855 0 0,0-1 0 0 0,1 0 0 0 0,-1 0 0 0 0,1 0 0 0 0,-1 0 0 0 0,1 0 0 0 0,0 0 0 0 0,-1 0 0 0 0,1-1 0 0 0,0 1 0 0 0,0 0 0 0 0,0 0 0 0 0,0 0 0 0 0,-1-1 0 0 0,1 1 0 0 0,0-1 0 0 0,0 1 0 0 0,0 0 0 0 0,0-1-1 0 0,1 0 1 0 0,-1 1 0 0 0,0-1 0 0 0,0 0 0 0 0,0 1 0 0 0,1-1 0 0 0,39-4-4541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29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149 257 5923 0 0,'0'-1'130'0'0,"0"0"1"0"0,0 0 0 0 0,0 0-1 0 0,0 0 1 0 0,0 0 0 0 0,0 1-1 0 0,1-1 1 0 0,-1 0 0 0 0,0 0-1 0 0,1 0 1 0 0,-1 0 0 0 0,0 0 0 0 0,1 0-1 0 0,-1 1 1 0 0,1-1 0 0 0,0 0-1 0 0,-1 0 1 0 0,1 1 0 0 0,-1-1-1 0 0,1 0 1 0 0,0 1 0 0 0,0-1-1 0 0,1 0 1 0 0,-1 0-106 0 0,-1 1 0 0 0,1-1 0 0 0,0 1 0 0 0,0-1 0 0 0,0 0 0 0 0,-1 0 0 0 0,1 1 0 0 0,0-1 0 0 0,-1 0-1 0 0,1 0 1 0 0,-1 0 0 0 0,1 1 0 0 0,-1-1 0 0 0,1 0 0 0 0,-1 0 0 0 0,0 0 0 0 0,0 0 0 0 0,1 0 0 0 0,-1 0 0 0 0,0 0 0 0 0,0 0 0 0 0,0 0 0 0 0,0-2 0 0 0,-1-21 109 0 0,0 17-76 0 0,1 0 0 0 0,0-1 0 0 0,0 1 1 0 0,0 0-1 0 0,1 0 0 0 0,0-1 1 0 0,2-6-1 0 0,0 6 162 0 0,0-1 0 0 0,0 1 0 0 0,-1-1 0 0 0,-1 1 1 0 0,2-18-1 0 0,-3 24-186 0 0,1-1 1 0 0,-1 1 0 0 0,1 0 0 0 0,-1 0 0 0 0,1 0-1 0 0,0 0 1 0 0,0 0 0 0 0,0 0 0 0 0,0 0 0 0 0,1 0-1 0 0,-1 0 1 0 0,0 0 0 0 0,1 0 0 0 0,-1 1 0 0 0,1-1-1 0 0,0 1 1 0 0,-1-1 0 0 0,1 1 0 0 0,0-1 0 0 0,0 1-1 0 0,0 0 1 0 0,0 0 0 0 0,0 0 0 0 0,0 0 0 0 0,0 1-1 0 0,0-1 1 0 0,3 0 0 0 0,6-2-3 0 0,1 0 0 0 0,-1 0 0 0 0,1 2 0 0 0,11-1-1 0 0,15 1-340 0 0,1 3 0 0 0,59 10 0 0 0,-54-6-97 0 0,-34-5 245 0 0,0 1 1 0 0,0 0 0 0 0,1 0 0 0 0,18 9 0 0 0,-28-11 151 0 0,-1 0 0 0 0,1 0 0 0 0,-1 0 0 0 0,1 0 1 0 0,-1 0-1 0 0,1 1 0 0 0,0-1 0 0 0,-1 0 0 0 0,1 1 0 0 0,-1-1 0 0 0,1 0 0 0 0,-1 1 0 0 0,1-1 0 0 0,-1 1 0 0 0,1-1 0 0 0,-1 0 1 0 0,0 1-1 0 0,1-1 0 0 0,-1 1 0 0 0,0-1 0 0 0,1 1 0 0 0,-1 0 0 0 0,0-1 0 0 0,1 2 0 0 0,-12 6-39 0 0,-39 6 368 0 0,47-14-289 0 0,-74 14 1139 0 0,-1-3-1 0 0,-130 1 0 0 0,467 14-1209 0 0,-222-22-364 0 0,-1 2-1 0 0,62 19 1 0 0,-96-24 320 0 0,0-1 1 0 0,0 1 0 0 0,0 0-1 0 0,0 0 1 0 0,0 0 0 0 0,-1 0 0 0 0,1 0-1 0 0,0 0 1 0 0,0 1 0 0 0,-1-1 0 0 0,1 0-1 0 0,2 4 1 0 0,-4-5 60 0 0,0 1-1 0 0,0-1 1 0 0,1 1-1 0 0,-1-1 1 0 0,0 1-1 0 0,0 0 1 0 0,0-1-1 0 0,0 1 1 0 0,0-1-1 0 0,0 1 1 0 0,0-1-1 0 0,0 1 1 0 0,0 0 0 0 0,0-1-1 0 0,0 1 1 0 0,0-1-1 0 0,0 1 1 0 0,0-1-1 0 0,0 1 1 0 0,-1 0-1 0 0,1-1 1 0 0,0 1-1 0 0,0-1 1 0 0,-1 1-1 0 0,1-1 1 0 0,0 1-1 0 0,-1-1 1 0 0,0 1 0 0 0,-2 2-19 0 0,-1 0 1 0 0,1-1 0 0 0,-1 1 0 0 0,0-1-1 0 0,0 0 1 0 0,0 0 0 0 0,0 0 0 0 0,-8 3-1 0 0,-32 9 394 0 0,-2-2 0 0 0,1-2 0 0 0,-68 6 0 0 0,81-13-214 0 0,0-3 0 0 0,1 0 0 0 0,-1-2 1 0 0,0-1-1 0 0,1-2 0 0 0,-34-9 0 0 0,6-8-605 0 0,58 22 404 0 0,-1-1 1 0 0,1 1 0 0 0,0-1-1 0 0,0 1 1 0 0,0-1-1 0 0,-1 0 1 0 0,1 1 0 0 0,0-1-1 0 0,0 0 1 0 0,0 0-1 0 0,0 0 1 0 0,0 0 0 0 0,0 0-1 0 0,1 0 1 0 0,-1 0-1 0 0,0 0 1 0 0,0 0 0 0 0,1-1-1 0 0,-1 1 1 0 0,1 0-1 0 0,-1 0 1 0 0,1-1 0 0 0,-1 1-1 0 0,1-2 1 0 0,0 1-101 0 0,1 0-1 0 0,0 0 1 0 0,0 0 0 0 0,0 0 0 0 0,0 0-1 0 0,0 0 1 0 0,1 1 0 0 0,-1-1 0 0 0,0 0-1 0 0,1 1 1 0 0,-1-1 0 0 0,1 1 0 0 0,0 0-1 0 0,-1-1 1 0 0,1 1 0 0 0,4-2-1 0 0,72-41-4664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30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51 640 0 0,'-22'0'4162'0'0,"22"-4"-3281"0"0,-23 4 239 0 0,23-4-1360 0 0,0-6-961 0 0,0-4-719 0 0,0-5-642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31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518 70 400 0 0,'-17'-6'642'0'0,"0"1"-1"0"0,-1 0 1 0 0,0 1-1 0 0,0 0 1 0 0,0 2-1 0 0,-1 0 1 0 0,1 2-1 0 0,0 0 1 0 0,-1 0-1 0 0,-18 4 1 0 0,21 0-64 0 0,24-5 296 0 0,25-2-499 0 0,178-11 119 0 0,610-1 53 0 0,-557 6-471 0 0,41 1-6 0 0,-244 9-71 0 0,41 0-74 0 0,-1 3 0 0 0,143 26 0 0 0,-206-23 65 0 0,-30-6-4 0 0,1 1 0 0 0,-1 0 0 0 0,0 0 0 0 0,9 4 0 0 0,-13-2-126 0 0,-11 0 88 0 0,-4-2 17 0 0,3 5 35 0 0,3-3 20 0 0,0 1 0 0 0,-1 0 0 0 0,0-1 0 0 0,0 0 0 0 0,0-1 0 0 0,0 1 0 0 0,-12 4 0 0 0,-9 4 33 0 0,15-6-20 0 0,1 1-1 0 0,-1 0 1 0 0,2 1-1 0 0,-1 0 0 0 0,1 1 1 0 0,-16 17-1 0 0,-37 31-4 0 0,45-43-45 0 0,0 2 0 0 0,2 0 0 0 0,-21 25 0 0 0,21-17 28 0 0,1 0-1 0 0,1 1 1 0 0,1 1 0 0 0,-18 53-1 0 0,23-60-39 0 0,-2 0-1 0 0,0 0 1 0 0,-19 27-1 0 0,24-38 28 0 0,2-6 7 0 0,1 1-1 0 0,1-1 0 0 0,-1 1 0 0 0,0 0 0 0 0,1-1 0 0 0,-1 1 0 0 0,1 0 0 0 0,0 0 1 0 0,0 0-1 0 0,0 0 0 0 0,0 0 0 0 0,0 0 0 0 0,1 0 0 0 0,0 1 0 0 0,-1-1 1 0 0,1 0-1 0 0,0 0 0 0 0,0 0 0 0 0,1 0 0 0 0,-1 1 0 0 0,1-1 0 0 0,0 0 1 0 0,-1 0-1 0 0,1 0 0 0 0,1 0 0 0 0,-1 0 0 0 0,0-1 0 0 0,3 5 0 0 0,-3-6-7 0 0,-1 0-1 0 0,1 0 0 0 0,-1 0 0 0 0,1 1 0 0 0,-1-1 0 0 0,0 0 0 0 0,1 0 1 0 0,-1 0-1 0 0,0 0 0 0 0,0 1 0 0 0,0-1 0 0 0,0 0 0 0 0,0 0 0 0 0,0 0 1 0 0,-1 2-1 0 0,1 0-1 0 0,-26-11 272 0 0,-61-6 320 0 0,-101-3 1 0 0,90 10-149 0 0,-70-7-3 0 0,-229-18 115 0 0,141 15-195 0 0,-410-16 248 0 0,537 37-1111 0 0,214 3-3094 0 0,22-9 719 0 0,23-13-1560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32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529 0 1040 0 0,'-6'25'4973'0'0,"-19"18"-3534"0"0,18-34-1408 0 0,1 1 1 0 0,0 1-1 0 0,-7 17 0 0 0,-53 182 462 0 0,58-153-319 0 0,2-43-138 0 0,4-10-18 0 0,0 0 1 0 0,0 0-1 0 0,1 0 1 0 0,-1 0 0 0 0,1 0-1 0 0,0 1 1 0 0,1-1-1 0 0,-1 0 1 0 0,1 1-1 0 0,0 6 1 0 0,0-8-16 0 0,-1 0 0 0 0,1 0-1 0 0,-1 0 1 0 0,1 0 0 0 0,-1 0 0 0 0,0 0 0 0 0,0-1 0 0 0,0 1 0 0 0,0 0-1 0 0,-3 4 1 0 0,2-4 15 0 0,1-1 0 0 0,-1 1 0 0 0,1 0-1 0 0,0-1 1 0 0,0 1 0 0 0,0 0 0 0 0,0 0-1 0 0,1 0 1 0 0,-1 0 0 0 0,0 5 0 0 0,1-7-16 0 0,0-1 1 0 0,0 1-1 0 0,0-1 1 0 0,0 1-1 0 0,0-1 1 0 0,0 1-1 0 0,1-1 1 0 0,-1 1-1 0 0,0-1 1 0 0,0 1-1 0 0,0-1 1 0 0,0 1-1 0 0,1-1 1 0 0,-1 1-1 0 0,0-1 1 0 0,0 1-1 0 0,1-1 1 0 0,-1 1-1 0 0,0-1 0 0 0,1 0 1 0 0,-1 1-1 0 0,0-1 1 0 0,1 0-1 0 0,-1 1 1 0 0,1-1-1 0 0,-1 0 1 0 0,0 1-1 0 0,1-1 1 0 0,-1 0-1 0 0,1 0 1 0 0,-1 0-1 0 0,1 1 1 0 0,-1-1-1 0 0,1 0 1 0 0,-1 0-1 0 0,1 0 1 0 0,0 0-1 0 0,0 0 0 0 0,-1 0 1 0 0,1 0-1 0 0,-1 0 0 0 0,1 0 0 0 0,-1 0 0 0 0,0 0 0 0 0,1 1 0 0 0,-1-1 0 0 0,1 0 0 0 0,-1 0 0 0 0,0 0 0 0 0,1 0 0 0 0,-1 1 0 0 0,0-1 0 0 0,1 0 0 0 0,-1 0 1 0 0,0 1-1 0 0,1-1 0 0 0,-1 0 0 0 0,0 1 0 0 0,1-1 0 0 0,-1 0 0 0 0,0 1 0 0 0,0-1 0 0 0,1 0 0 0 0,-1 1 0 0 0,0-1 0 0 0,0 0 0 0 0,0 1 0 0 0,0-1 1 0 0,0 1-1 0 0,1-1 0 0 0,-1 1 0 0 0,0-1 0 0 0,0 0 0 0 0,0 1 0 0 0,0 0 0 0 0,-2 1 24 0 0,3-2-13 0 0,18 12 41 0 0,-15-8 13 0 0,-4-3 333 0 0,0-2-333 0 0,-11-2-51 0 0,3 3-5 0 0,7 0-9 0 0,0 0 0 0 0,0 0 1 0 0,0 0-1 0 0,0 0 1 0 0,0 0-1 0 0,0 0 0 0 0,0 1 1 0 0,0-1-1 0 0,0 0 0 0 0,0 1 1 0 0,0-1-1 0 0,0 1 1 0 0,0-1-1 0 0,1 1 0 0 0,-1-1 1 0 0,0 1-1 0 0,0-1 1 0 0,0 1-1 0 0,0 0 0 0 0,1 0 1 0 0,-1-1-1 0 0,-1 3 0 0 0,2-3 23 0 0,0 1-1 0 0,0-1 1 0 0,-1 0-1 0 0,1 1 0 0 0,0-1 1 0 0,0 0-1 0 0,-1 1 1 0 0,1-1-1 0 0,0 0 1 0 0,-1 1-1 0 0,1-1 0 0 0,0 0 1 0 0,-1 0-1 0 0,1 1 1 0 0,0-1-1 0 0,-1 0 0 0 0,1 0 1 0 0,-1 0-1 0 0,1 0 1 0 0,-1 1-1 0 0,1-1 0 0 0,0 0 1 0 0,-1 0-1 0 0,1 0 1 0 0,-1 0-1 0 0,1 0 1 0 0,-1 0-1 0 0,1 0 0 0 0,-1 0 1 0 0,-47-13 302 0 0,0-2-1 0 0,2-1 1 0 0,-89-46 0 0 0,129 58-293 0 0,-1 0 0 0 0,1 0 0 0 0,0 0 0 0 0,0-1 1 0 0,1 1-1 0 0,-10-12 0 0 0,13 14-45 0 0,0 0 0 0 0,1 0 0 0 0,-1 0 0 0 0,1 0-1 0 0,0 0 1 0 0,0-1 0 0 0,0 1 0 0 0,0 0 0 0 0,0-1 0 0 0,0 1 0 0 0,1-1 0 0 0,-1 1 0 0 0,1-1 0 0 0,0 1 0 0 0,-1-1 0 0 0,1 1 0 0 0,0-1 0 0 0,1 1 0 0 0,-1-1 0 0 0,0 1 0 0 0,1-1-1 0 0,-1 1 1 0 0,2-3 0 0 0,-1 3-60 0 0,0 1-1 0 0,0-1 0 0 0,0 0 1 0 0,0 1-1 0 0,0 0 0 0 0,0-1 1 0 0,0 1-1 0 0,0 0 0 0 0,1-1 1 0 0,-1 1-1 0 0,1 0 0 0 0,-1 0 1 0 0,1 0-1 0 0,-1 0 0 0 0,1 0 1 0 0,-1 1-1 0 0,1-1 0 0 0,3 0 0 0 0,34-5-1287 0 0,90 10-2856 0 0,-62-1 186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4:32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2561 0 0,'22'0'5123'0'0,"0"0"-4723"0"0,0-6-961 0 0,23-8-1760 0 0,21-19-2481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26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19 497 400 0 0,'-9'7'1621'0'0,"-1"2"2427"0"0,29-11-2527 0 0,-13-1-1450 0 0,0 0 0 0 0,0 0 0 0 0,0 0 0 0 0,0-1-1 0 0,-1 0 1 0 0,1 0 0 0 0,-1-1 0 0 0,0 1 0 0 0,-1-1 0 0 0,1 0-1 0 0,-1 0 1 0 0,0-1 0 0 0,0 1 0 0 0,3-7 0 0 0,4-5 77 0 0,-2 0-1 0 0,0-1 1 0 0,9-24 0 0 0,-4-12 116 0 0,-13 45-220 0 0,1 0 1 0 0,0 0-1 0 0,1 1 0 0 0,0-1 1 0 0,0 1-1 0 0,1 0 0 0 0,0 0 1 0 0,0 0-1 0 0,8-11 0 0 0,19-22 534 0 0,-27 33-503 0 0,1 1-1 0 0,-1 0 1 0 0,2 0 0 0 0,-1 1 0 0 0,1-1 0 0 0,0 1 0 0 0,0 0-1 0 0,1 1 1 0 0,0 0 0 0 0,9-6 0 0 0,-10 9-52 0 0,0 1 0 0 0,0-1 0 0 0,0 1 0 0 0,0 1 0 0 0,0-1-1 0 0,1 1 1 0 0,8 1 0 0 0,-3-1-19 0 0,55 1 129 0 0,-45 4-120 0 0,-19-4-15 0 0,0 1 0 0 0,0 0 1 0 0,0 0-1 0 0,0-1 0 0 0,-1 2 0 0 0,1-1 0 0 0,0 0 0 0 0,-1 0 0 0 0,0 1 0 0 0,0 0 0 0 0,0-1 0 0 0,0 1 0 0 0,0 0 0 0 0,0 0 0 0 0,-1 0 0 0 0,1 0 0 0 0,-1 0 0 0 0,0 0 1 0 0,0 0-1 0 0,0 1 0 0 0,0-1 0 0 0,-1 0 0 0 0,1 1 0 0 0,-1-1 0 0 0,0 1 0 0 0,0-1 0 0 0,0 0 0 0 0,0 1 0 0 0,-1-1 0 0 0,0 5 0 0 0,-1 2 0 0 0,0 0 0 0 0,-1-1 0 0 0,0 1 0 0 0,0-1 0 0 0,-1 0 0 0 0,-1 1 0 0 0,1-2 0 0 0,-1 1 0 0 0,-8 10 0 0 0,-6 11 98 0 0,-3 0-98 0 0,18-30 45 0 0,4-7-9 0 0,4-13 35 0 0,37-80-109 0 0,-17 40 49 0 0,-16 39-97 0 0,0 1 1 0 0,19-34 0 0 0,-24 50 77 0 0,0 0-1 0 0,1-1 1 0 0,-1 1 0 0 0,1 1 0 0 0,0-1-1 0 0,0 0 1 0 0,1 1 0 0 0,-1 0-1 0 0,1 0 1 0 0,5-3 0 0 0,-7 5 1 0 0,0-1 1 0 0,-1 1-1 0 0,1 0 1 0 0,0 0-1 0 0,0 0 1 0 0,0 1-1 0 0,0-1 1 0 0,0 0-1 0 0,0 1 0 0 0,0 0 1 0 0,0 0-1 0 0,0 0 1 0 0,1 0-1 0 0,-1 0 1 0 0,0 1-1 0 0,0-1 1 0 0,4 3-1 0 0,-2 4-54 0 0,-2 1 46 0 0,-1-5 16 0 0,0 0 0 0 0,-1 0 0 0 0,1 0 0 0 0,0 0 0 0 0,-1 0 0 0 0,0 1 0 0 0,0-1 0 0 0,0 0 1 0 0,0 1-1 0 0,0-1 0 0 0,0 1 0 0 0,-1-1 0 0 0,0 7 0 0 0,0-1-2 0 0,-1 0 0 0 0,0 0 1 0 0,-1 1-1 0 0,-5 16 0 0 0,-4 4 48 0 0,-1-1-1 0 0,-19 33 1 0 0,24-50 104 0 0,0-1 1 0 0,-1 0-1 0 0,-1 0 0 0 0,-12 12 0 0 0,11-12 25 0 0,6-17-59 0 0,0-1 0 0 0,1 1-1 0 0,1 0 1 0 0,-4-10 0 0 0,7 9-104 0 0,1 1 1 0 0,0-1-1 0 0,0 1 1 0 0,1 0-1 0 0,-1 0 0 0 0,8-12 1 0 0,53-56 455 0 0,0 1 13 0 0,-60 70-468 0 0,-1 1 1 0 0,1-1-1 0 0,-1 1 0 0 0,1 0 1 0 0,0 0-1 0 0,0 0 0 0 0,0 1 1 0 0,0-1-1 0 0,0 0 0 0 0,1 1 0 0 0,-1 0 1 0 0,7-2-1 0 0,21-2 3 0 0,-24 8-18 0 0,-5-1 4 0 0,1 0-1 0 0,1 0-1 0 0,-1 0 1 0 0,-1 0-1 0 0,1 0 0 0 0,0 1 1 0 0,0-1-1 0 0,-1 1 1 0 0,1-1-1 0 0,-1 1 0 0 0,0 0 1 0 0,0 0-1 0 0,0 0 1 0 0,0 0-1 0 0,-1 1 1 0 0,1-1-1 0 0,-1 0 0 0 0,0 1 1 0 0,0-1-1 0 0,0 1 1 0 0,1 5-1 0 0,-1 1-8 0 0,0-1 0 0 0,0 1 0 0 0,-1 0 0 0 0,0 0 0 0 0,-3 16 0 0 0,-34 129-18 0 0,36-152 2 0 0,1 0 0 0 0,-1 0 1 0 0,1 0-1 0 0,0 0 0 0 0,0-1 0 0 0,0 1 1 0 0,0 0-1 0 0,0 0 0 0 0,1 0 0 0 0,-1 0 0 0 0,1 0 1 0 0,0 0-1 0 0,0 0 0 0 0,0-1 0 0 0,0 1 1 0 0,1 0-1 0 0,-1-1 0 0 0,3 3 0 0 0,0 3-198 0 0,-3-6-75 0 0,1 1 0 0 0,-1-1 0 0 0,1 0 0 0 0,0 0 0 0 0,0 0 0 0 0,0 0 0 0 0,0 0 0 0 0,1 0 0 0 0,-1 0 0 0 0,1 0-1 0 0,-1-1 1 0 0,1 0 0 0 0,-1 1 0 0 0,1-1 0 0 0,0 0 0 0 0,-1 0 0 0 0,1 0 0 0 0,0-1 0 0 0,0 1 0 0 0,0-1 0 0 0,0 1 0 0 0,0-1-1 0 0,-1 0 1 0 0,1 0 0 0 0,3-1 0 0 0,38-1-5091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27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23 294 2161 0 0,'-12'1'1256'0'0,"12"-1"-1132"0"0,0 0 0 0 0,-1 0 0 0 0,1 0 0 0 0,0 1-1 0 0,0-1 1 0 0,-1 0 0 0 0,1 0 0 0 0,0 0 0 0 0,-1 0-1 0 0,1 0 1 0 0,0 0 0 0 0,-1 0 0 0 0,1 0 0 0 0,0 0-1 0 0,-1 0 1 0 0,1 0 0 0 0,0 0 0 0 0,0 0 0 0 0,-1 0-1 0 0,1 0 1 0 0,0 0 0 0 0,-1 0 0 0 0,1 0 0 0 0,0-1-1 0 0,-1 1 1 0 0,1 0 0 0 0,0 0 0 0 0,0 0-1 0 0,-1 0 1 0 0,1-1 0 0 0,0 1 0 0 0,0 0 0 0 0,-1 0-1 0 0,1-1 1 0 0,0 0-83 0 0,1 0 0 0 0,-1 0 0 0 0,1 1-1 0 0,0-1 1 0 0,-1 0 0 0 0,1 0 0 0 0,0 1-1 0 0,-1-1 1 0 0,1 0 0 0 0,0 1 0 0 0,0-1 0 0 0,-1 1-1 0 0,1-1 1 0 0,0 1 0 0 0,1-1 0 0 0,4-3 120 0 0,-5 2-122 0 0,0 0 0 0 0,0 1 0 0 0,0-1 1 0 0,-1 0-1 0 0,1 0 0 0 0,-1 0 0 0 0,1 0 0 0 0,-1 0 0 0 0,0 0 1 0 0,0 0-1 0 0,0 0 0 0 0,0-4 0 0 0,2-18 186 0 0,3 9-137 0 0,1 0 0 0 0,1 1 0 0 0,0 0 0 0 0,1 0 0 0 0,0 0 0 0 0,21-24 1 0 0,-14 18-66 0 0,-11 15-5 0 0,0 1 0 0 0,1-1-1 0 0,-1 1 1 0 0,1 1 0 0 0,0-1 0 0 0,0 1 0 0 0,0-1-1 0 0,11-4 1 0 0,16-11 49 0 0,-29 12-67 0 0,2 0 0 0 0,-4 6 10 0 0,1 0 0 0 0,-1 0 0 0 0,1 1 0 0 0,-1-1 0 0 0,1 0 0 0 0,0 1 0 0 0,-1-1 0 0 0,1 1 1 0 0,0-1-1 0 0,0 1 0 0 0,-1 0 0 0 0,1 0 0 0 0,0 0 0 0 0,0 0 0 0 0,-1 0 0 0 0,1 0 0 0 0,0 0 0 0 0,0 1 0 0 0,-1-1 1 0 0,1 1-1 0 0,0-1 0 0 0,0 1 0 0 0,-1 0 0 0 0,1-1 0 0 0,-1 1 0 0 0,1 0 0 0 0,-1 0 0 0 0,1 0 0 0 0,-1 0 0 0 0,0 1 1 0 0,1-1-1 0 0,-1 0 0 0 0,0 0 0 0 0,0 1 0 0 0,0-1 0 0 0,2 3 0 0 0,3 16 422 0 0,6 39 0 0 0,-8-38-215 0 0,-2-4-69 0 0,0 0 0 0 0,-1 1 0 0 0,-2 19 0 0 0,1-12-7 0 0,0-23-116 0 0,0 1 1 0 0,0 0-1 0 0,0-1 0 0 0,1 1 0 0 0,-1-1 0 0 0,1 0 0 0 0,0 1 0 0 0,0-1 1 0 0,0 1-1 0 0,0-1 0 0 0,0 0 0 0 0,0 0 0 0 0,3 4 0 0 0,3 6-1109 0 0,-4 3-3760 0 0,-3-26-1372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27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45 159 4482 0 0,'-22'-4'3922'0'0,"-1"0"-2081"0"0,23-6-881 0 0,0 1-320 0 0,23-5-159 0 0,-1 4-161 0 0,22-14-560 0 0,67-8-1281 0 0,89-19-4882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1 880 0 0,'0'0'4482'0'0,"22"4"-2801"0"0,1-4-400 0 0,21 6-481 0 0,-22-2-560 0 0,23-4-480 0 0,-1 0-720 0 0,1 0-961 0 0,-5 0-640 0 0,-18-4 80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28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9 2401 0 0,'-66'14'4802'0'0,"48"-9"-3121"0"0,-4-10-1041 0 0,-1-4 1 0 0,46 4 1360 0 0,17 5-1281 0 0,-18-5-320 0 0,0 1-80 0 0,22 4-160 0 0,1 0-80 0 0,22 0-320 0 0,44 9-1040 0 0,22 5-2562 0 0,-26-14-3361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29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164 315 4002 0 0,'-3'1'275'0'0,"-9"3"571"0"0,0 0 0 0 0,0-1-1 0 0,-1 0 1 0 0,-21 1 0 0 0,31-4-764 0 0,-1 0 1 0 0,1 0 0 0 0,-1-1-1 0 0,1 1 1 0 0,-1-1-1 0 0,1 0 1 0 0,0 0-1 0 0,-1 0 1 0 0,1 0-1 0 0,0 0 1 0 0,0-1 0 0 0,-1 1-1 0 0,1-1 1 0 0,0 0-1 0 0,1 0 1 0 0,-1 0-1 0 0,0-1 1 0 0,1 1 0 0 0,-1 0-1 0 0,1-1 1 0 0,0 0-1 0 0,-3-4 1 0 0,4 6-52 0 0,0-1 1 0 0,0 0-1 0 0,1 0 1 0 0,-1 0-1 0 0,1 0 1 0 0,-1 0-1 0 0,1 0 1 0 0,0 0-1 0 0,-1 0 1 0 0,1 0-1 0 0,0 0 0 0 0,0 0 1 0 0,1 0-1 0 0,-1 0 1 0 0,0 0-1 0 0,1-2 1 0 0,15-39 568 0 0,-7 18-308 0 0,-8 22-276 0 0,0 0 0 0 0,0-1-1 0 0,0 1 1 0 0,0 0 0 0 0,1-1 0 0 0,-1 1-1 0 0,1 0 1 0 0,0 0 0 0 0,-1 0 0 0 0,2 1-1 0 0,-1-1 1 0 0,0 0 0 0 0,0 1 0 0 0,1-1 0 0 0,0 1-1 0 0,-1 0 1 0 0,1 0 0 0 0,0 0 0 0 0,0 0-1 0 0,0 0 1 0 0,3-1 0 0 0,24-13 97 0 0,-12 5-159 0 0,1 1 0 0 0,27-11 1 0 0,-40 20 3 0 0,0-1-1 0 0,-1 0 1 0 0,1 1 0 0 0,0 0-1 0 0,0 0 1 0 0,0 1 0 0 0,0 0 0 0 0,0 0-1 0 0,0 0 1 0 0,0 0 0 0 0,-1 1 0 0 0,12 3-1 0 0,-16-4 40 0 0,0 0 0 0 0,0 1 0 0 0,-1-1 0 0 0,1 0 0 0 0,0 0 0 0 0,-1 1 0 0 0,1-1 0 0 0,0 0 0 0 0,-1 1 0 0 0,1-1 0 0 0,0 0 0 0 0,-1 1 0 0 0,1-1 0 0 0,-1 1 0 0 0,1-1 0 0 0,-1 1 0 0 0,1-1 0 0 0,-1 1 0 0 0,1 0 1 0 0,-1-1-1 0 0,0 1 0 0 0,1 0 0 0 0,-1-1 0 0 0,0 1 0 0 0,1 1 0 0 0,-6 17-47 0 0,-1-1 17 0 0,2 7-3 0 0,4-20 34 0 0,0 0 0 0 0,0 0 0 0 0,-1-1 0 0 0,0 1 0 0 0,0 0 0 0 0,0-1 0 0 0,-1 1 0 0 0,0-1 0 0 0,1 0 0 0 0,-2 1 0 0 0,1-1 0 0 0,0 0 0 0 0,-1 0 0 0 0,-3 4 0 0 0,-12 7 29 0 0,14-13-10 0 0,0 1 0 0 0,1 0 0 0 0,0 0 0 0 0,-1 0 0 0 0,1 1 0 0 0,-3 3 0 0 0,-8 4 74 0 0,9-8-136 0 0,9-7-348 0 0,3-1 219 0 0,94-72-1159 0 0,-1 3 580 0 0,-71 51 612 0 0,4-4 23 0 0,-22 16 99 0 0,1 1 0 0 0,1 1 0 0 0,-1 0 0 0 0,18-9 0 0 0,-28 18 19 0 0,-1-1 0 0 0,1 0 0 0 0,-1 1 0 0 0,1-1 0 0 0,0 1 1 0 0,-1-1-1 0 0,1 1 0 0 0,0 0 0 0 0,-1-1 0 0 0,1 1 0 0 0,0 0 0 0 0,-1 0 0 0 0,1 0 0 0 0,0 1 1 0 0,-1-1-1 0 0,1 0 0 0 0,-1 1 0 0 0,1-1 0 0 0,0 1 0 0 0,-1-1 0 0 0,1 1 0 0 0,-1 0 0 0 0,1-1 1 0 0,-1 1-1 0 0,1 0 0 0 0,-1 0 0 0 0,0 0 0 0 0,0 0 0 0 0,1 0 0 0 0,-1 1 0 0 0,0-1 0 0 0,0 0 0 0 0,1 3 1 0 0,0-1 4 0 0,0 0 0 0 0,0 1 0 0 0,-1-1 0 0 0,0 1 0 0 0,0 0 0 0 0,0-1 0 0 0,0 1 0 0 0,0 0 0 0 0,-1-1 1 0 0,0 1-1 0 0,0 0 0 0 0,0 0 0 0 0,0 0 0 0 0,-1 6 0 0 0,-2 2 52 0 0,1 0 1 0 0,-2 1-1 0 0,0-1 0 0 0,0-1 0 0 0,-1 1 1 0 0,-11 18-1 0 0,12-23 33 0 0,-1-1 0 0 0,1 0 1 0 0,-2 0-1 0 0,1-1 0 0 0,0 1 0 0 0,-1-1 1 0 0,0-1-1 0 0,0 1 0 0 0,-1-1 0 0 0,1 0 1 0 0,-1 0-1 0 0,-14 5 0 0 0,-16 5 390 0 0,37-13-419 0 0,-1-1-1 0 0,0 1 1 0 0,0-1-1 0 0,0 0 0 0 0,0 0 1 0 0,0 1-1 0 0,1-1 1 0 0,-1 0-1 0 0,0 0 1 0 0,0 0-1 0 0,0 0 1 0 0,0 0-1 0 0,0 0 0 0 0,0 0 1 0 0,0 0-1 0 0,0 0 1 0 0,0-1-1 0 0,0 1 1 0 0,1 0-1 0 0,-1 0 1 0 0,0-1-1 0 0,0 1 0 0 0,0-1 1 0 0,1 1-1 0 0,-1-1 1 0 0,0 1-1 0 0,0-1 1 0 0,1 1-1 0 0,-1-1 1 0 0,0 0-1 0 0,0 0 0 0 0,0-1-47 0 0,1 1-1 0 0,-1 0 0 0 0,0 0 1 0 0,1-1-1 0 0,-1 1 0 0 0,1 0 1 0 0,0-1-1 0 0,0 1 0 0 0,-1 0 1 0 0,1-1-1 0 0,0 1 0 0 0,0-1 1 0 0,0 1-1 0 0,0 0 0 0 0,0-1 0 0 0,1 1 1 0 0,-1 0-1 0 0,0-1 0 0 0,1 1 1 0 0,-1 0-1 0 0,1-1 0 0 0,-1 1 1 0 0,1 0-1 0 0,0 0 0 0 0,0-2 1 0 0,6-5 7 0 0,-1 1 0 0 0,1 0 0 0 0,0 0 0 0 0,1 1 0 0 0,0 0 0 0 0,0 0 0 0 0,16-8 0 0 0,8-7 33 0 0,-8 4 45 0 0,-13 8-17 0 0,1 0 0 0 0,0 1 0 0 0,18-9 0 0 0,-23 15-73 0 0,0-1 0 0 0,0 1-1 0 0,0 0 1 0 0,0 1 0 0 0,0 0-1 0 0,0 0 1 0 0,0 0 0 0 0,0 1-1 0 0,0 0 1 0 0,8 1 0 0 0,-11 0-15 0 0,-1 0-1 0 0,0 0 1 0 0,1 0 0 0 0,-1 1 0 0 0,0-1-1 0 0,0 1 1 0 0,1 0 0 0 0,-2 0 0 0 0,1 0-1 0 0,0 0 1 0 0,0 0 0 0 0,0 1 0 0 0,-1-1-1 0 0,0 1 1 0 0,1 0 0 0 0,-1-1 0 0 0,2 4-1 0 0,1 3-29 0 0,1-1 0 0 0,-1 1-1 0 0,7 18 1 0 0,-10-17-12 0 0,0-1 1 0 0,0 0-1 0 0,-1 1 1 0 0,0-1-1 0 0,0 1 0 0 0,-2 17 1 0 0,0-3-719 0 0,1-23 655 0 0,0 1 0 0 0,1-1 1 0 0,-1 0-1 0 0,0 0 0 0 0,1 0 1 0 0,-1 0-1 0 0,0 0 0 0 0,1 0 1 0 0,0 0-1 0 0,-1 0 0 0 0,1 0 1 0 0,-1 0-1 0 0,1 0 1 0 0,0 0-1 0 0,0 0 0 0 0,0 0 1 0 0,-1 0-1 0 0,1-1 0 0 0,0 1 1 0 0,0 0-1 0 0,0-1 0 0 0,2 2 1 0 0,25 8-2104 0 0,-27-10 2182 0 0,21 5-2475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30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377 168 240 0 0,'-13'12'2431'0'0,"10"-10"-2174"0"0,1-1-1 0 0,-1 1 1 0 0,1 0 0 0 0,0 0-1 0 0,-1 1 1 0 0,1-1-1 0 0,0 0 1 0 0,1 1-1 0 0,-1-1 1 0 0,0 1 0 0 0,1-1-1 0 0,-1 1 1 0 0,1 0-1 0 0,0 0 1 0 0,-2 6-1 0 0,3-9-213 0 0,0 1 0 0 0,0 0 0 0 0,0 0 0 0 0,0 0 0 0 0,0 0 0 0 0,-1-1 0 0 0,1 1 0 0 0,0 0 0 0 0,-1 0 0 0 0,1 0 0 0 0,-1-1 0 0 0,1 1-1 0 0,-1 0 1 0 0,1-1 0 0 0,-1 1 0 0 0,1 0 0 0 0,-1-1 0 0 0,1 1 0 0 0,-1-1 0 0 0,0 1 0 0 0,1-1 0 0 0,-2 2 0 0 0,1-2 13 0 0,0 0 0 0 0,0 1 0 0 0,0 0 1 0 0,1-1-1 0 0,-1 1 0 0 0,0-1 0 0 0,1 1 1 0 0,-1 0-1 0 0,0 0 0 0 0,1-1 0 0 0,-1 1 1 0 0,1 0-1 0 0,-1 0 0 0 0,1 0 0 0 0,0-1 1 0 0,-1 1-1 0 0,1 0 0 0 0,0 0 0 0 0,0 0 1 0 0,-1 0-1 0 0,1 0 0 0 0,0 2 0 0 0,0-3-14 0 0,-1 0-1 0 0,1 1 1 0 0,-1-1-1 0 0,1 1 0 0 0,-1-1 1 0 0,1 0-1 0 0,0 1 0 0 0,-1-1 1 0 0,0 0-1 0 0,1 0 0 0 0,-1 0 1 0 0,1 1-1 0 0,-1-1 0 0 0,1 0 1 0 0,-1 0-1 0 0,1 0 1 0 0,-1 0-1 0 0,0 0 0 0 0,1 0 1 0 0,-1 0-1 0 0,0 0 0 0 0,-6-1 71 0 0,8-2 507 0 0,0 3-594 0 0,0-1 0 0 0,0 0 0 0 0,0 0 0 0 0,1 1 0 0 0,-1-1 0 0 0,0 0 0 0 0,0 0 0 0 0,0 0 0 0 0,0 0 0 0 0,0-1 0 0 0,-1 1 1 0 0,1 0-1 0 0,0 0 0 0 0,0-2 0 0 0,2-30 520 0 0,-2 22-399 0 0,0 1 1 0 0,1 0 0 0 0,5-19 0 0 0,1-2 93 0 0,-5 10-131 0 0,-3 17-83 0 0,1 0 0 0 0,-1 0 0 0 0,1 0 0 0 0,0-1 0 0 0,0 1 0 0 0,0 0 0 0 0,1 0-1 0 0,-1 0 1 0 0,1 0 0 0 0,0 1 0 0 0,0-1 0 0 0,0 0 0 0 0,1 1 0 0 0,-1 0 0 0 0,1-1 0 0 0,0 1 0 0 0,0 0 0 0 0,0 0 0 0 0,0 1-1 0 0,6-5 1 0 0,9-4 1 0 0,-14 4-14 0 0,-4 7-13 0 0,0 0-1 0 0,0 1 0 0 0,0-1 0 0 0,1 0 0 0 0,-1 0 1 0 0,0 0-1 0 0,0 1 0 0 0,0-1 0 0 0,0 0 1 0 0,1 0-1 0 0,-1 0 0 0 0,0 0 0 0 0,0 1 0 0 0,1-1 1 0 0,-1 0-1 0 0,0 0 0 0 0,0 0 0 0 0,0 0 1 0 0,1 0-1 0 0,-1 0 0 0 0,0 0 0 0 0,0 0 0 0 0,1 0 1 0 0,-1 0-1 0 0,0 0 0 0 0,1 0 0 0 0,-1 0 1 0 0,0 0-1 0 0,0 0 0 0 0,1 0 0 0 0,-1 0 1 0 0,0 0-1 0 0,1 0 0 0 0,10 3-76 0 0,-10-2 76 0 0,-1 0-1 0 0,0 0 0 0 0,1-1 0 0 0,-1 1 0 0 0,0 0 0 0 0,0 0 0 0 0,1 0 0 0 0,-1 0 0 0 0,0 0 0 0 0,0 0 0 0 0,0-1 1 0 0,0 1-1 0 0,0 0 0 0 0,-1 0 0 0 0,1 0 0 0 0,0 0 0 0 0,0 0 0 0 0,-1 0 0 0 0,1-1 0 0 0,0 1 0 0 0,-1 0 1 0 0,0 1-1 0 0,-7 16 49 0 0,-1 0 0 0 0,-1-1 0 0 0,-1 1 0 0 0,0-2 0 0 0,-17 20 0 0 0,2-3 31 0 0,17-22-44 0 0,0-1 1 0 0,0-1-1 0 0,-1 0 0 0 0,-16 12 1 0 0,16-13-15 0 0,0 0 0 0 0,0 0 1 0 0,-8 12-1 0 0,17-19-2 0 0,0 0-1 0 0,0 0 1 0 0,0 0 0 0 0,0 0-1 0 0,-1-1 1 0 0,1 1 0 0 0,0 0-1 0 0,0 0 1 0 0,-1-1-1 0 0,1 1 1 0 0,0-1 0 0 0,0 1-1 0 0,-1-1 1 0 0,1 0 0 0 0,-1 1-1 0 0,1-1 1 0 0,0 0-1 0 0,-1 0 1 0 0,1 0 0 0 0,-1 0-1 0 0,1 0 1 0 0,0 0 0 0 0,-2-1-1 0 0,-28-10 610 0 0,27 9-556 0 0,4 2-6 0 0,-6-8 375 0 0,6 7-431 0 0,1 0-1 0 0,0 0 1 0 0,-1 0-1 0 0,1 1 1 0 0,0-1 0 0 0,0 0-1 0 0,0 1 1 0 0,-1-1-1 0 0,1 1 1 0 0,0-1 0 0 0,0 1-1 0 0,0-1 1 0 0,0 1-1 0 0,0-1 1 0 0,0 1 0 0 0,0 0-1 0 0,0-1 1 0 0,0 1-1 0 0,0 0 1 0 0,0 0 0 0 0,0 0-1 0 0,0 0 1 0 0,1 0-1 0 0,1 0 1 0 0,9-2 39 0 0,2 1 0 0 0,-1 0-1 0 0,0 1 1 0 0,17 2 0 0 0,-1-1-33 0 0,18 6 68 0 0,-45-7-80 0 0,0 0 0 0 0,0 0 0 0 0,-1 1 0 0 0,1-1 0 0 0,0 1 0 0 0,-1-1 0 0 0,1 1 0 0 0,0-1 0 0 0,-1 1 0 0 0,1 0 0 0 0,0 0 0 0 0,-1 0 0 0 0,1 0 0 0 0,-1 0 0 0 0,0 0 0 0 0,1 0 0 0 0,-1 0 0 0 0,0 1 0 0 0,0-1 0 0 0,2 3 0 0 0,-25 42 104 0 0,18-41-68 0 0,-1-1 0 0 0,1 0-1 0 0,-1 1 1 0 0,0-1 0 0 0,0-1 0 0 0,0 1-1 0 0,-1-1 1 0 0,1 0 0 0 0,-9 3 0 0 0,-63 22 517 0 0,64-24-446 0 0,-10 2-148 0 0,1-1 1 0 0,-1-1 0 0 0,0 0-1 0 0,-37-1 1 0 0,58-3-88 0 0,1 0 0 0 0,0 0 1 0 0,-1 0-1 0 0,1-1 0 0 0,0 1 0 0 0,-1-1 0 0 0,1 1 0 0 0,0-1 1 0 0,0 1-1 0 0,-1-1 0 0 0,1 0 0 0 0,0 0 0 0 0,0 1 0 0 0,0-1 1 0 0,0 0-1 0 0,-1-2 0 0 0,1 3 15 0 0,1-1 1 0 0,-1 1-1 0 0,1-1 0 0 0,0 0 1 0 0,0 1-1 0 0,-1-1 1 0 0,1 0-1 0 0,0 1 0 0 0,0-1 1 0 0,0 0-1 0 0,-1 0 1 0 0,1 1-1 0 0,0-1 0 0 0,0 0 1 0 0,0 1-1 0 0,0-1 0 0 0,1 0 1 0 0,-1 0-1 0 0,0 1 1 0 0,0-1-1 0 0,0 0 0 0 0,0 1 1 0 0,1-1-1 0 0,-1 0 1 0 0,0 1-1 0 0,1-1 0 0 0,-1 1 1 0 0,1-1-1 0 0,-1 0 0 0 0,0 1 1 0 0,1-1-1 0 0,-1 1 1 0 0,1-1-1 0 0,0 1 0 0 0,-1-1 1 0 0,1 1-1 0 0,-1 0 1 0 0,1-1-1 0 0,0 1 0 0 0,0-1 1 0 0,32-20-3413 0 0,-29 16 2662 0 0,0 1-1 0 0,0-1 1 0 0,-1 0-1 0 0,0 0 1 0 0,5-10 0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31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2161 0 0,'44'-24'160'0'0,"-22"9"-2401"0"0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31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2 960 0 0,'3'0'1948'0'0,"-2"0"-1845"0"0,-1-1 0 0 0,1 1 0 0 0,-1 0-1 0 0,1 0 1 0 0,-1 0 0 0 0,1 0 0 0 0,-1 0 0 0 0,1 0 0 0 0,-1 0 0 0 0,1 0-1 0 0,-1 0 1 0 0,1 0 0 0 0,-1 0 0 0 0,1 0 0 0 0,-1 0 0 0 0,1 1-1 0 0,-1-1 1 0 0,0 0 0 0 0,1 0 0 0 0,-1 0 0 0 0,1 1 0 0 0,-1-1 0 0 0,1 0-1 0 0,-1 1 1 0 0,0-1 0 0 0,1 0 0 0 0,-1 1 0 0 0,0-1 0 0 0,1 0 0 0 0,-1 1-1 0 0,0-1 1 0 0,0 1 0 0 0,1-1 0 0 0,-1 1 0 0 0,0-1 0 0 0,0 0-1 0 0,0 1 1 0 0,1-1 0 0 0,-1 1 0 0 0,0-1 0 0 0,0 1 0 0 0,0-1 0 0 0,0 1-1 0 0,0-1 1 0 0,0 1 0 0 0,0-1 0 0 0,0 1 0 0 0,0-1 0 0 0,0 1 0 0 0,0-1-1 0 0,-1 1 1 0 0,-17 32 1191 0 0,-1 1-1040 0 0,12-7-163 0 0,1 1-1 0 0,1 0 0 0 0,-3 52 0 0 0,6-51-69 0 0,-1-1 0 0 0,-2 0 0 0 0,-1 0 1 0 0,-1 0-1 0 0,-1-1 0 0 0,-15 34 0 0 0,-11 36-89 0 0,9-27-47 0 0,-6 17-224 0 0,23-27-66 0 0,5-29 103 0 0,-11 49-1285 0 0,10-8-1508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32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1013 228 560 0 0,'0'-2'448'0'0,"0"0"-1"0"0,0-1 0 0 0,-1 1 1 0 0,1 0-1 0 0,-1-1 0 0 0,0 1 1 0 0,1 0-1 0 0,-1 0 0 0 0,0 0 1 0 0,-2-3-1 0 0,2 4-425 0 0,1 1 1 0 0,-1-1-1 0 0,1 0 1 0 0,0 1-1 0 0,-1-1 1 0 0,1 1-1 0 0,0-1 0 0 0,-1 1 1 0 0,1-1-1 0 0,0 0 1 0 0,0 1-1 0 0,-1-1 1 0 0,1 0-1 0 0,0 1 1 0 0,0-1-1 0 0,0 0 0 0 0,0 1 1 0 0,0-1-1 0 0,0 0 1 0 0,0 1-1 0 0,0-1 1 0 0,0 0-1 0 0,0 1 1 0 0,1-1-1 0 0,-1 0 0 0 0,0 1 1 0 0,0-1-1 0 0,1 0 1 0 0,-1 1-1 0 0,0-1 1 0 0,1 1-1 0 0,-1-1 0 0 0,0 1 1 0 0,1-1-1 0 0,-1 1 1 0 0,1-1-1 0 0,-1 1 1 0 0,1-1-1 0 0,-1 1 1 0 0,1-1-1 0 0,0 1 0 0 0,-1 0 1 0 0,1-1-1 0 0,-1 1 1 0 0,1 0-1 0 0,0 0 1 0 0,-1-1-1 0 0,1 1 1 0 0,0 0-1 0 0,9-4 68 0 0,0 0 0 0 0,0 1-1 0 0,0 0 1 0 0,0 1 0 0 0,1 0 0 0 0,-1 0 0 0 0,19 0-1 0 0,8-1 207 0 0,249-38 911 0 0,238-24-653 0 0,-248 61-93 0 0,-42 2 652 0 0,517-13 567 0 0,-16-6-896 0 0,7 30 60 0 0,115 50 730 0 0,-249-25-1326 0 0,-113-10 304 0 0,-474-22-509 0 0,-1-1 0 0 0,0 1-1 0 0,1 1 1 0 0,26 8 0 0 0,-47-11-43 0 0,12 3-68 0 0,0 1 0 0 0,0 0-1 0 0,10 7 1 0 0,-19-10 41 0 0,0 1-1 0 0,-1-1 0 0 0,1 1 1 0 0,-1 0-1 0 0,0 0 1 0 0,1 0-1 0 0,-1 0 1 0 0,3 4-1 0 0,-5-5 20 0 0,1 0 0 0 0,-1 0-1 0 0,1 0 1 0 0,-1 0 0 0 0,1 0-1 0 0,-1 0 1 0 0,1 0 0 0 0,-1 0-1 0 0,0 0 1 0 0,0 0 0 0 0,0 0-1 0 0,0 0 1 0 0,0 1 0 0 0,0-1-1 0 0,0 0 1 0 0,0 0 0 0 0,0 0-1 0 0,0 0 1 0 0,0 0 0 0 0,-1 0-1 0 0,1 0 1 0 0,0 0 0 0 0,-1 2-1 0 0,-5 6 2 0 0,0 1 1 0 0,0-1-1 0 0,-1 0 0 0 0,-1-1 0 0 0,1 1 0 0 0,-17 12 0 0 0,-23 28-65 0 0,-42 42 49 0 0,69-74 32 0 0,0 2 0 0 0,2 0 0 0 0,0 1 0 0 0,1 1 0 0 0,1 0 0 0 0,-19 36 0 0 0,-2 15-37 0 0,-19 43-64 0 0,8 21 159 0 0,33-101-57 0 0,-1 3 25 0 0,-16 53 0 0 0,21-59 17 0 0,-1 1 0 0 0,-1-2-1 0 0,-2 0 1 0 0,-27 41 0 0 0,-13 27 103 0 0,48-84-142 0 0,0-1-1 0 0,-2-1 1 0 0,1 1 0 0 0,-2-1 0 0 0,-12 13 0 0 0,16-20-6 0 0,-1 1-1 0 0,-1-1 0 0 0,0 0 0 0 0,1-1 1 0 0,-2 1-1 0 0,1-2 0 0 0,-1 1 0 0 0,1-1 1 0 0,-1-1-1 0 0,-11 4 0 0 0,-15-1-70 0 0,1-2 0 0 0,-1-1 0 0 0,0-1 0 0 0,-63-6 0 0 0,-304-64-35 0 0,5 1 518 0 0,182 47-37 0 0,-439-37 211 0 0,7 30-207 0 0,262 34-242 0 0,-66-1-35 0 0,-255 20-137 0 0,243-3 430 0 0,-812 23 171 0 0,1237-45-555 0 0,19 0 8 0 0,0 0-1 0 0,-1 1 1 0 0,-25 7 0 0 0,12-5 80 0 0,25-6-106 0 0,8 1-160 0 0,0 0 108 0 0,1 1-1 0 0,-1-1 1 0 0,1 1-1 0 0,-1-1 1 0 0,0 0-1 0 0,1 1 1 0 0,-1-1-1 0 0,1 1 1 0 0,-1-1-1 0 0,1 1 1 0 0,0-1-1 0 0,-1 1 1 0 0,1 0-1 0 0,0-1 1 0 0,-1 1-1 0 0,1 0 1 0 0,0-1-1 0 0,-1 1 1 0 0,1 0-1 0 0,0 0 1 0 0,-1 0-1 0 0,1-1 1 0 0,0 1-1 0 0,0 0 1 0 0,-1 0-1 0 0,1 0 1 0 0,1 0-1 0 0,6-1-238 0 0,54-20-1136 0 0,98-41-2615 0 0,54-28-1747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39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1 375 1921 0 0,'5'-2'636'0'0,"2"-2"137"0"0,0 1 0 0 0,0 0 0 0 0,0 1-1 0 0,0-1 1 0 0,1 1 0 0 0,-1 1 0 0 0,1-1-1 0 0,-1 1 1 0 0,11 0 0 0 0,-10 1-597 0 0,-3 1-55 0 0,0-1 0 0 0,0 1 0 0 0,0-1 0 0 0,-1-1 0 0 0,1 1 0 0 0,0-1 1 0 0,0 1-1 0 0,-1-2 0 0 0,1 1 0 0 0,0 0 0 0 0,-1-1 0 0 0,1 0 1 0 0,-1 0-1 0 0,0 0 0 0 0,1 0 0 0 0,-1-1 0 0 0,0 0 0 0 0,-1 0 1 0 0,1 0-1 0 0,0 0 0 0 0,5-7 0 0 0,10-16 382 0 0,0-1 0 0 0,-2-1-1 0 0,17-37 1 0 0,-16 29-300 0 0,-10 21-121 0 0,1 1 0 0 0,0 0 0 0 0,1 0 0 0 0,0 1 0 0 0,1 0 0 0 0,21-18 0 0 0,-10 16-19 0 0,-18 18-95 0 0,-4-1 28 0 0,1-2 7 0 0,1 1 0 0 0,-1 0 0 0 0,0 0 0 0 0,0 0 0 0 0,0 0 0 0 0,0 0 0 0 0,0 0 0 0 0,0 0 0 0 0,0 0 0 0 0,0 1 0 0 0,0-1 0 0 0,-1 0 0 0 0,1 1 0 0 0,0-1 0 0 0,-1 0 0 0 0,1 1 0 0 0,-1 1 0 0 0,3 35 183 0 0,-3-35-173 0 0,-1 14 53 0 0,0 1 0 0 0,-1-1 0 0 0,-1 0 0 0 0,-1 0 0 0 0,0 0 0 0 0,-1 0 0 0 0,-8 16-1 0 0,-4 4 152 0 0,-41 65 0 0 0,18-37 821 0 0,-45 98 0 0 0,74-139-1009 0 0,2 1 0 0 0,0 0 0 0 0,2 1 0 0 0,1 0-1 0 0,1 0 1 0 0,1 0 0 0 0,-1 38 0 0 0,4-62-180 0 0,1 0 0 0 0,0 1 0 0 0,0-1 0 0 0,0 0 1 0 0,0 0-1 0 0,0 0 0 0 0,1 1 0 0 0,-1-1 0 0 0,0 0 0 0 0,1 0 0 0 0,0 0 0 0 0,0 0 0 0 0,-1 0 0 0 0,1 0 0 0 0,0 0 0 0 0,0 0 0 0 0,1 0 0 0 0,-1 0 0 0 0,0-1 0 0 0,1 1 0 0 0,-1 0 0 0 0,1-1 0 0 0,-1 1 1 0 0,1-1-1 0 0,0 0 0 0 0,0 1 0 0 0,0-1 0 0 0,0 0 0 0 0,-1 0 0 0 0,1 0 0 0 0,1 0 0 0 0,-1-1 0 0 0,0 1 0 0 0,0 0 0 0 0,0-1 0 0 0,0 0 0 0 0,4 1 0 0 0,57 3-6452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39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55 640 0 0,'-70'-21'4666'0'0,"56"16"-3749"0"0,0 0-1 0 0,-1 1 1 0 0,0 0-1 0 0,0 1 1 0 0,-16-1-1 0 0,27 4-342 0 0,64-1 1640 0 0,32 1-1787 0 0,33 2-2135 0 0,-10-8-3721 0 0,-67 2 1667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40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24 2481 0 0,'-67'-14'6403'0'0,"-22"10"-4322"0"0,45-2-2081 0 0,44 12 0 0 0,0-2 640 0 0,22-4 241 0 0,0 0-721 0 0,1 0-80 0 0,-1 0 0 0 0,67 4-881 0 0,22 2-3520 0 0,22-2-2162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40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0 381 80 0 0,'5'-4'553'0'0,"0"1"0"0"0,0-1-1 0 0,0-1 1 0 0,-1 1 0 0 0,1-1-1 0 0,-1 0 1 0 0,6-9 0 0 0,21-23 1134 0 0,4 6-781 0 0,-20 20-523 0 0,-1-1 0 0 0,22-26 0 0 0,-24 23-251 0 0,0 1 0 0 0,23-22 0 0 0,-29 32-118 0 0,-1-1-1 0 0,1 1 1 0 0,0 0 0 0 0,1 1-1 0 0,-1-1 1 0 0,1 1 0 0 0,-1 0 0 0 0,1 1-1 0 0,0 0 1 0 0,8-2 0 0 0,-10 3-13 0 0,-1 0 0 0 0,0 0 0 0 0,1 0 1 0 0,-1 1-1 0 0,1 0 0 0 0,0 0 0 0 0,-1 0 0 0 0,1 0 1 0 0,-1 1-1 0 0,1-1 0 0 0,7 4 0 0 0,-10-3-1 0 0,0 0 0 0 0,0 0 0 0 0,-1 1 0 0 0,1-1 0 0 0,0 0 0 0 0,-1 1-1 0 0,0 0 1 0 0,1-1 0 0 0,-1 1 0 0 0,0 0 0 0 0,0 0 0 0 0,0-1 0 0 0,0 1 0 0 0,1 4 0 0 0,-1-4 0 0 0,0 2-3 0 0,0-1 0 0 0,-1 1 0 0 0,0 0-1 0 0,0-1 1 0 0,0 1 0 0 0,0 0 0 0 0,-1 0 0 0 0,1-1 0 0 0,-1 1-1 0 0,0-1 1 0 0,0 1 0 0 0,0-1 0 0 0,0 1 0 0 0,-1-1 0 0 0,0 1 0 0 0,1-1-1 0 0,-4 4 1 0 0,1 1-7 0 0,0 1 9 0 0,-1-1 0 0 0,1 0 0 0 0,-1-1 0 0 0,-1 1 0 0 0,1-1 0 0 0,-1 0 0 0 0,-1 0 0 0 0,1-1 0 0 0,-1 0 0 0 0,0 0 0 0 0,-1-1 0 0 0,-7 6 0 0 0,-52 43 615 0 0,60-75-254 0 0,5 20-357 0 0,1-1 0 0 0,-1 1 0 0 0,1-1 0 0 0,0 1 0 0 0,0-1 0 0 0,0 0 0 0 0,0 1 0 0 0,0-1 0 0 0,0 0 0 0 0,0 0 0 0 0,1 0 0 0 0,-1 0 0 0 0,0 0 0 0 0,1 0 0 0 0,0 0 0 0 0,-1 0 0 0 0,1 0 0 0 0,0-3 0 0 0,1 2-8 0 0,0 0 0 0 0,-1 0 0 0 0,1 0 0 0 0,1 0 0 0 0,-1 0 0 0 0,0 0 0 0 0,1 0 0 0 0,-1 1 0 0 0,1-1 0 0 0,0 0 0 0 0,0 1 0 0 0,0-1-1 0 0,3-2 1 0 0,165-156-101 0 0,-167 157 99 0 0,0 1 0 0 0,0 0 1 0 0,1 0-1 0 0,0 0 0 0 0,-1 1 1 0 0,1-1-1 0 0,0 1 0 0 0,0 0 1 0 0,8-3-1 0 0,19-4-62 0 0,-24 11 69 0 0,-4 0-11 0 0,-3-1 6 0 0,1 0 0 0 0,0 0 0 0 0,-1 0 0 0 0,1 0 0 0 0,-1 0 1 0 0,1 0-1 0 0,-1 0 0 0 0,0 0 0 0 0,0 0 0 0 0,1 0 0 0 0,-1 0 0 0 0,0 0 0 0 0,0 0 0 0 0,0 0 0 0 0,0 1 1 0 0,0-1-1 0 0,0 0 0 0 0,0 0 0 0 0,-1 0 0 0 0,1 1 0 0 0,-1 7-12 0 0,1-2 21 0 0,-1-1 0 0 0,0 1-1 0 0,-1 0 1 0 0,0 0 0 0 0,0-1 0 0 0,0 1 0 0 0,-1-1-1 0 0,0 0 1 0 0,0 0 0 0 0,-1 0 0 0 0,0 0 0 0 0,0 0 0 0 0,-4 5-1 0 0,-18 28 11 0 0,21-32 37 0 0,1-1 1 0 0,-1 1-1 0 0,0-1 1 0 0,0 0 0 0 0,-1 0-1 0 0,0-1 1 0 0,0 0-1 0 0,0 0 1 0 0,-1 0-1 0 0,1-1 1 0 0,-1 0 0 0 0,0 0-1 0 0,0-1 1 0 0,-11 4-1 0 0,17-6-49 0 0,1-1 0 0 0,0 0 0 0 0,0 0 0 0 0,-1 0 0 0 0,1 0 0 0 0,0 0 0 0 0,0 0 0 0 0,0 0 0 0 0,-1 0 0 0 0,1 0 0 0 0,0 0-1 0 0,0 0 1 0 0,-1 0 0 0 0,1 0 0 0 0,0 0 0 0 0,0 0 0 0 0,-1 0 0 0 0,1 0 0 0 0,0 0 0 0 0,0 0 0 0 0,0 0 0 0 0,-1 0 0 0 0,1-1 0 0 0,0 1 0 0 0,0 0 0 0 0,0 0-1 0 0,-1 0 1 0 0,1 0 0 0 0,0 0 0 0 0,0-1 0 0 0,0 1 0 0 0,0 0 0 0 0,-1 0 0 0 0,1 0 0 0 0,0 0 0 0 0,0-1 0 0 0,0 1 0 0 0,0 0 0 0 0,0 0 0 0 0,0-1 0 0 0,0 1-1 0 0,0 0 1 0 0,-1 0 0 0 0,1 0 0 0 0,0-1 0 0 0,0 1 0 0 0,0 0 0 0 0,0 0 0 0 0,0-1 0 0 0,0 1 0 0 0,0 0 0 0 0,0 0 0 0 0,1-1 0 0 0,-1 1 0 0 0,4-12-82 0 0,21-17-22 0 0,1 2-1 0 0,42-34 1 0 0,-24 24-58 0 0,70-76-173 0 0,-112 111 328 0 0,1 0 0 0 0,-1-1 0 0 0,1 1 1 0 0,0 0-1 0 0,0 0 0 0 0,-1 1 0 0 0,1-1 0 0 0,0 1 1 0 0,1-1-1 0 0,-1 1 0 0 0,0 0 0 0 0,0 0 1 0 0,1 0-1 0 0,3 0 0 0 0,-4 1 13 0 0,0 0-1 0 0,-1 1 1 0 0,1-1 0 0 0,-1 1-1 0 0,1 0 1 0 0,-1-1 0 0 0,1 1-1 0 0,-1 0 1 0 0,0 0 0 0 0,0 1 0 0 0,1-1-1 0 0,-1 0 1 0 0,0 1 0 0 0,0-1-1 0 0,0 1 1 0 0,0 0 0 0 0,2 3-1 0 0,-2-3 5 0 0,0 0-1 0 0,-1-1 0 0 0,0 1 0 0 0,1 0 0 0 0,-1 0 0 0 0,0 1 1 0 0,0-1-1 0 0,0 0 0 0 0,0 0 0 0 0,0 0 0 0 0,-1 1 0 0 0,1-1 1 0 0,-1 0-1 0 0,1 1 0 0 0,-1-1 0 0 0,0 0 0 0 0,0 1 1 0 0,0-1-1 0 0,-1 4 0 0 0,-1 3 21 0 0,0 0 0 0 0,0 0 1 0 0,-1-1-1 0 0,-4 9 0 0 0,5-13-16 0 0,-18 42 92 0 0,-24 63 176 0 0,39-94-343 0 0,0 0 0 0 0,2 0 1 0 0,0 1-1 0 0,0 0 0 0 0,1 20 1 0 0,1-33-144 0 0,1 0 0 0 0,0 1 0 0 0,0-1 0 0 0,1 0 1 0 0,-1 0-1 0 0,1 0 0 0 0,1 6 0 0 0,-1-8-57 0 0,0 0 0 0 0,0 1 0 0 0,0-1 0 0 0,0 0 0 0 0,0 0-1 0 0,0 0 1 0 0,1 0 0 0 0,-1-1 0 0 0,0 1 0 0 0,1 0 0 0 0,-1 0-1 0 0,0-1 1 0 0,3 2 0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42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329 375 4002 0 0,'-35'22'3727'0'0,"29"-18"-3195"0"0,21-7-162 0 0,-15 3-347 0 0,1-1 1 0 0,-1 1 0 0 0,1 0-1 0 0,-1-1 1 0 0,0 1 0 0 0,1-1 0 0 0,-1 1-1 0 0,0-1 1 0 0,1 1 0 0 0,-1-1-1 0 0,0 1 1 0 0,0-1 0 0 0,0 1 0 0 0,1-1-1 0 0,-1 1 1 0 0,0-1 0 0 0,0 1-1 0 0,0-1 1 0 0,0 1 0 0 0,0-1 0 0 0,0 0-1 0 0,0 1 1 0 0,0-1 0 0 0,0 1-1 0 0,0-1 1 0 0,0 1 0 0 0,-1-1 0 0 0,1 0-1 0 0,0-5 10 0 0,1-4-46 0 0,0-1-1 0 0,1 1 1 0 0,1-1 0 0 0,0 1 0 0 0,0 0-1 0 0,1 0 1 0 0,0 0 0 0 0,11-17 0 0 0,8-22-108 0 0,-11 2-51 0 0,-11 39 140 0 0,1 0 1 0 0,0-1 0 0 0,0 1-1 0 0,1 0 1 0 0,5-8 0 0 0,9-12 13 0 0,-14 24 22 0 0,0 0-1 0 0,0 0 0 0 0,0 0 1 0 0,-1 0-1 0 0,0-1 1 0 0,0 1-1 0 0,0-1 0 0 0,0 1 1 0 0,-1-1-1 0 0,0 0 1 0 0,1 0-1 0 0,-1-5 0 0 0,6-8 26 0 0,-7 18-28 0 0,-1 0 1 0 0,1 0-1 0 0,0 0 1 0 0,0 0-1 0 0,0 0 1 0 0,0 0-1 0 0,-1 0 1 0 0,1 0-1 0 0,0 0 1 0 0,0 0-1 0 0,0 0 1 0 0,0 0-1 0 0,0 0 1 0 0,-1 0-1 0 0,1 0 1 0 0,0 0-1 0 0,0-1 1 0 0,0 1-1 0 0,0 0 1 0 0,0 0-1 0 0,0 0 1 0 0,0 0-1 0 0,-1 0 1 0 0,1 0-1 0 0,0-1 1 0 0,0 1-1 0 0,0 0 1 0 0,0 0-1 0 0,0 0 1 0 0,0 0-1 0 0,0 0 1 0 0,0-1-1 0 0,0 1 1 0 0,0 0-1 0 0,0 0 1 0 0,0 0-1 0 0,0 0 1 0 0,0-1 0 0 0,0 1-1 0 0,0 0 1 0 0,0 0-1 0 0,0 0 1 0 0,0 0-1 0 0,0 0 1 0 0,0-1-1 0 0,0 1 1 0 0,0 0-1 0 0,0 0 1 0 0,0 0-1 0 0,0 0 1 0 0,1-1-1 0 0,-2 2 33 0 0,1-1-1 0 0,-1 1 1 0 0,1 0-1 0 0,-1-1 1 0 0,1 1 0 0 0,0 0-1 0 0,-1-1 1 0 0,1 1-1 0 0,0 0 1 0 0,-1 0 0 0 0,1-1-1 0 0,0 1 1 0 0,0 0-1 0 0,0 0 1 0 0,0-1-1 0 0,0 1 1 0 0,0 0 0 0 0,0 0-1 0 0,0-1 1 0 0,0 1-1 0 0,0 0 1 0 0,0 0 0 0 0,1 1-1 0 0,-1 0 55 0 0,-1 6 5 0 0,-1 0 1 0 0,0 0 0 0 0,0 0 0 0 0,-1 0-1 0 0,0 0 1 0 0,0-1 0 0 0,-1 1-1 0 0,0-1 1 0 0,-5 8 0 0 0,-2 5 49 0 0,-11 18 36 0 0,-23 51 643 0 0,36-71-586 0 0,-1-1 0 0 0,0 0 0 0 0,-17 20 0 0 0,16-22-138 0 0,0 1-1 0 0,1 0 0 0 0,-10 20 1 0 0,19-32-81 0 0,1-4-10 0 0,0 1 0 0 0,0 0-1 0 0,-1 0 1 0 0,1 0 0 0 0,0 0 0 0 0,0 0 0 0 0,-1 0 0 0 0,1-1 0 0 0,0 1 0 0 0,-1 0 0 0 0,1 0 0 0 0,-1-1 0 0 0,1 1 0 0 0,-1 0 0 0 0,1 0 0 0 0,-1-1 0 0 0,0 1 0 0 0,1-1 0 0 0,-1 1 0 0 0,0-1 0 0 0,1 1 0 0 0,-1-1 0 0 0,0 1 0 0 0,0-1 0 0 0,0 1-1 0 0,1-1 1 0 0,-1 0 0 0 0,0 1 0 0 0,0-1 0 0 0,0 0 0 0 0,0 0 0 0 0,0 0 0 0 0,-1 0 0 0 0,-20-16 220 0 0,11 7-204 0 0,10 9-13 0 0,0-1 1 0 0,0 1 0 0 0,0-1-1 0 0,0 0 1 0 0,0 0 0 0 0,0 1 0 0 0,0-1-1 0 0,0 0 1 0 0,1 0 0 0 0,-1 0 0 0 0,0 0-1 0 0,0 0 1 0 0,1 0 0 0 0,-1 0-1 0 0,1 0 1 0 0,-1 0 0 0 0,1 0 0 0 0,0 0-1 0 0,-1 0 1 0 0,1 0 0 0 0,0-1-1 0 0,0 1 1 0 0,0 0 0 0 0,0 0 0 0 0,0 0-1 0 0,0 0 1 0 0,0 0 0 0 0,0-2-1 0 0,0 2-10 0 0,1 0 0 0 0,-1 0 0 0 0,0 0 0 0 0,1 1 0 0 0,-1-1 0 0 0,0 0 0 0 0,1 0 0 0 0,-1 1 0 0 0,1-1 0 0 0,-1 0 0 0 0,1 1 0 0 0,0-1 0 0 0,-1 1 0 0 0,1-1 0 0 0,0 0 0 0 0,-1 1 0 0 0,1 0 0 0 0,0-1 0 0 0,-1 1 0 0 0,1-1 0 0 0,0 1 0 0 0,0 0 0 0 0,1-1 0 0 0,29-9 2 0 0,-7 3-70 0 0,-19 5 58 0 0,0 1 1 0 0,0-1-1 0 0,0 1 1 0 0,0 0-1 0 0,0 1 1 0 0,0-1-1 0 0,0 1 1 0 0,0 0-1 0 0,9 1 1 0 0,31 0-3 0 0,-37 0-28 0 0,11 7 567 0 0,-20-8-519 0 0,1 0 0 0 0,0 0 0 0 0,0 0 0 0 0,0-1 0 0 0,-1 1 1 0 0,1 0-1 0 0,0 0 0 0 0,0 0 0 0 0,0 0 0 0 0,0 0 0 0 0,0 0 0 0 0,-1 0 0 0 0,1 0 0 0 0,0-1 1 0 0,0 1-1 0 0,0 0 0 0 0,0 0 0 0 0,0 0 0 0 0,0 0 0 0 0,-1-1 0 0 0,1 1 0 0 0,0 0 1 0 0,0 0-1 0 0,0 0 0 0 0,0 0 0 0 0,0-1 0 0 0,0 1 0 0 0,0 0 0 0 0,0 0 0 0 0,0 0 0 0 0,0-1 1 0 0,0 1-1 0 0,0 0 0 0 0,0 0 0 0 0,0 0 0 0 0,0 0 0 0 0,0-1 0 0 0,0 1 0 0 0,0 0 0 0 0,0 0 1 0 0,0 0-1 0 0,0 0 0 0 0,1-1 0 0 0,-1 1 0 0 0,0 0 0 0 0,0 0 0 0 0,0 0 0 0 0,0 0 1 0 0,0-1-1 0 0,0 1 0 0 0,1 0 0 0 0,-1 0 0 0 0,0 0 0 0 0,0 0 0 0 0,0 0 0 0 0,0 0 0 0 0,0 0 1 0 0,1 0-1 0 0,-1-1 0 0 0,10 0-89 0 0,6 2 15 0 0,-12-3 58 0 0,33 0 96 0 0,-15 2-48 0 0,0 0-93 0 0,-3 0-1 0 0,-11 0 59 0 0,-8 0-3 0 0,1-1 0 0 0,-1 1 0 0 0,1 0 1 0 0,0 0-1 0 0,-1 0 0 0 0,1 0 0 0 0,0 0 0 0 0,-1 0 0 0 0,1 0 0 0 0,0 0 1 0 0,-1 0-1 0 0,1 0 0 0 0,-1 0 0 0 0,1 0 0 0 0,0 0 0 0 0,-1 0 0 0 0,1 1 1 0 0,0-1-1 0 0,-1 0 0 0 0,1 0 0 0 0,-1 1 0 0 0,1-1 0 0 0,-1 0 0 0 0,1 1 1 0 0,-1-1-1 0 0,1 1 0 0 0,-1-1 0 0 0,2 2 0 0 0,8 5 63 0 0,-10-7-63 0 0,0 0 0 0 0,1 0-1 0 0,-1 0 1 0 0,0 0 0 0 0,1 0 0 0 0,-1 0 0 0 0,0 0 0 0 0,1 0 0 0 0,-1 0-1 0 0,0 0 1 0 0,1 0 0 0 0,-1 0 0 0 0,0 0 0 0 0,0 1 0 0 0,1-1 0 0 0,-1 0 0 0 0,0 0-1 0 0,0 0 1 0 0,1 0 0 0 0,-1 1 0 0 0,0-1 0 0 0,0 0 0 0 0,1 0 0 0 0,-1 1-1 0 0,0-1 1 0 0,0 0 0 0 0,0 0 0 0 0,1 1 0 0 0,-1-1 0 0 0,0 0 0 0 0,0 1-1 0 0,0-1 1 0 0,0 0 0 0 0,0 1 0 0 0,0-1 0 0 0,0 0 0 0 0,0 0 0 0 0,0 1 0 0 0,0-1-1 0 0,0 0 1 0 0,0 1 0 0 0,0-1 0 0 0,0 1 0 0 0,-10 9 33 0 0,0-1 0 0 0,0 0 0 0 0,-1 0 0 0 0,0-1 0 0 0,-1 0 0 0 0,0-1 0 0 0,0-1 0 0 0,-1 0 0 0 0,1 0 0 0 0,-1-1 0 0 0,0-1 0 0 0,-1 0 0 0 0,1-1 0 0 0,-1 0 0 0 0,-24 1 0 0 0,-70 9 365 0 0,86-16-280 0 0,89-6-560 0 0,-3 3 452 0 0,-28 2-111 0 0,1 1 1 0 0,-1 2 0 0 0,0 2-1 0 0,58 7 1 0 0,-89-7 84 0 0,-1 1-1 0 0,1-1 1 0 0,0 1 0 0 0,-1 0 0 0 0,9 4 0 0 0,-13-5 15 0 0,1-1 1 0 0,-1 0 0 0 0,1 1-1 0 0,0-1 1 0 0,-1 0 0 0 0,1 1-1 0 0,-1-1 1 0 0,1 0 0 0 0,-1 1-1 0 0,1-1 1 0 0,-1 1 0 0 0,0-1-1 0 0,1 1 1 0 0,-1-1 0 0 0,0 1-1 0 0,1 0 1 0 0,-1-1 0 0 0,0 1-1 0 0,1-1 1 0 0,-1 1 0 0 0,0 0-1 0 0,0-1 1 0 0,0 1 0 0 0,0 0-1 0 0,0-1 1 0 0,0 1 0 0 0,0 0-1 0 0,0-1 1 0 0,0 1 0 0 0,0-1-1 0 0,0 1 1 0 0,0 0 0 0 0,0-1-1 0 0,0 1 1 0 0,0 0 0 0 0,-1-1-1 0 0,1 1 1 0 0,0-1 0 0 0,-1 1-1 0 0,1 0 1 0 0,0-1 0 0 0,-1 1 0 0 0,1-1-1 0 0,0 1 1 0 0,-1-1 0 0 0,1 1-1 0 0,-1-1 1 0 0,1 0 0 0 0,-1 1-1 0 0,-1 0 1 0 0,-7 6 46 0 0,-1 0 1 0 0,0-1 0 0 0,-1 0-1 0 0,0-1 1 0 0,0 0 0 0 0,-18 5-1 0 0,-81 16 117 0 0,74-18-190 0 0,16-4-222 0 0,-1-1 1 0 0,-1-1-1 0 0,1 0 0 0 0,0-2 0 0 0,-32-3 0 0 0,40 1-387 0 0,0 0 0 0 0,0-1 0 0 0,1 0-1 0 0,-1-1 1 0 0,1 0 0 0 0,0-1 0 0 0,0 0 0 0 0,0-1-1 0 0,1-1 1 0 0,-14-9 0 0 0,-16-21-2914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42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15 880 0 0,'0'0'5043'0'0,"0"0"-5014"0"0,-1-1 0 0 0,1 1 0 0 0,0 0 0 0 0,0 0 0 0 0,0 0 0 0 0,0 0 0 0 0,0 0 0 0 0,0 0 0 0 0,0-1 0 0 0,0 1 0 0 0,0 0 0 0 0,0 0 0 0 0,0 0 0 0 0,0 0 0 0 0,0 0 0 0 0,0-1 0 0 0,0 1 0 0 0,0 0 0 0 0,0 0 0 0 0,0 0 0 0 0,0 0 0 0 0,0 0 0 0 0,0 0 0 0 0,0-1 0 0 0,0 1 0 0 0,0 0 0 0 0,0 0 0 0 0,0 0 0 0 0,0 0 0 0 0,0 0 0 0 0,0-1 0 0 0,0 1 0 0 0,0 0 0 0 0,1 0 0 0 0,-1 0 0 0 0,0 0 0 0 0,0 0 0 0 0,0 0 0 0 0,0 0 0 0 0,0 0 0 0 0,0 0 0 0 0,0-1 0 0 0,1 1 0 0 0,-1 0 0 0 0,0 0 0 0 0,0 0 0 0 0,0 0 0 0 0,0 0 0 0 0,0 0 0 0 0,0 0 0 0 0,1 0 0 0 0,-1 0 0 0 0,0 0 0 0 0,0 0 0 0 0,0 0 0 0 0,0 0 0 0 0,0 0 0 0 0,1 0 0 0 0,-1 0 0 0 0,0 0 0 0 0,0 0 0 0 0,0 0 0 0 0,6-1 84 0 0,2-1 80 0 0,0 0 1 0 0,0 1-1 0 0,-1 0 1 0 0,1 0-1 0 0,0 1 1 0 0,9 0 0 0 0,279 19 1113 0 0,-66 2-496 0 0,231 13 766 0 0,41-42-1515 0 0,-286-7-4313 0 0,-190 14 9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43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23 114 560 0 0,'-3'6'3767'0'0,"-7"-6"-3363"0"0,1 0 1335 0 0,9-4-802 0 0,0 4-915 0 0,0 0 0 0 0,0-1 0 0 0,0 1 0 0 0,0-1 0 0 0,0 1 0 0 0,0 0 1 0 0,0-1-1 0 0,0 1 0 0 0,0-1 0 0 0,0 1 0 0 0,0 0 0 0 0,0-1 0 0 0,0 1 0 0 0,0 0 1 0 0,0-1-1 0 0,0 1 0 0 0,0-1 0 0 0,0 1 0 0 0,1 0 0 0 0,-1-1 0 0 0,0 1 0 0 0,0 0 1 0 0,0-1-1 0 0,1 1 0 0 0,-1 0 0 0 0,0 0 0 0 0,1-1 0 0 0,-1 1 0 0 0,1-1 0 0 0,84-36 552 0 0,-54 24-555 0 0,2 2-1 0 0,-1 0 1 0 0,1 3 0 0 0,56-9-1 0 0,-87 17-12 0 0,1-1-1 0 0,-1 1 1 0 0,1 0-1 0 0,0 0 1 0 0,-1 0-1 0 0,1 0 1 0 0,-1 0-1 0 0,1 0 1 0 0,0 1-1 0 0,-1-1 1 0 0,3 2-1 0 0,-4-2-1 0 0,0 0 0 0 0,-1 1 0 0 0,1-1 0 0 0,-1 1-1 0 0,1-1 1 0 0,-1 1 0 0 0,1-1 0 0 0,0 1 0 0 0,-1-1-1 0 0,0 1 1 0 0,1-1 0 0 0,-1 1 0 0 0,1-1 0 0 0,-1 1-1 0 0,0 0 1 0 0,1-1 0 0 0,-1 1 0 0 0,0 0 0 0 0,0-1 0 0 0,1 1-1 0 0,-1 0 1 0 0,0 0 0 0 0,0-1 0 0 0,0 1 0 0 0,0 1-1 0 0,-1 3 23 0 0,0 0-1 0 0,0 1 0 0 0,-1-1 1 0 0,1 0-1 0 0,-1 0 1 0 0,-1 0-1 0 0,-3 8 0 0 0,3-7-6 0 0,2-5-15 0 0,-22 38 131 0 0,22-38-133 0 0,-1 1 0 0 0,1-1 0 0 0,0 1 0 0 0,-1-1-1 0 0,0 0 1 0 0,1 0 0 0 0,-1 0 0 0 0,1 0 0 0 0,-1 0-1 0 0,0 0 1 0 0,0 0 0 0 0,0 0 0 0 0,1-1 0 0 0,-1 1-1 0 0,0-1 1 0 0,0 1 0 0 0,0-1 0 0 0,-4 0 0 0 0,3 0 64 0 0,2-1-61 0 0,1 1 0 0 0,0-1-1 0 0,-1 0 1 0 0,1 0 0 0 0,0 1 0 0 0,-1-1-1 0 0,1 0 1 0 0,-1 1 0 0 0,1-1-1 0 0,-1 0 1 0 0,0 1 0 0 0,1-1-1 0 0,-1 1 1 0 0,0-1 0 0 0,1 1 0 0 0,-1-1-1 0 0,0 1 1 0 0,1-1 0 0 0,-3 0-1 0 0,3 1-5 0 0,0 0-1 0 0,-1 0 1 0 0,1 0-1 0 0,0 0 0 0 0,0 0 1 0 0,-1 0-1 0 0,1 0 0 0 0,0 0 1 0 0,-1 0-1 0 0,1 0 1 0 0,0 0-1 0 0,0 0 0 0 0,-1-1 1 0 0,1 1-1 0 0,0 0 1 0 0,0 0-1 0 0,-1 0 0 0 0,1 0 1 0 0,0-1-1 0 0,0 1 0 0 0,-1 0 1 0 0,1 0-1 0 0,0-1 1 0 0,0 1-1 0 0,0 0 0 0 0,0 0 1 0 0,-1-1-1 0 0,1 1 1 0 0,0 0-1 0 0,0-1 0 0 0,0 1 1 0 0,0 0-1 0 0,0 0 0 0 0,0-1 1 0 0,0 1-1 0 0,0 0 1 0 0,0-1-1 0 0,0 1 0 0 0,0 0 1 0 0,0-1-1 0 0,0 1 1 0 0,0 0-1 0 0,0 0 0 0 0,0-1 1 0 0,0 1-1 0 0,0 0 0 0 0,0-1 1 0 0,1 1-1 0 0,-1-1 1 0 0,6-2-10 0 0,-5 2 11 0 0,0 1 0 0 0,-1-1 0 0 0,1 1 0 0 0,0 0 0 0 0,0-1 0 0 0,-1 1-1 0 0,1-1 1 0 0,-1 1 0 0 0,1-1 0 0 0,0 0 0 0 0,-1 1 0 0 0,1-1 0 0 0,-1 0 0 0 0,1 1 0 0 0,-1-1-1 0 0,0 0 1 0 0,1 0 0 0 0,-1 1 0 0 0,0-1 0 0 0,1 0 0 0 0,-1 0 0 0 0,0 0 0 0 0,0 1 0 0 0,0-1 0 0 0,1 0-1 0 0,-1-1 1 0 0,1-1 3 0 0,0 0 0 0 0,0 0 0 0 0,0 0 0 0 0,1 1-1 0 0,0-1 1 0 0,-1 1 0 0 0,1-1 0 0 0,0 1 0 0 0,0 0 0 0 0,0 0-1 0 0,0 0 1 0 0,1 0 0 0 0,-1 0 0 0 0,1 0 0 0 0,4-2 0 0 0,43-26 31 0 0,-42 26-34 0 0,-1 1 0 0 0,1 0 0 0 0,0 1 0 0 0,0 0 0 0 0,0 0 0 0 0,12-1 0 0 0,-18 2 5 0 0,0 1 0 0 0,1-1 0 0 0,-1 1 0 0 0,1 0 0 0 0,-1 0 0 0 0,1 0 0 0 0,-1 0 0 0 0,1 0-1 0 0,-1 0 1 0 0,1 1 0 0 0,-1-1 0 0 0,0 1 0 0 0,5 1 0 0 0,-7-1-2 0 0,-1-1 0 0 0,1 1 0 0 0,0-1 0 0 0,0 1 0 0 0,0-1 0 0 0,-1 1 0 0 0,1-1 0 0 0,0 1 0 0 0,0-1 0 0 0,-1 1 0 0 0,1-1 0 0 0,0 1 0 0 0,-1-1 0 0 0,1 1 0 0 0,-1-1 0 0 0,1 0 0 0 0,0 1 0 0 0,-1-1 0 0 0,1 0 0 0 0,-1 1-1 0 0,1-1 1 0 0,-2 1 0 0 0,-1 2 34 0 0,-13 32 233 0 0,6-7-60 0 0,0-12 25 0 0,0 0 0 0 0,-20 23 0 0 0,17-23 7 0 0,8-6 167 0 0,10-10-186 0 0,10-8-135 0 0,-13 5-72 0 0,1 1 0 0 0,0 0 0 0 0,1 0 0 0 0,-1 0 0 0 0,0 1-1 0 0,1-1 1 0 0,-1 1 0 0 0,5-2 0 0 0,-4 2-5 0 0,0-1-1 0 0,0 1 1 0 0,0-1-1 0 0,0 0 1 0 0,-1 0-1 0 0,1 0 1 0 0,6-5-1 0 0,4-4 6 0 0,1 0-1 0 0,0 1 1 0 0,1 1-1 0 0,0 1 1 0 0,19-8 0 0 0,-33 15-14 0 0,0 0 0 0 0,0 0 0 0 0,1 0 0 0 0,-1 0 0 0 0,0 1 0 0 0,1-1 0 0 0,-1 0 0 0 0,0 1 0 0 0,1 0 0 0 0,-1 0 0 0 0,0 0 0 0 0,1 0 0 0 0,-1 0 0 0 0,1 0 0 0 0,-1 0 0 0 0,0 1 0 0 0,1-1 0 0 0,2 2 0 0 0,-4-1 1 0 0,1 0 0 0 0,-1 0 1 0 0,0 0-1 0 0,0 0 0 0 0,0 0 0 0 0,0 0 1 0 0,0 1-1 0 0,0-1 0 0 0,-1 0 0 0 0,1 1 1 0 0,0-1-1 0 0,-1 0 0 0 0,1 1 0 0 0,-1-1 1 0 0,1 1-1 0 0,-1-1 0 0 0,1 1 0 0 0,-1-1 1 0 0,0 1-1 0 0,0 2 0 0 0,0 5-9 0 0,-1 0-1 0 0,0 0 0 0 0,0 0 1 0 0,-1 0-1 0 0,0 0 0 0 0,-1-1 1 0 0,-5 13-1 0 0,1-4-156 0 0,4-13 16 0 0,1 0 1 0 0,0 0-1 0 0,1 0 1 0 0,-1 1 0 0 0,1-1-1 0 0,0 1 1 0 0,0-1-1 0 0,0 1 1 0 0,0 5-1 0 0,1-9 60 0 0,0 0 0 0 0,0-1 0 0 0,0 1 0 0 0,0 0 0 0 0,0 0 0 0 0,0-1 0 0 0,0 1 0 0 0,0 0 0 0 0,1-1 0 0 0,-1 1 0 0 0,0 0 0 0 0,0-1 0 0 0,1 1-1 0 0,-1 0 1 0 0,0-1 0 0 0,1 1 0 0 0,-1-1 0 0 0,0 1 0 0 0,1 0 0 0 0,-1-1 0 0 0,1 1 0 0 0,-1-1 0 0 0,1 0 0 0 0,0 1 0 0 0,-1-1 0 0 0,1 1-1 0 0,-1-1 1 0 0,1 0 0 0 0,0 1 0 0 0,-1-1 0 0 0,1 0 0 0 0,0 0 0 0 0,-1 1 0 0 0,1-1 0 0 0,0 0 0 0 0,-1 0 0 0 0,1 0 0 0 0,1 0 0 0 0,0 0-319 0 0,1 1-3743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44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0 254 1040 0 0,'12'-2'4311'0'0,"-3"-2"-3980"0"0,0 1-1 0 0,-1-1 0 0 0,0-1 1 0 0,13-8-1 0 0,35-34 128 0 0,-41 36-379 0 0,0-2 0 0 0,0 0 0 0 0,14-17 0 0 0,62-63 535 0 0,-88 90-578 0 0,17-5 70 0 0,-6 5 5 0 0,-10 2-31 0 0,-3 1-69 0 0,0-1-1 0 0,0 1 1 0 0,0 0 0 0 0,-1 0-1 0 0,1 0 1 0 0,0 0 0 0 0,0 0-1 0 0,0 1 1 0 0,0-1 0 0 0,-1 0-1 0 0,1 0 1 0 0,0 0 0 0 0,0 1-1 0 0,0-1 1 0 0,-1 1 0 0 0,1-1-1 0 0,0 0 1 0 0,0 1 0 0 0,-1-1-1 0 0,1 1 1 0 0,0-1 0 0 0,-1 1-1 0 0,1 0 1 0 0,-1-1 0 0 0,1 1-1 0 0,-1 0 1 0 0,1-1 0 0 0,-1 1-1 0 0,1 1 1 0 0,0 1 38 0 0,-1 0 1 0 0,0 0-1 0 0,0 0 1 0 0,0 0-1 0 0,0 1 0 0 0,-1-1 1 0 0,1 0-1 0 0,-1 0 0 0 0,-1 5 1 0 0,-5 23 232 0 0,4-17-200 0 0,0 0 0 0 0,0 0 0 0 0,-2 0 0 0 0,0-1 0 0 0,-10 22-1 0 0,1-7-64 0 0,12-23-36 0 0,1-1 1 0 0,-1 0-1 0 0,0 0 1 0 0,-1 0-1 0 0,1 0 1 0 0,-1 0-1 0 0,0 0 1 0 0,1-1 0 0 0,-2 1-1 0 0,-2 2 1 0 0,3-4-85 0 0,1 0 0 0 0,-1 0 0 0 0,0-1 0 0 0,1 0 0 0 0,-1 1 0 0 0,0-1 0 0 0,0 0 0 0 0,0 0 0 0 0,0 0 1 0 0,0-1-1 0 0,-5 1 0 0 0,-41-5-1246 0 0,48 4 1331 0 0,-5 0-3 0 0,0-1-1 0 0,1 0 0 0 0,-1 0 0 0 0,0 0 0 0 0,1-1 0 0 0,0 0 0 0 0,-1 0 0 0 0,1 0 0 0 0,0-1 0 0 0,0 1 0 0 0,0-1 0 0 0,0-1 1 0 0,-6-4-1 0 0,11 7 29 0 0,-1 1 0 0 0,1-1 0 0 0,0 1 0 0 0,0-1 0 0 0,-1 0 0 0 0,1 1 1 0 0,0-1-1 0 0,0 1 0 0 0,0-1 0 0 0,0 1 0 0 0,0-1 0 0 0,0 1 0 0 0,0-1 1 0 0,0 0-1 0 0,0 1 0 0 0,0-1 0 0 0,0 1 0 0 0,0-1 0 0 0,0 1 0 0 0,0-1 1 0 0,1 0-1 0 0,-1 1 0 0 0,0-1 0 0 0,0 1 0 0 0,1-1 0 0 0,-1 1 0 0 0,0-1 1 0 0,1 1-1 0 0,14-17 188 0 0,-9 11-37 0 0,-2 3-122 0 0,0 0 0 0 0,0 1 0 0 0,0 0 0 0 0,0 0 0 0 0,0 0 0 0 0,1 0 0 0 0,-1 1 0 0 0,0 0-1 0 0,1 0 1 0 0,0 0 0 0 0,7 0 0 0 0,-5-1 0 0 0,200-21 497 0 0,95 8-616 0 0,-164 20-2355 0 0,-86-4-2778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45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 1761 0 0,'-66'34'5042'0'0,"44"12"-3361"0"0,22 10-1841 0 0,-23 19-80 0 0,23 24 240 0 0,-22-6 80 0 0,0 6 160 0 0,0 13 160 0 0,-23-5 80 0 0,-21 15 321 0 0,26-4-1 0 0,-5-15-240 0 0,45-18-480 0 0,0-20-560 0 0,0-23-640 0 0,0-23-641 0 0,22-24-2801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46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1015 57 1681 0 0,'0'-2'247'0'0,"0"1"0"0"0,1-1 0 0 0,-1 1 1 0 0,1-1-1 0 0,-1 1 0 0 0,1 0 0 0 0,0-1 0 0 0,-1 1 1 0 0,1 0-1 0 0,0 0 0 0 0,0-1 0 0 0,0 1 1 0 0,0 0-1 0 0,0 0 0 0 0,0 0 0 0 0,1 0 0 0 0,-1 0 1 0 0,0 0-1 0 0,0 1 0 0 0,1-1 0 0 0,-1 0 0 0 0,2 0 1 0 0,37-14-114 0 0,-36 13 115 0 0,5-1-182 0 0,1 1 0 0 0,-1-1-1 0 0,0 1 1 0 0,1 1 0 0 0,0 0-1 0 0,-1 0 1 0 0,1 1 0 0 0,14 2-1 0 0,287 27 861 0 0,10 1-440 0 0,205-5 118 0 0,-2-41 271 0 0,-293-7-191 0 0,290-19 258 0 0,248 39-130 0 0,-584 27-716 0 0,-167-21-77 0 0,1 2-1 0 0,-1 0 1 0 0,0 1-1 0 0,-1 0 1 0 0,0 2 0 0 0,0 0-1 0 0,21 14 1 0 0,-29-15 15 0 0,-1-1 0 0 0,-1 1 0 0 0,1 1 0 0 0,-1 0 0 0 0,0 0 0 0 0,-1 0 0 0 0,9 15 0 0 0,-12-15-17 0 0,-1 0 1 0 0,0 0-1 0 0,0 0 0 0 0,-1 1 1 0 0,0-1-1 0 0,0 0 1 0 0,-1 0-1 0 0,0 1 0 0 0,-3 15 1 0 0,2 11 237 0 0,1-20-132 0 0,2 0-1 0 0,0 0 1 0 0,5 18 0 0 0,0 0-5 0 0,4 29 27 0 0,48 75-186 0 0,-36-77 39 0 0,-12-32 73 0 0,-1 0-1 0 0,9 45 1 0 0,-8-5 279 0 0,-3-1 0 0 0,-1 76 1 0 0,-6-72-146 0 0,-5 125 228 0 0,-4-121-264 0 0,3-7 105 0 0,-23 102 0 0 0,23-153-213 0 0,-1-1 1 0 0,-1 1-1 0 0,0-1 0 0 0,-1-1 0 0 0,-15 24 1 0 0,20-34-50 0 0,-6 13 312 0 0,8-17 12 0 0,-19 0-185 0 0,-51 11-232 0 0,-129 6 0 0 0,98-11 80 0 0,-362 17 155 0 0,243-15 23 0 0,-330-6-31 0 0,143-35 83 0 0,217 14-7 0 0,47 5-141 0 0,-200-16 57 0 0,3 25-253 0 0,-69 34 227 0 0,385-28-92 0 0,-215 12-23 0 0,-187 19 137 0 0,116 5 253 0 0,242-33-437 0 0,0-3-1 0 0,-95-9 1 0 0,149 6-23 0 0,0-1 0 0 0,1-1 0 0 0,0 0 0 0 0,-21-7 0 0 0,34 9 55 0 0,1 0 1 0 0,-1 1-1 0 0,1-1 1 0 0,0 0-1 0 0,-1 0 0 0 0,1 1 1 0 0,-1-1-1 0 0,1 0 1 0 0,0 0-1 0 0,0 0 1 0 0,-1 0-1 0 0,1 1 0 0 0,0-1 1 0 0,0 0-1 0 0,0 0 1 0 0,0 0-1 0 0,0 0 0 0 0,0 0 1 0 0,0 1-1 0 0,0-1 1 0 0,1 0-1 0 0,-1 0 1 0 0,0 0-1 0 0,0 0 0 0 0,1 1 1 0 0,-1-1-1 0 0,1 0 1 0 0,-1 0-1 0 0,0 1 0 0 0,1-1 1 0 0,-1 0-1 0 0,1 1 1 0 0,0-1-1 0 0,-1 0 1 0 0,1 1-1 0 0,1-2 0 0 0,4-1 27 0 0,58-26 114 0 0,27 0-66 0 0,2 4-1 0 0,100-14 1 0 0,-77 25-1 0 0,-70 9 28 0 0,85-18 0 0 0,-129 22-93 0 0,0 1 0 0 0,0-1 1 0 0,1 0-1 0 0,-1 0 0 0 0,0 0 1 0 0,0 0-1 0 0,0 0 0 0 0,0 0 1 0 0,0-1-1 0 0,0 1 0 0 0,0-1 0 0 0,-1 1 1 0 0,1-1-1 0 0,0 0 0 0 0,-1 1 1 0 0,0-1-1 0 0,1 0 0 0 0,-1 0 1 0 0,0 0-1 0 0,0 0 0 0 0,0 0 0 0 0,0-1 1 0 0,1-1-1 0 0,-1-4-30 0 0,0 0 1 0 0,0-1-1 0 0,0 1 1 0 0,-1 0-1 0 0,-1-11 1 0 0,0-6 7 0 0,3 0 20 0 0,0 0 1 0 0,9-38 0 0 0,-7 44 10 0 0,0-4-2 0 0,-4 18-8 0 0,1 0 0 0 0,-1 0 0 0 0,1 0 1 0 0,1 0-1 0 0,-1 0 0 0 0,1 1 0 0 0,0-1 0 0 0,0 0 1 0 0,0 1-1 0 0,1-1 0 0 0,3-4 0 0 0,10-13-751 0 0,-18 20-789 0 0,-8 10 70 0 0,9-7 1368 0 0,0 0 1 0 0,1 0 0 0 0,-1 0-1 0 0,1 0 1 0 0,-1 0-1 0 0,1 0 1 0 0,-1 0-1 0 0,1 0 1 0 0,0 0-1 0 0,0 0 1 0 0,-1 0-1 0 0,1 0 1 0 0,0 0-1 0 0,0 0 1 0 0,0 0-1 0 0,0 0 1 0 0,0 0 0 0 0,1 0-1 0 0,-1 0 1 0 0,0 1-1 0 0,1 7-837 0 0,-1 30-3334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6:52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793 1 2721 0 0,'-5'2'656'0'0,"4"-2"-567"0"0,0 0 1 0 0,1 0-1 0 0,-1 0 1 0 0,0 0-1 0 0,0 1 0 0 0,1-1 1 0 0,-1 0-1 0 0,0 0 1 0 0,1 1-1 0 0,-1-1 1 0 0,0 0-1 0 0,1 1 1 0 0,-1-1-1 0 0,0 1 0 0 0,1-1 1 0 0,-1 1-1 0 0,1-1 1 0 0,-1 1-1 0 0,1 0 1 0 0,-1-1-1 0 0,1 1 1 0 0,-1 0-1 0 0,1-1 0 0 0,0 1 1 0 0,-1 0-1 0 0,1-1 1 0 0,0 1-1 0 0,0 0 1 0 0,-1 0-1 0 0,1 1 0 0 0,0-2 72 0 0,22 0 599 0 0,-22 0-748 0 0,0 0 0 0 0,0 0 1 0 0,0 0-1 0 0,0 0 0 0 0,0 0 0 0 0,0 0 1 0 0,0 0-1 0 0,-1 0 0 0 0,1 0 1 0 0,0 0-1 0 0,0 0 0 0 0,0 0 0 0 0,0 0 1 0 0,0 0-1 0 0,0 0 0 0 0,0 0 0 0 0,-1 0 1 0 0,1 0-1 0 0,0 0 0 0 0,0 0 0 0 0,0 0 1 0 0,0 0-1 0 0,0 0 0 0 0,0 0 0 0 0,0 0 1 0 0,-1 0-1 0 0,1 0 0 0 0,0 0 1 0 0,0 0-1 0 0,0 0 0 0 0,0 0 0 0 0,0 1 1 0 0,0-1-1 0 0,0 0 0 0 0,0 0 0 0 0,0 0 1 0 0,0 0-1 0 0,0 0 0 0 0,-1 0 0 0 0,1 0 1 0 0,0 0-1 0 0,0 1 0 0 0,0-1 1 0 0,0 0-1 0 0,0 0 0 0 0,0 0 0 0 0,0 0 1 0 0,0 0-1 0 0,0 0 0 0 0,0 0 0 0 0,0 1 1 0 0,0-1-1 0 0,0 0 0 0 0,0 0 0 0 0,0 0 1 0 0,0 0-1 0 0,0 0 0 0 0,0 0 0 0 0,0 0 1 0 0,1 1-1 0 0,-1-1 0 0 0,-29 7 4246 0 0,11 0-4138 0 0,0 0-1 0 0,1 1 0 0 0,-27 16 1 0 0,32-16-60 0 0,0 1 0 0 0,0 0 0 0 0,-14 14 0 0 0,11-10-7 0 0,14-12-48 0 0,0-1 1 0 0,0 1-1 0 0,1-1 1 0 0,-1 1-1 0 0,0-1 1 0 0,0 1-1 0 0,1-1 1 0 0,-1 1-1 0 0,0 0 1 0 0,1 0-1 0 0,-1-1 1 0 0,1 1 0 0 0,-1 0-1 0 0,1 0 1 0 0,-1 0-1 0 0,1 1 1 0 0,0-2 0 0 0,0 3-1 0 0,-19 2 10 0 0,-55-9 1172 0 0,-56 0-786 0 0,86 1-154 0 0,33 2-179 0 0,1 0 0 0 0,-1 0-1 0 0,0 1 1 0 0,0 1 0 0 0,-20 3-1 0 0,-11 2-4 0 0,38-6-55 0 0,0 0-1 0 0,0 1 1 0 0,0-1 0 0 0,0 1-1 0 0,0 0 1 0 0,0 0 0 0 0,0 0-1 0 0,0 1 1 0 0,1-1-1 0 0,-8 5 1 0 0,-71 35 72 0 0,78-33-80 0 0,1-1 0 0 0,-7 0 0 0 0,8-5 0 0 0,0-1 0 0 0,0 1 0 0 0,0-1 0 0 0,-1 1 0 0 0,2 0 0 0 0,-1 0 0 0 0,0 0 0 0 0,0 0 0 0 0,1 0 0 0 0,-1 0 0 0 0,1 0 0 0 0,-1 1 0 0 0,1-1 0 0 0,0 1 0 0 0,0-1 0 0 0,0 1 0 0 0,0-1 0 0 0,1 1 0 0 0,-1-1 0 0 0,1 1 0 0 0,-1 0 0 0 0,1-1 0 0 0,0 6 0 0 0,0 5 6 0 0,0-11 0 0 0,-1 0-1 0 0,1 1 1 0 0,0-1-1 0 0,0 0 0 0 0,0 1 1 0 0,0-1-1 0 0,0 0 1 0 0,0 1-1 0 0,1-1 0 0 0,-1 0 1 0 0,1 1-1 0 0,-1-1 1 0 0,1 0-1 0 0,0 0 0 0 0,0 1 1 0 0,0-1-1 0 0,0 0 1 0 0,1 0-1 0 0,-1 0 0 0 0,1 0 1 0 0,-1-1-1 0 0,1 1 1 0 0,-1 0-1 0 0,1-1 0 0 0,4 4 1 0 0,9 6 2 0 0,1 1 0 0 0,-2 1-1 0 0,21 22 1 0 0,-20-20 8 0 0,1 1 1 0 0,31 23-1 0 0,-31-29-86 0 0,-8-6 69 0 0,-1 1-1 0 0,1 0 1 0 0,-1 0 0 0 0,0 0 0 0 0,-1 1-1 0 0,0 0 1 0 0,7 8 0 0 0,-11-10 1 0 0,1 0 0 0 0,0 0 0 0 0,0 0 0 0 0,0 0 0 0 0,0-1 0 0 0,1 1 0 0 0,-1-1 0 0 0,1 0 0 0 0,0 0 0 0 0,0 0 0 0 0,8 4 0 0 0,10 5-34 0 0,-17-10 23 0 0,0 0 0 0 0,-1 1 1 0 0,0-1-1 0 0,1 1 0 0 0,-1 0 0 0 0,0 0 1 0 0,6 6-1 0 0,-5-2 23 0 0,1-1 0 0 0,0 0 1 0 0,1 0-1 0 0,-1 0 0 0 0,15 8 0 0 0,20 19-165 0 0,-26-21 120 0 0,0 0 0 0 0,1 0 1 0 0,0-1-1 0 0,33 15 0 0 0,70 24 16 0 0,-108-45 51 0 0,140 63-301 0 0,-128-58 220 0 0,0-2-1 0 0,0 0 0 0 0,0-2 1 0 0,1-1-1 0 0,0 0 0 0 0,44 1 1 0 0,39 3 287 0 0,-77-6-145 0 0,1-1 1 0 0,41-3-1 0 0,-47 0-5 0 0,35 2 1 0 0,-4 1-28 0 0,0-3 0 0 0,0-2 1 0 0,61-12-1 0 0,-71 8 4 0 0,-39 7-40 0 0,0-1 0 0 0,0 0-1 0 0,0 0 1 0 0,0 0-1 0 0,0-1 1 0 0,0 0 0 0 0,-1 0-1 0 0,1-1 1 0 0,-1 0 0 0 0,0 0-1 0 0,7-5 1 0 0,0 1 23 0 0,0-2 0 0 0,0 0 0 0 0,-2 0 0 0 0,1-1 0 0 0,-1 0 0 0 0,0-1 0 0 0,12-17 0 0 0,-22 26-46 0 0,0 0 0 0 0,1 0 0 0 0,-1-1 0 0 0,0 1 0 0 0,1 0 0 0 0,0 0 0 0 0,-1 0 0 0 0,1 1 0 0 0,0-1 0 0 0,0 0-1 0 0,0 1 1 0 0,0-1 0 0 0,4-1 0 0 0,8-7 21 0 0,-1-8 2 0 0,-12 16-21 0 0,0 0 1 0 0,0 0 0 0 0,1 0 0 0 0,-1 0-1 0 0,0 0 1 0 0,1 1 0 0 0,-1-1-1 0 0,1 0 1 0 0,2-1 0 0 0,-1 1 5 0 0,-1 0 1 0 0,0-1-1 0 0,0 1 1 0 0,0 0-1 0 0,0-1 1 0 0,-1 1-1 0 0,1-1 1 0 0,-1 0 0 0 0,0 1-1 0 0,1-1 1 0 0,-1 0-1 0 0,0 0 1 0 0,-1 0-1 0 0,1 0 1 0 0,0 0-1 0 0,-1 0 1 0 0,0 0-1 0 0,1 0 1 0 0,-1 0 0 0 0,0 0-1 0 0,-1 0 1 0 0,0-6-1 0 0,1-6 86 0 0,0 15-96 0 0,0-1-1 0 0,0 1 1 0 0,0-1-1 0 0,-1 1 1 0 0,1-1-1 0 0,0 1 1 0 0,0-1-1 0 0,0 1 1 0 0,0-1-1 0 0,0 1 1 0 0,-1 0-1 0 0,1-1 1 0 0,0 1-1 0 0,0-1 1 0 0,-1 1-1 0 0,1 0 1 0 0,0-1-1 0 0,-1 1 1 0 0,1 0-1 0 0,0-1 1 0 0,-1 1-1 0 0,1 0 1 0 0,0 0-1 0 0,-1-1 0 0 0,1 1 1 0 0,-1 0-1 0 0,1 0 1 0 0,-1 0-1 0 0,1-1 1 0 0,-1 1-1 0 0,1 0 1 0 0,0 0-1 0 0,-1 0 1 0 0,1 0-1 0 0,-1 0 1 0 0,0 0-1 0 0,1 0 1 0 0,-1 0-1 0 0,1 0 1 0 0,-1 0-1 0 0,1 0 1 0 0,-1 0-1 0 0,1-1 1 0 0,-1 1-1 0 0,1 0 1 0 0,0 0-1 0 0,-1 0 1 0 0,1-1-1 0 0,-1 1 1 0 0,1 0-1 0 0,0 0 1 0 0,-1-1-1 0 0,1 1 0 0 0,-1 0 1 0 0,1-1-1 0 0,0 1 1 0 0,0 0-1 0 0,-1-1 1 0 0,1 1-1 0 0,0-1 1 0 0,0 1-1 0 0,-1 0 1 0 0,1-1-1 0 0,0 1 1 0 0,0-1-1 0 0,0 1 1 0 0,0-1-1 0 0,0 1 1 0 0,-1-1-1 0 0,1 1 1 0 0,0-1-1 0 0,0 1 1 0 0,0-1 0 0 0,0 1 0 0 0,0-1 0 0 0,0 1 0 0 0,0 0 0 0 0,0-1 0 0 0,0 1 0 0 0,0 0 0 0 0,-1-1 0 0 0,1 1 0 0 0,0 0 0 0 0,0 0 0 0 0,0-1 0 0 0,-1 1 0 0 0,1 0 0 0 0,0-1 0 0 0,0 1 0 0 0,-1 0 0 0 0,1 0 0 0 0,0 0 0 0 0,0-1 0 0 0,-1 1 0 0 0,1 0 0 0 0,0 0 0 0 0,-1 0 0 0 0,1 0 0 0 0,0-1 0 0 0,-1 1 0 0 0,1 0 0 0 0,0 0 0 0 0,-1 0 0 0 0,1 0 0 0 0,0 0 0 0 0,-1 0 0 0 0,1 0 0 0 0,-1 0 0 0 0,1 0 0 0 0,-1 0 0 0 0,1 0-1 0 0,-1 0 1 0 0,1 0 0 0 0,-1 0 0 0 0,1 0 0 0 0,-1 0 0 0 0,1 0-1 0 0,-1 0 1 0 0,1 0 0 0 0,-1 0 0 0 0,1 0 0 0 0,0-1-1 0 0,-1 1 1 0 0,1 0 0 0 0,-1 0 0 0 0,1-1 0 0 0,-1 1 0 0 0,1 0-1 0 0,0-1 1 0 0,-1 1 0 0 0,1 0 0 0 0,0-1 0 0 0,-1 1 0 0 0,1 0-1 0 0,0-1 1 0 0,0 1 0 0 0,-1 0 0 0 0,1-1 0 0 0,0 1-1 0 0,0-1 1 0 0,0 1 0 0 0,0-1 0 0 0,-1 1 0 0 0,1-1 0 0 0,0 1-1 0 0,0-1 1 0 0,0 1 0 0 0,0-1 0 0 0,-3-5-2 0 0,-7 2 0 0 0,8 3 0 0 0,-1 0 0 0 0,1 0 0 0 0,0 0 0 0 0,0 0 0 0 0,0 0 0 0 0,0-1 0 0 0,0 1 0 0 0,0 0 0 0 0,0-1 0 0 0,0 0 0 0 0,0 1 0 0 0,1-1 0 0 0,-1 0 0 0 0,-1-2 0 0 0,3 3 0 0 0,0 1 0 0 0,0-1 0 0 0,0 0 0 0 0,0 1 0 0 0,-1-1 0 0 0,1 1 0 0 0,0-1 0 0 0,0 1 0 0 0,0-1 0 0 0,-1 1 0 0 0,1-1 0 0 0,0 1 0 0 0,0-1 0 0 0,-1 1 0 0 0,1-1 0 0 0,0 1 0 0 0,-1-1 0 0 0,1 1 0 0 0,-1 0 0 0 0,1-1 0 0 0,-1 1 0 0 0,1-1 0 0 0,-1 1 0 0 0,1 0 0 0 0,-1 0 0 0 0,1-1 0 0 0,-1 1 0 0 0,1 0 0 0 0,-1 0 0 0 0,1 0 0 0 0,-1-1 0 0 0,0 1 0 0 0,0 0 0 0 0,1 0 0 0 0,-1 0 0 0 0,1 0 0 0 0,-1 0 0 0 0,1 0 0 0 0,0 0 0 0 0,-1-1 0 0 0,1 1 0 0 0,-1 0 0 0 0,1 0 0 0 0,-1 0 0 0 0,1-1 0 0 0,0 1 0 0 0,-1 0 0 0 0,1-1 0 0 0,0 1 0 0 0,-1 0 0 0 0,1-1 0 0 0,0 1 0 0 0,-1 0 0 0 0,1-1 0 0 0,0 1 0 0 0,0-1 0 0 0,-1 1 0 0 0,1 0 0 0 0,0-1 0 0 0,0 1 0 0 0,0-1 0 0 0,0 1 0 0 0,0-1 0 0 0,0 0 0 0 0,-26-13 80 0 0,23 11-69 0 0,-1-1 1 0 0,0 1-1 0 0,0 0 1 0 0,0 0-1 0 0,0 1 1 0 0,-6-3-1 0 0,3-5-11 0 0,-38-7 24 0 0,-103-36 112 0 0,-11-2-43 0 0,134 48-39 0 0,-43-15 39 0 0,37 12-93 0 0,25 9 0 0 0,2-2 0 0 0,4 2 0 0 0,0 1 0 0 0,0-1 0 0 0,-1 1 0 0 0,1-1 0 0 0,0 1 0 0 0,-1 0 0 0 0,1-1 0 0 0,0 1 0 0 0,-1-1 0 0 0,1 1 0 0 0,-1 0 0 0 0,1-1 0 0 0,0 1 0 0 0,-1 0 0 0 0,1-1 0 0 0,-1 1 0 0 0,1 0 0 0 0,-1 0 0 0 0,1 0 0 0 0,-1-1 0 0 0,0 1 0 0 0,0 0 0 0 0,-7-2 0 0 0,-11-15 0 0 0,6 10 28 0 0,12 7-25 0 0,1 0 0 0 0,-1 0 0 0 0,1-1 0 0 0,-1 1 0 0 0,0 0 0 0 0,1 0 0 0 0,-1 0 0 0 0,1-1 0 0 0,-1 1 0 0 0,1 0 0 0 0,-1-1 0 0 0,0 1 0 0 0,1-1 0 0 0,0 1 0 0 0,-1 0 0 0 0,1-1 0 0 0,-1 1 0 0 0,1-1 0 0 0,-1 1 0 0 0,1-1 0 0 0,-1-1 0 0 0,3 1 13 0 0,-30-7 101 0 0,23 5-107 0 0,-30-7-87 0 0,12 4 77 0 0,1 0 0 0 0,15 5 0 0 0,-8-1 0 0 0,-7-2 0 0 0,20 1 0 0 0,0 1 0 0 0,-102-16-227 0 0,91 17 332 0 0,13 2-103 0 0,-1-1 1 0 0,1 0 0 0 0,0 0 0 0 0,-1 0 0 0 0,1 0-1 0 0,-1 0 1 0 0,1 0 0 0 0,0 0 0 0 0,-1 0 0 0 0,1 1-1 0 0,0-2 1 0 0,-1 1 0 0 0,1 0 0 0 0,-1 0 0 0 0,1 0-1 0 0,0 0 1 0 0,-1 0 0 0 0,1 0 0 0 0,0 0 0 0 0,-1 0-1 0 0,1 0 1 0 0,0-1 0 0 0,-1 1 0 0 0,1 0 0 0 0,0 0-1 0 0,-1 0 1 0 0,1-1 0 0 0,0 1 0 0 0,-1 0 0 0 0,1-1-1 0 0,0 1 1 0 0,0 0 0 0 0,-1 0 0 0 0,1-1 0 0 0,0 1-1 0 0,0 0 1 0 0,0-1 0 0 0,-1 0 0 0 0,-1 0-2 0 0,0 0 1 0 0,0 0-1 0 0,-1 0 0 0 0,1 0 1 0 0,-1 0-1 0 0,1 0 0 0 0,-1 1 0 0 0,1-1 1 0 0,-1 1-1 0 0,-4 0 0 0 0,4 0-1 0 0,1-1 0 0 0,-1 1 0 0 0,0 0 0 0 0,1-1 0 0 0,-1 1 0 0 0,0-1 0 0 0,1 0 0 0 0,-1 0 0 0 0,1 0-1 0 0,-1 0 1 0 0,-3-2 0 0 0,5 1-3 0 0,-1 1 0 0 0,1 0 0 0 0,0 0 0 0 0,0 0 0 0 0,-1 0 0 0 0,1 0 0 0 0,-1 0 0 0 0,1 1 0 0 0,-1-1 0 0 0,1 0 0 0 0,-1 1 0 0 0,1-1 0 0 0,-1 1 0 0 0,1 0 0 0 0,-1-1 0 0 0,0 1 0 0 0,-2 0 0 0 0,-12-5-36 0 0,16 4 25 0 0,-25-6-18 0 0,6 0 11 0 0,11 5 31 0 0,3 1 29 0 0,-23-10-8 0 0,22 8-30 0 0,-20-4 41 0 0,-4 2-5 0 0,26 2 43 0 0,4 2 0 0 0,0 0-13 0 0,0-1-40 0 0,0 1 13 0 0,-4 1-267 0 0,-10 0 254 0 0,10 0 13 0 0,-15 0-107 0 0,12 0 14 0 0,-12 0 39 0 0,1 0 1 0 0,11 0-40 0 0,-8 0 26 0 0,11 0-67 0 0,0-5-1239 0 0,-14 4 1279 0 0,-23-3 508 0 0,37 4-201 0 0,4-1-119 0 0,0-1-41 0 0,0 1 147 0 0,-3 0-173 0 0,-12-4-41 0 0,7 2 28 0 0,-6 2-134 0 0,6 6-2188 0 0,-21 6-2307 0 0,-49 11-5697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7:09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1679 220 480 0 0,'-1'0'185'0'0,"0"1"1"0"0,1-1-1 0 0,-1 1 0 0 0,0-1 0 0 0,0 1 1 0 0,1-1-1 0 0,-1 0 0 0 0,0 1 0 0 0,0-1 0 0 0,1 0 1 0 0,-1 0-1 0 0,0 1 0 0 0,0-1 0 0 0,0 0 1 0 0,0 0-1 0 0,1 0 0 0 0,-1 0 0 0 0,0 0 0 0 0,0 0 1 0 0,0 0-1 0 0,-1-1 0 0 0,2 1 36 0 0,0 0-175 0 0,0 0 1 0 0,0 0 0 0 0,0 0-1 0 0,-1 0 1 0 0,1 0 0 0 0,0 0-1 0 0,0 0 1 0 0,0 0 0 0 0,0 0 0 0 0,0 0-1 0 0,-1 0 1 0 0,1 0 0 0 0,0 0-1 0 0,0 0 1 0 0,0 0 0 0 0,0 0 0 0 0,0 1-1 0 0,-1-1 1 0 0,1 0 0 0 0,0 0-1 0 0,0 0 1 0 0,0 0 0 0 0,0 0 0 0 0,0 0-1 0 0,0 0 1 0 0,0 0 0 0 0,0 1-1 0 0,-1-1 1 0 0,1 0 0 0 0,0 0-1 0 0,0 0 1 0 0,0 0 0 0 0,0 0 0 0 0,0 0-1 0 0,0 1 1 0 0,0-1 0 0 0,0 0-1 0 0,0 0 1 0 0,0 0 0 0 0,0 0 0 0 0,0 0-1 0 0,0 1 1 0 0,0-1 0 0 0,0 0-1 0 0,0 0 1 0 0,0 0 0 0 0,0 0 0 0 0,0 0-1 0 0,0 1 1 0 0,0-1 0 0 0,0 0-1 0 0,0 0-5 0 0,1 0-1 0 0,-1 0 0 0 0,0 1 0 0 0,0-1 1 0 0,0 0-1 0 0,0 0 0 0 0,0 0 0 0 0,0 0 1 0 0,0 0-1 0 0,0 1 0 0 0,0-1 0 0 0,0 0 1 0 0,0 0-1 0 0,0 0 0 0 0,0 0 0 0 0,0 0 1 0 0,0 1-1 0 0,0-1 0 0 0,0 0 0 0 0,0 0 1 0 0,0 0-1 0 0,0 0 0 0 0,-1 0 0 0 0,1 1 1 0 0,0-1-1 0 0,0 0 0 0 0,0 0 0 0 0,0 0 1 0 0,0 0-1 0 0,0 0 0 0 0,0 0 1 0 0,0 0-1 0 0,-1 1 0 0 0,1-1 0 0 0,0 0 1 0 0,0 0-1 0 0,0 0 0 0 0,0 0 0 0 0,0 0 1 0 0,0 0-1 0 0,-1 0 0 0 0,1 0 0 0 0,0 0 1 0 0,0 0-1 0 0,0 0 0 0 0,0 0 0 0 0,0 0 1 0 0,-1 0-1 0 0,1 0 0 0 0,0 0 0 0 0,0 0 1 0 0,-73-7 797 0 0,16-1-396 0 0,6 0 110 0 0,34 5-313 0 0,0 0-1 0 0,-23 0 0 0 0,-75-7 176 0 0,48 5-187 0 0,-21-5-81 0 0,21 3-146 0 0,0 0 14 0 0,13 5-17 0 0,25 3 11 0 0,-39-5 0 0 0,1-4 59 0 0,23 4 0 0 0,3-1-69 0 0,-118-5-210 0 0,127 12 193 0 0,0 1 1 0 0,1 1-1 0 0,0 2 0 0 0,-61 20 1 0 0,55-17 18 0 0,26-8 0 0 0,-6 3 9 0 0,12-4-10 0 0,0 1 0 0 0,0 0 0 0 0,-1 1 0 0 0,1-1 0 0 0,1 1 0 0 0,-1 0 0 0 0,0 0 0 0 0,-5 3 0 0 0,-97 51-173 0 0,66-38 108 0 0,34-9 146 0 0,3-5-50 0 0,2-3-22 0 0,0 0 0 0 0,0 0 1 0 0,0 0-1 0 0,0 0 0 0 0,0 0 1 0 0,0 0-1 0 0,-1-1 0 0 0,1 1 1 0 0,0-1-1 0 0,0 1 0 0 0,0-1 1 0 0,-1 0-1 0 0,-2 0 0 0 0,1 1 59 0 0,4 27-200 0 0,0-18 140 0 0,-1-7-8 0 0,0 0-1 0 0,1 0 1 0 0,0 0-1 0 0,0-1 1 0 0,0 1-1 0 0,0 0 1 0 0,0 0-1 0 0,1 0 1 0 0,-1-1-1 0 0,1 1 1 0 0,0 0-1 0 0,-1-1 1 0 0,3 5-1 0 0,11 5-152 0 0,-7-6 153 0 0,0 1-1 0 0,1-1 1 0 0,15 9-1 0 0,-15-5-64 0 0,-7-9 66 0 0,0-1 0 0 0,0 0 0 0 0,0 0 0 0 0,0 0 0 0 0,0 1 0 0 0,0-1 0 0 0,0 1 0 0 0,-1-1 0 0 0,1 1 0 0 0,0-1 0 0 0,0 1 0 0 0,0-1 0 0 0,-1 1 0 0 0,1-1 0 0 0,0 1 0 0 0,-1 0 0 0 0,1 0 0 0 0,-1-1 0 0 0,1 1 0 0 0,0 0 0 0 0,-1 0 0 0 0,1 1 0 0 0,0 0 4 0 0,1 0 1 0 0,-1 0 0 0 0,1 0-1 0 0,0 0 1 0 0,-1 0 0 0 0,1 0-1 0 0,0-1 1 0 0,0 1 0 0 0,4 2-1 0 0,14 13 30 0 0,-15-9-28 0 0,-2-5 0 0 0,-1 0 0 0 0,0-1 1 0 0,0 2-1 0 0,0-1 0 0 0,0 0 0 0 0,-1 0 0 0 0,1 0 0 0 0,-1 1 0 0 0,0-1 0 0 0,0 1 1 0 0,1 3-1 0 0,-2-5-6 0 0,0-1 0 0 0,1 0 0 0 0,-1 1 0 0 0,0-1 0 0 0,1 0 0 0 0,0 1 0 0 0,-1-1 0 0 0,1 0 0 0 0,0 0 0 0 0,-1 0 0 0 0,1 0 0 0 0,0 1 0 0 0,0-1 0 0 0,0 0 0 0 0,0 0 0 0 0,0-1 0 0 0,0 1 0 0 0,0 0 0 0 0,1 0 0 0 0,-1 0 0 0 0,0-1 0 0 0,0 1 0 0 0,1-1 0 0 0,1 2 0 0 0,14 9 0 0 0,-14-6-7 0 0,1-1 1 0 0,-1 0 0 0 0,0 0 0 0 0,1 0 0 0 0,0-1-1 0 0,0 1 1 0 0,0-1 0 0 0,0 0 0 0 0,1 0-1 0 0,-1-1 1 0 0,1 1 0 0 0,0-1 0 0 0,0 0-1 0 0,9 3 1 0 0,5 0-64 0 0,0 0 0 0 0,1-1 0 0 0,33 2 0 0 0,296-1 276 0 0,-219-8-76 0 0,138 14 1 0 0,35 18 176 0 0,-156-10-175 0 0,-104-11 9 0 0,85 2-1 0 0,156-5 314 0 0,-243-2-441 0 0,-18 0 106 0 0,1-2-1 0 0,-1 0 0 0 0,1-1 1 0 0,-1-2-1 0 0,0 0 1 0 0,1-2-1 0 0,34-10 0 0 0,-21 2 172 0 0,-13 4-9 0 0,1 0 1 0 0,45-8-1 0 0,-47 8-153 0 0,-2-1-16 0 0,-12 7-70 0 0,0-1-1 0 0,0 0 1 0 0,-1 0 0 0 0,1 0-1 0 0,13-9 1 0 0,23-9 122 0 0,-18 11 9 0 0,-1-1 1 0 0,0-2-1 0 0,-1 0 0 0 0,41-29 1 0 0,-63 35-123 0 0,2-1 45 0 0,-1 5-91 0 0,-3 3 0 0 0,0-1 1 0 0,0 1-1 0 0,0-1 0 0 0,-1 1 1 0 0,1-1-1 0 0,0 1 0 0 0,0-1 1 0 0,-1 0-1 0 0,1 1 0 0 0,0-1 1 0 0,-1 0-1 0 0,1 0 0 0 0,0 1 1 0 0,-1-1-1 0 0,1 0 0 0 0,-1 0 1 0 0,0 0-1 0 0,1 0 0 0 0,-1 0 1 0 0,0 0-1 0 0,1 0 0 0 0,-1 0 1 0 0,0 0-1 0 0,0 0 0 0 0,0 0 1 0 0,0 0-1 0 0,0 0 0 0 0,0-1 1 0 0,-1 0 1 0 0,21-5 79 0 0,-17 2-6 0 0,-3 4-73 0 0,0 0-1 0 0,0 0 1 0 0,-1 1 0 0 0,1-1-1 0 0,0 0 1 0 0,0 0-1 0 0,0 0 1 0 0,0 0 0 0 0,0 0-1 0 0,0 0 1 0 0,1 0 0 0 0,-1 0-1 0 0,0 0 1 0 0,0 0-1 0 0,1 1 1 0 0,-1-1 0 0 0,0 0-1 0 0,1 0 1 0 0,-1 0-1 0 0,1 0 1 0 0,-1 1 0 0 0,1-1-1 0 0,0 0 1 0 0,-1 1 0 0 0,1-1-1 0 0,0 0 1 0 0,-1 1-1 0 0,1-1 1 0 0,0 1 0 0 0,0-1-1 0 0,-1 1 1 0 0,1-1 0 0 0,0 1-1 0 0,0 0 1 0 0,1-1-1 0 0,2-1-4 0 0,-4 2 1 0 0,1-1 0 0 0,-1 1-1 0 0,1-1 1 0 0,-1 0 0 0 0,1 1-1 0 0,-1-1 1 0 0,0 0 0 0 0,1 1-1 0 0,-1-1 1 0 0,0 0 0 0 0,1 1-1 0 0,-1-1 1 0 0,0 0 0 0 0,0 0-1 0 0,0 1 1 0 0,0-1 0 0 0,0 0-1 0 0,0 0 1 0 0,0 1 0 0 0,0-1-1 0 0,0 0 1 0 0,0 0 0 0 0,0 1-1 0 0,0-1 1 0 0,0 0 0 0 0,-1 0-1 0 0,1 0 1 0 0,-1 0 3 0 0,1 0 1 0 0,0 0-1 0 0,0 0 0 0 0,-1 0 1 0 0,1 1-1 0 0,0-1 0 0 0,0 0 1 0 0,0 0-1 0 0,0 0 0 0 0,0 0 1 0 0,0 0-1 0 0,0 0 0 0 0,0 0 1 0 0,1 0-1 0 0,-1 1 0 0 0,0-1 1 0 0,1 0-1 0 0,-1 0 0 0 0,0 0 1 0 0,1 0-1 0 0,-1 1 0 0 0,1-1 1 0 0,0-1-1 0 0,0 1 2 0 0,1 1 0 0 0,-1-1 1 0 0,0 0-1 0 0,0 0 0 0 0,0 0 0 0 0,1 0 1 0 0,-1 0-1 0 0,0 0 0 0 0,0 0 0 0 0,-1 0 1 0 0,1-1-1 0 0,0 1 0 0 0,1-3 0 0 0,1-25 144 0 0,-3 29-150 0 0,0-1 0 0 0,0 1 0 0 0,-1-1 0 0 0,1 1 0 0 0,0-1 1 0 0,0 1-1 0 0,0-1 0 0 0,0 1 0 0 0,-1 0 0 0 0,1-1 0 0 0,0 1 0 0 0,0-1 1 0 0,-1 1-1 0 0,1 0 0 0 0,0-1 0 0 0,0 1 0 0 0,-1 0 0 0 0,1-1 0 0 0,0 1 0 0 0,-1 0 1 0 0,1 0-1 0 0,-1-1 0 0 0,1 1 0 0 0,0 0 0 0 0,-1 0 0 0 0,1 0 0 0 0,-1-1 1 0 0,1 1-1 0 0,-1 0 0 0 0,1 0 0 0 0,-1 0 0 0 0,0 0 0 0 0,0 0 1 0 0,1 0-1 0 0,-1 0 1 0 0,1-1-1 0 0,-1 1 0 0 0,1 0 1 0 0,-1 0-1 0 0,1-1 0 0 0,-1 1 1 0 0,1 0-1 0 0,-1 0 1 0 0,1-1-1 0 0,-1 1 0 0 0,1-1 1 0 0,-1 1-1 0 0,1 0 0 0 0,0-1 1 0 0,-1 1-1 0 0,1-1 1 0 0,0 1-1 0 0,-1-1 0 0 0,1 1 1 0 0,0-1-1 0 0,-1 1 0 0 0,1-1 1 0 0,0 1-1 0 0,0-1 1 0 0,0 1-1 0 0,0-1 0 0 0,0 0 1 0 0,0 1-1 0 0,-1-2 0 0 0,1-1 10 0 0,-1-1-1 0 0,1 1 0 0 0,-1 0 0 0 0,0-1 0 0 0,-1 1 0 0 0,1 0 0 0 0,-1 0 0 0 0,1-1 0 0 0,-1 1 0 0 0,0 1 0 0 0,0-1 1 0 0,0 0-1 0 0,-5-5 0 0 0,-9-14 7 0 0,8 8 44 0 0,-24-42 84 0 0,29 53-137 0 0,0-1 0 0 0,-1 0 0 0 0,1 1 0 0 0,-1 0 0 0 0,1 0 0 0 0,-1 0 0 0 0,0 0 0 0 0,0 0 0 0 0,0 1 0 0 0,-9-4 0 0 0,-13-6 54 0 0,22 10-49 0 0,-1-1 0 0 0,0 1-1 0 0,0 0 1 0 0,0 0 0 0 0,-1 1 0 0 0,-9-2 0 0 0,-73-13 613 0 0,25 2-80 0 0,54 12-500 0 0,-1-1 1 0 0,0 0-1 0 0,1 0 1 0 0,-1-1 0 0 0,1 0-1 0 0,0 0 1 0 0,-9-7 0 0 0,8 5 25 0 0,0 1 0 0 0,0 0 0 0 0,0 1 0 0 0,-21-7 1 0 0,7 7-21 0 0,-67-11 136 0 0,-61 12 49 0 0,-154 11-238 0 0,293-9-1 0 0,8 1 0 0 0,0-1 0 0 0,1 1-1 0 0,-1 0 1 0 0,0 1 0 0 0,1-1 0 0 0,-1 1-1 0 0,1 0 1 0 0,-1 0 0 0 0,-3 2 0 0 0,4 1-39 0 0,-18-3 146 0 0,-1 0-186 0 0,14 0 18 0 0,0 1 0 0 0,0 0 1 0 0,0 1-1 0 0,-9 3 0 0 0,-20 6 78 0 0,23-11-43 0 0,11-1-133 0 0,1 0-240 0 0,2 0 213 0 0,0 1 111 0 0,0-1 0 0 0,1 0 0 0 0,-1 0-1 0 0,0 0 1 0 0,1 0 0 0 0,-1 0 0 0 0,0 0-1 0 0,1 0 1 0 0,-1 0 0 0 0,0 0 0 0 0,1 0-1 0 0,-1 0 1 0 0,0 0 0 0 0,1 0 0 0 0,-1-1 0 0 0,1 1-1 0 0,-1 0 1 0 0,0-1 0 0 0,1 1 0 0 0,-1 0-1 0 0,1-1 1 0 0,-1 1 0 0 0,1 0 0 0 0,-1-1-1 0 0,1 1 1 0 0,-1-1 0 0 0,0 0 0 0 0,1 0-26 0 0,0 1 1 0 0,0 0-1 0 0,0-1 0 0 0,0 1 1 0 0,0-1-1 0 0,-1 1 1 0 0,1-1-1 0 0,0 1 0 0 0,0 0 1 0 0,0-1-1 0 0,-1 1 1 0 0,1-1-1 0 0,0 1 1 0 0,0 0-1 0 0,-1-1 0 0 0,1 1 1 0 0,0 0-1 0 0,-1-1 1 0 0,1 1-1 0 0,0 0 0 0 0,-1 0 1 0 0,1-1-1 0 0,0 1 1 0 0,-1 0-1 0 0,1 0 0 0 0,-1 0 1 0 0,1 0-1 0 0,0-1 1 0 0,-1 1-1 0 0,1 0 1 0 0,-1 0-1 0 0,0 0 0 0 0,1 0-48 0 0,-1 0-1 0 0,0 0 1 0 0,1 0-1 0 0,-1 0 1 0 0,1-1-1 0 0,-1 1 1 0 0,1 0-1 0 0,-1 0 1 0 0,1-1-1 0 0,-1 1 1 0 0,1 0-1 0 0,-1-1 0 0 0,1 1 1 0 0,-1 0-1 0 0,1-1 1 0 0,-1 1-1 0 0,1-1 1 0 0,0 1-1 0 0,-1 0 1 0 0,1-1-1 0 0,0 1 1 0 0,-1-1-1 0 0,1 1 1 0 0,0-1-1 0 0,0 0 0 0 0,0 1 1 0 0,-1-1-1 0 0,1 1 1 0 0,0-1-1 0 0,0 1 1 0 0,0-1-1 0 0,0 1 1 0 0,0-2-1 0 0,0-11-4398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7:18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4165 304 240 0 0,'1'-4'6063'0'0,"-5"-2"-4923"0"0,-56-16-579 0 0,49 16-371 0 0,-24-2 7 0 0,33 8-184 0 0,-83-15 147 0 0,83 13-161 0 0,-21 0 69 0 0,5 3-53 0 0,18 1-19 0 0,-4 0 86 0 0,0-2-63 0 0,0 0 1 0 0,0 1-1 0 0,0 0 1 0 0,0 0-1 0 0,0 0 1 0 0,0 1-1 0 0,0-1 1 0 0,0 1-1 0 0,1 0 1 0 0,-1 0-1 0 0,-5 4 1 0 0,-24 12 146 0 0,15-7-84 0 0,17-9-65 0 0,-1-1 0 0 0,1 0-1 0 0,-1 0 1 0 0,1 0 0 0 0,-1 0 0 0 0,1 0 0 0 0,-1 0-1 0 0,0-1 1 0 0,0 1 0 0 0,1 0 0 0 0,-1-1-1 0 0,0 1 1 0 0,0-1 0 0 0,-2 0 0 0 0,4 1 116 0 0,-10 6-56 0 0,2-5-61 0 0,7-2-14 0 0,1 0 0 0 0,0 0 0 0 0,0 0-1 0 0,-1 0 1 0 0,1 1 0 0 0,0-1-1 0 0,0 0 1 0 0,0 0 0 0 0,-1 0-1 0 0,1 0 1 0 0,0 0 0 0 0,0 1 0 0 0,0-1-1 0 0,0 0 1 0 0,-1 0 0 0 0,1 0-1 0 0,0 1 1 0 0,0-1 0 0 0,0 0-1 0 0,0 0 1 0 0,0 1 0 0 0,0-1-1 0 0,0 0 1 0 0,0 0 0 0 0,0 0 0 0 0,-1 1-1 0 0,1-1 1 0 0,0 0 0 0 0,0 0-1 0 0,0 1 1 0 0,0-1 0 0 0,1 0-1 0 0,-1 0 1 0 0,0 1 0 0 0,0-1 0 0 0,0 0 0 0 0,0 1 1 0 0,0-1 0 0 0,0 0 0 0 0,0 0-1 0 0,0 1 1 0 0,0-1 0 0 0,0 0 0 0 0,0 0-1 0 0,0 1 1 0 0,0-1 0 0 0,0 0 0 0 0,0 0-1 0 0,0 0 1 0 0,0 1 0 0 0,0-1 0 0 0,0 0-1 0 0,0 0 1 0 0,-1 1 0 0 0,1-1 0 0 0,0 0-1 0 0,0 0 1 0 0,0 0 0 0 0,0 1 0 0 0,0-1-1 0 0,-1 0 1 0 0,1 0 0 0 0,0 0 0 0 0,0 0-1 0 0,0 0 1 0 0,0 1 0 0 0,-1-1 0 0 0,1 0-1 0 0,0 0 1 0 0,0 0 0 0 0,-1 0 0 0 0,-3 1 22 0 0,3-1-23 0 0,0 0 0 0 0,1 1 0 0 0,-1-1 0 0 0,1 0 0 0 0,-1 0 0 0 0,0 0 0 0 0,1 0 0 0 0,-1 0 0 0 0,1 1 0 0 0,-1-1 0 0 0,1 0 0 0 0,-1 1-1 0 0,1-1 1 0 0,-1 0 0 0 0,1 1 0 0 0,-1-1 0 0 0,1 0 0 0 0,-1 1 0 0 0,1-1 0 0 0,0 1 0 0 0,-1-1 0 0 0,1 1 0 0 0,0-1 0 0 0,-1 1 0 0 0,1-1 0 0 0,0 1-1 0 0,0-1 1 0 0,-1 1 0 0 0,1 0 0 0 0,0-1 0 0 0,0 1 0 0 0,0-1 0 0 0,0 1 0 0 0,0 0 0 0 0,-2 4 3 0 0,0 0-1 0 0,0 0 1 0 0,0 0 0 0 0,0 0 0 0 0,-1-1-1 0 0,1 1 1 0 0,-1-1 0 0 0,0 1 0 0 0,-1-1 0 0 0,1 0-1 0 0,-1-1 1 0 0,0 1 0 0 0,-5 3 0 0 0,-12 18-2 0 0,20-22 4 0 0,-1-1 0 0 0,0 1 0 0 0,0 0 0 0 0,-1-1 0 0 0,1 1 0 0 0,0-1 0 0 0,-1 1 0 0 0,-3 2 0 0 0,-12 11-35 0 0,17-14 26 0 0,-1 0-1 0 0,1 0 1 0 0,-1-1-1 0 0,1 1 0 0 0,-1 0 1 0 0,0-1-1 0 0,0 0 1 0 0,0 1-1 0 0,0-1 0 0 0,0 0 1 0 0,0 0-1 0 0,0 0 1 0 0,-1 0-1 0 0,-1 1 1 0 0,-26 7 29 0 0,-34 18 1 0 0,40-16-20 0 0,-1-1 1 0 0,-43 11-1 0 0,12-7-6 0 0,37-9-6 0 0,-1 0 0 0 0,0-1 0 0 0,-24 1 0 0 0,-289 24 31 0 0,230-19 88 0 0,-159-5 0 0 0,165-6 122 0 0,-251-13 563 0 0,337 14-768 0 0,1-1-1 0 0,-1 0 0 0 0,1-1 1 0 0,-1 0-1 0 0,-12-4 0 0 0,-16-3 88 0 0,-49-5 42 0 0,39 7-35 0 0,-54-16 1 0 0,-163-43 193 0 0,252 62-321 0 0,1 2 0 0 0,0 0 1 0 0,-24-1-1 0 0,-1 0 17 0 0,-120-12 26 0 0,-233 6-1 0 0,282 9-44 0 0,49 4-18 0 0,1 2 0 0 0,-73 16 0 0 0,-13 2 71 0 0,133-23-6 0 0,0-1 0 0 0,1 0 1 0 0,-14-2-1 0 0,17 0-62 0 0,0 1 1 0 0,0 1 0 0 0,0-1 0 0 0,0 1-1 0 0,0 1 1 0 0,0 0 0 0 0,0 0-1 0 0,0 0 1 0 0,0 1 0 0 0,-11 4-1 0 0,-2 4-101 0 0,-38 24 0 0 0,51-28 111 0 0,0-1-1 0 0,1 1 0 0 0,-1 0 1 0 0,2 1-1 0 0,-1 0 1 0 0,1 0-1 0 0,-8 11 1 0 0,13-16 3 0 0,0 0-1 0 0,0 0 1 0 0,1 1 0 0 0,-1-1 0 0 0,1 0 0 0 0,0 0 0 0 0,-1 1 0 0 0,1-1 0 0 0,0 0 0 0 0,0 1 0 0 0,1-1 0 0 0,-1 0 0 0 0,0 1 0 0 0,1-1 0 0 0,-1 0 0 0 0,1 0 0 0 0,0 0 0 0 0,0 1 0 0 0,0-1-1 0 0,0 0 1 0 0,0 0 0 0 0,0 0 0 0 0,0 0 0 0 0,3 2 0 0 0,2 6-2 0 0,1 6 28 0 0,-5-13-16 0 0,-1 0 1 0 0,0 1-1 0 0,1-1 1 0 0,0 0-1 0 0,0 0 1 0 0,0 0 0 0 0,0-1-1 0 0,0 1 1 0 0,0 0-1 0 0,1-1 1 0 0,0 0-1 0 0,-1 1 1 0 0,1-1-1 0 0,0 0 1 0 0,0 0-1 0 0,0-1 1 0 0,4 3-1 0 0,7 2-65 0 0,-9-4 55 0 0,-1-1-1 0 0,1 1 0 0 0,-1 0 0 0 0,0 0 0 0 0,0 0 1 0 0,1 1-1 0 0,-2 0 0 0 0,1 0 0 0 0,0 0 0 0 0,0 0 1 0 0,-1 0-1 0 0,0 1 0 0 0,0-1 0 0 0,5 7 0 0 0,2 17 7 0 0,-9-21 7 0 0,1 0-1 0 0,1 0 0 0 0,-1 0 0 0 0,1-1 0 0 0,0 1 1 0 0,0-1-1 0 0,1 1 0 0 0,-1-1 0 0 0,1 0 0 0 0,6 5 1 0 0,38 38-35 0 0,-42-45 44 0 0,-6-3-22 0 0,1 0 0 0 0,0 0 0 0 0,-1 1 0 0 0,1-1 0 0 0,0 0 0 0 0,-1 1 0 0 0,1-1-1 0 0,0 1 1 0 0,-1-1 0 0 0,1 0 0 0 0,-1 1 0 0 0,1 0 0 0 0,-1-1 0 0 0,1 1 0 0 0,-1-1 0 0 0,1 1 0 0 0,-1-1 0 0 0,0 1 0 0 0,1 0-1 0 0,-1-1 1 0 0,0 1 0 0 0,1 0 0 0 0,-1-1 0 0 0,0 1 0 0 0,0 0 0 0 0,0 1 0 0 0,1-1 4 0 0,0 1 1 0 0,0-1 0 0 0,0 1-1 0 0,0-1 1 0 0,0 0-1 0 0,0 0 1 0 0,0 0-1 0 0,1 1 1 0 0,-1-1-1 0 0,0 0 1 0 0,1-1 0 0 0,-1 1-1 0 0,0 0 1 0 0,1 0-1 0 0,-1 0 1 0 0,1-1-1 0 0,1 1 1 0 0,14 9 61 0 0,-13-5-72 0 0,1 0 0 0 0,0-1 0 0 0,-1 1 0 0 0,1-1 0 0 0,1-1-1 0 0,-1 1 1 0 0,0-1 0 0 0,1 1 0 0 0,0-2 0 0 0,0 1 0 0 0,7 2 0 0 0,50 26 64 0 0,-33-20-186 0 0,-16-6 117 0 0,-8-3 17 0 0,-1 0-1 0 0,1-1 0 0 0,0 1 0 0 0,0-1 1 0 0,0 0-1 0 0,8 0 0 0 0,48 1 55 0 0,84-6 0 0 0,-25-1-5 0 0,-32 1 30 0 0,-68 2-70 0 0,0 0-1 0 0,0-2 1 0 0,-1 0-1 0 0,21-8 1 0 0,-10 4 6 0 0,40-7 1 0 0,50-9-17 0 0,35-9 160 0 0,-156 32-157 0 0,1 1 1 0 0,-1-1 0 0 0,1 0-1 0 0,-1 1 1 0 0,0-1-1 0 0,1 0 1 0 0,-1 0 0 0 0,0 1-1 0 0,1-1 1 0 0,-1 0 0 0 0,0 0-1 0 0,0 0 1 0 0,0 1 0 0 0,0-1-1 0 0,0 0 1 0 0,0 0-1 0 0,0 0 1 0 0,0 1 0 0 0,0-1-1 0 0,0 0 1 0 0,-1-1 0 0 0,2 2-4 0 0,-1-1 0 0 0,0 1 0 0 0,0 0 0 0 0,0-1 0 0 0,0 1 0 0 0,1 0 0 0 0,-1-1 0 0 0,0 1 0 0 0,0 0 0 0 0,1-1 0 0 0,-1 1 0 0 0,0 0 0 0 0,0-1 0 0 0,1 1 0 0 0,-1 0 0 0 0,0 0 0 0 0,1-1 0 0 0,-1 1 0 0 0,1 0 0 0 0,-1 0 0 0 0,0 0 0 0 0,1-1 0 0 0,-1 1 0 0 0,1 0 0 0 0,-1 0 0 0 0,0 0 0 0 0,1 0 0 0 0,-1 0 0 0 0,1 0 0 0 0,-1 0 0 0 0,0 0 0 0 0,2 0 0 0 0,-2 0 0 0 0,0 0 0 0 0,1 0 0 0 0,-1 0 0 0 0,1 0 0 0 0,-1 0 0 0 0,0 0 0 0 0,1 0 0 0 0,-1 0 0 0 0,1 0 0 0 0,-1 0 0 0 0,1 0 0 0 0,-1 0 0 0 0,0 0 0 0 0,1-1 0 0 0,-1 1 0 0 0,0 0 0 0 0,1 0 0 0 0,-1-1 0 0 0,0 1 0 0 0,1 0 0 0 0,-1 0 0 0 0,0-1 0 0 0,1 1 0 0 0,-1 0 0 0 0,0-1 0 0 0,0 1 0 0 0,1 0 0 0 0,-1-1 0 0 0,0 1 0 0 0,0 0 0 0 0,0-1 0 0 0,1 0 0 0 0,-1 1 0 0 0,0-1-1 0 0,0 1 1 0 0,0-1 0 0 0,0 1 0 0 0,0 0 0 0 0,1-1 0 0 0,-1 1 0 0 0,0 0 0 0 0,0-1 0 0 0,1 1-1 0 0,-1 0 1 0 0,0-1 0 0 0,0 1 0 0 0,1 0 0 0 0,-1-1 0 0 0,0 1 0 0 0,1 0 0 0 0,-1 0 0 0 0,0 0-1 0 0,1-1 1 0 0,-1 1 0 0 0,0 0 0 0 0,1 0 0 0 0,-1 0 0 0 0,1 0 0 0 0,-1 0 0 0 0,0-1 0 0 0,1 1-1 0 0,0 0 2 0 0,0 0 0 0 0,-1 0-1 0 0,1 0 1 0 0,0-1-1 0 0,-1 1 1 0 0,1 0-1 0 0,0 0 1 0 0,-1-1-1 0 0,1 1 1 0 0,-1-1-1 0 0,1 1 1 0 0,-1 0-1 0 0,1-1 1 0 0,-1 1-1 0 0,1-1 1 0 0,-1 1-1 0 0,1-1 1 0 0,-1 0-1 0 0,1 1 1 0 0,-1-1-1 0 0,0 1 1 0 0,1-1-1 0 0,-1 0 1 0 0,0 1-1 0 0,0-1 1 0 0,0 0-1 0 0,1 1 1 0 0,-1-1-1 0 0,0 0 1 0 0,0 1-1 0 0,0-2 1 0 0,0-16 66 0 0,0 15-54 0 0,0 4 40 0 0,0-3-53 0 0,0 1-40 0 0,0 0 39 0 0,-1-1-1 0 0,1 0 0 0 0,0 0 0 0 0,0 0 0 0 0,0 1 1 0 0,0-1-1 0 0,0 0 0 0 0,0 0 0 0 0,1 0 1 0 0,-1 1-1 0 0,1-1 0 0 0,-1 0 0 0 0,1 1 0 0 0,1-3 1 0 0,31-28 61 0 0,-20 19 4 0 0,1-1 1 0 0,29-20-1 0 0,-30 28 0 0 0,-13 5-62 0 0,1 1 0 0 0,0 0 1 0 0,0 0-1 0 0,-1-1 0 0 0,1 1 0 0 0,0-1 0 0 0,0 1 0 0 0,-1-1 0 0 0,1 1 0 0 0,-1-1 0 0 0,1 1 0 0 0,0-1 0 0 0,-1 1 0 0 0,1-1 0 0 0,-1 0 0 0 0,1 1 0 0 0,-1-1 0 0 0,0 0 0 0 0,1 1 0 0 0,-1-1 0 0 0,0 0 0 0 0,1 0 0 0 0,-1 1 0 0 0,0-1 0 0 0,0 0 0 0 0,0 0 0 0 0,1 1 0 0 0,-1-1 0 0 0,0 0 0 0 0,0 0 0 0 0,0 0 0 0 0,0 0 0 0 0,-1-1 1 0 0,1 2-3 0 0,1-1 1 0 0,-1 1 0 0 0,0-1-1 0 0,1 1 1 0 0,-1 0 0 0 0,0-1 0 0 0,1 1-1 0 0,-1-1 1 0 0,0 1 0 0 0,1-1-1 0 0,-1 1 1 0 0,1 0 0 0 0,-1-1 0 0 0,1 1-1 0 0,-1 0 1 0 0,1 0 0 0 0,-1-1 0 0 0,1 1-1 0 0,-1 0 1 0 0,1 0 0 0 0,-1 0-1 0 0,1 0 1 0 0,8-2-4 0 0,-9 2 3 0 0,0-1 0 0 0,1 1 0 0 0,-1 0 0 0 0,0 0 0 0 0,1-1 0 0 0,-1 1 1 0 0,0 0-1 0 0,0 0 0 0 0,1-1 0 0 0,-1 1 0 0 0,0 0 0 0 0,0-1 0 0 0,1 1 0 0 0,-1 0 0 0 0,0-1 0 0 0,0 1 1 0 0,0 0-1 0 0,0-1 0 0 0,0 1 0 0 0,0 0 0 0 0,0-1 0 0 0,1 1 0 0 0,-1-1 0 0 0,0 1 0 0 0,0 0 0 0 0,0-1 1 0 0,0 1-1 0 0,-1 0 0 0 0,1-1 0 0 0,0 1 0 0 0,0-1 0 0 0,0 1 0 0 0,0-1 0 0 0,0 1-1 0 0,0-1 0 0 0,-1 1 1 0 0,1-1-1 0 0,0 1 1 0 0,0 0-1 0 0,0-1 0 0 0,0 1 1 0 0,0-1-1 0 0,0 1 1 0 0,0-1-1 0 0,1 1 0 0 0,-1 0 1 0 0,0-1-1 0 0,0 1 1 0 0,0-1-1 0 0,0 1 0 0 0,0 0 1 0 0,1-1-1 0 0,-1 1 1 0 0,0 0-1 0 0,0-1 1 0 0,1 1-1 0 0,-1 0 0 0 0,0-1 1 0 0,0 1-1 0 0,1-1 1 0 0,36-22-54 0 0,-29 12 121 0 0,29-11-67 0 0,-37 22 0 0 0,0 0 0 0 0,1 0 0 0 0,-1 0 0 0 0,0-1 0 0 0,0 1 0 0 0,1 0 0 0 0,-1 0 0 0 0,0-1 0 0 0,0 1 0 0 0,0 0 0 0 0,1 0 0 0 0,-1-1 0 0 0,0 1 0 0 0,0 0 0 0 0,0-1 0 0 0,0 1 0 0 0,1 0 0 0 0,-1-1 0 0 0,0 1 0 0 0,0 0 0 0 0,0-1 0 0 0,0 1 0 0 0,0 0 0 0 0,0-1 0 0 0,0 1 0 0 0,0 0 0 0 0,0-1 0 0 0,0 1 0 0 0,0 0 0 0 0,0-1 0 0 0,0 1 0 0 0,0 0 0 0 0,-1-1 0 0 0,1 1 0 0 0,0-1 0 0 0,0 1 0 0 0,0 0 0 0 0,0 0 0 0 0,0-1 0 0 0,0 1 0 0 0,0 0 0 0 0,-1 0 0 0 0,1-1 0 0 0,0 1 0 0 0,0 0 0 0 0,0 0 0 0 0,0-1 0 0 0,0 1 0 0 0,0 0 0 0 0,0 0 0 0 0,1-1 0 0 0,-1 1 0 0 0,0 0 0 0 0,0 0 0 0 0,0-1 0 0 0,0 1 0 0 0,0 0 0 0 0,0 0 0 0 0,0-1 0 0 0,0 1 0 0 0,1 0 0 0 0,-1 0 0 0 0,0-1 0 0 0,0 1 0 0 0,0 0 0 0 0,1 0 0 0 0,-1 0 0 0 0,0 0 0 0 0,0-1 0 0 0,0 1 0 0 0,1 0 0 0 0,-1 0 0 0 0,0 0 0 0 0,0 0 0 0 0,1 0 0 0 0,83-53 147 0 0,-47 35-118 0 0,7-5 43 0 0,72-25 0 0 0,-92 41-77 0 0,-4-1-7 0 0,1 2-1 0 0,1 0 1 0 0,-1 1-1 0 0,1 1 1 0 0,26-1-1 0 0,51 2 100 0 0,193-32-1 0 0,-219 26-88 0 0,-1 3 0 0 0,1 3 0 0 0,0 3-1 0 0,0 4 1 0 0,118 21 0 0 0,-156-19 36 0 0,-13-2 1 0 0,-1 0-1 0 0,1-2 1 0 0,34-1 0 0 0,30 7-4 0 0,-21-1 5 0 0,-11-4-26 0 0,9 1 18 0 0,83-6 1 0 0,-116-1-50 0 0,-22 3-6 0 0,24 7 8 0 0,208 11 99 0 0,-226-16-79 0 0,2-1 2 0 0,-1 1-1 0 0,1 1 1 0 0,-1 1-1 0 0,24 8 1 0 0,-29-9 6 0 0,0 0 1 0 0,1-1-1 0 0,-1 0 1 0 0,1 0-1 0 0,-1-1 1 0 0,13 0-1 0 0,74 2 112 0 0,-57 0-68 0 0,-17-2-28 0 0,26 2 28 0 0,0 1 1 0 0,-1 2 0 0 0,56 15 0 0 0,-39-7 62 0 0,-37-9 75 0 0,25-4 230 0 0,-36-1-296 0 0,113 0 369 0 0,-117 2-415 0 0,-8 0-77 0 0,29-1 144 0 0,-12-6-120 0 0,-7 5 41 0 0,-11 0 13 0 0,-1-1-13 0 0,100-31 426 0 0,-62 23-332 0 0,-37 5-81 0 0,-4 3 160 0 0,0 0-214 0 0,0 0 0 0 0,0 1 0 0 0,0-1 1 0 0,0 0-1 0 0,0 1 0 0 0,0-1 0 0 0,0 0 0 0 0,0 0 1 0 0,0 1-1 0 0,1-1 0 0 0,-1 0 0 0 0,0 1 0 0 0,1-1 1 0 0,-1 0-1 0 0,0 1 0 0 0,1-1 0 0 0,-1 1 0 0 0,1-1 1 0 0,-1 1-1 0 0,1-1 0 0 0,-1 0 0 0 0,1 1 0 0 0,-1 0 1 0 0,1-1-1 0 0,0 1 0 0 0,-1-1 0 0 0,1 1 0 0 0,-1 0 1 0 0,2-1-1 0 0,-1 1-21 0 0,0 0 0 0 0,-1-1 1 0 0,1 1-1 0 0,-1 0 1 0 0,1 0-1 0 0,-1-1 0 0 0,1 1 1 0 0,-1 0-1 0 0,1-1 0 0 0,-1 1 1 0 0,1-1-1 0 0,-1 1 1 0 0,1-1-1 0 0,-1 1 0 0 0,0-1 1 0 0,1 1-1 0 0,-1-1 0 0 0,0 1 1 0 0,1-1-1 0 0,-1 1 0 0 0,0-1 1 0 0,0 1-1 0 0,0-1 1 0 0,1 0-1 0 0,-1 1 0 0 0,0-1 1 0 0,0 1-1 0 0,0-1 0 0 0,0-1 1 0 0,0 1 0 0 0,0 0 0 0 0,0 0 0 0 0,0 0 0 0 0,1 1 0 0 0,-1-1 0 0 0,0 0 0 0 0,1 0 0 0 0,-1 0 0 0 0,1 0 0 0 0,-1 0 1 0 0,1 0-1 0 0,-1 1 0 0 0,1-1 0 0 0,-1 0 0 0 0,1 0 0 0 0,0 1 0 0 0,-1-1 0 0 0,1 0 0 0 0,0 1 0 0 0,0-1 0 0 0,-1 1 0 0 0,2-2 0 0 0,4-2 28 0 0,39-43 140 0 0,-38 32-94 0 0,-2 13-62 0 0,-4 2-14 0 0,-1-1 1 0 0,1 1 0 0 0,0 0-1 0 0,-1 0 1 0 0,1-1-1 0 0,0 1 1 0 0,-1 0 0 0 0,1-1-1 0 0,0 1 1 0 0,-1-1-1 0 0,1 1 1 0 0,-1-1 0 0 0,1 1-1 0 0,0-1 1 0 0,-1 1-1 0 0,0-1 1 0 0,1 0-1 0 0,-1 1 1 0 0,1-1 0 0 0,-1 0-1 0 0,0 1 1 0 0,1-1-1 0 0,-1 0 1 0 0,0 1 0 0 0,0-1-1 0 0,1 0 1 0 0,-1-1-1 0 0,0 1 2 0 0,1 0 0 0 0,-1 0 1 0 0,1 0-1 0 0,-1 1 0 0 0,1-1 0 0 0,0 0 0 0 0,-1 0 0 0 0,1 0 0 0 0,0 0 0 0 0,-1 1 0 0 0,1-1 0 0 0,0 0 0 0 0,0 1 0 0 0,0-1 0 0 0,0 1 0 0 0,0-1 0 0 0,0 1 0 0 0,0-1 0 0 0,0 1 0 0 0,0 0 0 0 0,0-1 0 0 0,0 1 1 0 0,0 0-1 0 0,0 0 0 0 0,2 0 0 0 0,-2 0 10 0 0,0-1 0 0 0,0 1 0 0 0,0 0 0 0 0,0 0 0 0 0,0 0 0 0 0,0 0 1 0 0,0-1-1 0 0,0 1 0 0 0,0 0 0 0 0,0-1 0 0 0,-1 1 0 0 0,1-1 0 0 0,0 1 0 0 0,0-1 0 0 0,0 0 1 0 0,0 1-1 0 0,-1-1 0 0 0,1 0 0 0 0,0 1 0 0 0,-1-1 0 0 0,1 0 0 0 0,-1 0 0 0 0,1 1 1 0 0,0-3-1 0 0,-1 3-8 0 0,0-1 0 0 0,0 1 0 0 0,0 0 1 0 0,0-1-1 0 0,-1 1 0 0 0,1 0 0 0 0,0-1 0 0 0,0 1 1 0 0,-1 0-1 0 0,1 0 0 0 0,0-1 0 0 0,0 1 0 0 0,-1 0 1 0 0,1 0-1 0 0,0-1 0 0 0,-1 1 0 0 0,1 0 1 0 0,0 0-1 0 0,-1 0 0 0 0,1 0 0 0 0,0-1 0 0 0,-1 1 1 0 0,1 0-1 0 0,0 0 0 0 0,-1 0 0 0 0,1 0 0 0 0,0 0 1 0 0,-1 0-1 0 0,1 0 0 0 0,-1 0 0 0 0,0 0 1 0 0,1 0 0 0 0,-1 0-1 0 0,1 0 1 0 0,-1 0-1 0 0,1 0 1 0 0,-1 0-1 0 0,1 0 1 0 0,-1 0 0 0 0,1-1-1 0 0,-1 1 1 0 0,1 0-1 0 0,-1 0 1 0 0,1-1 0 0 0,0 1-1 0 0,-1 0 1 0 0,1 0-1 0 0,-1-1 1 0 0,1 1 0 0 0,-1 0-1 0 0,1-1 1 0 0,0 1-1 0 0,-1-1 1 0 0,1 1 0 0 0,0 0-1 0 0,0-1 1 0 0,-1 1-1 0 0,1-1 1 0 0,0 1 0 0 0,0-1-1 0 0,0 1 1 0 0,-1-1-1 0 0,1 1 1 0 0,0-2 0 0 0,0 1 4 0 0,-1 1 0 0 0,1-1 1 0 0,-1 0-1 0 0,1 0 1 0 0,-1 0-1 0 0,1 1 1 0 0,-1-1-1 0 0,1 0 1 0 0,-1 0-1 0 0,0 1 1 0 0,1-1-1 0 0,-1 1 1 0 0,0-1-1 0 0,0 1 0 0 0,0-1 1 0 0,1 1-1 0 0,-1-1 1 0 0,0 1-1 0 0,0-1 1 0 0,-2 1-1 0 0,1-2 38 0 0,-12-7 93 0 0,1 0 0 0 0,-18-9 1 0 0,-4-2-18 0 0,28 15-111 0 0,0 2 1 0 0,0-1-1 0 0,-1 1 0 0 0,-8-3 0 0 0,9 4-16 0 0,-1-1 0 0 0,1 0 0 0 0,0-1-1 0 0,-8-4 1 0 0,-26-14 34 0 0,0 3 0 0 0,-1 1 0 0 0,-69-18 0 0 0,84 27-10 0 0,-59-15-79 0 0,42 13 116 0 0,-48-20 0 0 0,64 19-59 0 0,-1 1-1 0 0,0 1 1 0 0,0 1 0 0 0,0 2-1 0 0,-1 1 1 0 0,0 2 0 0 0,-55-2-1 0 0,-44 1 66 0 0,82 4-139 0 0,26 0 25 0 0,1 0 0 0 0,-25 4 0 0 0,-40 0-47 0 0,15-2 94 0 0,-2 0 36 0 0,-142-17-1 0 0,-26-1-252 0 0,-71 21-344 0 0,304-4 527 0 0,0 0 1 0 0,-1 0-1 0 0,1 1 0 0 0,-1-1 0 0 0,1 2 0 0 0,0-1 0 0 0,-10 4 0 0 0,-3 1-15 0 0,-21 7-172 0 0,28-7 139 0 0,0-1 0 0 0,-28 8 0 0 0,37-12 109 0 0,2 4-174 0 0,-13 5 101 0 0,0-1-1 0 0,-16 9 0 0 0,-8 4 107 0 0,35-18-33 0 0,4-3 40 0 0,-19 0 13 0 0,16 0-88 0 0,0 0 0 0 0,0 1-1 0 0,0-1 1 0 0,0 1 0 0 0,1-1 0 0 0,-1 1 0 0 0,0 0 0 0 0,-2 3 0 0 0,-11 5 1 0 0,-77 28 87 0 0,19-12-94 0 0,53-17-11 0 0,0-1-1 0 0,-26 7 1 0 0,10-4-19 0 0,36-10 44 0 0,0-1 2 0 0,1 1 0 0 0,-1-1-1 0 0,0 1 1 0 0,0-1 0 0 0,0 0-1 0 0,1 1 1 0 0,-1-1 0 0 0,0 0-1 0 0,0 0 1 0 0,0 0 0 0 0,0 0-1 0 0,1 0 1 0 0,-1 0 0 0 0,0 0-1 0 0,0 0 1 0 0,0 0 0 0 0,0 0-1 0 0,1 0 1 0 0,-1 0 0 0 0,0 0-1 0 0,0-1 1 0 0,0 1 0 0 0,-1-1-1 0 0,2 0-67 0 0,-4 1 12 0 0,-33 0 28 0 0,34 0-28 0 0,-1 0 108 0 0,-14 0 12 0 0,3 0-66 0 0,12 0-66 0 0,-1 0-14 0 0,-11 0-1 0 0,11 0-12 0 0,5 0-43 0 0,-1 0 133 0 0,0 0 0 0 0,0 0 1 0 0,0 1-1 0 0,0-1 0 0 0,0 0 0 0 0,0 0 0 0 0,0 0 1 0 0,0 0-1 0 0,0 0 0 0 0,0 0 0 0 0,0 1 0 0 0,1-1 1 0 0,-1 0-1 0 0,0 0 0 0 0,0 0 0 0 0,0 0 0 0 0,0 1 1 0 0,0-1-1 0 0,0 0 0 0 0,0 0 0 0 0,0 0 0 0 0,0 0 1 0 0,0 1-1 0 0,-1-1 0 0 0,1 0 0 0 0,0 0 0 0 0,0 0 1 0 0,0 0-1 0 0,0 0 0 0 0,0 1 0 0 0,0-1 0 0 0,0 0 1 0 0,0 0-1 0 0,0 0 0 0 0,0 0 0 0 0,-1 0 0 0 0,1 0 1 0 0,0 0-1 0 0,0 1 0 0 0,0-1 0 0 0,0 0 0 0 0,0 0 1 0 0,0 0-1 0 0,-1 0 0 0 0,1 0 0 0 0,0 0 0 0 0,0 0 1 0 0,0 0-1 0 0,0 0 0 0 0,-1 0 0 0 0,1 0 0 0 0,0 0 1 0 0,0 0-1 0 0,0 0 0 0 0,0 0 0 0 0,0 0 0 0 0,-1 0 1 0 0,1 0-1 0 0,0 0 0 0 0,0 0 0 0 0,-60 39-397 0 0,56-35-23 0 0,-1 0 0 0 0,0-1 0 0 0,0 0 0 0 0,0 0 0 0 0,0 0 0 0 0,-10 3 0 0 0,12-6 242 0 0,1 1 1 0 0,-1-1 0 0 0,0 0-1 0 0,1 0 1 0 0,-1 0 0 0 0,0 0-1 0 0,0 0 1 0 0,1-1 0 0 0,-1 1-1 0 0,0-1 1 0 0,-3-1 0 0 0,-6-1-671 0 0,-33-10-3177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8:09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78 1921 0 0,'0'0'1587'0'0,"-3"1"-426"0"0,-12 0 432 0 0,33-3-91 0 0,-18 2-1473 0 0,0 0 1 0 0,0-1-1 0 0,0 1 1 0 0,0 0-1 0 0,0 0 1 0 0,0 0 0 0 0,0-1-1 0 0,0 1 1 0 0,0 0-1 0 0,0 0 1 0 0,-1-1-1 0 0,1 1 1 0 0,0 0 0 0 0,0 0-1 0 0,0 0 1 0 0,0-1-1 0 0,1 1 1 0 0,-1 0 0 0 0,0 0-1 0 0,0-1 1 0 0,0 1-1 0 0,0 0 1 0 0,0 0-1 0 0,0 0 1 0 0,0-1 0 0 0,0 1-1 0 0,0 0 1 0 0,1 0-1 0 0,-1 0 1 0 0,0-1 0 0 0,0 1-1 0 0,0 0 1 0 0,0 0-1 0 0,0 0 1 0 0,1 0-1 0 0,-1-1 1 0 0,0 1 0 0 0,0 0-1 0 0,0 0 1 0 0,1 0-1 0 0,-1 0 1 0 0,0 0-1 0 0,0 0 1 0 0,1 0 0 0 0,-1 0-1 0 0,263 4 465 0 0,60 17-183 0 0,-143-6-302 0 0,-116-10 98 0 0,116 24-1 0 0,-152-24-38 0 0,48 2 0 0 0,-25-4-30 0 0,-36-1-22 0 0,0-1 0 0 0,24 7 1 0 0,-10-3 39 0 0,55-3-28 0 0,-79-3-44 0 0,31 3-8 0 0,70 21 157 0 0,-39-14-52 0 0,4 0-68 0 0,-5-4 0 0 0,-35-5 34 0 0,-13 1-26 0 0,0 0 0 0 0,1-2 0 0 0,-1 0 0 0 0,0-1-1 0 0,0-1 1 0 0,-1 0 0 0 0,22-8 0 0 0,12-5-9 0 0,-10 5 2 0 0,129-33 213 0 0,-143 32-227 0 0,-21 9 0 0 0,-1 0 0 0 0,1 0 0 0 0,1 1 0 0 0,9-3 0 0 0,47-10 13 0 0,-59 13 54 0 0,-4 1 93 0 0,9 0-136 0 0,26-2-48 0 0,10 3 24 0 0,-23 0 0 0 0,0 3 14 0 0,0-2 39 0 0,0-2-40 0 0,10 0-13 0 0,25-6 0 0 0,-17 6 0 0 0,5-2 54 0 0,-1 2-94 0 0,-36 2 58 0 0,29 2 30 0 0,52 3 32 0 0,-41-2-80 0 0,-28-1-3 0 0,156 12-74 0 0,-167-13 78 0 0,26 1-15 0 0,-16-3-39 0 0,12 0 39 0 0,-29 0 12 0 0,31-4 58 0 0,65-2-29 0 0,74-11 39 0 0,-150 17-119 0 0,19 4 39 0 0,4 1 14 0 0,26 0 4 0 0,1-4 0 0 0,0-3 0 0 0,94-15 0 0 0,26 0 74 0 0,-143 14-51 0 0,-15 1-17 0 0,0 1 1 0 0,0 1-1 0 0,0 2 1 0 0,65 13 0 0 0,-43-6 12 0 0,-1-2 0 0 0,1-3 1 0 0,106-5-1 0 0,30-4 95 0 0,-139 5-103 0 0,-31 1-15 0 0,0 2-10 0 0,-20-1-16 0 0,0 1-4 0 0,6-3 13 0 0,2 5 20 0 0,-11-3-3 0 0,1-2 0 0 0,20 3 0 0 0,18 8 98 0 0,-32-9-62 0 0,42 12-23 0 0,-25-12 5 0 0,80 11 58 0 0,-100-10-90 0 0,1-2-39 0 0,16 1 88 0 0,-18 1-17 0 0,43 6 9 0 0,-30-4 26 0 0,-12-1-53 0 0,-3-3-40 0 0,0-2 80 0 0,4-2-26 0 0,14 6-28 0 0,-9-1-4 0 0,0-1-1 0 0,-1-1 0 0 0,1 1 1 0 0,0-1-1 0 0,0-1 1 0 0,-1 0-1 0 0,11-2 1 0 0,13-1 19 0 0,31 0 66 0 0,-60 5-120 0 0,-3 2 26 0 0,-3-3-26 0 0,-5 0 47 0 0,6 1-3 0 0,2-1 9 0 0,1 0 1 0 0,0 0 0 0 0,-1 1-1 0 0,1-1 1 0 0,0 0-1 0 0,-1 1 1 0 0,1-1-1 0 0,0 0 1 0 0,-1 1-1 0 0,1-1 1 0 0,-1 1 0 0 0,1-1-1 0 0,-1 0 1 0 0,1 1-1 0 0,-1 0 1 0 0,1-1-1 0 0,-1 1 1 0 0,1-1-1 0 0,-1 1 1 0 0,0 0-1 0 0,1-1 1 0 0,-1 1 0 0 0,0 0-1 0 0,1-1 1 0 0,-1 1-1 0 0,0 1 1 0 0,1-1 2 0 0,0 1 0 0 0,0-1 0 0 0,0 0 0 0 0,0 0 1 0 0,0 1-1 0 0,0-1 0 0 0,0 0 0 0 0,0 0 0 0 0,0 0 1 0 0,1 0-1 0 0,-1 0 0 0 0,0 0 0 0 0,1-1 0 0 0,-1 1 0 0 0,1 0 1 0 0,-1-1-1 0 0,1 1 0 0 0,-1-1 0 0 0,1 0 0 0 0,-1 1 0 0 0,1-1 1 0 0,2 0-1 0 0,44 8-15 0 0,-43-7 17 0 0,27 3 4 0 0,-1-2-1 0 0,1-1 0 0 0,53-5 0 0 0,86-23 107 0 0,-37 4-36 0 0,-108 19-79 0 0,-4 2-47 0 0,-21 6-16 0 0,-1-4 62 0 0,0 0 0 0 0,0 1 0 0 0,0-1 0 0 0,0 0 0 0 0,0 0 0 0 0,0 0 0 0 0,0 1 1 0 0,0-1-1 0 0,0 0 0 0 0,0 0 0 0 0,0 0 0 0 0,0 1 0 0 0,0-1 0 0 0,0 0 0 0 0,0 0 0 0 0,0 0 0 0 0,0 0 0 0 0,0 1 0 0 0,0-1 0 0 0,0 0 0 0 0,0 0 0 0 0,0 0 1 0 0,0 1-1 0 0,0-1 0 0 0,0 0 0 0 0,1 0 0 0 0,-1 0 0 0 0,0 0 0 0 0,0 1 0 0 0,0-1 0 0 0,0 0 0 0 0,0 0 0 0 0,1 0 0 0 0,-1 0 0 0 0,0 0 0 0 0,0 0 0 0 0,0 0 0 0 0,1 1 1 0 0,65 27 173 0 0,-47-23-120 0 0,3-1-26 0 0,-3-3 13 0 0,-16 2-67 0 0,-3-2 81 0 0,0-2 12 0 0,-3 0-34 0 0,32 3-277 0 0,15-3 266 0 0,0-1 0 0 0,43-9 1 0 0,-48 5-6 0 0,365-71 172 0 0,-123 19-96 0 0,-206 44-90 0 0,4-2 7 0 0,2 3-1 0 0,98-3 0 0 0,-154 19-119 0 0,24 8 62 0 0,-32-8 113 0 0,2 1-45 0 0,-14 2 44 0 0,35 13-49 0 0,-9-2-16 0 0,5-2 17 0 0,-29-5 52 0 0,-1-8-68 0 0,-4-2 2 0 0,0 1 0 0 0,1-1 0 0 0,-1 1 0 0 0,0 0-1 0 0,1 0 1 0 0,-1 0 0 0 0,0 0 0 0 0,0 0 0 0 0,0 0 0 0 0,0 1 0 0 0,0-1 0 0 0,0 1 0 0 0,0-1-1 0 0,0 1 1 0 0,1 2 0 0 0,-3-4 0 0 0,0 1 1 0 0,0-1-1 0 0,1 1 0 0 0,-1-1 0 0 0,0 0 0 0 0,0 1 0 0 0,0-1 1 0 0,0 0-1 0 0,1 1 0 0 0,-1-1 0 0 0,0 0 0 0 0,0 0 0 0 0,1 1 1 0 0,-1-1-1 0 0,0 0 0 0 0,1 0 0 0 0,-1 1 0 0 0,0-1 0 0 0,1 0 1 0 0,-1 0-1 0 0,0 0 0 0 0,1 0 0 0 0,-1 1 0 0 0,0-1 0 0 0,1 0 1 0 0,-1 0-1 0 0,1 0 0 0 0,-1 0 0 0 0,0 0 0 0 0,1 0 1 0 0,-1 0-1 0 0,0 0 0 0 0,1 0 0 0 0,-1 0 0 0 0,1 0 0 0 0,-1 0 1 0 0,0 0-1 0 0,1-1 0 0 0,0 1-1 0 0,-1 0 1 0 0,0 0 0 0 0,0 0-1 0 0,1 0 1 0 0,-1 0-1 0 0,0 0 1 0 0,1 0-1 0 0,-1 0 1 0 0,0 0 0 0 0,1 0-1 0 0,-1 0 1 0 0,0 0-1 0 0,1 0 1 0 0,-1 0-1 0 0,0 0 1 0 0,1 0 0 0 0,-1 0-1 0 0,0 0 1 0 0,0 0-1 0 0,1 0 1 0 0,-1 1-1 0 0,0-1 1 0 0,1 0 0 0 0,-1 0-1 0 0,0 0 1 0 0,0 1-1 0 0,1-1 1 0 0,-1 0-1 0 0,0 0 1 0 0,0 0-1 0 0,0 1 1 0 0,1-1 0 0 0,-1 0-1 0 0,0 1 1 0 0,0-1-1 0 0,0 0 1 0 0,4 5-1 0 0,55 19 0 0 0,-56-22 22 0 0,13 5 49 0 0,-13-6-31 0 0,-6-2-120 0 0,-42-11-1841 0 0,-14-4-2454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8:17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24 682 640 0 0,'-2'-22'4200'0'0,"-8"14"-2555"0"0,3 4-1767 0 0,7 3 142 0 0,-1 0 0 0 0,0 0 1 0 0,1-1-1 0 0,-1 1 0 0 0,1 0 1 0 0,-1 0-1 0 0,1 0 0 0 0,0-1 0 0 0,0 1 1 0 0,0 0-1 0 0,-1-1 0 0 0,1 1 1 0 0,0 0-1 0 0,0-1 0 0 0,1 1 0 0 0,-1 0 1 0 0,0 0-1 0 0,0-1 0 0 0,1 1 0 0 0,-1 0 1 0 0,1 0-1 0 0,-1-1 0 0 0,1 1 1 0 0,0-1-1 0 0,3-1-22 0 0,-3 3 6 0 0,0-1 0 0 0,0 1 0 0 0,0 0 0 0 0,0-1 0 0 0,-1 1 0 0 0,1-1-1 0 0,0 1 1 0 0,0-1 0 0 0,-1 0 0 0 0,1 1 0 0 0,0-1 0 0 0,-1 0 0 0 0,1 1-1 0 0,-1-1 1 0 0,1 0 0 0 0,-1 0 0 0 0,1 0 0 0 0,-1 1 0 0 0,0-1 0 0 0,1 0-1 0 0,-1 0 1 0 0,0 0 0 0 0,0 0 0 0 0,1 0 0 0 0,-1 0 0 0 0,0 0 0 0 0,0-1 0 0 0,0 0 2 0 0,1 0 1 0 0,-1 0 0 0 0,1 0-1 0 0,0 0 1 0 0,-1 0 0 0 0,1 0-1 0 0,0 0 1 0 0,0 0 0 0 0,1 1-1 0 0,-1-1 1 0 0,0 0 0 0 0,0 1-1 0 0,1-1 1 0 0,-1 1 0 0 0,3-2 0 0 0,29-23 54 0 0,-21 17-16 0 0,-10 3-33 0 0,3-3 3 0 0,9-5 58 0 0,-12 12-54 0 0,0-1-1 0 0,0 1 1 0 0,0-1-1 0 0,1 1 1 0 0,-1 0-1 0 0,1 0 1 0 0,-1 0-1 0 0,6-3 1 0 0,3-1 24 0 0,19-6 47 0 0,11-3 4 0 0,-34 6-14 0 0,-5 8-60 0 0,-2 1-13 0 0,1 0 0 0 0,0 0 0 0 0,0 0 0 0 0,0 0 0 0 0,0 0 0 0 0,0 0 0 0 0,0-1 0 0 0,0 1 0 0 0,-1 0 0 0 0,1-1 0 0 0,0 1 0 0 0,0-1 0 0 0,0 1 0 0 0,-1-1 0 0 0,1 1 0 0 0,0-1 0 0 0,0 0 0 0 0,-1 1 0 0 0,2-2 0 0 0,23-16 233 0 0,-22 17-217 0 0,-2 1-16 0 0,0 0-1 0 0,0 0 1 0 0,0 0-1 0 0,-1-1 1 0 0,1 1-1 0 0,0 0 1 0 0,0-1-1 0 0,0 1 1 0 0,0 0-1 0 0,0-1 1 0 0,-1 1-1 0 0,1-1 1 0 0,0 0-1 0 0,0 1 1 0 0,-1-1-1 0 0,1 0 0 0 0,-1 1 1 0 0,2-2-1 0 0,-2 1-5 0 0,0 1-1 0 0,0-1 1 0 0,0 1-1 0 0,0 0 1 0 0,0-1-1 0 0,1 1 1 0 0,-1-1-1 0 0,0 1 0 0 0,0 0 1 0 0,0-1-1 0 0,1 1 1 0 0,-1-1-1 0 0,0 1 1 0 0,0 0-1 0 0,1-1 0 0 0,-1 1 1 0 0,0 0-1 0 0,1 0 1 0 0,-1-1-1 0 0,0 1 1 0 0,1 0-1 0 0,-1 0 1 0 0,0-1-1 0 0,1 1 0 0 0,-1 0 1 0 0,1 0-1 0 0,-1 0 1 0 0,0 0-1 0 0,1-1 1 0 0,-1 1-1 0 0,1 0 0 0 0,0 0 1 0 0,-1 0 1 0 0,1 0 1 0 0,0 0-1 0 0,-1 0 0 0 0,1 0 1 0 0,-1-1-1 0 0,1 1 0 0 0,-1 0 0 0 0,1 0 1 0 0,-1 0-1 0 0,1-1 0 0 0,-1 1 1 0 0,1 0-1 0 0,-1-1 0 0 0,1 1 1 0 0,-1-1-1 0 0,1 1 0 0 0,-1 0 1 0 0,0-1-1 0 0,1 1 0 0 0,-1-1 1 0 0,0 1-1 0 0,1-1 0 0 0,-1 1 1 0 0,0-1-1 0 0,0 1 0 0 0,1-1 1 0 0,-1 0-1 0 0,0 1 0 0 0,0-1 1 0 0,0 1-1 0 0,0-1 0 0 0,0 1 1 0 0,0-2-1 0 0,0 2-2 0 0,1-1 0 0 0,-1 1 0 0 0,0-1 0 0 0,1 1 0 0 0,-1 0 0 0 0,0-1-1 0 0,1 1 1 0 0,-1 0 0 0 0,0 0 0 0 0,1-1 0 0 0,-1 1 0 0 0,1 0 0 0 0,-1 0 0 0 0,0-1 0 0 0,1 1 0 0 0,-1 0 0 0 0,1 0 0 0 0,-1 0 0 0 0,1 0 0 0 0,-1 0 0 0 0,1 0 0 0 0,-1 0 0 0 0,0 0 0 0 0,1 0 0 0 0,0 0 0 0 0,14-5 14 0 0,3-7-27 0 0,-9 5-7 0 0,0 1 0 0 0,1 1 0 0 0,0 0 0 0 0,0 0 0 0 0,0 1 0 0 0,0 0 0 0 0,11-2 0 0 0,5-5 20 0 0,0 2 0 0 0,-20 9 0 0 0,-1 0 0 0 0,62-27 93 0 0,-15 3 67 0 0,-51 23-154 0 0,4-2 15 0 0,0 0 1 0 0,-1 0-1 0 0,1 1 0 0 0,0 0 0 0 0,10-4 1 0 0,-9 4-1 0 0,0 0 1 0 0,0-1 0 0 0,0 1 0 0 0,-1-1-1 0 0,1-1 1 0 0,-1 1 0 0 0,0-1 0 0 0,9-9-1 0 0,-6 7 37 0 0,29-17 35 0 0,-30 16-81 0 0,0 1-1 0 0,0-1 1 0 0,1 1-1 0 0,0 1 0 0 0,0-1 1 0 0,15-6-1 0 0,5-4 56 0 0,-22 13-83 0 0,1 1 0 0 0,-1-1 0 0 0,1 2 0 0 0,11-3 0 0 0,1 3 16 0 0,3 0 13 0 0,89-17 68 0 0,-44 12-15 0 0,-45 3-39 0 0,36-11 0 0 0,-13 3-1 0 0,-38 3 41 0 0,2 7-69 0 0,-7-1 27 0 0,-13-1 125 0 0,8 0-70 0 0,3 2 134 0 0,3 1-254 0 0,16 0 13 0 0,14-1-40 0 0,-8 2 20 0 0,-16 0 28 0 0,-6-1 20 0 0,74 12 125 0 0,-43-5-173 0 0,-25-6 28 0 0,0 1-1 0 0,0 1 1 0 0,0 0 0 0 0,-1 0-1 0 0,1 0 1 0 0,-1 1 0 0 0,0 1 0 0 0,12 8-1 0 0,-12-8 29 0 0,0-1 0 0 0,0 1 0 0 0,0-2 0 0 0,1 1 1 0 0,0-1-1 0 0,-1 0 0 0 0,13 2 0 0 0,26 9 12 0 0,-39-5 45 0 0,32 6-66 0 0,19 13 0 0 0,-39-20-22 0 0,0 1 0 0 0,29 20 0 0 0,3-4 8 0 0,14 3 14 0 0,-38-15-17 0 0,-22-11 9 0 0,0 0-1 0 0,-1 0 1 0 0,1 1 0 0 0,-1 0 0 0 0,6 4 0 0 0,33 21-6 0 0,-7-8-52 0 0,-25-6 103 0 0,-9-11-1 0 0,-1 1 0 0 0,1-1 1 0 0,0 0-1 0 0,0 0 0 0 0,0-1 1 0 0,0 1-1 0 0,0-1 0 0 0,1 1 1 0 0,6 3-1 0 0,-1-2-6 0 0,-1 1 0 0 0,1 1 0 0 0,-1 0 1 0 0,13 11-1 0 0,9 6-34 0 0,-27-17 4 0 0,1 3 0 0 0,0-8 0 0 0,-3-1 0 0 0,0 1 0 0 0,-1-1 0 0 0,1 0 0 0 0,0 0 0 0 0,0 1 0 0 0,-1-1 0 0 0,1 1 0 0 0,0-1 0 0 0,-1 0 0 0 0,1 1 0 0 0,0-1 0 0 0,-1 1 0 0 0,1-1 0 0 0,-1 1 0 0 0,1 0 0 0 0,-1-1 0 0 0,1 1 0 0 0,-1 0 0 0 0,1-1 0 0 0,-1 1 0 0 0,0 0 0 0 0,1-1 0 0 0,-1 1 0 0 0,0 0 0 0 0,0 0 0 0 0,0 0 0 0 0,1 0 0 0 0,-1 1-1 0 0,0-1 0 0 0,1 0 0 0 0,-1 1 0 0 0,0-1 0 0 0,1 1 0 0 0,-1-1 0 0 0,1 0 0 0 0,0 0 0 0 0,0 1 0 0 0,-1-1 0 0 0,1 0 0 0 0,0 0 0 0 0,0 0 0 0 0,0 0 0 0 0,0 0 0 0 0,0 0 0 0 0,0 0 0 0 0,0 0 0 0 0,1 0 0 0 0,-1 0 1 0 0,2 0-1 0 0,-2 0-2 0 0,1 0 0 0 0,-1 0 1 0 0,0 0-1 0 0,1-1 0 0 0,-1 1 0 0 0,0 0 1 0 0,0 1-1 0 0,0-1 0 0 0,0 0 1 0 0,0 0-1 0 0,0 0 0 0 0,0 1 1 0 0,0-1-1 0 0,0 0 0 0 0,-1 1 1 0 0,1-1-1 0 0,0 1 0 0 0,-1-1 1 0 0,1 1-1 0 0,-1-1 0 0 0,1 4 1 0 0,-1-5 2 0 0,0 1 0 0 0,0-1 0 0 0,0 1 0 0 0,0-1 0 0 0,0 1 0 0 0,0-1 0 0 0,1 1 0 0 0,-1-1 0 0 0,0 1 0 0 0,0-1 0 0 0,1 1 0 0 0,-1-1 0 0 0,0 0 0 0 0,1 1 0 0 0,-1-1 0 0 0,0 1 0 0 0,1-1 0 0 0,-1 0 0 0 0,0 1 0 0 0,1-1 0 0 0,-1 0 0 0 0,1 0 0 0 0,-1 1 0 0 0,1-1 0 0 0,-1 0 0 0 0,1 0 0 0 0,-1 0 0 0 0,1 1 0 0 0,-1-1 0 0 0,1 0 0 0 0,0 0 2 0 0,0 0 0 0 0,-1 0 1 0 0,1 0-1 0 0,-1 1 0 0 0,1-1 0 0 0,-1 0 0 0 0,1 0 0 0 0,-1 0 0 0 0,1 1 0 0 0,-1-1 1 0 0,1 0-1 0 0,-1 1 0 0 0,1-1 0 0 0,-1 1 0 0 0,0-1 0 0 0,1 0 0 0 0,-1 1 1 0 0,1-1-1 0 0,-1 1 0 0 0,0-1 0 0 0,0 1 0 0 0,1-1 0 0 0,-1 1 0 0 0,0-1 0 0 0,0 1 1 0 0,0-1-1 0 0,1 1 0 0 0,-1-1 0 0 0,0 1 0 0 0,0 1 0 0 0,0-2-1 0 0,0 1 0 0 0,0-1 0 0 0,0 1-1 0 0,1-1 1 0 0,-1 1 0 0 0,0-1 0 0 0,0 1 0 0 0,0-1 0 0 0,1 1-1 0 0,-1-1 1 0 0,0 1 0 0 0,1-1 0 0 0,-1 1 0 0 0,0-1-1 0 0,1 0 1 0 0,-1 1 0 0 0,1-1 0 0 0,-1 0 0 0 0,0 1-1 0 0,1-1 1 0 0,-1 0 0 0 0,1 1 0 0 0,-1-1 0 0 0,1 0 0 0 0,-1 0-1 0 0,2 1 1 0 0,-2-1 2 0 0,1 0 0 0 0,0 0 0 0 0,-1 1 0 0 0,1-1 0 0 0,0 0 0 0 0,-1 1 0 0 0,1-1 0 0 0,0 1 0 0 0,-1-1 0 0 0,1 1 0 0 0,-1-1 1 0 0,1 1-1 0 0,-1-1 0 0 0,1 1 0 0 0,-1-1 0 0 0,1 1 0 0 0,-1 0 0 0 0,0-1 0 0 0,1 1 0 0 0,-1 0 0 0 0,0-1 0 0 0,0 1 0 0 0,1 0 0 0 0,-1 0 0 0 0,0-1 0 0 0,0 1 0 0 0,0 1 0 0 0,0-1 0 0 0,0 0 1 0 0,0 0-1 0 0,0 0 0 0 0,0 0 0 0 0,1 0 1 0 0,-1 0-1 0 0,0-1 0 0 0,0 1 0 0 0,1 0 1 0 0,-1 0-1 0 0,0 0 0 0 0,1 0 1 0 0,-1 0-1 0 0,1-1 0 0 0,-1 1 0 0 0,1 0 1 0 0,0 0-1 0 0,-1-1 0 0 0,1 1 0 0 0,0 0 1 0 0,-1-1-1 0 0,3 2 0 0 0,-2-2 0 0 0,-1 1 0 0 0,1 0 0 0 0,0 0 0 0 0,0-1 0 0 0,0 1 0 0 0,-1 0 0 0 0,1 0 0 0 0,0 0 0 0 0,-1 0 0 0 0,1 0 0 0 0,0 0 0 0 0,-1 0 0 0 0,1 0 0 0 0,-1 0 0 0 0,0 0 0 0 0,1 0 0 0 0,-1 0 0 0 0,0 0 0 0 0,0 0 0 0 0,0 0 0 0 0,0 1 0 0 0,1-1 0 0 0,-2 1 0 0 0,1-2 0 0 0,0 1 1 0 0,0-1-1 0 0,0 1 1 0 0,0-1-1 0 0,1 1 1 0 0,-1-1 0 0 0,0 1-1 0 0,0-1 1 0 0,0 0-1 0 0,0 1 1 0 0,0-1-1 0 0,1 1 1 0 0,-1-1-1 0 0,0 0 1 0 0,0 1-1 0 0,1-1 1 0 0,-1 1 0 0 0,0-1-1 0 0,1 0 1 0 0,-1 1-1 0 0,0-1 1 0 0,1 0-1 0 0,-1 0 1 0 0,0 1-1 0 0,1-1 1 0 0,-1 0-1 0 0,1 0 1 0 0,-1 0 0 0 0,0 1-1 0 0,1-1 1 0 0,-1 0-1 0 0,1 0 1 0 0,-1 0-1 0 0,1 0 1 0 0,0 0-3 0 0,-1 0 0 0 0,1 1 0 0 0,0-1 0 0 0,-1 0 0 0 0,1 0 0 0 0,-1 0 0 0 0,1 1 0 0 0,0-1 0 0 0,-1 0 0 0 0,1 1 0 0 0,-1-1 0 0 0,1 1 0 0 0,-1-1 0 0 0,1 0 0 0 0,-1 1 0 0 0,0-1 0 0 0,1 1 0 0 0,-1-1 0 0 0,1 1 0 0 0,-1-1 0 0 0,0 1 0 0 0,1 0 0 0 0,-1-1 0 0 0,0 1 0 0 0,0-1 1 0 0,0 1-1 0 0,1 0 0 0 0,-1-1 0 0 0,0 1 0 0 0,0-1 0 0 0,0 1 0 0 0,0 0 0 0 0,0-1 0 0 0,0 2 0 0 0,0-1 0 0 0,0-1-1 0 0,0 1 1 0 0,0-1 0 0 0,0 1 0 0 0,0-1 0 0 0,0 1-1 0 0,0 0 1 0 0,0-1 0 0 0,1 1 0 0 0,-1-1 0 0 0,0 1-1 0 0,0-1 1 0 0,1 1 0 0 0,-1-1 0 0 0,0 0 0 0 0,1 1 0 0 0,-1-1-1 0 0,0 1 1 0 0,1-1 0 0 0,-1 0 0 0 0,1 1 0 0 0,-1-1-1 0 0,1 0 1 0 0,-1 1 0 0 0,1-1 0 0 0,-1 0 0 0 0,1 0-1 0 0,-1 1 1 0 0,1-1 0 0 0,-1 0 0 0 0,1 0 0 0 0,0 0 0 0 0,0 0-1 0 0,-1 1 1 0 0,1-1 0 0 0,-1 0 0 0 0,1 0 0 0 0,-1 1 0 0 0,1-1 0 0 0,-1 0-1 0 0,1 0 1 0 0,-1 1 0 0 0,1-1 0 0 0,-1 1 0 0 0,1-1 0 0 0,-1 0 0 0 0,1 1-1 0 0,-1-1 1 0 0,0 1 0 0 0,1-1 0 0 0,-1 1 0 0 0,0-1 0 0 0,1 1 0 0 0,-1-1-1 0 0,0 1 1 0 0,0-1 0 0 0,0 1 0 0 0,1 0 0 0 0,-1-1 0 0 0,0 1 0 0 0,0-1-1 0 0,0 1 1 0 0,0 1 0 0 0,1-1-150 0 0,-1 1 1 0 0,1 0-1 0 0,0-1 1 0 0,0 1-1 0 0,0-1 0 0 0,0 1 1 0 0,1-1-1 0 0,-1 0 0 0 0,0 1 1 0 0,1-1-1 0 0,-1 0 0 0 0,0 0 1 0 0,3 2-1 0 0,-22-6-2465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8:20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70 880 0 0,'0'-1'68'0'0,"1"1"-1"0"0,-1 0 1 0 0,0-1-1 0 0,0 1 1 0 0,0 0-1 0 0,0-1 0 0 0,1 1 1 0 0,-1 0-1 0 0,0-1 1 0 0,0 1-1 0 0,1 0 1 0 0,-1-1-1 0 0,0 1 0 0 0,0 0 1 0 0,1 0-1 0 0,-1-1 1 0 0,0 1-1 0 0,1 0 1 0 0,-1 0-1 0 0,0 0 0 0 0,1 0 1 0 0,-1-1-1 0 0,1 1 1 0 0,-1 0-1 0 0,0 0 1 0 0,1 0-1 0 0,-1 0 0 0 0,0 0 1 0 0,1 0-1 0 0,-1 0 1 0 0,1 0-1 0 0,-1 0 1 0 0,1 0-1 0 0,-1 0-26 0 0,1 0 0 0 0,-1 0 0 0 0,1 0-1 0 0,-1 0 1 0 0,0 0 0 0 0,1 0 0 0 0,-1 0 0 0 0,1 0 0 0 0,-1 0-1 0 0,1 0 1 0 0,-1 0 0 0 0,0 0 0 0 0,1 0 0 0 0,-1 0-1 0 0,1-1 1 0 0,-1 1 0 0 0,0 0 0 0 0,1 0 0 0 0,-1 0 0 0 0,0-1-1 0 0,1 1 1 0 0,-1 0 0 0 0,0-1 0 0 0,0 1 0 0 0,1 0 0 0 0,-1-1-1 0 0,0 1 1 0 0,0 0 0 0 0,1-1 0 0 0,-1 1 0 0 0,0 0 0 0 0,0-1-1 0 0,0 1 1 0 0,1-1 0 0 0,-1 0 7 0 0,1 0-1 0 0,-1 1 1 0 0,1-1-1 0 0,-1 1 1 0 0,1-1 0 0 0,0 1-1 0 0,0-1 1 0 0,-1 1-1 0 0,1-1 1 0 0,0 1-1 0 0,0-1 1 0 0,-1 1 0 0 0,1 0-1 0 0,0-1 1 0 0,0 1-1 0 0,0 0 1 0 0,0 0 0 0 0,-1 0-1 0 0,1 0 1 0 0,0 0-1 0 0,2 0 1 0 0,-3 0 26 0 0,4-4 321 0 0,-1 1 37 0 0,18 6-422 0 0,-42 0 73 0 0,17 1 104 0 0,1 1-67 0 0,-56 18 453 0 0,55-23-493 0 0,4-1-77 0 0,0 0-1 0 0,0-1 0 0 0,0 1 1 0 0,0 0-1 0 0,0 0 0 0 0,0 0 1 0 0,0 0-1 0 0,0 0 0 0 0,1 0 0 0 0,-1 0 1 0 0,0 0-1 0 0,1 0 0 0 0,-1 0 1 0 0,0 0-1 0 0,1 0 0 0 0,-1 0 0 0 0,1 0 1 0 0,0 0-1 0 0,-1 1 0 0 0,1-1 1 0 0,0 0-1 0 0,0 0 0 0 0,-1 1 0 0 0,1-1 1 0 0,0 0-1 0 0,1 0 0 0 0,-1 1-1 0 0,-1-1 0 0 0,1 1-1 0 0,0-1 1 0 0,0 1 0 0 0,-1-1-1 0 0,1 0 1 0 0,-1 1 0 0 0,1-1-1 0 0,0 1 1 0 0,-1-1 0 0 0,0 0-1 0 0,1 0 1 0 0,-1 1 0 0 0,1-1-1 0 0,-1 0 1 0 0,0 0 0 0 0,1 0-1 0 0,-1 1 1 0 0,0-1 0 0 0,0 0-1 0 0,0 0 1 0 0,0 0 0 0 0,1 0-1 0 0,-1 0 1 0 0,0 1 0 0 0,-1-2 0 0 0,2 1-2 0 0,-1 1 0 0 0,0-1 0 0 0,0 1 1 0 0,1 0-1 0 0,-1-1 0 0 0,0 1 0 0 0,0 0 1 0 0,1-1-1 0 0,-1 1 0 0 0,0 0 0 0 0,1-1 1 0 0,-1 1-1 0 0,1 0 0 0 0,-1 0 1 0 0,0-1-1 0 0,1 1 0 0 0,-1 0 0 0 0,1 0 1 0 0,-1 0-1 0 0,1 0 0 0 0,-1 0 0 0 0,1-1 1 0 0,-1 1-1 0 0,1 0 0 0 0,-1 0 1 0 0,0 0-1 0 0,1 0 0 0 0,-1 0 0 0 0,1 0 1 0 0,-1 1-1 0 0,1-1 0 0 0,-1 0 1 0 0,1 0-1 0 0,-1 0 0 0 0,0-1 1 0 0,0 1-1 0 0,0 0 0 0 0,1 0 1 0 0,-1 0-1 0 0,0 0 0 0 0,0 0 1 0 0,0 0-1 0 0,1 0 0 0 0,-1 0 1 0 0,0 0-1 0 0,0 0 0 0 0,0 0 1 0 0,1 0-1 0 0,-1 0 1 0 0,0 0-1 0 0,0 0 0 0 0,0 0 1 0 0,1 0-1 0 0,-1 1 0 0 0,0-1 1 0 0,0 0-1 0 0,0 0 0 0 0,0 0 1 0 0,1 0-1 0 0,-1 0 0 0 0,0 0 1 0 0,0 1-1 0 0,0-1 0 0 0,0 0 1 0 0,1 0-1 0 0,-1 0 1 0 0,0 0-1 0 0,0 1 0 0 0,0-1 1 0 0,0 0-1 0 0,0 0 0 0 0,0 0 1 0 0,0 0-1 0 0,0 1 0 0 0,0-1 1 0 0,0 0-1 0 0,0 0 0 0 0,0 0 1 0 0,0 1-1 0 0,0-1 0 0 0,0 0 1 0 0,0 0-1 0 0,0 0 1 0 0,0 1-1 0 0,0-1 0 0 0,0 0 1 0 0,0 0-1 0 0,0 0 0 0 0,0 1 1 0 0,0-1-1 0 0,0 0 0 0 0,0 0 1 0 0,0 0-1 0 0,0 1 0 0 0,-1-1 1 0 0,1 0-1 0 0,0 0 0 0 0,0 0 1 0 0,-13 20 7 0 0,0 2 39 0 0,-43 35-19 0 0,56-54-11 0 0,-3 2-1 0 0,-20-3 87 0 0,23-2-98 0 0,-1 0 0 0 0,0 0-1 0 0,0 0 1 0 0,0 0 0 0 0,0 0 0 0 0,1 0-1 0 0,-1 0 1 0 0,0 0 0 0 0,0 0-1 0 0,0-1 1 0 0,1 1 0 0 0,-1 0 0 0 0,0-1-1 0 0,0 1 1 0 0,1-1 0 0 0,-1 1 0 0 0,0-1-1 0 0,0 1 1 0 0,1-1 0 0 0,-1 1-1 0 0,1-1 1 0 0,-1 0 0 0 0,1 1 0 0 0,-1-1-1 0 0,1 0 1 0 0,-1 1 0 0 0,1-1-1 0 0,-1 0 1 0 0,1 0 0 0 0,-1 0 0 0 0,0-28 182 0 0,1 17-168 0 0,0 11-16 0 0,0 1-1 0 0,0-1 0 0 0,0 1 0 0 0,0-1 1 0 0,0 1-1 0 0,0-1 0 0 0,0 1 0 0 0,1-1 1 0 0,-1 1-1 0 0,0-1 0 0 0,0 0 0 0 0,0 1 1 0 0,1-1-1 0 0,-1 1 0 0 0,0 0 0 0 0,0-1 1 0 0,1 1-1 0 0,-1-1 0 0 0,1 1 0 0 0,-1-1 1 0 0,0 1-1 0 0,1 0 0 0 0,-1-1 0 0 0,1 1 1 0 0,-1 0-1 0 0,1-1 0 0 0,-1 1 0 0 0,1 0 1 0 0,-1 0-1 0 0,1-1 0 0 0,-1 1 0 0 0,1 0 0 0 0,-1 0 1 0 0,1 0-1 0 0,0 0 0 0 0,0 0-1 0 0,-1-1 1 0 0,1 1 0 0 0,-1 0-1 0 0,1 0 1 0 0,-1 0 0 0 0,1 0-1 0 0,-1-1 1 0 0,1 1 0 0 0,-1 0-1 0 0,0-1 1 0 0,1 1 0 0 0,-1 0-1 0 0,1-1 1 0 0,-1 1 0 0 0,0 0-1 0 0,1-1 1 0 0,-1 1 0 0 0,0-1-1 0 0,1 1 1 0 0,-1-1-1 0 0,0 1 1 0 0,0-1 0 0 0,1 1-1 0 0,-1-1 1 0 0,0 1 0 0 0,0-1-1 0 0,0 1 1 0 0,0-1 0 0 0,0 1-1 0 0,1-1 1 0 0,-1 1 0 0 0,0-1-1 0 0,-1 0 1 0 0,5-4-41 0 0,11 6 13 0 0,-13 0 24 0 0,-1 0-1 0 0,1 0 1 0 0,0 0-1 0 0,-1 1 1 0 0,1-1 0 0 0,-1 0-1 0 0,1 1 1 0 0,-1-1-1 0 0,0 1 1 0 0,1-1-1 0 0,-1 1 1 0 0,0-1-1 0 0,0 1 1 0 0,0 0-1 0 0,0 0 1 0 0,-1 0-1 0 0,1-1 1 0 0,0 1-1 0 0,-1 0 1 0 0,1 0-1 0 0,-1 2 1 0 0,2 48-38 0 0,-3-31 12 0 0,1-20 27 0 0,-1 0 0 0 0,1-1 0 0 0,0 1 0 0 0,0 0 1 0 0,-1-1-1 0 0,1 1 0 0 0,-1 0 0 0 0,1-1 0 0 0,-1 1 0 0 0,1-1 1 0 0,-1 1-1 0 0,1-1 0 0 0,-1 1 0 0 0,1-1 0 0 0,-1 1 1 0 0,1-1-1 0 0,-1 1 0 0 0,0-1 0 0 0,1 0 0 0 0,-1 1 0 0 0,0-1 1 0 0,1 0-1 0 0,-1 0 0 0 0,0 0 0 0 0,0 1 0 0 0,1-1 0 0 0,-1 0 1 0 0,0 0-1 0 0,0 0 0 0 0,1 0 0 0 0,-1 0 0 0 0,0 0 1 0 0,0 0-1 0 0,0-1 0 0 0,-38-3-19 0 0,29 3 26 0 0,-1 0-6 0 0,0-1 0 0 0,1 0 1 0 0,-13-5-1 0 0,20 6 7 0 0,-1 0 0 0 0,1-1 0 0 0,-1 0-1 0 0,1 0 1 0 0,0 0 0 0 0,0 0 0 0 0,-1 0 0 0 0,1-1 0 0 0,1 1 0 0 0,-1-1 0 0 0,0 0 0 0 0,1 0 0 0 0,-3-4 0 0 0,-8-7 18 0 0,12 13-21 0 0,0 0 0 0 0,0 0 0 0 0,0 0 0 0 0,0 0 0 0 0,0 0 0 0 0,0 0 1 0 0,1 0-1 0 0,-1 0 0 0 0,0-1 0 0 0,0 1 0 0 0,1 0 0 0 0,-1-1 0 0 0,1 1 0 0 0,-1 0 0 0 0,1-1 0 0 0,0 1 1 0 0,-1-2-1 0 0,1 2-3 0 0,0 1 0 0 0,0-1 0 0 0,0 1 0 0 0,1-1 0 0 0,-1 1 0 0 0,0-1 0 0 0,0 0 0 0 0,0 1 0 0 0,0-1 0 0 0,1 1 0 0 0,-1-1 0 0 0,0 1 0 0 0,0-1 0 0 0,1 1 0 0 0,-1-1 0 0 0,0 1 0 0 0,1-1 0 0 0,-1 1 0 0 0,1-1 0 0 0,-1 1 0 0 0,1 0 0 0 0,-1-1 0 0 0,0 1 0 0 0,1 0 0 0 0,-1-1 0 0 0,1 1 0 0 0,0 0 0 0 0,-1 0 0 0 0,1 0 0 0 0,-1-1 0 0 0,1 1 0 0 0,-1 0 0 0 0,2 0 0 0 0,-2 0 0 0 0,1 0 0 0 0,-1 0 0 0 0,1 0 0 0 0,-1 0 0 0 0,0-1 0 0 0,1 1 0 0 0,-1 0 0 0 0,1 0 0 0 0,-1 0 0 0 0,0 0 0 0 0,1-1 0 0 0,-1 1 0 0 0,0 0 0 0 0,1 0 0 0 0,-1-1 0 0 0,1 1 0 0 0,-1 0 0 0 0,0-1 0 0 0,0 1 0 0 0,1 0 0 0 0,-1-1 0 0 0,0 1 0 0 0,0 0 0 0 0,1-1 0 0 0,-1 1 0 0 0,0-1 0 0 0,0 1 0 0 0,0 0 0 0 0,0-1 0 0 0,0 1 0 0 0,0-1 0 0 0,1 0 0 0 0,-1 1 0 0 0,0 0 0 0 0,1-1 0 0 0,-1 1 0 0 0,0-1 0 0 0,1 1 0 0 0,-1 0 0 0 0,0-1 0 0 0,1 1 0 0 0,-1 0 0 0 0,1 0 0 0 0,-1-1 0 0 0,1 1 0 0 0,-1 0 0 0 0,1 0 0 0 0,-1 0 0 0 0,1-1 0 0 0,-1 1 0 0 0,1 0 0 0 0,-1 0 0 0 0,1 0 0 0 0,-1 0 0 0 0,1 0 0 0 0,-1 0 0 0 0,1 0 0 0 0,-1 0 0 0 0,1 0 0 0 0,0 1 0 0 0,4-2 0 0 0,-1 0-4 0 0,1 0 0 0 0,-1 0 1 0 0,0 1-1 0 0,1-1 0 0 0,-1 1 1 0 0,0 0-1 0 0,1 0 0 0 0,-1 1 1 0 0,0-1-1 0 0,8 3 0 0 0,-5-1-22 0 0,-3-1 24 0 0,0 0 1 0 0,0 0-1 0 0,0 0 0 0 0,0 1 0 0 0,0 0 1 0 0,0 0-1 0 0,-1 0 0 0 0,6 4 0 0 0,-8-6 3 0 0,0 1-1 0 0,0-1 1 0 0,-1 1-1 0 0,1 0 0 0 0,0 0 1 0 0,0-1-1 0 0,-1 1 1 0 0,1 0-1 0 0,-1 0 0 0 0,1 0 1 0 0,-1 0-1 0 0,1 0 1 0 0,-1 0-1 0 0,1 0 0 0 0,-1 0 1 0 0,0 0-1 0 0,1 0 1 0 0,-1 0-1 0 0,0 0 0 0 0,0 0 1 0 0,0 0-1 0 0,0 0 1 0 0,0 0-1 0 0,0 0 0 0 0,0 0 1 0 0,0 0-1 0 0,0 0 1 0 0,0 0-1 0 0,-1 0 0 0 0,1 0 1 0 0,0 0-1 0 0,-1 0 1 0 0,1 0-1 0 0,-1 0 0 0 0,1 0 1 0 0,-1-1-1 0 0,0 1 1 0 0,0 1-1 0 0,-5 4 7 0 0,1-1 0 0 0,-1 1 0 0 0,0-1 0 0 0,0-1 1 0 0,-1 1-1 0 0,0-1 0 0 0,1-1 0 0 0,-1 1 0 0 0,0-1 0 0 0,-1 0 0 0 0,1 0 0 0 0,-1-1 0 0 0,1 0 0 0 0,-9 1 1 0 0,6-2 14 0 0,1 1 0 0 0,-1-2 0 0 0,1 1 1 0 0,-1-1-1 0 0,0 0 0 0 0,1-1 0 0 0,-1 0 1 0 0,1-1-1 0 0,-1 0 0 0 0,1 0 0 0 0,-10-5 1 0 0,19 7-23 0 0,0 0 0 0 0,-1 0 0 0 0,1 0 1 0 0,0-1-1 0 0,-1 1 0 0 0,1 0 0 0 0,0 0 1 0 0,0-1-1 0 0,-1 1 0 0 0,1 0 0 0 0,0 0 1 0 0,0-1-1 0 0,0 1 0 0 0,0 0 0 0 0,-1-1 1 0 0,1 1-1 0 0,0 0 0 0 0,0-1 1 0 0,0 1-1 0 0,0 0 0 0 0,0-1 0 0 0,0 1 1 0 0,0 0-1 0 0,0-1 0 0 0,0 1 0 0 0,0 0 1 0 0,0-1-1 0 0,0 1 0 0 0,0 0 0 0 0,0-1 1 0 0,0 1-1 0 0,0 0 0 0 0,0-1 0 0 0,0 1 1 0 0,0 0-1 0 0,1 0 0 0 0,-1-1 1 0 0,0 1-1 0 0,0 0 0 0 0,0-1 0 0 0,1 1 1 0 0,-1 0-1 0 0,0 0 0 0 0,0-1 0 0 0,1 1 1 0 0,-1 0-1 0 0,0 0 0 0 0,0 0 0 0 0,1-1 1 0 0,-1 1-1 0 0,0 0 0 0 0,1 0 0 0 0,-1 0 1 0 0,1 0-1 0 0,12-9-1 0 0,-2-1 1 0 0,-10 8-1 0 0,0 1 0 0 0,0 0 0 0 0,0-1-1 0 0,1 1 1 0 0,-1 0 0 0 0,1 0 0 0 0,-1 0 0 0 0,1 0 0 0 0,-1 1 0 0 0,1-1 0 0 0,2-1 0 0 0,38-14-109 0 0,0 1 1 0 0,1 2-1 0 0,1 3 1 0 0,65-9 0 0 0,-100 18 57 0 0,0 1 0 0 0,-1 0 0 0 0,1 0 0 0 0,-1 1 0 0 0,17 3 1 0 0,-24-4 43 0 0,0 0 1 0 0,0 0-1 0 0,0 0 0 0 0,0 1 1 0 0,-1-1-1 0 0,1 0 1 0 0,0 1-1 0 0,0-1 1 0 0,-1 0-1 0 0,1 1 1 0 0,0-1-1 0 0,-1 1 1 0 0,1-1-1 0 0,0 1 0 0 0,-1 0 1 0 0,1-1-1 0 0,-1 1 1 0 0,1 0-1 0 0,-1-1 1 0 0,1 1-1 0 0,-1 0 1 0 0,1-1-1 0 0,-1 1 1 0 0,0 0-1 0 0,1 0 0 0 0,-1 1 1 0 0,0-1-3 0 0,-1 1 0 0 0,0 0 0 0 0,1 0 0 0 0,-1 0 0 0 0,0-1 0 0 0,0 1 0 0 0,0 0 0 0 0,0-1 0 0 0,0 1 0 0 0,0-1 1 0 0,0 1-1 0 0,-1-1 0 0 0,1 0 0 0 0,0 1 0 0 0,-1-1 0 0 0,1 0 0 0 0,-4 2 0 0 0,-7 6 29 0 0,-1-1-1 0 0,0 0 1 0 0,-1 0-1 0 0,0-2 1 0 0,0 0 0 0 0,-1 0-1 0 0,-22 5 1 0 0,28-9 27 0 0,1 0 0 0 0,-1 0 0 0 0,0-1 0 0 0,0 0 0 0 0,0-1 1 0 0,0 0-1 0 0,0 0 0 0 0,0-1 0 0 0,0 0 0 0 0,0-1 0 0 0,0 0 0 0 0,0 0 0 0 0,1-1 0 0 0,-17-8 0 0 0,24 11-44 0 0,0 0-1 0 0,0-1 1 0 0,0 1-1 0 0,0-1 0 0 0,0 1 1 0 0,0-1-1 0 0,0 0 0 0 0,0 1 1 0 0,0-1-1 0 0,0 0 1 0 0,0 0-1 0 0,0 0 0 0 0,1 0 1 0 0,-1 0-1 0 0,0 1 1 0 0,1-1-1 0 0,-1 0 0 0 0,1-1 1 0 0,-1 1-1 0 0,1 0 1 0 0,-1 0-1 0 0,1-2 0 0 0,0 1 5 0 0,1 0-1 0 0,-1 1 0 0 0,1-1 0 0 0,-1 0 0 0 0,1 1 0 0 0,0-1 0 0 0,0 1 0 0 0,0-1 0 0 0,0 1 0 0 0,0-1 1 0 0,2-1-1 0 0,1-1-5 0 0,7-12-2 0 0,-10 13 7 0 0,1 1-1 0 0,-1 0 0 0 0,1-1 0 0 0,0 1 1 0 0,0 0-1 0 0,0 0 0 0 0,0 0 0 0 0,0 0 1 0 0,0 0-1 0 0,1 1 0 0 0,-1-1 0 0 0,0 1 1 0 0,1 0-1 0 0,0-1 0 0 0,2 0 0 0 0,18-8-20 0 0,1 1 0 0 0,0 1 0 0 0,0 1 0 0 0,33-5 0 0 0,-53 12-3 0 0,-1 0-1 0 0,0 0 0 0 0,1 0 0 0 0,-1 1 0 0 0,1-1 0 0 0,-1 1 1 0 0,6 2-1 0 0,-8-3 17 0 0,0 0 0 0 0,-1 0 0 0 0,1 1 1 0 0,0-1-1 0 0,-1 0 0 0 0,1 1 0 0 0,0-1 0 0 0,-1 0 0 0 0,1 1 1 0 0,-1-1-1 0 0,1 1 0 0 0,-1-1 0 0 0,1 1 0 0 0,-1-1 1 0 0,1 1-1 0 0,-1 0 0 0 0,1-1 0 0 0,-1 1 0 0 0,0-1 1 0 0,1 1-1 0 0,-1 0 0 0 0,0-1 0 0 0,0 1 0 0 0,0 0 1 0 0,1-1-1 0 0,-1 1 0 0 0,0 0 0 0 0,0 0 0 0 0,0-1 0 0 0,0 1 1 0 0,0 0-1 0 0,0-1 0 0 0,0 1 0 0 0,0 0 0 0 0,0-1 1 0 0,-1 1-1 0 0,1 0 0 0 0,0-1 0 0 0,0 1 0 0 0,-1 0 1 0 0,1-1-1 0 0,0 1 0 0 0,-1 0 0 0 0,1-1 0 0 0,-1 1 1 0 0,1-1-1 0 0,-1 2 0 0 0,-2 1 6 0 0,0 0 0 0 0,0 0 1 0 0,-1 0-1 0 0,1 0 0 0 0,-1 0 1 0 0,1-1-1 0 0,-1 1 0 0 0,0-1 1 0 0,0 0-1 0 0,0-1 0 0 0,-5 3 0 0 0,-51 12 118 0 0,47-14-49 0 0,-1-1 1 0 0,0-1-1 0 0,1 0 0 0 0,-1 0 0 0 0,0-2 1 0 0,1 0-1 0 0,-19-5 0 0 0,12 3 57 0 0,16 3-49 0 0,5 0-79 0 0,-1 1 0 0 0,0-1 0 0 0,0 1-1 0 0,1-1 1 0 0,-1 1 0 0 0,0-1 0 0 0,1 1 0 0 0,-1-1 0 0 0,1 1 0 0 0,-1 0 0 0 0,1-1-1 0 0,-1 1 1 0 0,1 0 0 0 0,-1-1 0 0 0,1 1 0 0 0,-1 0 0 0 0,1-1 0 0 0,-1 1 0 0 0,1 0-1 0 0,-1 0 1 0 0,1 0 0 0 0,-1 0 0 0 0,1-1 0 0 0,0 1 0 0 0,0 0 0 0 0,21-3-20 0 0,-16 2 15 0 0,24-3-109 0 0,1 0-1 0 0,0 2 1 0 0,54 4-1 0 0,-84-2 111 0 0,0-1-1 0 0,0 1 0 0 0,0 0 0 0 0,0 0 0 0 0,0 0 0 0 0,0 0 0 0 0,0 1 0 0 0,0-1 0 0 0,-1 0 0 0 0,1 0 0 0 0,0 1 1 0 0,0-1-1 0 0,0 0 0 0 0,0 1 0 0 0,0-1 0 0 0,-1 1 0 0 0,1-1 0 0 0,0 1 0 0 0,0-1 0 0 0,-1 1 0 0 0,1-1 0 0 0,0 1 1 0 0,0 1-1 0 0,-1-1 3 0 0,0-1 1 0 0,-1 1 0 0 0,1 0-1 0 0,0 0 1 0 0,-1 0-1 0 0,1-1 1 0 0,-1 1 0 0 0,1 0-1 0 0,-1-1 1 0 0,0 1 0 0 0,1-1-1 0 0,-1 1 1 0 0,0 0 0 0 0,1-1-1 0 0,-1 1 1 0 0,0-1 0 0 0,1 0-1 0 0,-1 1 1 0 0,-1 0-1 0 0,-6 3 35 0 0,-1-1 0 0 0,1 0-1 0 0,-1 0 1 0 0,-14 3-1 0 0,5-3 58 0 0,1 0 0 0 0,-1-2 1 0 0,0 0-1 0 0,0-1 0 0 0,-19-3 0 0 0,37 3-91 0 0,0 0 1 0 0,1 0-1 0 0,-1 0 0 0 0,0 0 1 0 0,0-1-1 0 0,0 1 0 0 0,0 0 0 0 0,0 0 1 0 0,1 0-1 0 0,-1 0 0 0 0,0 0 1 0 0,0 0-1 0 0,0 0 0 0 0,0 0 1 0 0,0-1-1 0 0,0 1 0 0 0,1 0 0 0 0,-1 0 1 0 0,0 0-1 0 0,0 0 0 0 0,0 0 1 0 0,0-1-1 0 0,0 1 0 0 0,0 0 1 0 0,0 0-1 0 0,0 0 0 0 0,0 0 0 0 0,0-1 1 0 0,0 1-1 0 0,0 0 0 0 0,0 0 1 0 0,0 0-1 0 0,0 0 0 0 0,0-1 0 0 0,0 1 1 0 0,0 0-1 0 0,0 0 0 0 0,0 0 1 0 0,0 0-1 0 0,0-1 0 0 0,0 1 1 0 0,0 0-1 0 0,0 0 0 0 0,0 0 0 0 0,0 0 1 0 0,-1 0-1 0 0,1-1 0 0 0,0 1 1 0 0,0 0-1 0 0,0 0 0 0 0,0 0 1 0 0,0 0-1 0 0,0 0 0 0 0,-1 0 0 0 0,1 0 1 0 0,0-1-1 0 0,0 1 0 0 0,0 0 1 0 0,0 0-1 0 0,-1 0 0 0 0,1 0 1 0 0,0 0-1 0 0,0 0 0 0 0,-1 0 0 0 0,2 0-6 0 0,28-5-167 0 0,53-2-1 0 0,-70 6 124 0 0,-1 1 0 0 0,0 1 0 0 0,0 0 0 0 0,0 1 0 0 0,0 0 0 0 0,0 0 0 0 0,15 6 0 0 0,-26-8 51 0 0,0 0-1 0 0,1 1 0 0 0,-1-1 0 0 0,0 0 1 0 0,0 0-1 0 0,1 0 0 0 0,-1 0 0 0 0,0 0 1 0 0,0 0-1 0 0,1 1 0 0 0,-1-1 0 0 0,0 0 1 0 0,0 0-1 0 0,0 0 0 0 0,1 0 0 0 0,-1 1 1 0 0,0-1-1 0 0,0 0 0 0 0,0 0 0 0 0,0 1 1 0 0,0-1-1 0 0,1 0 0 0 0,-1 0 0 0 0,0 1 1 0 0,0-1-1 0 0,0 0 0 0 0,0 0 0 0 0,0 1 1 0 0,0-1-1 0 0,0 0 0 0 0,0 1 0 0 0,0-1 1 0 0,0 0-1 0 0,0 0 0 0 0,0 1 0 0 0,0-1 1 0 0,0 0-1 0 0,0 0 0 0 0,0 1 0 0 0,0-1 1 0 0,0 0-1 0 0,-1 0 0 0 0,1 1 0 0 0,0-1 1 0 0,0 0-1 0 0,0 0 0 0 0,0 1 0 0 0,-1-1 1 0 0,1 0-1 0 0,0 0 0 0 0,0 0 0 0 0,0 1 1 0 0,-1-1-1 0 0,1 0 0 0 0,0 0 0 0 0,0 0 1 0 0,-1 0-1 0 0,1 0 0 0 0,0 0 0 0 0,0 1 1 0 0,-1-1-1 0 0,1 0 0 0 0,0 0 0 0 0,0 0 1 0 0,-1 0-1 0 0,1 0 0 0 0,-1 0 0 0 0,-16 7 90 0 0,-14-1 140 0 0,-1-1 0 0 0,0-2 0 0 0,-46 0 1 0 0,72-3-186 0 0,0 0 1 0 0,0 0 0 0 0,0 0 0 0 0,0-1 0 0 0,1 1 0 0 0,-1-2 0 0 0,0 1 0 0 0,-10-4 0 0 0,12-3 34 0 0,5 6-79 0 0,0 0 0 0 0,0 0 0 0 0,0 0 0 0 0,0 0 0 0 0,0 0 0 0 0,1 0-1 0 0,-1 0 1 0 0,1 1 0 0 0,-1-1 0 0 0,1 0 0 0 0,0 1 0 0 0,-1-1 0 0 0,4-1 0 0 0,10-13 13 0 0,-12 13-10 0 0,0 0 0 0 0,0 0 0 0 0,0 0 1 0 0,0 0-1 0 0,1 0 0 0 0,-1 1 0 0 0,1-1 1 0 0,-1 1-1 0 0,1 0 0 0 0,0 0 0 0 0,0 0 1 0 0,0 0-1 0 0,0 1 0 0 0,5-1 0 0 0,7-4-1 0 0,-13 5-23 0 0,1 1 0 0 0,0 0 0 0 0,-1-1 0 0 0,1 2-1 0 0,-1-1 1 0 0,1 0 0 0 0,0 1 0 0 0,-1-1-1 0 0,1 1 1 0 0,-1 0 0 0 0,1 0 0 0 0,-1 0-1 0 0,1 1 1 0 0,3 1 0 0 0,-5-2 11 0 0,-1-1 0 0 0,1 1 0 0 0,-1 0 0 0 0,0-1 0 0 0,1 1 0 0 0,-1 0 0 0 0,0 0 0 0 0,1 0 0 0 0,-1 0 0 0 0,0 0 0 0 0,0 0 0 0 0,0 0 0 0 0,0 0 0 0 0,0 1 0 0 0,0-1 0 0 0,0 0 0 0 0,0 1 0 0 0,-1-1 0 0 0,1 0 0 0 0,0 1 0 0 0,-1-1 0 0 0,1 1 0 0 0,-1-1 0 0 0,1 1 0 0 0,-1-1 0 0 0,0 1 0 0 0,0 0 0 0 0,0-1 0 0 0,0 1 0 0 0,0-1 0 0 0,0 1 0 0 0,0-1 0 0 0,0 1 0 0 0,-1-1 0 0 0,0 3 1 0 0,-1 0 11 0 0,-1 0 0 0 0,1 0 1 0 0,-1 0-1 0 0,0 0 0 0 0,0-1 1 0 0,0 0-1 0 0,-1 0 0 0 0,1 1 1 0 0,-1-2-1 0 0,0 1 0 0 0,1 0 1 0 0,-1-1-1 0 0,-1 0 1 0 0,-5 3-1 0 0,7-4 1 0 0,0 0 0 0 0,0 1 0 0 0,0-1 1 0 0,-1-1-1 0 0,1 1 0 0 0,0 0 0 0 0,-1-1 0 0 0,1 0 0 0 0,0 0 0 0 0,-1 0 1 0 0,1 0-1 0 0,-1 0 0 0 0,1-1 0 0 0,0 1 0 0 0,-1-1 0 0 0,1 0 0 0 0,0 0 1 0 0,0 0-1 0 0,-5-3 0 0 0,8 4-10 0 0,0 0 1 0 0,-1-1 0 0 0,1 1-1 0 0,0 0 1 0 0,-1 0-1 0 0,1-1 1 0 0,0 1 0 0 0,0 0-1 0 0,-1-1 1 0 0,1 1-1 0 0,0-1 1 0 0,0 1 0 0 0,0 0-1 0 0,0-1 1 0 0,0 1-1 0 0,-1-1 1 0 0,1 1-1 0 0,0 0 1 0 0,0-1 0 0 0,0 1-1 0 0,0-1 1 0 0,0 1-1 0 0,0 0 1 0 0,0-1 0 0 0,0 1-1 0 0,0-1 1 0 0,1 1-1 0 0,-1-1 1 0 0,0 1-1 0 0,0 0 1 0 0,0-1 0 0 0,0 1-1 0 0,1 0 1 0 0,-1-1-1 0 0,0 1 1 0 0,0 0 0 0 0,1-1-1 0 0,-1 1 1 0 0,0 0-1 0 0,1-1 1 0 0,12-12-306 0 0,-11 11 164 0 0,2-17-1307 0 0,-4-8-1681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8:25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203 148 560 0 0,'12'-2'1253'0'0,"10"-2"-13"0"0,-21 4-1087 0 0,-1-1 1 0 0,1 1-1 0 0,0-1 0 0 0,-1 1 0 0 0,1-1 0 0 0,-1 1 1 0 0,1-1-1 0 0,0 1 0 0 0,-1-1 0 0 0,0 1 1 0 0,1-1-1 0 0,-1 1 0 0 0,1-1 0 0 0,-1 0 0 0 0,0 1 1 0 0,1-1-1 0 0,-1 0 0 0 0,0 0 0 0 0,0 1 0 0 0,1-1 1 0 0,-1 0-1 0 0,0 0 0 0 0,0 1 0 0 0,0-1 1 0 0,0 0-1 0 0,0 0 0 0 0,-4-3-140 0 0,-11-1-13 0 0,-4-2 58 0 0,9 6-22 0 0,7 0-26 0 0,-1 0 0 0 0,1 0 1 0 0,0 0-1 0 0,-1 1 0 0 0,1 0 1 0 0,-1-1-1 0 0,1 1 0 0 0,0 1 1 0 0,-1-1-1 0 0,1 0 0 0 0,-1 1 0 0 0,1 0 1 0 0,-5 1-1 0 0,1 0 6 0 0,-6 1 8 0 0,1 0 1 0 0,-1 0 0 0 0,1 1-1 0 0,-17 8 1 0 0,23-9-15 0 0,1 0 1 0 0,0 1-1 0 0,0-1 0 0 0,0 1 1 0 0,0 0-1 0 0,0 0 1 0 0,1 1-1 0 0,0-1 0 0 0,-7 10 1 0 0,10-11-2 0 0,0 1 1 0 0,0-1 0 0 0,0 1 0 0 0,1 0-1 0 0,-1 0 1 0 0,1-1 0 0 0,0 1 0 0 0,0 0 0 0 0,0 0-1 0 0,1-1 1 0 0,-1 1 0 0 0,1 0 0 0 0,0 0-1 0 0,1 4 1 0 0,3-6-9 0 0,1 1 1 0 0,-1 0-1 0 0,0-1 0 0 0,1 0 0 0 0,0 0 1 0 0,-1 0-1 0 0,1-1 0 0 0,0 0 0 0 0,0 0 1 0 0,6 0-1 0 0,65 1 7 0 0,-70-2-3 0 0,120-5 122 0 0,-115 3-46 0 0,0 0 0 0 0,0 0-1 0 0,0-1 1 0 0,-1 0 0 0 0,1-1 0 0 0,-1-1 0 0 0,21-10 0 0 0,-31 13-43 0 0,0 0 0 0 0,-1 0 1 0 0,1 0-1 0 0,0 0 1 0 0,-1 1-1 0 0,1-1 0 0 0,-1 0 1 0 0,0-1-1 0 0,1 1 1 0 0,-1 0-1 0 0,0 0 0 0 0,0 0 1 0 0,-1 0-1 0 0,1 0 0 0 0,-1-3 1 0 0,1-3 80 0 0,-1 4-98 0 0,0 0 1 0 0,1 1-1 0 0,-1-1 0 0 0,0 0 0 0 0,-1 1 1 0 0,1-1-1 0 0,0 1 0 0 0,-1 0 0 0 0,0-1 0 0 0,-2-2 1 0 0,-28-37 97 0 0,13 17 9 0 0,13 18-84 0 0,4 4-29 0 0,-1 0 1 0 0,1 0-1 0 0,-1 1 1 0 0,0-1-1 0 0,0 1 1 0 0,-5-5 0 0 0,0 3-18 0 0,0 0 1 0 0,0 1 0 0 0,-1 0 0 0 0,-13-5-1 0 0,4 4-245 0 0,28 9 14 0 0,-9-3 17 0 0,0 1 0 0 0,-1-1 0 0 0,1 0 0 0 0,-1 0 0 0 0,1 0 0 0 0,-1 1 1 0 0,0-1-1 0 0,1 0 0 0 0,-1 1 0 0 0,0-1 0 0 0,0 0 0 0 0,0 1 0 0 0,0-1 0 0 0,0 0 0 0 0,0 1 0 0 0,0-1 0 0 0,-1 2 0 0 0,1-1-899 0 0,0 3-1793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8:29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23 560 0 0,'0'-1'81'0'0,"0"1"1"0"0,0 0-1 0 0,0-1 0 0 0,0 1 0 0 0,0 0 0 0 0,0-1 1 0 0,0 1-1 0 0,-1 0 0 0 0,1-1 0 0 0,0 1 0 0 0,0 0 0 0 0,0 0 1 0 0,-1-1-1 0 0,1 1 0 0 0,0 0 0 0 0,0-1 0 0 0,-1 1 1 0 0,1 0-1 0 0,0 0 0 0 0,-1 0 0 0 0,1-1 0 0 0,0 1 1 0 0,-1 0-1 0 0,1 0 0 0 0,0 0 0 0 0,-1 0 0 0 0,0 0 0 0 0,-7-6 1023 0 0,6-4 1682 0 0,5 10-2719 0 0,8 1-59 0 0,1 0 1 0 0,-1 0-1 0 0,1 1 1 0 0,-1 0-1 0 0,0 1 1 0 0,0 1 0 0 0,0 0-1 0 0,0 0 1 0 0,18 11-1 0 0,11 4-67 0 0,-20-12 48 0 0,-12-4 11 0 0,0 0 0 0 0,0 1-1 0 0,0-1 1 0 0,0 1 0 0 0,0 1 0 0 0,-1 0-1 0 0,11 8 1 0 0,45 25 0 0 0,25 25-13 0 0,-70-53-17 0 0,-16-9 28 0 0,-1 0 0 0 0,1-1 0 0 0,0 1 0 0 0,0 0 0 0 0,-1 0 0 0 0,1 0 0 0 0,-1 0 0 0 0,1 0-1 0 0,-1 1 1 0 0,1-1 0 0 0,-1 0 0 0 0,0 1 0 0 0,1-1 0 0 0,-1 1 0 0 0,0-1 0 0 0,0 1 0 0 0,1 1 0 0 0,-2-2 2 0 0,0-1 0 0 0,0 1 0 0 0,0-1 0 0 0,0 0 0 0 0,0 1 0 0 0,0-1-1 0 0,1 1 1 0 0,-1-1 0 0 0,0 0 0 0 0,0 1 0 0 0,0-1 0 0 0,1 0 0 0 0,-1 1 0 0 0,0-1 0 0 0,0 0 0 0 0,1 1 0 0 0,-1-1-1 0 0,0 0 1 0 0,1 0 0 0 0,-1 1 0 0 0,0-1 0 0 0,1 0 0 0 0,-1 0 0 0 0,1 0 0 0 0,-1 1 0 0 0,0-1 0 0 0,1 0-1 0 0,-1 0 1 0 0,0 0 0 0 0,1 0 0 0 0,-1 0 0 0 0,1 0 0 0 0,-1 0 0 0 0,1 0 0 0 0,-1 0 0 0 0,1 0 0 0 0,-1 0 1 0 0,1 0-1 0 0,-1 0 1 0 0,1 0-1 0 0,-1 0 1 0 0,1 0-1 0 0,-1 1 0 0 0,1-1 1 0 0,-1 0-1 0 0,0 0 1 0 0,1 0-1 0 0,-1 0 1 0 0,1 1-1 0 0,-1-1 1 0 0,0 0-1 0 0,1 0 1 0 0,-1 1-1 0 0,1-1 1 0 0,-1 0-1 0 0,0 1 0 0 0,1-1 1 0 0,-1 0-1 0 0,0 1 1 0 0,0-1-1 0 0,1 1 1 0 0,-1-1-1 0 0,0 0 1 0 0,0 1-1 0 0,0-1 1 0 0,1 1-1 0 0,-1-1 1 0 0,0 1-1 0 0,0-1 0 0 0,0 0 1 0 0,0 2-1 0 0,2 0 6 0 0,0 0-1 0 0,0 0 1 0 0,0 1-1 0 0,0-2 0 0 0,1 1 1 0 0,-1 0-1 0 0,1 0 1 0 0,-1-1-1 0 0,1 1 0 0 0,-1-1 1 0 0,4 1-1 0 0,4 4-3 0 0,3 8 3 0 0,1-1-1 0 0,21 16 0 0 0,-9-15 63 0 0,-26-15-35 0 0,0 0 0 0 0,0 0 1 0 0,1 0-1 0 0,-1 0 0 0 0,0 0 0 0 0,-1 0 0 0 0,1 0 1 0 0,0 0-1 0 0,0 0 0 0 0,0 0 0 0 0,-1 0 0 0 0,1 0 0 0 0,0 0 1 0 0,-1 0-1 0 0,1 0 0 0 0,-2-2 0 0 0,-4-4 77 0 0,0 0 0 0 0,1-1 0 0 0,0 1 0 0 0,0-1 0 0 0,-5-12 0 0 0,9 14-67 0 0,-1 1 0 0 0,0 0 0 0 0,-1 0 0 0 0,1-1 0 0 0,-1 1 0 0 0,0 1 0 0 0,0-1 0 0 0,-1 0 0 0 0,1 1 0 0 0,-1 0 0 0 0,0-1 1 0 0,-6-4-1 0 0,-27-22 198 0 0,23 17-91 0 0,8 6-132 0 0,13 6-119 0 0,-5 1 78 0 0,2 0-350 0 0,15 1-1653 0 0,-12 0-41 0 0,12 0-293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8:29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0 4242 0 0,'-89'51'4082'0'0,"45"-13"-3522"0"0,44-1-1200 0 0,0-9 80 0 0,22-9-161 0 0,0-5-719 0 0,23-8-2962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8:32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858 1 240 0 0,'-93'19'3588'0'0,"85"-18"-954"0"0,16-4-2216 0 0,22-5-482 0 0,-21 5 184 0 0,23-3 387 0 0,-35 7-499 0 0,1 0 0 0 0,0 0 0 0 0,-1 0 0 0 0,1 0 0 0 0,0 0 0 0 0,0 1-1 0 0,0-1 1 0 0,0 1 0 0 0,0 0 0 0 0,0-1 0 0 0,0 1 0 0 0,-2 4 0 0 0,-11 8 36 0 0,3-6-20 0 0,0-1-1 0 0,-1 0 0 0 0,-23 9 1 0 0,-24 13 122 0 0,43-20-99 0 0,0-1 0 0 0,0 0 0 0 0,-27 7 0 0 0,28-11-10 0 0,0 2 0 0 0,0 0 0 0 0,1 1 1 0 0,-19 11-1 0 0,-33 27 310 0 0,16-8-241 0 0,32-28-69 0 0,10-6-27 0 0,1 1-1 0 0,0 0 1 0 0,0 0 0 0 0,0 1-1 0 0,1-1 1 0 0,0 2 0 0 0,0-1-1 0 0,0 1 1 0 0,-9 10 0 0 0,10-7-13 0 0,2-1 13 0 0,0 0 0 0 0,-1 0-1 0 0,-1-1 1 0 0,1 1-1 0 0,-1-1 1 0 0,0-1-1 0 0,-1 1 1 0 0,1-1 0 0 0,-13 8-1 0 0,-2 1 11 0 0,1 0 0 0 0,0 1 0 0 0,-26 28 0 0 0,30-30-20 0 0,14-13 1 0 0,0 0 0 0 0,0 0-1 0 0,1 0 1 0 0,-1 1 0 0 0,1-1-1 0 0,-1 0 1 0 0,1 1 0 0 0,-1-1 0 0 0,1 1-1 0 0,0 0 1 0 0,0-1 0 0 0,0 1-1 0 0,0 0 1 0 0,0 0 0 0 0,0 0-1 0 0,0-1 1 0 0,1 1 0 0 0,-2 3-1 0 0,3-4 7 0 0,-1 5 18 0 0,-19 2-3 0 0,15-8-89 0 0,5 0 49 0 0,0 0-1 0 0,1 0 0 0 0,-1-1 1 0 0,0 1-1 0 0,0-1 1 0 0,0 1-1 0 0,0-1 0 0 0,0 1 1 0 0,0-1-1 0 0,0 0 1 0 0,0 1-1 0 0,0-1 0 0 0,-1 0 1 0 0,1 0-1 0 0,0 0 1 0 0,0 1-1 0 0,-1-1 0 0 0,1 0 1 0 0,0 0-1 0 0,-1 0 1 0 0,1 0-1 0 0,-1 0 0 0 0,1-1 1 0 0,-1 1-1 0 0,1 0 1 0 0,-1 0-1 0 0,0 0 0 0 0,0 0 1 0 0,0 0-1 0 0,0 0 1 0 0,1-1-1 0 0,-2-1 0 0 0,1 3 0 0 0,0-1-1 0 0,0 1 0 0 0,0-1 0 0 0,0 1 0 0 0,1-1 0 0 0,-1 1 1 0 0,0-1-1 0 0,0 1 0 0 0,0 0 0 0 0,0-1 0 0 0,0 1 0 0 0,1-1 1 0 0,-1 1-1 0 0,0-1 0 0 0,0 1 0 0 0,1 0 0 0 0,-1-1 0 0 0,0 1 0 0 0,1 0 1 0 0,-1-1-1 0 0,0 1 0 0 0,1 0 0 0 0,-1 0 0 0 0,1-1 0 0 0,-1 1 1 0 0,0 0-1 0 0,1 0 0 0 0,-1 0 0 0 0,1-1 0 0 0,-1 1 0 0 0,0 0 1 0 0,1 0-1 0 0,-1 0 0 0 0,1 0 0 0 0,0 0-89 0 0,0 0 0 0 0,-1-1 0 0 0,1 1 0 0 0,-1 0 0 0 0,1 0 0 0 0,-1 0 0 0 0,1-1 0 0 0,0 1 0 0 0,-1 0 0 0 0,1-1 0 0 0,-1 1 0 0 0,1 0 0 0 0,-1-1 0 0 0,1 1 0 0 0,-1-1 0 0 0,0 1 0 0 0,1 0 0 0 0,-1-1 0 0 0,0 1 0 0 0,1-1 0 0 0,-1 0 0 0 0,0 1 1 0 0,1-1-1 0 0,-1 1 0 0 0,0-1 0 0 0,0 1 0 0 0,0-1 0 0 0,1 0 0 0 0,-1 1 0 0 0,0-1 0 0 0,0 1 0 0 0,0-1 0 0 0,0 0 0 0 0,0 0 0 0 0,0-9-1972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8:35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880 0 480 0 0,'0'0'1601'0'0,"-22"5"-240"0"0,0 5-161 0 0,-22 4-79 0 0,-1 0-401 0 0,5 0-400 0 0,-4 4-240 0 0,-23 11-80 0 0,23-1 80 0 0,-23 9 0 0 0,-22 9 0 0 0,0 15 80 0 0,-22 6-80 0 0,4-6-160 0 0,41-5 0 0 0,44-15-80 0 0,22-21-560 0 0,44-26-2482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8:41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676 90 880 0 0,'2'-2'392'0'0,"0"2"-261"0"0,-1-1 0 0 0,0 1 0 0 0,0-1 0 0 0,0 0 0 0 0,0 1 0 0 0,0-1 1 0 0,0 0-1 0 0,0 0 0 0 0,0 0 0 0 0,0 0 0 0 0,0 0 0 0 0,0 0 0 0 0,0 0 0 0 0,-1 0 0 0 0,1 0 0 0 0,0 0 0 0 0,-1 0 0 0 0,1 0 0 0 0,-1-1 0 0 0,1 1 0 0 0,-1 0 1 0 0,0 0-1 0 0,0-1 0 0 0,1 0 0 0 0,-1 0-37 0 0,0 1 0 0 0,1 0 0 0 0,-1 0 0 0 0,1 0 0 0 0,-1 0 0 0 0,1 0 0 0 0,0 0 0 0 0,-1 0 0 0 0,1 0 0 0 0,0 1-1 0 0,0-1 1 0 0,-1 0 0 0 0,1 0 0 0 0,0 1 0 0 0,0-1 0 0 0,0 0 0 0 0,0 1 0 0 0,0-1 0 0 0,0 1 0 0 0,0-1 0 0 0,0 1 0 0 0,1-1 0 0 0,27-9 626 0 0,-27 10-733 0 0,0 0 0 0 0,0-1 0 0 0,0 1 0 0 0,0 0 0 0 0,0 0 0 0 0,0 0 0 0 0,0 1 1 0 0,0-1-1 0 0,0 0 0 0 0,0 1 0 0 0,0-1 0 0 0,0 1 0 0 0,0 0 0 0 0,0 0 0 0 0,0-1 0 0 0,2 3 0 0 0,1-1 6 0 0,10 2 21 0 0,-226-39 3721 0 0,161 29-3083 0 0,-61 1 0 0 0,88 5-622 0 0,1 2 0 0 0,-1 0 0 0 0,0 2 0 0 0,-39 11 0 0 0,56-13-57 0 0,-27 10-32 0 0,33-12 60 0 0,-1 0 1 0 0,1 1-1 0 0,-1-1 1 0 0,1 0-1 0 0,-1 0 0 0 0,1 1 1 0 0,-1-1-1 0 0,1 0 1 0 0,-1 1-1 0 0,1-1 0 0 0,-1 1 1 0 0,1-1-1 0 0,0 0 1 0 0,-1 1-1 0 0,1-1 0 0 0,0 1 1 0 0,-1-1-1 0 0,1 1 1 0 0,0-1-1 0 0,0 1 0 0 0,0-1 1 0 0,-1 1-1 0 0,1 0 0 0 0,0-1 1 0 0,0 1-1 0 0,0-1 1 0 0,0 1-1 0 0,0-1 0 0 0,0 1 1 0 0,0 0-1 0 0,0-1 1 0 0,0 1-1 0 0,0-1 0 0 0,0 1 1 0 0,1-1-1 0 0,-1 1 1 0 0,0-1-1 0 0,0 1 0 0 0,0-1 1 0 0,1 1-1 0 0,-1-1 0 0 0,0 1 1 0 0,1-1-1 0 0,-1 1 1 0 0,0-1-1 0 0,1 1 0 0 0,-1-1 1 0 0,1 0-1 0 0,-1 1 1 0 0,1-1-1 0 0,0 1 0 0 0,4 2-5 0 0,1 1 0 0 0,-1-1 0 0 0,1-1 0 0 0,0 1 0 0 0,0-1 0 0 0,0 0 0 0 0,0 0 0 0 0,1-1 0 0 0,8 1 0 0 0,24 7 124 0 0,23 9-48 0 0,-27-9-39 0 0,58 24 0 0 0,-85-30-24 0 0,0 1-1 0 0,0 0 1 0 0,0 1-1 0 0,0 0 1 0 0,-1 0-1 0 0,0 1 1 0 0,0 0-1 0 0,0 0 1 0 0,-1 1-1 0 0,0-1 1 0 0,9 15-1 0 0,-13-19-17 0 0,0 0 0 0 0,-1 0 0 0 0,0 0 0 0 0,1 1-1 0 0,-1-1 1 0 0,0 0 0 0 0,0 1 0 0 0,0-1 0 0 0,-1 0-1 0 0,1 1 1 0 0,0-1 0 0 0,-1 1 0 0 0,0-1 0 0 0,1 4-1 0 0,-3-4 4 0 0,1 0-1 0 0,0 0 0 0 0,-1 0 0 0 0,1 0 0 0 0,-1 0 1 0 0,0 0-1 0 0,0 0 0 0 0,0 0 0 0 0,0-1 1 0 0,0 1-1 0 0,0-1 0 0 0,0 0 0 0 0,0 1 0 0 0,0-1 1 0 0,-1 0-1 0 0,-4 1 0 0 0,-31 13 82 0 0,0-2-1 0 0,-2-1 1 0 0,1-3-1 0 0,-55 7 1 0 0,36-6 192 0 0,-84 10 193 0 0,121-18-470 0 0,-1-2 1 0 0,0 0 0 0 0,0-1 0 0 0,-30-6 0 0 0,51 7-20 0 0,1 0 1 0 0,-1 0 0 0 0,0 0-1 0 0,1 0 1 0 0,-1 0 0 0 0,0 0-1 0 0,0 0 1 0 0,1-1 0 0 0,-1 1-1 0 0,0 0 1 0 0,1 0-1 0 0,-1-1 1 0 0,0 1 0 0 0,1 0-1 0 0,-1-1 1 0 0,1 1 0 0 0,-1-1-1 0 0,1 1 1 0 0,-1-1-1 0 0,1 1 1 0 0,-1-1 0 0 0,1 1-1 0 0,-1-1 1 0 0,1 0 0 0 0,-1 1-1 0 0,1-1 1 0 0,-1-1-1 0 0,2 2-28 0 0,-1-1 0 0 0,0 0 1 0 0,1 0-1 0 0,-1 0 0 0 0,1 0 0 0 0,-1 0 0 0 0,1 0 0 0 0,-1 0 0 0 0,1 1 0 0 0,0-1 0 0 0,-1 0 0 0 0,1 1 0 0 0,0-1 0 0 0,-1 0 0 0 0,1 1 0 0 0,0-1 0 0 0,1 0 0 0 0,8-5-509 0 0,1 0 1 0 0,-1 1-1 0 0,16-6 1 0 0,74-20-2623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8:42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15 1201 0 0,'-37'-6'3201'0'0,"34"6"-2544"0"0,3 0-634 0 0,-1 0 0 0 0,1 0 0 0 0,0 0 0 0 0,0 0 0 0 0,0 0 0 0 0,-1 0 0 0 0,1-1 0 0 0,0 1 0 0 0,0 0 0 0 0,0 0 0 0 0,-1 0 0 0 0,1 0 1 0 0,0 0-1 0 0,0 0 0 0 0,0 0 0 0 0,0 0 0 0 0,-1 0 0 0 0,1-1 0 0 0,0 1 0 0 0,0 0 0 0 0,0 0 0 0 0,0 0 0 0 0,0 0 0 0 0,-1 0 0 0 0,1-1 1 0 0,0 1-1 0 0,0 0 0 0 0,0 0 0 0 0,0 0 0 0 0,0-1 0 0 0,0 1 0 0 0,0 0 0 0 0,0 0 0 0 0,0 0 0 0 0,0-1 0 0 0,0 1 0 0 0,0 0 0 0 0,0 0 0 0 0,0 0 1 0 0,0-1-1 0 0,0 1 0 0 0,0 0 0 0 0,0 0 0 0 0,0 0 0 0 0,0 0 0 0 0,0-1 0 0 0,0 1 0 0 0,0 0 0 0 0,0-1-22 0 0,23 0 132 0 0,118 3-66 0 0,243 34-1 0 0,-358-31-3067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8:43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5 560 0 0,'-23'0'4402'0'0,"23"-5"-3681"0"0,23 5-81 0 0,-1 0-80 0 0,85 0 80 0 0,115 5-79 0 0,-44-5-641 0 0,-50 0-1041 0 0,-16 0-3761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8:45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33 240 0 0,'0'1'100'0'0,"0"-1"-1"0"0,1 0 1 0 0,-1 1 0 0 0,1-1-1 0 0,-1 0 1 0 0,1 1-1 0 0,-1-1 1 0 0,0 0 0 0 0,1 1-1 0 0,-1-1 1 0 0,1 0 0 0 0,0 0-1 0 0,-1 0 1 0 0,1 1-1 0 0,-1-1 1 0 0,1 0 0 0 0,-1 0-1 0 0,1 0 1 0 0,-1 0 0 0 0,1 0-1 0 0,0 0 1 0 0,-1 0-1 0 0,1 0 1 0 0,-1 0 0 0 0,1 0-1 0 0,-1 0 1 0 0,1-1-1 0 0,-1 1 1 0 0,1 0 0 0 0,-1 0-1 0 0,1-1 1 0 0,-1 1 0 0 0,1 0-1 0 0,-1 0 1 0 0,1-1-1 0 0,-1 1 1 0 0,1-1 0 0 0,-1 1-1 0 0,0 0 1 0 0,1-1 0 0 0,-1 1-1 0 0,0-1 1 0 0,1 1-1 0 0,-1-1 1 0 0,0 1 0 0 0,1-1-1 0 0,-1 0 648 0 0,0 0-604 0 0,0 1-141 0 0,0-1-1 0 0,0 1 0 0 0,0 0 0 0 0,0-1 0 0 0,0 1 0 0 0,0 0 0 0 0,0-1 0 0 0,0 1 0 0 0,0 0 0 0 0,0-1 0 0 0,0 1 0 0 0,0 0 0 0 0,0-1 0 0 0,0 1 0 0 0,0 0 0 0 0,0-1 0 0 0,0 1 0 0 0,1 0 0 0 0,-1 0 0 0 0,0-1 0 0 0,0 1 0 0 0,0 0 0 0 0,1-1 0 0 0,-1 1 1 0 0,0 0-1 0 0,0 0 0 0 0,1 0 0 0 0,0-1 0 0 0,5-2-27 0 0,-6 3 34 0 0,0-1 0 0 0,0 1 0 0 0,0 0 1 0 0,0 0-1 0 0,1-1 0 0 0,-1 1 0 0 0,0 0 1 0 0,0 0-1 0 0,0 0 0 0 0,1-1 0 0 0,-1 1 1 0 0,0 0-1 0 0,0 0 0 0 0,0 0 0 0 0,1 0 1 0 0,-1-1-1 0 0,0 1 0 0 0,0 0 0 0 0,1 0 1 0 0,-1 0-1 0 0,0 0 0 0 0,0 0 0 0 0,1 0 1 0 0,-1 0-1 0 0,0 0 0 0 0,1 0 0 0 0,-1 0 1 0 0,0 0-1 0 0,0 0 0 0 0,1 0 0 0 0,-1 0 1 0 0,0 0-1 0 0,0 0 0 0 0,1 0 0 0 0,-1 0 1 0 0,0 0-1 0 0,0 0 0 0 0,1 1 0 0 0,-1-1 1 0 0,0 0-1 0 0,0 0 0 0 0,1 0 0 0 0,-1 0 1 0 0,0 0-1 0 0,0 1 0 0 0,0-1 0 0 0,1 0 1 0 0,-1 0-1 0 0,0 1 0 0 0,0-1 0 0 0,0 0 0 0 0,0 0 1 0 0,1 0-1 0 0,-1 1 0 0 0,0-1 0 0 0,0 0 1 0 0,0 1-1 0 0,0-1 0 0 0,0 0 0 0 0,0 0 1 0 0,0 1-1 0 0,0-1 0 0 0,0 1 379 0 0,0-1-380 0 0,0-1 0 0 0,0 1 0 0 0,0 0 0 0 0,0 0 0 0 0,0-1 0 0 0,0 1 1 0 0,0 0-1 0 0,0-1 0 0 0,0 1 0 0 0,0 0 0 0 0,0-1 0 0 0,0 1 0 0 0,0 0 0 0 0,0 0 0 0 0,0-1 0 0 0,0 1 0 0 0,0 0 0 0 0,0-1 0 0 0,0 1 0 0 0,1 0 0 0 0,-1 0 0 0 0,0-1 1 0 0,0 1-1 0 0,0 0 0 0 0,0 0 0 0 0,1-1 0 0 0,-1 1 0 0 0,0 0 0 0 0,0 0 0 0 0,1 0 0 0 0,-1 0 0 0 0,0-1 0 0 0,1 1 0 0 0,14-5 684 0 0,-25 2 1999 0 0,5 2-2723 0 0,1 1 607 0 0,4 0-587 0 0,0 0 0 0 0,0 0-1 0 0,1 0 1 0 0,-1 1 0 0 0,0-1 0 0 0,0 0 0 0 0,0 0-1 0 0,0 1 1 0 0,0-1 0 0 0,0 0 0 0 0,0 0 0 0 0,0 1 0 0 0,0-1-1 0 0,0 0 1 0 0,0 0 0 0 0,0 1 0 0 0,0-1 0 0 0,0 0-1 0 0,0 0 1 0 0,0 1 0 0 0,0-1 0 0 0,0 0 0 0 0,0 0-1 0 0,-1 0 1 0 0,1 1 0 0 0,0-1 0 0 0,0 0 0 0 0,0 0-1 0 0,0 0 1 0 0,0 1 0 0 0,-1-1 0 0 0,1 0 0 0 0,0 0-1 0 0,0 0 1 0 0,0 0 0 0 0,0 1 0 0 0,-1-1 0 0 0,1 0 0 0 0,0 0-1 0 0,0 0 1 0 0,-1 0 0 0 0,1 0 0 0 0,0 0 0 0 0,0 0-1 0 0,-1 0 1 0 0,1 0 0 0 0,0 0 0 0 0,0 1 0 0 0,-1-2-1 0 0,-19 8-1396 0 0,15-6 852 0 0,-54 15-4978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8:46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196 102 800 0 0,'129'-65'5203'0'0,"-128"65"-5211"0"0,1 0 1 0 0,-1-1-1 0 0,0 1 0 0 0,0-1 1 0 0,0 0-1 0 0,1 1 0 0 0,-1-1 1 0 0,0 0-1 0 0,0 0 1 0 0,0 1-1 0 0,0-1 0 0 0,0 0 1 0 0,-1 0-1 0 0,1 0 0 0 0,0 0 1 0 0,0 0-1 0 0,-1 0 1 0 0,1-1-1 0 0,0 1 0 0 0,-1 0 1 0 0,1 0-1 0 0,-1 0 0 0 0,0-1 1 0 0,1 1-1 0 0,-1 0 1 0 0,0 0-1 0 0,0-3 0 0 0,0 4 7 0 0,0-1-1 0 0,0 1 1 0 0,0 0-1 0 0,0-1 1 0 0,0 1-1 0 0,0 0 1 0 0,1-1-1 0 0,-1 1 1 0 0,0 0-1 0 0,0-1 1 0 0,0 1-1 0 0,0 0 1 0 0,0 0-1 0 0,0-1 1 0 0,0 1-1 0 0,1 0 1 0 0,-1-1-1 0 0,0 1 1 0 0,0 0-1 0 0,0 0 1 0 0,1-1-1 0 0,-1 1 1 0 0,0 0-1 0 0,0 0 1 0 0,1 0-1 0 0,-1-1 1 0 0,0 1-1 0 0,1 0 1 0 0,-1 0-1 0 0,0 0 1 0 0,1 0-1 0 0,-1 0 1 0 0,0-1-1 0 0,0 1 1 0 0,1 0-1 0 0,-1 0 1 0 0,0 0-1 0 0,1 0 1 0 0,-1 0-1 0 0,0 0 1 0 0,1 0-1 0 0,-1 0 1 0 0,0 0-1 0 0,1 0 1 0 0,-1 1-1 0 0,1-1 1 0 0,7 3 45 0 0,-8-3-20 0 0,1 0 1 0 0,-1 1-1 0 0,0-1 0 0 0,1 0 1 0 0,-1 0-1 0 0,0 1 1 0 0,1-1-1 0 0,-1 0 1 0 0,0 1-1 0 0,0-1 1 0 0,1 0-1 0 0,-1 1 0 0 0,0-1 1 0 0,0 0-1 0 0,0 1 1 0 0,1-1-1 0 0,-1 1 1 0 0,0-1-1 0 0,0 0 1 0 0,0 1-1 0 0,0-1 0 0 0,0 1 1 0 0,0-1-1 0 0,0 1 1 0 0,0-1-1 0 0,0 0 1 0 0,0 1-1 0 0,0-1 1 0 0,0 1-1 0 0,0-1 0 0 0,0 0 1 0 0,0 1-1 0 0,-1-1 1 0 0,1 1-1 0 0,0-1 1 0 0,0 0-1 0 0,0 1 1 0 0,-1-1-1 0 0,1 0 0 0 0,-1 1 1 0 0,-13 19 215 0 0,8-13-108 0 0,1 2-54 0 0,-5 9 127 0 0,-1 0 0 0 0,-26 31 0 0 0,23-33-120 0 0,-28 31 119 0 0,-54 47 1 0 0,83-81-179 0 0,-1 0 0 0 0,2 1 0 0 0,0 1 0 0 0,0 0 0 0 0,-9 18 0 0 0,-9 12-129 0 0,28-43 61 0 0,0 1-1 0 0,0-1 0 0 0,0 1 1 0 0,0 0-1 0 0,1-1 0 0 0,0 1 1 0 0,-1 0-1 0 0,1 0 1 0 0,0 0-1 0 0,1 0 0 0 0,-1 0 1 0 0,0 0-1 0 0,0 5 0 0 0,2-7 1 0 0,-1 0-1 0 0,0-1 0 0 0,0 1 1 0 0,0-1-1 0 0,0 1 1 0 0,1 0-1 0 0,-1-1 0 0 0,0 1 1 0 0,1-1-1 0 0,-1 1 0 0 0,0-1 1 0 0,1 1-1 0 0,-1-1 0 0 0,1 1 1 0 0,-1-1-1 0 0,0 1 0 0 0,1-1 1 0 0,-1 0-1 0 0,1 1 1 0 0,-1-1-1 0 0,1 0 0 0 0,0 1 1 0 0,-1-1-1 0 0,1 0 0 0 0,0 0 1 0 0,2 1-185 0 0,-1-1 0 0 0,1 1 0 0 0,-1-1 0 0 0,1 0 0 0 0,0 0 0 0 0,-1 0 0 0 0,1-1 0 0 0,-1 1 0 0 0,5-1 0 0 0,15-5-3855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8:46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90 1441 0 0,'0'0'67'0'0,"-1"-1"1"0"0,1 1 0 0 0,0 0-1 0 0,0-1 1 0 0,0 1-1 0 0,-1 0 1 0 0,1-1 0 0 0,0 1-1 0 0,0-1 1 0 0,-1 1 0 0 0,1 0-1 0 0,0 0 1 0 0,-1-1 0 0 0,1 1-1 0 0,0 0 1 0 0,-1-1-1 0 0,1 1 1 0 0,0 0 0 0 0,-1 0-1 0 0,1 0 1 0 0,-1 0 0 0 0,1-1-1 0 0,-1 1 1 0 0,1 0 0 0 0,0 0-1 0 0,-1 0 1 0 0,1 0-1 0 0,-1 0 1 0 0,1 0 0 0 0,-1 0-1 0 0,0 0 1 0 0,1 0-23 0 0,-1 0 0 0 0,1 0 0 0 0,0 0 0 0 0,-1 0 0 0 0,1 0 0 0 0,-1 0 1 0 0,1 0-1 0 0,0 0 0 0 0,-1 0 0 0 0,1 0 0 0 0,-1 0 0 0 0,1 0 0 0 0,0-1 0 0 0,-1 1 0 0 0,1 0 0 0 0,-1 0 0 0 0,1 0 0 0 0,0-1 0 0 0,-1 1 0 0 0,1 0 1 0 0,0 0-1 0 0,0-1 0 0 0,-1 1 0 0 0,1 0 0 0 0,0-1 0 0 0,0 1 0 0 0,-1 0 0 0 0,1-1 0 0 0,0 1 0 0 0,0-1 0 0 0,-23 6 1076 0 0,9 2-1030 0 0,1 0 0 0 0,-1 1 0 0 0,1 0 0 0 0,0 1 0 0 0,1 0 0 0 0,0 1-1 0 0,1 1 1 0 0,0 0 0 0 0,0 0 0 0 0,-8 14 0 0 0,18-23-73 0 0,0 0-1 0 0,0 1 1 0 0,0-1-1 0 0,0 1 1 0 0,1 0-1 0 0,-1-1 0 0 0,1 1 1 0 0,0-1-1 0 0,0 1 1 0 0,0 0-1 0 0,0-1 1 0 0,0 1-1 0 0,0-1 1 0 0,1 1-1 0 0,0 0 1 0 0,-1-1-1 0 0,1 1 0 0 0,0-1 1 0 0,0 1-1 0 0,2 3 1 0 0,1 1 19 0 0,0-1 0 0 0,0 0 0 0 0,0 1 1 0 0,1-2-1 0 0,0 1 0 0 0,7 6 0 0 0,-5-6-25 0 0,0-1 1 0 0,1 0-1 0 0,0 0 0 0 0,0 0 0 0 0,1-1 1 0 0,-1-1-1 0 0,1 1 0 0 0,0-1 0 0 0,0-1 1 0 0,0 0-1 0 0,0 0 0 0 0,0 0 0 0 0,0-1 0 0 0,1-1 1 0 0,9 0-1 0 0,-4-1 12 0 0,0 0 0 0 0,0-1 1 0 0,0 0-1 0 0,0-1 0 0 0,0-1 0 0 0,-1-1 0 0 0,1 0 1 0 0,26-14-1 0 0,-21 9-10 0 0,-1 0 1 0 0,0-2 0 0 0,-1 0-1 0 0,0-1 1 0 0,-1-1 0 0 0,0 0-1 0 0,-2-2 1 0 0,1 0 0 0 0,18-25-1 0 0,-31 36-12 0 0,1-1 0 0 0,-1 0-1 0 0,-1 1 1 0 0,1-1 0 0 0,-1 0-1 0 0,0 0 1 0 0,0 0 0 0 0,2-10-1 0 0,-4 13 2 0 0,0 1 0 0 0,0-1 0 0 0,0 1 0 0 0,0-1-1 0 0,-1 0 1 0 0,1 1 0 0 0,0-1 0 0 0,-1 1 0 0 0,0-1 0 0 0,0 1-1 0 0,0-1 1 0 0,0 1 0 0 0,0 0 0 0 0,0-1 0 0 0,0 1 0 0 0,-1 0-1 0 0,1 0 1 0 0,-1 0 0 0 0,0 0 0 0 0,0 0 0 0 0,0 0 0 0 0,-3-2 0 0 0,-3-1-12 0 0,1 1 1 0 0,-1-1 0 0 0,0 2 0 0 0,0-1 0 0 0,0 1 0 0 0,-1 1 0 0 0,1-1 0 0 0,0 1 0 0 0,-1 1 0 0 0,0 0 0 0 0,1 0 0 0 0,-1 0 0 0 0,0 1 0 0 0,-16 2 0 0 0,-9 3-98 0 0,0 1 0 0 0,-44 14 0 0 0,61-15 38 0 0,-20 6-872 0 0,-39 18 1 0 0,74-28 830 0 0,-42 15-3466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8:48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15 400 0 0,'-3'-4'3538'0'0,"-12"4"-3272"0"0,15 0-15 0 0,0 0-229 0 0,-1 0 0 0 0,1 0-1 0 0,0 0 1 0 0,0 0 0 0 0,0 0-1 0 0,0 0 1 0 0,0 0-1 0 0,-1 0 1 0 0,1 0 0 0 0,0 0-1 0 0,0 0 1 0 0,0-1 0 0 0,0 1-1 0 0,0 0 1 0 0,-1 0 0 0 0,1 0-1 0 0,0 0 1 0 0,0 0-1 0 0,0 0 1 0 0,0 0 0 0 0,0 0-1 0 0,0 0 1 0 0,-1 0 0 0 0,1 0-1 0 0,0-1 1 0 0,0 1-1 0 0,0 0 1 0 0,0 0 0 0 0,0 0-1 0 0,0 0 1 0 0,0 0 0 0 0,0 0-1 0 0,0-1 1 0 0,0 1 0 0 0,0 0-1 0 0,0 0 1 0 0,0 0-1 0 0,0 0 1 0 0,0 0 0 0 0,0-1-1 0 0,0 1 1 0 0,0 0 0 0 0,0 0-1 0 0,0 0 1 0 0,0 0 0 0 0,0 0-1 0 0,0-1 1 0 0,0 1-1 0 0,0 0 1 0 0,0 0 0 0 0,0 0-1 0 0,0-1-16 0 0,0 1 0 0 0,0 0 0 0 0,0 0-1 0 0,0 0 1 0 0,0 0 0 0 0,0 0 0 0 0,0 0 0 0 0,0-1-1 0 0,0 1 1 0 0,0 0 0 0 0,0 0 0 0 0,0 0 0 0 0,0 0-1 0 0,0-1 1 0 0,0 1 0 0 0,0 0 0 0 0,0 0-1 0 0,0 0 1 0 0,0 0 0 0 0,0 0 0 0 0,0 0 0 0 0,0-1-1 0 0,0 1 1 0 0,0 0 0 0 0,0 0 0 0 0,0 0 0 0 0,0 0-1 0 0,0 0 1 0 0,-1 0 0 0 0,1-1 0 0 0,0 1 0 0 0,0 0-1 0 0,0 0 1 0 0,0 0 0 0 0,0 0 0 0 0,0 0-1 0 0,0 0 1 0 0,-1 0 0 0 0,1 0 0 0 0,0 0 0 0 0,0 0-1 0 0,0 0 1 0 0,0 0 0 0 0,0 0 0 0 0,-1 0 0 0 0,1 0-1 0 0,0 0 1 0 0,0 0 0 0 0,0 0 0 0 0,0 0 0 0 0,-1 0-1 0 0,-14 4 490 0 0,20-1-453 0 0,-1 0 0 0 0,0 0 0 0 0,0 0 0 0 0,-1 1 0 0 0,1-1 0 0 0,-1 1 0 0 0,1 0 0 0 0,-1 0 0 0 0,0 0-1 0 0,-1 0 1 0 0,1 1 0 0 0,3 8 0 0 0,9 12 54 0 0,-11-20-117 0 0,-1 1 1 0 0,0-1 0 0 0,-1 1-1 0 0,0-1 1 0 0,1 1-1 0 0,-2 0 1 0 0,1 0 0 0 0,-1 0-1 0 0,0 0 1 0 0,0 0-1 0 0,-1 0 1 0 0,1 1-1 0 0,-1-1 1 0 0,-1 7 0 0 0,1-2-178 0 0,-4 3-495 0 0,-15-4-800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8:48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0 140 1040 0 0,'22'-18'1841'0'0,"1"-1"-480"0"0,21-1-561 0 0,1 8-319 0 0,43-12-241 0 0,24 0-561 0 0,39 1-2400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8:48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5 1040 0 0,'0'-4'1521'0'0,"0"8"-240"0"0,0 20-241 0 0,-22 41 321 0 0,0 2-801 0 0,22-6-480 0 0,-22-10-80 0 0,-1 5 80 0 0,-21-9 0 0 0,22-5-80 0 0,4 1 0 0 0,-4-6-80 0 0,-23-9-80 0 0,23-6-80 0 0,0-16-640 0 0,0-12-2082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8:49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 2721 0 0,'23'-8'2401'0'0,"43"2"-1120"0"0,23-8-641 0 0,18 5-320 0 0,26 14-400 0 0,-44 9-240 0 0,-44 0-400 0 0,21-4-2001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8:49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838 50 320 0 0,'26'-18'4496'0'0,"-19"15"-4232"0"0,1 0 0 0 0,-1 1 1 0 0,0-1-1 0 0,11-1 0 0 0,17-5-11 0 0,-34 8-254 0 0,1 0 0 0 0,0 0 1 0 0,0 0-1 0 0,0 0 1 0 0,0 1-1 0 0,0-1 1 0 0,0 1-1 0 0,0-1 1 0 0,0 1-1 0 0,0 0 0 0 0,0 0 1 0 0,0 0-1 0 0,0 0 1 0 0,0 0-1 0 0,0 0 1 0 0,0 1-1 0 0,0-1 1 0 0,0 1-1 0 0,0-1 0 0 0,-1 1 1 0 0,1 0-1 0 0,0 0 1 0 0,0-1-1 0 0,0 1 1 0 0,-1 1-1 0 0,1-1 1 0 0,0 0-1 0 0,-1 0 0 0 0,1 1 1 0 0,-1-1-1 0 0,1 0 1 0 0,-1 1-1 0 0,0 0 1 0 0,0-1-1 0 0,0 1 1 0 0,0 0-1 0 0,0-1 0 0 0,0 1 1 0 0,0 0-1 0 0,0 0 1 0 0,-1 0-1 0 0,1 0 1 0 0,-1 0-1 0 0,1 0 1 0 0,-1 0-1 0 0,0 0 0 0 0,0 3 1 0 0,0 1 33 0 0,-1 0 1 0 0,0-1-1 0 0,0 1 1 0 0,-1-1-1 0 0,1 1 0 0 0,-1-1 1 0 0,0 0-1 0 0,0 0 1 0 0,-1 0-1 0 0,0 0 1 0 0,0 0-1 0 0,0 0 0 0 0,0-1 1 0 0,-1 1-1 0 0,0-1 1 0 0,0 0-1 0 0,0 0 0 0 0,0-1 1 0 0,-1 1-1 0 0,-6 4 1 0 0,-14 7 206 0 0,1-1 1 0 0,-54 21-1 0 0,64-29-169 0 0,-41 15 400 0 0,-2-1 0 0 0,-110 21 0 0 0,-116-3 1224 0 0,252-34-1367 0 0,0-1 0 0 0,0-2 0 0 0,-1-1 1 0 0,-43-5-1 0 0,73 4-309 0 0,-1 1 1 0 0,1 0 0 0 0,-1-1-1 0 0,1 0 1 0 0,-1 1 0 0 0,1-1 0 0 0,-1 0-1 0 0,1 0 1 0 0,0-1 0 0 0,0 1-1 0 0,-1 0 1 0 0,1-1 0 0 0,0 1-1 0 0,0-1 1 0 0,0 0 0 0 0,1 0-1 0 0,-1 0 1 0 0,0 0 0 0 0,1 0-1 0 0,-1 0 1 0 0,1 0 0 0 0,-2-3-1 0 0,3 3-25 0 0,0 0 1 0 0,0-1-1 0 0,0 1 0 0 0,0 0 0 0 0,0 0 0 0 0,0 0 0 0 0,1-1 0 0 0,-1 1 0 0 0,1 0 0 0 0,0 0 1 0 0,-1 0-1 0 0,1 0 0 0 0,0 0 0 0 0,0 0 0 0 0,0 0 0 0 0,1 0 0 0 0,-1 0 0 0 0,0 0 0 0 0,1 0 0 0 0,-1 1 1 0 0,1-1-1 0 0,-1 1 0 0 0,1-1 0 0 0,0 1 0 0 0,0-1 0 0 0,2 0 0 0 0,9-8-146 0 0,1 1 1 0 0,0 1-1 0 0,1 0 0 0 0,-1 0 0 0 0,2 2 1 0 0,-1 0-1 0 0,1 1 0 0 0,-1 0 0 0 0,1 1 1 0 0,20-2-1 0 0,-9 3-63 0 0,-1 2 0 0 0,1 1 0 0 0,0 1 0 0 0,-1 1 0 0 0,1 1 0 0 0,32 9-1 0 0,157 49-271 0 0,-179-47 323 0 0,-2 1 0 0 0,0 1 0 0 0,0 3 0 0 0,37 25 0 0 0,-39-17-74 0 0,35 34-1 0 0,5 4-1845 0 0,-52-54-1131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8:50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43 800 0 0,'18'-4'1375'0'0,"1"1"0"0"0,-1 0 0 0 0,21 1 0 0 0,118 11-298 0 0,-39 3-655 0 0,375 21 810 0 0,32-38-679 0 0,4-27-239 0 0,-416 22-309 0 0,96-13-1531 0 0,-184 17-261 0 0,-21-3-961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8:51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39 4322 0 0,'-7'-1'411'0'0,"1"1"-195"0"0,0-1-1 0 0,1 1 0 0 0,-1-1 1 0 0,0 0-1 0 0,1-1 1 0 0,-1 0-1 0 0,-10-4 0 0 0,13 2-428 0 0,25 2 680 0 0,-20 1-440 0 0,1-1 1 0 0,-1 1 0 0 0,1 0 0 0 0,-1-1-1 0 0,1 1 1 0 0,0 0 0 0 0,-1 0 0 0 0,1 1-1 0 0,0-1 1 0 0,0 1 0 0 0,0-1 0 0 0,3 1-1 0 0,0-1 13 0 0,6-1 6 0 0,-1 0 1 0 0,0 1-1 0 0,1 0 0 0 0,-1 1 1 0 0,1 0-1 0 0,-1 1 1 0 0,1 1-1 0 0,-1-1 0 0 0,0 2 1 0 0,0 0-1 0 0,0 0 0 0 0,0 1 1 0 0,0 0-1 0 0,-1 0 0 0 0,0 2 1 0 0,0-1-1 0 0,0 1 1 0 0,0 1-1 0 0,-1-1 0 0 0,11 12 1 0 0,-19-17-31 0 0,1 1 1 0 0,-1 0-1 0 0,0-1 1 0 0,1 1-1 0 0,-1 0 1 0 0,0 0-1 0 0,0 0 1 0 0,0 0-1 0 0,0 0 1 0 0,-1 0-1 0 0,1 0 1 0 0,-1 0-1 0 0,1 0 1 0 0,-1 0-1 0 0,1 1 1 0 0,-1-1-1 0 0,0 0 1 0 0,0 0-1 0 0,0 0 1 0 0,-1 0-1 0 0,1 1 1 0 0,0-1-1 0 0,-1 0 1 0 0,1 0-1 0 0,-1 0 1 0 0,0 0-1 0 0,0 0 1 0 0,0 0-1 0 0,0 0 1 0 0,0 0-1 0 0,0 0 1 0 0,0-1-1 0 0,-1 1 1 0 0,1 0-1 0 0,-1-1 1 0 0,-1 3-1 0 0,-7 6 64 0 0,-1 1-1 0 0,-1-1 1 0 0,1-1-1 0 0,-15 9 0 0 0,17-12-46 0 0,3-1-5 0 0,0-1-1 0 0,0 0 1 0 0,0 0-1 0 0,-1 0 1 0 0,1 0 0 0 0,-1-1-1 0 0,0 0 1 0 0,0-1-1 0 0,0 0 1 0 0,-1 0-1 0 0,1 0 1 0 0,-1-1 0 0 0,1 0-1 0 0,-12 0 1 0 0,18-1-28 0 0,-1 0 1 0 0,0 0 0 0 0,1 0 0 0 0,-1 0-1 0 0,1-1 1 0 0,-1 1 0 0 0,1 0 0 0 0,-1-1-1 0 0,1 1 1 0 0,-1-1 0 0 0,1 1-1 0 0,0-1 1 0 0,-1 0 0 0 0,1 0 0 0 0,-1 0-1 0 0,1 0 1 0 0,0 0 0 0 0,0 0 0 0 0,-1-1-1 0 0,1 1-4 0 0,1 0 0 0 0,0 1 0 0 0,0-1 0 0 0,0 0 0 0 0,0 0-1 0 0,0 1 1 0 0,0-1 0 0 0,0 0 0 0 0,0 0 0 0 0,1 0 0 0 0,-1 1-1 0 0,0-1 1 0 0,0 0 0 0 0,1 0 0 0 0,-1 1 0 0 0,0-1 0 0 0,1 0 0 0 0,-1 1-1 0 0,1-1 1 0 0,-1 0 0 0 0,1 1 0 0 0,-1-1 0 0 0,1 1 0 0 0,-1-1-1 0 0,2 0 1 0 0,-2 0-2 0 0,1 1 0 0 0,-1-1 0 0 0,1 1 0 0 0,-1-1 0 0 0,0 0 1 0 0,1 1-1 0 0,-1-1 0 0 0,0 1 0 0 0,1-1 0 0 0,-1 0 0 0 0,0 0 0 0 0,0 1 0 0 0,0-1 0 0 0,0 0 0 0 0,0 1 0 0 0,0-1 0 0 0,0 0 0 0 0,0 0 0 0 0,0 1 0 0 0,0-1 0 0 0,0-1 0 0 0,0 2 1 0 0,0-1 0 0 0,-1 0 0 0 0,1 1-1 0 0,0-1 1 0 0,0 1 0 0 0,0-1 0 0 0,0 0 0 0 0,0 1-1 0 0,0-1 1 0 0,1 0 0 0 0,-1 1 0 0 0,0-1 0 0 0,0 1-1 0 0,0-1 1 0 0,0 1 0 0 0,1-1 0 0 0,-1 0 0 0 0,0 1 0 0 0,1-1-1 0 0,0 0 1 0 0,0-1-5 0 0,0 1 0 0 0,1 0-1 0 0,-1-1 1 0 0,0 1 0 0 0,1 0-1 0 0,-1 0 1 0 0,1 0-1 0 0,0 0 1 0 0,-1 0 0 0 0,1 0-1 0 0,0 0 1 0 0,0 1 0 0 0,0-1-1 0 0,-1 1 1 0 0,1-1 0 0 0,0 1-1 0 0,0 0 1 0 0,0 0 0 0 0,2-1-1 0 0,3 3 22 0 0,0-1-1 0 0,-1 1 1 0 0,1 0-1 0 0,-1 0 1 0 0,0 1-1 0 0,12 6 1 0 0,86 55 201 0 0,23 14 11 0 0,-107-67-334 0 0,0-2 0 0 0,1 0 0 0 0,0-1 0 0 0,37 9 0 0 0,-49-16-185 0 0,0 1-1 0 0,0-2 1 0 0,1 1 0 0 0,11-2 0 0 0,24-10-2532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06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1067 70 400 0 0,'0'-1'353'0'0,"1"1"-212"0"0,0 0 0 0 0,0 0-1 0 0,0 0 1 0 0,0-1 0 0 0,0 1 0 0 0,0 0 0 0 0,0-1 0 0 0,0 1 0 0 0,0-1-1 0 0,0 1 1 0 0,0-1 0 0 0,0 1 0 0 0,-1-1 0 0 0,1 1 0 0 0,0-1-1 0 0,0 0 1 0 0,-1 0 0 0 0,1 1 0 0 0,0-1 0 0 0,-1 0 0 0 0,1 0 0 0 0,-1 0-1 0 0,1 0 1 0 0,-1 0 0 0 0,0 0 0 0 0,1 0 0 0 0,-1 0 0 0 0,0 0 0 0 0,1 0-1 0 0,-1 0 1 0 0,0 0 0 0 0,0 0 0 0 0,0 0 0 0 0,0-2 0 0 0,-1 3-90 0 0,1-1 1 0 0,0 0-1 0 0,-1 1 1 0 0,1-1 0 0 0,-1 0-1 0 0,0 1 1 0 0,1-1-1 0 0,-1 1 1 0 0,1-1 0 0 0,-1 1-1 0 0,0-1 1 0 0,1 1-1 0 0,-1-1 1 0 0,0 1 0 0 0,0 0-1 0 0,1-1 1 0 0,-1 1-1 0 0,0 0 1 0 0,0 0 0 0 0,1 0-1 0 0,-1-1 1 0 0,0 1 0 0 0,0 0-1 0 0,0 0 1 0 0,1 0-1 0 0,-3 1 1 0 0,-30-3 243 0 0,23 2-89 0 0,-19-3 234 0 0,-50 0 0 0 0,2 0 441 0 0,-142-15 252 0 0,48 13-599 0 0,150 5-507 0 0,12 2-78 0 0,0-1 1 0 0,0 1-1 0 0,0 0 1 0 0,0 1-1 0 0,0 0 1 0 0,0 1-1 0 0,1 0 1 0 0,-13 7-1 0 0,-2 0-41 0 0,-37 21 5 0 0,-105 76 0 0 0,146-98 99 0 0,15-9-10 0 0,0 1-1 0 0,0 0 1 0 0,0 0-1 0 0,0 1 1 0 0,0-1-1 0 0,1 1 1 0 0,0 0-1 0 0,-1 0 1 0 0,-3 4-1 0 0,-15 25-14 0 0,21-31 8 0 0,1-1 0 0 0,-1 1 0 0 0,0 0 0 0 0,1 0 1 0 0,-1 0-1 0 0,1 0 0 0 0,-1 0 0 0 0,1 0 0 0 0,-1 0 0 0 0,1-1 0 0 0,0 2 1 0 0,-1-1-1 0 0,1 0 0 0 0,0 0 0 0 0,0 0 0 0 0,0 0 0 0 0,0 0 1 0 0,0 0-1 0 0,0 0 0 0 0,0 0 0 0 0,0 0 0 0 0,0 0 0 0 0,1 0 1 0 0,-1 0-1 0 0,1 2 0 0 0,14 21 98 0 0,-10-17-60 0 0,-4-4-35 0 0,0 0-1 0 0,0 0 1 0 0,0 1 0 0 0,0-1 0 0 0,-1 0-1 0 0,1 1 1 0 0,-1-1 0 0 0,0 1 0 0 0,0-1 0 0 0,0 1-1 0 0,-2 5 1 0 0,1-5-18 0 0,1 0 0 0 0,0 0 0 0 0,0 1 0 0 0,0-1 0 0 0,0 0 0 0 0,0 0 0 0 0,1 1 0 0 0,0-1 0 0 0,1 5 0 0 0,2-2 28 0 0,1 0 0 0 0,-1-1 0 0 0,1 1 0 0 0,0-1 0 0 0,12 10 0 0 0,-11-10 4 0 0,0 0 0 0 0,0 0 0 0 0,-1 1 0 0 0,0-1 0 0 0,9 15 0 0 0,15 59-145 0 0,-26-76 128 0 0,-1-1 0 0 0,1 1 0 0 0,-1-1 0 0 0,1 0 0 0 0,0 0 0 0 0,0 0 0 0 0,1-1 0 0 0,-1 1 0 0 0,0-1 0 0 0,1 0 0 0 0,0 1 0 0 0,-1-2 0 0 0,1 1 0 0 0,0 0 0 0 0,6 1 0 0 0,18 10 5 0 0,-11-5-11 0 0,0-1 1 0 0,1 0-1 0 0,0-1 1 0 0,0-1-1 0 0,30 4 1 0 0,95 5-43 0 0,-116-12 89 0 0,225-3 109 0 0,-104-3 30 0 0,42-5-77 0 0,-162 5-43 0 0,-1-1 0 0 0,0-1 0 0 0,0-2 0 0 0,51-21 0 0 0,-26 6-76 0 0,61-39-1 0 0,-95 51 118 0 0,-1-2-1 0 0,0 0 1 0 0,-1 0-1 0 0,0-2 0 0 0,-1 0 1 0 0,-1 0-1 0 0,16-23 1 0 0,-25 29-28 0 0,-1 1 0 0 0,1-1 0 0 0,-1 0 0 0 0,-1-1 0 0 0,1 1 1 0 0,-2-1-1 0 0,1 1 0 0 0,1-18 0 0 0,-16-30 586 0 0,12 52-609 0 0,0-1 1 0 0,0 1 0 0 0,0-1-1 0 0,-1 1 1 0 0,0-1 0 0 0,0 1-1 0 0,-2-8 1 0 0,1 11-34 0 0,0-1 0 0 0,1 0 1 0 0,-1 1-1 0 0,0 0 0 0 0,0-1 0 0 0,-1 1 0 0 0,1 0 0 0 0,0 0 1 0 0,-1 0-1 0 0,1 0 0 0 0,-1 0 0 0 0,0 1 0 0 0,1-1 1 0 0,-1 1-1 0 0,-5-2 0 0 0,-63-29 562 0 0,-133-21 76 0 0,127 36-727 0 0,30 6 23 0 0,1 2 1 0 0,-58-3-1 0 0,83 11-331 0 0,-1 1 0 0 0,0 1 0 0 0,1 1 0 0 0,-1 1 0 0 0,1 0 0 0 0,0 2 0 0 0,-24 8 0 0 0,35-9-525 0 0,0-1 0 0 0,0 0 0 0 0,-1 0 1 0 0,-18 2-1 0 0,-16-4-3052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07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550 159 160 0 0,'1'-17'3156'0'0,"0"13"-2722"0"0,-1-1 1 0 0,1 0-1 0 0,-1 1 0 0 0,0-1 0 0 0,-1 1 0 0 0,1-1 0 0 0,-1 0 0 0 0,0 1 0 0 0,-2-8 0 0 0,-15-7 443 0 0,16 17-512 0 0,-1-1 1 0 0,1 1-1 0 0,0 0 0 0 0,0 0 1 0 0,0-1-1 0 0,0 1 0 0 0,1-1 1 0 0,-1 0-1 0 0,1 1 0 0 0,-3-7 0 0 0,26 5-58 0 0,18-6-246 0 0,-21 4-99 0 0,-1 2 0 0 0,38-4 0 0 0,-35 7-8 0 0,-9-1-57 0 0,-1 1 1 0 0,1 0-1 0 0,0 1 0 0 0,-1 0 1 0 0,1 1-1 0 0,-1 1 0 0 0,20 4 1 0 0,-28-6 33 0 0,-3 0 54 0 0,1 0-1 0 0,0 0 0 0 0,-1 0 0 0 0,1 0 0 0 0,0 0 0 0 0,-1 0 1 0 0,1 1-1 0 0,0-1 0 0 0,-1 0 0 0 0,1 0 0 0 0,0 1 0 0 0,-1-1 1 0 0,1 0-1 0 0,0 0 0 0 0,-1 1 0 0 0,1-1 0 0 0,-1 1 0 0 0,1-1 0 0 0,-1 1 1 0 0,1-1-1 0 0,-1 1 0 0 0,1-1 0 0 0,-1 1 0 0 0,1-1 0 0 0,0 2 1 0 0,-1-1-52 0 0,0-1 69 0 0,0 0 0 0 0,0 0 0 0 0,0 0 0 0 0,0 0 0 0 0,0 0 0 0 0,0 0 1 0 0,0 1-1 0 0,0-1 0 0 0,0 0 0 0 0,0 0 0 0 0,0 0 0 0 0,0 0 0 0 0,0 0 0 0 0,0 0 0 0 0,0 0 0 0 0,0 1 1 0 0,0-1-1 0 0,0 0 0 0 0,0 0 0 0 0,0 0 0 0 0,0 0 0 0 0,0 0 0 0 0,0 0 0 0 0,0 1 0 0 0,0-1 0 0 0,0 0 0 0 0,0 0 1 0 0,0 0-1 0 0,0 0 0 0 0,0 0 0 0 0,0 0 0 0 0,0 0 0 0 0,0 1 0 0 0,0-1 0 0 0,0 0 0 0 0,0 0 0 0 0,0 0 1 0 0,-1 0-1 0 0,1 0 0 0 0,0 0 0 0 0,0 0 0 0 0,0 0 0 0 0,0 0 0 0 0,0 0 0 0 0,0 0 0 0 0,0 1 0 0 0,0-1 1 0 0,-1 0-1 0 0,1 0 0 0 0,0 0 0 0 0,0 0 0 0 0,0 0 0 0 0,0 0 0 0 0,0 0 0 0 0,0 0 0 0 0,-1 0 0 0 0,1 0 0 0 0,0 0 1 0 0,0 0-1 0 0,0 0 0 0 0,0 0 0 0 0,0 0 0 0 0,0-1 0 0 0,-1 1 0 0 0,1 0 0 0 0,0 0 0 0 0,0 0 0 0 0,0 0 1 0 0,0 0-1 0 0,-20 0 404 0 0,-193 5 535 0 0,189-3-880 0 0,16-2-83 0 0,-1 0 0 0 0,1 1 0 0 0,-1 0-1 0 0,1 1 1 0 0,-1 0 0 0 0,1 0 0 0 0,0 1 0 0 0,0 0 0 0 0,-11 6 0 0 0,10-5-19 0 0,5-2 36 0 0,0 0 1 0 0,-1 0 0 0 0,1 1-1 0 0,0-1 1 0 0,0 1 0 0 0,0 0-1 0 0,1 0 1 0 0,-1 0 0 0 0,1 1-1 0 0,0-1 1 0 0,-6 8-1 0 0,-13 31-75 0 0,22-41 79 0 0,0 0-1 0 0,-1 0 1 0 0,1 0-1 0 0,0 0 1 0 0,-1 0-1 0 0,1-1 1 0 0,0 1-1 0 0,0 0 1 0 0,0 0-1 0 0,0 0 1 0 0,0 0-1 0 0,0 0 1 0 0,0 0-1 0 0,0 0 1 0 0,1-1-1 0 0,-1 1 1 0 0,0 0-1 0 0,0 0 1 0 0,1 0-1 0 0,-1 0 1 0 0,0 0-1 0 0,1-1 1 0 0,-1 1-1 0 0,1 0 1 0 0,0 0-1 0 0,19 21 15 0 0,-6-7 0 0 0,-9-4-24 0 0,-4-10 5 0 0,-1 1 1 0 0,1-1 0 0 0,0 0 0 0 0,0 1 0 0 0,-1-1 0 0 0,1 0-1 0 0,0 1 1 0 0,0-1 0 0 0,0 0 0 0 0,0 0 0 0 0,0 0 0 0 0,1 0-1 0 0,-1 0 1 0 0,0 0 0 0 0,0 0 0 0 0,1 0 0 0 0,-1-1 0 0 0,0 1-1 0 0,1 0 1 0 0,2 0 0 0 0,122 46 72 0 0,-108-43-83 0 0,0 2 0 0 0,0 1 0 0 0,0 0 0 0 0,17 10 0 0 0,-35-15 27 0 0,1 0 0 0 0,0 0 1 0 0,0 0-1 0 0,-1 0 0 0 0,1 0 1 0 0,-1 0-1 0 0,0 0 0 0 0,0 0 1 0 0,1 0-1 0 0,-1 1 0 0 0,-1-1 1 0 0,1 0-1 0 0,0 0 0 0 0,0 0 1 0 0,-1 0-1 0 0,1 0 0 0 0,-1 0 1 0 0,0 0-1 0 0,0 2 0 0 0,-2 0-9 0 0,0-1-1 0 0,-1 0 1 0 0,1 0-1 0 0,0 0 1 0 0,-1-1 0 0 0,1 1-1 0 0,-1-1 1 0 0,0 0-1 0 0,0 0 1 0 0,-8 3-1 0 0,-1 1 9 0 0,-85 39 408 0 0,-1-5 0 0 0,-125 32 0 0 0,210-67-610 0 0,0-1 0 0 0,0-1 0 0 0,0 0 0 0 0,0-1 0 0 0,-1 0 0 0 0,1-1-1 0 0,-1-1 1 0 0,1-1 0 0 0,-28-3 0 0 0,21-7-2011 0 0,21 10 2096 0 0,-1 1-1 0 0,1-1 1 0 0,0 0 0 0 0,-1 1-1 0 0,1-1 1 0 0,0 1-1 0 0,-1-1 1 0 0,1 0 0 0 0,0 1-1 0 0,0-1 1 0 0,0 0-1 0 0,0 1 1 0 0,0-1 0 0 0,-1 0-1 0 0,1 1 1 0 0,0-1-1 0 0,1 0 1 0 0,-1 1 0 0 0,0-1-1 0 0,0 0 1 0 0,0 1-1 0 0,0-1 1 0 0,0 0 0 0 0,1 1-1 0 0,-1-1 1 0 0,0 0-1 0 0,1 1 1 0 0,-1-1 0 0 0,0 1-1 0 0,1-1 1 0 0,-1 1-1 0 0,1-1 1 0 0,-1 1 0 0 0,1-1-1 0 0,0 0 1 0 0,36-30-4375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08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1 240 0 0,'-2'3'5578'0'0,"11"19"-4740"0"0,4 5 29 0 0,-5-8-514 0 0,1 0 1 0 0,1-1-1 0 0,1 0 1 0 0,1 0 0 0 0,25 28-1 0 0,-15-25-293 0 0,2-1 0 0 0,1-1 0 0 0,0-1 1 0 0,1-1-1 0 0,52 24 0 0 0,-73-39-117 0 0,1 0 1 0 0,0 0-1 0 0,0-1 1 0 0,0 0 0 0 0,0 0-1 0 0,0-1 1 0 0,0 1 0 0 0,0-1-1 0 0,11-2 1 0 0,-13 2-118 0 0,0-1 0 0 0,0 0 0 0 0,0 0 0 0 0,-1 0 0 0 0,1 0 0 0 0,0-1 0 0 0,0 1 0 0 0,-1-1 0 0 0,0 0 0 0 0,1 0-1 0 0,-1 0 1 0 0,0-1 0 0 0,0 1 0 0 0,0-1 0 0 0,3-3 0 0 0,-5 5 63 0 0,0 0 0 0 0,-1 0 0 0 0,1 0 0 0 0,-1 0 0 0 0,0 0 0 0 0,1 0 0 0 0,-1-1 1 0 0,0 1-1 0 0,0 0 0 0 0,1 0 0 0 0,-1 0 0 0 0,0 0 0 0 0,0 0 0 0 0,0-1 0 0 0,0 1 0 0 0,-1 0 0 0 0,1 0 0 0 0,0 0 0 0 0,0 0 0 0 0,-1 0 0 0 0,1 0 0 0 0,-1 0 0 0 0,1-1 0 0 0,-2 0 0 0 0,-16-16-2170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08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98 240 0 0,'-45'6'3602'0'0,"23"-2"1600"0"0,44-8-4642 0 0,1-2-79 0 0,21 2-161 0 0,23-18-720 0 0,133-49-3442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09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6 1521 0 0,'7'-2'597'0'0,"1"1"0"0"0,-1 0 1 0 0,1 0-1 0 0,-1 0 0 0 0,1 1 1 0 0,13 2-1 0 0,53 14 695 0 0,-47-9-909 0 0,-12-3-227 0 0,42 9 539 0 0,107 43 1 0 0,-160-54-664 0 0,0-1 1 0 0,-1 1-1 0 0,1 1 0 0 0,0-1 0 0 0,-1 1 1 0 0,0-1-1 0 0,1 1 0 0 0,-1 0 0 0 0,0 0 1 0 0,-1 0-1 0 0,1 1 0 0 0,0-1 0 0 0,-1 0 1 0 0,0 1-1 0 0,3 5 0 0 0,-3-2 76 0 0,-1-1-1 0 0,1 1 1 0 0,-1 0-1 0 0,0-1 1 0 0,-1 1 0 0 0,0 12-1 0 0,0-15-42 0 0,0 2 77 0 0,-1 0-1 0 0,0 0 1 0 0,0 0 0 0 0,-1 0-1 0 0,0-1 1 0 0,0 1-1 0 0,0-1 1 0 0,-1 1 0 0 0,1-1-1 0 0,-1 0 1 0 0,-1 0 0 0 0,1 0-1 0 0,-1 0 1 0 0,1-1-1 0 0,-1 1 1 0 0,-5 3 0 0 0,-8 7 482 0 0,0-1 1 0 0,-36 23 0 0 0,35-27-380 0 0,0-1-1 0 0,-1 0 1 0 0,0-1-1 0 0,0-2 1 0 0,-1 0-1 0 0,1-1 1 0 0,-1 0-1 0 0,-1-2 1 0 0,1-1-1 0 0,-36 1 1 0 0,27-4-121 0 0,0-1 0 0 0,1-1 0 0 0,-1-1 0 0 0,1-2 0 0 0,0 0 0 0 0,0-2 0 0 0,-31-14 0 0 0,51 19-183 0 0,-29-14-71 0 0,36 16 106 0 0,-1 1 0 0 0,1-1 0 0 0,0 0 0 0 0,-1 0 1 0 0,1 0-1 0 0,0 0 0 0 0,0 0 0 0 0,0 0 0 0 0,-1 0 0 0 0,1 0 0 0 0,0 0 0 0 0,0 0 0 0 0,0-1 0 0 0,1 1 0 0 0,-1 0 0 0 0,0-1 0 0 0,0 1 1 0 0,1-1-1 0 0,-2-2 0 0 0,25 3-310 0 0,-13 0 281 0 0,0 2 0 0 0,0-1-1 0 0,0 2 1 0 0,0-1-1 0 0,14 5 1 0 0,62 15 38 0 0,-18-5-4 0 0,111 43 0 0 0,-140-43 188 0 0,37 13-4111 0 0,-71-27 3366 0 0,0-1 0 0 0,0 0 0 0 0,0 0 0 0 0,1 0 0 0 0,-1-1 0 0 0,0 0 0 0 0,0 0 0 0 0,0 0 0 0 0,0-1 0 0 0,0 0 0 0 0,9-2 0 0 0,11-13-4306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09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28 960 0 0,'-103'-22'9351'0'0,"103"22"-9270"0"0,0 0 0 0 0,0 0 0 0 0,0 0 0 0 0,1 0 0 0 0,-1 0 0 0 0,0 0 0 0 0,0 0 0 0 0,0 0 0 0 0,0 0 0 0 0,0 0 0 0 0,0-1 0 0 0,0 1 0 0 0,1 0 0 0 0,-1 0 0 0 0,0 0 0 0 0,0 0 0 0 0,0 0 0 0 0,0 0 0 0 0,0-1 0 0 0,0 1 0 0 0,0 0 0 0 0,0 0 0 0 0,0 0 0 0 0,0 0 0 0 0,0 0 0 0 0,0 0 0 0 0,0-1 0 0 0,0 1 0 0 0,0 0 0 0 0,0 0 0 0 0,0 0 0 0 0,0 0 0 0 0,0-1 0 0 0,0 1 0 0 0,0 0 0 0 0,0 0 0 0 0,0 0 0 0 0,0 0 0 0 0,0 0 0 0 0,0 0 0 0 0,0-1 0 0 0,0 1 0 0 0,-1 0 0 0 0,1 0 0 0 0,0 0 0 0 0,0 0 0 0 0,0 0 0 0 0,0 0 0 0 0,0 0 0 0 0,0-1 0 0 0,0 1 0 0 0,-1 0 0 0 0,1 0 0 0 0,0 0 0 0 0,0 0 0 0 0,313 5 542 0 0,-108 4-8369 0 0,-176-9 4504 0 0,-6 0 281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10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1 800 0 0,'-22'5'5443'0'0,"0"-5"-2962"0"0,44 0-2401 0 0,-22 4 400 0 0,44 6 161 0 0,1-5-161 0 0,-1-1-160 0 0,67 2 0 0 0,40-2-480 0 0,-40-4-1201 0 0,-22 0-1360 0 0,-22 0-2561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10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42 215 3522 0 0,'5'-7'429'0'0,"15"-22"1364"0"0,39-43 0 0 0,-48 61-1712 0 0,-6 6-121 0 0,0 0-1 0 0,0 0 1 0 0,-1 0 0 0 0,0-1 0 0 0,0 1 0 0 0,6-12 0 0 0,-7 12 65 0 0,1 0 0 0 0,0 1 0 0 0,-1-1 0 0 0,1 1 0 0 0,1 0 0 0 0,-1 0 0 0 0,6-3 0 0 0,-6 1 81 0 0,0 2 15 0 0,3 4-91 0 0,-2 0 57 0 0,-8 2 38 0 0,-10 9 113 0 0,4-2-37 0 0,1 1 0 0 0,1-1 1 0 0,-1 2-1 0 0,1-1 0 0 0,1 1 0 0 0,0 0 1 0 0,-6 17-1 0 0,-18 31 390 0 0,-51 75 9 0 0,75-125-605 0 0,1 0-1 0 0,-2 0 1 0 0,1 0 0 0 0,-10 9-1 0 0,16-19-4 0 0,0 1 0 0 0,0 0 0 0 0,0 0 0 0 0,0 0 0 0 0,1 0 0 0 0,-1 0 0 0 0,0 0 0 0 0,0 0 0 0 0,0 0 0 0 0,0 0 0 0 0,0 0 0 0 0,1 0-1 0 0,-1 0 1 0 0,0 0 0 0 0,0-1 0 0 0,0 1 0 0 0,0 0 0 0 0,0 0 0 0 0,1 0 0 0 0,-1 0 0 0 0,0 0 0 0 0,0 1 0 0 0,0-1 0 0 0,0 0 0 0 0,0 0 0 0 0,1 0-1 0 0,-1 0 1 0 0,0 0 0 0 0,0 0 0 0 0,0 0 0 0 0,0 0 0 0 0,0 0 0 0 0,0 0 0 0 0,1 0 0 0 0,-1 0 0 0 0,0 0 0 0 0,0 1 0 0 0,0-1 0 0 0,0 0 0 0 0,0 0-1 0 0,0 0 1 0 0,0 0 0 0 0,0 0 0 0 0,0 0 0 0 0,0 0 0 0 0,1 1 0 0 0,-1-1 0 0 0,0 0 0 0 0,0 0 0 0 0,0 0 0 0 0,0 0 0 0 0,0 0 0 0 0,0 1-1 0 0,0-1 1 0 0,0 0 0 0 0,0 0 0 0 0,0 0 0 0 0,0 0 0 0 0,0 0 0 0 0,0 1 0 0 0,0-1 0 0 0,0 0 0 0 0,-1 0 0 0 0,1 0 0 0 0,16-3-590 0 0,-10 2 319 0 0,69-25-2228 0 0,-67 23 1979 0 0,0-1 0 0 0,0 0 0 0 0,-1 0 0 0 0,1-1 0 0 0,-1 0 0 0 0,0-1 1 0 0,8-6-1 0 0,7-15-2045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11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88 1121 0 0,'-4'0'1814'0'0,"-1"1"-1364"0"0,0-1 0 0 0,0 1 1 0 0,1-1-1 0 0,-1 1 0 0 0,0 1 1 0 0,0-1-1 0 0,1 1 0 0 0,-1-1 0 0 0,1 1 1 0 0,0 1-1 0 0,-7 3 0 0 0,-2 4-353 0 0,0 0 0 0 0,-13 14 0 0 0,-12 10 532 0 0,34-30-583 0 0,0-1 0 0 0,0 1 0 0 0,0 0 0 0 0,0 0 0 0 0,1 0 0 0 0,0 0 0 0 0,-1 1 0 0 0,2-1 0 0 0,-1 1 1 0 0,0 0-1 0 0,-2 8 0 0 0,4-10-27 0 0,0 0 1 0 0,1-1 0 0 0,0 1 0 0 0,-1 0 0 0 0,1 0-1 0 0,0-1 1 0 0,0 1 0 0 0,1 0 0 0 0,-1 0-1 0 0,0-1 1 0 0,1 1 0 0 0,0 0 0 0 0,-1-1-1 0 0,1 1 1 0 0,0 0 0 0 0,1-1 0 0 0,-1 1 0 0 0,0-1-1 0 0,1 0 1 0 0,-1 1 0 0 0,1-1 0 0 0,0 0-1 0 0,0 0 1 0 0,0 0 0 0 0,2 2 0 0 0,2 0-11 0 0,0 1 0 0 0,0-1-1 0 0,1-1 1 0 0,-1 1 0 0 0,1-1 0 0 0,0 0 0 0 0,0 0 0 0 0,0-1 0 0 0,0 0 0 0 0,0-1 0 0 0,1 1-1 0 0,-1-1 1 0 0,1 0 0 0 0,-1-1 0 0 0,9 0 0 0 0,4-1-3 0 0,0-1 0 0 0,0-1 1 0 0,-1 0-1 0 0,24-8 0 0 0,-32 7 10 0 0,0 0-1 0 0,-1-1 0 0 0,1 0 1 0 0,-1 0-1 0 0,0-1 1 0 0,0-1-1 0 0,10-8 0 0 0,1-1 9 0 0,0 2-3 0 0,36-28 37 0 0,-51 38-48 0 0,-1-1 1 0 0,0 0-1 0 0,0 0 0 0 0,-1-1 0 0 0,1 0 0 0 0,-1 1 0 0 0,6-13 0 0 0,-9 15-6 0 0,0 0 0 0 0,0 0 0 0 0,0 0 0 0 0,-1-1 0 0 0,1 1 0 0 0,-1 0 0 0 0,0-1 0 0 0,0 1 0 0 0,0 0 0 0 0,0-1 0 0 0,0 1 0 0 0,-1 0 0 0 0,0-1 0 0 0,1 1 0 0 0,-1 0 0 0 0,-1 0 0 0 0,1 0 0 0 0,-3-5 0 0 0,-2-9 0 0 0,5 14-13 0 0,1 0 1 0 0,-1 0-1 0 0,0 0 0 0 0,0 0 0 0 0,0 0 1 0 0,0 1-1 0 0,0-1 0 0 0,0 0 0 0 0,-1 1 1 0 0,0-1-1 0 0,1 1 0 0 0,-1-1 1 0 0,0 1-1 0 0,0 0 0 0 0,0 0 0 0 0,0 0 1 0 0,-1 0-1 0 0,1 0 0 0 0,-1 1 1 0 0,1-1-1 0 0,-1 0 0 0 0,1 1 0 0 0,-1 0 1 0 0,0 0-1 0 0,-5-2 0 0 0,-1 0-178 0 0,-1 1-1 0 0,1 0 0 0 0,-1 0 1 0 0,1 1-1 0 0,-1 0 0 0 0,0 0 1 0 0,1 1-1 0 0,-1 1 0 0 0,0-1 1 0 0,1 2-1 0 0,-1-1 1 0 0,1 1-1 0 0,-1 1 0 0 0,-8 3 1 0 0,-40 15-1508 0 0,9-1-1653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12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25 2401 0 0,'-46'-4'2834'0'0,"30"3"-2534"0"0,-1 0 0 0 0,1-1 1 0 0,0 0-1 0 0,-25-8 0 0 0,36 5 149 0 0,10 6-44 0 0,42 23-240 0 0,-5-6-76 0 0,-19-5-70 0 0,0 2 0 0 0,-1 0 0 0 0,-1 1 0 0 0,-1 1 0 0 0,0 1 0 0 0,24 28 0 0 0,-7-9-579 0 0,-37-37 538 0 0,1 0 0 0 0,-1 0 0 0 0,0 0 0 0 0,0 0 0 0 0,0 0 0 0 0,1 0 0 0 0,-1 0-1 0 0,0 0 1 0 0,0 0 0 0 0,0 0 0 0 0,1 0 0 0 0,-1 1 0 0 0,0-1 0 0 0,0 0 0 0 0,0 0 0 0 0,0 0 0 0 0,0 0 0 0 0,1 0 0 0 0,-1 1 0 0 0,0-1 0 0 0,0 0 0 0 0,0 0 0 0 0,0 0 0 0 0,0 1 0 0 0,0-1 0 0 0,0 0 0 0 0,0 0 0 0 0,0 0 0 0 0,0 1 0 0 0,0-1 0 0 0,0 0 0 0 0,0 0 0 0 0,0 0 0 0 0,0 1 0 0 0,0-1 0 0 0,0 0 0 0 0,0 0 0 0 0,0 0 0 0 0,0 1 0 0 0,0-1-1 0 0,0 0 1 0 0,0 0 0 0 0,0 0 0 0 0,0 1 0 0 0,0-1 0 0 0,0 0 0 0 0,0 0 0 0 0,-1 0 0 0 0,1 0 0 0 0,0 1 0 0 0,0-1 0 0 0,0 0 0 0 0,0 0 0 0 0,0 0 0 0 0,-1 0 0 0 0,1 0 0 0 0,0 0 0 0 0,0 1 0 0 0,0-1 0 0 0,-1 0 0 0 0,1 0 0 0 0,0 0 0 0 0,0 0 0 0 0,0 0 0 0 0,-1 0 0 0 0,-17 1-2419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12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0 281 2241 0 0,'22'-14'2001'0'0,"0"-1"-640"0"0,23-3-561 0 0,44-10-240 0 0,62-19-240 0 0,-18 10-320 0 0,-22-1-400 0 0,-44-4-800 0 0,22 1-2962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12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41 720 0 0,'0'-18'1601'0'0,"0"9"-160"0"0,-22-1-321 0 0,22 6-159 0 0,0 8-401 0 0,-22 39 0 0 0,22 40-160 0 0,0 2-240 0 0,0 4 81 0 0,0-5-81 0 0,-22-18-80 0 0,22-5-80 0 0,0 4 0 0 0,-22-8-160 0 0,-1-11-81 0 0,-21-17-399 0 0,22-25-1441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13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84 880 0 0,'0'0'2482'0'0,"-22"4"-642"0"0,44-4-399 0 0,-22 6-400 0 0,22-2-321 0 0,23 6-320 0 0,17-5-240 0 0,71-10-320 0 0,89-15-800 0 0,-88-21-721 0 0,-50-5-2961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13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45 161 560 0 0,'16'-24'2556'0'0,"-12"16"-2250"0"0,1 1 0 0 0,-1 0 0 0 0,1 0 0 0 0,0 1 0 0 0,1 0 0 0 0,0 0 0 0 0,0 0 1 0 0,0 0-1 0 0,0 1 0 0 0,14-8 0 0 0,30-9-392 0 0,7-4 172 0 0,-53 24-56 0 0,-1 1 0 0 0,1-1 0 0 0,0 1 0 0 0,0 0 0 0 0,-1 0 0 0 0,1 0 0 0 0,0 0 0 0 0,0 0 0 0 0,0 1 0 0 0,0 0 0 0 0,0 0 0 0 0,0 0 0 0 0,0 0 0 0 0,-1 1 0 0 0,1-1 0 0 0,0 1 0 0 0,0 0 0 0 0,0 0 0 0 0,-1 1 0 0 0,1-1 0 0 0,0 1 0 0 0,5 3 0 0 0,-7-4 19 0 0,1 1 0 0 0,-1-1 1 0 0,1 1-1 0 0,-1 0 0 0 0,1 0 0 0 0,-1 0 0 0 0,0 0 0 0 0,0 0 0 0 0,0 0 0 0 0,0 0 0 0 0,-1 1 0 0 0,1-1 0 0 0,0 1 0 0 0,-1 0 0 0 0,0-1 0 0 0,0 1 0 0 0,0 0 0 0 0,0 0 0 0 0,0-1 0 0 0,0 1 0 0 0,-1 0 0 0 0,1 0 0 0 0,-1 0 0 0 0,0 0 0 0 0,0 0 0 0 0,0 0 0 0 0,0 0 0 0 0,0 0 0 0 0,-2 3 0 0 0,1-1 12 0 0,-2 0 1 0 0,1 0-1 0 0,0 0 0 0 0,-1-1 1 0 0,0 1-1 0 0,0-1 1 0 0,0 1-1 0 0,-1-1 0 0 0,1 0 1 0 0,-1 0-1 0 0,0-1 1 0 0,0 1-1 0 0,0-1 0 0 0,-1 0 1 0 0,-8 5-1 0 0,-6 1 63 0 0,1-1 0 0 0,-37 11 1 0 0,23-8 54 0 0,-5 6 273 0 0,34-15-405 0 0,-1 0-1 0 0,0 0 1 0 0,1 0-1 0 0,-1-1 0 0 0,0 1 1 0 0,1-1-1 0 0,-1 0 1 0 0,0 0-1 0 0,0 0 0 0 0,0 0 1 0 0,0-1-1 0 0,0 1 1 0 0,-1-1-1 0 0,1 0 0 0 0,0 0 1 0 0,0-1-1 0 0,0 1 1 0 0,-7-3-1 0 0,-2-2-46 0 0,-1 0 0 0 0,-22-12 0 0 0,36 17-2 0 0,0-1 0 0 0,-1 1 1 0 0,1 0-1 0 0,0-1 0 0 0,-1 1 0 0 0,1-1 1 0 0,0 1-1 0 0,0-1 0 0 0,-1 1 0 0 0,1-1 1 0 0,0 1-1 0 0,0-1 0 0 0,0 1 0 0 0,0-1 1 0 0,-1 1-1 0 0,1-1 0 0 0,0 1 0 0 0,0-1 1 0 0,0 1-1 0 0,0-1 0 0 0,0 1 0 0 0,0-1 1 0 0,0 1-1 0 0,1-1 0 0 0,-1 1 0 0 0,0-1 1 0 0,0 1-1 0 0,0-1 0 0 0,1 1 0 0 0,-1-1 1 0 0,0 1-1 0 0,0-1 0 0 0,1 1 0 0 0,-1-1 1 0 0,0 1-1 0 0,1 0 0 0 0,-1-1 0 0 0,11-1 2 0 0,0 0 0 0 0,0 2 0 0 0,0-1 0 0 0,0 1 0 0 0,21 3 0 0 0,55 12 0 0 0,-86-15 0 0 0,163 38 223 0 0,-44-10-4888 0 0,-105-23 1664 0 0,-30-1 200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14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1 195 4322 0 0,'0'1'75'0'0,"0"-1"0"0"0,0 1 0 0 0,0 0 0 0 0,0 0 0 0 0,1 0 0 0 0,-1 0 0 0 0,0-1 0 0 0,1 1 0 0 0,-1 0 0 0 0,1 0-1 0 0,-1 0 1 0 0,1-1 0 0 0,-1 1 0 0 0,1 0 0 0 0,0-1 0 0 0,-1 1 0 0 0,1-1 0 0 0,0 1 0 0 0,-1-1 0 0 0,1 1 0 0 0,0-1 0 0 0,0 1 0 0 0,-1-1 0 0 0,1 1 0 0 0,0-1 0 0 0,0 0 0 0 0,0 0 0 0 0,0 1 0 0 0,-1-1 0 0 0,1 0 0 0 0,0 0-1 0 0,0 0 1 0 0,0 0 0 0 0,2 0 0 0 0,41-2-113 0 0,-23 0 628 0 0,-17 2-482 0 0,-3 0-86 0 0,-1 0-1 0 0,1 1 1 0 0,0-1 0 0 0,-1 0 0 0 0,1 0 0 0 0,-1 0-1 0 0,1 0 1 0 0,0 0 0 0 0,-1 0 0 0 0,1 0 0 0 0,0 0-1 0 0,-1 0 1 0 0,1 0 0 0 0,-1 0 0 0 0,1 0-1 0 0,0-1 1 0 0,-1 1 0 0 0,1 0 0 0 0,-1 0 0 0 0,1-1-1 0 0,-1 1 1 0 0,1 0 0 0 0,-1-1 0 0 0,1 1 0 0 0,-1 0-1 0 0,1-1 1 0 0,-1 1 0 0 0,1-1 0 0 0,-1 1-1 0 0,0-1 1 0 0,1 1 0 0 0,0-2 0 0 0,-1 1 16 0 0,1 0-1 0 0,0 0 1 0 0,0 0 0 0 0,0 0 0 0 0,0 0 0 0 0,0 0-1 0 0,0 0 1 0 0,0 1 0 0 0,0-1 0 0 0,0 0 0 0 0,0 0-1 0 0,0 1 1 0 0,0-1 0 0 0,2 0 0 0 0,7-4 369 0 0,14-8 146 0 0,11-6 308 0 0,-24 8-643 0 0,0-1 0 0 0,0 0 0 0 0,16-28 0 0 0,-18 27-183 0 0,-6 10-28 0 0,0 0 0 0 0,0 1 0 0 0,0 0 0 0 0,0-1 0 0 0,0 1 0 0 0,0 0 0 0 0,0 0 0 0 0,7-2 0 0 0,16-12 10 0 0,-20 10 2 0 0,10-6 28 0 0,-12 5-153 0 0,-4 12-1 0 0,0 0 123 0 0,-1 1 1 0 0,1 0 0 0 0,-1 0-1 0 0,0-1 1 0 0,0 1-1 0 0,-1 0 1 0 0,0-1-1 0 0,-3 7 1 0 0,-5 16 141 0 0,-29 75 157 0 0,16-45-310 0 0,-3 23-379 0 0,12-49-19 0 0,7-17 15 0 0,0 0-1 0 0,-5 24 1 0 0,10-34 174 0 0,1 0 1 0 0,1 0-1 0 0,-1 0 1 0 0,1 0-1 0 0,0 0 0 0 0,0 1 1 0 0,0-1-1 0 0,1 0 1 0 0,-1 0-1 0 0,1 0 0 0 0,1 0 1 0 0,1 6-1 0 0,-2-9 40 0 0,0-1 0 0 0,-1 1 0 0 0,1-1-1 0 0,0 1 1 0 0,0-1 0 0 0,0 0 0 0 0,0 0 0 0 0,0 1 0 0 0,0-1-1 0 0,1 0 1 0 0,-1 0 0 0 0,2 1 0 0 0,-3-2 122 0 0,0 0 0 0 0,0 0 0 0 0,0 0 0 0 0,0 0 0 0 0,0 0 0 0 0,0 0 0 0 0,0-1 0 0 0,0 1 1 0 0,0 0-1 0 0,0 0 0 0 0,0 0 0 0 0,0 0 0 0 0,0 0 0 0 0,0 0 0 0 0,0 0 0 0 0,0 0 0 0 0,0 0 0 0 0,0-1 0 0 0,0 1 0 0 0,0 0 0 0 0,0 0 1 0 0,0 0-1 0 0,0 0 0 0 0,0 0 0 0 0,0 0 0 0 0,0 0 0 0 0,1 0 0 0 0,-1 0 0 0 0,0 0 0 0 0,0 0 0 0 0,0 0 0 0 0,0 0 0 0 0,0 0 0 0 0,0-1 1 0 0,0 1-1 0 0,0 0 0 0 0,0 0 0 0 0,0 0 0 0 0,0 0 0 0 0,1 0 0 0 0,-1 0 0 0 0,0 0 0 0 0,0 0 0 0 0,0 0 0 0 0,0 0 0 0 0,0 0 0 0 0,0 0 0 0 0,0 0 1 0 0,0 0-1 0 0,0 0 0 0 0,1 0 0 0 0,-1 0 0 0 0,0 0 0 0 0,0 0 0 0 0,0 1 0 0 0,0-1 0 0 0,0 0 0 0 0,0 0 0 0 0,0 0 0 0 0,0 0 0 0 0,0 0 1 0 0,0 0-1 0 0,0 0 0 0 0,0 0 0 0 0,1 0 0 0 0,-1 0 0 0 0,0 0 0 0 0,0 0 0 0 0,0 0 0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15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179 233 560 0 0,'0'-1'218'0'0,"0"0"-1"0"0,-1 1 0 0 0,1-1 1 0 0,0 1-1 0 0,0-1 0 0 0,0 0 1 0 0,-1 1-1 0 0,1-1 0 0 0,0 1 1 0 0,0-1-1 0 0,-1 1 0 0 0,1-1 1 0 0,0 1-1 0 0,-1-1 0 0 0,1 1 1 0 0,-1 0-1 0 0,1-1 0 0 0,-1 1 1 0 0,1-1-1 0 0,-1 1 0 0 0,1 0 1 0 0,-1-1-1 0 0,1 1 0 0 0,-1 0 1 0 0,1 0-1 0 0,-1-1 0 0 0,0 1 1 0 0,-25-3 1427 0 0,19 3-1588 0 0,0 0-1 0 0,0 1 1 0 0,0 0-1 0 0,0 0 1 0 0,-10 4 0 0 0,10-1-2 0 0,-1-1 1 0 0,2 1 0 0 0,-1 0-1 0 0,0 1 1 0 0,1 0 0 0 0,0 0-1 0 0,0 0 1 0 0,0 0 0 0 0,1 1-1 0 0,-8 10 1 0 0,12-14-45 0 0,-1 0 1 0 0,1 0 0 0 0,0 0-1 0 0,0 0 1 0 0,-1 1-1 0 0,1-1 1 0 0,1 0-1 0 0,-1 1 1 0 0,0-1 0 0 0,0 1-1 0 0,1-1 1 0 0,0 1-1 0 0,-1-1 1 0 0,1 1-1 0 0,0-1 1 0 0,0 1 0 0 0,0-1-1 0 0,1 1 1 0 0,-1-1-1 0 0,1 0 1 0 0,-1 1-1 0 0,1-1 1 0 0,0 1 0 0 0,0-1-1 0 0,0 0 1 0 0,0 1-1 0 0,0-1 1 0 0,0 0-1 0 0,1 0 1 0 0,-1 0 0 0 0,1 0-1 0 0,0 0 1 0 0,-1 0-1 0 0,1-1 1 0 0,0 1 0 0 0,4 2-1 0 0,5 4-29 0 0,0 0-1 0 0,1-1 1 0 0,0-1 0 0 0,0 0-1 0 0,1-1 1 0 0,0 0 0 0 0,0-1-1 0 0,0 0 1 0 0,26 3 0 0 0,-29-5 3 0 0,0-2 1 0 0,1 1-1 0 0,-1-1 1 0 0,0-1-1 0 0,1 0 0 0 0,-1 0 1 0 0,0-1-1 0 0,0 0 1 0 0,0-1-1 0 0,0 0 1 0 0,0-1-1 0 0,-1 0 1 0 0,17-10-1 0 0,-2 0 71 0 0,-2-2 0 0 0,0-1 0 0 0,-1-1 0 0 0,0-1 0 0 0,-2 0 0 0 0,0-2 0 0 0,-2 0 0 0 0,0-1 0 0 0,16-28 1 0 0,-30 45-24 0 0,0 0 1 0 0,0-1 0 0 0,-1 1 0 0 0,0-1-1 0 0,0 1 1 0 0,0-1 0 0 0,-1 0 0 0 0,0 0 0 0 0,0 0-1 0 0,0 0 1 0 0,-1 0 0 0 0,0 0 0 0 0,0 0 0 0 0,-1-9-1 0 0,0 11-17 0 0,0 0 0 0 0,-1 0 0 0 0,1-1-1 0 0,-1 1 1 0 0,0 0 0 0 0,0 1 0 0 0,0-1 0 0 0,-1 0-1 0 0,1 1 1 0 0,-1-1 0 0 0,0 1 0 0 0,0 0-1 0 0,0 0 1 0 0,0 0 0 0 0,-1 0 0 0 0,1 0-1 0 0,-1 1 1 0 0,0-1 0 0 0,1 1 0 0 0,-1 0-1 0 0,-5-1 1 0 0,2 0-290 0 0,0 1-1 0 0,1-1 0 0 0,-1 2 1 0 0,0-1-1 0 0,0 1 0 0 0,0 0 1 0 0,0 0-1 0 0,-1 1 1 0 0,1 0-1 0 0,0 0 0 0 0,0 1 1 0 0,0 0-1 0 0,0 0 0 0 0,0 1 1 0 0,0-1-1 0 0,-11 6 0 0 0,-4 5-3273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15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15 720 0 0,'-14'-3'1456'0'0,"13"4"-1229"0"0,-1-1 0 0 0,1 0-1 0 0,-1 0 1 0 0,1 0 0 0 0,-1 0-1 0 0,1-1 1 0 0,-1 1 0 0 0,1 0-1 0 0,-1-1 1 0 0,1 1 0 0 0,0-1-1 0 0,-1 1 1 0 0,1-1 0 0 0,0 0-1 0 0,-1 1 1 0 0,1-1 0 0 0,0 0 0 0 0,0 0-1 0 0,0 0 1 0 0,-2-2 0 0 0,3 3 266 0 0,-12 2 363 0 0,31 4-252 0 0,44 6-76 0 0,-50-10-488 0 0,186 27 214 0 0,-154-25-1032 0 0,0-2-1 0 0,63-5 1 0 0,-100 3 256 0 0,-1-1 0 0 0,0 0 1 0 0,0 0-1 0 0,-1-1 0 0 0,1 0 0 0 0,0 0 1 0 0,-1 0-1 0 0,10-5 0 0 0,6-7-1999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16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7 3762 0 0,'-23'0'2881'0'0,"1"-6"-2481"0"0,44 12-480 0 0,1-6 240 0 0,-1 4 80 0 0,0 6 81 0 0,22-2-161 0 0,19 2 80 0 0,26 9-240 0 0,44-5-641 0 0,-44 0-799 0 0,-23-14-2002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16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101 256 160 0 0,'8'-15'1633'0'0,"-3"7"-1097"0"0,0-1 0 0 0,0 0-1 0 0,-1 0 1 0 0,-1 0 0 0 0,1 0-1 0 0,-1-1 1 0 0,-1 0 0 0 0,0 1-1 0 0,2-19 1 0 0,-4 22-524 0 0,0-1 1 0 0,1 1 0 0 0,0 0-1 0 0,1 0 1 0 0,0-1-1 0 0,3-7 1 0 0,-3 8 3 0 0,0 0 0 0 0,0 0 0 0 0,-1 0 0 0 0,1 0 0 0 0,-1-1 0 0 0,0-8 0 0 0,-2 13 7 0 0,0-5 12 0 0,18-10-13 0 0,-23 18-87 0 0,6-1 65 0 0,0 0 0 0 0,-1 0 0 0 0,1 0 0 0 0,-1 0 0 0 0,1 0 0 0 0,0 0 0 0 0,-1 0 0 0 0,1 0-1 0 0,-1 0 1 0 0,1 0 0 0 0,0 0 0 0 0,-1 0 0 0 0,1 1 0 0 0,-1-1 0 0 0,1 0 0 0 0,0 0 0 0 0,-1 0 0 0 0,1 1 0 0 0,0-1 0 0 0,-1 0 0 0 0,1 1 0 0 0,0-1 0 0 0,0 0 0 0 0,-1 1 0 0 0,1-1 0 0 0,0 0 0 0 0,0 1 0 0 0,0-1 0 0 0,-1 0 0 0 0,1 1 0 0 0,0-1 0 0 0,0 0 0 0 0,0 1 0 0 0,0-1 0 0 0,0 1 0 0 0,0-1 0 0 0,0 1 0 0 0,0-1 0 0 0,0 0 0 0 0,0 1 0 0 0,0-1 0 0 0,0 1 0 0 0,0-1 0 0 0,0 0-1 0 0,0 1 1 0 0,0-1 0 0 0,0 1 0 0 0,1 0 0 0 0,-1 4 6 0 0,-1 1-1 0 0,1 0 1 0 0,-1 0 0 0 0,0-1-1 0 0,-1 1 1 0 0,1-1-1 0 0,-3 6 1 0 0,-5 18 56 0 0,9-26-53 0 0,-3 14 93 0 0,0-1 0 0 0,-1 1 1 0 0,-1-1-1 0 0,0 1 0 0 0,-2-1 0 0 0,1-1 1 0 0,-13 20-1 0 0,-12 8 49 0 0,23-32-112 0 0,-1 0 0 0 0,1 0 0 0 0,1 1 1 0 0,-7 16-1 0 0,3 27 81 0 0,8-43-121 0 0,2-8-9 0 0,0-1 0 0 0,0 1 0 0 0,0-1 0 0 0,0 1 0 0 0,1 0-1 0 0,-1-1 1 0 0,1 1 0 0 0,0-1 0 0 0,1 1 0 0 0,-1 0 0 0 0,0-1-1 0 0,1 1 1 0 0,0-1 0 0 0,0 1 0 0 0,0-1 0 0 0,3 6 0 0 0,-4-7-44 0 0,2-1 0 0 0,-1 1 1 0 0,0-1-1 0 0,0 1 0 0 0,0-1 1 0 0,1 1-1 0 0,-1-1 0 0 0,1 0 1 0 0,-1 0-1 0 0,1 0 0 0 0,-1 0 1 0 0,1 0-1 0 0,0 0 0 0 0,-1 0 1 0 0,1-1-1 0 0,0 1 0 0 0,0 0 1 0 0,0-1-1 0 0,-1 0 0 0 0,1 1 1 0 0,0-1-1 0 0,0 0 0 0 0,3 0 0 0 0,47-6-2179 0 0,-7-7-1715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17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60 1921 0 0,'-1'1'181'0'0,"0"1"-1"0"0,0-1 1 0 0,0 0-1 0 0,0 0 1 0 0,0 0 0 0 0,0 0-1 0 0,0 0 1 0 0,0 0 0 0 0,0 0-1 0 0,-1 0 1 0 0,1 0-1 0 0,0 0 1 0 0,-1-1 0 0 0,1 1-1 0 0,0 0 1 0 0,-1-1 0 0 0,1 1-1 0 0,-1-1 1 0 0,1 0-1 0 0,-1 1 1 0 0,-1-1 0 0 0,-13 6 794 0 0,9-3-668 0 0,-3 2 39 0 0,-1 1 1 0 0,0 0-1 0 0,-11 10 0 0 0,20-14-291 0 0,-1 0 0 0 0,1 0 0 0 0,0 0-1 0 0,0 0 1 0 0,0 0 0 0 0,0 1 0 0 0,1-1 0 0 0,-1 1 0 0 0,0-1 0 0 0,1 1-1 0 0,0-1 1 0 0,0 1 0 0 0,0 0 0 0 0,0 0 0 0 0,0 0 0 0 0,0 0 0 0 0,1 0 0 0 0,-1 4-1 0 0,1 6 168 0 0,-1-8-139 0 0,1 0-1 0 0,0 0 1 0 0,1 0 0 0 0,-1 0-1 0 0,1 0 1 0 0,2 9 0 0 0,0-6 80 0 0,0 0 1 0 0,0 0 0 0 0,10 15-1 0 0,-11-20-118 0 0,1 0-1 0 0,-1 0 1 0 0,1 0-1 0 0,0 0 0 0 0,0-1 1 0 0,0 1-1 0 0,0-1 0 0 0,0 0 1 0 0,0 0-1 0 0,1 0 1 0 0,5 2-1 0 0,8 3-9 0 0,1-1 0 0 0,1 0 0 0 0,-1-1 0 0 0,1-1-1 0 0,26 2 1 0 0,-38-5-19 0 0,0-1 0 0 0,0 0 0 0 0,1 0-1 0 0,-1-1 1 0 0,0 1 0 0 0,1-2 0 0 0,-1 1 0 0 0,0-1-1 0 0,0 0 1 0 0,0-1 0 0 0,0 1 0 0 0,-1-1 0 0 0,1-1-1 0 0,-1 1 1 0 0,0-1 0 0 0,0 0 0 0 0,8-7 0 0 0,-11 7 1 0 0,0 0 0 0 0,-1-1 1 0 0,1 1-1 0 0,-1-1 1 0 0,0 1-1 0 0,0-1 1 0 0,0 0-1 0 0,0 0 1 0 0,-1 0-1 0 0,0 0 1 0 0,0 0-1 0 0,0 0 1 0 0,-1 0-1 0 0,0 0 1 0 0,0-6-1 0 0,0-10-8 0 0,-1 1 0 0 0,-5-24 0 0 0,5 37-68 0 0,0 1-1 0 0,0 0 0 0 0,0 0 1 0 0,-1-1-1 0 0,0 1 1 0 0,0 1-1 0 0,-1-1 0 0 0,0 0 1 0 0,0 0-1 0 0,0 1 0 0 0,0 0 1 0 0,-1 0-1 0 0,0 0 0 0 0,0 0 1 0 0,-1 0-1 0 0,1 1 1 0 0,-1 0-1 0 0,0 0 0 0 0,0 0 1 0 0,0 0-1 0 0,-1 1 0 0 0,1 0 1 0 0,-1 0-1 0 0,0 0 0 0 0,1 1 1 0 0,-1 0-1 0 0,-1 0 1 0 0,1 1-1 0 0,0-1 0 0 0,0 1 1 0 0,0 1-1 0 0,-1-1 0 0 0,-11 2 1 0 0,-78 6-3033 0 0,63-4-353 0 0,11-2 577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17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9 2001 0 0,'-37'-8'4909'0'0,"37"8"-4883"0"0,0 0 1 0 0,0 0-1 0 0,0 0 1 0 0,-1 0-1 0 0,1 0 1 0 0,0 1-1 0 0,0-1 0 0 0,0 0 1 0 0,0 0-1 0 0,-1 0 1 0 0,1 0-1 0 0,0 0 1 0 0,0 1-1 0 0,0-1 1 0 0,0 0-1 0 0,0 0 0 0 0,-1 0 1 0 0,1 0-1 0 0,0 1 1 0 0,0-1-1 0 0,0 0 1 0 0,0 0-1 0 0,0 1 1 0 0,0-1-1 0 0,0 0 0 0 0,0 0 1 0 0,0 0-1 0 0,0 1 1 0 0,0-1-1 0 0,0 0 1 0 0,0 0-1 0 0,0 0 1 0 0,0 1-1 0 0,0-1 0 0 0,0 0 1 0 0,0 0-1 0 0,0 0 1 0 0,0 1-1 0 0,0-1 1 0 0,0 0-1 0 0,1 0 1 0 0,-1 0-1 0 0,0 1 0 0 0,0-1 1 0 0,0 0-1 0 0,0 0 1 0 0,0 0-1 0 0,1 0 1 0 0,-1 1-1 0 0,0-1 1 0 0,0 0-1 0 0,0 0 0 0 0,0 0 1 0 0,1 0-1 0 0,-1 0 1 0 0,0 0-1 0 0,36 36 1113 0 0,54 58 457 0 0,-86-88-1530 0 0,1 0 0 0 0,-1 1 0 0 0,0-1 1 0 0,4 11-1 0 0,15 21 110 0 0,-22-36-196 0 0,0 0-81 0 0,0-1 1 0 0,0 1-1 0 0,0-1 0 0 0,0 0 1 0 0,0 1-1 0 0,1-1 1 0 0,-1 0-1 0 0,0 1 1 0 0,1-1-1 0 0,-1 0 1 0 0,1 0-1 0 0,-1 0 1 0 0,1-1-1 0 0,-1 1 1 0 0,1 0-1 0 0,0 0 0 0 0,-1-1 1 0 0,1 1-1 0 0,0-1 1 0 0,0 0-1 0 0,-1 1 1 0 0,1-1-1 0 0,0 0 1 0 0,0 0-1 0 0,-1 0 1 0 0,4-1-1 0 0,0 1-436 0 0,0-1 181 0 0,-1 1 0 0 0,1-1 0 0 0,-1 0 0 0 0,1 0 1 0 0,-1 0-1 0 0,5-3 0 0 0,-10 4 225 0 0,1-1 0 0 0,-1 0 1 0 0,1 1-1 0 0,-1-1 0 0 0,0 0 0 0 0,0 1 1 0 0,1-1-1 0 0,-1 1 0 0 0,0-1 0 0 0,0 1 0 0 0,1-1 1 0 0,-1 1-1 0 0,0 0 0 0 0,0-1 0 0 0,0 1 1 0 0,0 0-1 0 0,0 0 0 0 0,0-1 0 0 0,0 1 0 0 0,1 0 1 0 0,-3 0-1 0 0,0 0-340 0 0,-20-5-1437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18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63 212 320 0 0,'-44'-4'2241'0'0,"44"-1"-400"0"0,-18 5-400 0 0,18-5 1200 0 0,18 0-2161 0 0,4-3-80 0 0,0-2-160 0 0,45-8-240 0 0,22-25-640 0 0,66-22-961 0 0,-88 17-2160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18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52 1281 0 0,'0'-1'203'0'0,"0"-1"0"0"0,-1 1 1 0 0,1-1-1 0 0,0 1 0 0 0,-1-1 1 0 0,1 1-1 0 0,0 0 1 0 0,-1-1-1 0 0,0 1 0 0 0,1-1 1 0 0,-1 1-1 0 0,0 0 0 0 0,0 0 1 0 0,1 0-1 0 0,-1-1 1 0 0,-2 0-1 0 0,2 1-18 0 0,0-1 0 0 0,0 1 0 0 0,0 0 0 0 0,0 0 0 0 0,0-1 0 0 0,0 1 0 0 0,0-1 0 0 0,1 1 0 0 0,-1-1 0 0 0,0 1 0 0 0,1-1 0 0 0,0 1 0 0 0,-1-1 0 0 0,1 1 1 0 0,0-1-1 0 0,-1-2 0 0 0,3 14 486 0 0,0 1 0 0 0,0 0 0 0 0,8 18 0 0 0,-5-15-642 0 0,-1 1 0 0 0,0-1-1 0 0,-1 1 1 0 0,2 22 0 0 0,-11 10 88 0 0,1-26-74 0 0,-5 46 52 0 0,5-26 2 0 0,-2-1 0 0 0,-19 61 0 0 0,20-82-106 0 0,2 0-1 0 0,-1 0 1 0 0,2 0-1 0 0,1 0 1 0 0,0 1-1 0 0,2 28 1 0 0,0-45-34 0 0,0 0 0 0 0,0 0 0 0 0,0 0 0 0 0,0 0 0 0 0,1 0 0 0 0,-1 0 0 0 0,1 0 0 0 0,0-1 0 0 0,-1 1 0 0 0,2 0 0 0 0,-1 0 0 0 0,0-1 0 0 0,0 1 0 0 0,1 0 0 0 0,0-1 0 0 0,-1 1 0 0 0,5 3 0 0 0,-6-7-75 0 0,0 1 0 0 0,1-1 0 0 0,-1 1 0 0 0,1-1 0 0 0,-1 1 0 0 0,0-1 0 0 0,1 1 0 0 0,-1-1 0 0 0,0 0 0 0 0,1 1 0 0 0,-1-1 0 0 0,0 0-1 0 0,0 1 1 0 0,0-1 0 0 0,0 0 0 0 0,0 1 0 0 0,0-1 0 0 0,0 0 0 0 0,0 1 0 0 0,0-1 0 0 0,0 0 0 0 0,0 1 0 0 0,0-1 0 0 0,0 1 0 0 0,0-1 0 0 0,-1-1 0 0 0,-2-31-1470 0 0,-16-7-1494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19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 4562 0 0,'0'0'2961'0'0,"-22"4"-1920"0"0,22 0-1041 0 0,0 2 80 0 0,44 2 80 0 0,23 6 0 0 0,66 15-80 0 0,45-5-480 0 0,-49-24-801 0 0,-40-10-1760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19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43 2001 0 0,'-1'0'177'0'0,"0"0"0"0"0,0 0 1 0 0,0-1-1 0 0,0 1 0 0 0,-1-1 0 0 0,1 1 0 0 0,0-1 1 0 0,0 1-1 0 0,0-1 0 0 0,0 0 0 0 0,0 0 1 0 0,0 1-1 0 0,1-1 0 0 0,-1 0 0 0 0,0 0 1 0 0,0 0-1 0 0,1 0 0 0 0,-1 0 0 0 0,0 0 0 0 0,1 0 1 0 0,-1 0-1 0 0,1 0 0 0 0,-1 0 0 0 0,1 0 1 0 0,-1-1-1 0 0,1 1 0 0 0,0 0 0 0 0,0 0 0 0 0,0 0 1 0 0,0-1-1 0 0,0 1 0 0 0,0 0 0 0 0,0 0 1 0 0,0-2-1 0 0,1 2-142 0 0,-1 0 0 0 0,1 1-1 0 0,0-1 1 0 0,0 0 0 0 0,-1 1 0 0 0,1-1 0 0 0,0 0 0 0 0,0 1 0 0 0,0-1 0 0 0,0 1 0 0 0,-1-1 0 0 0,1 1 0 0 0,0 0-1 0 0,0-1 1 0 0,0 1 0 0 0,0 0 0 0 0,0 0 0 0 0,0 0 0 0 0,0 0 0 0 0,0 0 0 0 0,0 0 0 0 0,2 0 0 0 0,1-1 42 0 0,19 0-35 0 0,-1 1 0 0 0,1 1 0 0 0,0 1 0 0 0,-1 1 0 0 0,0 1 0 0 0,36 11 0 0 0,-56-14 8 0 0,1 0 0 0 0,0 0 1 0 0,0 0-1 0 0,-1 0 0 0 0,1 1 1 0 0,0-1-1 0 0,-1 1 0 0 0,1 0 1 0 0,-1-1-1 0 0,0 1 0 0 0,0 0 1 0 0,0 1-1 0 0,0-1 0 0 0,0 0 1 0 0,0 1-1 0 0,0-1 0 0 0,-1 1 0 0 0,1-1 1 0 0,-1 1-1 0 0,0 0 0 0 0,2 4 1 0 0,-3-7-4 0 0,1 2 19 0 0,-10 1 274 0 0,-13-1-277 0 0,0 0-1 0 0,-23-2 0 0 0,-50-8-29 0 0,-39-1-39 0 0,130 9 14 0 0,0 0 0 0 0,1 0 0 0 0,-1 0 0 0 0,0 1 0 0 0,0 0 1 0 0,1 0-1 0 0,-6 1 0 0 0,8-1-1 0 0,1-1 0 0 0,-1 0 1 0 0,0 1-1 0 0,0-1 0 0 0,0 1 0 0 0,0 0 1 0 0,1-1-1 0 0,-1 1 0 0 0,0-1 0 0 0,0 1 1 0 0,1 0-1 0 0,-1 0 0 0 0,1-1 0 0 0,-1 1 1 0 0,1 0-1 0 0,-1 0 0 0 0,1 0 0 0 0,-1 0 1 0 0,0 1-1 0 0,1 1 3 0 0,1-1 1 0 0,-1 0-1 0 0,0 0 1 0 0,1 1-1 0 0,-1-1 1 0 0,1 0-1 0 0,0 0 1 0 0,0 1-1 0 0,0-1 0 0 0,0 0 1 0 0,0 0-1 0 0,0 0 1 0 0,0 0-1 0 0,1 0 1 0 0,-1-1-1 0 0,1 1 1 0 0,0 0-1 0 0,-1-1 1 0 0,1 1-1 0 0,0-1 0 0 0,3 3 1 0 0,14 10-12 0 0,1 0 0 0 0,0-1 0 0 0,1-1 0 0 0,27 11 0 0 0,100 36-527 0 0,-99-41 74 0 0,80 36-3375 0 0,-84-38-466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20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838 108 2241 0 0,'-15'-13'1219'0'0,"0"1"0"0"0,-1 0 1 0 0,0 2-1 0 0,-33-17 0 0 0,30 19-838 0 0,10 3-272 0 0,0 1 0 0 0,-1 0 0 0 0,0 1 0 0 0,0 0 1 0 0,0 1-1 0 0,0 0 0 0 0,-14-1 0 0 0,7 3-88 0 0,0 1 0 0 0,0 0 0 0 0,1 2 1 0 0,-1 0-1 0 0,0 0 0 0 0,1 2 0 0 0,0 0 0 0 0,0 1 0 0 0,0 0 0 0 0,1 1 0 0 0,-23 15 1 0 0,-73 57-89 0 0,84-63 88 0 0,1 0 0 0 0,1 2 0 0 0,0 1 0 0 0,2 1 0 0 0,0 1 0 0 0,-24 29 0 0 0,43-45-8 0 0,0 1 0 0 0,1-1 0 0 0,0 1 0 0 0,0 0 0 0 0,-4 12 0 0 0,-13 24-11 0 0,15-37-2 0 0,0 0 0 0 0,1 1 0 0 0,0 0 0 0 0,0 0 0 0 0,1 0 0 0 0,-1 1 0 0 0,1-1 0 0 0,1 1 0 0 0,-1 0 0 0 0,1 0 0 0 0,0 0 0 0 0,1 0 0 0 0,0 0 0 0 0,0 0 0 0 0,0 0 0 0 0,1 8 0 0 0,0-1-2 0 0,-1-9 6 0 0,1 0-1 0 0,0 0 1 0 0,0 0 0 0 0,0 0 0 0 0,1-1 0 0 0,-1 1-1 0 0,1 0 1 0 0,0 0 0 0 0,1 0 0 0 0,-1 0 0 0 0,1-1-1 0 0,0 1 1 0 0,0 0 0 0 0,0-1 0 0 0,1 0 0 0 0,0 0-1 0 0,4 6 1 0 0,31 35 7 0 0,-25-27-29 0 0,1 0 0 0 0,1-2 0 0 0,1 0 0 0 0,0 0 0 0 0,1-2 0 0 0,0 0 0 0 0,33 19 0 0 0,127 55-62 0 0,1-16 133 0 0,-154-62-82 0 0,0 0 0 0 0,1-2-1 0 0,0-1 1 0 0,51 8-1 0 0,19-7 26 0 0,0-4 0 0 0,174-16-1 0 0,-249 9 67 0 0,0-2 0 0 0,-1 0 0 0 0,1-1-1 0 0,-1-1 1 0 0,0-1 0 0 0,30-17 0 0 0,-7 0 208 0 0,60-48 1 0 0,-87 59-215 0 0,0 0 1 0 0,-1-1-1 0 0,0 0 1 0 0,-1-1-1 0 0,-1-1 1 0 0,-1 0-1 0 0,0 0 0 0 0,-1-1 1 0 0,-1-1-1 0 0,-1 1 1 0 0,-1-1-1 0 0,6-21 1 0 0,-12 35-32 0 0,0 1 1 0 0,0-1-1 0 0,0 0 1 0 0,-1 0-1 0 0,0 1 1 0 0,0-1-1 0 0,0 0 1 0 0,0 0-1 0 0,-1 1 1 0 0,0-1-1 0 0,0 0 1 0 0,0 1-1 0 0,0-1 1 0 0,-1 1-1 0 0,0-1 1 0 0,0 1-1 0 0,0 0 1 0 0,0 0-1 0 0,-5-6 1 0 0,-12-30 24 0 0,15 27-24 0 0,3 10-17 0 0,0-1 1 0 0,0 0-1 0 0,0 1 0 0 0,-1-1 1 0 0,1 1-1 0 0,-1 0 0 0 0,0-1 1 0 0,0 1-1 0 0,0 0 1 0 0,0 0-1 0 0,-1 0 0 0 0,1 0 1 0 0,-1 1-1 0 0,0-1 0 0 0,1 1 1 0 0,-1-1-1 0 0,0 1 1 0 0,-1 0-1 0 0,-4-3 0 0 0,-254-117 1259 0 0,142 73-901 0 0,33 12-187 0 0,-1 4 0 0 0,-121-29 0 0 0,-35 0 46 0 0,226 58-267 0 0,-6 0-78 0 0,-41-15-1 0 0,65 19 30 0 0,0 0 0 0 0,-1 0 0 0 0,1 1 0 0 0,0-1 0 0 0,0 0 0 0 0,0 0-1 0 0,0 0 1 0 0,-1 0 0 0 0,1 0 0 0 0,0 0 0 0 0,0 0 0 0 0,0 0 0 0 0,0 0 0 0 0,-1 0-1 0 0,1 0 1 0 0,0 1 0 0 0,0-1 0 0 0,0 0 0 0 0,0 0 0 0 0,0 0 0 0 0,0 0 0 0 0,-1 0-1 0 0,1 1 1 0 0,0-1 0 0 0,0 0 0 0 0,0 0 0 0 0,0 0 0 0 0,0 0 0 0 0,0 1 0 0 0,0-1-1 0 0,0 0 1 0 0,0 0 0 0 0,0 0 0 0 0,0 1 0 0 0,0-1 0 0 0,0 0 0 0 0,0 0 0 0 0,0 0-1 0 0,0 0 1 0 0,0 1 0 0 0,0-1 0 0 0,0 0 0 0 0,0 0 0 0 0,0 0 0 0 0,0 0 0 0 0,0 1-1 0 0,0-1 1 0 0,1 0 0 0 0,2 11-1937 0 0,16 3-907 0 0,3 4-1082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23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2361 0 1681 0 0,'0'12'2639'0'0,"0"-8"-1112"0"0,0-5-571 0 0,0 0-236 0 0,-3 1-479 0 0,-37 7 358 0 0,9 0-318 0 0,-16 4-105 0 0,1 1 0 0 0,0 3 0 0 0,1 1 0 0 0,-52 28 0 0 0,75-33-87 0 0,-41 14-1 0 0,-4 0 69 0 0,17-6 139 0 0,-2-3 0 0 0,1-1 0 0 0,-2-3 0 0 0,-55 5 1 0 0,75-12-212 0 0,0 2 0 0 0,0 1 1 0 0,1 1-1 0 0,-55 24 0 0 0,-46 26 182 0 0,51-37 133 0 0,39-5-19 0 0,-47 11-1 0 0,-25 0 167 0 0,11 4 53 0 0,49-10-365 0 0,43-17-158 0 0,0 0 1 0 0,-23 6-1 0 0,6 2-26 0 0,-8 3-89 0 0,-48 1 345 0 0,81-16-147 0 0,-5 1-108 0 0,0 0-1 0 0,0-1 1 0 0,0 0 0 0 0,0 0-1 0 0,0-1 1 0 0,0-1 0 0 0,-13-1 0 0 0,21 2-40 0 0,1 0 0 0 0,0 0 0 0 0,0 0 0 0 0,0 0 0 0 0,0 0 0 0 0,-1 0 0 0 0,1-1 0 0 0,0 1 1 0 0,0 0-1 0 0,0 0 0 0 0,0 0 0 0 0,-1 0 0 0 0,1 0 0 0 0,0 0 0 0 0,0 0 0 0 0,0 0 0 0 0,0-1 1 0 0,0 1-1 0 0,-1 0 0 0 0,1 0 0 0 0,0 0 0 0 0,0 0 0 0 0,0-1 0 0 0,0 1 0 0 0,0 0 1 0 0,0 0-1 0 0,0 0 0 0 0,0 0 0 0 0,0-1 0 0 0,0 1 0 0 0,0 0 0 0 0,0 0 0 0 0,0 0 0 0 0,0-1 1 0 0,0 1-1 0 0,0 0 0 0 0,0 0 0 0 0,0 0 0 0 0,0 0 0 0 0,0-1 0 0 0,0 1 0 0 0,0 0 0 0 0,0-1-6 0 0,0 1 0 0 0,0 0-1 0 0,0 0 1 0 0,0 0-1 0 0,0-1 1 0 0,0 1-1 0 0,0 0 1 0 0,0 0-1 0 0,0-1 1 0 0,0 1-1 0 0,0 0 1 0 0,0 0-1 0 0,0-1 1 0 0,0 1 0 0 0,0 0-1 0 0,0 0 1 0 0,0-1-1 0 0,0 1 1 0 0,0 0-1 0 0,-1 0 1 0 0,1 0-1 0 0,0-1 1 0 0,0 1-1 0 0,0 0 1 0 0,0 0-1 0 0,-1 0 1 0 0,1-1 0 0 0,0 1-1 0 0,0 0 1 0 0,0 0-1 0 0,-1 0 1 0 0,1 0-1 0 0,0 0 1 0 0,0 0-1 0 0,-1-1 1 0 0,-1 1 1 0 0,1-1-3 0 0,0 1 0 0 0,0 0 0 0 0,1 0-1 0 0,-1-1 1 0 0,0 1 0 0 0,0-1 0 0 0,0 1-1 0 0,0-1 1 0 0,1 1 0 0 0,-1-1 0 0 0,0 1-1 0 0,0-1 1 0 0,1 1 0 0 0,-1-1 0 0 0,1 0 0 0 0,-1 0-1 0 0,0 1 1 0 0,1-1 0 0 0,-1 0 0 0 0,1 0-1 0 0,0 0 1 0 0,-1 1 0 0 0,1-1 0 0 0,0 0-1 0 0,-1 0 1 0 0,1 0 0 0 0,0 0 0 0 0,0 0-1 0 0,0 0 1 0 0,0 0 0 0 0,0 0 0 0 0,0 1 0 0 0,0-1-1 0 0,0 0 1 0 0,0 0 0 0 0,1-2 0 0 0,-1 2-2 0 0,0 1 0 0 0,0-1 0 0 0,0 0 0 0 0,0 1 0 0 0,0-1-1 0 0,-1 0 1 0 0,1 1 0 0 0,0-1 0 0 0,0 1 0 0 0,0-1 0 0 0,-1 0 0 0 0,1 1 0 0 0,0-1 0 0 0,-1 1 0 0 0,1-1 0 0 0,0 1 0 0 0,-1-1 0 0 0,1 1 0 0 0,-1-1 0 0 0,1 1 0 0 0,-1-1 0 0 0,1 1 0 0 0,-1-1 0 0 0,1 1 0 0 0,-1 0 0 0 0,1-1 0 0 0,-1 1 0 0 0,0 0 0 0 0,0-1 0 0 0,0 1-1 0 0,1 0-1 0 0,-1 0 1 0 0,0-1 0 0 0,1 1 0 0 0,-1 0-1 0 0,0-1 1 0 0,1 1 0 0 0,-1-1-1 0 0,1 1 1 0 0,-1-1 0 0 0,1 1-1 0 0,-1-1 1 0 0,1 1 0 0 0,-1-1-1 0 0,1 1 1 0 0,0-1 0 0 0,-1 1-1 0 0,1-1 1 0 0,0 0 0 0 0,0 1-1 0 0,-1-1 1 0 0,1 0 0 0 0,0 1 0 0 0,0-1-1 0 0,0 0 1 0 0,0 1 0 0 0,-1-1-1 0 0,1 0 1 0 0,1 0 0 0 0,-1-2-15 0 0,0 5-52 0 0,-17-5 215 0 0,1-1 0 0 0,-20-6 0 0 0,34 9-130 0 0,-23-8-12 0 0,-37-19 0 0 0,2 0-7 0 0,55 26-11 0 0,0-1 1 0 0,1 1 0 0 0,-1-1-1 0 0,1 0 1 0 0,0 0 0 0 0,0 0-1 0 0,0-1 1 0 0,-6-5-1 0 0,-8 4-69 0 0,14 4 14 0 0,0-10-188 0 0,-33-23 121 0 0,30 22 53 0 0,-1 11 69 0 0,-3-6-5 0 0,11 7-51 0 0,1 1-304 0 0,-3 0-67 0 0,22 5 114 0 0,-13-6 270 0 0,8 0 28 0 0,-11 0-41 0 0,-4 1 59 0 0,-1 0 0 0 0,1 0 0 0 0,0 0 0 0 0,0-1 0 0 0,0 1 1 0 0,0 0-1 0 0,0 0 0 0 0,0 0 0 0 0,0 0 0 0 0,0 0 0 0 0,0-1 0 0 0,0 1 0 0 0,1 0 0 0 0,-1 0 1 0 0,0 0-1 0 0,1-1 0 0 0,-1 1 0 0 0,0 0 0 0 0,1 0 0 0 0,-1-1 0 0 0,2 2 0 0 0,2 1 31 0 0,8 8-138 0 0,-10 18 127 0 0,-3-19 14 0 0,-1 0 0 0 0,0 0-1 0 0,0 0 1 0 0,-1 0 0 0 0,0-1-1 0 0,-1 1 1 0 0,0-1 0 0 0,-7 12 0 0 0,5-12-386 0 0,1 1 1 0 0,1 0 0 0 0,0 0 0 0 0,0 0 0 0 0,1 0 0 0 0,0 0-1 0 0,1 1 1 0 0,-2 15 0 0 0,4-24 228 0 0,0 0-1 0 0,0 0 1 0 0,1 0-1 0 0,-1 0 1 0 0,0 0 0 0 0,1 0-1 0 0,-1 0 1 0 0,1 0-1 0 0,0 0 1 0 0,-1-1 0 0 0,1 1-1 0 0,0 0 1 0 0,0 0-1 0 0,0-1 1 0 0,1 1-1 0 0,-1-1 1 0 0,0 1 0 0 0,0-1-1 0 0,1 1 1 0 0,-1-1-1 0 0,1 0 1 0 0,-1 1 0 0 0,1-1-1 0 0,0 0 1 0 0,0 0-1 0 0,-1 0 1 0 0,1 0 0 0 0,0-1-1 0 0,0 1 1 0 0,0 0-1 0 0,3 0 1 0 0,5 0-287 0 0,0 1 0 0 0,0-2 1 0 0,0 1-1 0 0,20-3 0 0 0,-27 2 336 0 0,63-7-2693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23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6 640 0 0,'0'0'787'0'0,"-4"0"-40"0"0,3 0-381 0 0,-12 0-280 0 0,9-5 3211 0 0,4 4-2977 0 0,3 1-227 0 0,12 0 41 0 0,-11 0-41 0 0,-4 1-88 0 0,0-1-1 0 0,-1 0 1 0 0,1 0-1 0 0,0 0 1 0 0,0 0 0 0 0,0 0-1 0 0,0 1 1 0 0,0-1-1 0 0,0 0 1 0 0,0 0 0 0 0,0 0-1 0 0,0 0 1 0 0,0 1 0 0 0,0-1-1 0 0,0 0 1 0 0,0 0-1 0 0,0 0 1 0 0,0 0 0 0 0,0 1-1 0 0,0-1 1 0 0,0 0-1 0 0,0 0 1 0 0,0 0 0 0 0,0 0-1 0 0,0 1 1 0 0,0-1-1 0 0,0 0 1 0 0,0 0 0 0 0,1 0-1 0 0,-1 0 1 0 0,0 0-1 0 0,0 1 1 0 0,0-1 0 0 0,0 0-1 0 0,0 0 1 0 0,0 0 0 0 0,0 0-1 0 0,1 0 1 0 0,-1 0-1 0 0,0 0 1 0 0,0 0 0 0 0,0 1-1 0 0,0-1 1 0 0,1 0-1 0 0,-1 0 1 0 0,0 0 0 0 0,0 0-1 0 0,0 0 1 0 0,0 0-1 0 0,1 0 1 0 0,-1 0 0 0 0,0 0-1 0 0,0 0 1 0 0,0 0-1 0 0,200 52 858 0 0,-60-14-416 0 0,-24-12-166 0 0,168 14 0 0 0,-277-39-302 0 0,1-1 0 0 0,-1 0 0 0 0,1 0-1 0 0,-1-1 1 0 0,10-2 0 0 0,-16 3-11 0 0,0 0-1 0 0,0-1 1 0 0,0 1-1 0 0,0 0 1 0 0,0 0-1 0 0,0-1 1 0 0,0 1-1 0 0,0 0 1 0 0,-1-1-1 0 0,1 1 1 0 0,0-1-1 0 0,0 1 1 0 0,0-1-1 0 0,-1 0 1 0 0,1 1-1 0 0,0-1 1 0 0,-1 0-1 0 0,1 1 1 0 0,-1-1-1 0 0,1 0 1 0 0,-1 0-1 0 0,1 0 1 0 0,-1 1-1 0 0,1-1 1 0 0,-1 0-1 0 0,0 0 1 0 0,1 0 0 0 0,-1 0-1 0 0,0 0 1 0 0,0 0-1 0 0,0 0 1 0 0,0 0-1 0 0,0 1 1 0 0,0-1-1 0 0,0 0 1 0 0,0 0-1 0 0,0 0 1 0 0,0 0-1 0 0,0 0 1 0 0,0 0-1 0 0,-1 0 1 0 0,1 0-1 0 0,0 0 1 0 0,-1 1-1 0 0,1-1 1 0 0,-1 0-1 0 0,1 0 1 0 0,-1 0-1 0 0,1 1 1 0 0,-1-1-1 0 0,0 0 1 0 0,-1-1-1 0 0,-16-15-1460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24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245 144 1121 0 0,'-55'11'3103'0'0,"26"-5"-2628"0"0,-1 0-1 0 0,2 2 1 0 0,-49 19 0 0 0,77-27-471 0 0,-2 0 16 0 0,1 0-1 0 0,0 1 1 0 0,-1-1 0 0 0,1 1-1 0 0,0 0 1 0 0,-1-1-1 0 0,1 1 1 0 0,0 0-1 0 0,0 0 1 0 0,0 0-1 0 0,-1 0 1 0 0,1 0 0 0 0,0 0-1 0 0,0 0 1 0 0,1 0-1 0 0,-1 0 1 0 0,0 0-1 0 0,0 1 1 0 0,0-1 0 0 0,1 0-1 0 0,-1 1 1 0 0,1-1-1 0 0,-1 0 1 0 0,0 3-1 0 0,12-8 9 0 0,-3 4-42 0 0,92-22 27 0 0,-20 0 18 0 0,-1-3 0 0 0,146-70 0 0 0,-202 83-17 0 0,1 1-1 0 0,0 1 0 0 0,1 1 1 0 0,35-8-1 0 0,-56 20-113 0 0,-8 5 40 0 0,-26 19 47 0 0,-14 2-33 0 0,-2-1 0 0 0,-58 25 0 0 0,-38 23 117 0 0,118-63-16 0 0,0 0-1 0 0,-34 12 1 0 0,27-13 34 0 0,14-9 34 0 0,17-3-122 0 0,0 0 0 0 0,0 0 0 0 0,0 0 0 0 0,1-1-1 0 0,-1 1 1 0 0,0 0 0 0 0,0 0 0 0 0,0 0 0 0 0,0 0 0 0 0,0-1 0 0 0,0 1 0 0 0,0 0-1 0 0,0 0 1 0 0,0 0 0 0 0,0 0 0 0 0,0-1 0 0 0,0 1 0 0 0,0 0 0 0 0,0 0 0 0 0,0 0-1 0 0,0 0 1 0 0,0-1 0 0 0,0 1 0 0 0,0 0 0 0 0,0 0 0 0 0,0 0 0 0 0,-1 0-1 0 0,1-1 1 0 0,0 1 0 0 0,0 0 0 0 0,0 0 0 0 0,0 0 0 0 0,0 0 0 0 0,0 0 0 0 0,0 0-1 0 0,-1-1 1 0 0,1 1 0 0 0,0 0 0 0 0,0 0 0 0 0,0 0 0 0 0,0 0 0 0 0,-1 0 0 0 0,16-8 0 0 0,-1 0 1 0 0,2 2 0 0 0,-1 0 0 0 0,22-6 0 0 0,72-13 1 0 0,-44 10-843 0 0,-139 35-1547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25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1 286 1921 0 0,'5'-2'1764'0'0,"-4"2"-1625"0"0,0 0-1 0 0,0 0 0 0 0,-1 0 1 0 0,1 0-1 0 0,0-1 0 0 0,0 1 0 0 0,-1 0 1 0 0,1 0-1 0 0,0-1 0 0 0,-1 1 0 0 0,1-1 1 0 0,0 1-1 0 0,-1 0 0 0 0,1-1 1 0 0,-1 1-1 0 0,1-1 0 0 0,-1 1 0 0 0,1-1 1 0 0,-1 0-1 0 0,1 1 0 0 0,-1-1 1 0 0,1 1-1 0 0,-1-1 0 0 0,0 0 0 0 0,1 1 1 0 0,-1-1-1 0 0,0 0 0 0 0,0 0 1 0 0,1 1-1 0 0,-1-1 0 0 0,0-1 0 0 0,0 2-142 0 0,0-1 0 0 0,0 1 0 0 0,0 0 0 0 0,0-1 0 0 0,0 1 0 0 0,1 0-1 0 0,-1-1 1 0 0,0 1 0 0 0,0 0 0 0 0,0-1 0 0 0,0 1 0 0 0,1 0-1 0 0,-1 0 1 0 0,0-1 0 0 0,0 1 0 0 0,0 0 0 0 0,1 0 0 0 0,-1-1 0 0 0,0 1-1 0 0,0 0 1 0 0,1 0 0 0 0,-1 0 0 0 0,0-1 0 0 0,1 1 0 0 0,-1 0 0 0 0,0 0-1 0 0,1 0 1 0 0,-1 0 0 0 0,0 0 0 0 0,1 0 0 0 0,0 0 0 0 0,-1 0-2 0 0,1 0 0 0 0,-1-1 0 0 0,0 1 0 0 0,1 0 0 0 0,-1 0 0 0 0,1 0 0 0 0,-1 0 0 0 0,1-1 1 0 0,-1 1-1 0 0,1 0 0 0 0,-1 0 0 0 0,0-1 0 0 0,1 1 0 0 0,-1 0 0 0 0,1-1 0 0 0,-1 1 0 0 0,0 0 0 0 0,1-1 0 0 0,-1 1 1 0 0,0-1-1 0 0,0 1 0 0 0,1 0 0 0 0,-1-1 0 0 0,0 1 0 0 0,0-1 0 0 0,0 1 0 0 0,0-1 0 0 0,1 1 0 0 0,-1-1 1 0 0,0 1-1 0 0,0-1 0 0 0,0 1 0 0 0,0-1 0 0 0,1-2 14 0 0,0 0 1 0 0,0 0 0 0 0,0 0-1 0 0,1 0 1 0 0,-1 0 0 0 0,1 1-1 0 0,0-1 1 0 0,0 0-1 0 0,0 1 1 0 0,0 0 0 0 0,0-1-1 0 0,0 1 1 0 0,1 0-1 0 0,2-2 1 0 0,14-14 102 0 0,70-82 356 0 0,-70 83-386 0 0,-11 9-20 0 0,0 0 0 0 0,-1 0 0 0 0,0 0 1 0 0,10-16-1 0 0,-4 12 17 0 0,-8 7 39 0 0,-8 9 181 0 0,-10 13-216 0 0,0 1 1 0 0,0 0-1 0 0,2 1 0 0 0,0 0 0 0 0,2 1 0 0 0,-9 23 0 0 0,-1 1 50 0 0,10-20-88 0 0,0 0 0 0 0,-4 29 0 0 0,3-16-29 0 0,6-7-145 0 0,1-6-215 0 0,3-23 323 0 0,0 0 0 0 0,-1-1 0 0 0,1 1 0 0 0,-1 0 0 0 0,1-1 1 0 0,0 1-1 0 0,-1 0 0 0 0,1-1 0 0 0,-1 1 0 0 0,0 0 0 0 0,1-1 0 0 0,-1 1 0 0 0,1-1 0 0 0,-1 1 1 0 0,0-1-1 0 0,1 0 0 0 0,-1 1 0 0 0,0-1 0 0 0,0 0 0 0 0,1 1 0 0 0,-1-1 0 0 0,0 0 0 0 0,-1 1 1 0 0,21-5-622 0 0,1 0 1 0 0,-1-2-1 0 0,0 0 0 0 0,-1-1 1 0 0,31-15-1 0 0,-38 6-1051 0 0,8-2-453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26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33 1441 0 0,'-1'-1'107'0'0,"1"0"0"0"0,0 1 1 0 0,0-1-1 0 0,0 0 1 0 0,0 0-1 0 0,0 1 0 0 0,0-1 1 0 0,0 0-1 0 0,0 1 1 0 0,0-1-1 0 0,1 0 0 0 0,-1 0 1 0 0,0 1-1 0 0,0-1 1 0 0,1 0-1 0 0,-1 1 0 0 0,0-1 1 0 0,1 0-1 0 0,-1 1 1 0 0,1-1-1 0 0,-1 1 0 0 0,1-1 1 0 0,-1 1-1 0 0,1-1 1 0 0,-1 1-1 0 0,1-1 0 0 0,-1 1 1 0 0,1-1-1 0 0,0 1 1 0 0,-1 0-1 0 0,1-1 0 0 0,-1 1 1 0 0,1 0-1 0 0,0 0 1 0 0,1-1-1 0 0,3-1 149 0 0,-2-3 273 0 0,2 0 182 0 0,-1 7-528 0 0,-10 4-14 0 0,-26 12 139 0 0,-27 18 153 0 0,29-13-214 0 0,21-17-138 0 0,-1 1 0 0 0,1 0 0 0 0,0 1 1 0 0,1 0-1 0 0,0 0 0 0 0,0 1 0 0 0,-8 13 0 0 0,15-21-100 0 0,1-1 0 0 0,0 1-1 0 0,-1-1 1 0 0,1 1 0 0 0,0 0-1 0 0,0-1 1 0 0,0 1 0 0 0,0 0 0 0 0,-1-1-1 0 0,1 1 1 0 0,0 0 0 0 0,0-1 0 0 0,0 1-1 0 0,1 0 1 0 0,-1-1 0 0 0,0 1-1 0 0,0 0 1 0 0,0-1 0 0 0,0 1 0 0 0,0-1-1 0 0,1 1 1 0 0,-1 0 0 0 0,0-1 0 0 0,1 1-1 0 0,-1-1 1 0 0,0 1 0 0 0,1-1-1 0 0,-1 1 1 0 0,1-1 0 0 0,-1 1 0 0 0,1-1-1 0 0,-1 1 1 0 0,1-1 0 0 0,-1 1 0 0 0,2-1-1 0 0,24 13 143 0 0,-18-9-82 0 0,18 9 63 0 0,1-2-1 0 0,47 14 1 0 0,-62-22-134 0 0,1-1-1 0 0,-1 0 1 0 0,1-1-1 0 0,-1 0 1 0 0,1-1 0 0 0,-1 0-1 0 0,1-1 1 0 0,23-5-1 0 0,-35 6 4 0 0,16-7 40 0 0,-17 5-35 0 0,1 0 1 0 0,0 1-1 0 0,-1-1 1 0 0,1 0-1 0 0,-1 0 1 0 0,1 0-1 0 0,-1 0 1 0 0,0 1 0 0 0,0-1-1 0 0,0 0 1 0 0,0-3-1 0 0,-1-2-7 0 0,0 1-1 0 0,0-1 0 0 0,0 1 0 0 0,-1-1 1 0 0,0 1-1 0 0,-1 0 0 0 0,1 0 1 0 0,-1 0-1 0 0,0 0 0 0 0,0 0 1 0 0,-6-6-1 0 0,-6-9-244 0 0,-26-26 0 0 0,40 45 211 0 0,-5-4-200 0 0,1 1-1 0 0,0 0 0 0 0,-1 1 1 0 0,0-1-1 0 0,0 1 0 0 0,-1 0 1 0 0,1 0-1 0 0,-1 1 0 0 0,0 0 1 0 0,0 0-1 0 0,-11-3 0 0 0,-26-8-2458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26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 1841 0 0,'-9'2'1214'0'0,"-1"-1"0"0"0,1-1 0 0 0,-19 0-1 0 0,8-1-261 0 0,22 2-550 0 0,35 6 32 0 0,437 74 1553 0 0,-440-75-1922 0 0,0-2-1 0 0,0-2 0 0 0,38-1 0 0 0,-52-2-421 0 0,-1-1 0 0 0,0 0 1 0 0,0-2-1 0 0,0 0 0 0 0,0-1 0 0 0,25-11 0 0 0,-44 16 247 0 0,0 0 0 0 0,0 0 0 0 0,1 0-1 0 0,-1 0 1 0 0,0-1 0 0 0,0 1-1 0 0,1 0 1 0 0,-1 0 0 0 0,0 0-1 0 0,0-1 1 0 0,1 1 0 0 0,-1 0-1 0 0,0 0 1 0 0,0-1 0 0 0,0 1 0 0 0,0 0-1 0 0,0-1 1 0 0,1 1 0 0 0,-1 0-1 0 0,0 0 1 0 0,0-1 0 0 0,0 1-1 0 0,0 0 1 0 0,0-1 0 0 0,0 1-1 0 0,0 0 1 0 0,0-1 0 0 0,0 1 0 0 0,0 0-1 0 0,0-1 1 0 0,0 1 0 0 0,0 0-1 0 0,0 0 1 0 0,-1-1 0 0 0,1 1-1 0 0,0 0 1 0 0,0-1 0 0 0,0 1-1 0 0,0 0 1 0 0,0 0 0 0 0,-1-1 0 0 0,1 1-1 0 0,0 0 1 0 0,0 0 0 0 0,-1-1-1 0 0,1 1 1 0 0,0 0 0 0 0,0 0-1 0 0,-1 0 1 0 0,1 0 0 0 0,0-1-1 0 0,-19 1-2143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26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45 195 240 0 0,'-14'4'2150'0'0,"12"-4"-1975"0"0,0 1-1 0 0,1-1 1 0 0,-1 0 0 0 0,0 1-1 0 0,0-1 1 0 0,1 1 0 0 0,-1 0-1 0 0,0-1 1 0 0,1 1 0 0 0,-1 0 0 0 0,1 0-1 0 0,-1 0 1 0 0,1 0 0 0 0,0 1-1 0 0,-1-1 1 0 0,1 0 0 0 0,0 0 0 0 0,-2 2-1 0 0,22-5-14 0 0,-17 1-107 0 0,1 0 0 0 0,-1 1-1 0 0,0-1 1 0 0,0 0 0 0 0,1 0-1 0 0,-1-1 1 0 0,0 1-1 0 0,0 0 1 0 0,0-1 0 0 0,0 1-1 0 0,0-1 1 0 0,0 0 0 0 0,-1 1-1 0 0,1-1 1 0 0,-1 0 0 0 0,1 0-1 0 0,1-4 1 0 0,12-12 187 0 0,12-12 66 0 0,2 1 1 0 0,1 1 0 0 0,50-35 0 0 0,-54 47-267 0 0,-22 20-40 0 0,-4 0 0 0 0,-7 13 0 0 0,-17 14 10 0 0,-30 43 140 0 0,10-9 126 0 0,32-48-75 0 0,1-1 1 0 0,-15 29-1 0 0,-25 46-134 0 0,39-72-94 0 0,12-19 10 0 0,0 0-1 0 0,0 0 1 0 0,0 0 0 0 0,0 0-1 0 0,0 0 1 0 0,0 0-1 0 0,0 1 1 0 0,0-1 0 0 0,-1 0-1 0 0,1 0 1 0 0,0 0-1 0 0,0 0 1 0 0,0 0 0 0 0,0 0-1 0 0,0 1 1 0 0,0-1-1 0 0,0 0 1 0 0,0 0-1 0 0,0 0 1 0 0,0 0 0 0 0,0 0-1 0 0,0 1 1 0 0,0-1-1 0 0,0 0 1 0 0,0 0 0 0 0,0 0-1 0 0,1 0 1 0 0,-1 0-1 0 0,0 1 1 0 0,0-1 0 0 0,0 0-1 0 0,0 0 1 0 0,0 0-1 0 0,0 0 1 0 0,0 0-1 0 0,0 0 1 0 0,0 0 0 0 0,0 1-1 0 0,1-1 1 0 0,-1 0-1 0 0,0 0 1 0 0,0 0 0 0 0,0 0-1 0 0,0 0 1 0 0,0 0-1 0 0,0 0 1 0 0,1 0 0 0 0,-1 0-1 0 0,11 1-318 0 0,13-6-49 0 0,-18 3 175 0 0,0-1-1 0 0,0 0 0 0 0,0 0 1 0 0,0 0-1 0 0,-1-1 1 0 0,1 0-1 0 0,-1 0 0 0 0,0 0 1 0 0,0-1-1 0 0,7-9 0 0 0,13-10-2434 0 0,-3 4 257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27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4 880 0 0,'-15'8'623'0'0,"1"0"-1"0"0,0 1 0 0 0,1 0 0 0 0,0 1 0 0 0,1 0 0 0 0,0 1 0 0 0,0 0 0 0 0,1 1 0 0 0,1 1 0 0 0,-16 22 1 0 0,24-32-606 0 0,-1 0 0 0 0,1 0 0 0 0,0 1 1 0 0,0 0-1 0 0,0-1 0 0 0,0 1 1 0 0,1 0-1 0 0,-2 5 0 0 0,3-7-2 0 0,0-1-1 0 0,0 0 1 0 0,0 1-1 0 0,0-1 0 0 0,0 1 1 0 0,0-1-1 0 0,1 0 0 0 0,-1 1 1 0 0,1-1-1 0 0,-1 0 0 0 0,1 0 1 0 0,-1 1-1 0 0,1-1 1 0 0,0 0-1 0 0,0 0 0 0 0,-1 0 1 0 0,1 0-1 0 0,0 0 0 0 0,0 0 1 0 0,0 0-1 0 0,0 0 1 0 0,0 0-1 0 0,0 0 0 0 0,1 0 1 0 0,-1-1-1 0 0,0 1 0 0 0,0 0 1 0 0,1-1-1 0 0,1 1 0 0 0,12 5 21 0 0,1-1-1 0 0,0-1 1 0 0,0 0-1 0 0,0-1 1 0 0,0-1-1 0 0,1 0 1 0 0,-1-1-1 0 0,0-1 1 0 0,1-1-1 0 0,-1 0 1 0 0,17-4-1 0 0,-28 4-102 0 0,0 0 1 0 0,0 0-1 0 0,0 0 0 0 0,0 0 1 0 0,0-1-1 0 0,-1 0 0 0 0,1 0 1 0 0,-1 0-1 0 0,1-1 0 0 0,-1 1 1 0 0,0-1-1 0 0,0 0 1 0 0,0 0-1 0 0,-1-1 0 0 0,1 1 1 0 0,-1-1-1 0 0,1 1 0 0 0,-1-1 1 0 0,0 0-1 0 0,-1-1 0 0 0,1 1 1 0 0,-1 0-1 0 0,0-1 0 0 0,0 1 1 0 0,0-1-1 0 0,0 0 0 0 0,-1 0 1 0 0,0 1-1 0 0,0-1 0 0 0,0 0 1 0 0,-1 0-1 0 0,1 0 1 0 0,-1 0-1 0 0,0 0 0 0 0,-1 0 1 0 0,1 0-1 0 0,-1 0 0 0 0,0 0 1 0 0,-1 0-1 0 0,1 0 0 0 0,-1 1 1 0 0,1-1-1 0 0,-2 1 0 0 0,1-1 1 0 0,0 1-1 0 0,-1 0 0 0 0,0-1 1 0 0,0 1-1 0 0,0 1 1 0 0,0-1-1 0 0,-1 0 0 0 0,1 1 1 0 0,-1 0-1 0 0,0 0 0 0 0,-5-4 1 0 0,-36-11-4069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27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33 2321 0 0,'-63'-4'4522'0'0,"67"5"-2448"0"0,77 25-986 0 0,-53-22-1126 0 0,1-1 1 0 0,52-1 0 0 0,-72-2-250 0 0,1-1 0 0 0,-1 0 0 0 0,1 0 0 0 0,-1-1 0 0 0,0 0 0 0 0,0-1 0 0 0,0 0 0 0 0,0-1 0 0 0,0 1 1 0 0,-1-2-1 0 0,0 1 0 0 0,9-7 0 0 0,4-3-2034 0 0,2 3-80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28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 1441 0 0,'-22'5'4642'0'0,"0"0"-3522"0"0,44-10-1360 0 0,0 5 560 0 0,0 0 0 0 0,23 5-79 0 0,66-5 79 0 0,62 0-240 0 0,-17 0-560 0 0,-45 0-561 0 0,-22 0-1440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28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112 181 160 0 0,'-40'-74'5509'0'0,"38"71"-5349"0"0,0 0-1 0 0,1 0 0 0 0,-1 0 1 0 0,-1 0-1 0 0,1 0 1 0 0,0 0-1 0 0,-1 1 0 0 0,1-1 1 0 0,-1 1-1 0 0,0 0 1 0 0,0 0-1 0 0,0 0 0 0 0,0 0 1 0 0,0 0-1 0 0,0 1 1 0 0,0-1-1 0 0,-7-1 0 0 0,0 0-146 0 0,9 3-11 0 0,1 0 1 0 0,0 0-1 0 0,-1 0 0 0 0,1-1 1 0 0,0 1-1 0 0,-1 0 1 0 0,1 0-1 0 0,-1 0 1 0 0,1 0-1 0 0,0 0 1 0 0,-1-1-1 0 0,1 1 1 0 0,0 0-1 0 0,0 0 1 0 0,-1-1-1 0 0,1 1 1 0 0,0 0-1 0 0,0 0 1 0 0,-1-1-1 0 0,1 1 0 0 0,0 0 1 0 0,0-1-1 0 0,-1 1 1 0 0,1 0-1 0 0,0-1 1 0 0,0 1-1 0 0,0 0 1 0 0,0-1-1 0 0,0 1 1 0 0,0 0-1 0 0,0-1 1 0 0,0 1-1 0 0,-1-1 1 0 0,1 1-1 0 0,0 0 0 0 0,1-1 1 0 0,-1 1-1 0 0,0-1 1 0 0,0 1-1 0 0,0 0 1 0 0,0-1-1 0 0,0 1 1 0 0,0 0-1 0 0,0-1 1 0 0,0 1-1 0 0,1 0 1 0 0,-1-1-1 0 0,15-13 285 0 0,-8 9-39 0 0,-7-16-71 0 0,0 15-206 0 0,0 15-25 0 0,0-6 56 0 0,0-1 1 0 0,0 1-1 0 0,1-1 1 0 0,-1 1-1 0 0,1-1 1 0 0,-1 0 0 0 0,1 1-1 0 0,0-1 1 0 0,0 0-1 0 0,3 5 1 0 0,5 17 49 0 0,-6-2 28 0 0,-1 1 1 0 0,-2-1-1 0 0,-2 29 1 0 0,1-27-8 0 0,0 1 0 0 0,2-1-1 0 0,5 34 1 0 0,31 90-166 0 0,-35-126-10 0 0,-2-21 58 0 0,0 0 1 0 0,0 0-1 0 0,0 0 1 0 0,-1 0-1 0 0,1 0 1 0 0,0 0-1 0 0,0 0 1 0 0,1 0-1 0 0,-1 0 0 0 0,0 0 1 0 0,0 0-1 0 0,0 0 1 0 0,1 0-1 0 0,-1 0 1 0 0,0 0-1 0 0,1 0 1 0 0,-1 0-1 0 0,1 0 1 0 0,-1-1-1 0 0,1 1 0 0 0,0 0 1 0 0,-1 0-1 0 0,1 0 1 0 0,0-1-1 0 0,-1 1 1 0 0,1 0-1 0 0,0-1 1 0 0,0 1-1 0 0,0-1 0 0 0,0 1 1 0 0,-1-1-1 0 0,1 1 1 0 0,0-1-1 0 0,0 0 1 0 0,0 1-1 0 0,0-1 1 0 0,0 0-1 0 0,0 0 1 0 0,0 1-1 0 0,0-1 0 0 0,0 0 1 0 0,0 0-1 0 0,0 0 1 0 0,2-1-1 0 0,2 1-202 0 0,17-1-147 0 0,-21 1 342 0 0,0 0 0 0 0,0-1 0 0 0,-1 1 0 0 0,1 0 0 0 0,0 0 0 0 0,-1-1 0 0 0,1 1 0 0 0,-1-1 0 0 0,1 1 0 0 0,0 0 0 0 0,-1-1-1 0 0,1 1 1 0 0,-1-1 0 0 0,1 1 0 0 0,-1-1 0 0 0,1 1 0 0 0,-1-1 0 0 0,0 0 0 0 0,1 1 0 0 0,-1-1 0 0 0,0 0 0 0 0,1 1 0 0 0,-1-1 0 0 0,0 0 0 0 0,0 1 0 0 0,1-1 0 0 0,-1 0 0 0 0,0 1 0 0 0,0-1 0 0 0,0-1 0 0 0,0-19-2443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29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47 3522 0 0,'0'0'2081'0'0,"0"6"-1041"0"0,-23-6-400 0 0,46 4-560 0 0,-6-4 0 0 0,6 0-80 0 0,21-4-80 0 0,0-6-160 0 0,23-4-880 0 0,22-15-2002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29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15 1761 0 0,'13'-5'1971'0'0,"-16"0"213"0"0,1 2-434 0 0,20 2-1266 0 0,-4 1-534 0 0,-1 2 0 0 0,27 5 0 0 0,-21-3 91 0 0,-1 2 0 0 0,0 0 0 0 0,30 15 0 0 0,-46-19 0 0 0,1-1 1 0 0,-1 1 0 0 0,1 0-1 0 0,-1 0 1 0 0,0 1 0 0 0,0-1 0 0 0,0 0-1 0 0,0 1 1 0 0,0-1 0 0 0,0 1-1 0 0,-1 0 1 0 0,1-1 0 0 0,-1 1-1 0 0,0 0 1 0 0,0 0 0 0 0,0 0-1 0 0,0 0 1 0 0,0 0 0 0 0,0 5-1 0 0,-1-3 32 0 0,1 0-1 0 0,-1-1 0 0 0,0 1 1 0 0,-1 0-1 0 0,1-1 0 0 0,-1 1 1 0 0,0-1-1 0 0,0 1 0 0 0,0-1 1 0 0,0 1-1 0 0,-1-1 1 0 0,-3 7-1 0 0,1-5-30 0 0,-1-1 1 0 0,0 0-1 0 0,1 0 0 0 0,-2 0 1 0 0,1 0-1 0 0,-1-1 1 0 0,1 0-1 0 0,-1 0 0 0 0,0 0 1 0 0,-1-1-1 0 0,1 0 1 0 0,0 0-1 0 0,-1 0 0 0 0,0-1 1 0 0,0 0-1 0 0,1-1 1 0 0,-1 1-1 0 0,0-1 0 0 0,-11 0 1 0 0,0 0-4 0 0,-1-1 0 0 0,1 0 0 0 0,0-1 0 0 0,0-1-1 0 0,0-1 1 0 0,-20-6 0 0 0,29 3 197 0 0,12 3 32 0 0,3 3 176 0 0,127 26-284 0 0,-64-10-209 0 0,-1 2 0 0 0,128 55 0 0 0,-193-72-73 0 0,1 1 0 0 0,-1-1 0 0 0,0 1 0 0 0,1 0 0 0 0,-1 0 1 0 0,0 0-1 0 0,0 1 0 0 0,0-1 0 0 0,-1 1 0 0 0,1-1 0 0 0,0 1 0 0 0,-1 0 0 0 0,0 0 1 0 0,0 0-1 0 0,0 0 0 0 0,0 0 0 0 0,0 1 0 0 0,0-1 0 0 0,-1 1 0 0 0,0-1 0 0 0,1 5 1 0 0,-2-8 69 0 0,1 0 0 0 0,-1 0 1 0 0,0 1-1 0 0,0-1 0 0 0,0 0 0 0 0,0 1 1 0 0,0-1-1 0 0,0 0 0 0 0,0 0 1 0 0,0 1-1 0 0,0-1 0 0 0,-1 0 1 0 0,1 1-1 0 0,0-1 0 0 0,0 0 1 0 0,0 0-1 0 0,0 1 0 0 0,0-1 0 0 0,0 0 1 0 0,0 0-1 0 0,-1 1 0 0 0,1-1 1 0 0,0 0-1 0 0,0 0 0 0 0,0 1 1 0 0,-1-1-1 0 0,1 0 0 0 0,0 0 1 0 0,0 0-1 0 0,-1 0 0 0 0,1 1 1 0 0,-19-3-2591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7:22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59 1441 0 0,'17'-9'921'0'0,"0"2"1"0"0,1 0-1 0 0,0 1 1 0 0,0 0-1 0 0,1 2 1 0 0,20-3-1 0 0,-11 1-448 0 0,-15 4-306 0 0,0 0 1 0 0,-1 1-1 0 0,1 0 1 0 0,0 1-1 0 0,0 0 1 0 0,16 3 0 0 0,-21-2-140 0 0,0 0 0 0 0,-1 1 0 0 0,1 1 0 0 0,-1-1 0 0 0,1 1 0 0 0,-1 0 0 0 0,0 1 0 0 0,0-1 0 0 0,0 1 0 0 0,9 8 0 0 0,-14-10-24 0 0,0 0 1 0 0,1 0-1 0 0,-1 0 1 0 0,0 1 0 0 0,0-1-1 0 0,0 1 1 0 0,-1-1 0 0 0,1 1-1 0 0,-1 0 1 0 0,1 0-1 0 0,-1 0 1 0 0,0 0 0 0 0,0 0-1 0 0,0 0 1 0 0,0 0 0 0 0,-1 0-1 0 0,1 0 1 0 0,-1 0-1 0 0,0 0 1 0 0,0 0 0 0 0,0 0-1 0 0,0 0 1 0 0,-2 7 0 0 0,1-6 2 0 0,0 1 1 0 0,-1 0 0 0 0,0-1-1 0 0,0 1 1 0 0,0-1 0 0 0,-1 1 0 0 0,0-1-1 0 0,1 0 1 0 0,-1 0 0 0 0,-1 0-1 0 0,1-1 1 0 0,-1 1 0 0 0,1-1 0 0 0,-6 4-1 0 0,-9 6 20 0 0,17-13-35 0 0,0 0 0 0 0,0 1 1 0 0,0-1-1 0 0,1 0 0 0 0,-1 0 1 0 0,0 0-1 0 0,0 0 0 0 0,0 0 0 0 0,0 0 1 0 0,1 0-1 0 0,-1-1 0 0 0,0 1 0 0 0,0 0 1 0 0,0 0-1 0 0,1-1 0 0 0,-1 1 1 0 0,0 0-1 0 0,0-1 0 0 0,1 1 0 0 0,-1-1 1 0 0,0 1-1 0 0,1-1 0 0 0,-1 1 0 0 0,0-1 1 0 0,1 1-1 0 0,-1-1 0 0 0,0-1 1 0 0,-7-3-97 0 0,-8-12 56 0 0,14 14 43 0 0,0 0 0 0 0,-1 0 0 0 0,1 0 0 0 0,-1 0 0 0 0,0 1-1 0 0,0-1 1 0 0,0 1 0 0 0,-4-2 0 0 0,-7-5 45 0 0,-1 1 0 0 0,-1 1-1 0 0,1 0 1 0 0,-1 1-1 0 0,0 1 1 0 0,-1 0 0 0 0,-20-2-1 0 0,26 6-9 0 0,1 0 0 0 0,0 1 0 0 0,-1 0-1 0 0,1 0 1 0 0,-1 1 0 0 0,1 1 0 0 0,0 0-1 0 0,0 0 1 0 0,0 1 0 0 0,0 0 0 0 0,0 1 0 0 0,1 0-1 0 0,-16 9 1 0 0,24-13-27 0 0,0 1 1 0 0,1-1-1 0 0,-1 0 0 0 0,0 1 0 0 0,1-1 1 0 0,-1 0-1 0 0,1 1 0 0 0,-1-1 0 0 0,1 1 1 0 0,-1-1-1 0 0,1 1 0 0 0,-1-1 0 0 0,1 1 1 0 0,-1-1-1 0 0,1 1 0 0 0,-1-1 0 0 0,1 1 1 0 0,0 0-1 0 0,-1-1 0 0 0,1 1 1 0 0,0 0-1 0 0,0-1 0 0 0,0 1 0 0 0,-1 0 1 0 0,1-1-1 0 0,0 1 0 0 0,0 0 0 0 0,0 0 1 0 0,0-1-1 0 0,0 1 0 0 0,0 1 0 0 0,1-1 4 0 0,0 0 0 0 0,0 1 1 0 0,0-1-1 0 0,0 0 0 0 0,0 0 0 0 0,0 0 0 0 0,0 1 0 0 0,0-1 0 0 0,1 0 0 0 0,-1 0 0 0 0,0-1 0 0 0,1 1 0 0 0,1 1 1 0 0,7 3 17 0 0,0-1 1 0 0,0-1 0 0 0,20 6 0 0 0,5-2-475 0 0,0-2 0 0 0,1-1 0 0 0,-1-2 0 0 0,1-2-1 0 0,-1 0 1 0 0,1-3 0 0 0,-1-1 0 0 0,52-13 0 0 0,-17-6-3593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7:23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0 1361 0 0,'0'0'2201'0'0,"-4"1"-227"0"0,1-1-1583 0 0,2 0-311 0 0,1 0 1 0 0,-1 0 0 0 0,1 0-1 0 0,-1 0 1 0 0,0 0-1 0 0,1 0 1 0 0,-1 0 0 0 0,1 1-1 0 0,-1-1 1 0 0,1 0 0 0 0,-1 0-1 0 0,0 0 1 0 0,1 0 0 0 0,-1 1-1 0 0,1-1 1 0 0,-1 0 0 0 0,1 1-1 0 0,-1-1 1 0 0,1 0 0 0 0,0 1-1 0 0,-1-1 1 0 0,1 1 0 0 0,-1-1-1 0 0,1 1 1 0 0,0-1 0 0 0,-1 1-1 0 0,1-1 1 0 0,0 1 0 0 0,0-1-1 0 0,-1 1 1 0 0,1-1-1 0 0,0 1 1 0 0,0-1 0 0 0,0 1-1 0 0,0-1 1 0 0,-1 2 0 0 0,1-1-48 0 0,0 0 0 0 0,-1 0-1 0 0,1 0 1 0 0,-1 0 0 0 0,0 0 0 0 0,1 0 0 0 0,-1 0 0 0 0,0 0 0 0 0,1 0 0 0 0,-1-1 0 0 0,0 1-1 0 0,0 0 1 0 0,0 0 0 0 0,0-1 0 0 0,0 1 0 0 0,0-1 0 0 0,-1 2 0 0 0,-2 0 42 0 0,-44 56 178 0 0,45-55-247 0 0,1 0 0 0 0,0 0 0 0 0,0 1 0 0 0,0-1 0 0 0,1 1 0 0 0,-1-1 0 0 0,1 1 0 0 0,-1-1 0 0 0,1 1 0 0 0,1 0 0 0 0,-1 0 0 0 0,0 0 0 0 0,1-1 0 0 0,0 7 0 0 0,-6 31 78 0 0,1-24-58 0 0,0 1 1 0 0,-1-1 0 0 0,-1 0-1 0 0,0-1 1 0 0,-1 1 0 0 0,-1-2-1 0 0,-1 1 1 0 0,0-1 0 0 0,-1 0-1 0 0,-18 18 1 0 0,14-18 51 0 0,-12 10 90 0 0,-34 43 0 0 0,59-66-169 0 0,0-1 1 0 0,1 1 0 0 0,0 0 0 0 0,-1 0 0 0 0,1-1-1 0 0,0 1 1 0 0,0 0 0 0 0,0 0 0 0 0,0 0-1 0 0,0 0 1 0 0,1 1 0 0 0,-1-1 0 0 0,1 0 0 0 0,-1 0-1 0 0,1 0 1 0 0,0 0 0 0 0,0 1 0 0 0,0-1 0 0 0,0 3-1 0 0,2-2-23 0 0,-1 0-1 0 0,1 0 0 0 0,0-1 0 0 0,-1 1 0 0 0,1-1 0 0 0,1 0 0 0 0,-1 1 1 0 0,0-1-1 0 0,0 0 0 0 0,5 3 0 0 0,-3-2-31 0 0,-3-2 23 0 0,-1-1 1 0 0,1 1-1 0 0,-1-1 1 0 0,1 1-1 0 0,-1-1 1 0 0,1 1-1 0 0,-1-1 0 0 0,1 1 1 0 0,0-1-1 0 0,-1 0 1 0 0,1 1-1 0 0,-1-1 0 0 0,1 0 1 0 0,0 1-1 0 0,-1-1 1 0 0,1 0-1 0 0,0 0 0 0 0,0 0 1 0 0,-1 0-1 0 0,1 0 1 0 0,0 0-1 0 0,-1 0 1 0 0,1 0-1 0 0,0 0 0 0 0,0 0 1 0 0,1 0-1 0 0,4-15-1705 0 0,-1 1-873 0 0,13-5-1337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7:23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23 118 1521 0 0,'-23'-5'2561'0'0,"23"-4"-560"0"0,0 3-481 0 0,0 2-399 0 0,23 4-401 0 0,-1-4-239 0 0,0-2-241 0 0,22 6-240 0 0,45-8-320 0 0,85-25-1521 0 0,-19-9-4402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7:24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69 2001 0 0,'5'-2'231'0'0,"33"-16"1501"0"0,1 2 1 0 0,56-14 0 0 0,-93 29-1700 0 0,-1 1 1 0 0,0-1-1 0 0,1 1 0 0 0,-1 0 0 0 0,1 0 1 0 0,-1 0-1 0 0,1 0 0 0 0,-1 0 0 0 0,1 0 1 0 0,-1 0-1 0 0,0 0 0 0 0,1 0 0 0 0,-1 1 0 0 0,1-1 1 0 0,-1 0-1 0 0,0 1 0 0 0,1-1 0 0 0,-1 1 1 0 0,0 0-1 0 0,1-1 0 0 0,-1 1 0 0 0,0 0 1 0 0,0 0-1 0 0,0 0 0 0 0,0 0 0 0 0,2 2 1 0 0,-2-1-4 0 0,0 0 0 0 0,1 1 0 0 0,-1 0 0 0 0,-1-1 1 0 0,1 1-1 0 0,0 0 0 0 0,-1 0 0 0 0,1-1 0 0 0,-1 1 0 0 0,0 0 1 0 0,0 0-1 0 0,0 5 0 0 0,-1 3 30 0 0,-1 1-1 0 0,0-1 1 0 0,-1 0 0 0 0,0 0-1 0 0,-1 0 1 0 0,-4 10 0 0 0,0-6 29 0 0,0-1 0 0 0,-1 0 0 0 0,-1 0 0 0 0,0-1 0 0 0,-1-1 0 0 0,0 0 0 0 0,-1 0 0 0 0,0-1 1 0 0,0-1-1 0 0,-27 17 0 0 0,14-12 8 0 0,-2-2-1 0 0,1-1 1 0 0,-1-1 0 0 0,-1-1-1 0 0,-31 6 1 0 0,49-13-73 0 0,0-1 0 0 0,-1-1 0 0 0,1 0 0 0 0,-18 0 0 0 0,24-1-46 0 0,1 0 1 0 0,0-1-1 0 0,-1 1 0 0 0,1-1 0 0 0,0 1 1 0 0,0-1-1 0 0,0 0 0 0 0,0 0 0 0 0,0 0 1 0 0,0-1-1 0 0,0 1 0 0 0,0-1 0 0 0,0 1 1 0 0,0-1-1 0 0,1 0 0 0 0,-1 0 0 0 0,1 0 1 0 0,-4-4-1 0 0,-1-3-180 0 0,5 6 167 0 0,0 0 1 0 0,-1 0-1 0 0,1 0 1 0 0,0 0-1 0 0,1-1 1 0 0,-1 1-1 0 0,0 0 1 0 0,1-1-1 0 0,-1-4 1 0 0,57 52 101 0 0,-8-15-234 0 0,91 41 0 0 0,-108-61-1207 0 0,11-12-2441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7:25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70 1841 0 0,'327'-14'7341'0'0,"79"0"-5718"0"0,-107 20-996 0 0,-195 2-496 0 0,-84-5-129 0 0,-1-1 0 0 0,1 0 1 0 0,0-2-1 0 0,0 0 0 0 0,0-2 0 0 0,24-4 1 0 0,-41 5-111 0 0,1 0 0 0 0,-1 0 1 0 0,0 0-1 0 0,0 0 1 0 0,1-1-1 0 0,-1 0 0 0 0,0 0 1 0 0,0 0-1 0 0,0 0 1 0 0,-1 0-1 0 0,1 0 0 0 0,0-1 1 0 0,-1 1-1 0 0,4-5 1 0 0,-7 6-50 0 0,1 0-1 0 0,-1 0 1 0 0,1 0 0 0 0,-1 0 0 0 0,1 1 0 0 0,-1-1 0 0 0,0 0 0 0 0,1 0 0 0 0,-1 1 0 0 0,0-1 0 0 0,0 0 0 0 0,1 1 0 0 0,-1-1 0 0 0,0 0 0 0 0,0 1 0 0 0,0-1 0 0 0,0 1 0 0 0,0 0 0 0 0,0-1 0 0 0,0 1 0 0 0,-2-1 0 0 0,-30-6-2578 0 0,-26 5-160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7:25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28 320 0 0,'0'-4'4710'0'0,"-1"4"-4646"0"0,1-1 1 0 0,0 1-1 0 0,0 0 0 0 0,0-1 1 0 0,0 1-1 0 0,0-1 1 0 0,0 1-1 0 0,0 0 0 0 0,1-1 1 0 0,-1 1-1 0 0,0-1 0 0 0,0 1 1 0 0,0 0-1 0 0,0-1 0 0 0,0 1 1 0 0,0 0-1 0 0,1-1 1 0 0,-1 1-1 0 0,0 0 0 0 0,0-1 1 0 0,1 1-1 0 0,-1 0 0 0 0,0 0 1 0 0,0-1-1 0 0,1 1 0 0 0,-1 0 1 0 0,0 0-1 0 0,1-1 0 0 0,10-2 155 0 0,1 0 0 0 0,-1 0 0 0 0,1 2 0 0 0,-1-1 0 0 0,1 1 0 0 0,0 1 0 0 0,-1 0 0 0 0,1 1 0 0 0,0 0 0 0 0,-1 0 0 0 0,14 5 0 0 0,-23-6-209 0 0,-1 0-1 0 0,1 0 0 0 0,0 1 0 0 0,0-1 1 0 0,-1 1-1 0 0,1 0 0 0 0,0-1 0 0 0,-1 1 1 0 0,1 0-1 0 0,-1 0 0 0 0,1 0 0 0 0,-1 0 0 0 0,1 0 1 0 0,-1 0-1 0 0,0 0 0 0 0,0 1 0 0 0,1-1 1 0 0,-1 0-1 0 0,0 1 0 0 0,1 2 0 0 0,-1-3 0 0 0,-1 1-1 0 0,0-1 1 0 0,0 1-1 0 0,0-1 1 0 0,0 1-1 0 0,0-1 0 0 0,0 1 1 0 0,0-1-1 0 0,0 1 1 0 0,-1-1-1 0 0,1 1 1 0 0,0-1-1 0 0,-1 1 1 0 0,0-1-1 0 0,1 0 0 0 0,-1 1 1 0 0,0-1-1 0 0,0 0 1 0 0,1 1-1 0 0,-1-1 1 0 0,0 0-1 0 0,0 0 1 0 0,0 0-1 0 0,-1 0 0 0 0,-1 2 1 0 0,-5 5 47 0 0,-1-1-1 0 0,0 0 1 0 0,-1 0 0 0 0,0-1 0 0 0,0 0 0 0 0,0-1-1 0 0,-1 0 1 0 0,0 0 0 0 0,0-1 0 0 0,-15 3-1 0 0,5-1 2 0 0,-3-2-100 0 0,17-13 29 0 0,-30-10-52 0 0,36 19 67 0 0,1 0 0 0 0,0 0 0 0 0,0 0 1 0 0,0 0-1 0 0,-1 0 0 0 0,1 0 0 0 0,0-1 1 0 0,0 1-1 0 0,0 0 0 0 0,-1 0 0 0 0,1 0 0 0 0,0 0 1 0 0,0 0-1 0 0,0-1 0 0 0,0 1 0 0 0,-1 0 1 0 0,1 0-1 0 0,0 0 0 0 0,0-1 0 0 0,0 1 0 0 0,0 0 1 0 0,0 0-1 0 0,0 0 0 0 0,0-1 0 0 0,0 1 0 0 0,0 0 1 0 0,0 0-1 0 0,0-1 0 0 0,0 1 0 0 0,0 0 1 0 0,0 0-1 0 0,0-1 0 0 0,0 1 0 0 0,0 0 0 0 0,0 0 1 0 0,0 0-1 0 0,0-1 0 0 0,0 1 0 0 0,0 0 0 0 0,0 0 0 0 0,0-1 1 0 0,0 1-1 0 0,0 0 0 0 0,0 0 0 0 0,0 0 0 0 0,0-1 0 0 0,0 1 0 0 0,0 0 0 0 0,0 0 1 0 0,0 0-1 0 0,0-1 0 0 0,0 1 0 0 0,0 0 0 0 0,0 0 0 0 0,0 0 0 0 0,0 0 0 0 0,0-1 1 0 0,0 1-1 0 0,0 0 0 0 0,0 0 0 0 0,-1 0 0 0 0,1 0 0 0 0,0-1 0 0 0,0 1 0 0 0,0 0 0 0 0,0 0 1 0 0,0 0-1 0 0,-1 0 0 0 0,1 0 0 0 0,0 0 0 0 0,0 0 0 0 0,0-1 0 0 0,0 1 0 0 0,0 0 1 0 0,-1 0-1 0 0,1 0 0 0 0,0 0 0 0 0,0 0 0 0 0,-1 0 0 0 0,1 0 1 0 0,0 0 0 0 0,0 0-1 0 0,0 0 1 0 0,1 0 0 0 0,-1 0 0 0 0,0 0-1 0 0,0 0 1 0 0,0 0 0 0 0,0 1 0 0 0,0-1-1 0 0,0 0 1 0 0,0 0 0 0 0,0 0-1 0 0,0 0 1 0 0,0 0 0 0 0,0 0 0 0 0,0 0-1 0 0,0 0 1 0 0,0 0 0 0 0,0 0 0 0 0,0 0-1 0 0,0 0 1 0 0,0 1 0 0 0,0-1-1 0 0,0 0 1 0 0,0 0 0 0 0,0 0 0 0 0,0 0-1 0 0,0 0 1 0 0,0 0 0 0 0,0 0 0 0 0,0 0-1 0 0,0 0 1 0 0,0 0 0 0 0,0 0 0 0 0,0 0-1 0 0,0 1 1 0 0,0-1 0 0 0,0 0-1 0 0,-1 0 1 0 0,1 0 0 0 0,0 0 0 0 0,0 0-1 0 0,0 0 1 0 0,0 0 0 0 0,0 0 0 0 0,0 0-1 0 0,13 11 83 0 0,26 13-11 0 0,4-4-203 0 0,1-3-1 0 0,0-1 0 0 0,1-2 0 0 0,83 14 1 0 0,-122-27-269 0 0,1 0 0 0 0,-1-1 1 0 0,1 0-1 0 0,-1 0 0 0 0,1 0 0 0 0,-1 0 1 0 0,1-1-1 0 0,7-2 0 0 0,-10-2-2415 0 0,-4 0 253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7:14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706 19 400 0 0,'-4'-1'2041'0'0,"-54"-7"2836"0"0,-38 4-3863 0 0,58 4-515 0 0,-51-4 218 0 0,-92 2 340 0 0,145 4-926 0 0,0 1-1 0 0,0 2 1 0 0,1 1 0 0 0,-37 12-1 0 0,71-18-128 0 0,0 0-1 0 0,0 0 0 0 0,-1 1 0 0 0,1-1 0 0 0,0 0 0 0 0,0 1 0 0 0,0-1 0 0 0,0 1 0 0 0,0-1 0 0 0,0 1 0 0 0,0 0 1 0 0,0-1-1 0 0,0 1 0 0 0,0 0 0 0 0,0 0 0 0 0,0 0 0 0 0,1 0 0 0 0,-1 0 0 0 0,0-1 0 0 0,1 1 0 0 0,-1 0 0 0 0,0 1 0 0 0,1-1 1 0 0,-1 0-1 0 0,1 0 0 0 0,0 0 0 0 0,-1 0 0 0 0,1 0 0 0 0,0 2 0 0 0,0-1 2 0 0,1 0 1 0 0,-1-1-1 0 0,1 1 1 0 0,0-1-1 0 0,-1 1 0 0 0,1-1 1 0 0,0 1-1 0 0,0-1 0 0 0,0 1 1 0 0,0-1-1 0 0,0 0 1 0 0,1 1-1 0 0,-1-1 0 0 0,0 0 1 0 0,1 0-1 0 0,-1 0 0 0 0,3 1 1 0 0,7 5 0 0 0,1-1 1 0 0,-1-1-1 0 0,1 0 1 0 0,0-1-1 0 0,0 0 1 0 0,1-1-1 0 0,-1 0 1 0 0,1-1-1 0 0,17 1 0 0 0,18 3 45 0 0,73 10 46 0 0,-44-7-96 0 0,106 26 1 0 0,-169-31-22 0 0,1 1 1 0 0,-1 0 0 0 0,0 1-1 0 0,21 13 1 0 0,-33-17 9 0 0,1 0-1 0 0,-1 0 1 0 0,0 0 0 0 0,0 1 0 0 0,0-1 0 0 0,0 1-1 0 0,0 0 1 0 0,0-1 0 0 0,-1 1 0 0 0,1 0-1 0 0,-1 0 1 0 0,0 0 0 0 0,0 0 0 0 0,1 6-1 0 0,-1-7 7 0 0,-1 0 0 0 0,1 1 0 0 0,-1-1 0 0 0,1 1 0 0 0,-1-1-1 0 0,0 0 1 0 0,0 1 0 0 0,0-1 0 0 0,-1 1 0 0 0,1-1 0 0 0,-1 1-1 0 0,1-1 1 0 0,-1 0 0 0 0,0 1 0 0 0,0-1 0 0 0,0 0 0 0 0,0 0-1 0 0,0 0 1 0 0,-3 4 0 0 0,-1-1 18 0 0,-1-1 1 0 0,-1 0-1 0 0,1 0 0 0 0,-1 0 1 0 0,1-1-1 0 0,-1 0 0 0 0,-14 5 1 0 0,-61 14 184 0 0,78-21-186 0 0,-189 37 371 0 0,159-34-374 0 0,0-1 0 0 0,0-2-1 0 0,-60-5 1 0 0,76 1-134 0 0,0 0-1 0 0,-1-1 0 0 0,-33-14 1 0 0,51 18 69 0 0,0 0 0 0 0,-1 0 0 0 0,1-1 0 0 0,0 1 0 0 0,0-1 1 0 0,0 1-1 0 0,0-1 0 0 0,0 1 0 0 0,0-1 0 0 0,0 0 0 0 0,0 0 0 0 0,0 1 1 0 0,0-1-1 0 0,0 0 0 0 0,0 0 0 0 0,0 0 0 0 0,0 0 0 0 0,1 0 1 0 0,-1 0-1 0 0,0 0 0 0 0,1 0 0 0 0,-1-2 0 0 0,1 1-158 0 0,1 1 0 0 0,-1 0 0 0 0,1-1-1 0 0,0 1 1 0 0,0-1 0 0 0,-1 1 0 0 0,1 0 0 0 0,0 0-1 0 0,0 0 1 0 0,0-1 0 0 0,0 1 0 0 0,1 0 0 0 0,-1 0-1 0 0,2-1 1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7:15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1601 0 0,'22'4'2641'0'0,"1"6"-560"0"0,-1-6-801 0 0,0 0-399 0 0,0 2-481 0 0,0-2-160 0 0,1-4-160 0 0,-23 4-320 0 0,22 2-640 0 0,0-6-3682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7:15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3121 0 0,'22'9'3282'0'0,"-22"-3"-1601"0"0,0-2-961 0 0,18 0-400 0 0,4-4-80 0 0,1 6-80 0 0,21-2-80 0 0,0-4 0 0 0,1-4-240 0 0,-1 4-1280 0 0,23-10-1442 0 0,-23 0 1 0 0,1-3 640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7:29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1092 0 2801 0 0,'-2'13'5072'0'0,"-7"-3"-4126"0"0,-5 7-1348 0 0,12-14 405 0 0,0-1 0 0 0,0 1 0 0 0,0 0 0 0 0,0-1 0 0 0,0 0 0 0 0,0 0 0 0 0,-1 1 0 0 0,-3 2 0 0 0,-186 128 677 0 0,178-122-605 0 0,0 1 0 0 0,1 0 0 0 0,1 1-1 0 0,-13 16 1 0 0,12-13 8 0 0,0-1-1 0 0,-1-1 1 0 0,0 0 0 0 0,-17 12-1 0 0,-56 24 85 0 0,4-4-40 0 0,-37 40 200 0 0,-23 14-214 0 0,59-52-126 0 0,39-23-54 0 0,-63 45 0 0 0,91-53-139 0 0,17-16 195 0 0,0-1 1 0 0,0 0-1 0 0,-1 0 0 0 0,1 1 0 0 0,0-1 1 0 0,0 0-1 0 0,0 1 0 0 0,0-1 1 0 0,0 0-1 0 0,0 0 0 0 0,0 1 0 0 0,0-1 1 0 0,0 0-1 0 0,0 1 0 0 0,0-1 1 0 0,0 0-1 0 0,0 1 0 0 0,0-1 1 0 0,0 0-1 0 0,0 0 0 0 0,0 1 0 0 0,0-1 1 0 0,0 0-1 0 0,0 1 0 0 0,0-1 1 0 0,0 0-1 0 0,0 0 0 0 0,1 1 0 0 0,-1-1 1 0 0,0 0-1 0 0,0 0 0 0 0,1 1 1 0 0,0 0-88 0 0,0-1 1 0 0,1 0 0 0 0,-1 1 0 0 0,1-1 0 0 0,-1 0 0 0 0,1 1 0 0 0,-1-1 0 0 0,1 0-1 0 0,-1 0 1 0 0,1 0 0 0 0,-1 0 0 0 0,0-1 0 0 0,1 1 0 0 0,-1 0 0 0 0,1-1 0 0 0,-1 1 0 0 0,2-1-1 0 0,0-1-343 0 0,0 1-1 0 0,-1 0 1 0 0,1-1-1 0 0,-1 1 1 0 0,0-1-1 0 0,1 0 1 0 0,-1 0 0 0 0,0 0-1 0 0,2-2 1 0 0,-4 4 427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7:18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0 106 1681 0 0,'1'-2'200'0'0,"-1"0"0"0"0,1 1 1 0 0,0-1-1 0 0,-1 1 0 0 0,1-1 1 0 0,0 1-1 0 0,0-1 0 0 0,0 1 1 0 0,0 0-1 0 0,0-1 0 0 0,1 1 1 0 0,-1 0-1 0 0,0 0 0 0 0,0 0 1 0 0,3-2-1 0 0,30-20 1118 0 0,-19 14-666 0 0,-10 5-524 0 0,0 1-1 0 0,1 0 0 0 0,-1 0 0 0 0,1 0 0 0 0,0 1 0 0 0,0 0 0 0 0,8-2 0 0 0,22-8 310 0 0,-30 9-378 0 0,1 1 0 0 0,0 0 0 0 0,0 0 0 0 0,0 0 0 0 0,0 1 0 0 0,0 0 0 0 0,0 1 0 0 0,8 0 0 0 0,-11 0-28 0 0,0 0-1 0 0,0 0 1 0 0,-1 1-1 0 0,1-1 1 0 0,0 1-1 0 0,0 0 0 0 0,-1 0 1 0 0,1 1-1 0 0,0-1 1 0 0,-1 1-1 0 0,1 0 0 0 0,-1 0 1 0 0,0 0-1 0 0,5 4 1 0 0,-7-6-22 0 0,-1 1 1 0 0,0-1 0 0 0,1 1-1 0 0,-1-1 1 0 0,0 1 0 0 0,0-1-1 0 0,1 1 1 0 0,-1-1 0 0 0,0 1 0 0 0,0 0-1 0 0,0-1 1 0 0,0 1 0 0 0,0-1-1 0 0,0 1 1 0 0,0 0 0 0 0,0-1-1 0 0,0 1 1 0 0,0 0 0 0 0,0-1-1 0 0,0 1 1 0 0,0-1 0 0 0,0 1 0 0 0,-1-1-1 0 0,1 1 1 0 0,0 0 0 0 0,-1 0-1 0 0,-12 18 118 0 0,7-10-35 0 0,-15 23 165 0 0,-37 43 0 0 0,26-35-144 0 0,30-38-106 0 0,0 0 1 0 0,1 0-1 0 0,-1 0 0 0 0,1 0 1 0 0,-1 0-1 0 0,1 1 1 0 0,0-1-1 0 0,0 0 1 0 0,0 1-1 0 0,0-1 0 0 0,0 1 1 0 0,0-1-1 0 0,1 1 1 0 0,0 0-1 0 0,-1-1 0 0 0,1 5 1 0 0,1-5-5 0 0,0 0 0 0 0,0 0 1 0 0,0-1-1 0 0,0 1 0 0 0,0-1 0 0 0,0 1 0 0 0,1-1 1 0 0,-1 1-1 0 0,0-1 0 0 0,1 0 0 0 0,-1 0 1 0 0,1 0-1 0 0,0 0 0 0 0,-1 0 0 0 0,1 0 1 0 0,0 0-1 0 0,0 0 0 0 0,-1-1 0 0 0,1 1 1 0 0,0-1-1 0 0,0 1 0 0 0,0-1 0 0 0,0 0 0 0 0,0 1 1 0 0,0-1-1 0 0,2 0 0 0 0,-3 0-7 0 0,26 4-52 0 0,1 0 1 0 0,0-2-1 0 0,33-2 0 0 0,-51-1 51 0 0,0 0 0 0 0,1-1 0 0 0,-1 0 0 0 0,0 0 0 0 0,-1-2 0 0 0,1 1-1 0 0,0-1 1 0 0,-1 0 0 0 0,0-1 0 0 0,0 0 0 0 0,0 0 0 0 0,14-13 0 0 0,1-2-55 0 0,-1-1 0 0 0,-1-2 0 0 0,31-39 0 0 0,-52 61 58 0 0,0 1-1 0 0,-1-1 1 0 0,1 0 0 0 0,-1 0 0 0 0,1 0 0 0 0,-1 0 0 0 0,0 0 0 0 0,1 1 0 0 0,-1-1 0 0 0,0 0 0 0 0,0 0 0 0 0,1 0-1 0 0,-1 0 1 0 0,0 0 0 0 0,0 0 0 0 0,0 0 0 0 0,0 0 0 0 0,0 0 0 0 0,0 0 0 0 0,-1 0 0 0 0,1 0 0 0 0,0 0 0 0 0,0 0 0 0 0,-1 0-1 0 0,1 0 1 0 0,0 0 0 0 0,-1 0 0 0 0,1 1 0 0 0,-1-1 0 0 0,1 0 0 0 0,-1 0 0 0 0,0 0 0 0 0,-25-14-9 0 0,19 12 11 0 0,-1-1 5 0 0,-1 0 0 0 0,1 0 0 0 0,-1 1 0 0 0,0 0 0 0 0,0 1 0 0 0,0 0 0 0 0,0 0 0 0 0,0 1 0 0 0,0 0 0 0 0,0 1 0 0 0,-1 0 0 0 0,1 0 0 0 0,0 1 0 0 0,0 0 0 0 0,-13 4 0 0 0,22-5-6 0 0,0 0 0 0 0,0 0 1 0 0,0 0-1 0 0,-1 0 0 0 0,1 0 1 0 0,0 0-1 0 0,0 0 1 0 0,0 0-1 0 0,0 0 0 0 0,-1 1 1 0 0,1-1-1 0 0,0 0 0 0 0,0 0 1 0 0,0 0-1 0 0,0 0 1 0 0,-1 0-1 0 0,1 1 0 0 0,0-1 1 0 0,0 0-1 0 0,0 0 0 0 0,0 0 1 0 0,0 0-1 0 0,0 1 1 0 0,0-1-1 0 0,0 0 0 0 0,0 0 1 0 0,-1 0-1 0 0,1 1 0 0 0,0-1 1 0 0,0 0-1 0 0,0 0 1 0 0,0 0-1 0 0,0 1 0 0 0,0-1 1 0 0,0 0-1 0 0,0 0 0 0 0,1 0 1 0 0,-1 1-1 0 0,0-1 1 0 0,0 0-1 0 0,0 0 0 0 0,0 0 1 0 0,0 1-1 0 0,0-1 0 0 0,0 0 1 0 0,0 0-1 0 0,0 0 1 0 0,1 0-1 0 0,-1 1 0 0 0,0-1 1 0 0,0 0-1 0 0,0 0 0 0 0,0 0 1 0 0,0 0-1 0 0,1 0 1 0 0,-1 1-1 0 0,0-1 0 0 0,0 0 1 0 0,0 0-1 0 0,1 0 0 0 0,-1 0 1 0 0,0 0-1 0 0,0 0 1 0 0,46 22-1949 0 0,-6-3-2545 0 0,-18-8 1932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7:19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57 640 0 0,'0'-1'149'0'0,"0"1"1"0"0,0 0-1 0 0,0-1 0 0 0,0 1 0 0 0,0-1 0 0 0,0 1 1 0 0,0 0-1 0 0,0-1 0 0 0,0 1 0 0 0,0-1 0 0 0,0 1 1 0 0,0 0-1 0 0,0-1 0 0 0,0 1 0 0 0,0 0 0 0 0,0-1 1 0 0,0 1-1 0 0,0-1 0 0 0,-1 1 0 0 0,1 0 0 0 0,0-1 1 0 0,0 1-1 0 0,0 0 0 0 0,-1-1 0 0 0,1 1 0 0 0,0 0 1 0 0,-1 0-1 0 0,1-1 0 0 0,0 1 0 0 0,0 0 0 0 0,-1 0 0 0 0,1-1 1 0 0,0 1-1 0 0,-1 0 0 0 0,1 0 0 0 0,-1 0 0 0 0,1 0 1 0 0,0-1-1 0 0,-1 1 0 0 0,1 0 0 0 0,-1 0 0 0 0,1 0 1 0 0,0 0-1 0 0,-1 0 0 0 0,1 0 0 0 0,-1 0 0 0 0,-18 10-19 0 0,7-4 412 0 0,10-5-501 0 0,1-1 1 0 0,0 0-1 0 0,-1 1 1 0 0,1 0-1 0 0,0-1 1 0 0,-1 1-1 0 0,1 0 1 0 0,0-1-1 0 0,0 1 1 0 0,-1 0-1 0 0,1 0 1 0 0,0 0-1 0 0,0 0 1 0 0,0 0-1 0 0,0 0 1 0 0,0 1-1 0 0,0 0 1 0 0,29 25 538 0 0,-25-23-559 0 0,1 0 1 0 0,0 0 0 0 0,-1 0-1 0 0,1 0 1 0 0,1-1 0 0 0,-1 0 0 0 0,0 0-1 0 0,1 0 1 0 0,0 0 0 0 0,-1-1-1 0 0,8 3 1 0 0,-2-1 1 0 0,1-1-1 0 0,0-1 1 0 0,18 3 0 0 0,-26-5-15 0 0,0 1 0 0 0,0-1 0 0 0,-1-1 0 0 0,1 1 0 0 0,0 0 1 0 0,0-1-1 0 0,-1 1 0 0 0,1-1 0 0 0,0 0 0 0 0,-1 0 0 0 0,1 0 0 0 0,-1 0 1 0 0,1 0-1 0 0,-1-1 0 0 0,1 1 0 0 0,-1-1 0 0 0,0 1 0 0 0,0-1 1 0 0,3-2-1 0 0,10-9 46 0 0,-12 11-46 0 0,0 0 0 0 0,0 0 1 0 0,-1-1-1 0 0,1 1 1 0 0,-1 0-1 0 0,1-1 0 0 0,1-3 1 0 0,-3 5-5 0 0,-1 0 1 0 0,1-1-1 0 0,-1 1 0 0 0,1 0 1 0 0,-1-1-1 0 0,1 1 1 0 0,-1-1-1 0 0,0 1 0 0 0,0 0 1 0 0,0-1-1 0 0,0 1 1 0 0,0-1-1 0 0,0 1 0 0 0,0 0 1 0 0,0-1-1 0 0,-1 1 1 0 0,1-1-1 0 0,-1 1 0 0 0,1 0 1 0 0,-1-1-1 0 0,1 1 1 0 0,-1 0-1 0 0,0-2 0 0 0,-1 0-24 0 0,0-1-1 0 0,1 0 0 0 0,-1 0 1 0 0,-1 1-1 0 0,1 0 0 0 0,0-1 1 0 0,-1 1-1 0 0,0 0 0 0 0,0 0 1 0 0,0 0-1 0 0,0 0 0 0 0,0 1 1 0 0,0-1-1 0 0,-1 1 0 0 0,1 0 1 0 0,-1 0-1 0 0,0 0 0 0 0,0 1 1 0 0,-5-3-1 0 0,-4 0-515 0 0,-5-3-793 0 0,1 5-3022 0 0,-2 2 1710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7:20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1 160 0 0,'0'0'2161'0'0,"0"4"-160"0"0,0 15 0 0 0,-22 9 160 0 0,0 24-640 0 0,22-11-1121 0 0,0-7-320 0 0,0-1 0 0 0,0-1 80 0 0,0 5-80 0 0,0-9-80 0 0,22-8-80 0 0,-22-1-480 0 0,0-11-561 0 0,0-16-720 0 0,0-7-2401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7:20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1521 0 0,'23'0'2401'0'0,"-23"-6"1120"0"0,22 2-2400 0 0,0 4-401 0 0,23 0-240 0 0,-23 0-239 0 0,22 4-161 0 0,23 6-160 0 0,-23 0-401 0 0,23-1-1600 0 0,-27-9-880 0 0,-18 5 240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7:32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1059 1 3442 0 0,'-107'60'3441'0'0,"40"-23"-2480"0"0,1-4-801 0 0,-1 5 160 0 0,0 9 320 0 0,-44 4 0 0 0,-22 9 241 0 0,48-7-481 0 0,-3 2-240 0 0,-1 7-80 0 0,0 3 0 0 0,44-8-80 0 0,1-16 80 0 0,44-13-160 0 0,22-22-240 0 0,67-20-881 0 0,-22-24-2800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7:16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6 1441 0 0,'-39'-3'2920'0'0,"-44"1"1"0"0,73 2-2776 0 0,-1 1 1 0 0,1 0-1 0 0,0 0 1 0 0,0 1 0 0 0,0 0-1 0 0,0 1 1 0 0,0 1-1 0 0,1-1 1 0 0,-15 8-1 0 0,24-10-148 0 0,0-1 0 0 0,0 0 0 0 0,0 0 0 0 0,0 1 0 0 0,0-1-1 0 0,0 0 1 0 0,0 0 0 0 0,0 1 0 0 0,0-1 0 0 0,0 0 0 0 0,0 1-1 0 0,0-1 1 0 0,0 0 0 0 0,0 0 0 0 0,0 1 0 0 0,0-1 0 0 0,0 0 0 0 0,0 0-1 0 0,0 1 1 0 0,0-1 0 0 0,1 0 0 0 0,-1 0 0 0 0,0 1 0 0 0,0-1 0 0 0,0 0-1 0 0,1 0 1 0 0,-1 1 0 0 0,0-1 0 0 0,0 0 0 0 0,0 0 0 0 0,1 0-1 0 0,-1 0 1 0 0,0 1 0 0 0,0-1 0 0 0,1 0 0 0 0,-1 0 0 0 0,0 0 0 0 0,0 0-1 0 0,1 0 1 0 0,-1 0 0 0 0,1 0 0 0 0,8 5-25 0 0,1 1 35 0 0,0-1 0 0 0,0-1 0 0 0,1 0 0 0 0,-1 0 0 0 0,1-1 0 0 0,19 3-1 0 0,37 11-67 0 0,0 11 18 0 0,-62-25 38 0 0,1 0 1 0 0,0 0 0 0 0,-1 0 0 0 0,1 1 0 0 0,-1 0 0 0 0,0 0 0 0 0,0 1 0 0 0,7 8 0 0 0,-11-12 6 0 0,-1 0 1 0 0,1 0 0 0 0,0 1-1 0 0,0-1 1 0 0,-1 0-1 0 0,1 1 1 0 0,-1-1 0 0 0,1 0-1 0 0,-1 1 1 0 0,0-1-1 0 0,0 1 1 0 0,1-1-1 0 0,-1 1 1 0 0,0-1 0 0 0,0 1-1 0 0,0-1 1 0 0,0 0-1 0 0,-1 1 1 0 0,1-1-1 0 0,0 1 1 0 0,-1-1 0 0 0,1 1-1 0 0,-1-1 1 0 0,1 0-1 0 0,-1 1 1 0 0,0-1 0 0 0,1 0-1 0 0,-1 0 1 0 0,0 1-1 0 0,0-1 1 0 0,0 0-1 0 0,0 0 1 0 0,0 0 0 0 0,0 0-1 0 0,0 0 1 0 0,-2 1-1 0 0,-5 3 93 0 0,0 0 0 0 0,0 0 0 0 0,0-1 0 0 0,-14 6 1 0 0,7-4 133 0 0,2 0-93 0 0,-1-1-1 0 0,1 0 0 0 0,-1-1 1 0 0,0-1-1 0 0,0 0 1 0 0,0-1-1 0 0,-20 1 0 0 0,-97-6-42 0 0,130 3-95 0 0,-4 0-269 0 0,1 0 0 0 0,0 0 0 0 0,-1-1 0 0 0,1 1 0 0 0,0-1 0 0 0,-1 0 0 0 0,1 0 0 0 0,0-1 1 0 0,0 0-1 0 0,0 1 0 0 0,0-1 0 0 0,0 0 0 0 0,0-1 0 0 0,1 1 0 0 0,-6-5 0 0 0,-13-15-5052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7:17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67 960 0 0,'-47'17'2662'0'0,"37"-15"-2267"0"0,1 1 1 0 0,-1 1-1 0 0,0-1 1 0 0,1 2-1 0 0,0-1 1 0 0,0 1-1 0 0,0 1 1 0 0,1-1-1 0 0,-10 10 1 0 0,17-14-372 0 0,1-1-1 0 0,-1 1 1 0 0,0 0 0 0 0,1 0-1 0 0,-1 0 1 0 0,1 0 0 0 0,-1 0-1 0 0,1 0 1 0 0,-1 1 0 0 0,1-1 0 0 0,0 0-1 0 0,0 0 1 0 0,0 0 0 0 0,-1 0-1 0 0,1 0 1 0 0,0 0 0 0 0,1 2 0 0 0,-1-2-18 0 0,0 1 1 0 0,0-1 0 0 0,0 0-1 0 0,0 0 1 0 0,-1 1 0 0 0,1-1-1 0 0,0 0 1 0 0,-1 0 0 0 0,1 1-1 0 0,0-1 1 0 0,-1 0 0 0 0,1 0-1 0 0,-2 2 1 0 0,-2 3-7 0 0,2-5 20 0 0,1 1 0 0 0,0-1 0 0 0,0 1 1 0 0,0 0-1 0 0,0 0 0 0 0,0-1 0 0 0,0 1 1 0 0,1 0-1 0 0,-1 0 0 0 0,0 3 0 0 0,1-4-6 0 0,0 0-1 0 0,1 1 1 0 0,-1-1-1 0 0,0 0 1 0 0,1 0-1 0 0,-1 0 1 0 0,1 0-1 0 0,-1 0 1 0 0,1 0-1 0 0,0 0 1 0 0,-1 0 0 0 0,1 0-1 0 0,0 0 1 0 0,0-1-1 0 0,0 1 1 0 0,0 0-1 0 0,0 0 1 0 0,0-1-1 0 0,0 1 1 0 0,0-1-1 0 0,0 1 1 0 0,0-1-1 0 0,2 2 1 0 0,4 1 28 0 0,1 0 0 0 0,0 0 1 0 0,1-1-1 0 0,-1 0 0 0 0,0 0 0 0 0,1-1 0 0 0,-1 0 1 0 0,1-1-1 0 0,-1 1 0 0 0,1-2 0 0 0,10-1 0 0 0,-6 1-21 0 0,0-1 0 0 0,-1-1 1 0 0,1 0-1 0 0,-1-1 0 0 0,0 0 0 0 0,17-9 0 0 0,-27 12-12 0 0,0 0 1 0 0,0-1 0 0 0,0 0-1 0 0,0 1 1 0 0,0-1 0 0 0,-1 0 0 0 0,1 0-1 0 0,0 0 1 0 0,-1 0 0 0 0,2-4-1 0 0,6-7 45 0 0,-7 11-42 0 0,0-1 1 0 0,0 1 0 0 0,0-1 0 0 0,0 0 0 0 0,0 1 0 0 0,-1-1 0 0 0,1 0-1 0 0,-1 0 1 0 0,0 0 0 0 0,0 0 0 0 0,0-1 0 0 0,0 1 0 0 0,0 0-1 0 0,-1 0 1 0 0,1 0 0 0 0,-1-1 0 0 0,0 1 0 0 0,0 0 0 0 0,0-1-1 0 0,-1 1 1 0 0,1 0 0 0 0,-1 0 0 0 0,0 0 0 0 0,0-1 0 0 0,0 1-1 0 0,0 0 1 0 0,0 0 0 0 0,-1 0 0 0 0,1 1 0 0 0,-1-1 0 0 0,0 0-1 0 0,0 0 1 0 0,0 1 0 0 0,0-1 0 0 0,-3-2 0 0 0,-1-1-70 0 0,0 0 0 0 0,-1 0-1 0 0,1 1 1 0 0,-1-1 0 0 0,0 1 0 0 0,0 1 0 0 0,-1-1 0 0 0,0 2 0 0 0,1-1 0 0 0,-1 1 0 0 0,-1 0 0 0 0,-13-3 0 0 0,-23 3-1758 0 0,1 3-2106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7:17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2081 0 0,'0'0'2401'0'0,"22"0"720"0"0,23 5-2240 0 0,-27-5-401 0 0,26 4-80 0 0,45-4-160 0 0,22 5-80 0 0,-22-5-79 0 0,22-9-242 0 0,-22-1-159 0 0,-27 0-400 0 0,-40-4-2241 0 0,1 6-321 0 0,-23-6 961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7:18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 2161 0 0,'0'9'2241'0'0,"-22"24"800"0"0,-23 14-720 0 0,23-5-1680 0 0,0-9-801 0 0,0-1 0 0 0,22-4 160 0 0,22-9-561 0 0,0-9-2400 0 0,23-20-3522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7:21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1921 0 0,'0'0'58'0'0,"0"0"1"0"0,0 0-1 0 0,1 0 1 0 0,-1 0-1 0 0,0 0 1 0 0,0 0 0 0 0,0 0-1 0 0,0 0 1 0 0,0 0-1 0 0,0 0 1 0 0,0 0-1 0 0,1 0 1 0 0,-1 0-1 0 0,0 0 1 0 0,0 0-1 0 0,0 0 1 0 0,0 0-1 0 0,0 0 1 0 0,0 0-1 0 0,0 0 1 0 0,1 0-1 0 0,-1 0 1 0 0,0 0-1 0 0,0 0 1 0 0,0 0-1 0 0,0 0 1 0 0,0 0-1 0 0,0 0 1 0 0,0 0 0 0 0,0 0-1 0 0,0 0 1 0 0,1 0-1 0 0,-1-1 1 0 0,0 1-1 0 0,0 0 1 0 0,0 0-1 0 0,0 0 1 0 0,0 0-1 0 0,0 0 1 0 0,0 0-1 0 0,0 0 1 0 0,0 0-1 0 0,0 0 1 0 0,0-1-1 0 0,0 1 1 0 0,0 0-1 0 0,0 0 1 0 0,0 0-1 0 0,0 0 1 0 0,0 0-1 0 0,0 0 1 0 0,0-1 0 0 0,0 1-1 0 0,0 0 1 0 0,0 0-1 0 0,0 0 1 0 0,0 0-1 0 0,0 0 1 0 0,0 0-1 0 0,0 0 1 0 0,0-1-1 0 0,60-4 4401 0 0,1 8-3687 0 0,62 18-1161 0 0,-57-4 331 0 0,-36-8-292 0 0,1-2 1 0 0,35 4-1 0 0,-63-10 9 0 0,0-1 0 0 0,1 0 0 0 0,-1 0-1 0 0,0 0 1 0 0,1 0 0 0 0,-1 0 0 0 0,0-1 0 0 0,0 1-1 0 0,1-1 1 0 0,-1 0 0 0 0,0 0 0 0 0,0 0 0 0 0,0-1-1 0 0,0 1 1 0 0,0-1 0 0 0,0 0 0 0 0,0 1-1 0 0,2-4 1 0 0,-1-5-1820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7:22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1201 0 0,'22'6'2000'0'0,"0"-2"-159"0"0,1 6-320 0 0,-1 18-80 0 0,-44 23-401 0 0,-1-14-880 0 0,1-9-960 0 0,0-18-2962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54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1297 100 960 0 0,'5'-5'401'0'0,"1"1"-1"0"0,-1-1 1 0 0,1 1-1 0 0,0 0 0 0 0,-1 1 1 0 0,2 0-1 0 0,-1 0 0 0 0,0 0 1 0 0,1 1-1 0 0,10-4 0 0 0,15-5 572 0 0,-8 2-583 0 0,0 0-1 0 0,1 2 1 0 0,0 1-1 0 0,1 0 1 0 0,0 2-1 0 0,-1 1 1 0 0,40 1-1 0 0,-44 3-240 0 0,-33 3 26 0 0,-37 1 65 0 0,-299 9-106 0 0,215-1-146 0 0,-245 57-1 0 0,367-67 16 0 0,5-2-5 0 0,0 0-1 0 0,0 1 0 0 0,1 0 1 0 0,-1 0-1 0 0,1 0 1 0 0,-1 1-1 0 0,-6 4 1 0 0,-36 28 69 0 0,35-25-41 0 0,0 2-1 0 0,-12 14 1 0 0,17-17-11 0 0,-1 0 0 0 0,0 0 1 0 0,0-1-1 0 0,-1 0 0 0 0,0-1 0 0 0,-17 10 1 0 0,-26 7-18 0 0,27-14-4 0 0,1 1-1 0 0,0 2 1 0 0,1 0-1 0 0,-41 31 1 0 0,63-42 6 0 0,-1 1 1 0 0,1-1 0 0 0,0 1 0 0 0,0 0-1 0 0,0 0 1 0 0,1 0 0 0 0,-1 0-1 0 0,1 0 1 0 0,-1 0 0 0 0,1 0 0 0 0,0 0-1 0 0,0 1 1 0 0,1-1 0 0 0,-1 0-1 0 0,1 1 1 0 0,0-1 0 0 0,-1 1 0 0 0,1-1-1 0 0,1 0 1 0 0,0 7 0 0 0,-1-3-34 0 0,0-5 30 0 0,-1 0 0 0 0,1 0 0 0 0,-1 0 0 0 0,1 0 0 0 0,-1 0 1 0 0,0 0-1 0 0,0 0 0 0 0,0-1 0 0 0,0 1 0 0 0,0 0 0 0 0,0 0 1 0 0,0-1-1 0 0,-1 1 0 0 0,1-1 0 0 0,-1 1 0 0 0,-1 1 0 0 0,-35 25 71 0 0,5-3-2 0 0,-7 7-70 0 0,33-29 0 0 0,1 1-1 0 0,1 0 1 0 0,-1 1 0 0 0,1-1 0 0 0,-1 1 0 0 0,1 0 0 0 0,1 1 0 0 0,-1-1 0 0 0,1 1 0 0 0,0 0 0 0 0,-6 11 0 0 0,6-7 3 0 0,0-2 0 0 0,-1 1 1 0 0,1 0-1 0 0,-2-1 0 0 0,1 0 1 0 0,-1 0-1 0 0,-9 8 0 0 0,14-14-4 0 0,-1-1 0 0 0,1 1-1 0 0,-1 0 1 0 0,1 0 0 0 0,0-1-1 0 0,0 1 1 0 0,-1 0 0 0 0,1 0-1 0 0,1 0 1 0 0,-1 0 0 0 0,0 1-1 0 0,0-1 1 0 0,1 0 0 0 0,-1 0-1 0 0,1 0 1 0 0,0 1-1 0 0,0-1 1 0 0,0 0 0 0 0,0 0-1 0 0,0 1 1 0 0,1 2 0 0 0,0-2-5 0 0,1 0 0 0 0,-1 0 1 0 0,1 0-1 0 0,0-1 1 0 0,0 1-1 0 0,0-1 0 0 0,0 1 1 0 0,1-1-1 0 0,-1 0 1 0 0,0 0-1 0 0,1 0 0 0 0,0 0 1 0 0,0 0-1 0 0,-1 0 0 0 0,1-1 1 0 0,3 2-1 0 0,7 2-3 0 0,1 1-1 0 0,-1-2 1 0 0,1 0-1 0 0,0 0 1 0 0,19 1 0 0 0,79 5-39 0 0,-62-7 45 0 0,-49-3 8 0 0,38 2 32 0 0,0 2 0 0 0,-1 1 1 0 0,1 2-1 0 0,68 23 0 0 0,-63-16 8 0 0,0-1 0 0 0,1-2 0 0 0,0-2 0 0 0,1-2 0 0 0,81 1 0 0 0,-58-5-20 0 0,147 1 133 0 0,-168-5-122 0 0,14-1 88 0 0,-1-2-1 0 0,83-16 1 0 0,-83 9-39 0 0,90-4 0 0 0,-85 11 7 0 0,77-16-1 0 0,-33-4 74 0 0,150-52 1 0 0,-253 73-157 0 0,47-17 27 0 0,88-46 0 0 0,-133 61-30 0 0,26-13 19 0 0,-1-2 0 0 0,-1-1 0 0 0,53-45-1 0 0,-82 61-6 0 0,1 0 0 0 0,-1 0 0 0 0,0-1 0 0 0,-1 1 0 0 0,5-9 0 0 0,-6 10-6 0 0,0 0 0 0 0,0 0 0 0 0,1 0 0 0 0,-1 0-1 0 0,1 1 1 0 0,0-1 0 0 0,0 1 0 0 0,0 0 0 0 0,4-3 0 0 0,-6 4-6 0 0,0 0-1 0 0,-1 1 1 0 0,1-1 0 0 0,0 0-1 0 0,-1 1 1 0 0,0-1-1 0 0,1 0 1 0 0,-1 0 0 0 0,0 1-1 0 0,0-1 1 0 0,0 0 0 0 0,0 0-1 0 0,0 0 1 0 0,0 1 0 0 0,-1-1-1 0 0,1 0 1 0 0,-1 0-1 0 0,1 1 1 0 0,-1-1 0 0 0,-1-3-1 0 0,-82-68-133 0 0,-24-31 186 0 0,101 97-43 0 0,-1 0 0 0 0,0 1 0 0 0,0 0 0 0 0,-1 0 0 0 0,0 1 0 0 0,-10-5 0 0 0,-20-13 0 0 0,-5-6-16 0 0,-49-26-1 0 0,88 52-131 0 0,0 1 0 0 0,0-1 0 0 0,-1 1 0 0 0,1 0 0 0 0,-1 1 0 0 0,1-1 0 0 0,-1 1 0 0 0,1 0-1 0 0,-1 0 1 0 0,0 1 0 0 0,0-1 0 0 0,1 2 0 0 0,-1-1 0 0 0,0 0 0 0 0,0 1 0 0 0,1 0 0 0 0,-1 0 0 0 0,1 1 0 0 0,-8 2 0 0 0,-20 9-4131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56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2910 112 1521 0 0,'0'-2'192'0'0,"-1"0"1"0"0,1 0-1 0 0,0 0 1 0 0,-1 0 0 0 0,1 0-1 0 0,-1 0 1 0 0,0 0-1 0 0,1 0 1 0 0,-1 1-1 0 0,0-1 1 0 0,0 0 0 0 0,0 0-1 0 0,-1 1 1 0 0,1-1-1 0 0,0 0 1 0 0,-1 1-1 0 0,1-1 1 0 0,-1 1 0 0 0,1 0-1 0 0,-1-1 1 0 0,0 1-1 0 0,1 0 1 0 0,-1 0-1 0 0,0 0 1 0 0,0 0 0 0 0,0 1-1 0 0,0-1 1 0 0,0 0-1 0 0,0 1 1 0 0,-2-1-1 0 0,-21-11-132 0 0,13 6 37 0 0,1 1-1 0 0,-1 1 1 0 0,-1 0-1 0 0,1 0 1 0 0,0 1-1 0 0,-1 1 1 0 0,-19-2-1 0 0,1 0 39 0 0,-59-7 238 0 0,0 4 0 0 0,-178 10 0 0 0,113 1-185 0 0,41-2-68 0 0,-53-2 134 0 0,-270 37-1 0 0,393-25-246 0 0,39-10-35 0 0,-1 0 1 0 0,0 0-1 0 0,1-1 1 0 0,-1 1-1 0 0,0-1 0 0 0,-9 0 1 0 0,15-1 30 0 0,-1 0 1 0 0,0-1 0 0 0,0 1-1 0 0,1 0 1 0 0,-1 0-1 0 0,0 0 1 0 0,0 0 0 0 0,1 1-1 0 0,-1-1 1 0 0,0 0 0 0 0,1 0-1 0 0,-1 0 1 0 0,0 1 0 0 0,0-1-1 0 0,1 0 1 0 0,-1 0-1 0 0,0 1 1 0 0,1-1 0 0 0,-1 1-1 0 0,1-1 1 0 0,-1 1 0 0 0,0-1-1 0 0,1 1 1 0 0,-1-1 0 0 0,1 1-1 0 0,-1 0 1 0 0,-14 11 4 0 0,-5-7-35 0 0,-40 7-1 0 0,22-5 17 0 0,-754 184 91 0 0,592-135-147 0 0,192-53 71 0 0,-1 1-1 0 0,0-1 1 0 0,1 2-1 0 0,-1-1 1 0 0,-11 10 0 0 0,17-13-13 0 0,1 1-1 0 0,0 0 1 0 0,0 0 0 0 0,0 0 0 0 0,0 1 0 0 0,0-1 0 0 0,0 0 0 0 0,1 1 0 0 0,-1-1 0 0 0,1 1 0 0 0,0-1 0 0 0,0 1 0 0 0,-1 0-1 0 0,2 0 1 0 0,-1-1 0 0 0,0 1 0 0 0,1 0 0 0 0,-1 0 0 0 0,1 4 0 0 0,0-3 35 0 0,0 0 0 0 0,0 0 0 0 0,0 0 0 0 0,0 0 0 0 0,0 0 0 0 0,-1 0 0 0 0,0 0-1 0 0,0-1 1 0 0,0 1 0 0 0,0 0 0 0 0,0 0 0 0 0,-1 0 0 0 0,0-1 0 0 0,0 1 0 0 0,0-1 0 0 0,0 1 0 0 0,-5 4 0 0 0,5-5-22 0 0,-1 1-1 0 0,0-1 1 0 0,1 1 0 0 0,0 0-1 0 0,0-1 1 0 0,0 1 0 0 0,0 0-1 0 0,1 0 1 0 0,-1 0 0 0 0,1 1-1 0 0,0-1 1 0 0,0 0 0 0 0,1 0 0 0 0,-1 1-1 0 0,1-1 1 0 0,0 0 0 0 0,0 1-1 0 0,1-1 1 0 0,-1 0 0 0 0,1 1-1 0 0,0-1 1 0 0,0 0 0 0 0,0 0-1 0 0,4 8 1 0 0,-2-4-11 0 0,1-1 0 0 0,1 0 0 0 0,-1 0 0 0 0,1 0 0 0 0,1 0 0 0 0,-1-1-1 0 0,1 1 1 0 0,0-2 0 0 0,0 1 0 0 0,1-1 0 0 0,0 1 0 0 0,11 5 0 0 0,22 10-34 0 0,1-3 1 0 0,1-1-1 0 0,1-2 1 0 0,0-2-1 0 0,81 14 1 0 0,233 12 57 0 0,-260-32-18 0 0,74 5 112 0 0,1-7 0 0 0,258-27 1 0 0,-25-50 74 0 0,-22-26 1 0 0,-344 87-191 0 0,21-4 63 0 0,-1-3 0 0 0,105-48 0 0 0,47-21 340 0 0,-104 45-291 0 0,-104 41-123 0 0,1 0-1 0 0,-1 0 1 0 0,0-1-1 0 0,0 1 0 0 0,0-1 1 0 0,0 0-1 0 0,0 0 1 0 0,0 0-1 0 0,0-1 0 0 0,-1 1 1 0 0,1 0-1 0 0,-1-1 1 0 0,0 0-1 0 0,0 0 0 0 0,0 1 1 0 0,3-6-1 0 0,-5 6 15 0 0,1 0 0 0 0,-1 0 0 0 0,1-1 0 0 0,-1 1-1 0 0,0 0 1 0 0,0 0 0 0 0,0-1 0 0 0,0 1 0 0 0,0 0 0 0 0,0 0 0 0 0,-1-1-1 0 0,1 1 1 0 0,-1 0 0 0 0,0 0 0 0 0,1 0 0 0 0,-1 0 0 0 0,0 0-1 0 0,-2-4 1 0 0,-3-2-5 0 0,0 0-1 0 0,-1 0 0 0 0,0 1 1 0 0,0 0-1 0 0,0 1 0 0 0,-1-1 1 0 0,0 1-1 0 0,-16-9 1 0 0,0 2-141 0 0,0 2 0 0 0,-1 0 0 0 0,-1 2 0 0 0,1 1 0 0 0,-2 1 0 0 0,-43-6 0 0 0,30 8-1727 0 0,-72 1 1 0 0,1 12-2809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19:59:58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728 5 1761 0 0,'17'-1'5214'0'0,"-31"0"-3911"0"0,-33-2-1017 0 0,-238 8 981 0 0,227-4-1027 0 0,-99 16 0 0 0,156-17-238 0 0,0 0 0 0 0,-1 0 0 0 0,1 1-1 0 0,0-1 1 0 0,-1 0 0 0 0,1 1-1 0 0,0-1 1 0 0,-1 1 0 0 0,1-1-1 0 0,0 1 1 0 0,0 0 0 0 0,0-1 0 0 0,0 1-1 0 0,-1 0 1 0 0,1 0 0 0 0,0 0-1 0 0,0 0 1 0 0,1 0 0 0 0,-1 0 0 0 0,0 0-1 0 0,0 0 1 0 0,0 0 0 0 0,1 0-1 0 0,-1 0 1 0 0,1 1 0 0 0,-1-1 0 0 0,1 0-1 0 0,-1 1 1 0 0,1-1 0 0 0,-1 0-1 0 0,1 0 1 0 0,0 1 0 0 0,0-1 0 0 0,0 1-1 0 0,0-1 1 0 0,0 0 0 0 0,0 1-1 0 0,1 1 1 0 0,-1-2-3 0 0,0-1 0 0 0,0 0-1 0 0,0 1 1 0 0,0-1 0 0 0,0 1 0 0 0,0-1 0 0 0,1 1-1 0 0,-1-1 1 0 0,0 1 0 0 0,0-1 0 0 0,0 0-1 0 0,1 1 1 0 0,-1-1 0 0 0,0 0 0 0 0,1 1 0 0 0,-1-1-1 0 0,0 0 1 0 0,1 1 0 0 0,-1-1 0 0 0,0 0 0 0 0,1 0-1 0 0,-1 1 1 0 0,1-1 0 0 0,-1 0 0 0 0,1 0-1 0 0,-1 0 1 0 0,0 1 0 0 0,1-1 0 0 0,0 0 0 0 0,4 4-3 0 0,-9 1 32 0 0,3-5-26 0 0,1 0 1 0 0,-1 1 0 0 0,0-1-1 0 0,1 0 1 0 0,-1 0 0 0 0,1 1-1 0 0,-1-1 1 0 0,1 1-1 0 0,-1-1 1 0 0,1 1 0 0 0,-1-1-1 0 0,1 0 1 0 0,0 1 0 0 0,-1 0-1 0 0,1-1 1 0 0,-1 1 0 0 0,1-1-1 0 0,0 1 1 0 0,0-1-1 0 0,-1 1 1 0 0,1 0 0 0 0,0-1-1 0 0,0 1 1 0 0,0-1 0 0 0,0 1-1 0 0,0 0 1 0 0,0-1 0 0 0,0 1-1 0 0,0 1 1 0 0,0 43 504 0 0,-2-44-512 0 0,1 1 1 0 0,-1 0-1 0 0,0-1 1 0 0,1 1-1 0 0,-1-1 1 0 0,0 0-1 0 0,0 0 1 0 0,0 1-1 0 0,0-1 1 0 0,0 0-1 0 0,0-1 1 0 0,0 1 0 0 0,-4 1-1 0 0,-5 2 14 0 0,-1 7-11 0 0,0 0-1 0 0,1 0 0 0 0,0 1 1 0 0,-13 19-1 0 0,-13 28 16 0 0,36-55-14 0 0,-1 1 0 0 0,1-1 0 0 0,0 0-1 0 0,1 0 1 0 0,-1 1 0 0 0,1-1 0 0 0,0 1 0 0 0,0-1-1 0 0,0 0 1 0 0,2 9 0 0 0,-1 2-12 0 0,-2-11 1 0 0,1 1-1 0 0,0-1 1 0 0,0 1 0 0 0,1-1 0 0 0,0 0 0 0 0,-1 1 0 0 0,1-1 0 0 0,1 0 0 0 0,-1 0 0 0 0,1 1-1 0 0,-1-1 1 0 0,3 4 0 0 0,-1-6 0 0 0,-1 0 0 0 0,0 0 0 0 0,1 0 0 0 0,-1 0 0 0 0,1 0 0 0 0,-1 0 0 0 0,1 0 0 0 0,0-1 0 0 0,0 0 0 0 0,0 1 0 0 0,0-1 0 0 0,0 0 0 0 0,0 0 0 0 0,0-1 0 0 0,0 1 0 0 0,0-1 0 0 0,4 1 0 0 0,18 1 25 0 0,1-2 0 0 0,-1 0 1 0 0,0-1-1 0 0,29-6 0 0 0,109-26 206 0 0,-104 20-197 0 0,3-1 7 0 0,24-6 77 0 0,158-14-1 0 0,-66 20-185 0 0,-177 14 80 0 0,0 0 0 0 0,1 0 1 0 0,-1 0-1 0 0,0-1 0 0 0,0 1 0 0 0,1 0 0 0 0,-1 0 0 0 0,0-1 1 0 0,0 1-1 0 0,0-1 0 0 0,1 1 0 0 0,-1-1 0 0 0,0 1 0 0 0,0-1 1 0 0,0 0-1 0 0,0 1 0 0 0,0-1 0 0 0,0 0 0 0 0,1-1 0 0 0,-3-10 38 0 0,0 8-12 0 0,2-11 12 0 0,-1 10-23 0 0,1 1 0 0 0,-1 0 0 0 0,0 0 0 0 0,0-1-1 0 0,0 1 1 0 0,-1 0 0 0 0,1 0 0 0 0,-1-1 0 0 0,-3-6-1 0 0,-6-11 32 0 0,8 15-32 0 0,-1 0 0 0 0,0 0 0 0 0,0 1 0 0 0,-1 0 0 0 0,0 0 0 0 0,0 0 0 0 0,0 0 0 0 0,-1 0 0 0 0,0 1 0 0 0,0 0 0 0 0,-9-8 0 0 0,-48-16-88 0 0,13 7-199 0 0,42 19 286 0 0,1 0 1 0 0,-1 0-1 0 0,1 0 0 0 0,-1 1 1 0 0,0 0-1 0 0,-13-1 0 0 0,17 6-201 0 0,3-3 143 0 0,0 1-1 0 0,0-1 1 0 0,0 0-1 0 0,0 0 1 0 0,0 1-1 0 0,0-1 1 0 0,0 0-1 0 0,0 0 1 0 0,-1 1-1 0 0,1-1 1 0 0,0 0-1 0 0,0 0 1 0 0,0 0-1 0 0,0 1 1 0 0,0-1-1 0 0,-1 0 1 0 0,1 0-1 0 0,0 0 0 0 0,0 1 1 0 0,0-1-1 0 0,-1 0 1 0 0,1 0-1 0 0,0 0 1 0 0,0 0-1 0 0,-1 0 1 0 0,1 0-1 0 0,0 1 1 0 0,0-1-1 0 0,0 0 1 0 0,-1 0-1 0 0,1 0 1 0 0,0 0-1 0 0,-1 0 1 0 0,1 0-1 0 0,0 0 1 0 0,0 0-1 0 0,-1 0 1 0 0,1 0-1 0 0,0 0 1 0 0,-1 0-1 0 0,-36 4-4196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3T20:00:02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1805 75 880 0 0,'14'-5'1171'0'0,"-12"5"-1004"0"0,-1-1-1 0 0,1 1 1 0 0,-1 0-1 0 0,1-1 0 0 0,-1 1 1 0 0,0-1-1 0 0,1 0 1 0 0,-1 1-1 0 0,0-1 1 0 0,1 0-1 0 0,-1 0 0 0 0,0 0 1 0 0,0 0-1 0 0,0 0 1 0 0,0 0-1 0 0,0 0 1 0 0,0 0-1 0 0,0 0 1 0 0,0 0-1 0 0,0-1 0 0 0,0 1 1 0 0,-1 0-1 0 0,1-1 1 0 0,0 1-1 0 0,-1 0 1 0 0,0-1-1 0 0,1 1 1 0 0,-1-1-1 0 0,0 1 0 0 0,1-1 1 0 0,-1 1-1 0 0,0-1 1 0 0,0-2-1 0 0,-1 3-131 0 0,1 1 0 0 0,0-1 0 0 0,0 0 0 0 0,-1 0 0 0 0,1 1 0 0 0,0-1 0 0 0,-1 0 0 0 0,1 1 0 0 0,0-1 0 0 0,-1 1 0 0 0,1-1 0 0 0,-1 1 0 0 0,1-1 0 0 0,-1 1 0 0 0,0-1 0 0 0,1 1 0 0 0,-1-1-1 0 0,1 1 1 0 0,-1-1 0 0 0,0 1 0 0 0,1 0 0 0 0,-1-1 0 0 0,-1 1 0 0 0,-28-8 307 0 0,-30 1-284 0 0,56 7-43 0 0,-98-4 279 0 0,-196 19-1 0 0,261-10-210 0 0,-62 17-1 0 0,35-6-34 0 0,-13 1-31 0 0,-190 48 113 0 0,253-59-149 0 0,0-1 0 0 0,1 2 0 0 0,-24 14-1 0 0,23-13 17 0 0,0 0 5 0 0,2 1-1 0 0,-1 0 1 0 0,1 1-1 0 0,0 0 1 0 0,1 0-1 0 0,0 2 1 0 0,1-1-1 0 0,-9 14 1 0 0,11-16-9 0 0,-1 0 0 0 0,1 0 0 0 0,-2-1 1 0 0,1 0-1 0 0,-1-1 0 0 0,0 0 1 0 0,-12 5-1 0 0,-6 9 36 0 0,23-17-27 0 0,1 0 0 0 0,-1-1-1 0 0,0 1 1 0 0,0-1 0 0 0,-9 4 0 0 0,5-3 2 0 0,0-1-12 0 0,0 0 1 0 0,1 1-1 0 0,-1 1 0 0 0,1-1 0 0 0,0 1 0 0 0,0 0 0 0 0,0 1 0 0 0,-9 9 0 0 0,14-13 13 0 0,0 1 0 0 0,-1-1 0 0 0,1 1 0 0 0,-1-1-1 0 0,1 0 1 0 0,-1-1 0 0 0,0 1 0 0 0,0-1 0 0 0,0 1-1 0 0,-6 0 1 0 0,-29 12 9 0 0,27-8-29 0 0,0 0-1 0 0,-1-2 0 0 0,0 1 1 0 0,-20 3-1 0 0,22-6 26 0 0,1 0 0 0 0,0 1 0 0 0,0 1-1 0 0,0-1 1 0 0,1 1 0 0 0,-1 1-1 0 0,-14 9 1 0 0,19-10-8 0 0,0 0-1 0 0,-1-1 1 0 0,1 0-1 0 0,-1 0 1 0 0,0-1-1 0 0,0 1 1 0 0,0-1-1 0 0,-12 2 1 0 0,17-4-3 0 0,0 1 1 0 0,0-1-1 0 0,-1 0 1 0 0,1 0-1 0 0,0 0 1 0 0,0 1 0 0 0,0-1-1 0 0,0 1 1 0 0,0-1-1 0 0,0 1 1 0 0,0-1-1 0 0,0 1 1 0 0,0-1 0 0 0,0 1-1 0 0,0 0 1 0 0,0 0-1 0 0,0 0 1 0 0,-2 22-86 0 0,3-23 86 0 0,0 2-4 0 0,1-1 0 0 0,-1 0 0 0 0,1 0 0 0 0,0 0 0 0 0,-1 0 0 0 0,1 0 0 0 0,0 0 0 0 0,0 0 0 0 0,0 0 1 0 0,-1-1-1 0 0,1 1 0 0 0,0 0 0 0 0,0 0 0 0 0,0-1 0 0 0,2 2 0 0 0,9 8 67 0 0,15 12-50 0 0,9 9 46 0 0,-34-29-58 0 0,0 0 1 0 0,-1 0-1 0 0,1 0 0 0 0,-1 0 1 0 0,1 0-1 0 0,-1 1 0 0 0,0-1 1 0 0,0 0-1 0 0,0 1 0 0 0,0-1 1 0 0,0 1-1 0 0,-1 0 0 0 0,1-1 1 0 0,-1 1-1 0 0,1 2 1 0 0,-2-2-3 0 0,2-1 1 0 0,-1 0 0 0 0,0 1 0 0 0,0-1 0 0 0,1 1 0 0 0,-1-1 0 0 0,1 0 0 0 0,0 0 0 0 0,0 1 0 0 0,0-1 0 0 0,0 0 0 0 0,0 0 0 0 0,0 0 0 0 0,1 0 0 0 0,-1 0 0 0 0,0 0 0 0 0,1 0 0 0 0,0-1 0 0 0,-1 1 0 0 0,3 1 0 0 0,3 2 1 0 0,0-1-1 0 0,0-1 1 0 0,0 1 0 0 0,14 4 0 0 0,20 11 62 0 0,92 74 511 0 0,-122-87-575 0 0,0-1 0 0 0,1-1 0 0 0,-1 0 0 0 0,1 0 1 0 0,0-1-1 0 0,0 0 0 0 0,21 1 0 0 0,-19-2 21 0 0,-1 0 0 0 0,1 1 0 0 0,0 0 0 0 0,13 6 0 0 0,-5-4 47 0 0,-14-1-67 0 0,-4-2 4 0 0,1 0 0 0 0,0 0 0 0 0,0-1 0 0 0,0 0 1 0 0,0 0-1 0 0,0 0 0 0 0,5 0 0 0 0,-10-1-3 0 0,1 0 0 0 0,-1 0 0 0 0,1 0 0 0 0,0 0 0 0 0,-1-1 0 0 0,1 2 0 0 0,-1-1-1 0 0,1 0 1 0 0,-1 0 0 0 0,1 0 0 0 0,-1 0 0 0 0,1 0 0 0 0,-1 0 0 0 0,1 0 0 0 0,-1 1 0 0 0,1-1 0 0 0,-1 0 0 0 0,1 0 0 0 0,-1 1 0 0 0,1-1 0 0 0,-1 0 0 0 0,0 1 0 0 0,1-1-1 0 0,-1 1 1 0 0,1-1 0 0 0,-1 0 0 0 0,0 1 0 0 0,1-1 0 0 0,-1 1 0 0 0,0-1 0 0 0,0 1 0 0 0,1-1 0 0 0,-1 1 0 0 0,0-1 0 0 0,0 1 0 0 0,0-1 0 0 0,0 1 0 0 0,0-1 0 0 0,0 1 0 0 0,0-1-1 0 0,0 1 1 0 0,0 0 0 0 0,0-1 0 0 0,0 1 0 0 0,0-1 0 0 0,0 1 0 0 0,0-1 0 0 0,0 1 0 0 0,-1 0 0 0 0,1-1 0 0 0,1 1-1 0 0,-1-1 1 0 0,0 1 0 0 0,0-1-1 0 0,0 1 1 0 0,0-1 0 0 0,0 0-1 0 0,1 1 1 0 0,-1-1 0 0 0,0 1-1 0 0,0-1 1 0 0,1 0 0 0 0,-1 1-1 0 0,0-1 1 0 0,1 0 0 0 0,-1 1-1 0 0,0-1 1 0 0,1 0 0 0 0,-1 0-1 0 0,0 1 1 0 0,1-1 0 0 0,-1 0-1 0 0,1 0 1 0 0,-1 0 0 0 0,0 1-1 0 0,1-1 1 0 0,-1 0 0 0 0,1 0-1 0 0,-1 0 1 0 0,1 0 0 0 0,-1 0 0 0 0,1 0-1 0 0,0 0 2 0 0,-1 0-1 0 0,1 0 0 0 0,-1 0 1 0 0,0 0-1 0 0,1 0 0 0 0,-1 0 1 0 0,1 1-1 0 0,-1-1 0 0 0,1 0 1 0 0,-1 0-1 0 0,1 0 0 0 0,-1 1 1 0 0,1-1-1 0 0,-1 0 0 0 0,0 0 1 0 0,1 1-1 0 0,-1-1 0 0 0,0 0 1 0 0,1 1-1 0 0,-1-1 0 0 0,0 1 1 0 0,1-1-1 0 0,-1 0 1 0 0,0 1-1 0 0,0-1 0 0 0,1 1 1 0 0,-1-1-1 0 0,0 1 0 0 0,0-1 1 0 0,0 1-1 0 0,0-1 0 0 0,1 1 1 0 0,2 4 19 0 0,1-1 0 0 0,0 0 0 0 0,0-1 0 0 0,0 1 0 0 0,1-1 0 0 0,-1 1 0 0 0,1-1 0 0 0,5 2 0 0 0,-5-2-24 0 0,2 1 34 0 0,1 0-1 0 0,0-1 1 0 0,0 0-1 0 0,0-1 0 0 0,0 0 1 0 0,1 0-1 0 0,8 1 1 0 0,62 2 272 0 0,-14-7 15 0 0,113-19-1 0 0,64-28 468 0 0,-180 35-604 0 0,248-51 553 0 0,-262 47-588 0 0,9 3-230 0 0,-1-2-1 0 0,76-35 1 0 0,-70 30-100 0 0,-35 13 116 0 0,39-18 0 0 0,-28 11 41 0 0,-24 11 19 0 0,-1-1 0 0 0,0 0 0 0 0,0-1 0 0 0,22-16 0 0 0,-8 7-14 0 0,-25 16 20 0 0,0-1 1 0 0,0 1-1 0 0,0-1 0 0 0,0 0 1 0 0,0 0-1 0 0,0 0 0 0 0,0 0 0 0 0,0-1 1 0 0,0 1-1 0 0,0 0 0 0 0,-1-1 1 0 0,1 1-1 0 0,-1-1 0 0 0,1 0 0 0 0,-1 1 1 0 0,1-1-1 0 0,-1 0 0 0 0,0 0 0 0 0,0 0 1 0 0,0 0-1 0 0,0 0 0 0 0,0 0 1 0 0,0 0-1 0 0,-1 0 0 0 0,1-4 0 0 0,-1 6 4 0 0,0-1-1 0 0,0 0 1 0 0,0 1-1 0 0,0-1 1 0 0,1 0-1 0 0,-1 1 1 0 0,0-1-1 0 0,0 0 1 0 0,0 1-1 0 0,1-1 1 0 0,-1 0-1 0 0,0 1 1 0 0,0-1-1 0 0,1 1 1 0 0,-1-1-1 0 0,1 1 1 0 0,-1-1-1 0 0,0 1 0 0 0,1-1 1 0 0,-1 1-1 0 0,1-1 1 0 0,0 1-1 0 0,-1-1 1 0 0,1 1-1 0 0,-1 0 1 0 0,1-1-1 0 0,-1 1 1 0 0,2-1-1 0 0,-1 1 0 0 0,0 0 0 0 0,-1 0 0 0 0,1-1 0 0 0,-1 1-1 0 0,1-1 1 0 0,0 1 0 0 0,-1 0 0 0 0,1-1 0 0 0,-1 1-1 0 0,1-1 1 0 0,-1 1 0 0 0,1-1 0 0 0,-1 1 0 0 0,1-1 0 0 0,-1 0-1 0 0,0 1 1 0 0,1-1 0 0 0,-1 0 0 0 0,0 1 0 0 0,1-1 0 0 0,-1 0-1 0 0,0 1 1 0 0,0-1 0 0 0,0 0 0 0 0,0 1 0 0 0,1-1-1 0 0,-1 0 1 0 0,0-1 0 0 0,-1 1-2 0 0,1 0 0 0 0,1 0 0 0 0,-1 0 0 0 0,0 0 0 0 0,0 0 0 0 0,0-1 0 0 0,1 1 0 0 0,-1 0 0 0 0,0 0 0 0 0,1 0 0 0 0,-1 0 0 0 0,1 0 0 0 0,-1 0 0 0 0,1 0 0 0 0,0 1 0 0 0,-1-1 0 0 0,1 0 0 0 0,0 0 0 0 0,-1 0 0 0 0,1 0 0 0 0,1 0 0 0 0,-1 0-1 0 0,0 0 0 0 0,0 1 0 0 0,0-1 0 0 0,0 0 0 0 0,0 0 0 0 0,-1 0 0 0 0,1 0 0 0 0,0 0 0 0 0,-1 0 0 0 0,1 0-1 0 0,-1 0 1 0 0,1 0 0 0 0,-1 0 0 0 0,1-1 0 0 0,-1 1 0 0 0,0 0 0 0 0,0 0 0 0 0,1 0 0 0 0,-1 0 0 0 0,0-1 0 0 0,0-1 0 0 0,0 2 1 0 0,0-1 0 0 0,0 1 0 0 0,0-1 0 0 0,1 1 1 0 0,-1-1-1 0 0,1 1 0 0 0,-1-1 0 0 0,1 1 0 0 0,-1-1 0 0 0,1 1 0 0 0,0 0 0 0 0,0-1 0 0 0,0 1 0 0 0,-1 0 0 0 0,1 0 0 0 0,2-2 0 0 0,-2 2 1 0 0,0 0 0 0 0,0 0 0 0 0,0-1 1 0 0,0 1-1 0 0,0 0 0 0 0,-1-1 0 0 0,1 1 0 0 0,0 0 1 0 0,-1-1-1 0 0,1 1 0 0 0,-1-1 0 0 0,1 1 0 0 0,-1-1 0 0 0,1 1 1 0 0,-1-1-1 0 0,0-1 0 0 0,0 1-2 0 0,0 1 0 0 0,0 0 0 0 0,0-1 0 0 0,0 1 0 0 0,1 0 0 0 0,-1-1 0 0 0,1 1 0 0 0,-1 0 0 0 0,0 0 0 0 0,1-1 0 0 0,0 1 0 0 0,-1 0 0 0 0,1 0 0 0 0,0 0 0 0 0,0 0 0 0 0,-1 0 0 0 0,1 0 0 0 0,2-2 0 0 0,-2 2 0 0 0,0 0 0 0 0,0 0-1 0 0,0 0 1 0 0,0 0 0 0 0,0-1 0 0 0,-1 1 0 0 0,1 0-1 0 0,0-1 1 0 0,-1 1 0 0 0,1-1 0 0 0,0 1 0 0 0,-1-1-1 0 0,0 1 1 0 0,1-1 0 0 0,-1 1 0 0 0,0-1-1 0 0,0 1 1 0 0,0-3 0 0 0,1-4 3 0 0,-1 5-2 0 0,1-1 0 0 0,-1 0 0 0 0,0 0-1 0 0,0 1 1 0 0,0-1 0 0 0,0 0 0 0 0,-1 0 0 0 0,1 1-1 0 0,-1-1 1 0 0,0 0 0 0 0,-2-3 0 0 0,-1 4-15 0 0,3 3 14 0 0,0-1 0 0 0,0 1 0 0 0,0-1-1 0 0,1 1 1 0 0,-1-1 0 0 0,0 1 0 0 0,0-1 0 0 0,0 0 0 0 0,1 1 0 0 0,-1-1-1 0 0,0 0 1 0 0,1 0 0 0 0,-1 0 0 0 0,1 1 0 0 0,-1-1 0 0 0,1 0 0 0 0,-1 0-1 0 0,1 0 1 0 0,0 0 0 0 0,-1 0 0 0 0,1 0 0 0 0,0 0 0 0 0,0 0 0 0 0,0 0-1 0 0,0 0 1 0 0,0 0 0 0 0,0 0 0 0 0,0 0 0 0 0,0-1 0 0 0,0 2-1 0 0,0-1 1 0 0,0 1 0 0 0,0-1-1 0 0,0 0 1 0 0,0 1 0 0 0,-1-1 0 0 0,1 1-1 0 0,0-1 1 0 0,0 1 0 0 0,-1-1-1 0 0,1 1 1 0 0,0-1 0 0 0,0 1-1 0 0,-1-1 1 0 0,1 1 0 0 0,0-1 0 0 0,-1 1-1 0 0,1 0 1 0 0,-1-1 0 0 0,1 1-1 0 0,-1 0 1 0 0,1-1 0 0 0,-1 1-1 0 0,1 0 1 0 0,-1-1 0 0 0,1 1 0 0 0,-1 0-1 0 0,1 0 1 0 0,-2-1 0 0 0,2 1 2 0 0,-1 0 0 0 0,0 0 0 0 0,1 0 0 0 0,-1-1 0 0 0,1 1 0 0 0,-1 0 0 0 0,1 0 0 0 0,-1-1 0 0 0,1 1 0 0 0,-1-1 0 0 0,1 1 1 0 0,-1 0-1 0 0,1-1 0 0 0,-1 1 0 0 0,1-1 0 0 0,-1 1 0 0 0,1-1 0 0 0,0 1 0 0 0,-1-1 0 0 0,1 1 0 0 0,0-1 0 0 0,0 0 0 0 0,-1 1 0 0 0,1-1 1 0 0,0 1-1 0 0,0-1 0 0 0,0 0 0 0 0,0 1 0 0 0,0-1 0 0 0,0 0 0 0 0,0 0 1 0 0,0 0 0 0 0,0 1 1 0 0,0-1-1 0 0,0 1 0 0 0,0-1 0 0 0,-1 1 1 0 0,1-1-1 0 0,0 0 0 0 0,0 1 0 0 0,0-1 1 0 0,0 1-1 0 0,-1-1 0 0 0,1 1 0 0 0,0-1 1 0 0,-1 1-1 0 0,1-1 0 0 0,0 1 0 0 0,-1-1 1 0 0,1 1-1 0 0,-1 0 0 0 0,1-1 0 0 0,0 1 0 0 0,-1-1 1 0 0,1 1-1 0 0,-1 0 0 0 0,1 0 0 0 0,-1-1 1 0 0,1 1-1 0 0,-1 0 0 0 0,0 0 0 0 0,1-1 1 0 0,-2 1-1 0 0,2 0 0 0 0,-1 0 0 0 0,1 0 0 0 0,-1 0 1 0 0,1-1-1 0 0,-1 1 0 0 0,1 0 0 0 0,-1 0 0 0 0,1-1 1 0 0,-1 1-1 0 0,1 0 0 0 0,-1 0 0 0 0,1-1 0 0 0,-1 1 0 0 0,1-1 1 0 0,0 1-1 0 0,-1 0 0 0 0,1-1 0 0 0,0 1 0 0 0,-1-1 1 0 0,1 1-1 0 0,0-1 0 0 0,0 1 0 0 0,-1-1 0 0 0,1 1 1 0 0,0-1-1 0 0,0 1 0 0 0,0-1 0 0 0,0 1 0 0 0,0-1 0 0 0,0 0 1 0 0,-1 1-1 0 0,2-1 0 0 0,-3-2-1 0 0,1 0 0 0 0,0 0 0 0 0,-1 1 0 0 0,1-1 0 0 0,-1 0 0 0 0,0 1 0 0 0,0 0 0 0 0,0-1 0 0 0,0 1 0 0 0,0 0 0 0 0,0 0 0 0 0,-6-3 0 0 0,-4-7 0 0 0,2 2 0 0 0,9 9 0 0 0,-1-1 0 0 0,1 1 0 0 0,0 0 0 0 0,0-1 0 0 0,-1 1 0 0 0,1 0 0 0 0,0-1 0 0 0,0 1 0 0 0,0-1 0 0 0,1 0 0 0 0,-1 1 0 0 0,0-1 0 0 0,0 0 0 0 0,1 0 0 0 0,-1-2 0 0 0,1 2-2 0 0,-1 1 0 0 0,1 0 0 0 0,-1 0 0 0 0,1 0-1 0 0,-1 0 1 0 0,1 0 0 0 0,-1 0 0 0 0,0 0 0 0 0,1 0 0 0 0,-1 0 0 0 0,0 0 0 0 0,0 0 0 0 0,0 0 0 0 0,0 1-1 0 0,1-1 1 0 0,-1 0 0 0 0,0 1 0 0 0,-1-1 0 0 0,1 0 0 0 0,0 1 0 0 0,0-1 0 0 0,0 1 0 0 0,0 0-1 0 0,0-1 1 0 0,-2 1 0 0 0,-11-8-36 0 0,5 0 38 0 0,-1 1 0 0 0,0 0 1 0 0,0 1-1 0 0,0 0 1 0 0,-16-7-1 0 0,-53-19 107 0 0,78 31-110 0 0,-6-1-10 0 0,6 2 11 0 0,0 0-1 0 0,0 0 1 0 0,1 0 0 0 0,-1-1 0 0 0,0 1-1 0 0,0 0 1 0 0,0 0 0 0 0,0-1-1 0 0,1 1 1 0 0,-1-1 0 0 0,0 1-1 0 0,0-1 1 0 0,1 1 0 0 0,-1-1 0 0 0,0 1-1 0 0,1-1 1 0 0,-1 1 0 0 0,1-1-1 0 0,-1 0 1 0 0,0 1 0 0 0,1-1-1 0 0,0 0 1 0 0,-1 0 0 0 0,1 1 0 0 0,-1-1-1 0 0,1 0 1 0 0,0 0 0 0 0,-1-1-1 0 0,1 1 5 0 0,0 1 0 0 0,0-1-1 0 0,-1 1 1 0 0,1-1 0 0 0,0 1-1 0 0,0 0 1 0 0,-1-1 0 0 0,1 1-1 0 0,0-1 1 0 0,-1 1 0 0 0,1 0-1 0 0,-1-1 1 0 0,1 1 0 0 0,0 0-1 0 0,-1-1 1 0 0,1 1 0 0 0,-1 0-1 0 0,1 0 1 0 0,-1-1 0 0 0,1 1-1 0 0,-1 0 1 0 0,1 0 0 0 0,-1 0-1 0 0,1 0 1 0 0,-1-1 0 0 0,-7 0 21 0 0,4 0-27 0 0,2 0-1 0 0,0 1-1 0 0,1-1 1 0 0,-1 1-1 0 0,1-1 1 0 0,-1 1 0 0 0,1-1-1 0 0,-1 0 1 0 0,1 0-1 0 0,0 0 1 0 0,-1 0-1 0 0,1 0 1 0 0,0 0-1 0 0,-2-2 1 0 0,-38-11-8 0 0,20 7-115 0 0,0 2 1 0 0,0 0 0 0 0,-1 1-1 0 0,-37-1 1 0 0,40 3-157 0 0,-28 2-1770 0 0,-31 0-4082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F7A90D-60CF-74C3-4579-71CB51330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004AA6-71D6-9990-2B3C-8BD6621B7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5B6F57-AE5A-FC14-9D2B-308E308EE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F917-FBC5-4F86-AE65-239B545346E2}" type="datetimeFigureOut">
              <a:rPr lang="pt-BR" smtClean="0"/>
              <a:t>13/09/2023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17CD73-8943-3ADA-7FEC-FC3180B9E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7C84F5-94DD-03D5-B1D5-34F882008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DBAA0-567F-4F25-93B9-D110E86BF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207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4BEDB-E277-217F-4369-E47553229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800654-B45A-4050-6D39-A10EB0352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6F57EA-50D6-EA61-D0E7-903699891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F917-FBC5-4F86-AE65-239B545346E2}" type="datetimeFigureOut">
              <a:rPr lang="pt-BR" smtClean="0"/>
              <a:t>13/09/2023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357324-EF89-F14C-E82B-BBE0324E4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B7B6E2-BD3C-798D-EBFC-102D51E74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DBAA0-567F-4F25-93B9-D110E86BF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8503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F62A8-CB42-9022-C0DC-FBC6ADDF5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37ACB5-D869-7683-6D03-662FEEE29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D930AE-0896-BB77-5736-A3AD66A3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F917-FBC5-4F86-AE65-239B545346E2}" type="datetimeFigureOut">
              <a:rPr lang="pt-BR" smtClean="0"/>
              <a:t>13/09/2023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EC0C2E-9A9A-5E1F-736F-4F2DB3233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0950C1-3DA9-637B-8325-5F8D01084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DBAA0-567F-4F25-93B9-D110E86BF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4937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58074-6E6F-DB5D-28DA-E2CF7ECB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36C353-F850-F834-A1FC-9EF04B8BAF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74B2FC6-C666-AFB8-A084-5FB604E5C9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975672-D7BE-D798-D464-017887B14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F917-FBC5-4F86-AE65-239B545346E2}" type="datetimeFigureOut">
              <a:rPr lang="pt-BR" smtClean="0"/>
              <a:t>13/09/2023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8A0DC3-378F-BE08-FC09-6176E1B1A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23FC24-DC1D-2A3F-443C-033C96198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DBAA0-567F-4F25-93B9-D110E86BF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6925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A2F5FE-360A-0F5D-4CFD-A213D849A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4F992C-301B-CFBA-D420-7D9191081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147E2A7-C2B8-B75E-6E2F-C31D1E7D6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116B678-5128-DD85-0E51-DCB3381FAE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8522E4-D682-D917-F6A7-35A76744B7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19DBD4B-88FA-3E6E-E7D0-2BF9A2A49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F917-FBC5-4F86-AE65-239B545346E2}" type="datetimeFigureOut">
              <a:rPr lang="pt-BR" smtClean="0"/>
              <a:t>13/09/2023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5445D82-ABC8-7AD4-CDE3-56C8A89C2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3A4127E-596C-E746-0E65-4C5F016DF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DBAA0-567F-4F25-93B9-D110E86BF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922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C5470-FFB3-55F4-E81A-C88FDC791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54C489C-5989-4FDE-15FC-EE84505C4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F917-FBC5-4F86-AE65-239B545346E2}" type="datetimeFigureOut">
              <a:rPr lang="pt-BR" smtClean="0"/>
              <a:t>13/09/2023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C77C913-6040-C955-22DA-F5953DA12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2303C18-EC7D-574E-D14F-84BEA8DA7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DBAA0-567F-4F25-93B9-D110E86BF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2116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FE01920-5897-2FF5-49C2-74FD0AA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F917-FBC5-4F86-AE65-239B545346E2}" type="datetimeFigureOut">
              <a:rPr lang="pt-BR" smtClean="0"/>
              <a:t>13/09/2023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32AF980-85FC-723B-8075-4D1459D20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1C074DD-A829-6FEC-0374-EF73CB129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DBAA0-567F-4F25-93B9-D110E86BF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1965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B13900-9188-030C-67F2-7EFB994E8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7E66A9-5982-8073-3D33-DD01BB3F6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AE66B99-828F-E46C-B83E-3FF8E8305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C86C40-1B7B-14F4-D3F5-444AA5C97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F917-FBC5-4F86-AE65-239B545346E2}" type="datetimeFigureOut">
              <a:rPr lang="pt-BR" smtClean="0"/>
              <a:t>13/09/2023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3B306E-C028-E14E-0020-37CA33745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08FB2A-EE1A-65D5-9332-9969789CC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DBAA0-567F-4F25-93B9-D110E86BF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4821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B74FCB-3070-7B76-F945-6A86EA876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C5CDFB-DA11-3188-B70C-9833DACEE6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CF4425-8187-5D2A-89F2-E34EB6070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F4E125-854D-B411-CF0A-4E8B1718B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F917-FBC5-4F86-AE65-239B545346E2}" type="datetimeFigureOut">
              <a:rPr lang="pt-BR" smtClean="0"/>
              <a:t>13/09/2023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0CA3F0-D424-E360-D9DC-613E44CE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7190F9-6FD1-A0E2-3E2A-C7D907025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DBAA0-567F-4F25-93B9-D110E86BF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5964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4518AA-E6CB-CD05-4EFF-290166DFE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AE2534A-8653-0E8B-54EA-293597E0F2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CF6BB9-CCC8-53FC-B3C3-0C8133DEA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F917-FBC5-4F86-AE65-239B545346E2}" type="datetimeFigureOut">
              <a:rPr lang="pt-BR" smtClean="0"/>
              <a:t>13/09/2023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0280C4-C37C-CDEE-17FD-B6694C156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5F94D6-2CC8-645D-538C-407DA744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DBAA0-567F-4F25-93B9-D110E86BF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575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4EF97FB-E4F7-BF91-684E-37B4D3C613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7E24E7-A138-05C2-A494-D9BCAFED6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ABE8D8-4FFC-BF6B-EF76-284F4F186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F917-FBC5-4F86-AE65-239B545346E2}" type="datetimeFigureOut">
              <a:rPr lang="pt-BR" smtClean="0"/>
              <a:t>13/09/2023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0C5BA-0106-55FA-738B-BFFFD0017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63255A-591D-7587-EE0B-1DF6072E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DBAA0-567F-4F25-93B9-D110E86BF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822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8F95EC1-4DF3-A107-0959-310953ACC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41D902-2941-C0EF-7781-5CD5B3876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1C6549-3DCA-DA03-DDF0-EF8A0D1EDA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5F917-FBC5-4F86-AE65-239B545346E2}" type="datetimeFigureOut">
              <a:rPr lang="pt-BR" smtClean="0"/>
              <a:t>13/09/2023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4811D7-71FC-EA79-51B3-431EFFD41E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18FD8C-E641-F76E-2E4D-20157D38C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DBAA0-567F-4F25-93B9-D110E86BFD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5875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1" Type="http://schemas.openxmlformats.org/officeDocument/2006/relationships/customXml" Target="../ink/ink11.xml"/><Relationship Id="rId324" Type="http://schemas.openxmlformats.org/officeDocument/2006/relationships/image" Target="../media/image163.png"/><Relationship Id="rId170" Type="http://schemas.openxmlformats.org/officeDocument/2006/relationships/image" Target="../media/image86.png"/><Relationship Id="rId268" Type="http://schemas.openxmlformats.org/officeDocument/2006/relationships/image" Target="../media/image135.png"/><Relationship Id="rId475" Type="http://schemas.openxmlformats.org/officeDocument/2006/relationships/customXml" Target="../ink/ink238.xml"/><Relationship Id="rId32" Type="http://schemas.openxmlformats.org/officeDocument/2006/relationships/image" Target="../media/image17.png"/><Relationship Id="rId74" Type="http://schemas.openxmlformats.org/officeDocument/2006/relationships/image" Target="../media/image38.png"/><Relationship Id="rId128" Type="http://schemas.openxmlformats.org/officeDocument/2006/relationships/image" Target="../media/image65.png"/><Relationship Id="rId335" Type="http://schemas.openxmlformats.org/officeDocument/2006/relationships/customXml" Target="../ink/ink168.xml"/><Relationship Id="rId377" Type="http://schemas.openxmlformats.org/officeDocument/2006/relationships/customXml" Target="../ink/ink189.xml"/><Relationship Id="rId500" Type="http://schemas.openxmlformats.org/officeDocument/2006/relationships/image" Target="../media/image251.png"/><Relationship Id="rId5" Type="http://schemas.openxmlformats.org/officeDocument/2006/relationships/customXml" Target="../ink/ink3.xml"/><Relationship Id="rId181" Type="http://schemas.openxmlformats.org/officeDocument/2006/relationships/customXml" Target="../ink/ink91.xml"/><Relationship Id="rId237" Type="http://schemas.openxmlformats.org/officeDocument/2006/relationships/customXml" Target="../ink/ink119.xml"/><Relationship Id="rId402" Type="http://schemas.openxmlformats.org/officeDocument/2006/relationships/image" Target="../media/image202.png"/><Relationship Id="rId279" Type="http://schemas.openxmlformats.org/officeDocument/2006/relationships/customXml" Target="../ink/ink140.xml"/><Relationship Id="rId444" Type="http://schemas.openxmlformats.org/officeDocument/2006/relationships/image" Target="../media/image223.png"/><Relationship Id="rId486" Type="http://schemas.openxmlformats.org/officeDocument/2006/relationships/image" Target="../media/image244.png"/><Relationship Id="rId43" Type="http://schemas.openxmlformats.org/officeDocument/2006/relationships/customXml" Target="../ink/ink22.xml"/><Relationship Id="rId139" Type="http://schemas.openxmlformats.org/officeDocument/2006/relationships/customXml" Target="../ink/ink70.xml"/><Relationship Id="rId290" Type="http://schemas.openxmlformats.org/officeDocument/2006/relationships/image" Target="../media/image146.png"/><Relationship Id="rId304" Type="http://schemas.openxmlformats.org/officeDocument/2006/relationships/image" Target="../media/image153.png"/><Relationship Id="rId346" Type="http://schemas.openxmlformats.org/officeDocument/2006/relationships/image" Target="../media/image174.png"/><Relationship Id="rId388" Type="http://schemas.openxmlformats.org/officeDocument/2006/relationships/image" Target="../media/image195.png"/><Relationship Id="rId511" Type="http://schemas.openxmlformats.org/officeDocument/2006/relationships/customXml" Target="../ink/ink256.xml"/><Relationship Id="rId85" Type="http://schemas.openxmlformats.org/officeDocument/2006/relationships/customXml" Target="../ink/ink43.xml"/><Relationship Id="rId150" Type="http://schemas.openxmlformats.org/officeDocument/2006/relationships/image" Target="../media/image76.png"/><Relationship Id="rId192" Type="http://schemas.openxmlformats.org/officeDocument/2006/relationships/image" Target="../media/image97.png"/><Relationship Id="rId206" Type="http://schemas.openxmlformats.org/officeDocument/2006/relationships/image" Target="../media/image104.png"/><Relationship Id="rId413" Type="http://schemas.openxmlformats.org/officeDocument/2006/relationships/customXml" Target="../ink/ink207.xml"/><Relationship Id="rId248" Type="http://schemas.openxmlformats.org/officeDocument/2006/relationships/image" Target="../media/image125.png"/><Relationship Id="rId455" Type="http://schemas.openxmlformats.org/officeDocument/2006/relationships/customXml" Target="../ink/ink228.xml"/><Relationship Id="rId497" Type="http://schemas.openxmlformats.org/officeDocument/2006/relationships/customXml" Target="../ink/ink249.xml"/><Relationship Id="rId12" Type="http://schemas.openxmlformats.org/officeDocument/2006/relationships/image" Target="../media/image7.png"/><Relationship Id="rId108" Type="http://schemas.openxmlformats.org/officeDocument/2006/relationships/image" Target="../media/image55.png"/><Relationship Id="rId315" Type="http://schemas.openxmlformats.org/officeDocument/2006/relationships/customXml" Target="../ink/ink158.xml"/><Relationship Id="rId357" Type="http://schemas.openxmlformats.org/officeDocument/2006/relationships/customXml" Target="../ink/ink179.xml"/><Relationship Id="rId522" Type="http://schemas.openxmlformats.org/officeDocument/2006/relationships/image" Target="../media/image262.png"/><Relationship Id="rId54" Type="http://schemas.openxmlformats.org/officeDocument/2006/relationships/image" Target="../media/image28.png"/><Relationship Id="rId96" Type="http://schemas.openxmlformats.org/officeDocument/2006/relationships/image" Target="../media/image49.png"/><Relationship Id="rId161" Type="http://schemas.openxmlformats.org/officeDocument/2006/relationships/customXml" Target="../ink/ink81.xml"/><Relationship Id="rId217" Type="http://schemas.openxmlformats.org/officeDocument/2006/relationships/customXml" Target="../ink/ink109.xml"/><Relationship Id="rId399" Type="http://schemas.openxmlformats.org/officeDocument/2006/relationships/customXml" Target="../ink/ink200.xml"/><Relationship Id="rId259" Type="http://schemas.openxmlformats.org/officeDocument/2006/relationships/customXml" Target="../ink/ink130.xml"/><Relationship Id="rId424" Type="http://schemas.openxmlformats.org/officeDocument/2006/relationships/image" Target="../media/image213.png"/><Relationship Id="rId466" Type="http://schemas.openxmlformats.org/officeDocument/2006/relationships/image" Target="../media/image234.png"/><Relationship Id="rId23" Type="http://schemas.openxmlformats.org/officeDocument/2006/relationships/customXml" Target="../ink/ink12.xml"/><Relationship Id="rId119" Type="http://schemas.openxmlformats.org/officeDocument/2006/relationships/customXml" Target="../ink/ink60.xml"/><Relationship Id="rId270" Type="http://schemas.openxmlformats.org/officeDocument/2006/relationships/image" Target="../media/image136.png"/><Relationship Id="rId326" Type="http://schemas.openxmlformats.org/officeDocument/2006/relationships/image" Target="../media/image164.png"/><Relationship Id="rId65" Type="http://schemas.openxmlformats.org/officeDocument/2006/relationships/customXml" Target="../ink/ink33.xml"/><Relationship Id="rId130" Type="http://schemas.openxmlformats.org/officeDocument/2006/relationships/image" Target="../media/image66.png"/><Relationship Id="rId368" Type="http://schemas.openxmlformats.org/officeDocument/2006/relationships/image" Target="../media/image185.png"/><Relationship Id="rId172" Type="http://schemas.openxmlformats.org/officeDocument/2006/relationships/image" Target="../media/image87.png"/><Relationship Id="rId228" Type="http://schemas.openxmlformats.org/officeDocument/2006/relationships/image" Target="../media/image115.png"/><Relationship Id="rId435" Type="http://schemas.openxmlformats.org/officeDocument/2006/relationships/customXml" Target="../ink/ink218.xml"/><Relationship Id="rId477" Type="http://schemas.openxmlformats.org/officeDocument/2006/relationships/customXml" Target="../ink/ink239.xml"/><Relationship Id="rId281" Type="http://schemas.openxmlformats.org/officeDocument/2006/relationships/customXml" Target="../ink/ink141.xml"/><Relationship Id="rId337" Type="http://schemas.openxmlformats.org/officeDocument/2006/relationships/customXml" Target="../ink/ink169.xml"/><Relationship Id="rId502" Type="http://schemas.openxmlformats.org/officeDocument/2006/relationships/image" Target="../media/image252.png"/><Relationship Id="rId34" Type="http://schemas.openxmlformats.org/officeDocument/2006/relationships/image" Target="../media/image18.png"/><Relationship Id="rId76" Type="http://schemas.openxmlformats.org/officeDocument/2006/relationships/image" Target="../media/image39.png"/><Relationship Id="rId141" Type="http://schemas.openxmlformats.org/officeDocument/2006/relationships/customXml" Target="../ink/ink71.xml"/><Relationship Id="rId379" Type="http://schemas.openxmlformats.org/officeDocument/2006/relationships/customXml" Target="../ink/ink190.xml"/><Relationship Id="rId7" Type="http://schemas.openxmlformats.org/officeDocument/2006/relationships/customXml" Target="../ink/ink4.xml"/><Relationship Id="rId183" Type="http://schemas.openxmlformats.org/officeDocument/2006/relationships/customXml" Target="../ink/ink92.xml"/><Relationship Id="rId239" Type="http://schemas.openxmlformats.org/officeDocument/2006/relationships/customXml" Target="../ink/ink120.xml"/><Relationship Id="rId390" Type="http://schemas.openxmlformats.org/officeDocument/2006/relationships/image" Target="../media/image196.png"/><Relationship Id="rId404" Type="http://schemas.openxmlformats.org/officeDocument/2006/relationships/image" Target="../media/image203.png"/><Relationship Id="rId446" Type="http://schemas.openxmlformats.org/officeDocument/2006/relationships/image" Target="../media/image224.png"/><Relationship Id="rId250" Type="http://schemas.openxmlformats.org/officeDocument/2006/relationships/image" Target="../media/image126.png"/><Relationship Id="rId292" Type="http://schemas.openxmlformats.org/officeDocument/2006/relationships/image" Target="../media/image147.png"/><Relationship Id="rId306" Type="http://schemas.openxmlformats.org/officeDocument/2006/relationships/image" Target="../media/image154.png"/><Relationship Id="rId488" Type="http://schemas.openxmlformats.org/officeDocument/2006/relationships/image" Target="../media/image245.png"/><Relationship Id="rId45" Type="http://schemas.openxmlformats.org/officeDocument/2006/relationships/customXml" Target="../ink/ink23.xml"/><Relationship Id="rId87" Type="http://schemas.openxmlformats.org/officeDocument/2006/relationships/customXml" Target="../ink/ink44.xml"/><Relationship Id="rId110" Type="http://schemas.openxmlformats.org/officeDocument/2006/relationships/image" Target="../media/image56.png"/><Relationship Id="rId348" Type="http://schemas.openxmlformats.org/officeDocument/2006/relationships/image" Target="../media/image175.png"/><Relationship Id="rId513" Type="http://schemas.openxmlformats.org/officeDocument/2006/relationships/customXml" Target="../ink/ink257.xml"/><Relationship Id="rId152" Type="http://schemas.openxmlformats.org/officeDocument/2006/relationships/image" Target="../media/image77.png"/><Relationship Id="rId194" Type="http://schemas.openxmlformats.org/officeDocument/2006/relationships/image" Target="../media/image98.png"/><Relationship Id="rId208" Type="http://schemas.openxmlformats.org/officeDocument/2006/relationships/image" Target="../media/image105.png"/><Relationship Id="rId415" Type="http://schemas.openxmlformats.org/officeDocument/2006/relationships/customXml" Target="../ink/ink208.xml"/><Relationship Id="rId457" Type="http://schemas.openxmlformats.org/officeDocument/2006/relationships/customXml" Target="../ink/ink229.xml"/><Relationship Id="rId261" Type="http://schemas.openxmlformats.org/officeDocument/2006/relationships/customXml" Target="../ink/ink131.xml"/><Relationship Id="rId499" Type="http://schemas.openxmlformats.org/officeDocument/2006/relationships/customXml" Target="../ink/ink250.xml"/><Relationship Id="rId14" Type="http://schemas.openxmlformats.org/officeDocument/2006/relationships/image" Target="../media/image8.png"/><Relationship Id="rId56" Type="http://schemas.openxmlformats.org/officeDocument/2006/relationships/image" Target="../media/image29.png"/><Relationship Id="rId317" Type="http://schemas.openxmlformats.org/officeDocument/2006/relationships/customXml" Target="../ink/ink159.xml"/><Relationship Id="rId359" Type="http://schemas.openxmlformats.org/officeDocument/2006/relationships/customXml" Target="../ink/ink180.xml"/><Relationship Id="rId524" Type="http://schemas.openxmlformats.org/officeDocument/2006/relationships/image" Target="../media/image263.png"/><Relationship Id="rId98" Type="http://schemas.openxmlformats.org/officeDocument/2006/relationships/image" Target="../media/image50.png"/><Relationship Id="rId121" Type="http://schemas.openxmlformats.org/officeDocument/2006/relationships/customXml" Target="../ink/ink61.xml"/><Relationship Id="rId163" Type="http://schemas.openxmlformats.org/officeDocument/2006/relationships/customXml" Target="../ink/ink82.xml"/><Relationship Id="rId219" Type="http://schemas.openxmlformats.org/officeDocument/2006/relationships/customXml" Target="../ink/ink110.xml"/><Relationship Id="rId370" Type="http://schemas.openxmlformats.org/officeDocument/2006/relationships/image" Target="../media/image186.png"/><Relationship Id="rId426" Type="http://schemas.openxmlformats.org/officeDocument/2006/relationships/image" Target="../media/image214.png"/><Relationship Id="rId230" Type="http://schemas.openxmlformats.org/officeDocument/2006/relationships/image" Target="../media/image116.png"/><Relationship Id="rId468" Type="http://schemas.openxmlformats.org/officeDocument/2006/relationships/image" Target="../media/image235.png"/><Relationship Id="rId25" Type="http://schemas.openxmlformats.org/officeDocument/2006/relationships/customXml" Target="../ink/ink13.xml"/><Relationship Id="rId67" Type="http://schemas.openxmlformats.org/officeDocument/2006/relationships/customXml" Target="../ink/ink34.xml"/><Relationship Id="rId272" Type="http://schemas.openxmlformats.org/officeDocument/2006/relationships/image" Target="../media/image137.png"/><Relationship Id="rId328" Type="http://schemas.openxmlformats.org/officeDocument/2006/relationships/image" Target="../media/image165.png"/><Relationship Id="rId132" Type="http://schemas.openxmlformats.org/officeDocument/2006/relationships/image" Target="../media/image67.png"/><Relationship Id="rId174" Type="http://schemas.openxmlformats.org/officeDocument/2006/relationships/image" Target="../media/image88.png"/><Relationship Id="rId381" Type="http://schemas.openxmlformats.org/officeDocument/2006/relationships/customXml" Target="../ink/ink191.xml"/><Relationship Id="rId241" Type="http://schemas.openxmlformats.org/officeDocument/2006/relationships/customXml" Target="../ink/ink121.xml"/><Relationship Id="rId437" Type="http://schemas.openxmlformats.org/officeDocument/2006/relationships/customXml" Target="../ink/ink219.xml"/><Relationship Id="rId479" Type="http://schemas.openxmlformats.org/officeDocument/2006/relationships/customXml" Target="../ink/ink240.xml"/><Relationship Id="rId36" Type="http://schemas.openxmlformats.org/officeDocument/2006/relationships/image" Target="../media/image19.png"/><Relationship Id="rId283" Type="http://schemas.openxmlformats.org/officeDocument/2006/relationships/customXml" Target="../ink/ink142.xml"/><Relationship Id="rId339" Type="http://schemas.openxmlformats.org/officeDocument/2006/relationships/customXml" Target="../ink/ink170.xml"/><Relationship Id="rId490" Type="http://schemas.openxmlformats.org/officeDocument/2006/relationships/image" Target="../media/image246.png"/><Relationship Id="rId504" Type="http://schemas.openxmlformats.org/officeDocument/2006/relationships/image" Target="../media/image253.png"/><Relationship Id="rId78" Type="http://schemas.openxmlformats.org/officeDocument/2006/relationships/image" Target="../media/image40.png"/><Relationship Id="rId101" Type="http://schemas.openxmlformats.org/officeDocument/2006/relationships/customXml" Target="../ink/ink51.xml"/><Relationship Id="rId143" Type="http://schemas.openxmlformats.org/officeDocument/2006/relationships/customXml" Target="../ink/ink72.xml"/><Relationship Id="rId185" Type="http://schemas.openxmlformats.org/officeDocument/2006/relationships/customXml" Target="../ink/ink93.xml"/><Relationship Id="rId350" Type="http://schemas.openxmlformats.org/officeDocument/2006/relationships/image" Target="../media/image176.png"/><Relationship Id="rId406" Type="http://schemas.openxmlformats.org/officeDocument/2006/relationships/image" Target="../media/image204.png"/><Relationship Id="rId9" Type="http://schemas.openxmlformats.org/officeDocument/2006/relationships/customXml" Target="../ink/ink5.xml"/><Relationship Id="rId210" Type="http://schemas.openxmlformats.org/officeDocument/2006/relationships/image" Target="../media/image106.png"/><Relationship Id="rId392" Type="http://schemas.openxmlformats.org/officeDocument/2006/relationships/image" Target="../media/image197.png"/><Relationship Id="rId448" Type="http://schemas.openxmlformats.org/officeDocument/2006/relationships/image" Target="../media/image225.png"/><Relationship Id="rId252" Type="http://schemas.openxmlformats.org/officeDocument/2006/relationships/image" Target="../media/image127.png"/><Relationship Id="rId294" Type="http://schemas.openxmlformats.org/officeDocument/2006/relationships/image" Target="../media/image148.png"/><Relationship Id="rId308" Type="http://schemas.openxmlformats.org/officeDocument/2006/relationships/image" Target="../media/image155.png"/><Relationship Id="rId515" Type="http://schemas.openxmlformats.org/officeDocument/2006/relationships/customXml" Target="../ink/ink258.xml"/><Relationship Id="rId47" Type="http://schemas.openxmlformats.org/officeDocument/2006/relationships/customXml" Target="../ink/ink24.xml"/><Relationship Id="rId89" Type="http://schemas.openxmlformats.org/officeDocument/2006/relationships/customXml" Target="../ink/ink45.xml"/><Relationship Id="rId112" Type="http://schemas.openxmlformats.org/officeDocument/2006/relationships/image" Target="../media/image57.png"/><Relationship Id="rId154" Type="http://schemas.openxmlformats.org/officeDocument/2006/relationships/image" Target="../media/image78.png"/><Relationship Id="rId361" Type="http://schemas.openxmlformats.org/officeDocument/2006/relationships/customXml" Target="../ink/ink181.xml"/><Relationship Id="rId196" Type="http://schemas.openxmlformats.org/officeDocument/2006/relationships/image" Target="../media/image99.png"/><Relationship Id="rId417" Type="http://schemas.openxmlformats.org/officeDocument/2006/relationships/customXml" Target="../ink/ink209.xml"/><Relationship Id="rId459" Type="http://schemas.openxmlformats.org/officeDocument/2006/relationships/customXml" Target="../ink/ink230.xml"/><Relationship Id="rId16" Type="http://schemas.openxmlformats.org/officeDocument/2006/relationships/image" Target="../media/image9.png"/><Relationship Id="rId221" Type="http://schemas.openxmlformats.org/officeDocument/2006/relationships/customXml" Target="../ink/ink111.xml"/><Relationship Id="rId263" Type="http://schemas.openxmlformats.org/officeDocument/2006/relationships/customXml" Target="../ink/ink132.xml"/><Relationship Id="rId319" Type="http://schemas.openxmlformats.org/officeDocument/2006/relationships/customXml" Target="../ink/ink160.xml"/><Relationship Id="rId470" Type="http://schemas.openxmlformats.org/officeDocument/2006/relationships/image" Target="../media/image236.png"/><Relationship Id="rId526" Type="http://schemas.openxmlformats.org/officeDocument/2006/relationships/image" Target="../media/image264.png"/><Relationship Id="rId58" Type="http://schemas.openxmlformats.org/officeDocument/2006/relationships/image" Target="../media/image30.png"/><Relationship Id="rId123" Type="http://schemas.openxmlformats.org/officeDocument/2006/relationships/customXml" Target="../ink/ink62.xml"/><Relationship Id="rId330" Type="http://schemas.openxmlformats.org/officeDocument/2006/relationships/image" Target="../media/image166.png"/><Relationship Id="rId165" Type="http://schemas.openxmlformats.org/officeDocument/2006/relationships/customXml" Target="../ink/ink83.xml"/><Relationship Id="rId372" Type="http://schemas.openxmlformats.org/officeDocument/2006/relationships/image" Target="../media/image187.png"/><Relationship Id="rId428" Type="http://schemas.openxmlformats.org/officeDocument/2006/relationships/image" Target="../media/image215.png"/><Relationship Id="rId232" Type="http://schemas.openxmlformats.org/officeDocument/2006/relationships/image" Target="../media/image117.png"/><Relationship Id="rId274" Type="http://schemas.openxmlformats.org/officeDocument/2006/relationships/image" Target="../media/image138.png"/><Relationship Id="rId481" Type="http://schemas.openxmlformats.org/officeDocument/2006/relationships/customXml" Target="../ink/ink241.xml"/><Relationship Id="rId27" Type="http://schemas.openxmlformats.org/officeDocument/2006/relationships/customXml" Target="../ink/ink14.xml"/><Relationship Id="rId69" Type="http://schemas.openxmlformats.org/officeDocument/2006/relationships/customXml" Target="../ink/ink35.xml"/><Relationship Id="rId134" Type="http://schemas.openxmlformats.org/officeDocument/2006/relationships/image" Target="../media/image68.png"/><Relationship Id="rId80" Type="http://schemas.openxmlformats.org/officeDocument/2006/relationships/image" Target="../media/image41.png"/><Relationship Id="rId176" Type="http://schemas.openxmlformats.org/officeDocument/2006/relationships/image" Target="../media/image89.png"/><Relationship Id="rId341" Type="http://schemas.openxmlformats.org/officeDocument/2006/relationships/customXml" Target="../ink/ink171.xml"/><Relationship Id="rId383" Type="http://schemas.openxmlformats.org/officeDocument/2006/relationships/customXml" Target="../ink/ink192.xml"/><Relationship Id="rId439" Type="http://schemas.openxmlformats.org/officeDocument/2006/relationships/customXml" Target="../ink/ink220.xml"/><Relationship Id="rId201" Type="http://schemas.openxmlformats.org/officeDocument/2006/relationships/customXml" Target="../ink/ink101.xml"/><Relationship Id="rId243" Type="http://schemas.openxmlformats.org/officeDocument/2006/relationships/customXml" Target="../ink/ink122.xml"/><Relationship Id="rId285" Type="http://schemas.openxmlformats.org/officeDocument/2006/relationships/customXml" Target="../ink/ink143.xml"/><Relationship Id="rId450" Type="http://schemas.openxmlformats.org/officeDocument/2006/relationships/image" Target="../media/image226.png"/><Relationship Id="rId506" Type="http://schemas.openxmlformats.org/officeDocument/2006/relationships/image" Target="../media/image254.png"/><Relationship Id="rId38" Type="http://schemas.openxmlformats.org/officeDocument/2006/relationships/image" Target="../media/image20.png"/><Relationship Id="rId103" Type="http://schemas.openxmlformats.org/officeDocument/2006/relationships/customXml" Target="../ink/ink52.xml"/><Relationship Id="rId310" Type="http://schemas.openxmlformats.org/officeDocument/2006/relationships/image" Target="../media/image156.png"/><Relationship Id="rId492" Type="http://schemas.openxmlformats.org/officeDocument/2006/relationships/image" Target="../media/image247.png"/><Relationship Id="rId91" Type="http://schemas.openxmlformats.org/officeDocument/2006/relationships/customXml" Target="../ink/ink46.xml"/><Relationship Id="rId145" Type="http://schemas.openxmlformats.org/officeDocument/2006/relationships/customXml" Target="../ink/ink73.xml"/><Relationship Id="rId187" Type="http://schemas.openxmlformats.org/officeDocument/2006/relationships/customXml" Target="../ink/ink94.xml"/><Relationship Id="rId352" Type="http://schemas.openxmlformats.org/officeDocument/2006/relationships/image" Target="../media/image177.png"/><Relationship Id="rId394" Type="http://schemas.openxmlformats.org/officeDocument/2006/relationships/image" Target="../media/image198.png"/><Relationship Id="rId408" Type="http://schemas.openxmlformats.org/officeDocument/2006/relationships/image" Target="../media/image205.png"/><Relationship Id="rId212" Type="http://schemas.openxmlformats.org/officeDocument/2006/relationships/image" Target="../media/image107.png"/><Relationship Id="rId254" Type="http://schemas.openxmlformats.org/officeDocument/2006/relationships/image" Target="../media/image128.png"/><Relationship Id="rId49" Type="http://schemas.openxmlformats.org/officeDocument/2006/relationships/customXml" Target="../ink/ink25.xml"/><Relationship Id="rId114" Type="http://schemas.openxmlformats.org/officeDocument/2006/relationships/image" Target="../media/image58.png"/><Relationship Id="rId296" Type="http://schemas.openxmlformats.org/officeDocument/2006/relationships/image" Target="../media/image149.png"/><Relationship Id="rId461" Type="http://schemas.openxmlformats.org/officeDocument/2006/relationships/customXml" Target="../ink/ink231.xml"/><Relationship Id="rId517" Type="http://schemas.openxmlformats.org/officeDocument/2006/relationships/customXml" Target="../ink/ink259.xml"/><Relationship Id="rId60" Type="http://schemas.openxmlformats.org/officeDocument/2006/relationships/image" Target="../media/image31.png"/><Relationship Id="rId156" Type="http://schemas.openxmlformats.org/officeDocument/2006/relationships/image" Target="../media/image79.png"/><Relationship Id="rId198" Type="http://schemas.openxmlformats.org/officeDocument/2006/relationships/image" Target="../media/image100.png"/><Relationship Id="rId321" Type="http://schemas.openxmlformats.org/officeDocument/2006/relationships/customXml" Target="../ink/ink161.xml"/><Relationship Id="rId363" Type="http://schemas.openxmlformats.org/officeDocument/2006/relationships/customXml" Target="../ink/ink182.xml"/><Relationship Id="rId419" Type="http://schemas.openxmlformats.org/officeDocument/2006/relationships/customXml" Target="../ink/ink210.xml"/><Relationship Id="rId223" Type="http://schemas.openxmlformats.org/officeDocument/2006/relationships/customXml" Target="../ink/ink112.xml"/><Relationship Id="rId430" Type="http://schemas.openxmlformats.org/officeDocument/2006/relationships/image" Target="../media/image216.png"/><Relationship Id="rId18" Type="http://schemas.openxmlformats.org/officeDocument/2006/relationships/image" Target="../media/image10.png"/><Relationship Id="rId265" Type="http://schemas.openxmlformats.org/officeDocument/2006/relationships/customXml" Target="../ink/ink133.xml"/><Relationship Id="rId472" Type="http://schemas.openxmlformats.org/officeDocument/2006/relationships/image" Target="../media/image237.png"/><Relationship Id="rId125" Type="http://schemas.openxmlformats.org/officeDocument/2006/relationships/customXml" Target="../ink/ink63.xml"/><Relationship Id="rId167" Type="http://schemas.openxmlformats.org/officeDocument/2006/relationships/customXml" Target="../ink/ink84.xml"/><Relationship Id="rId332" Type="http://schemas.openxmlformats.org/officeDocument/2006/relationships/image" Target="../media/image167.png"/><Relationship Id="rId374" Type="http://schemas.openxmlformats.org/officeDocument/2006/relationships/image" Target="../media/image188.png"/><Relationship Id="rId71" Type="http://schemas.openxmlformats.org/officeDocument/2006/relationships/customXml" Target="../ink/ink36.xml"/><Relationship Id="rId234" Type="http://schemas.openxmlformats.org/officeDocument/2006/relationships/image" Target="../media/image118.png"/><Relationship Id="rId2" Type="http://schemas.openxmlformats.org/officeDocument/2006/relationships/image" Target="../media/image2.png"/><Relationship Id="rId29" Type="http://schemas.openxmlformats.org/officeDocument/2006/relationships/customXml" Target="../ink/ink15.xml"/><Relationship Id="rId276" Type="http://schemas.openxmlformats.org/officeDocument/2006/relationships/image" Target="../media/image139.png"/><Relationship Id="rId441" Type="http://schemas.openxmlformats.org/officeDocument/2006/relationships/customXml" Target="../ink/ink221.xml"/><Relationship Id="rId483" Type="http://schemas.openxmlformats.org/officeDocument/2006/relationships/customXml" Target="../ink/ink242.xml"/><Relationship Id="rId40" Type="http://schemas.openxmlformats.org/officeDocument/2006/relationships/image" Target="../media/image21.png"/><Relationship Id="rId136" Type="http://schemas.openxmlformats.org/officeDocument/2006/relationships/image" Target="../media/image69.png"/><Relationship Id="rId178" Type="http://schemas.openxmlformats.org/officeDocument/2006/relationships/image" Target="../media/image90.png"/><Relationship Id="rId301" Type="http://schemas.openxmlformats.org/officeDocument/2006/relationships/customXml" Target="../ink/ink151.xml"/><Relationship Id="rId343" Type="http://schemas.openxmlformats.org/officeDocument/2006/relationships/customXml" Target="../ink/ink172.xml"/><Relationship Id="rId82" Type="http://schemas.openxmlformats.org/officeDocument/2006/relationships/image" Target="../media/image42.png"/><Relationship Id="rId203" Type="http://schemas.openxmlformats.org/officeDocument/2006/relationships/customXml" Target="../ink/ink102.xml"/><Relationship Id="rId385" Type="http://schemas.openxmlformats.org/officeDocument/2006/relationships/customXml" Target="../ink/ink193.xml"/><Relationship Id="rId245" Type="http://schemas.openxmlformats.org/officeDocument/2006/relationships/customXml" Target="../ink/ink123.xml"/><Relationship Id="rId287" Type="http://schemas.openxmlformats.org/officeDocument/2006/relationships/customXml" Target="../ink/ink144.xml"/><Relationship Id="rId410" Type="http://schemas.openxmlformats.org/officeDocument/2006/relationships/image" Target="../media/image206.png"/><Relationship Id="rId452" Type="http://schemas.openxmlformats.org/officeDocument/2006/relationships/image" Target="../media/image227.png"/><Relationship Id="rId494" Type="http://schemas.openxmlformats.org/officeDocument/2006/relationships/image" Target="../media/image248.png"/><Relationship Id="rId508" Type="http://schemas.openxmlformats.org/officeDocument/2006/relationships/image" Target="../media/image255.png"/><Relationship Id="rId105" Type="http://schemas.openxmlformats.org/officeDocument/2006/relationships/customXml" Target="../ink/ink53.xml"/><Relationship Id="rId147" Type="http://schemas.openxmlformats.org/officeDocument/2006/relationships/customXml" Target="../ink/ink74.xml"/><Relationship Id="rId312" Type="http://schemas.openxmlformats.org/officeDocument/2006/relationships/image" Target="../media/image157.png"/><Relationship Id="rId354" Type="http://schemas.openxmlformats.org/officeDocument/2006/relationships/image" Target="../media/image178.png"/><Relationship Id="rId51" Type="http://schemas.openxmlformats.org/officeDocument/2006/relationships/customXml" Target="../ink/ink26.xml"/><Relationship Id="rId93" Type="http://schemas.openxmlformats.org/officeDocument/2006/relationships/customXml" Target="../ink/ink47.xml"/><Relationship Id="rId189" Type="http://schemas.openxmlformats.org/officeDocument/2006/relationships/customXml" Target="../ink/ink95.xml"/><Relationship Id="rId396" Type="http://schemas.openxmlformats.org/officeDocument/2006/relationships/image" Target="../media/image199.png"/><Relationship Id="rId214" Type="http://schemas.openxmlformats.org/officeDocument/2006/relationships/image" Target="../media/image108.png"/><Relationship Id="rId256" Type="http://schemas.openxmlformats.org/officeDocument/2006/relationships/image" Target="../media/image129.png"/><Relationship Id="rId298" Type="http://schemas.openxmlformats.org/officeDocument/2006/relationships/image" Target="../media/image150.png"/><Relationship Id="rId421" Type="http://schemas.openxmlformats.org/officeDocument/2006/relationships/customXml" Target="../ink/ink211.xml"/><Relationship Id="rId463" Type="http://schemas.openxmlformats.org/officeDocument/2006/relationships/customXml" Target="../ink/ink232.xml"/><Relationship Id="rId519" Type="http://schemas.openxmlformats.org/officeDocument/2006/relationships/customXml" Target="../ink/ink260.xml"/><Relationship Id="rId116" Type="http://schemas.openxmlformats.org/officeDocument/2006/relationships/image" Target="../media/image59.png"/><Relationship Id="rId158" Type="http://schemas.openxmlformats.org/officeDocument/2006/relationships/image" Target="../media/image80.png"/><Relationship Id="rId323" Type="http://schemas.openxmlformats.org/officeDocument/2006/relationships/customXml" Target="../ink/ink162.xml"/><Relationship Id="rId20" Type="http://schemas.openxmlformats.org/officeDocument/2006/relationships/image" Target="../media/image11.png"/><Relationship Id="rId62" Type="http://schemas.openxmlformats.org/officeDocument/2006/relationships/image" Target="../media/image32.png"/><Relationship Id="rId365" Type="http://schemas.openxmlformats.org/officeDocument/2006/relationships/customXml" Target="../ink/ink183.xml"/><Relationship Id="rId225" Type="http://schemas.openxmlformats.org/officeDocument/2006/relationships/customXml" Target="../ink/ink113.xml"/><Relationship Id="rId267" Type="http://schemas.openxmlformats.org/officeDocument/2006/relationships/customXml" Target="../ink/ink134.xml"/><Relationship Id="rId432" Type="http://schemas.openxmlformats.org/officeDocument/2006/relationships/image" Target="../media/image217.png"/><Relationship Id="rId474" Type="http://schemas.openxmlformats.org/officeDocument/2006/relationships/image" Target="../media/image238.png"/><Relationship Id="rId127" Type="http://schemas.openxmlformats.org/officeDocument/2006/relationships/customXml" Target="../ink/ink64.xml"/><Relationship Id="rId31" Type="http://schemas.openxmlformats.org/officeDocument/2006/relationships/customXml" Target="../ink/ink16.xml"/><Relationship Id="rId73" Type="http://schemas.openxmlformats.org/officeDocument/2006/relationships/customXml" Target="../ink/ink37.xml"/><Relationship Id="rId169" Type="http://schemas.openxmlformats.org/officeDocument/2006/relationships/customXml" Target="../ink/ink85.xml"/><Relationship Id="rId334" Type="http://schemas.openxmlformats.org/officeDocument/2006/relationships/image" Target="../media/image168.png"/><Relationship Id="rId376" Type="http://schemas.openxmlformats.org/officeDocument/2006/relationships/image" Target="../media/image189.png"/><Relationship Id="rId4" Type="http://schemas.openxmlformats.org/officeDocument/2006/relationships/image" Target="../media/image3.png"/><Relationship Id="rId180" Type="http://schemas.openxmlformats.org/officeDocument/2006/relationships/image" Target="../media/image91.png"/><Relationship Id="rId236" Type="http://schemas.openxmlformats.org/officeDocument/2006/relationships/image" Target="../media/image119.png"/><Relationship Id="rId278" Type="http://schemas.openxmlformats.org/officeDocument/2006/relationships/image" Target="../media/image140.png"/><Relationship Id="rId401" Type="http://schemas.openxmlformats.org/officeDocument/2006/relationships/customXml" Target="../ink/ink201.xml"/><Relationship Id="rId443" Type="http://schemas.openxmlformats.org/officeDocument/2006/relationships/customXml" Target="../ink/ink222.xml"/><Relationship Id="rId303" Type="http://schemas.openxmlformats.org/officeDocument/2006/relationships/customXml" Target="../ink/ink152.xml"/><Relationship Id="rId485" Type="http://schemas.openxmlformats.org/officeDocument/2006/relationships/customXml" Target="../ink/ink243.xml"/><Relationship Id="rId42" Type="http://schemas.openxmlformats.org/officeDocument/2006/relationships/image" Target="../media/image22.png"/><Relationship Id="rId84" Type="http://schemas.openxmlformats.org/officeDocument/2006/relationships/image" Target="../media/image43.png"/><Relationship Id="rId138" Type="http://schemas.openxmlformats.org/officeDocument/2006/relationships/image" Target="../media/image70.png"/><Relationship Id="rId345" Type="http://schemas.openxmlformats.org/officeDocument/2006/relationships/customXml" Target="../ink/ink173.xml"/><Relationship Id="rId387" Type="http://schemas.openxmlformats.org/officeDocument/2006/relationships/customXml" Target="../ink/ink194.xml"/><Relationship Id="rId510" Type="http://schemas.openxmlformats.org/officeDocument/2006/relationships/image" Target="../media/image256.png"/><Relationship Id="rId191" Type="http://schemas.openxmlformats.org/officeDocument/2006/relationships/customXml" Target="../ink/ink96.xml"/><Relationship Id="rId205" Type="http://schemas.openxmlformats.org/officeDocument/2006/relationships/customXml" Target="../ink/ink103.xml"/><Relationship Id="rId247" Type="http://schemas.openxmlformats.org/officeDocument/2006/relationships/customXml" Target="../ink/ink124.xml"/><Relationship Id="rId412" Type="http://schemas.openxmlformats.org/officeDocument/2006/relationships/image" Target="../media/image207.png"/><Relationship Id="rId107" Type="http://schemas.openxmlformats.org/officeDocument/2006/relationships/customXml" Target="../ink/ink54.xml"/><Relationship Id="rId289" Type="http://schemas.openxmlformats.org/officeDocument/2006/relationships/customXml" Target="../ink/ink145.xml"/><Relationship Id="rId454" Type="http://schemas.openxmlformats.org/officeDocument/2006/relationships/image" Target="../media/image228.png"/><Relationship Id="rId496" Type="http://schemas.openxmlformats.org/officeDocument/2006/relationships/image" Target="../media/image249.png"/><Relationship Id="rId11" Type="http://schemas.openxmlformats.org/officeDocument/2006/relationships/customXml" Target="../ink/ink6.xml"/><Relationship Id="rId53" Type="http://schemas.openxmlformats.org/officeDocument/2006/relationships/customXml" Target="../ink/ink27.xml"/><Relationship Id="rId149" Type="http://schemas.openxmlformats.org/officeDocument/2006/relationships/customXml" Target="../ink/ink75.xml"/><Relationship Id="rId314" Type="http://schemas.openxmlformats.org/officeDocument/2006/relationships/image" Target="../media/image158.png"/><Relationship Id="rId356" Type="http://schemas.openxmlformats.org/officeDocument/2006/relationships/image" Target="../media/image179.png"/><Relationship Id="rId398" Type="http://schemas.openxmlformats.org/officeDocument/2006/relationships/image" Target="../media/image200.png"/><Relationship Id="rId521" Type="http://schemas.openxmlformats.org/officeDocument/2006/relationships/customXml" Target="../ink/ink261.xml"/><Relationship Id="rId95" Type="http://schemas.openxmlformats.org/officeDocument/2006/relationships/customXml" Target="../ink/ink48.xml"/><Relationship Id="rId160" Type="http://schemas.openxmlformats.org/officeDocument/2006/relationships/image" Target="../media/image81.png"/><Relationship Id="rId216" Type="http://schemas.openxmlformats.org/officeDocument/2006/relationships/image" Target="../media/image109.png"/><Relationship Id="rId423" Type="http://schemas.openxmlformats.org/officeDocument/2006/relationships/customXml" Target="../ink/ink212.xml"/><Relationship Id="rId258" Type="http://schemas.openxmlformats.org/officeDocument/2006/relationships/image" Target="../media/image130.png"/><Relationship Id="rId465" Type="http://schemas.openxmlformats.org/officeDocument/2006/relationships/customXml" Target="../ink/ink233.xml"/><Relationship Id="rId22" Type="http://schemas.openxmlformats.org/officeDocument/2006/relationships/image" Target="../media/image12.png"/><Relationship Id="rId64" Type="http://schemas.openxmlformats.org/officeDocument/2006/relationships/image" Target="../media/image33.png"/><Relationship Id="rId118" Type="http://schemas.openxmlformats.org/officeDocument/2006/relationships/image" Target="../media/image60.png"/><Relationship Id="rId325" Type="http://schemas.openxmlformats.org/officeDocument/2006/relationships/customXml" Target="../ink/ink163.xml"/><Relationship Id="rId367" Type="http://schemas.openxmlformats.org/officeDocument/2006/relationships/customXml" Target="../ink/ink184.xml"/><Relationship Id="rId171" Type="http://schemas.openxmlformats.org/officeDocument/2006/relationships/customXml" Target="../ink/ink86.xml"/><Relationship Id="rId227" Type="http://schemas.openxmlformats.org/officeDocument/2006/relationships/customXml" Target="../ink/ink114.xml"/><Relationship Id="rId269" Type="http://schemas.openxmlformats.org/officeDocument/2006/relationships/customXml" Target="../ink/ink135.xml"/><Relationship Id="rId434" Type="http://schemas.openxmlformats.org/officeDocument/2006/relationships/image" Target="../media/image218.png"/><Relationship Id="rId476" Type="http://schemas.openxmlformats.org/officeDocument/2006/relationships/image" Target="../media/image239.png"/><Relationship Id="rId33" Type="http://schemas.openxmlformats.org/officeDocument/2006/relationships/customXml" Target="../ink/ink17.xml"/><Relationship Id="rId129" Type="http://schemas.openxmlformats.org/officeDocument/2006/relationships/customXml" Target="../ink/ink65.xml"/><Relationship Id="rId280" Type="http://schemas.openxmlformats.org/officeDocument/2006/relationships/image" Target="../media/image141.png"/><Relationship Id="rId336" Type="http://schemas.openxmlformats.org/officeDocument/2006/relationships/image" Target="../media/image169.png"/><Relationship Id="rId501" Type="http://schemas.openxmlformats.org/officeDocument/2006/relationships/customXml" Target="../ink/ink251.xml"/><Relationship Id="rId75" Type="http://schemas.openxmlformats.org/officeDocument/2006/relationships/customXml" Target="../ink/ink38.xml"/><Relationship Id="rId140" Type="http://schemas.openxmlformats.org/officeDocument/2006/relationships/image" Target="../media/image71.png"/><Relationship Id="rId182" Type="http://schemas.openxmlformats.org/officeDocument/2006/relationships/image" Target="../media/image92.png"/><Relationship Id="rId378" Type="http://schemas.openxmlformats.org/officeDocument/2006/relationships/image" Target="../media/image190.png"/><Relationship Id="rId403" Type="http://schemas.openxmlformats.org/officeDocument/2006/relationships/customXml" Target="../ink/ink202.xml"/><Relationship Id="rId6" Type="http://schemas.openxmlformats.org/officeDocument/2006/relationships/image" Target="../media/image4.png"/><Relationship Id="rId238" Type="http://schemas.openxmlformats.org/officeDocument/2006/relationships/image" Target="../media/image120.png"/><Relationship Id="rId445" Type="http://schemas.openxmlformats.org/officeDocument/2006/relationships/customXml" Target="../ink/ink223.xml"/><Relationship Id="rId487" Type="http://schemas.openxmlformats.org/officeDocument/2006/relationships/customXml" Target="../ink/ink244.xml"/><Relationship Id="rId291" Type="http://schemas.openxmlformats.org/officeDocument/2006/relationships/customXml" Target="../ink/ink146.xml"/><Relationship Id="rId305" Type="http://schemas.openxmlformats.org/officeDocument/2006/relationships/customXml" Target="../ink/ink153.xml"/><Relationship Id="rId347" Type="http://schemas.openxmlformats.org/officeDocument/2006/relationships/customXml" Target="../ink/ink174.xml"/><Relationship Id="rId512" Type="http://schemas.openxmlformats.org/officeDocument/2006/relationships/image" Target="../media/image257.png"/><Relationship Id="rId44" Type="http://schemas.openxmlformats.org/officeDocument/2006/relationships/image" Target="../media/image23.png"/><Relationship Id="rId86" Type="http://schemas.openxmlformats.org/officeDocument/2006/relationships/image" Target="../media/image44.png"/><Relationship Id="rId151" Type="http://schemas.openxmlformats.org/officeDocument/2006/relationships/customXml" Target="../ink/ink76.xml"/><Relationship Id="rId389" Type="http://schemas.openxmlformats.org/officeDocument/2006/relationships/customXml" Target="../ink/ink195.xml"/><Relationship Id="rId193" Type="http://schemas.openxmlformats.org/officeDocument/2006/relationships/customXml" Target="../ink/ink97.xml"/><Relationship Id="rId207" Type="http://schemas.openxmlformats.org/officeDocument/2006/relationships/customXml" Target="../ink/ink104.xml"/><Relationship Id="rId249" Type="http://schemas.openxmlformats.org/officeDocument/2006/relationships/customXml" Target="../ink/ink125.xml"/><Relationship Id="rId414" Type="http://schemas.openxmlformats.org/officeDocument/2006/relationships/image" Target="../media/image208.png"/><Relationship Id="rId456" Type="http://schemas.openxmlformats.org/officeDocument/2006/relationships/image" Target="../media/image229.png"/><Relationship Id="rId498" Type="http://schemas.openxmlformats.org/officeDocument/2006/relationships/image" Target="../media/image250.png"/><Relationship Id="rId13" Type="http://schemas.openxmlformats.org/officeDocument/2006/relationships/customXml" Target="../ink/ink7.xml"/><Relationship Id="rId109" Type="http://schemas.openxmlformats.org/officeDocument/2006/relationships/customXml" Target="../ink/ink55.xml"/><Relationship Id="rId260" Type="http://schemas.openxmlformats.org/officeDocument/2006/relationships/image" Target="../media/image131.png"/><Relationship Id="rId316" Type="http://schemas.openxmlformats.org/officeDocument/2006/relationships/image" Target="../media/image159.png"/><Relationship Id="rId523" Type="http://schemas.openxmlformats.org/officeDocument/2006/relationships/customXml" Target="../ink/ink262.xml"/><Relationship Id="rId55" Type="http://schemas.openxmlformats.org/officeDocument/2006/relationships/customXml" Target="../ink/ink28.xml"/><Relationship Id="rId97" Type="http://schemas.openxmlformats.org/officeDocument/2006/relationships/customXml" Target="../ink/ink49.xml"/><Relationship Id="rId120" Type="http://schemas.openxmlformats.org/officeDocument/2006/relationships/image" Target="../media/image61.png"/><Relationship Id="rId358" Type="http://schemas.openxmlformats.org/officeDocument/2006/relationships/image" Target="../media/image180.png"/><Relationship Id="rId162" Type="http://schemas.openxmlformats.org/officeDocument/2006/relationships/image" Target="../media/image82.png"/><Relationship Id="rId218" Type="http://schemas.openxmlformats.org/officeDocument/2006/relationships/image" Target="../media/image110.png"/><Relationship Id="rId425" Type="http://schemas.openxmlformats.org/officeDocument/2006/relationships/customXml" Target="../ink/ink213.xml"/><Relationship Id="rId467" Type="http://schemas.openxmlformats.org/officeDocument/2006/relationships/customXml" Target="../ink/ink234.xml"/><Relationship Id="rId271" Type="http://schemas.openxmlformats.org/officeDocument/2006/relationships/customXml" Target="../ink/ink136.xml"/><Relationship Id="rId24" Type="http://schemas.openxmlformats.org/officeDocument/2006/relationships/image" Target="../media/image13.png"/><Relationship Id="rId66" Type="http://schemas.openxmlformats.org/officeDocument/2006/relationships/image" Target="../media/image34.png"/><Relationship Id="rId131" Type="http://schemas.openxmlformats.org/officeDocument/2006/relationships/customXml" Target="../ink/ink66.xml"/><Relationship Id="rId327" Type="http://schemas.openxmlformats.org/officeDocument/2006/relationships/customXml" Target="../ink/ink164.xml"/><Relationship Id="rId369" Type="http://schemas.openxmlformats.org/officeDocument/2006/relationships/customXml" Target="../ink/ink185.xml"/><Relationship Id="rId173" Type="http://schemas.openxmlformats.org/officeDocument/2006/relationships/customXml" Target="../ink/ink87.xml"/><Relationship Id="rId229" Type="http://schemas.openxmlformats.org/officeDocument/2006/relationships/customXml" Target="../ink/ink115.xml"/><Relationship Id="rId380" Type="http://schemas.openxmlformats.org/officeDocument/2006/relationships/image" Target="../media/image191.png"/><Relationship Id="rId436" Type="http://schemas.openxmlformats.org/officeDocument/2006/relationships/image" Target="../media/image219.png"/><Relationship Id="rId240" Type="http://schemas.openxmlformats.org/officeDocument/2006/relationships/image" Target="../media/image121.png"/><Relationship Id="rId478" Type="http://schemas.openxmlformats.org/officeDocument/2006/relationships/image" Target="../media/image240.png"/><Relationship Id="rId35" Type="http://schemas.openxmlformats.org/officeDocument/2006/relationships/customXml" Target="../ink/ink18.xml"/><Relationship Id="rId77" Type="http://schemas.openxmlformats.org/officeDocument/2006/relationships/customXml" Target="../ink/ink39.xml"/><Relationship Id="rId100" Type="http://schemas.openxmlformats.org/officeDocument/2006/relationships/image" Target="../media/image51.png"/><Relationship Id="rId282" Type="http://schemas.openxmlformats.org/officeDocument/2006/relationships/image" Target="../media/image142.png"/><Relationship Id="rId338" Type="http://schemas.openxmlformats.org/officeDocument/2006/relationships/image" Target="../media/image170.png"/><Relationship Id="rId503" Type="http://schemas.openxmlformats.org/officeDocument/2006/relationships/customXml" Target="../ink/ink252.xml"/><Relationship Id="rId8" Type="http://schemas.openxmlformats.org/officeDocument/2006/relationships/image" Target="../media/image5.png"/><Relationship Id="rId142" Type="http://schemas.openxmlformats.org/officeDocument/2006/relationships/image" Target="../media/image72.png"/><Relationship Id="rId184" Type="http://schemas.openxmlformats.org/officeDocument/2006/relationships/image" Target="../media/image93.png"/><Relationship Id="rId391" Type="http://schemas.openxmlformats.org/officeDocument/2006/relationships/customXml" Target="../ink/ink196.xml"/><Relationship Id="rId405" Type="http://schemas.openxmlformats.org/officeDocument/2006/relationships/customXml" Target="../ink/ink203.xml"/><Relationship Id="rId447" Type="http://schemas.openxmlformats.org/officeDocument/2006/relationships/customXml" Target="../ink/ink224.xml"/><Relationship Id="rId251" Type="http://schemas.openxmlformats.org/officeDocument/2006/relationships/customXml" Target="../ink/ink126.xml"/><Relationship Id="rId489" Type="http://schemas.openxmlformats.org/officeDocument/2006/relationships/customXml" Target="../ink/ink245.xml"/><Relationship Id="rId46" Type="http://schemas.openxmlformats.org/officeDocument/2006/relationships/image" Target="../media/image24.png"/><Relationship Id="rId293" Type="http://schemas.openxmlformats.org/officeDocument/2006/relationships/customXml" Target="../ink/ink147.xml"/><Relationship Id="rId307" Type="http://schemas.openxmlformats.org/officeDocument/2006/relationships/customXml" Target="../ink/ink154.xml"/><Relationship Id="rId349" Type="http://schemas.openxmlformats.org/officeDocument/2006/relationships/customXml" Target="../ink/ink175.xml"/><Relationship Id="rId514" Type="http://schemas.openxmlformats.org/officeDocument/2006/relationships/image" Target="../media/image258.png"/><Relationship Id="rId88" Type="http://schemas.openxmlformats.org/officeDocument/2006/relationships/image" Target="../media/image45.png"/><Relationship Id="rId111" Type="http://schemas.openxmlformats.org/officeDocument/2006/relationships/customXml" Target="../ink/ink56.xml"/><Relationship Id="rId153" Type="http://schemas.openxmlformats.org/officeDocument/2006/relationships/customXml" Target="../ink/ink77.xml"/><Relationship Id="rId195" Type="http://schemas.openxmlformats.org/officeDocument/2006/relationships/customXml" Target="../ink/ink98.xml"/><Relationship Id="rId209" Type="http://schemas.openxmlformats.org/officeDocument/2006/relationships/customXml" Target="../ink/ink105.xml"/><Relationship Id="rId360" Type="http://schemas.openxmlformats.org/officeDocument/2006/relationships/image" Target="../media/image181.png"/><Relationship Id="rId416" Type="http://schemas.openxmlformats.org/officeDocument/2006/relationships/image" Target="../media/image209.png"/><Relationship Id="rId220" Type="http://schemas.openxmlformats.org/officeDocument/2006/relationships/image" Target="../media/image111.png"/><Relationship Id="rId458" Type="http://schemas.openxmlformats.org/officeDocument/2006/relationships/image" Target="../media/image230.png"/><Relationship Id="rId15" Type="http://schemas.openxmlformats.org/officeDocument/2006/relationships/customXml" Target="../ink/ink8.xml"/><Relationship Id="rId57" Type="http://schemas.openxmlformats.org/officeDocument/2006/relationships/customXml" Target="../ink/ink29.xml"/><Relationship Id="rId262" Type="http://schemas.openxmlformats.org/officeDocument/2006/relationships/image" Target="../media/image132.png"/><Relationship Id="rId318" Type="http://schemas.openxmlformats.org/officeDocument/2006/relationships/image" Target="../media/image160.png"/><Relationship Id="rId525" Type="http://schemas.openxmlformats.org/officeDocument/2006/relationships/customXml" Target="../ink/ink263.xml"/><Relationship Id="rId99" Type="http://schemas.openxmlformats.org/officeDocument/2006/relationships/customXml" Target="../ink/ink50.xml"/><Relationship Id="rId122" Type="http://schemas.openxmlformats.org/officeDocument/2006/relationships/image" Target="../media/image62.png"/><Relationship Id="rId164" Type="http://schemas.openxmlformats.org/officeDocument/2006/relationships/image" Target="../media/image83.png"/><Relationship Id="rId371" Type="http://schemas.openxmlformats.org/officeDocument/2006/relationships/customXml" Target="../ink/ink186.xml"/><Relationship Id="rId427" Type="http://schemas.openxmlformats.org/officeDocument/2006/relationships/customXml" Target="../ink/ink214.xml"/><Relationship Id="rId469" Type="http://schemas.openxmlformats.org/officeDocument/2006/relationships/customXml" Target="../ink/ink235.xml"/><Relationship Id="rId26" Type="http://schemas.openxmlformats.org/officeDocument/2006/relationships/image" Target="../media/image14.png"/><Relationship Id="rId231" Type="http://schemas.openxmlformats.org/officeDocument/2006/relationships/customXml" Target="../ink/ink116.xml"/><Relationship Id="rId273" Type="http://schemas.openxmlformats.org/officeDocument/2006/relationships/customXml" Target="../ink/ink137.xml"/><Relationship Id="rId329" Type="http://schemas.openxmlformats.org/officeDocument/2006/relationships/customXml" Target="../ink/ink165.xml"/><Relationship Id="rId480" Type="http://schemas.openxmlformats.org/officeDocument/2006/relationships/image" Target="../media/image241.png"/><Relationship Id="rId68" Type="http://schemas.openxmlformats.org/officeDocument/2006/relationships/image" Target="../media/image35.png"/><Relationship Id="rId133" Type="http://schemas.openxmlformats.org/officeDocument/2006/relationships/customXml" Target="../ink/ink67.xml"/><Relationship Id="rId175" Type="http://schemas.openxmlformats.org/officeDocument/2006/relationships/customXml" Target="../ink/ink88.xml"/><Relationship Id="rId340" Type="http://schemas.openxmlformats.org/officeDocument/2006/relationships/image" Target="../media/image171.png"/><Relationship Id="rId200" Type="http://schemas.openxmlformats.org/officeDocument/2006/relationships/image" Target="../media/image101.png"/><Relationship Id="rId382" Type="http://schemas.openxmlformats.org/officeDocument/2006/relationships/image" Target="../media/image192.png"/><Relationship Id="rId438" Type="http://schemas.openxmlformats.org/officeDocument/2006/relationships/image" Target="../media/image220.png"/><Relationship Id="rId242" Type="http://schemas.openxmlformats.org/officeDocument/2006/relationships/image" Target="../media/image122.png"/><Relationship Id="rId284" Type="http://schemas.openxmlformats.org/officeDocument/2006/relationships/image" Target="../media/image143.png"/><Relationship Id="rId491" Type="http://schemas.openxmlformats.org/officeDocument/2006/relationships/customXml" Target="../ink/ink246.xml"/><Relationship Id="rId505" Type="http://schemas.openxmlformats.org/officeDocument/2006/relationships/customXml" Target="../ink/ink253.xml"/><Relationship Id="rId37" Type="http://schemas.openxmlformats.org/officeDocument/2006/relationships/customXml" Target="../ink/ink19.xml"/><Relationship Id="rId79" Type="http://schemas.openxmlformats.org/officeDocument/2006/relationships/customXml" Target="../ink/ink40.xml"/><Relationship Id="rId102" Type="http://schemas.openxmlformats.org/officeDocument/2006/relationships/image" Target="../media/image52.png"/><Relationship Id="rId144" Type="http://schemas.openxmlformats.org/officeDocument/2006/relationships/image" Target="../media/image73.png"/><Relationship Id="rId90" Type="http://schemas.openxmlformats.org/officeDocument/2006/relationships/image" Target="../media/image46.png"/><Relationship Id="rId186" Type="http://schemas.openxmlformats.org/officeDocument/2006/relationships/image" Target="../media/image94.png"/><Relationship Id="rId351" Type="http://schemas.openxmlformats.org/officeDocument/2006/relationships/customXml" Target="../ink/ink176.xml"/><Relationship Id="rId393" Type="http://schemas.openxmlformats.org/officeDocument/2006/relationships/customXml" Target="../ink/ink197.xml"/><Relationship Id="rId407" Type="http://schemas.openxmlformats.org/officeDocument/2006/relationships/customXml" Target="../ink/ink204.xml"/><Relationship Id="rId449" Type="http://schemas.openxmlformats.org/officeDocument/2006/relationships/customXml" Target="../ink/ink225.xml"/><Relationship Id="rId211" Type="http://schemas.openxmlformats.org/officeDocument/2006/relationships/customXml" Target="../ink/ink106.xml"/><Relationship Id="rId253" Type="http://schemas.openxmlformats.org/officeDocument/2006/relationships/customXml" Target="../ink/ink127.xml"/><Relationship Id="rId295" Type="http://schemas.openxmlformats.org/officeDocument/2006/relationships/customXml" Target="../ink/ink148.xml"/><Relationship Id="rId309" Type="http://schemas.openxmlformats.org/officeDocument/2006/relationships/customXml" Target="../ink/ink155.xml"/><Relationship Id="rId460" Type="http://schemas.openxmlformats.org/officeDocument/2006/relationships/image" Target="../media/image231.png"/><Relationship Id="rId516" Type="http://schemas.openxmlformats.org/officeDocument/2006/relationships/image" Target="../media/image259.png"/><Relationship Id="rId48" Type="http://schemas.openxmlformats.org/officeDocument/2006/relationships/image" Target="../media/image25.png"/><Relationship Id="rId113" Type="http://schemas.openxmlformats.org/officeDocument/2006/relationships/customXml" Target="../ink/ink57.xml"/><Relationship Id="rId320" Type="http://schemas.openxmlformats.org/officeDocument/2006/relationships/image" Target="../media/image161.png"/><Relationship Id="rId155" Type="http://schemas.openxmlformats.org/officeDocument/2006/relationships/customXml" Target="../ink/ink78.xml"/><Relationship Id="rId197" Type="http://schemas.openxmlformats.org/officeDocument/2006/relationships/customXml" Target="../ink/ink99.xml"/><Relationship Id="rId362" Type="http://schemas.openxmlformats.org/officeDocument/2006/relationships/image" Target="../media/image182.png"/><Relationship Id="rId418" Type="http://schemas.openxmlformats.org/officeDocument/2006/relationships/image" Target="../media/image210.png"/><Relationship Id="rId222" Type="http://schemas.openxmlformats.org/officeDocument/2006/relationships/image" Target="../media/image112.png"/><Relationship Id="rId264" Type="http://schemas.openxmlformats.org/officeDocument/2006/relationships/image" Target="../media/image133.png"/><Relationship Id="rId471" Type="http://schemas.openxmlformats.org/officeDocument/2006/relationships/customXml" Target="../ink/ink236.xml"/><Relationship Id="rId17" Type="http://schemas.openxmlformats.org/officeDocument/2006/relationships/customXml" Target="../ink/ink9.xml"/><Relationship Id="rId59" Type="http://schemas.openxmlformats.org/officeDocument/2006/relationships/customXml" Target="../ink/ink30.xml"/><Relationship Id="rId124" Type="http://schemas.openxmlformats.org/officeDocument/2006/relationships/image" Target="../media/image63.png"/><Relationship Id="rId70" Type="http://schemas.openxmlformats.org/officeDocument/2006/relationships/image" Target="../media/image36.png"/><Relationship Id="rId166" Type="http://schemas.openxmlformats.org/officeDocument/2006/relationships/image" Target="../media/image84.png"/><Relationship Id="rId331" Type="http://schemas.openxmlformats.org/officeDocument/2006/relationships/customXml" Target="../ink/ink166.xml"/><Relationship Id="rId373" Type="http://schemas.openxmlformats.org/officeDocument/2006/relationships/customXml" Target="../ink/ink187.xml"/><Relationship Id="rId429" Type="http://schemas.openxmlformats.org/officeDocument/2006/relationships/customXml" Target="../ink/ink215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17.xml"/><Relationship Id="rId440" Type="http://schemas.openxmlformats.org/officeDocument/2006/relationships/image" Target="../media/image221.png"/><Relationship Id="rId28" Type="http://schemas.openxmlformats.org/officeDocument/2006/relationships/image" Target="../media/image15.png"/><Relationship Id="rId275" Type="http://schemas.openxmlformats.org/officeDocument/2006/relationships/customXml" Target="../ink/ink138.xml"/><Relationship Id="rId300" Type="http://schemas.openxmlformats.org/officeDocument/2006/relationships/image" Target="../media/image151.png"/><Relationship Id="rId482" Type="http://schemas.openxmlformats.org/officeDocument/2006/relationships/image" Target="../media/image242.png"/><Relationship Id="rId81" Type="http://schemas.openxmlformats.org/officeDocument/2006/relationships/customXml" Target="../ink/ink41.xml"/><Relationship Id="rId135" Type="http://schemas.openxmlformats.org/officeDocument/2006/relationships/customXml" Target="../ink/ink68.xml"/><Relationship Id="rId177" Type="http://schemas.openxmlformats.org/officeDocument/2006/relationships/customXml" Target="../ink/ink89.xml"/><Relationship Id="rId342" Type="http://schemas.openxmlformats.org/officeDocument/2006/relationships/image" Target="../media/image172.png"/><Relationship Id="rId384" Type="http://schemas.openxmlformats.org/officeDocument/2006/relationships/image" Target="../media/image193.png"/><Relationship Id="rId202" Type="http://schemas.openxmlformats.org/officeDocument/2006/relationships/image" Target="../media/image102.png"/><Relationship Id="rId244" Type="http://schemas.openxmlformats.org/officeDocument/2006/relationships/image" Target="../media/image123.png"/><Relationship Id="rId39" Type="http://schemas.openxmlformats.org/officeDocument/2006/relationships/customXml" Target="../ink/ink20.xml"/><Relationship Id="rId286" Type="http://schemas.openxmlformats.org/officeDocument/2006/relationships/image" Target="../media/image144.png"/><Relationship Id="rId451" Type="http://schemas.openxmlformats.org/officeDocument/2006/relationships/customXml" Target="../ink/ink226.xml"/><Relationship Id="rId493" Type="http://schemas.openxmlformats.org/officeDocument/2006/relationships/customXml" Target="../ink/ink247.xml"/><Relationship Id="rId507" Type="http://schemas.openxmlformats.org/officeDocument/2006/relationships/customXml" Target="../ink/ink254.xml"/><Relationship Id="rId50" Type="http://schemas.openxmlformats.org/officeDocument/2006/relationships/image" Target="../media/image26.png"/><Relationship Id="rId104" Type="http://schemas.openxmlformats.org/officeDocument/2006/relationships/image" Target="../media/image53.png"/><Relationship Id="rId146" Type="http://schemas.openxmlformats.org/officeDocument/2006/relationships/image" Target="../media/image74.png"/><Relationship Id="rId188" Type="http://schemas.openxmlformats.org/officeDocument/2006/relationships/image" Target="../media/image95.png"/><Relationship Id="rId311" Type="http://schemas.openxmlformats.org/officeDocument/2006/relationships/customXml" Target="../ink/ink156.xml"/><Relationship Id="rId353" Type="http://schemas.openxmlformats.org/officeDocument/2006/relationships/customXml" Target="../ink/ink177.xml"/><Relationship Id="rId395" Type="http://schemas.openxmlformats.org/officeDocument/2006/relationships/customXml" Target="../ink/ink198.xml"/><Relationship Id="rId409" Type="http://schemas.openxmlformats.org/officeDocument/2006/relationships/customXml" Target="../ink/ink205.xml"/><Relationship Id="rId92" Type="http://schemas.openxmlformats.org/officeDocument/2006/relationships/image" Target="../media/image47.png"/><Relationship Id="rId213" Type="http://schemas.openxmlformats.org/officeDocument/2006/relationships/customXml" Target="../ink/ink107.xml"/><Relationship Id="rId420" Type="http://schemas.openxmlformats.org/officeDocument/2006/relationships/image" Target="../media/image211.png"/><Relationship Id="rId255" Type="http://schemas.openxmlformats.org/officeDocument/2006/relationships/customXml" Target="../ink/ink128.xml"/><Relationship Id="rId297" Type="http://schemas.openxmlformats.org/officeDocument/2006/relationships/customXml" Target="../ink/ink149.xml"/><Relationship Id="rId462" Type="http://schemas.openxmlformats.org/officeDocument/2006/relationships/image" Target="../media/image232.png"/><Relationship Id="rId518" Type="http://schemas.openxmlformats.org/officeDocument/2006/relationships/image" Target="../media/image260.png"/><Relationship Id="rId115" Type="http://schemas.openxmlformats.org/officeDocument/2006/relationships/customXml" Target="../ink/ink58.xml"/><Relationship Id="rId157" Type="http://schemas.openxmlformats.org/officeDocument/2006/relationships/customXml" Target="../ink/ink79.xml"/><Relationship Id="rId322" Type="http://schemas.openxmlformats.org/officeDocument/2006/relationships/image" Target="../media/image162.png"/><Relationship Id="rId364" Type="http://schemas.openxmlformats.org/officeDocument/2006/relationships/image" Target="../media/image183.png"/><Relationship Id="rId61" Type="http://schemas.openxmlformats.org/officeDocument/2006/relationships/customXml" Target="../ink/ink31.xml"/><Relationship Id="rId199" Type="http://schemas.openxmlformats.org/officeDocument/2006/relationships/customXml" Target="../ink/ink100.xml"/><Relationship Id="rId19" Type="http://schemas.openxmlformats.org/officeDocument/2006/relationships/customXml" Target="../ink/ink10.xml"/><Relationship Id="rId224" Type="http://schemas.openxmlformats.org/officeDocument/2006/relationships/image" Target="../media/image113.png"/><Relationship Id="rId266" Type="http://schemas.openxmlformats.org/officeDocument/2006/relationships/image" Target="../media/image134.png"/><Relationship Id="rId431" Type="http://schemas.openxmlformats.org/officeDocument/2006/relationships/customXml" Target="../ink/ink216.xml"/><Relationship Id="rId473" Type="http://schemas.openxmlformats.org/officeDocument/2006/relationships/customXml" Target="../ink/ink237.xml"/><Relationship Id="rId30" Type="http://schemas.openxmlformats.org/officeDocument/2006/relationships/image" Target="../media/image16.png"/><Relationship Id="rId126" Type="http://schemas.openxmlformats.org/officeDocument/2006/relationships/image" Target="../media/image64.png"/><Relationship Id="rId168" Type="http://schemas.openxmlformats.org/officeDocument/2006/relationships/image" Target="../media/image85.png"/><Relationship Id="rId333" Type="http://schemas.openxmlformats.org/officeDocument/2006/relationships/customXml" Target="../ink/ink167.xml"/><Relationship Id="rId72" Type="http://schemas.openxmlformats.org/officeDocument/2006/relationships/image" Target="../media/image37.png"/><Relationship Id="rId375" Type="http://schemas.openxmlformats.org/officeDocument/2006/relationships/customXml" Target="../ink/ink188.xml"/><Relationship Id="rId3" Type="http://schemas.openxmlformats.org/officeDocument/2006/relationships/customXml" Target="../ink/ink2.xml"/><Relationship Id="rId235" Type="http://schemas.openxmlformats.org/officeDocument/2006/relationships/customXml" Target="../ink/ink118.xml"/><Relationship Id="rId277" Type="http://schemas.openxmlformats.org/officeDocument/2006/relationships/customXml" Target="../ink/ink139.xml"/><Relationship Id="rId400" Type="http://schemas.openxmlformats.org/officeDocument/2006/relationships/image" Target="../media/image201.png"/><Relationship Id="rId442" Type="http://schemas.openxmlformats.org/officeDocument/2006/relationships/image" Target="../media/image222.png"/><Relationship Id="rId484" Type="http://schemas.openxmlformats.org/officeDocument/2006/relationships/image" Target="../media/image243.png"/><Relationship Id="rId137" Type="http://schemas.openxmlformats.org/officeDocument/2006/relationships/customXml" Target="../ink/ink69.xml"/><Relationship Id="rId302" Type="http://schemas.openxmlformats.org/officeDocument/2006/relationships/image" Target="../media/image152.png"/><Relationship Id="rId344" Type="http://schemas.openxmlformats.org/officeDocument/2006/relationships/image" Target="../media/image173.png"/><Relationship Id="rId41" Type="http://schemas.openxmlformats.org/officeDocument/2006/relationships/customXml" Target="../ink/ink21.xml"/><Relationship Id="rId83" Type="http://schemas.openxmlformats.org/officeDocument/2006/relationships/customXml" Target="../ink/ink42.xml"/><Relationship Id="rId179" Type="http://schemas.openxmlformats.org/officeDocument/2006/relationships/customXml" Target="../ink/ink90.xml"/><Relationship Id="rId386" Type="http://schemas.openxmlformats.org/officeDocument/2006/relationships/image" Target="../media/image194.png"/><Relationship Id="rId190" Type="http://schemas.openxmlformats.org/officeDocument/2006/relationships/image" Target="../media/image96.png"/><Relationship Id="rId204" Type="http://schemas.openxmlformats.org/officeDocument/2006/relationships/image" Target="../media/image103.png"/><Relationship Id="rId246" Type="http://schemas.openxmlformats.org/officeDocument/2006/relationships/image" Target="../media/image124.png"/><Relationship Id="rId288" Type="http://schemas.openxmlformats.org/officeDocument/2006/relationships/image" Target="../media/image145.png"/><Relationship Id="rId411" Type="http://schemas.openxmlformats.org/officeDocument/2006/relationships/customXml" Target="../ink/ink206.xml"/><Relationship Id="rId453" Type="http://schemas.openxmlformats.org/officeDocument/2006/relationships/customXml" Target="../ink/ink227.xml"/><Relationship Id="rId509" Type="http://schemas.openxmlformats.org/officeDocument/2006/relationships/customXml" Target="../ink/ink255.xml"/><Relationship Id="rId106" Type="http://schemas.openxmlformats.org/officeDocument/2006/relationships/image" Target="../media/image54.png"/><Relationship Id="rId313" Type="http://schemas.openxmlformats.org/officeDocument/2006/relationships/customXml" Target="../ink/ink157.xml"/><Relationship Id="rId495" Type="http://schemas.openxmlformats.org/officeDocument/2006/relationships/customXml" Target="../ink/ink248.xml"/><Relationship Id="rId10" Type="http://schemas.openxmlformats.org/officeDocument/2006/relationships/image" Target="../media/image6.png"/><Relationship Id="rId52" Type="http://schemas.openxmlformats.org/officeDocument/2006/relationships/image" Target="../media/image27.png"/><Relationship Id="rId94" Type="http://schemas.openxmlformats.org/officeDocument/2006/relationships/image" Target="../media/image48.png"/><Relationship Id="rId148" Type="http://schemas.openxmlformats.org/officeDocument/2006/relationships/image" Target="../media/image75.png"/><Relationship Id="rId355" Type="http://schemas.openxmlformats.org/officeDocument/2006/relationships/customXml" Target="../ink/ink178.xml"/><Relationship Id="rId397" Type="http://schemas.openxmlformats.org/officeDocument/2006/relationships/customXml" Target="../ink/ink199.xml"/><Relationship Id="rId520" Type="http://schemas.openxmlformats.org/officeDocument/2006/relationships/image" Target="../media/image261.png"/><Relationship Id="rId215" Type="http://schemas.openxmlformats.org/officeDocument/2006/relationships/customXml" Target="../ink/ink108.xml"/><Relationship Id="rId257" Type="http://schemas.openxmlformats.org/officeDocument/2006/relationships/customXml" Target="../ink/ink129.xml"/><Relationship Id="rId422" Type="http://schemas.openxmlformats.org/officeDocument/2006/relationships/image" Target="../media/image212.png"/><Relationship Id="rId464" Type="http://schemas.openxmlformats.org/officeDocument/2006/relationships/image" Target="../media/image233.png"/><Relationship Id="rId299" Type="http://schemas.openxmlformats.org/officeDocument/2006/relationships/customXml" Target="../ink/ink150.xml"/><Relationship Id="rId63" Type="http://schemas.openxmlformats.org/officeDocument/2006/relationships/customXml" Target="../ink/ink32.xml"/><Relationship Id="rId159" Type="http://schemas.openxmlformats.org/officeDocument/2006/relationships/customXml" Target="../ink/ink80.xml"/><Relationship Id="rId366" Type="http://schemas.openxmlformats.org/officeDocument/2006/relationships/image" Target="../media/image184.png"/><Relationship Id="rId226" Type="http://schemas.openxmlformats.org/officeDocument/2006/relationships/image" Target="../media/image114.png"/><Relationship Id="rId433" Type="http://schemas.openxmlformats.org/officeDocument/2006/relationships/customXml" Target="../ink/ink217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21.xml"/><Relationship Id="rId299" Type="http://schemas.openxmlformats.org/officeDocument/2006/relationships/image" Target="../media/image408.png"/><Relationship Id="rId21" Type="http://schemas.openxmlformats.org/officeDocument/2006/relationships/customXml" Target="../ink/ink273.xml"/><Relationship Id="rId63" Type="http://schemas.openxmlformats.org/officeDocument/2006/relationships/customXml" Target="../ink/ink294.xml"/><Relationship Id="rId159" Type="http://schemas.openxmlformats.org/officeDocument/2006/relationships/customXml" Target="../ink/ink342.xml"/><Relationship Id="rId170" Type="http://schemas.openxmlformats.org/officeDocument/2006/relationships/image" Target="../media/image347.png"/><Relationship Id="rId226" Type="http://schemas.openxmlformats.org/officeDocument/2006/relationships/image" Target="../media/image373.png"/><Relationship Id="rId268" Type="http://schemas.openxmlformats.org/officeDocument/2006/relationships/image" Target="../media/image394.png"/><Relationship Id="rId32" Type="http://schemas.openxmlformats.org/officeDocument/2006/relationships/image" Target="../media/image279.png"/><Relationship Id="rId74" Type="http://schemas.openxmlformats.org/officeDocument/2006/relationships/image" Target="../media/image300.png"/><Relationship Id="rId128" Type="http://schemas.openxmlformats.org/officeDocument/2006/relationships/image" Target="../media/image327.png"/><Relationship Id="rId5" Type="http://schemas.openxmlformats.org/officeDocument/2006/relationships/customXml" Target="../ink/ink265.xml"/><Relationship Id="rId181" Type="http://schemas.openxmlformats.org/officeDocument/2006/relationships/customXml" Target="../ink/ink353.xml"/><Relationship Id="rId237" Type="http://schemas.openxmlformats.org/officeDocument/2006/relationships/customXml" Target="../ink/ink381.xml"/><Relationship Id="rId279" Type="http://schemas.openxmlformats.org/officeDocument/2006/relationships/customXml" Target="../ink/ink402.xml"/><Relationship Id="rId43" Type="http://schemas.openxmlformats.org/officeDocument/2006/relationships/customXml" Target="../ink/ink284.xml"/><Relationship Id="rId139" Type="http://schemas.openxmlformats.org/officeDocument/2006/relationships/customXml" Target="../ink/ink332.xml"/><Relationship Id="rId290" Type="http://schemas.openxmlformats.org/officeDocument/2006/relationships/customXml" Target="../ink/ink408.xml"/><Relationship Id="rId304" Type="http://schemas.openxmlformats.org/officeDocument/2006/relationships/customXml" Target="../ink/ink415.xml"/><Relationship Id="rId85" Type="http://schemas.openxmlformats.org/officeDocument/2006/relationships/customXml" Target="../ink/ink305.xml"/><Relationship Id="rId150" Type="http://schemas.openxmlformats.org/officeDocument/2006/relationships/image" Target="../media/image337.png"/><Relationship Id="rId192" Type="http://schemas.openxmlformats.org/officeDocument/2006/relationships/image" Target="../media/image358.png"/><Relationship Id="rId206" Type="http://schemas.openxmlformats.org/officeDocument/2006/relationships/image" Target="../media/image363.png"/><Relationship Id="rId248" Type="http://schemas.openxmlformats.org/officeDocument/2006/relationships/image" Target="../media/image384.png"/><Relationship Id="rId12" Type="http://schemas.openxmlformats.org/officeDocument/2006/relationships/image" Target="../media/image270.png"/><Relationship Id="rId108" Type="http://schemas.openxmlformats.org/officeDocument/2006/relationships/image" Target="../media/image317.png"/><Relationship Id="rId315" Type="http://schemas.openxmlformats.org/officeDocument/2006/relationships/image" Target="../media/image416.png"/><Relationship Id="rId54" Type="http://schemas.openxmlformats.org/officeDocument/2006/relationships/image" Target="../media/image290.png"/><Relationship Id="rId96" Type="http://schemas.openxmlformats.org/officeDocument/2006/relationships/image" Target="../media/image311.png"/><Relationship Id="rId161" Type="http://schemas.openxmlformats.org/officeDocument/2006/relationships/customXml" Target="../ink/ink343.xml"/><Relationship Id="rId217" Type="http://schemas.openxmlformats.org/officeDocument/2006/relationships/customXml" Target="../ink/ink371.xml"/><Relationship Id="rId259" Type="http://schemas.openxmlformats.org/officeDocument/2006/relationships/customXml" Target="../ink/ink392.xml"/><Relationship Id="rId23" Type="http://schemas.openxmlformats.org/officeDocument/2006/relationships/customXml" Target="../ink/ink274.xml"/><Relationship Id="rId119" Type="http://schemas.openxmlformats.org/officeDocument/2006/relationships/customXml" Target="../ink/ink322.xml"/><Relationship Id="rId270" Type="http://schemas.openxmlformats.org/officeDocument/2006/relationships/image" Target="../media/image395.png"/><Relationship Id="rId65" Type="http://schemas.openxmlformats.org/officeDocument/2006/relationships/customXml" Target="../ink/ink295.xml"/><Relationship Id="rId130" Type="http://schemas.openxmlformats.org/officeDocument/2006/relationships/image" Target="../media/image328.png"/><Relationship Id="rId172" Type="http://schemas.openxmlformats.org/officeDocument/2006/relationships/image" Target="../media/image348.png"/><Relationship Id="rId228" Type="http://schemas.openxmlformats.org/officeDocument/2006/relationships/image" Target="../media/image374.png"/><Relationship Id="rId13" Type="http://schemas.openxmlformats.org/officeDocument/2006/relationships/customXml" Target="../ink/ink269.xml"/><Relationship Id="rId109" Type="http://schemas.openxmlformats.org/officeDocument/2006/relationships/customXml" Target="../ink/ink317.xml"/><Relationship Id="rId260" Type="http://schemas.openxmlformats.org/officeDocument/2006/relationships/image" Target="../media/image390.png"/><Relationship Id="rId281" Type="http://schemas.openxmlformats.org/officeDocument/2006/relationships/customXml" Target="../ink/ink403.xml"/><Relationship Id="rId316" Type="http://schemas.openxmlformats.org/officeDocument/2006/relationships/customXml" Target="../ink/ink421.xml"/><Relationship Id="rId34" Type="http://schemas.openxmlformats.org/officeDocument/2006/relationships/image" Target="../media/image280.png"/><Relationship Id="rId55" Type="http://schemas.openxmlformats.org/officeDocument/2006/relationships/customXml" Target="../ink/ink290.xml"/><Relationship Id="rId76" Type="http://schemas.openxmlformats.org/officeDocument/2006/relationships/image" Target="../media/image301.png"/><Relationship Id="rId97" Type="http://schemas.openxmlformats.org/officeDocument/2006/relationships/customXml" Target="../ink/ink311.xml"/><Relationship Id="rId120" Type="http://schemas.openxmlformats.org/officeDocument/2006/relationships/image" Target="../media/image323.png"/><Relationship Id="rId141" Type="http://schemas.openxmlformats.org/officeDocument/2006/relationships/customXml" Target="../ink/ink333.xml"/><Relationship Id="rId7" Type="http://schemas.openxmlformats.org/officeDocument/2006/relationships/customXml" Target="../ink/ink266.xml"/><Relationship Id="rId162" Type="http://schemas.openxmlformats.org/officeDocument/2006/relationships/image" Target="../media/image343.png"/><Relationship Id="rId183" Type="http://schemas.openxmlformats.org/officeDocument/2006/relationships/customXml" Target="../ink/ink354.xml"/><Relationship Id="rId218" Type="http://schemas.openxmlformats.org/officeDocument/2006/relationships/image" Target="../media/image369.png"/><Relationship Id="rId239" Type="http://schemas.openxmlformats.org/officeDocument/2006/relationships/customXml" Target="../ink/ink382.xml"/><Relationship Id="rId250" Type="http://schemas.openxmlformats.org/officeDocument/2006/relationships/image" Target="../media/image385.png"/><Relationship Id="rId271" Type="http://schemas.openxmlformats.org/officeDocument/2006/relationships/customXml" Target="../ink/ink398.xml"/><Relationship Id="rId292" Type="http://schemas.openxmlformats.org/officeDocument/2006/relationships/customXml" Target="../ink/ink409.xml"/><Relationship Id="rId306" Type="http://schemas.openxmlformats.org/officeDocument/2006/relationships/customXml" Target="../ink/ink416.xml"/><Relationship Id="rId24" Type="http://schemas.openxmlformats.org/officeDocument/2006/relationships/image" Target="../media/image275.png"/><Relationship Id="rId45" Type="http://schemas.openxmlformats.org/officeDocument/2006/relationships/customXml" Target="../ink/ink285.xml"/><Relationship Id="rId66" Type="http://schemas.openxmlformats.org/officeDocument/2006/relationships/image" Target="../media/image296.png"/><Relationship Id="rId87" Type="http://schemas.openxmlformats.org/officeDocument/2006/relationships/customXml" Target="../ink/ink306.xml"/><Relationship Id="rId110" Type="http://schemas.openxmlformats.org/officeDocument/2006/relationships/image" Target="../media/image318.png"/><Relationship Id="rId131" Type="http://schemas.openxmlformats.org/officeDocument/2006/relationships/customXml" Target="../ink/ink328.xml"/><Relationship Id="rId152" Type="http://schemas.openxmlformats.org/officeDocument/2006/relationships/image" Target="../media/image338.png"/><Relationship Id="rId173" Type="http://schemas.openxmlformats.org/officeDocument/2006/relationships/customXml" Target="../ink/ink349.xml"/><Relationship Id="rId194" Type="http://schemas.openxmlformats.org/officeDocument/2006/relationships/image" Target="../media/image359.png"/><Relationship Id="rId208" Type="http://schemas.openxmlformats.org/officeDocument/2006/relationships/image" Target="../media/image364.png"/><Relationship Id="rId229" Type="http://schemas.openxmlformats.org/officeDocument/2006/relationships/customXml" Target="../ink/ink377.xml"/><Relationship Id="rId240" Type="http://schemas.openxmlformats.org/officeDocument/2006/relationships/image" Target="../media/image380.png"/><Relationship Id="rId261" Type="http://schemas.openxmlformats.org/officeDocument/2006/relationships/customXml" Target="../ink/ink393.xml"/><Relationship Id="rId14" Type="http://schemas.openxmlformats.org/officeDocument/2006/relationships/image" Target="../media/image271.png"/><Relationship Id="rId35" Type="http://schemas.openxmlformats.org/officeDocument/2006/relationships/customXml" Target="../ink/ink280.xml"/><Relationship Id="rId56" Type="http://schemas.openxmlformats.org/officeDocument/2006/relationships/image" Target="../media/image291.png"/><Relationship Id="rId77" Type="http://schemas.openxmlformats.org/officeDocument/2006/relationships/customXml" Target="../ink/ink301.xml"/><Relationship Id="rId100" Type="http://schemas.openxmlformats.org/officeDocument/2006/relationships/image" Target="../media/image313.png"/><Relationship Id="rId282" Type="http://schemas.openxmlformats.org/officeDocument/2006/relationships/image" Target="../media/image217.png"/><Relationship Id="rId317" Type="http://schemas.openxmlformats.org/officeDocument/2006/relationships/image" Target="../media/image417.png"/><Relationship Id="rId8" Type="http://schemas.openxmlformats.org/officeDocument/2006/relationships/image" Target="../media/image268.png"/><Relationship Id="rId98" Type="http://schemas.openxmlformats.org/officeDocument/2006/relationships/image" Target="../media/image312.png"/><Relationship Id="rId121" Type="http://schemas.openxmlformats.org/officeDocument/2006/relationships/customXml" Target="../ink/ink323.xml"/><Relationship Id="rId142" Type="http://schemas.openxmlformats.org/officeDocument/2006/relationships/image" Target="../media/image334.png"/><Relationship Id="rId163" Type="http://schemas.openxmlformats.org/officeDocument/2006/relationships/customXml" Target="../ink/ink344.xml"/><Relationship Id="rId184" Type="http://schemas.openxmlformats.org/officeDocument/2006/relationships/image" Target="../media/image354.png"/><Relationship Id="rId219" Type="http://schemas.openxmlformats.org/officeDocument/2006/relationships/customXml" Target="../ink/ink372.xml"/><Relationship Id="rId230" Type="http://schemas.openxmlformats.org/officeDocument/2006/relationships/image" Target="../media/image375.png"/><Relationship Id="rId251" Type="http://schemas.openxmlformats.org/officeDocument/2006/relationships/customXml" Target="../ink/ink388.xml"/><Relationship Id="rId25" Type="http://schemas.openxmlformats.org/officeDocument/2006/relationships/customXml" Target="../ink/ink275.xml"/><Relationship Id="rId46" Type="http://schemas.openxmlformats.org/officeDocument/2006/relationships/image" Target="../media/image286.png"/><Relationship Id="rId67" Type="http://schemas.openxmlformats.org/officeDocument/2006/relationships/customXml" Target="../ink/ink296.xml"/><Relationship Id="rId272" Type="http://schemas.openxmlformats.org/officeDocument/2006/relationships/image" Target="../media/image396.png"/><Relationship Id="rId293" Type="http://schemas.openxmlformats.org/officeDocument/2006/relationships/image" Target="../media/image405.png"/><Relationship Id="rId307" Type="http://schemas.openxmlformats.org/officeDocument/2006/relationships/image" Target="../media/image412.png"/><Relationship Id="rId88" Type="http://schemas.openxmlformats.org/officeDocument/2006/relationships/image" Target="../media/image307.png"/><Relationship Id="rId111" Type="http://schemas.openxmlformats.org/officeDocument/2006/relationships/customXml" Target="../ink/ink318.xml"/><Relationship Id="rId132" Type="http://schemas.openxmlformats.org/officeDocument/2006/relationships/image" Target="../media/image329.png"/><Relationship Id="rId153" Type="http://schemas.openxmlformats.org/officeDocument/2006/relationships/customXml" Target="../ink/ink339.xml"/><Relationship Id="rId174" Type="http://schemas.openxmlformats.org/officeDocument/2006/relationships/image" Target="../media/image349.png"/><Relationship Id="rId195" Type="http://schemas.openxmlformats.org/officeDocument/2006/relationships/customXml" Target="../ink/ink360.xml"/><Relationship Id="rId209" Type="http://schemas.openxmlformats.org/officeDocument/2006/relationships/customXml" Target="../ink/ink367.xml"/><Relationship Id="rId220" Type="http://schemas.openxmlformats.org/officeDocument/2006/relationships/image" Target="../media/image370.png"/><Relationship Id="rId241" Type="http://schemas.openxmlformats.org/officeDocument/2006/relationships/customXml" Target="../ink/ink383.xml"/><Relationship Id="rId15" Type="http://schemas.openxmlformats.org/officeDocument/2006/relationships/customXml" Target="../ink/ink270.xml"/><Relationship Id="rId36" Type="http://schemas.openxmlformats.org/officeDocument/2006/relationships/image" Target="../media/image281.png"/><Relationship Id="rId57" Type="http://schemas.openxmlformats.org/officeDocument/2006/relationships/customXml" Target="../ink/ink291.xml"/><Relationship Id="rId262" Type="http://schemas.openxmlformats.org/officeDocument/2006/relationships/image" Target="../media/image391.png"/><Relationship Id="rId283" Type="http://schemas.openxmlformats.org/officeDocument/2006/relationships/customXml" Target="../ink/ink404.xml"/><Relationship Id="rId318" Type="http://schemas.openxmlformats.org/officeDocument/2006/relationships/customXml" Target="../ink/ink422.xml"/><Relationship Id="rId78" Type="http://schemas.openxmlformats.org/officeDocument/2006/relationships/image" Target="../media/image302.png"/><Relationship Id="rId99" Type="http://schemas.openxmlformats.org/officeDocument/2006/relationships/customXml" Target="../ink/ink312.xml"/><Relationship Id="rId101" Type="http://schemas.openxmlformats.org/officeDocument/2006/relationships/customXml" Target="../ink/ink313.xml"/><Relationship Id="rId122" Type="http://schemas.openxmlformats.org/officeDocument/2006/relationships/image" Target="../media/image324.png"/><Relationship Id="rId143" Type="http://schemas.openxmlformats.org/officeDocument/2006/relationships/customXml" Target="../ink/ink334.xml"/><Relationship Id="rId164" Type="http://schemas.openxmlformats.org/officeDocument/2006/relationships/image" Target="../media/image344.png"/><Relationship Id="rId185" Type="http://schemas.openxmlformats.org/officeDocument/2006/relationships/customXml" Target="../ink/ink355.xml"/><Relationship Id="rId9" Type="http://schemas.openxmlformats.org/officeDocument/2006/relationships/customXml" Target="../ink/ink267.xml"/><Relationship Id="rId210" Type="http://schemas.openxmlformats.org/officeDocument/2006/relationships/image" Target="../media/image365.png"/><Relationship Id="rId26" Type="http://schemas.openxmlformats.org/officeDocument/2006/relationships/image" Target="../media/image276.png"/><Relationship Id="rId231" Type="http://schemas.openxmlformats.org/officeDocument/2006/relationships/customXml" Target="../ink/ink378.xml"/><Relationship Id="rId252" Type="http://schemas.openxmlformats.org/officeDocument/2006/relationships/image" Target="../media/image386.png"/><Relationship Id="rId273" Type="http://schemas.openxmlformats.org/officeDocument/2006/relationships/customXml" Target="../ink/ink399.xml"/><Relationship Id="rId294" Type="http://schemas.openxmlformats.org/officeDocument/2006/relationships/customXml" Target="../ink/ink410.xml"/><Relationship Id="rId308" Type="http://schemas.openxmlformats.org/officeDocument/2006/relationships/customXml" Target="../ink/ink417.xml"/><Relationship Id="rId47" Type="http://schemas.openxmlformats.org/officeDocument/2006/relationships/customXml" Target="../ink/ink286.xml"/><Relationship Id="rId68" Type="http://schemas.openxmlformats.org/officeDocument/2006/relationships/image" Target="../media/image297.png"/><Relationship Id="rId89" Type="http://schemas.openxmlformats.org/officeDocument/2006/relationships/customXml" Target="../ink/ink307.xml"/><Relationship Id="rId112" Type="http://schemas.openxmlformats.org/officeDocument/2006/relationships/image" Target="../media/image319.png"/><Relationship Id="rId133" Type="http://schemas.openxmlformats.org/officeDocument/2006/relationships/customXml" Target="../ink/ink329.xml"/><Relationship Id="rId154" Type="http://schemas.openxmlformats.org/officeDocument/2006/relationships/image" Target="../media/image339.png"/><Relationship Id="rId175" Type="http://schemas.openxmlformats.org/officeDocument/2006/relationships/customXml" Target="../ink/ink350.xml"/><Relationship Id="rId196" Type="http://schemas.openxmlformats.org/officeDocument/2006/relationships/image" Target="../media/image360.png"/><Relationship Id="rId200" Type="http://schemas.openxmlformats.org/officeDocument/2006/relationships/image" Target="../media/image4.png"/><Relationship Id="rId16" Type="http://schemas.openxmlformats.org/officeDocument/2006/relationships/image" Target="../media/image272.png"/><Relationship Id="rId221" Type="http://schemas.openxmlformats.org/officeDocument/2006/relationships/customXml" Target="../ink/ink373.xml"/><Relationship Id="rId242" Type="http://schemas.openxmlformats.org/officeDocument/2006/relationships/image" Target="../media/image381.png"/><Relationship Id="rId263" Type="http://schemas.openxmlformats.org/officeDocument/2006/relationships/customXml" Target="../ink/ink394.xml"/><Relationship Id="rId284" Type="http://schemas.openxmlformats.org/officeDocument/2006/relationships/image" Target="../media/image401.png"/><Relationship Id="rId319" Type="http://schemas.openxmlformats.org/officeDocument/2006/relationships/image" Target="../media/image418.png"/><Relationship Id="rId37" Type="http://schemas.openxmlformats.org/officeDocument/2006/relationships/customXml" Target="../ink/ink281.xml"/><Relationship Id="rId58" Type="http://schemas.openxmlformats.org/officeDocument/2006/relationships/image" Target="../media/image292.png"/><Relationship Id="rId79" Type="http://schemas.openxmlformats.org/officeDocument/2006/relationships/customXml" Target="../ink/ink302.xml"/><Relationship Id="rId102" Type="http://schemas.openxmlformats.org/officeDocument/2006/relationships/image" Target="../media/image314.png"/><Relationship Id="rId123" Type="http://schemas.openxmlformats.org/officeDocument/2006/relationships/customXml" Target="../ink/ink324.xml"/><Relationship Id="rId144" Type="http://schemas.openxmlformats.org/officeDocument/2006/relationships/image" Target="../media/image154.png"/><Relationship Id="rId90" Type="http://schemas.openxmlformats.org/officeDocument/2006/relationships/image" Target="../media/image308.png"/><Relationship Id="rId165" Type="http://schemas.openxmlformats.org/officeDocument/2006/relationships/customXml" Target="../ink/ink345.xml"/><Relationship Id="rId186" Type="http://schemas.openxmlformats.org/officeDocument/2006/relationships/image" Target="../media/image355.png"/><Relationship Id="rId211" Type="http://schemas.openxmlformats.org/officeDocument/2006/relationships/customXml" Target="../ink/ink368.xml"/><Relationship Id="rId232" Type="http://schemas.openxmlformats.org/officeDocument/2006/relationships/image" Target="../media/image376.png"/><Relationship Id="rId253" Type="http://schemas.openxmlformats.org/officeDocument/2006/relationships/customXml" Target="../ink/ink389.xml"/><Relationship Id="rId274" Type="http://schemas.openxmlformats.org/officeDocument/2006/relationships/image" Target="../media/image397.png"/><Relationship Id="rId295" Type="http://schemas.openxmlformats.org/officeDocument/2006/relationships/image" Target="../media/image406.png"/><Relationship Id="rId309" Type="http://schemas.openxmlformats.org/officeDocument/2006/relationships/image" Target="../media/image413.png"/><Relationship Id="rId27" Type="http://schemas.openxmlformats.org/officeDocument/2006/relationships/customXml" Target="../ink/ink276.xml"/><Relationship Id="rId48" Type="http://schemas.openxmlformats.org/officeDocument/2006/relationships/image" Target="../media/image287.png"/><Relationship Id="rId69" Type="http://schemas.openxmlformats.org/officeDocument/2006/relationships/customXml" Target="../ink/ink297.xml"/><Relationship Id="rId113" Type="http://schemas.openxmlformats.org/officeDocument/2006/relationships/customXml" Target="../ink/ink319.xml"/><Relationship Id="rId134" Type="http://schemas.openxmlformats.org/officeDocument/2006/relationships/image" Target="../media/image330.png"/><Relationship Id="rId80" Type="http://schemas.openxmlformats.org/officeDocument/2006/relationships/image" Target="../media/image303.png"/><Relationship Id="rId155" Type="http://schemas.openxmlformats.org/officeDocument/2006/relationships/customXml" Target="../ink/ink340.xml"/><Relationship Id="rId176" Type="http://schemas.openxmlformats.org/officeDocument/2006/relationships/image" Target="../media/image350.png"/><Relationship Id="rId197" Type="http://schemas.openxmlformats.org/officeDocument/2006/relationships/customXml" Target="../ink/ink361.xml"/><Relationship Id="rId201" Type="http://schemas.openxmlformats.org/officeDocument/2006/relationships/customXml" Target="../ink/ink363.xml"/><Relationship Id="rId222" Type="http://schemas.openxmlformats.org/officeDocument/2006/relationships/image" Target="../media/image371.png"/><Relationship Id="rId243" Type="http://schemas.openxmlformats.org/officeDocument/2006/relationships/customXml" Target="../ink/ink384.xml"/><Relationship Id="rId264" Type="http://schemas.openxmlformats.org/officeDocument/2006/relationships/image" Target="../media/image392.png"/><Relationship Id="rId285" Type="http://schemas.openxmlformats.org/officeDocument/2006/relationships/customXml" Target="../ink/ink405.xml"/><Relationship Id="rId17" Type="http://schemas.openxmlformats.org/officeDocument/2006/relationships/customXml" Target="../ink/ink271.xml"/><Relationship Id="rId38" Type="http://schemas.openxmlformats.org/officeDocument/2006/relationships/image" Target="../media/image282.png"/><Relationship Id="rId59" Type="http://schemas.openxmlformats.org/officeDocument/2006/relationships/customXml" Target="../ink/ink292.xml"/><Relationship Id="rId103" Type="http://schemas.openxmlformats.org/officeDocument/2006/relationships/customXml" Target="../ink/ink314.xml"/><Relationship Id="rId124" Type="http://schemas.openxmlformats.org/officeDocument/2006/relationships/image" Target="../media/image325.png"/><Relationship Id="rId310" Type="http://schemas.openxmlformats.org/officeDocument/2006/relationships/customXml" Target="../ink/ink418.xml"/><Relationship Id="rId70" Type="http://schemas.openxmlformats.org/officeDocument/2006/relationships/image" Target="../media/image298.png"/><Relationship Id="rId91" Type="http://schemas.openxmlformats.org/officeDocument/2006/relationships/customXml" Target="../ink/ink308.xml"/><Relationship Id="rId145" Type="http://schemas.openxmlformats.org/officeDocument/2006/relationships/customXml" Target="../ink/ink335.xml"/><Relationship Id="rId166" Type="http://schemas.openxmlformats.org/officeDocument/2006/relationships/image" Target="../media/image345.png"/><Relationship Id="rId187" Type="http://schemas.openxmlformats.org/officeDocument/2006/relationships/customXml" Target="../ink/ink356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366.png"/><Relationship Id="rId233" Type="http://schemas.openxmlformats.org/officeDocument/2006/relationships/customXml" Target="../ink/ink379.xml"/><Relationship Id="rId254" Type="http://schemas.openxmlformats.org/officeDocument/2006/relationships/image" Target="../media/image387.png"/><Relationship Id="rId28" Type="http://schemas.openxmlformats.org/officeDocument/2006/relationships/image" Target="../media/image277.png"/><Relationship Id="rId49" Type="http://schemas.openxmlformats.org/officeDocument/2006/relationships/customXml" Target="../ink/ink287.xml"/><Relationship Id="rId114" Type="http://schemas.openxmlformats.org/officeDocument/2006/relationships/image" Target="../media/image320.png"/><Relationship Id="rId275" Type="http://schemas.openxmlformats.org/officeDocument/2006/relationships/customXml" Target="../ink/ink400.xml"/><Relationship Id="rId296" Type="http://schemas.openxmlformats.org/officeDocument/2006/relationships/customXml" Target="../ink/ink411.xml"/><Relationship Id="rId300" Type="http://schemas.openxmlformats.org/officeDocument/2006/relationships/customXml" Target="../ink/ink413.xml"/><Relationship Id="rId60" Type="http://schemas.openxmlformats.org/officeDocument/2006/relationships/image" Target="../media/image293.png"/><Relationship Id="rId81" Type="http://schemas.openxmlformats.org/officeDocument/2006/relationships/customXml" Target="../ink/ink303.xml"/><Relationship Id="rId135" Type="http://schemas.openxmlformats.org/officeDocument/2006/relationships/customXml" Target="../ink/ink330.xml"/><Relationship Id="rId156" Type="http://schemas.openxmlformats.org/officeDocument/2006/relationships/image" Target="../media/image340.png"/><Relationship Id="rId177" Type="http://schemas.openxmlformats.org/officeDocument/2006/relationships/customXml" Target="../ink/ink351.xml"/><Relationship Id="rId198" Type="http://schemas.openxmlformats.org/officeDocument/2006/relationships/image" Target="../media/image361.png"/><Relationship Id="rId202" Type="http://schemas.openxmlformats.org/officeDocument/2006/relationships/image" Target="../media/image204.png"/><Relationship Id="rId223" Type="http://schemas.openxmlformats.org/officeDocument/2006/relationships/customXml" Target="../ink/ink374.xml"/><Relationship Id="rId244" Type="http://schemas.openxmlformats.org/officeDocument/2006/relationships/image" Target="../media/image382.png"/><Relationship Id="rId18" Type="http://schemas.openxmlformats.org/officeDocument/2006/relationships/image" Target="../media/image57.png"/><Relationship Id="rId39" Type="http://schemas.openxmlformats.org/officeDocument/2006/relationships/customXml" Target="../ink/ink282.xml"/><Relationship Id="rId265" Type="http://schemas.openxmlformats.org/officeDocument/2006/relationships/customXml" Target="../ink/ink395.xml"/><Relationship Id="rId286" Type="http://schemas.openxmlformats.org/officeDocument/2006/relationships/image" Target="../media/image402.png"/><Relationship Id="rId50" Type="http://schemas.openxmlformats.org/officeDocument/2006/relationships/image" Target="../media/image288.png"/><Relationship Id="rId104" Type="http://schemas.openxmlformats.org/officeDocument/2006/relationships/image" Target="../media/image315.png"/><Relationship Id="rId125" Type="http://schemas.openxmlformats.org/officeDocument/2006/relationships/customXml" Target="../ink/ink325.xml"/><Relationship Id="rId146" Type="http://schemas.openxmlformats.org/officeDocument/2006/relationships/image" Target="../media/image335.png"/><Relationship Id="rId167" Type="http://schemas.openxmlformats.org/officeDocument/2006/relationships/customXml" Target="../ink/ink346.xml"/><Relationship Id="rId188" Type="http://schemas.openxmlformats.org/officeDocument/2006/relationships/image" Target="../media/image356.png"/><Relationship Id="rId311" Type="http://schemas.openxmlformats.org/officeDocument/2006/relationships/image" Target="../media/image414.png"/><Relationship Id="rId71" Type="http://schemas.openxmlformats.org/officeDocument/2006/relationships/customXml" Target="../ink/ink298.xml"/><Relationship Id="rId92" Type="http://schemas.openxmlformats.org/officeDocument/2006/relationships/image" Target="../media/image309.png"/><Relationship Id="rId213" Type="http://schemas.openxmlformats.org/officeDocument/2006/relationships/customXml" Target="../ink/ink369.xml"/><Relationship Id="rId234" Type="http://schemas.openxmlformats.org/officeDocument/2006/relationships/image" Target="../media/image377.png"/><Relationship Id="rId2" Type="http://schemas.openxmlformats.org/officeDocument/2006/relationships/image" Target="../media/image265.png"/><Relationship Id="rId29" Type="http://schemas.openxmlformats.org/officeDocument/2006/relationships/customXml" Target="../ink/ink277.xml"/><Relationship Id="rId255" Type="http://schemas.openxmlformats.org/officeDocument/2006/relationships/customXml" Target="../ink/ink390.xml"/><Relationship Id="rId276" Type="http://schemas.openxmlformats.org/officeDocument/2006/relationships/image" Target="../media/image398.png"/><Relationship Id="rId297" Type="http://schemas.openxmlformats.org/officeDocument/2006/relationships/image" Target="../media/image407.png"/><Relationship Id="rId40" Type="http://schemas.openxmlformats.org/officeDocument/2006/relationships/image" Target="../media/image283.png"/><Relationship Id="rId115" Type="http://schemas.openxmlformats.org/officeDocument/2006/relationships/customXml" Target="../ink/ink320.xml"/><Relationship Id="rId136" Type="http://schemas.openxmlformats.org/officeDocument/2006/relationships/image" Target="../media/image331.png"/><Relationship Id="rId157" Type="http://schemas.openxmlformats.org/officeDocument/2006/relationships/customXml" Target="../ink/ink341.xml"/><Relationship Id="rId178" Type="http://schemas.openxmlformats.org/officeDocument/2006/relationships/image" Target="../media/image351.png"/><Relationship Id="rId301" Type="http://schemas.openxmlformats.org/officeDocument/2006/relationships/image" Target="../media/image409.png"/><Relationship Id="rId61" Type="http://schemas.openxmlformats.org/officeDocument/2006/relationships/customXml" Target="../ink/ink293.xml"/><Relationship Id="rId82" Type="http://schemas.openxmlformats.org/officeDocument/2006/relationships/image" Target="../media/image304.png"/><Relationship Id="rId199" Type="http://schemas.openxmlformats.org/officeDocument/2006/relationships/customXml" Target="../ink/ink362.xml"/><Relationship Id="rId203" Type="http://schemas.openxmlformats.org/officeDocument/2006/relationships/customXml" Target="../ink/ink364.xml"/><Relationship Id="rId19" Type="http://schemas.openxmlformats.org/officeDocument/2006/relationships/customXml" Target="../ink/ink272.xml"/><Relationship Id="rId224" Type="http://schemas.openxmlformats.org/officeDocument/2006/relationships/image" Target="../media/image372.png"/><Relationship Id="rId245" Type="http://schemas.openxmlformats.org/officeDocument/2006/relationships/customXml" Target="../ink/ink385.xml"/><Relationship Id="rId266" Type="http://schemas.openxmlformats.org/officeDocument/2006/relationships/image" Target="../media/image393.png"/><Relationship Id="rId287" Type="http://schemas.openxmlformats.org/officeDocument/2006/relationships/customXml" Target="../ink/ink406.xml"/><Relationship Id="rId30" Type="http://schemas.openxmlformats.org/officeDocument/2006/relationships/image" Target="../media/image278.png"/><Relationship Id="rId105" Type="http://schemas.openxmlformats.org/officeDocument/2006/relationships/customXml" Target="../ink/ink315.xml"/><Relationship Id="rId126" Type="http://schemas.openxmlformats.org/officeDocument/2006/relationships/image" Target="../media/image326.png"/><Relationship Id="rId147" Type="http://schemas.openxmlformats.org/officeDocument/2006/relationships/customXml" Target="../ink/ink336.xml"/><Relationship Id="rId168" Type="http://schemas.openxmlformats.org/officeDocument/2006/relationships/image" Target="../media/image346.png"/><Relationship Id="rId312" Type="http://schemas.openxmlformats.org/officeDocument/2006/relationships/customXml" Target="../ink/ink419.xml"/><Relationship Id="rId51" Type="http://schemas.openxmlformats.org/officeDocument/2006/relationships/customXml" Target="../ink/ink288.xml"/><Relationship Id="rId72" Type="http://schemas.openxmlformats.org/officeDocument/2006/relationships/image" Target="../media/image299.png"/><Relationship Id="rId93" Type="http://schemas.openxmlformats.org/officeDocument/2006/relationships/customXml" Target="../ink/ink309.xml"/><Relationship Id="rId189" Type="http://schemas.openxmlformats.org/officeDocument/2006/relationships/customXml" Target="../ink/ink357.xml"/><Relationship Id="rId3" Type="http://schemas.openxmlformats.org/officeDocument/2006/relationships/customXml" Target="../ink/ink264.xml"/><Relationship Id="rId214" Type="http://schemas.openxmlformats.org/officeDocument/2006/relationships/image" Target="../media/image367.png"/><Relationship Id="rId235" Type="http://schemas.openxmlformats.org/officeDocument/2006/relationships/customXml" Target="../ink/ink380.xml"/><Relationship Id="rId256" Type="http://schemas.openxmlformats.org/officeDocument/2006/relationships/image" Target="../media/image388.png"/><Relationship Id="rId277" Type="http://schemas.openxmlformats.org/officeDocument/2006/relationships/customXml" Target="../ink/ink401.xml"/><Relationship Id="rId298" Type="http://schemas.openxmlformats.org/officeDocument/2006/relationships/customXml" Target="../ink/ink412.xml"/><Relationship Id="rId116" Type="http://schemas.openxmlformats.org/officeDocument/2006/relationships/image" Target="../media/image321.png"/><Relationship Id="rId137" Type="http://schemas.openxmlformats.org/officeDocument/2006/relationships/customXml" Target="../ink/ink331.xml"/><Relationship Id="rId158" Type="http://schemas.openxmlformats.org/officeDocument/2006/relationships/image" Target="../media/image341.png"/><Relationship Id="rId302" Type="http://schemas.openxmlformats.org/officeDocument/2006/relationships/customXml" Target="../ink/ink414.xml"/><Relationship Id="rId20" Type="http://schemas.openxmlformats.org/officeDocument/2006/relationships/image" Target="../media/image273.png"/><Relationship Id="rId41" Type="http://schemas.openxmlformats.org/officeDocument/2006/relationships/customXml" Target="../ink/ink283.xml"/><Relationship Id="rId62" Type="http://schemas.openxmlformats.org/officeDocument/2006/relationships/image" Target="../media/image294.png"/><Relationship Id="rId83" Type="http://schemas.openxmlformats.org/officeDocument/2006/relationships/customXml" Target="../ink/ink304.xml"/><Relationship Id="rId179" Type="http://schemas.openxmlformats.org/officeDocument/2006/relationships/customXml" Target="../ink/ink352.xml"/><Relationship Id="rId190" Type="http://schemas.openxmlformats.org/officeDocument/2006/relationships/image" Target="../media/image357.png"/><Relationship Id="rId204" Type="http://schemas.openxmlformats.org/officeDocument/2006/relationships/image" Target="../media/image362.png"/><Relationship Id="rId225" Type="http://schemas.openxmlformats.org/officeDocument/2006/relationships/customXml" Target="../ink/ink375.xml"/><Relationship Id="rId246" Type="http://schemas.openxmlformats.org/officeDocument/2006/relationships/image" Target="../media/image383.png"/><Relationship Id="rId267" Type="http://schemas.openxmlformats.org/officeDocument/2006/relationships/customXml" Target="../ink/ink396.xml"/><Relationship Id="rId288" Type="http://schemas.openxmlformats.org/officeDocument/2006/relationships/customXml" Target="../ink/ink407.xml"/><Relationship Id="rId106" Type="http://schemas.openxmlformats.org/officeDocument/2006/relationships/image" Target="../media/image316.png"/><Relationship Id="rId127" Type="http://schemas.openxmlformats.org/officeDocument/2006/relationships/customXml" Target="../ink/ink326.xml"/><Relationship Id="rId313" Type="http://schemas.openxmlformats.org/officeDocument/2006/relationships/image" Target="../media/image415.png"/><Relationship Id="rId10" Type="http://schemas.openxmlformats.org/officeDocument/2006/relationships/image" Target="../media/image269.png"/><Relationship Id="rId31" Type="http://schemas.openxmlformats.org/officeDocument/2006/relationships/customXml" Target="../ink/ink278.xml"/><Relationship Id="rId52" Type="http://schemas.openxmlformats.org/officeDocument/2006/relationships/image" Target="../media/image289.png"/><Relationship Id="rId73" Type="http://schemas.openxmlformats.org/officeDocument/2006/relationships/customXml" Target="../ink/ink299.xml"/><Relationship Id="rId94" Type="http://schemas.openxmlformats.org/officeDocument/2006/relationships/image" Target="../media/image310.png"/><Relationship Id="rId148" Type="http://schemas.openxmlformats.org/officeDocument/2006/relationships/image" Target="../media/image336.png"/><Relationship Id="rId169" Type="http://schemas.openxmlformats.org/officeDocument/2006/relationships/customXml" Target="../ink/ink347.xml"/><Relationship Id="rId4" Type="http://schemas.openxmlformats.org/officeDocument/2006/relationships/image" Target="../media/image266.png"/><Relationship Id="rId180" Type="http://schemas.openxmlformats.org/officeDocument/2006/relationships/image" Target="../media/image352.png"/><Relationship Id="rId215" Type="http://schemas.openxmlformats.org/officeDocument/2006/relationships/customXml" Target="../ink/ink370.xml"/><Relationship Id="rId236" Type="http://schemas.openxmlformats.org/officeDocument/2006/relationships/image" Target="../media/image378.png"/><Relationship Id="rId257" Type="http://schemas.openxmlformats.org/officeDocument/2006/relationships/customXml" Target="../ink/ink391.xml"/><Relationship Id="rId278" Type="http://schemas.openxmlformats.org/officeDocument/2006/relationships/image" Target="../media/image399.png"/><Relationship Id="rId303" Type="http://schemas.openxmlformats.org/officeDocument/2006/relationships/image" Target="../media/image410.png"/><Relationship Id="rId42" Type="http://schemas.openxmlformats.org/officeDocument/2006/relationships/image" Target="../media/image284.png"/><Relationship Id="rId84" Type="http://schemas.openxmlformats.org/officeDocument/2006/relationships/image" Target="../media/image305.png"/><Relationship Id="rId138" Type="http://schemas.openxmlformats.org/officeDocument/2006/relationships/image" Target="../media/image332.png"/><Relationship Id="rId191" Type="http://schemas.openxmlformats.org/officeDocument/2006/relationships/customXml" Target="../ink/ink358.xml"/><Relationship Id="rId205" Type="http://schemas.openxmlformats.org/officeDocument/2006/relationships/customXml" Target="../ink/ink365.xml"/><Relationship Id="rId247" Type="http://schemas.openxmlformats.org/officeDocument/2006/relationships/customXml" Target="../ink/ink386.xml"/><Relationship Id="rId107" Type="http://schemas.openxmlformats.org/officeDocument/2006/relationships/customXml" Target="../ink/ink316.xml"/><Relationship Id="rId289" Type="http://schemas.openxmlformats.org/officeDocument/2006/relationships/image" Target="../media/image403.png"/><Relationship Id="rId11" Type="http://schemas.openxmlformats.org/officeDocument/2006/relationships/customXml" Target="../ink/ink268.xml"/><Relationship Id="rId53" Type="http://schemas.openxmlformats.org/officeDocument/2006/relationships/customXml" Target="../ink/ink289.xml"/><Relationship Id="rId149" Type="http://schemas.openxmlformats.org/officeDocument/2006/relationships/customXml" Target="../ink/ink337.xml"/><Relationship Id="rId314" Type="http://schemas.openxmlformats.org/officeDocument/2006/relationships/customXml" Target="../ink/ink420.xml"/><Relationship Id="rId95" Type="http://schemas.openxmlformats.org/officeDocument/2006/relationships/customXml" Target="../ink/ink310.xml"/><Relationship Id="rId160" Type="http://schemas.openxmlformats.org/officeDocument/2006/relationships/image" Target="../media/image342.png"/><Relationship Id="rId216" Type="http://schemas.openxmlformats.org/officeDocument/2006/relationships/image" Target="../media/image368.png"/><Relationship Id="rId258" Type="http://schemas.openxmlformats.org/officeDocument/2006/relationships/image" Target="../media/image389.png"/><Relationship Id="rId22" Type="http://schemas.openxmlformats.org/officeDocument/2006/relationships/image" Target="../media/image274.png"/><Relationship Id="rId64" Type="http://schemas.openxmlformats.org/officeDocument/2006/relationships/image" Target="../media/image295.png"/><Relationship Id="rId118" Type="http://schemas.openxmlformats.org/officeDocument/2006/relationships/image" Target="../media/image322.png"/><Relationship Id="rId171" Type="http://schemas.openxmlformats.org/officeDocument/2006/relationships/customXml" Target="../ink/ink348.xml"/><Relationship Id="rId227" Type="http://schemas.openxmlformats.org/officeDocument/2006/relationships/customXml" Target="../ink/ink376.xml"/><Relationship Id="rId269" Type="http://schemas.openxmlformats.org/officeDocument/2006/relationships/customXml" Target="../ink/ink397.xml"/><Relationship Id="rId33" Type="http://schemas.openxmlformats.org/officeDocument/2006/relationships/customXml" Target="../ink/ink279.xml"/><Relationship Id="rId129" Type="http://schemas.openxmlformats.org/officeDocument/2006/relationships/customXml" Target="../ink/ink327.xml"/><Relationship Id="rId280" Type="http://schemas.openxmlformats.org/officeDocument/2006/relationships/image" Target="../media/image400.png"/><Relationship Id="rId75" Type="http://schemas.openxmlformats.org/officeDocument/2006/relationships/customXml" Target="../ink/ink300.xml"/><Relationship Id="rId140" Type="http://schemas.openxmlformats.org/officeDocument/2006/relationships/image" Target="../media/image333.png"/><Relationship Id="rId182" Type="http://schemas.openxmlformats.org/officeDocument/2006/relationships/image" Target="../media/image353.png"/><Relationship Id="rId6" Type="http://schemas.openxmlformats.org/officeDocument/2006/relationships/image" Target="../media/image267.png"/><Relationship Id="rId238" Type="http://schemas.openxmlformats.org/officeDocument/2006/relationships/image" Target="../media/image379.png"/><Relationship Id="rId291" Type="http://schemas.openxmlformats.org/officeDocument/2006/relationships/image" Target="../media/image404.png"/><Relationship Id="rId305" Type="http://schemas.openxmlformats.org/officeDocument/2006/relationships/image" Target="../media/image411.png"/><Relationship Id="rId44" Type="http://schemas.openxmlformats.org/officeDocument/2006/relationships/image" Target="../media/image285.png"/><Relationship Id="rId86" Type="http://schemas.openxmlformats.org/officeDocument/2006/relationships/image" Target="../media/image306.png"/><Relationship Id="rId151" Type="http://schemas.openxmlformats.org/officeDocument/2006/relationships/customXml" Target="../ink/ink338.xml"/><Relationship Id="rId193" Type="http://schemas.openxmlformats.org/officeDocument/2006/relationships/customXml" Target="../ink/ink359.xml"/><Relationship Id="rId207" Type="http://schemas.openxmlformats.org/officeDocument/2006/relationships/customXml" Target="../ink/ink366.xml"/><Relationship Id="rId249" Type="http://schemas.openxmlformats.org/officeDocument/2006/relationships/customXml" Target="../ink/ink38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80.xml"/><Relationship Id="rId299" Type="http://schemas.openxmlformats.org/officeDocument/2006/relationships/customXml" Target="../ink/ink571.xml"/><Relationship Id="rId21" Type="http://schemas.openxmlformats.org/officeDocument/2006/relationships/customXml" Target="../ink/ink432.xml"/><Relationship Id="rId63" Type="http://schemas.openxmlformats.org/officeDocument/2006/relationships/customXml" Target="../ink/ink453.xml"/><Relationship Id="rId159" Type="http://schemas.openxmlformats.org/officeDocument/2006/relationships/customXml" Target="../ink/ink501.xml"/><Relationship Id="rId324" Type="http://schemas.openxmlformats.org/officeDocument/2006/relationships/image" Target="../media/image580.png"/><Relationship Id="rId170" Type="http://schemas.openxmlformats.org/officeDocument/2006/relationships/image" Target="../media/image503.png"/><Relationship Id="rId226" Type="http://schemas.openxmlformats.org/officeDocument/2006/relationships/image" Target="../media/image531.png"/><Relationship Id="rId268" Type="http://schemas.openxmlformats.org/officeDocument/2006/relationships/image" Target="../media/image552.png"/><Relationship Id="rId32" Type="http://schemas.openxmlformats.org/officeDocument/2006/relationships/image" Target="../media/image434.png"/><Relationship Id="rId74" Type="http://schemas.openxmlformats.org/officeDocument/2006/relationships/image" Target="../media/image455.png"/><Relationship Id="rId128" Type="http://schemas.openxmlformats.org/officeDocument/2006/relationships/image" Target="../media/image482.png"/><Relationship Id="rId335" Type="http://schemas.openxmlformats.org/officeDocument/2006/relationships/customXml" Target="../ink/ink589.xml"/><Relationship Id="rId5" Type="http://schemas.openxmlformats.org/officeDocument/2006/relationships/customXml" Target="../ink/ink424.xml"/><Relationship Id="rId181" Type="http://schemas.openxmlformats.org/officeDocument/2006/relationships/customXml" Target="../ink/ink512.xml"/><Relationship Id="rId237" Type="http://schemas.openxmlformats.org/officeDocument/2006/relationships/customXml" Target="../ink/ink540.xml"/><Relationship Id="rId279" Type="http://schemas.openxmlformats.org/officeDocument/2006/relationships/customXml" Target="../ink/ink561.xml"/><Relationship Id="rId43" Type="http://schemas.openxmlformats.org/officeDocument/2006/relationships/customXml" Target="../ink/ink443.xml"/><Relationship Id="rId139" Type="http://schemas.openxmlformats.org/officeDocument/2006/relationships/customXml" Target="../ink/ink491.xml"/><Relationship Id="rId290" Type="http://schemas.openxmlformats.org/officeDocument/2006/relationships/image" Target="../media/image563.png"/><Relationship Id="rId304" Type="http://schemas.openxmlformats.org/officeDocument/2006/relationships/image" Target="../media/image570.png"/><Relationship Id="rId85" Type="http://schemas.openxmlformats.org/officeDocument/2006/relationships/customXml" Target="../ink/ink464.xml"/><Relationship Id="rId150" Type="http://schemas.openxmlformats.org/officeDocument/2006/relationships/image" Target="../media/image493.png"/><Relationship Id="rId192" Type="http://schemas.openxmlformats.org/officeDocument/2006/relationships/image" Target="../media/image514.png"/><Relationship Id="rId206" Type="http://schemas.openxmlformats.org/officeDocument/2006/relationships/image" Target="../media/image521.png"/><Relationship Id="rId248" Type="http://schemas.openxmlformats.org/officeDocument/2006/relationships/image" Target="../media/image542.png"/><Relationship Id="rId12" Type="http://schemas.openxmlformats.org/officeDocument/2006/relationships/image" Target="../media/image424.png"/><Relationship Id="rId108" Type="http://schemas.openxmlformats.org/officeDocument/2006/relationships/image" Target="../media/image472.png"/><Relationship Id="rId315" Type="http://schemas.openxmlformats.org/officeDocument/2006/relationships/customXml" Target="../ink/ink579.xml"/><Relationship Id="rId54" Type="http://schemas.openxmlformats.org/officeDocument/2006/relationships/image" Target="../media/image445.png"/><Relationship Id="rId96" Type="http://schemas.openxmlformats.org/officeDocument/2006/relationships/image" Target="../media/image466.png"/><Relationship Id="rId161" Type="http://schemas.openxmlformats.org/officeDocument/2006/relationships/customXml" Target="../ink/ink502.xml"/><Relationship Id="rId217" Type="http://schemas.openxmlformats.org/officeDocument/2006/relationships/customXml" Target="../ink/ink530.xml"/><Relationship Id="rId259" Type="http://schemas.openxmlformats.org/officeDocument/2006/relationships/customXml" Target="../ink/ink551.xml"/><Relationship Id="rId23" Type="http://schemas.openxmlformats.org/officeDocument/2006/relationships/customXml" Target="../ink/ink433.xml"/><Relationship Id="rId119" Type="http://schemas.openxmlformats.org/officeDocument/2006/relationships/customXml" Target="../ink/ink481.xml"/><Relationship Id="rId270" Type="http://schemas.openxmlformats.org/officeDocument/2006/relationships/image" Target="../media/image553.png"/><Relationship Id="rId326" Type="http://schemas.openxmlformats.org/officeDocument/2006/relationships/image" Target="../media/image581.png"/><Relationship Id="rId65" Type="http://schemas.openxmlformats.org/officeDocument/2006/relationships/customXml" Target="../ink/ink454.xml"/><Relationship Id="rId130" Type="http://schemas.openxmlformats.org/officeDocument/2006/relationships/image" Target="../media/image483.png"/><Relationship Id="rId172" Type="http://schemas.openxmlformats.org/officeDocument/2006/relationships/image" Target="../media/image504.png"/><Relationship Id="rId228" Type="http://schemas.openxmlformats.org/officeDocument/2006/relationships/image" Target="../media/image532.png"/><Relationship Id="rId281" Type="http://schemas.openxmlformats.org/officeDocument/2006/relationships/customXml" Target="../ink/ink562.xml"/><Relationship Id="rId337" Type="http://schemas.openxmlformats.org/officeDocument/2006/relationships/customXml" Target="../ink/ink590.xml"/><Relationship Id="rId34" Type="http://schemas.openxmlformats.org/officeDocument/2006/relationships/image" Target="../media/image435.png"/><Relationship Id="rId76" Type="http://schemas.openxmlformats.org/officeDocument/2006/relationships/image" Target="../media/image456.png"/><Relationship Id="rId141" Type="http://schemas.openxmlformats.org/officeDocument/2006/relationships/customXml" Target="../ink/ink492.xml"/><Relationship Id="rId7" Type="http://schemas.openxmlformats.org/officeDocument/2006/relationships/customXml" Target="../ink/ink425.xml"/><Relationship Id="rId183" Type="http://schemas.openxmlformats.org/officeDocument/2006/relationships/customXml" Target="../ink/ink513.xml"/><Relationship Id="rId239" Type="http://schemas.openxmlformats.org/officeDocument/2006/relationships/customXml" Target="../ink/ink541.xml"/><Relationship Id="rId250" Type="http://schemas.openxmlformats.org/officeDocument/2006/relationships/image" Target="../media/image543.png"/><Relationship Id="rId292" Type="http://schemas.openxmlformats.org/officeDocument/2006/relationships/image" Target="../media/image564.png"/><Relationship Id="rId306" Type="http://schemas.openxmlformats.org/officeDocument/2006/relationships/image" Target="../media/image571.png"/><Relationship Id="rId45" Type="http://schemas.openxmlformats.org/officeDocument/2006/relationships/customXml" Target="../ink/ink444.xml"/><Relationship Id="rId87" Type="http://schemas.openxmlformats.org/officeDocument/2006/relationships/customXml" Target="../ink/ink465.xml"/><Relationship Id="rId110" Type="http://schemas.openxmlformats.org/officeDocument/2006/relationships/image" Target="../media/image473.png"/><Relationship Id="rId152" Type="http://schemas.openxmlformats.org/officeDocument/2006/relationships/image" Target="../media/image494.png"/><Relationship Id="rId173" Type="http://schemas.openxmlformats.org/officeDocument/2006/relationships/customXml" Target="../ink/ink508.xml"/><Relationship Id="rId194" Type="http://schemas.openxmlformats.org/officeDocument/2006/relationships/image" Target="../media/image515.png"/><Relationship Id="rId208" Type="http://schemas.openxmlformats.org/officeDocument/2006/relationships/image" Target="../media/image522.png"/><Relationship Id="rId229" Type="http://schemas.openxmlformats.org/officeDocument/2006/relationships/customXml" Target="../ink/ink536.xml"/><Relationship Id="rId240" Type="http://schemas.openxmlformats.org/officeDocument/2006/relationships/image" Target="../media/image538.png"/><Relationship Id="rId261" Type="http://schemas.openxmlformats.org/officeDocument/2006/relationships/customXml" Target="../ink/ink552.xml"/><Relationship Id="rId14" Type="http://schemas.openxmlformats.org/officeDocument/2006/relationships/image" Target="../media/image425.png"/><Relationship Id="rId35" Type="http://schemas.openxmlformats.org/officeDocument/2006/relationships/customXml" Target="../ink/ink439.xml"/><Relationship Id="rId56" Type="http://schemas.openxmlformats.org/officeDocument/2006/relationships/image" Target="../media/image446.png"/><Relationship Id="rId77" Type="http://schemas.openxmlformats.org/officeDocument/2006/relationships/customXml" Target="../ink/ink460.xml"/><Relationship Id="rId100" Type="http://schemas.openxmlformats.org/officeDocument/2006/relationships/image" Target="../media/image468.png"/><Relationship Id="rId282" Type="http://schemas.openxmlformats.org/officeDocument/2006/relationships/image" Target="../media/image559.png"/><Relationship Id="rId317" Type="http://schemas.openxmlformats.org/officeDocument/2006/relationships/customXml" Target="../ink/ink580.xml"/><Relationship Id="rId338" Type="http://schemas.openxmlformats.org/officeDocument/2006/relationships/image" Target="../media/image587.png"/><Relationship Id="rId8" Type="http://schemas.openxmlformats.org/officeDocument/2006/relationships/image" Target="../media/image422.png"/><Relationship Id="rId98" Type="http://schemas.openxmlformats.org/officeDocument/2006/relationships/image" Target="../media/image467.png"/><Relationship Id="rId121" Type="http://schemas.openxmlformats.org/officeDocument/2006/relationships/customXml" Target="../ink/ink482.xml"/><Relationship Id="rId142" Type="http://schemas.openxmlformats.org/officeDocument/2006/relationships/image" Target="../media/image489.png"/><Relationship Id="rId163" Type="http://schemas.openxmlformats.org/officeDocument/2006/relationships/customXml" Target="../ink/ink503.xml"/><Relationship Id="rId184" Type="http://schemas.openxmlformats.org/officeDocument/2006/relationships/image" Target="../media/image510.png"/><Relationship Id="rId219" Type="http://schemas.openxmlformats.org/officeDocument/2006/relationships/customXml" Target="../ink/ink531.xml"/><Relationship Id="rId230" Type="http://schemas.openxmlformats.org/officeDocument/2006/relationships/image" Target="../media/image533.png"/><Relationship Id="rId251" Type="http://schemas.openxmlformats.org/officeDocument/2006/relationships/customXml" Target="../ink/ink547.xml"/><Relationship Id="rId25" Type="http://schemas.openxmlformats.org/officeDocument/2006/relationships/customXml" Target="../ink/ink434.xml"/><Relationship Id="rId46" Type="http://schemas.openxmlformats.org/officeDocument/2006/relationships/image" Target="../media/image441.png"/><Relationship Id="rId67" Type="http://schemas.openxmlformats.org/officeDocument/2006/relationships/customXml" Target="../ink/ink455.xml"/><Relationship Id="rId272" Type="http://schemas.openxmlformats.org/officeDocument/2006/relationships/image" Target="../media/image554.png"/><Relationship Id="rId293" Type="http://schemas.openxmlformats.org/officeDocument/2006/relationships/customXml" Target="../ink/ink568.xml"/><Relationship Id="rId307" Type="http://schemas.openxmlformats.org/officeDocument/2006/relationships/customXml" Target="../ink/ink575.xml"/><Relationship Id="rId328" Type="http://schemas.openxmlformats.org/officeDocument/2006/relationships/image" Target="../media/image582.png"/><Relationship Id="rId88" Type="http://schemas.openxmlformats.org/officeDocument/2006/relationships/image" Target="../media/image462.png"/><Relationship Id="rId111" Type="http://schemas.openxmlformats.org/officeDocument/2006/relationships/customXml" Target="../ink/ink477.xml"/><Relationship Id="rId132" Type="http://schemas.openxmlformats.org/officeDocument/2006/relationships/image" Target="../media/image484.png"/><Relationship Id="rId153" Type="http://schemas.openxmlformats.org/officeDocument/2006/relationships/customXml" Target="../ink/ink498.xml"/><Relationship Id="rId174" Type="http://schemas.openxmlformats.org/officeDocument/2006/relationships/image" Target="../media/image505.png"/><Relationship Id="rId195" Type="http://schemas.openxmlformats.org/officeDocument/2006/relationships/customXml" Target="../ink/ink519.xml"/><Relationship Id="rId209" Type="http://schemas.openxmlformats.org/officeDocument/2006/relationships/customXml" Target="../ink/ink526.xml"/><Relationship Id="rId220" Type="http://schemas.openxmlformats.org/officeDocument/2006/relationships/image" Target="../media/image528.png"/><Relationship Id="rId241" Type="http://schemas.openxmlformats.org/officeDocument/2006/relationships/customXml" Target="../ink/ink542.xml"/><Relationship Id="rId15" Type="http://schemas.openxmlformats.org/officeDocument/2006/relationships/customXml" Target="../ink/ink429.xml"/><Relationship Id="rId36" Type="http://schemas.openxmlformats.org/officeDocument/2006/relationships/image" Target="../media/image436.png"/><Relationship Id="rId57" Type="http://schemas.openxmlformats.org/officeDocument/2006/relationships/customXml" Target="../ink/ink450.xml"/><Relationship Id="rId262" Type="http://schemas.openxmlformats.org/officeDocument/2006/relationships/image" Target="../media/image549.png"/><Relationship Id="rId283" Type="http://schemas.openxmlformats.org/officeDocument/2006/relationships/customXml" Target="../ink/ink563.xml"/><Relationship Id="rId318" Type="http://schemas.openxmlformats.org/officeDocument/2006/relationships/image" Target="../media/image577.png"/><Relationship Id="rId339" Type="http://schemas.openxmlformats.org/officeDocument/2006/relationships/customXml" Target="../ink/ink591.xml"/><Relationship Id="rId78" Type="http://schemas.openxmlformats.org/officeDocument/2006/relationships/image" Target="../media/image457.png"/><Relationship Id="rId99" Type="http://schemas.openxmlformats.org/officeDocument/2006/relationships/customXml" Target="../ink/ink471.xml"/><Relationship Id="rId101" Type="http://schemas.openxmlformats.org/officeDocument/2006/relationships/customXml" Target="../ink/ink472.xml"/><Relationship Id="rId122" Type="http://schemas.openxmlformats.org/officeDocument/2006/relationships/image" Target="../media/image479.png"/><Relationship Id="rId143" Type="http://schemas.openxmlformats.org/officeDocument/2006/relationships/customXml" Target="../ink/ink493.xml"/><Relationship Id="rId164" Type="http://schemas.openxmlformats.org/officeDocument/2006/relationships/image" Target="../media/image500.png"/><Relationship Id="rId185" Type="http://schemas.openxmlformats.org/officeDocument/2006/relationships/customXml" Target="../ink/ink514.xml"/><Relationship Id="rId9" Type="http://schemas.openxmlformats.org/officeDocument/2006/relationships/customXml" Target="../ink/ink426.xml"/><Relationship Id="rId210" Type="http://schemas.openxmlformats.org/officeDocument/2006/relationships/image" Target="../media/image523.png"/><Relationship Id="rId26" Type="http://schemas.openxmlformats.org/officeDocument/2006/relationships/image" Target="../media/image431.png"/><Relationship Id="rId231" Type="http://schemas.openxmlformats.org/officeDocument/2006/relationships/customXml" Target="../ink/ink537.xml"/><Relationship Id="rId252" Type="http://schemas.openxmlformats.org/officeDocument/2006/relationships/image" Target="../media/image544.png"/><Relationship Id="rId273" Type="http://schemas.openxmlformats.org/officeDocument/2006/relationships/customXml" Target="../ink/ink558.xml"/><Relationship Id="rId294" Type="http://schemas.openxmlformats.org/officeDocument/2006/relationships/image" Target="../media/image565.png"/><Relationship Id="rId308" Type="http://schemas.openxmlformats.org/officeDocument/2006/relationships/image" Target="../media/image572.png"/><Relationship Id="rId329" Type="http://schemas.openxmlformats.org/officeDocument/2006/relationships/customXml" Target="../ink/ink586.xml"/><Relationship Id="rId47" Type="http://schemas.openxmlformats.org/officeDocument/2006/relationships/customXml" Target="../ink/ink445.xml"/><Relationship Id="rId68" Type="http://schemas.openxmlformats.org/officeDocument/2006/relationships/image" Target="../media/image452.png"/><Relationship Id="rId89" Type="http://schemas.openxmlformats.org/officeDocument/2006/relationships/customXml" Target="../ink/ink466.xml"/><Relationship Id="rId112" Type="http://schemas.openxmlformats.org/officeDocument/2006/relationships/image" Target="../media/image474.png"/><Relationship Id="rId133" Type="http://schemas.openxmlformats.org/officeDocument/2006/relationships/customXml" Target="../ink/ink488.xml"/><Relationship Id="rId154" Type="http://schemas.openxmlformats.org/officeDocument/2006/relationships/image" Target="../media/image495.png"/><Relationship Id="rId175" Type="http://schemas.openxmlformats.org/officeDocument/2006/relationships/customXml" Target="../ink/ink509.xml"/><Relationship Id="rId340" Type="http://schemas.openxmlformats.org/officeDocument/2006/relationships/image" Target="../media/image588.png"/><Relationship Id="rId196" Type="http://schemas.openxmlformats.org/officeDocument/2006/relationships/image" Target="../media/image516.png"/><Relationship Id="rId200" Type="http://schemas.openxmlformats.org/officeDocument/2006/relationships/image" Target="../media/image518.png"/><Relationship Id="rId16" Type="http://schemas.openxmlformats.org/officeDocument/2006/relationships/image" Target="../media/image426.png"/><Relationship Id="rId221" Type="http://schemas.openxmlformats.org/officeDocument/2006/relationships/customXml" Target="../ink/ink532.xml"/><Relationship Id="rId242" Type="http://schemas.openxmlformats.org/officeDocument/2006/relationships/image" Target="../media/image539.png"/><Relationship Id="rId263" Type="http://schemas.openxmlformats.org/officeDocument/2006/relationships/customXml" Target="../ink/ink553.xml"/><Relationship Id="rId284" Type="http://schemas.openxmlformats.org/officeDocument/2006/relationships/image" Target="../media/image560.png"/><Relationship Id="rId319" Type="http://schemas.openxmlformats.org/officeDocument/2006/relationships/customXml" Target="../ink/ink581.xml"/><Relationship Id="rId37" Type="http://schemas.openxmlformats.org/officeDocument/2006/relationships/customXml" Target="../ink/ink440.xml"/><Relationship Id="rId58" Type="http://schemas.openxmlformats.org/officeDocument/2006/relationships/image" Target="../media/image447.png"/><Relationship Id="rId79" Type="http://schemas.openxmlformats.org/officeDocument/2006/relationships/customXml" Target="../ink/ink461.xml"/><Relationship Id="rId102" Type="http://schemas.openxmlformats.org/officeDocument/2006/relationships/image" Target="../media/image469.png"/><Relationship Id="rId123" Type="http://schemas.openxmlformats.org/officeDocument/2006/relationships/customXml" Target="../ink/ink483.xml"/><Relationship Id="rId144" Type="http://schemas.openxmlformats.org/officeDocument/2006/relationships/image" Target="../media/image490.png"/><Relationship Id="rId330" Type="http://schemas.openxmlformats.org/officeDocument/2006/relationships/image" Target="../media/image583.png"/><Relationship Id="rId90" Type="http://schemas.openxmlformats.org/officeDocument/2006/relationships/image" Target="../media/image463.png"/><Relationship Id="rId165" Type="http://schemas.openxmlformats.org/officeDocument/2006/relationships/customXml" Target="../ink/ink504.xml"/><Relationship Id="rId186" Type="http://schemas.openxmlformats.org/officeDocument/2006/relationships/image" Target="../media/image511.png"/><Relationship Id="rId211" Type="http://schemas.openxmlformats.org/officeDocument/2006/relationships/customXml" Target="../ink/ink527.xml"/><Relationship Id="rId232" Type="http://schemas.openxmlformats.org/officeDocument/2006/relationships/image" Target="../media/image534.png"/><Relationship Id="rId253" Type="http://schemas.openxmlformats.org/officeDocument/2006/relationships/customXml" Target="../ink/ink548.xml"/><Relationship Id="rId274" Type="http://schemas.openxmlformats.org/officeDocument/2006/relationships/image" Target="../media/image555.png"/><Relationship Id="rId295" Type="http://schemas.openxmlformats.org/officeDocument/2006/relationships/customXml" Target="../ink/ink569.xml"/><Relationship Id="rId309" Type="http://schemas.openxmlformats.org/officeDocument/2006/relationships/customXml" Target="../ink/ink576.xml"/><Relationship Id="rId27" Type="http://schemas.openxmlformats.org/officeDocument/2006/relationships/customXml" Target="../ink/ink435.xml"/><Relationship Id="rId48" Type="http://schemas.openxmlformats.org/officeDocument/2006/relationships/image" Target="../media/image442.png"/><Relationship Id="rId69" Type="http://schemas.openxmlformats.org/officeDocument/2006/relationships/customXml" Target="../ink/ink456.xml"/><Relationship Id="rId113" Type="http://schemas.openxmlformats.org/officeDocument/2006/relationships/customXml" Target="../ink/ink478.xml"/><Relationship Id="rId134" Type="http://schemas.openxmlformats.org/officeDocument/2006/relationships/image" Target="../media/image485.png"/><Relationship Id="rId320" Type="http://schemas.openxmlformats.org/officeDocument/2006/relationships/image" Target="../media/image578.png"/><Relationship Id="rId80" Type="http://schemas.openxmlformats.org/officeDocument/2006/relationships/image" Target="../media/image458.png"/><Relationship Id="rId155" Type="http://schemas.openxmlformats.org/officeDocument/2006/relationships/customXml" Target="../ink/ink499.xml"/><Relationship Id="rId176" Type="http://schemas.openxmlformats.org/officeDocument/2006/relationships/image" Target="../media/image506.png"/><Relationship Id="rId197" Type="http://schemas.openxmlformats.org/officeDocument/2006/relationships/customXml" Target="../ink/ink520.xml"/><Relationship Id="rId201" Type="http://schemas.openxmlformats.org/officeDocument/2006/relationships/customXml" Target="../ink/ink522.xml"/><Relationship Id="rId222" Type="http://schemas.openxmlformats.org/officeDocument/2006/relationships/image" Target="../media/image529.png"/><Relationship Id="rId243" Type="http://schemas.openxmlformats.org/officeDocument/2006/relationships/customXml" Target="../ink/ink543.xml"/><Relationship Id="rId264" Type="http://schemas.openxmlformats.org/officeDocument/2006/relationships/image" Target="../media/image550.png"/><Relationship Id="rId285" Type="http://schemas.openxmlformats.org/officeDocument/2006/relationships/customXml" Target="../ink/ink564.xml"/><Relationship Id="rId17" Type="http://schemas.openxmlformats.org/officeDocument/2006/relationships/customXml" Target="../ink/ink430.xml"/><Relationship Id="rId38" Type="http://schemas.openxmlformats.org/officeDocument/2006/relationships/image" Target="../media/image437.png"/><Relationship Id="rId59" Type="http://schemas.openxmlformats.org/officeDocument/2006/relationships/customXml" Target="../ink/ink451.xml"/><Relationship Id="rId103" Type="http://schemas.openxmlformats.org/officeDocument/2006/relationships/customXml" Target="../ink/ink473.xml"/><Relationship Id="rId124" Type="http://schemas.openxmlformats.org/officeDocument/2006/relationships/image" Target="../media/image480.png"/><Relationship Id="rId310" Type="http://schemas.openxmlformats.org/officeDocument/2006/relationships/image" Target="../media/image573.png"/><Relationship Id="rId70" Type="http://schemas.openxmlformats.org/officeDocument/2006/relationships/image" Target="../media/image453.png"/><Relationship Id="rId91" Type="http://schemas.openxmlformats.org/officeDocument/2006/relationships/customXml" Target="../ink/ink467.xml"/><Relationship Id="rId145" Type="http://schemas.openxmlformats.org/officeDocument/2006/relationships/customXml" Target="../ink/ink494.xml"/><Relationship Id="rId166" Type="http://schemas.openxmlformats.org/officeDocument/2006/relationships/image" Target="../media/image501.png"/><Relationship Id="rId187" Type="http://schemas.openxmlformats.org/officeDocument/2006/relationships/customXml" Target="../ink/ink515.xml"/><Relationship Id="rId331" Type="http://schemas.openxmlformats.org/officeDocument/2006/relationships/customXml" Target="../ink/ink587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524.png"/><Relationship Id="rId233" Type="http://schemas.openxmlformats.org/officeDocument/2006/relationships/customXml" Target="../ink/ink538.xml"/><Relationship Id="rId254" Type="http://schemas.openxmlformats.org/officeDocument/2006/relationships/image" Target="../media/image545.png"/><Relationship Id="rId28" Type="http://schemas.openxmlformats.org/officeDocument/2006/relationships/image" Target="../media/image432.png"/><Relationship Id="rId49" Type="http://schemas.openxmlformats.org/officeDocument/2006/relationships/customXml" Target="../ink/ink446.xml"/><Relationship Id="rId114" Type="http://schemas.openxmlformats.org/officeDocument/2006/relationships/image" Target="../media/image475.png"/><Relationship Id="rId275" Type="http://schemas.openxmlformats.org/officeDocument/2006/relationships/customXml" Target="../ink/ink559.xml"/><Relationship Id="rId296" Type="http://schemas.openxmlformats.org/officeDocument/2006/relationships/image" Target="../media/image566.png"/><Relationship Id="rId300" Type="http://schemas.openxmlformats.org/officeDocument/2006/relationships/image" Target="../media/image568.png"/><Relationship Id="rId60" Type="http://schemas.openxmlformats.org/officeDocument/2006/relationships/image" Target="../media/image448.png"/><Relationship Id="rId81" Type="http://schemas.openxmlformats.org/officeDocument/2006/relationships/customXml" Target="../ink/ink462.xml"/><Relationship Id="rId135" Type="http://schemas.openxmlformats.org/officeDocument/2006/relationships/customXml" Target="../ink/ink489.xml"/><Relationship Id="rId156" Type="http://schemas.openxmlformats.org/officeDocument/2006/relationships/image" Target="../media/image496.png"/><Relationship Id="rId177" Type="http://schemas.openxmlformats.org/officeDocument/2006/relationships/customXml" Target="../ink/ink510.xml"/><Relationship Id="rId198" Type="http://schemas.openxmlformats.org/officeDocument/2006/relationships/image" Target="../media/image517.png"/><Relationship Id="rId321" Type="http://schemas.openxmlformats.org/officeDocument/2006/relationships/customXml" Target="../ink/ink582.xml"/><Relationship Id="rId202" Type="http://schemas.openxmlformats.org/officeDocument/2006/relationships/image" Target="../media/image519.png"/><Relationship Id="rId223" Type="http://schemas.openxmlformats.org/officeDocument/2006/relationships/customXml" Target="../ink/ink533.xml"/><Relationship Id="rId244" Type="http://schemas.openxmlformats.org/officeDocument/2006/relationships/image" Target="../media/image540.png"/><Relationship Id="rId18" Type="http://schemas.openxmlformats.org/officeDocument/2006/relationships/image" Target="../media/image427.png"/><Relationship Id="rId39" Type="http://schemas.openxmlformats.org/officeDocument/2006/relationships/customXml" Target="../ink/ink441.xml"/><Relationship Id="rId265" Type="http://schemas.openxmlformats.org/officeDocument/2006/relationships/customXml" Target="../ink/ink554.xml"/><Relationship Id="rId286" Type="http://schemas.openxmlformats.org/officeDocument/2006/relationships/image" Target="../media/image561.png"/><Relationship Id="rId50" Type="http://schemas.openxmlformats.org/officeDocument/2006/relationships/image" Target="../media/image443.png"/><Relationship Id="rId104" Type="http://schemas.openxmlformats.org/officeDocument/2006/relationships/image" Target="../media/image470.png"/><Relationship Id="rId125" Type="http://schemas.openxmlformats.org/officeDocument/2006/relationships/customXml" Target="../ink/ink484.xml"/><Relationship Id="rId146" Type="http://schemas.openxmlformats.org/officeDocument/2006/relationships/image" Target="../media/image491.png"/><Relationship Id="rId167" Type="http://schemas.openxmlformats.org/officeDocument/2006/relationships/customXml" Target="../ink/ink505.xml"/><Relationship Id="rId188" Type="http://schemas.openxmlformats.org/officeDocument/2006/relationships/image" Target="../media/image512.png"/><Relationship Id="rId311" Type="http://schemas.openxmlformats.org/officeDocument/2006/relationships/customXml" Target="../ink/ink577.xml"/><Relationship Id="rId332" Type="http://schemas.openxmlformats.org/officeDocument/2006/relationships/image" Target="../media/image584.png"/><Relationship Id="rId71" Type="http://schemas.openxmlformats.org/officeDocument/2006/relationships/customXml" Target="../ink/ink457.xml"/><Relationship Id="rId92" Type="http://schemas.openxmlformats.org/officeDocument/2006/relationships/image" Target="../media/image464.png"/><Relationship Id="rId213" Type="http://schemas.openxmlformats.org/officeDocument/2006/relationships/customXml" Target="../ink/ink528.xml"/><Relationship Id="rId234" Type="http://schemas.openxmlformats.org/officeDocument/2006/relationships/image" Target="../media/image535.png"/><Relationship Id="rId2" Type="http://schemas.openxmlformats.org/officeDocument/2006/relationships/image" Target="../media/image419.png"/><Relationship Id="rId29" Type="http://schemas.openxmlformats.org/officeDocument/2006/relationships/customXml" Target="../ink/ink436.xml"/><Relationship Id="rId255" Type="http://schemas.openxmlformats.org/officeDocument/2006/relationships/customXml" Target="../ink/ink549.xml"/><Relationship Id="rId276" Type="http://schemas.openxmlformats.org/officeDocument/2006/relationships/image" Target="../media/image556.png"/><Relationship Id="rId297" Type="http://schemas.openxmlformats.org/officeDocument/2006/relationships/customXml" Target="../ink/ink570.xml"/><Relationship Id="rId40" Type="http://schemas.openxmlformats.org/officeDocument/2006/relationships/image" Target="../media/image438.png"/><Relationship Id="rId115" Type="http://schemas.openxmlformats.org/officeDocument/2006/relationships/customXml" Target="../ink/ink479.xml"/><Relationship Id="rId136" Type="http://schemas.openxmlformats.org/officeDocument/2006/relationships/image" Target="../media/image486.png"/><Relationship Id="rId157" Type="http://schemas.openxmlformats.org/officeDocument/2006/relationships/customXml" Target="../ink/ink500.xml"/><Relationship Id="rId178" Type="http://schemas.openxmlformats.org/officeDocument/2006/relationships/image" Target="../media/image507.png"/><Relationship Id="rId301" Type="http://schemas.openxmlformats.org/officeDocument/2006/relationships/customXml" Target="../ink/ink572.xml"/><Relationship Id="rId322" Type="http://schemas.openxmlformats.org/officeDocument/2006/relationships/image" Target="../media/image579.png"/><Relationship Id="rId61" Type="http://schemas.openxmlformats.org/officeDocument/2006/relationships/customXml" Target="../ink/ink452.xml"/><Relationship Id="rId82" Type="http://schemas.openxmlformats.org/officeDocument/2006/relationships/image" Target="../media/image459.png"/><Relationship Id="rId199" Type="http://schemas.openxmlformats.org/officeDocument/2006/relationships/customXml" Target="../ink/ink521.xml"/><Relationship Id="rId203" Type="http://schemas.openxmlformats.org/officeDocument/2006/relationships/customXml" Target="../ink/ink523.xml"/><Relationship Id="rId19" Type="http://schemas.openxmlformats.org/officeDocument/2006/relationships/customXml" Target="../ink/ink431.xml"/><Relationship Id="rId224" Type="http://schemas.openxmlformats.org/officeDocument/2006/relationships/image" Target="../media/image530.png"/><Relationship Id="rId245" Type="http://schemas.openxmlformats.org/officeDocument/2006/relationships/customXml" Target="../ink/ink544.xml"/><Relationship Id="rId266" Type="http://schemas.openxmlformats.org/officeDocument/2006/relationships/image" Target="../media/image551.png"/><Relationship Id="rId287" Type="http://schemas.openxmlformats.org/officeDocument/2006/relationships/customXml" Target="../ink/ink565.xml"/><Relationship Id="rId30" Type="http://schemas.openxmlformats.org/officeDocument/2006/relationships/image" Target="../media/image433.png"/><Relationship Id="rId105" Type="http://schemas.openxmlformats.org/officeDocument/2006/relationships/customXml" Target="../ink/ink474.xml"/><Relationship Id="rId126" Type="http://schemas.openxmlformats.org/officeDocument/2006/relationships/image" Target="../media/image481.png"/><Relationship Id="rId147" Type="http://schemas.openxmlformats.org/officeDocument/2006/relationships/customXml" Target="../ink/ink495.xml"/><Relationship Id="rId168" Type="http://schemas.openxmlformats.org/officeDocument/2006/relationships/image" Target="../media/image502.png"/><Relationship Id="rId312" Type="http://schemas.openxmlformats.org/officeDocument/2006/relationships/image" Target="../media/image574.png"/><Relationship Id="rId333" Type="http://schemas.openxmlformats.org/officeDocument/2006/relationships/customXml" Target="../ink/ink588.xml"/><Relationship Id="rId51" Type="http://schemas.openxmlformats.org/officeDocument/2006/relationships/customXml" Target="../ink/ink447.xml"/><Relationship Id="rId72" Type="http://schemas.openxmlformats.org/officeDocument/2006/relationships/image" Target="../media/image454.png"/><Relationship Id="rId93" Type="http://schemas.openxmlformats.org/officeDocument/2006/relationships/customXml" Target="../ink/ink468.xml"/><Relationship Id="rId189" Type="http://schemas.openxmlformats.org/officeDocument/2006/relationships/customXml" Target="../ink/ink516.xml"/><Relationship Id="rId3" Type="http://schemas.openxmlformats.org/officeDocument/2006/relationships/customXml" Target="../ink/ink423.xml"/><Relationship Id="rId214" Type="http://schemas.openxmlformats.org/officeDocument/2006/relationships/image" Target="../media/image525.png"/><Relationship Id="rId235" Type="http://schemas.openxmlformats.org/officeDocument/2006/relationships/customXml" Target="../ink/ink539.xml"/><Relationship Id="rId256" Type="http://schemas.openxmlformats.org/officeDocument/2006/relationships/image" Target="../media/image546.png"/><Relationship Id="rId277" Type="http://schemas.openxmlformats.org/officeDocument/2006/relationships/customXml" Target="../ink/ink560.xml"/><Relationship Id="rId298" Type="http://schemas.openxmlformats.org/officeDocument/2006/relationships/image" Target="../media/image567.png"/><Relationship Id="rId116" Type="http://schemas.openxmlformats.org/officeDocument/2006/relationships/image" Target="../media/image476.png"/><Relationship Id="rId137" Type="http://schemas.openxmlformats.org/officeDocument/2006/relationships/customXml" Target="../ink/ink490.xml"/><Relationship Id="rId158" Type="http://schemas.openxmlformats.org/officeDocument/2006/relationships/image" Target="../media/image497.png"/><Relationship Id="rId302" Type="http://schemas.openxmlformats.org/officeDocument/2006/relationships/image" Target="../media/image569.png"/><Relationship Id="rId323" Type="http://schemas.openxmlformats.org/officeDocument/2006/relationships/customXml" Target="../ink/ink583.xml"/><Relationship Id="rId20" Type="http://schemas.openxmlformats.org/officeDocument/2006/relationships/image" Target="../media/image428.png"/><Relationship Id="rId41" Type="http://schemas.openxmlformats.org/officeDocument/2006/relationships/customXml" Target="../ink/ink442.xml"/><Relationship Id="rId62" Type="http://schemas.openxmlformats.org/officeDocument/2006/relationships/image" Target="../media/image449.png"/><Relationship Id="rId83" Type="http://schemas.openxmlformats.org/officeDocument/2006/relationships/customXml" Target="../ink/ink463.xml"/><Relationship Id="rId179" Type="http://schemas.openxmlformats.org/officeDocument/2006/relationships/customXml" Target="../ink/ink511.xml"/><Relationship Id="rId190" Type="http://schemas.openxmlformats.org/officeDocument/2006/relationships/image" Target="../media/image513.png"/><Relationship Id="rId204" Type="http://schemas.openxmlformats.org/officeDocument/2006/relationships/image" Target="../media/image520.png"/><Relationship Id="rId225" Type="http://schemas.openxmlformats.org/officeDocument/2006/relationships/customXml" Target="../ink/ink534.xml"/><Relationship Id="rId246" Type="http://schemas.openxmlformats.org/officeDocument/2006/relationships/image" Target="../media/image541.png"/><Relationship Id="rId267" Type="http://schemas.openxmlformats.org/officeDocument/2006/relationships/customXml" Target="../ink/ink555.xml"/><Relationship Id="rId288" Type="http://schemas.openxmlformats.org/officeDocument/2006/relationships/image" Target="../media/image562.png"/><Relationship Id="rId106" Type="http://schemas.openxmlformats.org/officeDocument/2006/relationships/image" Target="../media/image471.png"/><Relationship Id="rId127" Type="http://schemas.openxmlformats.org/officeDocument/2006/relationships/customXml" Target="../ink/ink485.xml"/><Relationship Id="rId313" Type="http://schemas.openxmlformats.org/officeDocument/2006/relationships/customXml" Target="../ink/ink578.xml"/><Relationship Id="rId10" Type="http://schemas.openxmlformats.org/officeDocument/2006/relationships/image" Target="../media/image423.png"/><Relationship Id="rId31" Type="http://schemas.openxmlformats.org/officeDocument/2006/relationships/customXml" Target="../ink/ink437.xml"/><Relationship Id="rId52" Type="http://schemas.openxmlformats.org/officeDocument/2006/relationships/image" Target="../media/image444.png"/><Relationship Id="rId73" Type="http://schemas.openxmlformats.org/officeDocument/2006/relationships/customXml" Target="../ink/ink458.xml"/><Relationship Id="rId94" Type="http://schemas.openxmlformats.org/officeDocument/2006/relationships/image" Target="../media/image465.png"/><Relationship Id="rId148" Type="http://schemas.openxmlformats.org/officeDocument/2006/relationships/image" Target="../media/image492.png"/><Relationship Id="rId169" Type="http://schemas.openxmlformats.org/officeDocument/2006/relationships/customXml" Target="../ink/ink506.xml"/><Relationship Id="rId334" Type="http://schemas.openxmlformats.org/officeDocument/2006/relationships/image" Target="../media/image585.png"/><Relationship Id="rId4" Type="http://schemas.openxmlformats.org/officeDocument/2006/relationships/image" Target="../media/image420.png"/><Relationship Id="rId180" Type="http://schemas.openxmlformats.org/officeDocument/2006/relationships/image" Target="../media/image508.png"/><Relationship Id="rId215" Type="http://schemas.openxmlformats.org/officeDocument/2006/relationships/customXml" Target="../ink/ink529.xml"/><Relationship Id="rId236" Type="http://schemas.openxmlformats.org/officeDocument/2006/relationships/image" Target="../media/image536.png"/><Relationship Id="rId257" Type="http://schemas.openxmlformats.org/officeDocument/2006/relationships/customXml" Target="../ink/ink550.xml"/><Relationship Id="rId278" Type="http://schemas.openxmlformats.org/officeDocument/2006/relationships/image" Target="../media/image557.png"/><Relationship Id="rId303" Type="http://schemas.openxmlformats.org/officeDocument/2006/relationships/customXml" Target="../ink/ink573.xml"/><Relationship Id="rId42" Type="http://schemas.openxmlformats.org/officeDocument/2006/relationships/image" Target="../media/image439.png"/><Relationship Id="rId84" Type="http://schemas.openxmlformats.org/officeDocument/2006/relationships/image" Target="../media/image460.png"/><Relationship Id="rId138" Type="http://schemas.openxmlformats.org/officeDocument/2006/relationships/image" Target="../media/image487.png"/><Relationship Id="rId191" Type="http://schemas.openxmlformats.org/officeDocument/2006/relationships/customXml" Target="../ink/ink517.xml"/><Relationship Id="rId205" Type="http://schemas.openxmlformats.org/officeDocument/2006/relationships/customXml" Target="../ink/ink524.xml"/><Relationship Id="rId247" Type="http://schemas.openxmlformats.org/officeDocument/2006/relationships/customXml" Target="../ink/ink545.xml"/><Relationship Id="rId107" Type="http://schemas.openxmlformats.org/officeDocument/2006/relationships/customXml" Target="../ink/ink475.xml"/><Relationship Id="rId289" Type="http://schemas.openxmlformats.org/officeDocument/2006/relationships/customXml" Target="../ink/ink566.xml"/><Relationship Id="rId11" Type="http://schemas.openxmlformats.org/officeDocument/2006/relationships/customXml" Target="../ink/ink427.xml"/><Relationship Id="rId53" Type="http://schemas.openxmlformats.org/officeDocument/2006/relationships/customXml" Target="../ink/ink448.xml"/><Relationship Id="rId149" Type="http://schemas.openxmlformats.org/officeDocument/2006/relationships/customXml" Target="../ink/ink496.xml"/><Relationship Id="rId314" Type="http://schemas.openxmlformats.org/officeDocument/2006/relationships/image" Target="../media/image575.png"/><Relationship Id="rId95" Type="http://schemas.openxmlformats.org/officeDocument/2006/relationships/customXml" Target="../ink/ink469.xml"/><Relationship Id="rId160" Type="http://schemas.openxmlformats.org/officeDocument/2006/relationships/image" Target="../media/image498.png"/><Relationship Id="rId216" Type="http://schemas.openxmlformats.org/officeDocument/2006/relationships/image" Target="../media/image526.png"/><Relationship Id="rId258" Type="http://schemas.openxmlformats.org/officeDocument/2006/relationships/image" Target="../media/image547.png"/><Relationship Id="rId22" Type="http://schemas.openxmlformats.org/officeDocument/2006/relationships/image" Target="../media/image429.png"/><Relationship Id="rId64" Type="http://schemas.openxmlformats.org/officeDocument/2006/relationships/image" Target="../media/image450.png"/><Relationship Id="rId118" Type="http://schemas.openxmlformats.org/officeDocument/2006/relationships/image" Target="../media/image477.png"/><Relationship Id="rId325" Type="http://schemas.openxmlformats.org/officeDocument/2006/relationships/customXml" Target="../ink/ink584.xml"/><Relationship Id="rId171" Type="http://schemas.openxmlformats.org/officeDocument/2006/relationships/customXml" Target="../ink/ink507.xml"/><Relationship Id="rId227" Type="http://schemas.openxmlformats.org/officeDocument/2006/relationships/customXml" Target="../ink/ink535.xml"/><Relationship Id="rId269" Type="http://schemas.openxmlformats.org/officeDocument/2006/relationships/customXml" Target="../ink/ink556.xml"/><Relationship Id="rId33" Type="http://schemas.openxmlformats.org/officeDocument/2006/relationships/customXml" Target="../ink/ink438.xml"/><Relationship Id="rId129" Type="http://schemas.openxmlformats.org/officeDocument/2006/relationships/customXml" Target="../ink/ink486.xml"/><Relationship Id="rId280" Type="http://schemas.openxmlformats.org/officeDocument/2006/relationships/image" Target="../media/image558.png"/><Relationship Id="rId336" Type="http://schemas.openxmlformats.org/officeDocument/2006/relationships/image" Target="../media/image586.png"/><Relationship Id="rId75" Type="http://schemas.openxmlformats.org/officeDocument/2006/relationships/customXml" Target="../ink/ink459.xml"/><Relationship Id="rId140" Type="http://schemas.openxmlformats.org/officeDocument/2006/relationships/image" Target="../media/image488.png"/><Relationship Id="rId182" Type="http://schemas.openxmlformats.org/officeDocument/2006/relationships/image" Target="../media/image509.png"/><Relationship Id="rId6" Type="http://schemas.openxmlformats.org/officeDocument/2006/relationships/image" Target="../media/image421.png"/><Relationship Id="rId238" Type="http://schemas.openxmlformats.org/officeDocument/2006/relationships/image" Target="../media/image537.png"/><Relationship Id="rId291" Type="http://schemas.openxmlformats.org/officeDocument/2006/relationships/customXml" Target="../ink/ink567.xml"/><Relationship Id="rId305" Type="http://schemas.openxmlformats.org/officeDocument/2006/relationships/customXml" Target="../ink/ink574.xml"/><Relationship Id="rId44" Type="http://schemas.openxmlformats.org/officeDocument/2006/relationships/image" Target="../media/image440.png"/><Relationship Id="rId86" Type="http://schemas.openxmlformats.org/officeDocument/2006/relationships/image" Target="../media/image461.png"/><Relationship Id="rId151" Type="http://schemas.openxmlformats.org/officeDocument/2006/relationships/customXml" Target="../ink/ink497.xml"/><Relationship Id="rId193" Type="http://schemas.openxmlformats.org/officeDocument/2006/relationships/customXml" Target="../ink/ink518.xml"/><Relationship Id="rId207" Type="http://schemas.openxmlformats.org/officeDocument/2006/relationships/customXml" Target="../ink/ink525.xml"/><Relationship Id="rId249" Type="http://schemas.openxmlformats.org/officeDocument/2006/relationships/customXml" Target="../ink/ink546.xml"/><Relationship Id="rId13" Type="http://schemas.openxmlformats.org/officeDocument/2006/relationships/customXml" Target="../ink/ink428.xml"/><Relationship Id="rId109" Type="http://schemas.openxmlformats.org/officeDocument/2006/relationships/customXml" Target="../ink/ink476.xml"/><Relationship Id="rId260" Type="http://schemas.openxmlformats.org/officeDocument/2006/relationships/image" Target="../media/image548.png"/><Relationship Id="rId316" Type="http://schemas.openxmlformats.org/officeDocument/2006/relationships/image" Target="../media/image576.png"/><Relationship Id="rId55" Type="http://schemas.openxmlformats.org/officeDocument/2006/relationships/customXml" Target="../ink/ink449.xml"/><Relationship Id="rId97" Type="http://schemas.openxmlformats.org/officeDocument/2006/relationships/customXml" Target="../ink/ink470.xml"/><Relationship Id="rId120" Type="http://schemas.openxmlformats.org/officeDocument/2006/relationships/image" Target="../media/image478.png"/><Relationship Id="rId162" Type="http://schemas.openxmlformats.org/officeDocument/2006/relationships/image" Target="../media/image499.png"/><Relationship Id="rId218" Type="http://schemas.openxmlformats.org/officeDocument/2006/relationships/image" Target="../media/image527.png"/><Relationship Id="rId271" Type="http://schemas.openxmlformats.org/officeDocument/2006/relationships/customXml" Target="../ink/ink557.xml"/><Relationship Id="rId24" Type="http://schemas.openxmlformats.org/officeDocument/2006/relationships/image" Target="../media/image430.png"/><Relationship Id="rId66" Type="http://schemas.openxmlformats.org/officeDocument/2006/relationships/image" Target="../media/image451.png"/><Relationship Id="rId131" Type="http://schemas.openxmlformats.org/officeDocument/2006/relationships/customXml" Target="../ink/ink487.xml"/><Relationship Id="rId327" Type="http://schemas.openxmlformats.org/officeDocument/2006/relationships/customXml" Target="../ink/ink585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97.xml"/><Relationship Id="rId18" Type="http://schemas.openxmlformats.org/officeDocument/2006/relationships/image" Target="../media/image597.png"/><Relationship Id="rId26" Type="http://schemas.openxmlformats.org/officeDocument/2006/relationships/image" Target="../media/image601.png"/><Relationship Id="rId3" Type="http://schemas.openxmlformats.org/officeDocument/2006/relationships/customXml" Target="../ink/ink592.xml"/><Relationship Id="rId21" Type="http://schemas.openxmlformats.org/officeDocument/2006/relationships/customXml" Target="../ink/ink601.xml"/><Relationship Id="rId34" Type="http://schemas.openxmlformats.org/officeDocument/2006/relationships/image" Target="../media/image605.png"/><Relationship Id="rId7" Type="http://schemas.openxmlformats.org/officeDocument/2006/relationships/customXml" Target="../ink/ink594.xml"/><Relationship Id="rId12" Type="http://schemas.openxmlformats.org/officeDocument/2006/relationships/image" Target="../media/image594.png"/><Relationship Id="rId17" Type="http://schemas.openxmlformats.org/officeDocument/2006/relationships/customXml" Target="../ink/ink599.xml"/><Relationship Id="rId25" Type="http://schemas.openxmlformats.org/officeDocument/2006/relationships/customXml" Target="../ink/ink603.xml"/><Relationship Id="rId33" Type="http://schemas.openxmlformats.org/officeDocument/2006/relationships/customXml" Target="../ink/ink607.xml"/><Relationship Id="rId2" Type="http://schemas.openxmlformats.org/officeDocument/2006/relationships/image" Target="../media/image589.png"/><Relationship Id="rId16" Type="http://schemas.openxmlformats.org/officeDocument/2006/relationships/image" Target="../media/image596.png"/><Relationship Id="rId20" Type="http://schemas.openxmlformats.org/officeDocument/2006/relationships/image" Target="../media/image598.png"/><Relationship Id="rId29" Type="http://schemas.openxmlformats.org/officeDocument/2006/relationships/customXml" Target="../ink/ink60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1.png"/><Relationship Id="rId11" Type="http://schemas.openxmlformats.org/officeDocument/2006/relationships/customXml" Target="../ink/ink596.xml"/><Relationship Id="rId24" Type="http://schemas.openxmlformats.org/officeDocument/2006/relationships/image" Target="../media/image600.png"/><Relationship Id="rId32" Type="http://schemas.openxmlformats.org/officeDocument/2006/relationships/image" Target="../media/image604.png"/><Relationship Id="rId5" Type="http://schemas.openxmlformats.org/officeDocument/2006/relationships/customXml" Target="../ink/ink593.xml"/><Relationship Id="rId15" Type="http://schemas.openxmlformats.org/officeDocument/2006/relationships/customXml" Target="../ink/ink598.xml"/><Relationship Id="rId23" Type="http://schemas.openxmlformats.org/officeDocument/2006/relationships/customXml" Target="../ink/ink602.xml"/><Relationship Id="rId28" Type="http://schemas.openxmlformats.org/officeDocument/2006/relationships/image" Target="../media/image602.png"/><Relationship Id="rId36" Type="http://schemas.openxmlformats.org/officeDocument/2006/relationships/image" Target="../media/image606.png"/><Relationship Id="rId10" Type="http://schemas.openxmlformats.org/officeDocument/2006/relationships/image" Target="../media/image593.png"/><Relationship Id="rId19" Type="http://schemas.openxmlformats.org/officeDocument/2006/relationships/customXml" Target="../ink/ink600.xml"/><Relationship Id="rId31" Type="http://schemas.openxmlformats.org/officeDocument/2006/relationships/customXml" Target="../ink/ink606.xml"/><Relationship Id="rId4" Type="http://schemas.openxmlformats.org/officeDocument/2006/relationships/image" Target="../media/image590.png"/><Relationship Id="rId9" Type="http://schemas.openxmlformats.org/officeDocument/2006/relationships/customXml" Target="../ink/ink595.xml"/><Relationship Id="rId14" Type="http://schemas.openxmlformats.org/officeDocument/2006/relationships/image" Target="../media/image595.png"/><Relationship Id="rId22" Type="http://schemas.openxmlformats.org/officeDocument/2006/relationships/image" Target="../media/image599.png"/><Relationship Id="rId27" Type="http://schemas.openxmlformats.org/officeDocument/2006/relationships/customXml" Target="../ink/ink604.xml"/><Relationship Id="rId30" Type="http://schemas.openxmlformats.org/officeDocument/2006/relationships/image" Target="../media/image603.png"/><Relationship Id="rId35" Type="http://schemas.openxmlformats.org/officeDocument/2006/relationships/customXml" Target="../ink/ink608.xml"/><Relationship Id="rId8" Type="http://schemas.openxmlformats.org/officeDocument/2006/relationships/image" Target="../media/image59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20.png"/><Relationship Id="rId21" Type="http://schemas.openxmlformats.org/officeDocument/2006/relationships/customXml" Target="../ink/ink618.xml"/><Relationship Id="rId42" Type="http://schemas.openxmlformats.org/officeDocument/2006/relationships/image" Target="../media/image628.png"/><Relationship Id="rId47" Type="http://schemas.openxmlformats.org/officeDocument/2006/relationships/customXml" Target="../ink/ink631.xml"/><Relationship Id="rId63" Type="http://schemas.openxmlformats.org/officeDocument/2006/relationships/customXml" Target="../ink/ink639.xml"/><Relationship Id="rId68" Type="http://schemas.openxmlformats.org/officeDocument/2006/relationships/image" Target="../media/image641.png"/><Relationship Id="rId84" Type="http://schemas.openxmlformats.org/officeDocument/2006/relationships/image" Target="../media/image649.png"/><Relationship Id="rId16" Type="http://schemas.openxmlformats.org/officeDocument/2006/relationships/image" Target="../media/image615.png"/><Relationship Id="rId11" Type="http://schemas.openxmlformats.org/officeDocument/2006/relationships/customXml" Target="../ink/ink613.xml"/><Relationship Id="rId32" Type="http://schemas.openxmlformats.org/officeDocument/2006/relationships/image" Target="../media/image623.png"/><Relationship Id="rId37" Type="http://schemas.openxmlformats.org/officeDocument/2006/relationships/customXml" Target="../ink/ink626.xml"/><Relationship Id="rId53" Type="http://schemas.openxmlformats.org/officeDocument/2006/relationships/customXml" Target="../ink/ink634.xml"/><Relationship Id="rId58" Type="http://schemas.openxmlformats.org/officeDocument/2006/relationships/image" Target="../media/image636.png"/><Relationship Id="rId74" Type="http://schemas.openxmlformats.org/officeDocument/2006/relationships/image" Target="../media/image644.png"/><Relationship Id="rId79" Type="http://schemas.openxmlformats.org/officeDocument/2006/relationships/customXml" Target="../ink/ink647.xml"/><Relationship Id="rId5" Type="http://schemas.openxmlformats.org/officeDocument/2006/relationships/customXml" Target="../ink/ink610.xml"/><Relationship Id="rId19" Type="http://schemas.openxmlformats.org/officeDocument/2006/relationships/customXml" Target="../ink/ink617.xml"/><Relationship Id="rId14" Type="http://schemas.openxmlformats.org/officeDocument/2006/relationships/image" Target="../media/image614.png"/><Relationship Id="rId22" Type="http://schemas.openxmlformats.org/officeDocument/2006/relationships/image" Target="../media/image618.png"/><Relationship Id="rId27" Type="http://schemas.openxmlformats.org/officeDocument/2006/relationships/customXml" Target="../ink/ink621.xml"/><Relationship Id="rId30" Type="http://schemas.openxmlformats.org/officeDocument/2006/relationships/image" Target="../media/image622.png"/><Relationship Id="rId35" Type="http://schemas.openxmlformats.org/officeDocument/2006/relationships/customXml" Target="../ink/ink625.xml"/><Relationship Id="rId43" Type="http://schemas.openxmlformats.org/officeDocument/2006/relationships/customXml" Target="../ink/ink629.xml"/><Relationship Id="rId48" Type="http://schemas.openxmlformats.org/officeDocument/2006/relationships/image" Target="../media/image631.png"/><Relationship Id="rId56" Type="http://schemas.openxmlformats.org/officeDocument/2006/relationships/image" Target="../media/image635.png"/><Relationship Id="rId64" Type="http://schemas.openxmlformats.org/officeDocument/2006/relationships/image" Target="../media/image639.png"/><Relationship Id="rId69" Type="http://schemas.openxmlformats.org/officeDocument/2006/relationships/customXml" Target="../ink/ink642.xml"/><Relationship Id="rId77" Type="http://schemas.openxmlformats.org/officeDocument/2006/relationships/customXml" Target="../ink/ink646.xml"/><Relationship Id="rId8" Type="http://schemas.openxmlformats.org/officeDocument/2006/relationships/image" Target="../media/image611.png"/><Relationship Id="rId51" Type="http://schemas.openxmlformats.org/officeDocument/2006/relationships/customXml" Target="../ink/ink633.xml"/><Relationship Id="rId72" Type="http://schemas.openxmlformats.org/officeDocument/2006/relationships/image" Target="../media/image643.png"/><Relationship Id="rId80" Type="http://schemas.openxmlformats.org/officeDocument/2006/relationships/image" Target="../media/image647.png"/><Relationship Id="rId85" Type="http://schemas.openxmlformats.org/officeDocument/2006/relationships/customXml" Target="../ink/ink650.xml"/><Relationship Id="rId3" Type="http://schemas.openxmlformats.org/officeDocument/2006/relationships/customXml" Target="../ink/ink609.xml"/><Relationship Id="rId12" Type="http://schemas.openxmlformats.org/officeDocument/2006/relationships/image" Target="../media/image613.png"/><Relationship Id="rId17" Type="http://schemas.openxmlformats.org/officeDocument/2006/relationships/customXml" Target="../ink/ink616.xml"/><Relationship Id="rId25" Type="http://schemas.openxmlformats.org/officeDocument/2006/relationships/customXml" Target="../ink/ink620.xml"/><Relationship Id="rId33" Type="http://schemas.openxmlformats.org/officeDocument/2006/relationships/customXml" Target="../ink/ink624.xml"/><Relationship Id="rId38" Type="http://schemas.openxmlformats.org/officeDocument/2006/relationships/image" Target="../media/image626.png"/><Relationship Id="rId46" Type="http://schemas.openxmlformats.org/officeDocument/2006/relationships/image" Target="../media/image630.png"/><Relationship Id="rId59" Type="http://schemas.openxmlformats.org/officeDocument/2006/relationships/customXml" Target="../ink/ink637.xml"/><Relationship Id="rId67" Type="http://schemas.openxmlformats.org/officeDocument/2006/relationships/customXml" Target="../ink/ink641.xml"/><Relationship Id="rId20" Type="http://schemas.openxmlformats.org/officeDocument/2006/relationships/image" Target="../media/image617.png"/><Relationship Id="rId41" Type="http://schemas.openxmlformats.org/officeDocument/2006/relationships/customXml" Target="../ink/ink628.xml"/><Relationship Id="rId54" Type="http://schemas.openxmlformats.org/officeDocument/2006/relationships/image" Target="../media/image634.png"/><Relationship Id="rId62" Type="http://schemas.openxmlformats.org/officeDocument/2006/relationships/image" Target="../media/image638.png"/><Relationship Id="rId70" Type="http://schemas.openxmlformats.org/officeDocument/2006/relationships/image" Target="../media/image642.png"/><Relationship Id="rId75" Type="http://schemas.openxmlformats.org/officeDocument/2006/relationships/customXml" Target="../ink/ink645.xml"/><Relationship Id="rId83" Type="http://schemas.openxmlformats.org/officeDocument/2006/relationships/customXml" Target="../ink/ink6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15" Type="http://schemas.openxmlformats.org/officeDocument/2006/relationships/customXml" Target="../ink/ink615.xml"/><Relationship Id="rId23" Type="http://schemas.openxmlformats.org/officeDocument/2006/relationships/customXml" Target="../ink/ink619.xml"/><Relationship Id="rId28" Type="http://schemas.openxmlformats.org/officeDocument/2006/relationships/image" Target="../media/image621.png"/><Relationship Id="rId36" Type="http://schemas.openxmlformats.org/officeDocument/2006/relationships/image" Target="../media/image625.png"/><Relationship Id="rId49" Type="http://schemas.openxmlformats.org/officeDocument/2006/relationships/customXml" Target="../ink/ink632.xml"/><Relationship Id="rId57" Type="http://schemas.openxmlformats.org/officeDocument/2006/relationships/customXml" Target="../ink/ink636.xml"/><Relationship Id="rId10" Type="http://schemas.openxmlformats.org/officeDocument/2006/relationships/image" Target="../media/image612.png"/><Relationship Id="rId31" Type="http://schemas.openxmlformats.org/officeDocument/2006/relationships/customXml" Target="../ink/ink623.xml"/><Relationship Id="rId44" Type="http://schemas.openxmlformats.org/officeDocument/2006/relationships/image" Target="../media/image629.png"/><Relationship Id="rId52" Type="http://schemas.openxmlformats.org/officeDocument/2006/relationships/image" Target="../media/image633.png"/><Relationship Id="rId60" Type="http://schemas.openxmlformats.org/officeDocument/2006/relationships/image" Target="../media/image637.png"/><Relationship Id="rId65" Type="http://schemas.openxmlformats.org/officeDocument/2006/relationships/customXml" Target="../ink/ink640.xml"/><Relationship Id="rId73" Type="http://schemas.openxmlformats.org/officeDocument/2006/relationships/customXml" Target="../ink/ink644.xml"/><Relationship Id="rId78" Type="http://schemas.openxmlformats.org/officeDocument/2006/relationships/image" Target="../media/image646.png"/><Relationship Id="rId81" Type="http://schemas.openxmlformats.org/officeDocument/2006/relationships/customXml" Target="../ink/ink648.xml"/><Relationship Id="rId86" Type="http://schemas.openxmlformats.org/officeDocument/2006/relationships/image" Target="../media/image650.png"/><Relationship Id="rId4" Type="http://schemas.openxmlformats.org/officeDocument/2006/relationships/image" Target="../media/image609.png"/><Relationship Id="rId9" Type="http://schemas.openxmlformats.org/officeDocument/2006/relationships/customXml" Target="../ink/ink612.xml"/><Relationship Id="rId13" Type="http://schemas.openxmlformats.org/officeDocument/2006/relationships/customXml" Target="../ink/ink614.xml"/><Relationship Id="rId18" Type="http://schemas.openxmlformats.org/officeDocument/2006/relationships/image" Target="../media/image616.png"/><Relationship Id="rId39" Type="http://schemas.openxmlformats.org/officeDocument/2006/relationships/customXml" Target="../ink/ink627.xml"/><Relationship Id="rId34" Type="http://schemas.openxmlformats.org/officeDocument/2006/relationships/image" Target="../media/image624.png"/><Relationship Id="rId50" Type="http://schemas.openxmlformats.org/officeDocument/2006/relationships/image" Target="../media/image632.png"/><Relationship Id="rId55" Type="http://schemas.openxmlformats.org/officeDocument/2006/relationships/customXml" Target="../ink/ink635.xml"/><Relationship Id="rId76" Type="http://schemas.openxmlformats.org/officeDocument/2006/relationships/image" Target="../media/image645.png"/><Relationship Id="rId7" Type="http://schemas.openxmlformats.org/officeDocument/2006/relationships/customXml" Target="../ink/ink611.xml"/><Relationship Id="rId71" Type="http://schemas.openxmlformats.org/officeDocument/2006/relationships/customXml" Target="../ink/ink643.xml"/><Relationship Id="rId2" Type="http://schemas.openxmlformats.org/officeDocument/2006/relationships/image" Target="../media/image608.png"/><Relationship Id="rId29" Type="http://schemas.openxmlformats.org/officeDocument/2006/relationships/customXml" Target="../ink/ink622.xml"/><Relationship Id="rId24" Type="http://schemas.openxmlformats.org/officeDocument/2006/relationships/image" Target="../media/image619.png"/><Relationship Id="rId40" Type="http://schemas.openxmlformats.org/officeDocument/2006/relationships/image" Target="../media/image627.png"/><Relationship Id="rId45" Type="http://schemas.openxmlformats.org/officeDocument/2006/relationships/customXml" Target="../ink/ink630.xml"/><Relationship Id="rId66" Type="http://schemas.openxmlformats.org/officeDocument/2006/relationships/image" Target="../media/image640.png"/><Relationship Id="rId61" Type="http://schemas.openxmlformats.org/officeDocument/2006/relationships/customXml" Target="../ink/ink638.xml"/><Relationship Id="rId82" Type="http://schemas.openxmlformats.org/officeDocument/2006/relationships/image" Target="../media/image648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08.xml"/><Relationship Id="rId299" Type="http://schemas.openxmlformats.org/officeDocument/2006/relationships/customXml" Target="../ink/ink799.xml"/><Relationship Id="rId21" Type="http://schemas.openxmlformats.org/officeDocument/2006/relationships/customXml" Target="../ink/ink660.xml"/><Relationship Id="rId63" Type="http://schemas.openxmlformats.org/officeDocument/2006/relationships/customXml" Target="../ink/ink681.xml"/><Relationship Id="rId159" Type="http://schemas.openxmlformats.org/officeDocument/2006/relationships/customXml" Target="../ink/ink729.xml"/><Relationship Id="rId324" Type="http://schemas.openxmlformats.org/officeDocument/2006/relationships/image" Target="../media/image811.png"/><Relationship Id="rId366" Type="http://schemas.openxmlformats.org/officeDocument/2006/relationships/image" Target="../media/image832.png"/><Relationship Id="rId170" Type="http://schemas.openxmlformats.org/officeDocument/2006/relationships/image" Target="../media/image735.png"/><Relationship Id="rId226" Type="http://schemas.openxmlformats.org/officeDocument/2006/relationships/image" Target="../media/image762.png"/><Relationship Id="rId268" Type="http://schemas.openxmlformats.org/officeDocument/2006/relationships/image" Target="../media/image783.png"/><Relationship Id="rId32" Type="http://schemas.openxmlformats.org/officeDocument/2006/relationships/image" Target="../media/image666.png"/><Relationship Id="rId74" Type="http://schemas.openxmlformats.org/officeDocument/2006/relationships/image" Target="../media/image687.png"/><Relationship Id="rId128" Type="http://schemas.openxmlformats.org/officeDocument/2006/relationships/image" Target="../media/image714.png"/><Relationship Id="rId335" Type="http://schemas.openxmlformats.org/officeDocument/2006/relationships/customXml" Target="../ink/ink817.xml"/><Relationship Id="rId5" Type="http://schemas.openxmlformats.org/officeDocument/2006/relationships/customXml" Target="../ink/ink652.xml"/><Relationship Id="rId181" Type="http://schemas.openxmlformats.org/officeDocument/2006/relationships/customXml" Target="../ink/ink740.xml"/><Relationship Id="rId237" Type="http://schemas.openxmlformats.org/officeDocument/2006/relationships/customXml" Target="../ink/ink768.xml"/><Relationship Id="rId279" Type="http://schemas.openxmlformats.org/officeDocument/2006/relationships/customXml" Target="../ink/ink789.xml"/><Relationship Id="rId43" Type="http://schemas.openxmlformats.org/officeDocument/2006/relationships/customXml" Target="../ink/ink671.xml"/><Relationship Id="rId139" Type="http://schemas.openxmlformats.org/officeDocument/2006/relationships/customXml" Target="../ink/ink719.xml"/><Relationship Id="rId290" Type="http://schemas.openxmlformats.org/officeDocument/2006/relationships/image" Target="../media/image794.png"/><Relationship Id="rId304" Type="http://schemas.openxmlformats.org/officeDocument/2006/relationships/image" Target="../media/image801.png"/><Relationship Id="rId346" Type="http://schemas.openxmlformats.org/officeDocument/2006/relationships/image" Target="../media/image822.png"/><Relationship Id="rId85" Type="http://schemas.openxmlformats.org/officeDocument/2006/relationships/customXml" Target="../ink/ink692.xml"/><Relationship Id="rId150" Type="http://schemas.openxmlformats.org/officeDocument/2006/relationships/image" Target="../media/image725.png"/><Relationship Id="rId192" Type="http://schemas.openxmlformats.org/officeDocument/2006/relationships/image" Target="../media/image746.png"/><Relationship Id="rId206" Type="http://schemas.openxmlformats.org/officeDocument/2006/relationships/image" Target="../media/image752.png"/><Relationship Id="rId248" Type="http://schemas.openxmlformats.org/officeDocument/2006/relationships/image" Target="../media/image773.png"/><Relationship Id="rId12" Type="http://schemas.openxmlformats.org/officeDocument/2006/relationships/image" Target="../media/image656.png"/><Relationship Id="rId108" Type="http://schemas.openxmlformats.org/officeDocument/2006/relationships/image" Target="../media/image704.png"/><Relationship Id="rId315" Type="http://schemas.openxmlformats.org/officeDocument/2006/relationships/customXml" Target="../ink/ink807.xml"/><Relationship Id="rId357" Type="http://schemas.openxmlformats.org/officeDocument/2006/relationships/customXml" Target="../ink/ink828.xml"/><Relationship Id="rId54" Type="http://schemas.openxmlformats.org/officeDocument/2006/relationships/image" Target="../media/image677.png"/><Relationship Id="rId96" Type="http://schemas.openxmlformats.org/officeDocument/2006/relationships/image" Target="../media/image698.png"/><Relationship Id="rId161" Type="http://schemas.openxmlformats.org/officeDocument/2006/relationships/customXml" Target="../ink/ink730.xml"/><Relationship Id="rId217" Type="http://schemas.openxmlformats.org/officeDocument/2006/relationships/customXml" Target="../ink/ink758.xml"/><Relationship Id="rId259" Type="http://schemas.openxmlformats.org/officeDocument/2006/relationships/customXml" Target="../ink/ink779.xml"/><Relationship Id="rId23" Type="http://schemas.openxmlformats.org/officeDocument/2006/relationships/customXml" Target="../ink/ink661.xml"/><Relationship Id="rId119" Type="http://schemas.openxmlformats.org/officeDocument/2006/relationships/customXml" Target="../ink/ink709.xml"/><Relationship Id="rId270" Type="http://schemas.openxmlformats.org/officeDocument/2006/relationships/image" Target="../media/image784.png"/><Relationship Id="rId326" Type="http://schemas.openxmlformats.org/officeDocument/2006/relationships/image" Target="../media/image812.png"/><Relationship Id="rId65" Type="http://schemas.openxmlformats.org/officeDocument/2006/relationships/customXml" Target="../ink/ink682.xml"/><Relationship Id="rId130" Type="http://schemas.openxmlformats.org/officeDocument/2006/relationships/image" Target="../media/image715.png"/><Relationship Id="rId368" Type="http://schemas.openxmlformats.org/officeDocument/2006/relationships/image" Target="../media/image833.png"/><Relationship Id="rId172" Type="http://schemas.openxmlformats.org/officeDocument/2006/relationships/image" Target="../media/image736.png"/><Relationship Id="rId228" Type="http://schemas.openxmlformats.org/officeDocument/2006/relationships/image" Target="../media/image763.png"/><Relationship Id="rId281" Type="http://schemas.openxmlformats.org/officeDocument/2006/relationships/customXml" Target="../ink/ink790.xml"/><Relationship Id="rId337" Type="http://schemas.openxmlformats.org/officeDocument/2006/relationships/customXml" Target="../ink/ink818.xml"/><Relationship Id="rId34" Type="http://schemas.openxmlformats.org/officeDocument/2006/relationships/image" Target="../media/image667.png"/><Relationship Id="rId76" Type="http://schemas.openxmlformats.org/officeDocument/2006/relationships/image" Target="../media/image688.png"/><Relationship Id="rId141" Type="http://schemas.openxmlformats.org/officeDocument/2006/relationships/customXml" Target="../ink/ink720.xml"/><Relationship Id="rId7" Type="http://schemas.openxmlformats.org/officeDocument/2006/relationships/customXml" Target="../ink/ink653.xml"/><Relationship Id="rId183" Type="http://schemas.openxmlformats.org/officeDocument/2006/relationships/customXml" Target="../ink/ink741.xml"/><Relationship Id="rId239" Type="http://schemas.openxmlformats.org/officeDocument/2006/relationships/customXml" Target="../ink/ink769.xml"/><Relationship Id="rId250" Type="http://schemas.openxmlformats.org/officeDocument/2006/relationships/image" Target="../media/image774.png"/><Relationship Id="rId292" Type="http://schemas.openxmlformats.org/officeDocument/2006/relationships/image" Target="../media/image795.png"/><Relationship Id="rId306" Type="http://schemas.openxmlformats.org/officeDocument/2006/relationships/image" Target="../media/image802.png"/><Relationship Id="rId45" Type="http://schemas.openxmlformats.org/officeDocument/2006/relationships/customXml" Target="../ink/ink672.xml"/><Relationship Id="rId87" Type="http://schemas.openxmlformats.org/officeDocument/2006/relationships/customXml" Target="../ink/ink693.xml"/><Relationship Id="rId110" Type="http://schemas.openxmlformats.org/officeDocument/2006/relationships/image" Target="../media/image705.png"/><Relationship Id="rId348" Type="http://schemas.openxmlformats.org/officeDocument/2006/relationships/image" Target="../media/image823.png"/><Relationship Id="rId152" Type="http://schemas.openxmlformats.org/officeDocument/2006/relationships/image" Target="../media/image726.png"/><Relationship Id="rId194" Type="http://schemas.openxmlformats.org/officeDocument/2006/relationships/image" Target="../media/image747.png"/><Relationship Id="rId208" Type="http://schemas.openxmlformats.org/officeDocument/2006/relationships/image" Target="../media/image753.png"/><Relationship Id="rId261" Type="http://schemas.openxmlformats.org/officeDocument/2006/relationships/customXml" Target="../ink/ink780.xml"/><Relationship Id="rId14" Type="http://schemas.openxmlformats.org/officeDocument/2006/relationships/image" Target="../media/image657.png"/><Relationship Id="rId56" Type="http://schemas.openxmlformats.org/officeDocument/2006/relationships/image" Target="../media/image678.png"/><Relationship Id="rId317" Type="http://schemas.openxmlformats.org/officeDocument/2006/relationships/customXml" Target="../ink/ink808.xml"/><Relationship Id="rId359" Type="http://schemas.openxmlformats.org/officeDocument/2006/relationships/customXml" Target="../ink/ink829.xml"/><Relationship Id="rId98" Type="http://schemas.openxmlformats.org/officeDocument/2006/relationships/image" Target="../media/image699.png"/><Relationship Id="rId121" Type="http://schemas.openxmlformats.org/officeDocument/2006/relationships/customXml" Target="../ink/ink710.xml"/><Relationship Id="rId163" Type="http://schemas.openxmlformats.org/officeDocument/2006/relationships/customXml" Target="../ink/ink731.xml"/><Relationship Id="rId219" Type="http://schemas.openxmlformats.org/officeDocument/2006/relationships/customXml" Target="../ink/ink759.xml"/><Relationship Id="rId370" Type="http://schemas.openxmlformats.org/officeDocument/2006/relationships/image" Target="../media/image834.png"/><Relationship Id="rId230" Type="http://schemas.openxmlformats.org/officeDocument/2006/relationships/image" Target="../media/image764.png"/><Relationship Id="rId25" Type="http://schemas.openxmlformats.org/officeDocument/2006/relationships/customXml" Target="../ink/ink662.xml"/><Relationship Id="rId67" Type="http://schemas.openxmlformats.org/officeDocument/2006/relationships/customXml" Target="../ink/ink683.xml"/><Relationship Id="rId272" Type="http://schemas.openxmlformats.org/officeDocument/2006/relationships/image" Target="../media/image785.png"/><Relationship Id="rId328" Type="http://schemas.openxmlformats.org/officeDocument/2006/relationships/image" Target="../media/image813.png"/><Relationship Id="rId132" Type="http://schemas.openxmlformats.org/officeDocument/2006/relationships/image" Target="../media/image716.png"/><Relationship Id="rId174" Type="http://schemas.openxmlformats.org/officeDocument/2006/relationships/image" Target="../media/image737.png"/><Relationship Id="rId241" Type="http://schemas.openxmlformats.org/officeDocument/2006/relationships/customXml" Target="../ink/ink770.xml"/><Relationship Id="rId36" Type="http://schemas.openxmlformats.org/officeDocument/2006/relationships/image" Target="../media/image668.png"/><Relationship Id="rId283" Type="http://schemas.openxmlformats.org/officeDocument/2006/relationships/customXml" Target="../ink/ink791.xml"/><Relationship Id="rId339" Type="http://schemas.openxmlformats.org/officeDocument/2006/relationships/customXml" Target="../ink/ink819.xml"/><Relationship Id="rId78" Type="http://schemas.openxmlformats.org/officeDocument/2006/relationships/image" Target="../media/image689.png"/><Relationship Id="rId99" Type="http://schemas.openxmlformats.org/officeDocument/2006/relationships/customXml" Target="../ink/ink699.xml"/><Relationship Id="rId101" Type="http://schemas.openxmlformats.org/officeDocument/2006/relationships/customXml" Target="../ink/ink700.xml"/><Relationship Id="rId122" Type="http://schemas.openxmlformats.org/officeDocument/2006/relationships/image" Target="../media/image711.png"/><Relationship Id="rId143" Type="http://schemas.openxmlformats.org/officeDocument/2006/relationships/customXml" Target="../ink/ink721.xml"/><Relationship Id="rId164" Type="http://schemas.openxmlformats.org/officeDocument/2006/relationships/image" Target="../media/image732.png"/><Relationship Id="rId185" Type="http://schemas.openxmlformats.org/officeDocument/2006/relationships/customXml" Target="../ink/ink742.xml"/><Relationship Id="rId350" Type="http://schemas.openxmlformats.org/officeDocument/2006/relationships/image" Target="../media/image824.png"/><Relationship Id="rId371" Type="http://schemas.openxmlformats.org/officeDocument/2006/relationships/customXml" Target="../ink/ink835.xml"/><Relationship Id="rId9" Type="http://schemas.openxmlformats.org/officeDocument/2006/relationships/customXml" Target="../ink/ink654.xml"/><Relationship Id="rId210" Type="http://schemas.openxmlformats.org/officeDocument/2006/relationships/image" Target="../media/image754.png"/><Relationship Id="rId26" Type="http://schemas.openxmlformats.org/officeDocument/2006/relationships/image" Target="../media/image663.png"/><Relationship Id="rId231" Type="http://schemas.openxmlformats.org/officeDocument/2006/relationships/customXml" Target="../ink/ink765.xml"/><Relationship Id="rId252" Type="http://schemas.openxmlformats.org/officeDocument/2006/relationships/image" Target="../media/image775.png"/><Relationship Id="rId273" Type="http://schemas.openxmlformats.org/officeDocument/2006/relationships/customXml" Target="../ink/ink786.xml"/><Relationship Id="rId294" Type="http://schemas.openxmlformats.org/officeDocument/2006/relationships/image" Target="../media/image796.png"/><Relationship Id="rId308" Type="http://schemas.openxmlformats.org/officeDocument/2006/relationships/image" Target="../media/image803.png"/><Relationship Id="rId329" Type="http://schemas.openxmlformats.org/officeDocument/2006/relationships/customXml" Target="../ink/ink814.xml"/><Relationship Id="rId47" Type="http://schemas.openxmlformats.org/officeDocument/2006/relationships/customXml" Target="../ink/ink673.xml"/><Relationship Id="rId68" Type="http://schemas.openxmlformats.org/officeDocument/2006/relationships/image" Target="../media/image684.png"/><Relationship Id="rId89" Type="http://schemas.openxmlformats.org/officeDocument/2006/relationships/customXml" Target="../ink/ink694.xml"/><Relationship Id="rId112" Type="http://schemas.openxmlformats.org/officeDocument/2006/relationships/image" Target="../media/image706.png"/><Relationship Id="rId133" Type="http://schemas.openxmlformats.org/officeDocument/2006/relationships/customXml" Target="../ink/ink716.xml"/><Relationship Id="rId154" Type="http://schemas.openxmlformats.org/officeDocument/2006/relationships/image" Target="../media/image727.png"/><Relationship Id="rId175" Type="http://schemas.openxmlformats.org/officeDocument/2006/relationships/customXml" Target="../ink/ink737.xml"/><Relationship Id="rId340" Type="http://schemas.openxmlformats.org/officeDocument/2006/relationships/image" Target="../media/image819.png"/><Relationship Id="rId361" Type="http://schemas.openxmlformats.org/officeDocument/2006/relationships/customXml" Target="../ink/ink830.xml"/><Relationship Id="rId196" Type="http://schemas.openxmlformats.org/officeDocument/2006/relationships/image" Target="../media/image748.png"/><Relationship Id="rId200" Type="http://schemas.openxmlformats.org/officeDocument/2006/relationships/image" Target="../media/image154.png"/><Relationship Id="rId16" Type="http://schemas.openxmlformats.org/officeDocument/2006/relationships/image" Target="../media/image658.png"/><Relationship Id="rId221" Type="http://schemas.openxmlformats.org/officeDocument/2006/relationships/customXml" Target="../ink/ink760.xml"/><Relationship Id="rId242" Type="http://schemas.openxmlformats.org/officeDocument/2006/relationships/image" Target="../media/image770.png"/><Relationship Id="rId263" Type="http://schemas.openxmlformats.org/officeDocument/2006/relationships/customXml" Target="../ink/ink781.xml"/><Relationship Id="rId284" Type="http://schemas.openxmlformats.org/officeDocument/2006/relationships/image" Target="../media/image791.png"/><Relationship Id="rId319" Type="http://schemas.openxmlformats.org/officeDocument/2006/relationships/customXml" Target="../ink/ink809.xml"/><Relationship Id="rId37" Type="http://schemas.openxmlformats.org/officeDocument/2006/relationships/customXml" Target="../ink/ink668.xml"/><Relationship Id="rId58" Type="http://schemas.openxmlformats.org/officeDocument/2006/relationships/image" Target="../media/image679.png"/><Relationship Id="rId79" Type="http://schemas.openxmlformats.org/officeDocument/2006/relationships/customXml" Target="../ink/ink689.xml"/><Relationship Id="rId102" Type="http://schemas.openxmlformats.org/officeDocument/2006/relationships/image" Target="../media/image701.png"/><Relationship Id="rId123" Type="http://schemas.openxmlformats.org/officeDocument/2006/relationships/customXml" Target="../ink/ink711.xml"/><Relationship Id="rId144" Type="http://schemas.openxmlformats.org/officeDocument/2006/relationships/image" Target="../media/image722.png"/><Relationship Id="rId330" Type="http://schemas.openxmlformats.org/officeDocument/2006/relationships/image" Target="../media/image814.png"/><Relationship Id="rId90" Type="http://schemas.openxmlformats.org/officeDocument/2006/relationships/image" Target="../media/image695.png"/><Relationship Id="rId165" Type="http://schemas.openxmlformats.org/officeDocument/2006/relationships/customXml" Target="../ink/ink732.xml"/><Relationship Id="rId186" Type="http://schemas.openxmlformats.org/officeDocument/2006/relationships/image" Target="../media/image743.png"/><Relationship Id="rId351" Type="http://schemas.openxmlformats.org/officeDocument/2006/relationships/customXml" Target="../ink/ink825.xml"/><Relationship Id="rId372" Type="http://schemas.openxmlformats.org/officeDocument/2006/relationships/image" Target="../media/image835.png"/><Relationship Id="rId211" Type="http://schemas.openxmlformats.org/officeDocument/2006/relationships/customXml" Target="../ink/ink755.xml"/><Relationship Id="rId232" Type="http://schemas.openxmlformats.org/officeDocument/2006/relationships/image" Target="../media/image765.png"/><Relationship Id="rId253" Type="http://schemas.openxmlformats.org/officeDocument/2006/relationships/customXml" Target="../ink/ink776.xml"/><Relationship Id="rId274" Type="http://schemas.openxmlformats.org/officeDocument/2006/relationships/image" Target="../media/image786.png"/><Relationship Id="rId295" Type="http://schemas.openxmlformats.org/officeDocument/2006/relationships/customXml" Target="../ink/ink797.xml"/><Relationship Id="rId309" Type="http://schemas.openxmlformats.org/officeDocument/2006/relationships/customXml" Target="../ink/ink804.xml"/><Relationship Id="rId27" Type="http://schemas.openxmlformats.org/officeDocument/2006/relationships/customXml" Target="../ink/ink663.xml"/><Relationship Id="rId48" Type="http://schemas.openxmlformats.org/officeDocument/2006/relationships/image" Target="../media/image674.png"/><Relationship Id="rId69" Type="http://schemas.openxmlformats.org/officeDocument/2006/relationships/customXml" Target="../ink/ink684.xml"/><Relationship Id="rId113" Type="http://schemas.openxmlformats.org/officeDocument/2006/relationships/customXml" Target="../ink/ink706.xml"/><Relationship Id="rId134" Type="http://schemas.openxmlformats.org/officeDocument/2006/relationships/image" Target="../media/image717.png"/><Relationship Id="rId320" Type="http://schemas.openxmlformats.org/officeDocument/2006/relationships/image" Target="../media/image809.png"/><Relationship Id="rId80" Type="http://schemas.openxmlformats.org/officeDocument/2006/relationships/image" Target="../media/image690.png"/><Relationship Id="rId155" Type="http://schemas.openxmlformats.org/officeDocument/2006/relationships/customXml" Target="../ink/ink727.xml"/><Relationship Id="rId176" Type="http://schemas.openxmlformats.org/officeDocument/2006/relationships/image" Target="../media/image738.png"/><Relationship Id="rId197" Type="http://schemas.openxmlformats.org/officeDocument/2006/relationships/customXml" Target="../ink/ink748.xml"/><Relationship Id="rId341" Type="http://schemas.openxmlformats.org/officeDocument/2006/relationships/customXml" Target="../ink/ink820.xml"/><Relationship Id="rId362" Type="http://schemas.openxmlformats.org/officeDocument/2006/relationships/image" Target="../media/image830.png"/><Relationship Id="rId201" Type="http://schemas.openxmlformats.org/officeDocument/2006/relationships/customXml" Target="../ink/ink750.xml"/><Relationship Id="rId222" Type="http://schemas.openxmlformats.org/officeDocument/2006/relationships/image" Target="../media/image760.png"/><Relationship Id="rId243" Type="http://schemas.openxmlformats.org/officeDocument/2006/relationships/customXml" Target="../ink/ink771.xml"/><Relationship Id="rId264" Type="http://schemas.openxmlformats.org/officeDocument/2006/relationships/image" Target="../media/image781.png"/><Relationship Id="rId285" Type="http://schemas.openxmlformats.org/officeDocument/2006/relationships/customXml" Target="../ink/ink792.xml"/><Relationship Id="rId17" Type="http://schemas.openxmlformats.org/officeDocument/2006/relationships/customXml" Target="../ink/ink658.xml"/><Relationship Id="rId38" Type="http://schemas.openxmlformats.org/officeDocument/2006/relationships/image" Target="../media/image669.png"/><Relationship Id="rId59" Type="http://schemas.openxmlformats.org/officeDocument/2006/relationships/customXml" Target="../ink/ink679.xml"/><Relationship Id="rId103" Type="http://schemas.openxmlformats.org/officeDocument/2006/relationships/customXml" Target="../ink/ink701.xml"/><Relationship Id="rId124" Type="http://schemas.openxmlformats.org/officeDocument/2006/relationships/image" Target="../media/image712.png"/><Relationship Id="rId310" Type="http://schemas.openxmlformats.org/officeDocument/2006/relationships/image" Target="../media/image804.png"/><Relationship Id="rId70" Type="http://schemas.openxmlformats.org/officeDocument/2006/relationships/image" Target="../media/image685.png"/><Relationship Id="rId91" Type="http://schemas.openxmlformats.org/officeDocument/2006/relationships/customXml" Target="../ink/ink695.xml"/><Relationship Id="rId145" Type="http://schemas.openxmlformats.org/officeDocument/2006/relationships/customXml" Target="../ink/ink722.xml"/><Relationship Id="rId166" Type="http://schemas.openxmlformats.org/officeDocument/2006/relationships/image" Target="../media/image733.png"/><Relationship Id="rId187" Type="http://schemas.openxmlformats.org/officeDocument/2006/relationships/customXml" Target="../ink/ink743.xml"/><Relationship Id="rId331" Type="http://schemas.openxmlformats.org/officeDocument/2006/relationships/customXml" Target="../ink/ink815.xml"/><Relationship Id="rId352" Type="http://schemas.openxmlformats.org/officeDocument/2006/relationships/image" Target="../media/image825.png"/><Relationship Id="rId373" Type="http://schemas.openxmlformats.org/officeDocument/2006/relationships/customXml" Target="../ink/ink836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755.png"/><Relationship Id="rId233" Type="http://schemas.openxmlformats.org/officeDocument/2006/relationships/customXml" Target="../ink/ink766.xml"/><Relationship Id="rId254" Type="http://schemas.openxmlformats.org/officeDocument/2006/relationships/image" Target="../media/image776.png"/><Relationship Id="rId28" Type="http://schemas.openxmlformats.org/officeDocument/2006/relationships/image" Target="../media/image664.png"/><Relationship Id="rId49" Type="http://schemas.openxmlformats.org/officeDocument/2006/relationships/customXml" Target="../ink/ink674.xml"/><Relationship Id="rId114" Type="http://schemas.openxmlformats.org/officeDocument/2006/relationships/image" Target="../media/image707.png"/><Relationship Id="rId275" Type="http://schemas.openxmlformats.org/officeDocument/2006/relationships/customXml" Target="../ink/ink787.xml"/><Relationship Id="rId296" Type="http://schemas.openxmlformats.org/officeDocument/2006/relationships/image" Target="../media/image797.png"/><Relationship Id="rId300" Type="http://schemas.openxmlformats.org/officeDocument/2006/relationships/image" Target="../media/image799.png"/><Relationship Id="rId60" Type="http://schemas.openxmlformats.org/officeDocument/2006/relationships/image" Target="../media/image680.png"/><Relationship Id="rId81" Type="http://schemas.openxmlformats.org/officeDocument/2006/relationships/customXml" Target="../ink/ink690.xml"/><Relationship Id="rId135" Type="http://schemas.openxmlformats.org/officeDocument/2006/relationships/customXml" Target="../ink/ink717.xml"/><Relationship Id="rId156" Type="http://schemas.openxmlformats.org/officeDocument/2006/relationships/image" Target="../media/image728.png"/><Relationship Id="rId177" Type="http://schemas.openxmlformats.org/officeDocument/2006/relationships/customXml" Target="../ink/ink738.xml"/><Relationship Id="rId198" Type="http://schemas.openxmlformats.org/officeDocument/2006/relationships/image" Target="../media/image749.png"/><Relationship Id="rId321" Type="http://schemas.openxmlformats.org/officeDocument/2006/relationships/customXml" Target="../ink/ink810.xml"/><Relationship Id="rId342" Type="http://schemas.openxmlformats.org/officeDocument/2006/relationships/image" Target="../media/image820.png"/><Relationship Id="rId363" Type="http://schemas.openxmlformats.org/officeDocument/2006/relationships/customXml" Target="../ink/ink831.xml"/><Relationship Id="rId202" Type="http://schemas.openxmlformats.org/officeDocument/2006/relationships/image" Target="../media/image750.png"/><Relationship Id="rId223" Type="http://schemas.openxmlformats.org/officeDocument/2006/relationships/customXml" Target="../ink/ink761.xml"/><Relationship Id="rId244" Type="http://schemas.openxmlformats.org/officeDocument/2006/relationships/image" Target="../media/image771.png"/><Relationship Id="rId18" Type="http://schemas.openxmlformats.org/officeDocument/2006/relationships/image" Target="../media/image659.png"/><Relationship Id="rId39" Type="http://schemas.openxmlformats.org/officeDocument/2006/relationships/customXml" Target="../ink/ink669.xml"/><Relationship Id="rId265" Type="http://schemas.openxmlformats.org/officeDocument/2006/relationships/customXml" Target="../ink/ink782.xml"/><Relationship Id="rId286" Type="http://schemas.openxmlformats.org/officeDocument/2006/relationships/image" Target="../media/image792.png"/><Relationship Id="rId50" Type="http://schemas.openxmlformats.org/officeDocument/2006/relationships/image" Target="../media/image675.png"/><Relationship Id="rId104" Type="http://schemas.openxmlformats.org/officeDocument/2006/relationships/image" Target="../media/image702.png"/><Relationship Id="rId125" Type="http://schemas.openxmlformats.org/officeDocument/2006/relationships/customXml" Target="../ink/ink712.xml"/><Relationship Id="rId146" Type="http://schemas.openxmlformats.org/officeDocument/2006/relationships/image" Target="../media/image723.png"/><Relationship Id="rId167" Type="http://schemas.openxmlformats.org/officeDocument/2006/relationships/customXml" Target="../ink/ink733.xml"/><Relationship Id="rId188" Type="http://schemas.openxmlformats.org/officeDocument/2006/relationships/image" Target="../media/image744.png"/><Relationship Id="rId311" Type="http://schemas.openxmlformats.org/officeDocument/2006/relationships/customXml" Target="../ink/ink805.xml"/><Relationship Id="rId332" Type="http://schemas.openxmlformats.org/officeDocument/2006/relationships/image" Target="../media/image815.png"/><Relationship Id="rId353" Type="http://schemas.openxmlformats.org/officeDocument/2006/relationships/customXml" Target="../ink/ink826.xml"/><Relationship Id="rId374" Type="http://schemas.openxmlformats.org/officeDocument/2006/relationships/image" Target="../media/image836.png"/><Relationship Id="rId71" Type="http://schemas.openxmlformats.org/officeDocument/2006/relationships/customXml" Target="../ink/ink685.xml"/><Relationship Id="rId92" Type="http://schemas.openxmlformats.org/officeDocument/2006/relationships/image" Target="../media/image696.png"/><Relationship Id="rId213" Type="http://schemas.openxmlformats.org/officeDocument/2006/relationships/customXml" Target="../ink/ink756.xml"/><Relationship Id="rId234" Type="http://schemas.openxmlformats.org/officeDocument/2006/relationships/image" Target="../media/image766.png"/><Relationship Id="rId2" Type="http://schemas.openxmlformats.org/officeDocument/2006/relationships/image" Target="../media/image651.png"/><Relationship Id="rId29" Type="http://schemas.openxmlformats.org/officeDocument/2006/relationships/customXml" Target="../ink/ink664.xml"/><Relationship Id="rId255" Type="http://schemas.openxmlformats.org/officeDocument/2006/relationships/customXml" Target="../ink/ink777.xml"/><Relationship Id="rId276" Type="http://schemas.openxmlformats.org/officeDocument/2006/relationships/image" Target="../media/image787.png"/><Relationship Id="rId297" Type="http://schemas.openxmlformats.org/officeDocument/2006/relationships/customXml" Target="../ink/ink798.xml"/><Relationship Id="rId40" Type="http://schemas.openxmlformats.org/officeDocument/2006/relationships/image" Target="../media/image670.png"/><Relationship Id="rId115" Type="http://schemas.openxmlformats.org/officeDocument/2006/relationships/customXml" Target="../ink/ink707.xml"/><Relationship Id="rId136" Type="http://schemas.openxmlformats.org/officeDocument/2006/relationships/image" Target="../media/image718.png"/><Relationship Id="rId157" Type="http://schemas.openxmlformats.org/officeDocument/2006/relationships/customXml" Target="../ink/ink728.xml"/><Relationship Id="rId178" Type="http://schemas.openxmlformats.org/officeDocument/2006/relationships/image" Target="../media/image739.png"/><Relationship Id="rId301" Type="http://schemas.openxmlformats.org/officeDocument/2006/relationships/customXml" Target="../ink/ink800.xml"/><Relationship Id="rId322" Type="http://schemas.openxmlformats.org/officeDocument/2006/relationships/image" Target="../media/image810.png"/><Relationship Id="rId343" Type="http://schemas.openxmlformats.org/officeDocument/2006/relationships/customXml" Target="../ink/ink821.xml"/><Relationship Id="rId364" Type="http://schemas.openxmlformats.org/officeDocument/2006/relationships/image" Target="../media/image831.png"/><Relationship Id="rId61" Type="http://schemas.openxmlformats.org/officeDocument/2006/relationships/customXml" Target="../ink/ink680.xml"/><Relationship Id="rId82" Type="http://schemas.openxmlformats.org/officeDocument/2006/relationships/image" Target="../media/image691.png"/><Relationship Id="rId199" Type="http://schemas.openxmlformats.org/officeDocument/2006/relationships/customXml" Target="../ink/ink749.xml"/><Relationship Id="rId203" Type="http://schemas.openxmlformats.org/officeDocument/2006/relationships/customXml" Target="../ink/ink751.xml"/><Relationship Id="rId19" Type="http://schemas.openxmlformats.org/officeDocument/2006/relationships/customXml" Target="../ink/ink659.xml"/><Relationship Id="rId224" Type="http://schemas.openxmlformats.org/officeDocument/2006/relationships/image" Target="../media/image761.png"/><Relationship Id="rId245" Type="http://schemas.openxmlformats.org/officeDocument/2006/relationships/customXml" Target="../ink/ink772.xml"/><Relationship Id="rId266" Type="http://schemas.openxmlformats.org/officeDocument/2006/relationships/image" Target="../media/image782.png"/><Relationship Id="rId287" Type="http://schemas.openxmlformats.org/officeDocument/2006/relationships/customXml" Target="../ink/ink793.xml"/><Relationship Id="rId30" Type="http://schemas.openxmlformats.org/officeDocument/2006/relationships/image" Target="../media/image665.png"/><Relationship Id="rId105" Type="http://schemas.openxmlformats.org/officeDocument/2006/relationships/customXml" Target="../ink/ink702.xml"/><Relationship Id="rId126" Type="http://schemas.openxmlformats.org/officeDocument/2006/relationships/image" Target="../media/image713.png"/><Relationship Id="rId147" Type="http://schemas.openxmlformats.org/officeDocument/2006/relationships/customXml" Target="../ink/ink723.xml"/><Relationship Id="rId168" Type="http://schemas.openxmlformats.org/officeDocument/2006/relationships/image" Target="../media/image734.png"/><Relationship Id="rId312" Type="http://schemas.openxmlformats.org/officeDocument/2006/relationships/image" Target="../media/image805.png"/><Relationship Id="rId333" Type="http://schemas.openxmlformats.org/officeDocument/2006/relationships/customXml" Target="../ink/ink816.xml"/><Relationship Id="rId354" Type="http://schemas.openxmlformats.org/officeDocument/2006/relationships/image" Target="../media/image826.png"/><Relationship Id="rId51" Type="http://schemas.openxmlformats.org/officeDocument/2006/relationships/customXml" Target="../ink/ink675.xml"/><Relationship Id="rId72" Type="http://schemas.openxmlformats.org/officeDocument/2006/relationships/image" Target="../media/image686.png"/><Relationship Id="rId93" Type="http://schemas.openxmlformats.org/officeDocument/2006/relationships/customXml" Target="../ink/ink696.xml"/><Relationship Id="rId189" Type="http://schemas.openxmlformats.org/officeDocument/2006/relationships/customXml" Target="../ink/ink744.xml"/><Relationship Id="rId375" Type="http://schemas.openxmlformats.org/officeDocument/2006/relationships/customXml" Target="../ink/ink837.xml"/><Relationship Id="rId3" Type="http://schemas.openxmlformats.org/officeDocument/2006/relationships/customXml" Target="../ink/ink651.xml"/><Relationship Id="rId214" Type="http://schemas.openxmlformats.org/officeDocument/2006/relationships/image" Target="../media/image756.png"/><Relationship Id="rId235" Type="http://schemas.openxmlformats.org/officeDocument/2006/relationships/customXml" Target="../ink/ink767.xml"/><Relationship Id="rId256" Type="http://schemas.openxmlformats.org/officeDocument/2006/relationships/image" Target="../media/image777.png"/><Relationship Id="rId277" Type="http://schemas.openxmlformats.org/officeDocument/2006/relationships/customXml" Target="../ink/ink788.xml"/><Relationship Id="rId298" Type="http://schemas.openxmlformats.org/officeDocument/2006/relationships/image" Target="../media/image798.png"/><Relationship Id="rId116" Type="http://schemas.openxmlformats.org/officeDocument/2006/relationships/image" Target="../media/image708.png"/><Relationship Id="rId137" Type="http://schemas.openxmlformats.org/officeDocument/2006/relationships/customXml" Target="../ink/ink718.xml"/><Relationship Id="rId158" Type="http://schemas.openxmlformats.org/officeDocument/2006/relationships/image" Target="../media/image729.png"/><Relationship Id="rId302" Type="http://schemas.openxmlformats.org/officeDocument/2006/relationships/image" Target="../media/image800.png"/><Relationship Id="rId323" Type="http://schemas.openxmlformats.org/officeDocument/2006/relationships/customXml" Target="../ink/ink811.xml"/><Relationship Id="rId344" Type="http://schemas.openxmlformats.org/officeDocument/2006/relationships/image" Target="../media/image821.png"/><Relationship Id="rId20" Type="http://schemas.openxmlformats.org/officeDocument/2006/relationships/image" Target="../media/image660.png"/><Relationship Id="rId41" Type="http://schemas.openxmlformats.org/officeDocument/2006/relationships/customXml" Target="../ink/ink670.xml"/><Relationship Id="rId62" Type="http://schemas.openxmlformats.org/officeDocument/2006/relationships/image" Target="../media/image681.png"/><Relationship Id="rId83" Type="http://schemas.openxmlformats.org/officeDocument/2006/relationships/customXml" Target="../ink/ink691.xml"/><Relationship Id="rId179" Type="http://schemas.openxmlformats.org/officeDocument/2006/relationships/customXml" Target="../ink/ink739.xml"/><Relationship Id="rId365" Type="http://schemas.openxmlformats.org/officeDocument/2006/relationships/customXml" Target="../ink/ink832.xml"/><Relationship Id="rId190" Type="http://schemas.openxmlformats.org/officeDocument/2006/relationships/image" Target="../media/image745.png"/><Relationship Id="rId204" Type="http://schemas.openxmlformats.org/officeDocument/2006/relationships/image" Target="../media/image751.png"/><Relationship Id="rId225" Type="http://schemas.openxmlformats.org/officeDocument/2006/relationships/customXml" Target="../ink/ink762.xml"/><Relationship Id="rId246" Type="http://schemas.openxmlformats.org/officeDocument/2006/relationships/image" Target="../media/image772.png"/><Relationship Id="rId267" Type="http://schemas.openxmlformats.org/officeDocument/2006/relationships/customXml" Target="../ink/ink783.xml"/><Relationship Id="rId288" Type="http://schemas.openxmlformats.org/officeDocument/2006/relationships/image" Target="../media/image793.png"/><Relationship Id="rId106" Type="http://schemas.openxmlformats.org/officeDocument/2006/relationships/image" Target="../media/image703.png"/><Relationship Id="rId127" Type="http://schemas.openxmlformats.org/officeDocument/2006/relationships/customXml" Target="../ink/ink713.xml"/><Relationship Id="rId313" Type="http://schemas.openxmlformats.org/officeDocument/2006/relationships/customXml" Target="../ink/ink806.xml"/><Relationship Id="rId10" Type="http://schemas.openxmlformats.org/officeDocument/2006/relationships/image" Target="../media/image655.png"/><Relationship Id="rId31" Type="http://schemas.openxmlformats.org/officeDocument/2006/relationships/customXml" Target="../ink/ink665.xml"/><Relationship Id="rId52" Type="http://schemas.openxmlformats.org/officeDocument/2006/relationships/image" Target="../media/image676.png"/><Relationship Id="rId73" Type="http://schemas.openxmlformats.org/officeDocument/2006/relationships/customXml" Target="../ink/ink686.xml"/><Relationship Id="rId94" Type="http://schemas.openxmlformats.org/officeDocument/2006/relationships/image" Target="../media/image697.png"/><Relationship Id="rId148" Type="http://schemas.openxmlformats.org/officeDocument/2006/relationships/image" Target="../media/image724.png"/><Relationship Id="rId169" Type="http://schemas.openxmlformats.org/officeDocument/2006/relationships/customXml" Target="../ink/ink734.xml"/><Relationship Id="rId334" Type="http://schemas.openxmlformats.org/officeDocument/2006/relationships/image" Target="../media/image816.png"/><Relationship Id="rId355" Type="http://schemas.openxmlformats.org/officeDocument/2006/relationships/customXml" Target="../ink/ink827.xml"/><Relationship Id="rId376" Type="http://schemas.openxmlformats.org/officeDocument/2006/relationships/image" Target="../media/image837.png"/><Relationship Id="rId4" Type="http://schemas.openxmlformats.org/officeDocument/2006/relationships/image" Target="../media/image652.png"/><Relationship Id="rId180" Type="http://schemas.openxmlformats.org/officeDocument/2006/relationships/image" Target="../media/image740.png"/><Relationship Id="rId215" Type="http://schemas.openxmlformats.org/officeDocument/2006/relationships/customXml" Target="../ink/ink757.xml"/><Relationship Id="rId236" Type="http://schemas.openxmlformats.org/officeDocument/2006/relationships/image" Target="../media/image767.png"/><Relationship Id="rId257" Type="http://schemas.openxmlformats.org/officeDocument/2006/relationships/customXml" Target="../ink/ink778.xml"/><Relationship Id="rId278" Type="http://schemas.openxmlformats.org/officeDocument/2006/relationships/image" Target="../media/image788.png"/><Relationship Id="rId303" Type="http://schemas.openxmlformats.org/officeDocument/2006/relationships/customXml" Target="../ink/ink801.xml"/><Relationship Id="rId42" Type="http://schemas.openxmlformats.org/officeDocument/2006/relationships/image" Target="../media/image671.png"/><Relationship Id="rId84" Type="http://schemas.openxmlformats.org/officeDocument/2006/relationships/image" Target="../media/image692.png"/><Relationship Id="rId138" Type="http://schemas.openxmlformats.org/officeDocument/2006/relationships/image" Target="../media/image719.png"/><Relationship Id="rId345" Type="http://schemas.openxmlformats.org/officeDocument/2006/relationships/customXml" Target="../ink/ink822.xml"/><Relationship Id="rId191" Type="http://schemas.openxmlformats.org/officeDocument/2006/relationships/customXml" Target="../ink/ink745.xml"/><Relationship Id="rId205" Type="http://schemas.openxmlformats.org/officeDocument/2006/relationships/customXml" Target="../ink/ink752.xml"/><Relationship Id="rId247" Type="http://schemas.openxmlformats.org/officeDocument/2006/relationships/customXml" Target="../ink/ink773.xml"/><Relationship Id="rId107" Type="http://schemas.openxmlformats.org/officeDocument/2006/relationships/customXml" Target="../ink/ink703.xml"/><Relationship Id="rId289" Type="http://schemas.openxmlformats.org/officeDocument/2006/relationships/customXml" Target="../ink/ink794.xml"/><Relationship Id="rId11" Type="http://schemas.openxmlformats.org/officeDocument/2006/relationships/customXml" Target="../ink/ink655.xml"/><Relationship Id="rId53" Type="http://schemas.openxmlformats.org/officeDocument/2006/relationships/customXml" Target="../ink/ink676.xml"/><Relationship Id="rId149" Type="http://schemas.openxmlformats.org/officeDocument/2006/relationships/customXml" Target="../ink/ink724.xml"/><Relationship Id="rId314" Type="http://schemas.openxmlformats.org/officeDocument/2006/relationships/image" Target="../media/image806.png"/><Relationship Id="rId356" Type="http://schemas.openxmlformats.org/officeDocument/2006/relationships/image" Target="../media/image827.png"/><Relationship Id="rId95" Type="http://schemas.openxmlformats.org/officeDocument/2006/relationships/customXml" Target="../ink/ink697.xml"/><Relationship Id="rId160" Type="http://schemas.openxmlformats.org/officeDocument/2006/relationships/image" Target="../media/image730.png"/><Relationship Id="rId216" Type="http://schemas.openxmlformats.org/officeDocument/2006/relationships/image" Target="../media/image757.png"/><Relationship Id="rId258" Type="http://schemas.openxmlformats.org/officeDocument/2006/relationships/image" Target="../media/image778.png"/><Relationship Id="rId22" Type="http://schemas.openxmlformats.org/officeDocument/2006/relationships/image" Target="../media/image661.png"/><Relationship Id="rId64" Type="http://schemas.openxmlformats.org/officeDocument/2006/relationships/image" Target="../media/image682.png"/><Relationship Id="rId118" Type="http://schemas.openxmlformats.org/officeDocument/2006/relationships/image" Target="../media/image709.png"/><Relationship Id="rId325" Type="http://schemas.openxmlformats.org/officeDocument/2006/relationships/customXml" Target="../ink/ink812.xml"/><Relationship Id="rId367" Type="http://schemas.openxmlformats.org/officeDocument/2006/relationships/customXml" Target="../ink/ink833.xml"/><Relationship Id="rId171" Type="http://schemas.openxmlformats.org/officeDocument/2006/relationships/customXml" Target="../ink/ink735.xml"/><Relationship Id="rId227" Type="http://schemas.openxmlformats.org/officeDocument/2006/relationships/customXml" Target="../ink/ink763.xml"/><Relationship Id="rId269" Type="http://schemas.openxmlformats.org/officeDocument/2006/relationships/customXml" Target="../ink/ink784.xml"/><Relationship Id="rId33" Type="http://schemas.openxmlformats.org/officeDocument/2006/relationships/customXml" Target="../ink/ink666.xml"/><Relationship Id="rId129" Type="http://schemas.openxmlformats.org/officeDocument/2006/relationships/customXml" Target="../ink/ink714.xml"/><Relationship Id="rId280" Type="http://schemas.openxmlformats.org/officeDocument/2006/relationships/image" Target="../media/image789.png"/><Relationship Id="rId336" Type="http://schemas.openxmlformats.org/officeDocument/2006/relationships/image" Target="../media/image817.png"/><Relationship Id="rId75" Type="http://schemas.openxmlformats.org/officeDocument/2006/relationships/customXml" Target="../ink/ink687.xml"/><Relationship Id="rId140" Type="http://schemas.openxmlformats.org/officeDocument/2006/relationships/image" Target="../media/image720.png"/><Relationship Id="rId182" Type="http://schemas.openxmlformats.org/officeDocument/2006/relationships/image" Target="../media/image741.png"/><Relationship Id="rId6" Type="http://schemas.openxmlformats.org/officeDocument/2006/relationships/image" Target="../media/image653.png"/><Relationship Id="rId238" Type="http://schemas.openxmlformats.org/officeDocument/2006/relationships/image" Target="../media/image768.png"/><Relationship Id="rId291" Type="http://schemas.openxmlformats.org/officeDocument/2006/relationships/customXml" Target="../ink/ink795.xml"/><Relationship Id="rId305" Type="http://schemas.openxmlformats.org/officeDocument/2006/relationships/customXml" Target="../ink/ink802.xml"/><Relationship Id="rId347" Type="http://schemas.openxmlformats.org/officeDocument/2006/relationships/customXml" Target="../ink/ink823.xml"/><Relationship Id="rId44" Type="http://schemas.openxmlformats.org/officeDocument/2006/relationships/image" Target="../media/image672.png"/><Relationship Id="rId86" Type="http://schemas.openxmlformats.org/officeDocument/2006/relationships/image" Target="../media/image693.png"/><Relationship Id="rId151" Type="http://schemas.openxmlformats.org/officeDocument/2006/relationships/customXml" Target="../ink/ink725.xml"/><Relationship Id="rId193" Type="http://schemas.openxmlformats.org/officeDocument/2006/relationships/customXml" Target="../ink/ink746.xml"/><Relationship Id="rId207" Type="http://schemas.openxmlformats.org/officeDocument/2006/relationships/customXml" Target="../ink/ink753.xml"/><Relationship Id="rId249" Type="http://schemas.openxmlformats.org/officeDocument/2006/relationships/customXml" Target="../ink/ink774.xml"/><Relationship Id="rId13" Type="http://schemas.openxmlformats.org/officeDocument/2006/relationships/customXml" Target="../ink/ink656.xml"/><Relationship Id="rId109" Type="http://schemas.openxmlformats.org/officeDocument/2006/relationships/customXml" Target="../ink/ink704.xml"/><Relationship Id="rId260" Type="http://schemas.openxmlformats.org/officeDocument/2006/relationships/image" Target="../media/image779.png"/><Relationship Id="rId316" Type="http://schemas.openxmlformats.org/officeDocument/2006/relationships/image" Target="../media/image807.png"/><Relationship Id="rId55" Type="http://schemas.openxmlformats.org/officeDocument/2006/relationships/customXml" Target="../ink/ink677.xml"/><Relationship Id="rId97" Type="http://schemas.openxmlformats.org/officeDocument/2006/relationships/customXml" Target="../ink/ink698.xml"/><Relationship Id="rId120" Type="http://schemas.openxmlformats.org/officeDocument/2006/relationships/image" Target="../media/image710.png"/><Relationship Id="rId358" Type="http://schemas.openxmlformats.org/officeDocument/2006/relationships/image" Target="../media/image828.png"/><Relationship Id="rId162" Type="http://schemas.openxmlformats.org/officeDocument/2006/relationships/image" Target="../media/image731.png"/><Relationship Id="rId218" Type="http://schemas.openxmlformats.org/officeDocument/2006/relationships/image" Target="../media/image758.png"/><Relationship Id="rId271" Type="http://schemas.openxmlformats.org/officeDocument/2006/relationships/customXml" Target="../ink/ink785.xml"/><Relationship Id="rId24" Type="http://schemas.openxmlformats.org/officeDocument/2006/relationships/image" Target="../media/image662.png"/><Relationship Id="rId66" Type="http://schemas.openxmlformats.org/officeDocument/2006/relationships/image" Target="../media/image683.png"/><Relationship Id="rId131" Type="http://schemas.openxmlformats.org/officeDocument/2006/relationships/customXml" Target="../ink/ink715.xml"/><Relationship Id="rId327" Type="http://schemas.openxmlformats.org/officeDocument/2006/relationships/customXml" Target="../ink/ink813.xml"/><Relationship Id="rId369" Type="http://schemas.openxmlformats.org/officeDocument/2006/relationships/customXml" Target="../ink/ink834.xml"/><Relationship Id="rId173" Type="http://schemas.openxmlformats.org/officeDocument/2006/relationships/customXml" Target="../ink/ink736.xml"/><Relationship Id="rId229" Type="http://schemas.openxmlformats.org/officeDocument/2006/relationships/customXml" Target="../ink/ink764.xml"/><Relationship Id="rId240" Type="http://schemas.openxmlformats.org/officeDocument/2006/relationships/image" Target="../media/image769.png"/><Relationship Id="rId35" Type="http://schemas.openxmlformats.org/officeDocument/2006/relationships/customXml" Target="../ink/ink667.xml"/><Relationship Id="rId77" Type="http://schemas.openxmlformats.org/officeDocument/2006/relationships/customXml" Target="../ink/ink688.xml"/><Relationship Id="rId100" Type="http://schemas.openxmlformats.org/officeDocument/2006/relationships/image" Target="../media/image700.png"/><Relationship Id="rId282" Type="http://schemas.openxmlformats.org/officeDocument/2006/relationships/image" Target="../media/image790.png"/><Relationship Id="rId338" Type="http://schemas.openxmlformats.org/officeDocument/2006/relationships/image" Target="../media/image818.png"/><Relationship Id="rId8" Type="http://schemas.openxmlformats.org/officeDocument/2006/relationships/image" Target="../media/image654.png"/><Relationship Id="rId142" Type="http://schemas.openxmlformats.org/officeDocument/2006/relationships/image" Target="../media/image721.png"/><Relationship Id="rId184" Type="http://schemas.openxmlformats.org/officeDocument/2006/relationships/image" Target="../media/image742.png"/><Relationship Id="rId251" Type="http://schemas.openxmlformats.org/officeDocument/2006/relationships/customXml" Target="../ink/ink775.xml"/><Relationship Id="rId46" Type="http://schemas.openxmlformats.org/officeDocument/2006/relationships/image" Target="../media/image673.png"/><Relationship Id="rId293" Type="http://schemas.openxmlformats.org/officeDocument/2006/relationships/customXml" Target="../ink/ink796.xml"/><Relationship Id="rId307" Type="http://schemas.openxmlformats.org/officeDocument/2006/relationships/customXml" Target="../ink/ink803.xml"/><Relationship Id="rId349" Type="http://schemas.openxmlformats.org/officeDocument/2006/relationships/customXml" Target="../ink/ink824.xml"/><Relationship Id="rId88" Type="http://schemas.openxmlformats.org/officeDocument/2006/relationships/image" Target="../media/image694.png"/><Relationship Id="rId111" Type="http://schemas.openxmlformats.org/officeDocument/2006/relationships/customXml" Target="../ink/ink705.xml"/><Relationship Id="rId153" Type="http://schemas.openxmlformats.org/officeDocument/2006/relationships/customXml" Target="../ink/ink726.xml"/><Relationship Id="rId195" Type="http://schemas.openxmlformats.org/officeDocument/2006/relationships/customXml" Target="../ink/ink747.xml"/><Relationship Id="rId209" Type="http://schemas.openxmlformats.org/officeDocument/2006/relationships/customXml" Target="../ink/ink754.xml"/><Relationship Id="rId360" Type="http://schemas.openxmlformats.org/officeDocument/2006/relationships/image" Target="../media/image829.png"/><Relationship Id="rId220" Type="http://schemas.openxmlformats.org/officeDocument/2006/relationships/image" Target="../media/image759.png"/><Relationship Id="rId15" Type="http://schemas.openxmlformats.org/officeDocument/2006/relationships/customXml" Target="../ink/ink657.xml"/><Relationship Id="rId57" Type="http://schemas.openxmlformats.org/officeDocument/2006/relationships/customXml" Target="../ink/ink678.xml"/><Relationship Id="rId262" Type="http://schemas.openxmlformats.org/officeDocument/2006/relationships/image" Target="../media/image780.png"/><Relationship Id="rId318" Type="http://schemas.openxmlformats.org/officeDocument/2006/relationships/image" Target="../media/image80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95.xml"/><Relationship Id="rId21" Type="http://schemas.openxmlformats.org/officeDocument/2006/relationships/customXml" Target="../ink/ink847.xml"/><Relationship Id="rId63" Type="http://schemas.openxmlformats.org/officeDocument/2006/relationships/customXml" Target="../ink/ink868.xml"/><Relationship Id="rId159" Type="http://schemas.openxmlformats.org/officeDocument/2006/relationships/customXml" Target="../ink/ink916.xml"/><Relationship Id="rId170" Type="http://schemas.openxmlformats.org/officeDocument/2006/relationships/image" Target="../media/image924.png"/><Relationship Id="rId226" Type="http://schemas.openxmlformats.org/officeDocument/2006/relationships/image" Target="../media/image952.png"/><Relationship Id="rId268" Type="http://schemas.openxmlformats.org/officeDocument/2006/relationships/image" Target="../media/image973.png"/><Relationship Id="rId32" Type="http://schemas.openxmlformats.org/officeDocument/2006/relationships/image" Target="../media/image855.png"/><Relationship Id="rId74" Type="http://schemas.openxmlformats.org/officeDocument/2006/relationships/image" Target="../media/image876.png"/><Relationship Id="rId128" Type="http://schemas.openxmlformats.org/officeDocument/2006/relationships/image" Target="../media/image903.png"/><Relationship Id="rId5" Type="http://schemas.openxmlformats.org/officeDocument/2006/relationships/customXml" Target="../ink/ink839.xml"/><Relationship Id="rId181" Type="http://schemas.openxmlformats.org/officeDocument/2006/relationships/customXml" Target="../ink/ink927.xml"/><Relationship Id="rId237" Type="http://schemas.openxmlformats.org/officeDocument/2006/relationships/customXml" Target="../ink/ink955.xml"/><Relationship Id="rId258" Type="http://schemas.openxmlformats.org/officeDocument/2006/relationships/image" Target="../media/image968.png"/><Relationship Id="rId279" Type="http://schemas.openxmlformats.org/officeDocument/2006/relationships/customXml" Target="../ink/ink976.xml"/><Relationship Id="rId22" Type="http://schemas.openxmlformats.org/officeDocument/2006/relationships/image" Target="../media/image850.png"/><Relationship Id="rId43" Type="http://schemas.openxmlformats.org/officeDocument/2006/relationships/customXml" Target="../ink/ink858.xml"/><Relationship Id="rId64" Type="http://schemas.openxmlformats.org/officeDocument/2006/relationships/image" Target="../media/image871.png"/><Relationship Id="rId118" Type="http://schemas.openxmlformats.org/officeDocument/2006/relationships/image" Target="../media/image898.png"/><Relationship Id="rId139" Type="http://schemas.openxmlformats.org/officeDocument/2006/relationships/customXml" Target="../ink/ink906.xml"/><Relationship Id="rId85" Type="http://schemas.openxmlformats.org/officeDocument/2006/relationships/customXml" Target="../ink/ink879.xml"/><Relationship Id="rId150" Type="http://schemas.openxmlformats.org/officeDocument/2006/relationships/image" Target="../media/image914.png"/><Relationship Id="rId171" Type="http://schemas.openxmlformats.org/officeDocument/2006/relationships/customXml" Target="../ink/ink922.xml"/><Relationship Id="rId192" Type="http://schemas.openxmlformats.org/officeDocument/2006/relationships/image" Target="../media/image935.png"/><Relationship Id="rId206" Type="http://schemas.openxmlformats.org/officeDocument/2006/relationships/image" Target="../media/image942.png"/><Relationship Id="rId227" Type="http://schemas.openxmlformats.org/officeDocument/2006/relationships/customXml" Target="../ink/ink950.xml"/><Relationship Id="rId248" Type="http://schemas.openxmlformats.org/officeDocument/2006/relationships/image" Target="../media/image963.png"/><Relationship Id="rId269" Type="http://schemas.openxmlformats.org/officeDocument/2006/relationships/customXml" Target="../ink/ink971.xml"/><Relationship Id="rId12" Type="http://schemas.openxmlformats.org/officeDocument/2006/relationships/image" Target="../media/image845.png"/><Relationship Id="rId33" Type="http://schemas.openxmlformats.org/officeDocument/2006/relationships/customXml" Target="../ink/ink853.xml"/><Relationship Id="rId108" Type="http://schemas.openxmlformats.org/officeDocument/2006/relationships/image" Target="../media/image893.png"/><Relationship Id="rId129" Type="http://schemas.openxmlformats.org/officeDocument/2006/relationships/customXml" Target="../ink/ink901.xml"/><Relationship Id="rId280" Type="http://schemas.openxmlformats.org/officeDocument/2006/relationships/image" Target="../media/image979.png"/><Relationship Id="rId54" Type="http://schemas.openxmlformats.org/officeDocument/2006/relationships/image" Target="../media/image866.png"/><Relationship Id="rId75" Type="http://schemas.openxmlformats.org/officeDocument/2006/relationships/customXml" Target="../ink/ink874.xml"/><Relationship Id="rId96" Type="http://schemas.openxmlformats.org/officeDocument/2006/relationships/image" Target="../media/image887.png"/><Relationship Id="rId140" Type="http://schemas.openxmlformats.org/officeDocument/2006/relationships/image" Target="../media/image909.png"/><Relationship Id="rId161" Type="http://schemas.openxmlformats.org/officeDocument/2006/relationships/customXml" Target="../ink/ink917.xml"/><Relationship Id="rId182" Type="http://schemas.openxmlformats.org/officeDocument/2006/relationships/image" Target="../media/image930.png"/><Relationship Id="rId217" Type="http://schemas.openxmlformats.org/officeDocument/2006/relationships/customXml" Target="../ink/ink945.xml"/><Relationship Id="rId6" Type="http://schemas.openxmlformats.org/officeDocument/2006/relationships/image" Target="../media/image842.png"/><Relationship Id="rId238" Type="http://schemas.openxmlformats.org/officeDocument/2006/relationships/image" Target="../media/image958.png"/><Relationship Id="rId259" Type="http://schemas.openxmlformats.org/officeDocument/2006/relationships/customXml" Target="../ink/ink966.xml"/><Relationship Id="rId23" Type="http://schemas.openxmlformats.org/officeDocument/2006/relationships/customXml" Target="../ink/ink848.xml"/><Relationship Id="rId119" Type="http://schemas.openxmlformats.org/officeDocument/2006/relationships/customXml" Target="../ink/ink896.xml"/><Relationship Id="rId270" Type="http://schemas.openxmlformats.org/officeDocument/2006/relationships/image" Target="../media/image974.png"/><Relationship Id="rId44" Type="http://schemas.openxmlformats.org/officeDocument/2006/relationships/image" Target="../media/image861.png"/><Relationship Id="rId65" Type="http://schemas.openxmlformats.org/officeDocument/2006/relationships/customXml" Target="../ink/ink869.xml"/><Relationship Id="rId86" Type="http://schemas.openxmlformats.org/officeDocument/2006/relationships/image" Target="../media/image882.png"/><Relationship Id="rId130" Type="http://schemas.openxmlformats.org/officeDocument/2006/relationships/image" Target="../media/image904.png"/><Relationship Id="rId151" Type="http://schemas.openxmlformats.org/officeDocument/2006/relationships/customXml" Target="../ink/ink912.xml"/><Relationship Id="rId172" Type="http://schemas.openxmlformats.org/officeDocument/2006/relationships/image" Target="../media/image925.png"/><Relationship Id="rId193" Type="http://schemas.openxmlformats.org/officeDocument/2006/relationships/customXml" Target="../ink/ink933.xml"/><Relationship Id="rId207" Type="http://schemas.openxmlformats.org/officeDocument/2006/relationships/customXml" Target="../ink/ink940.xml"/><Relationship Id="rId228" Type="http://schemas.openxmlformats.org/officeDocument/2006/relationships/image" Target="../media/image953.png"/><Relationship Id="rId249" Type="http://schemas.openxmlformats.org/officeDocument/2006/relationships/customXml" Target="../ink/ink961.xml"/><Relationship Id="rId13" Type="http://schemas.openxmlformats.org/officeDocument/2006/relationships/customXml" Target="../ink/ink843.xml"/><Relationship Id="rId109" Type="http://schemas.openxmlformats.org/officeDocument/2006/relationships/customXml" Target="../ink/ink891.xml"/><Relationship Id="rId260" Type="http://schemas.openxmlformats.org/officeDocument/2006/relationships/image" Target="../media/image969.png"/><Relationship Id="rId34" Type="http://schemas.openxmlformats.org/officeDocument/2006/relationships/image" Target="../media/image856.png"/><Relationship Id="rId55" Type="http://schemas.openxmlformats.org/officeDocument/2006/relationships/customXml" Target="../ink/ink864.xml"/><Relationship Id="rId76" Type="http://schemas.openxmlformats.org/officeDocument/2006/relationships/image" Target="../media/image877.png"/><Relationship Id="rId97" Type="http://schemas.openxmlformats.org/officeDocument/2006/relationships/customXml" Target="../ink/ink885.xml"/><Relationship Id="rId120" Type="http://schemas.openxmlformats.org/officeDocument/2006/relationships/image" Target="../media/image899.png"/><Relationship Id="rId141" Type="http://schemas.openxmlformats.org/officeDocument/2006/relationships/customXml" Target="../ink/ink907.xml"/><Relationship Id="rId7" Type="http://schemas.openxmlformats.org/officeDocument/2006/relationships/customXml" Target="../ink/ink840.xml"/><Relationship Id="rId162" Type="http://schemas.openxmlformats.org/officeDocument/2006/relationships/image" Target="../media/image920.png"/><Relationship Id="rId183" Type="http://schemas.openxmlformats.org/officeDocument/2006/relationships/customXml" Target="../ink/ink928.xml"/><Relationship Id="rId218" Type="http://schemas.openxmlformats.org/officeDocument/2006/relationships/image" Target="../media/image948.png"/><Relationship Id="rId239" Type="http://schemas.openxmlformats.org/officeDocument/2006/relationships/customXml" Target="../ink/ink956.xml"/><Relationship Id="rId250" Type="http://schemas.openxmlformats.org/officeDocument/2006/relationships/image" Target="../media/image964.png"/><Relationship Id="rId271" Type="http://schemas.openxmlformats.org/officeDocument/2006/relationships/customXml" Target="../ink/ink972.xml"/><Relationship Id="rId24" Type="http://schemas.openxmlformats.org/officeDocument/2006/relationships/image" Target="../media/image851.png"/><Relationship Id="rId45" Type="http://schemas.openxmlformats.org/officeDocument/2006/relationships/customXml" Target="../ink/ink859.xml"/><Relationship Id="rId66" Type="http://schemas.openxmlformats.org/officeDocument/2006/relationships/image" Target="../media/image872.png"/><Relationship Id="rId87" Type="http://schemas.openxmlformats.org/officeDocument/2006/relationships/customXml" Target="../ink/ink880.xml"/><Relationship Id="rId110" Type="http://schemas.openxmlformats.org/officeDocument/2006/relationships/image" Target="../media/image894.png"/><Relationship Id="rId131" Type="http://schemas.openxmlformats.org/officeDocument/2006/relationships/customXml" Target="../ink/ink902.xml"/><Relationship Id="rId152" Type="http://schemas.openxmlformats.org/officeDocument/2006/relationships/image" Target="../media/image915.png"/><Relationship Id="rId173" Type="http://schemas.openxmlformats.org/officeDocument/2006/relationships/customXml" Target="../ink/ink923.xml"/><Relationship Id="rId194" Type="http://schemas.openxmlformats.org/officeDocument/2006/relationships/image" Target="../media/image936.png"/><Relationship Id="rId208" Type="http://schemas.openxmlformats.org/officeDocument/2006/relationships/image" Target="../media/image943.png"/><Relationship Id="rId229" Type="http://schemas.openxmlformats.org/officeDocument/2006/relationships/customXml" Target="../ink/ink951.xml"/><Relationship Id="rId240" Type="http://schemas.openxmlformats.org/officeDocument/2006/relationships/image" Target="../media/image959.png"/><Relationship Id="rId261" Type="http://schemas.openxmlformats.org/officeDocument/2006/relationships/customXml" Target="../ink/ink967.xml"/><Relationship Id="rId14" Type="http://schemas.openxmlformats.org/officeDocument/2006/relationships/image" Target="../media/image846.png"/><Relationship Id="rId35" Type="http://schemas.openxmlformats.org/officeDocument/2006/relationships/customXml" Target="../ink/ink854.xml"/><Relationship Id="rId56" Type="http://schemas.openxmlformats.org/officeDocument/2006/relationships/image" Target="../media/image867.png"/><Relationship Id="rId77" Type="http://schemas.openxmlformats.org/officeDocument/2006/relationships/customXml" Target="../ink/ink875.xml"/><Relationship Id="rId100" Type="http://schemas.openxmlformats.org/officeDocument/2006/relationships/image" Target="../media/image889.png"/><Relationship Id="rId8" Type="http://schemas.openxmlformats.org/officeDocument/2006/relationships/image" Target="../media/image843.png"/><Relationship Id="rId98" Type="http://schemas.openxmlformats.org/officeDocument/2006/relationships/image" Target="../media/image888.png"/><Relationship Id="rId121" Type="http://schemas.openxmlformats.org/officeDocument/2006/relationships/customXml" Target="../ink/ink897.xml"/><Relationship Id="rId142" Type="http://schemas.openxmlformats.org/officeDocument/2006/relationships/image" Target="../media/image910.png"/><Relationship Id="rId163" Type="http://schemas.openxmlformats.org/officeDocument/2006/relationships/customXml" Target="../ink/ink918.xml"/><Relationship Id="rId184" Type="http://schemas.openxmlformats.org/officeDocument/2006/relationships/image" Target="../media/image931.png"/><Relationship Id="rId219" Type="http://schemas.openxmlformats.org/officeDocument/2006/relationships/customXml" Target="../ink/ink946.xml"/><Relationship Id="rId230" Type="http://schemas.openxmlformats.org/officeDocument/2006/relationships/image" Target="../media/image954.png"/><Relationship Id="rId251" Type="http://schemas.openxmlformats.org/officeDocument/2006/relationships/customXml" Target="../ink/ink962.xml"/><Relationship Id="rId25" Type="http://schemas.openxmlformats.org/officeDocument/2006/relationships/customXml" Target="../ink/ink849.xml"/><Relationship Id="rId46" Type="http://schemas.openxmlformats.org/officeDocument/2006/relationships/image" Target="../media/image862.png"/><Relationship Id="rId67" Type="http://schemas.openxmlformats.org/officeDocument/2006/relationships/customXml" Target="../ink/ink870.xml"/><Relationship Id="rId272" Type="http://schemas.openxmlformats.org/officeDocument/2006/relationships/image" Target="../media/image975.png"/><Relationship Id="rId88" Type="http://schemas.openxmlformats.org/officeDocument/2006/relationships/image" Target="../media/image883.png"/><Relationship Id="rId111" Type="http://schemas.openxmlformats.org/officeDocument/2006/relationships/customXml" Target="../ink/ink892.xml"/><Relationship Id="rId132" Type="http://schemas.openxmlformats.org/officeDocument/2006/relationships/image" Target="../media/image905.png"/><Relationship Id="rId153" Type="http://schemas.openxmlformats.org/officeDocument/2006/relationships/customXml" Target="../ink/ink913.xml"/><Relationship Id="rId174" Type="http://schemas.openxmlformats.org/officeDocument/2006/relationships/image" Target="../media/image926.png"/><Relationship Id="rId195" Type="http://schemas.openxmlformats.org/officeDocument/2006/relationships/customXml" Target="../ink/ink934.xml"/><Relationship Id="rId209" Type="http://schemas.openxmlformats.org/officeDocument/2006/relationships/customXml" Target="../ink/ink941.xml"/><Relationship Id="rId220" Type="http://schemas.openxmlformats.org/officeDocument/2006/relationships/image" Target="../media/image949.png"/><Relationship Id="rId241" Type="http://schemas.openxmlformats.org/officeDocument/2006/relationships/customXml" Target="../ink/ink957.xml"/><Relationship Id="rId15" Type="http://schemas.openxmlformats.org/officeDocument/2006/relationships/customXml" Target="../ink/ink844.xml"/><Relationship Id="rId36" Type="http://schemas.openxmlformats.org/officeDocument/2006/relationships/image" Target="../media/image857.png"/><Relationship Id="rId57" Type="http://schemas.openxmlformats.org/officeDocument/2006/relationships/customXml" Target="../ink/ink865.xml"/><Relationship Id="rId262" Type="http://schemas.openxmlformats.org/officeDocument/2006/relationships/image" Target="../media/image970.png"/><Relationship Id="rId78" Type="http://schemas.openxmlformats.org/officeDocument/2006/relationships/image" Target="../media/image878.png"/><Relationship Id="rId99" Type="http://schemas.openxmlformats.org/officeDocument/2006/relationships/customXml" Target="../ink/ink886.xml"/><Relationship Id="rId101" Type="http://schemas.openxmlformats.org/officeDocument/2006/relationships/customXml" Target="../ink/ink887.xml"/><Relationship Id="rId122" Type="http://schemas.openxmlformats.org/officeDocument/2006/relationships/image" Target="../media/image900.png"/><Relationship Id="rId143" Type="http://schemas.openxmlformats.org/officeDocument/2006/relationships/customXml" Target="../ink/ink908.xml"/><Relationship Id="rId164" Type="http://schemas.openxmlformats.org/officeDocument/2006/relationships/image" Target="../media/image921.png"/><Relationship Id="rId185" Type="http://schemas.openxmlformats.org/officeDocument/2006/relationships/customXml" Target="../ink/ink929.xml"/><Relationship Id="rId9" Type="http://schemas.openxmlformats.org/officeDocument/2006/relationships/customXml" Target="../ink/ink841.xml"/><Relationship Id="rId210" Type="http://schemas.openxmlformats.org/officeDocument/2006/relationships/image" Target="../media/image944.png"/><Relationship Id="rId26" Type="http://schemas.openxmlformats.org/officeDocument/2006/relationships/image" Target="../media/image852.png"/><Relationship Id="rId231" Type="http://schemas.openxmlformats.org/officeDocument/2006/relationships/customXml" Target="../ink/ink952.xml"/><Relationship Id="rId252" Type="http://schemas.openxmlformats.org/officeDocument/2006/relationships/image" Target="../media/image965.png"/><Relationship Id="rId273" Type="http://schemas.openxmlformats.org/officeDocument/2006/relationships/customXml" Target="../ink/ink973.xml"/><Relationship Id="rId47" Type="http://schemas.openxmlformats.org/officeDocument/2006/relationships/customXml" Target="../ink/ink860.xml"/><Relationship Id="rId68" Type="http://schemas.openxmlformats.org/officeDocument/2006/relationships/image" Target="../media/image873.png"/><Relationship Id="rId89" Type="http://schemas.openxmlformats.org/officeDocument/2006/relationships/customXml" Target="../ink/ink881.xml"/><Relationship Id="rId112" Type="http://schemas.openxmlformats.org/officeDocument/2006/relationships/image" Target="../media/image895.png"/><Relationship Id="rId133" Type="http://schemas.openxmlformats.org/officeDocument/2006/relationships/customXml" Target="../ink/ink903.xml"/><Relationship Id="rId154" Type="http://schemas.openxmlformats.org/officeDocument/2006/relationships/image" Target="../media/image916.png"/><Relationship Id="rId175" Type="http://schemas.openxmlformats.org/officeDocument/2006/relationships/customXml" Target="../ink/ink924.xml"/><Relationship Id="rId196" Type="http://schemas.openxmlformats.org/officeDocument/2006/relationships/image" Target="../media/image937.png"/><Relationship Id="rId200" Type="http://schemas.openxmlformats.org/officeDocument/2006/relationships/image" Target="../media/image939.png"/><Relationship Id="rId16" Type="http://schemas.openxmlformats.org/officeDocument/2006/relationships/image" Target="../media/image847.png"/><Relationship Id="rId221" Type="http://schemas.openxmlformats.org/officeDocument/2006/relationships/customXml" Target="../ink/ink947.xml"/><Relationship Id="rId242" Type="http://schemas.openxmlformats.org/officeDocument/2006/relationships/image" Target="../media/image960.png"/><Relationship Id="rId263" Type="http://schemas.openxmlformats.org/officeDocument/2006/relationships/customXml" Target="../ink/ink968.xml"/><Relationship Id="rId37" Type="http://schemas.openxmlformats.org/officeDocument/2006/relationships/customXml" Target="../ink/ink855.xml"/><Relationship Id="rId58" Type="http://schemas.openxmlformats.org/officeDocument/2006/relationships/image" Target="../media/image868.png"/><Relationship Id="rId79" Type="http://schemas.openxmlformats.org/officeDocument/2006/relationships/customXml" Target="../ink/ink876.xml"/><Relationship Id="rId102" Type="http://schemas.openxmlformats.org/officeDocument/2006/relationships/image" Target="../media/image890.png"/><Relationship Id="rId123" Type="http://schemas.openxmlformats.org/officeDocument/2006/relationships/customXml" Target="../ink/ink898.xml"/><Relationship Id="rId144" Type="http://schemas.openxmlformats.org/officeDocument/2006/relationships/image" Target="../media/image911.png"/><Relationship Id="rId90" Type="http://schemas.openxmlformats.org/officeDocument/2006/relationships/image" Target="../media/image884.png"/><Relationship Id="rId165" Type="http://schemas.openxmlformats.org/officeDocument/2006/relationships/customXml" Target="../ink/ink919.xml"/><Relationship Id="rId186" Type="http://schemas.openxmlformats.org/officeDocument/2006/relationships/image" Target="../media/image932.png"/><Relationship Id="rId211" Type="http://schemas.openxmlformats.org/officeDocument/2006/relationships/customXml" Target="../ink/ink942.xml"/><Relationship Id="rId232" Type="http://schemas.openxmlformats.org/officeDocument/2006/relationships/image" Target="../media/image955.png"/><Relationship Id="rId253" Type="http://schemas.openxmlformats.org/officeDocument/2006/relationships/customXml" Target="../ink/ink963.xml"/><Relationship Id="rId274" Type="http://schemas.openxmlformats.org/officeDocument/2006/relationships/image" Target="../media/image976.png"/><Relationship Id="rId27" Type="http://schemas.openxmlformats.org/officeDocument/2006/relationships/customXml" Target="../ink/ink850.xml"/><Relationship Id="rId48" Type="http://schemas.openxmlformats.org/officeDocument/2006/relationships/image" Target="../media/image863.png"/><Relationship Id="rId69" Type="http://schemas.openxmlformats.org/officeDocument/2006/relationships/customXml" Target="../ink/ink871.xml"/><Relationship Id="rId113" Type="http://schemas.openxmlformats.org/officeDocument/2006/relationships/customXml" Target="../ink/ink893.xml"/><Relationship Id="rId134" Type="http://schemas.openxmlformats.org/officeDocument/2006/relationships/image" Target="../media/image906.png"/><Relationship Id="rId80" Type="http://schemas.openxmlformats.org/officeDocument/2006/relationships/image" Target="../media/image879.png"/><Relationship Id="rId155" Type="http://schemas.openxmlformats.org/officeDocument/2006/relationships/customXml" Target="../ink/ink914.xml"/><Relationship Id="rId176" Type="http://schemas.openxmlformats.org/officeDocument/2006/relationships/image" Target="../media/image927.png"/><Relationship Id="rId197" Type="http://schemas.openxmlformats.org/officeDocument/2006/relationships/customXml" Target="../ink/ink935.xml"/><Relationship Id="rId201" Type="http://schemas.openxmlformats.org/officeDocument/2006/relationships/customXml" Target="../ink/ink937.xml"/><Relationship Id="rId222" Type="http://schemas.openxmlformats.org/officeDocument/2006/relationships/image" Target="../media/image950.png"/><Relationship Id="rId243" Type="http://schemas.openxmlformats.org/officeDocument/2006/relationships/customXml" Target="../ink/ink958.xml"/><Relationship Id="rId264" Type="http://schemas.openxmlformats.org/officeDocument/2006/relationships/image" Target="../media/image971.png"/><Relationship Id="rId17" Type="http://schemas.openxmlformats.org/officeDocument/2006/relationships/customXml" Target="../ink/ink845.xml"/><Relationship Id="rId38" Type="http://schemas.openxmlformats.org/officeDocument/2006/relationships/image" Target="../media/image858.png"/><Relationship Id="rId59" Type="http://schemas.openxmlformats.org/officeDocument/2006/relationships/customXml" Target="../ink/ink866.xml"/><Relationship Id="rId103" Type="http://schemas.openxmlformats.org/officeDocument/2006/relationships/customXml" Target="../ink/ink888.xml"/><Relationship Id="rId124" Type="http://schemas.openxmlformats.org/officeDocument/2006/relationships/image" Target="../media/image901.png"/><Relationship Id="rId70" Type="http://schemas.openxmlformats.org/officeDocument/2006/relationships/image" Target="../media/image874.png"/><Relationship Id="rId91" Type="http://schemas.openxmlformats.org/officeDocument/2006/relationships/customXml" Target="../ink/ink882.xml"/><Relationship Id="rId145" Type="http://schemas.openxmlformats.org/officeDocument/2006/relationships/customXml" Target="../ink/ink909.xml"/><Relationship Id="rId166" Type="http://schemas.openxmlformats.org/officeDocument/2006/relationships/image" Target="../media/image922.png"/><Relationship Id="rId187" Type="http://schemas.openxmlformats.org/officeDocument/2006/relationships/customXml" Target="../ink/ink930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945.png"/><Relationship Id="rId233" Type="http://schemas.openxmlformats.org/officeDocument/2006/relationships/customXml" Target="../ink/ink953.xml"/><Relationship Id="rId254" Type="http://schemas.openxmlformats.org/officeDocument/2006/relationships/image" Target="../media/image966.png"/><Relationship Id="rId28" Type="http://schemas.openxmlformats.org/officeDocument/2006/relationships/image" Target="../media/image853.png"/><Relationship Id="rId49" Type="http://schemas.openxmlformats.org/officeDocument/2006/relationships/customXml" Target="../ink/ink861.xml"/><Relationship Id="rId114" Type="http://schemas.openxmlformats.org/officeDocument/2006/relationships/image" Target="../media/image896.png"/><Relationship Id="rId275" Type="http://schemas.openxmlformats.org/officeDocument/2006/relationships/customXml" Target="../ink/ink974.xml"/><Relationship Id="rId60" Type="http://schemas.openxmlformats.org/officeDocument/2006/relationships/image" Target="../media/image869.png"/><Relationship Id="rId81" Type="http://schemas.openxmlformats.org/officeDocument/2006/relationships/customXml" Target="../ink/ink877.xml"/><Relationship Id="rId135" Type="http://schemas.openxmlformats.org/officeDocument/2006/relationships/customXml" Target="../ink/ink904.xml"/><Relationship Id="rId156" Type="http://schemas.openxmlformats.org/officeDocument/2006/relationships/image" Target="../media/image917.png"/><Relationship Id="rId177" Type="http://schemas.openxmlformats.org/officeDocument/2006/relationships/customXml" Target="../ink/ink925.xml"/><Relationship Id="rId198" Type="http://schemas.openxmlformats.org/officeDocument/2006/relationships/image" Target="../media/image938.png"/><Relationship Id="rId202" Type="http://schemas.openxmlformats.org/officeDocument/2006/relationships/image" Target="../media/image940.png"/><Relationship Id="rId223" Type="http://schemas.openxmlformats.org/officeDocument/2006/relationships/customXml" Target="../ink/ink948.xml"/><Relationship Id="rId244" Type="http://schemas.openxmlformats.org/officeDocument/2006/relationships/image" Target="../media/image961.png"/><Relationship Id="rId18" Type="http://schemas.openxmlformats.org/officeDocument/2006/relationships/image" Target="../media/image848.png"/><Relationship Id="rId39" Type="http://schemas.openxmlformats.org/officeDocument/2006/relationships/customXml" Target="../ink/ink856.xml"/><Relationship Id="rId265" Type="http://schemas.openxmlformats.org/officeDocument/2006/relationships/customXml" Target="../ink/ink969.xml"/><Relationship Id="rId50" Type="http://schemas.openxmlformats.org/officeDocument/2006/relationships/image" Target="../media/image864.png"/><Relationship Id="rId104" Type="http://schemas.openxmlformats.org/officeDocument/2006/relationships/image" Target="../media/image891.png"/><Relationship Id="rId125" Type="http://schemas.openxmlformats.org/officeDocument/2006/relationships/customXml" Target="../ink/ink899.xml"/><Relationship Id="rId146" Type="http://schemas.openxmlformats.org/officeDocument/2006/relationships/image" Target="../media/image912.png"/><Relationship Id="rId167" Type="http://schemas.openxmlformats.org/officeDocument/2006/relationships/customXml" Target="../ink/ink920.xml"/><Relationship Id="rId188" Type="http://schemas.openxmlformats.org/officeDocument/2006/relationships/image" Target="../media/image933.png"/><Relationship Id="rId71" Type="http://schemas.openxmlformats.org/officeDocument/2006/relationships/customXml" Target="../ink/ink872.xml"/><Relationship Id="rId92" Type="http://schemas.openxmlformats.org/officeDocument/2006/relationships/image" Target="../media/image885.png"/><Relationship Id="rId213" Type="http://schemas.openxmlformats.org/officeDocument/2006/relationships/customXml" Target="../ink/ink943.xml"/><Relationship Id="rId234" Type="http://schemas.openxmlformats.org/officeDocument/2006/relationships/image" Target="../media/image956.png"/><Relationship Id="rId2" Type="http://schemas.openxmlformats.org/officeDocument/2006/relationships/image" Target="../media/image840.png"/><Relationship Id="rId29" Type="http://schemas.openxmlformats.org/officeDocument/2006/relationships/customXml" Target="../ink/ink851.xml"/><Relationship Id="rId255" Type="http://schemas.openxmlformats.org/officeDocument/2006/relationships/customXml" Target="../ink/ink964.xml"/><Relationship Id="rId276" Type="http://schemas.openxmlformats.org/officeDocument/2006/relationships/image" Target="../media/image977.png"/><Relationship Id="rId40" Type="http://schemas.openxmlformats.org/officeDocument/2006/relationships/image" Target="../media/image859.png"/><Relationship Id="rId115" Type="http://schemas.openxmlformats.org/officeDocument/2006/relationships/customXml" Target="../ink/ink894.xml"/><Relationship Id="rId136" Type="http://schemas.openxmlformats.org/officeDocument/2006/relationships/image" Target="../media/image907.png"/><Relationship Id="rId157" Type="http://schemas.openxmlformats.org/officeDocument/2006/relationships/customXml" Target="../ink/ink915.xml"/><Relationship Id="rId178" Type="http://schemas.openxmlformats.org/officeDocument/2006/relationships/image" Target="../media/image928.png"/><Relationship Id="rId61" Type="http://schemas.openxmlformats.org/officeDocument/2006/relationships/customXml" Target="../ink/ink867.xml"/><Relationship Id="rId82" Type="http://schemas.openxmlformats.org/officeDocument/2006/relationships/image" Target="../media/image880.png"/><Relationship Id="rId199" Type="http://schemas.openxmlformats.org/officeDocument/2006/relationships/customXml" Target="../ink/ink936.xml"/><Relationship Id="rId203" Type="http://schemas.openxmlformats.org/officeDocument/2006/relationships/customXml" Target="../ink/ink938.xml"/><Relationship Id="rId19" Type="http://schemas.openxmlformats.org/officeDocument/2006/relationships/customXml" Target="../ink/ink846.xml"/><Relationship Id="rId224" Type="http://schemas.openxmlformats.org/officeDocument/2006/relationships/image" Target="../media/image951.png"/><Relationship Id="rId245" Type="http://schemas.openxmlformats.org/officeDocument/2006/relationships/customXml" Target="../ink/ink959.xml"/><Relationship Id="rId266" Type="http://schemas.openxmlformats.org/officeDocument/2006/relationships/image" Target="../media/image972.png"/><Relationship Id="rId30" Type="http://schemas.openxmlformats.org/officeDocument/2006/relationships/image" Target="../media/image854.png"/><Relationship Id="rId105" Type="http://schemas.openxmlformats.org/officeDocument/2006/relationships/customXml" Target="../ink/ink889.xml"/><Relationship Id="rId126" Type="http://schemas.openxmlformats.org/officeDocument/2006/relationships/image" Target="../media/image902.png"/><Relationship Id="rId147" Type="http://schemas.openxmlformats.org/officeDocument/2006/relationships/customXml" Target="../ink/ink910.xml"/><Relationship Id="rId168" Type="http://schemas.openxmlformats.org/officeDocument/2006/relationships/image" Target="../media/image923.png"/><Relationship Id="rId51" Type="http://schemas.openxmlformats.org/officeDocument/2006/relationships/customXml" Target="../ink/ink862.xml"/><Relationship Id="rId72" Type="http://schemas.openxmlformats.org/officeDocument/2006/relationships/image" Target="../media/image875.png"/><Relationship Id="rId93" Type="http://schemas.openxmlformats.org/officeDocument/2006/relationships/customXml" Target="../ink/ink883.xml"/><Relationship Id="rId189" Type="http://schemas.openxmlformats.org/officeDocument/2006/relationships/customXml" Target="../ink/ink931.xml"/><Relationship Id="rId3" Type="http://schemas.openxmlformats.org/officeDocument/2006/relationships/customXml" Target="../ink/ink838.xml"/><Relationship Id="rId214" Type="http://schemas.openxmlformats.org/officeDocument/2006/relationships/image" Target="../media/image946.png"/><Relationship Id="rId235" Type="http://schemas.openxmlformats.org/officeDocument/2006/relationships/customXml" Target="../ink/ink954.xml"/><Relationship Id="rId256" Type="http://schemas.openxmlformats.org/officeDocument/2006/relationships/image" Target="../media/image967.png"/><Relationship Id="rId277" Type="http://schemas.openxmlformats.org/officeDocument/2006/relationships/customXml" Target="../ink/ink975.xml"/><Relationship Id="rId116" Type="http://schemas.openxmlformats.org/officeDocument/2006/relationships/image" Target="../media/image897.png"/><Relationship Id="rId137" Type="http://schemas.openxmlformats.org/officeDocument/2006/relationships/customXml" Target="../ink/ink905.xml"/><Relationship Id="rId158" Type="http://schemas.openxmlformats.org/officeDocument/2006/relationships/image" Target="../media/image918.png"/><Relationship Id="rId20" Type="http://schemas.openxmlformats.org/officeDocument/2006/relationships/image" Target="../media/image849.png"/><Relationship Id="rId41" Type="http://schemas.openxmlformats.org/officeDocument/2006/relationships/customXml" Target="../ink/ink857.xml"/><Relationship Id="rId62" Type="http://schemas.openxmlformats.org/officeDocument/2006/relationships/image" Target="../media/image870.png"/><Relationship Id="rId83" Type="http://schemas.openxmlformats.org/officeDocument/2006/relationships/customXml" Target="../ink/ink878.xml"/><Relationship Id="rId179" Type="http://schemas.openxmlformats.org/officeDocument/2006/relationships/customXml" Target="../ink/ink926.xml"/><Relationship Id="rId190" Type="http://schemas.openxmlformats.org/officeDocument/2006/relationships/image" Target="../media/image934.png"/><Relationship Id="rId204" Type="http://schemas.openxmlformats.org/officeDocument/2006/relationships/image" Target="../media/image941.png"/><Relationship Id="rId225" Type="http://schemas.openxmlformats.org/officeDocument/2006/relationships/customXml" Target="../ink/ink949.xml"/><Relationship Id="rId246" Type="http://schemas.openxmlformats.org/officeDocument/2006/relationships/image" Target="../media/image962.png"/><Relationship Id="rId267" Type="http://schemas.openxmlformats.org/officeDocument/2006/relationships/customXml" Target="../ink/ink970.xml"/><Relationship Id="rId106" Type="http://schemas.openxmlformats.org/officeDocument/2006/relationships/image" Target="../media/image892.png"/><Relationship Id="rId127" Type="http://schemas.openxmlformats.org/officeDocument/2006/relationships/customXml" Target="../ink/ink900.xml"/><Relationship Id="rId10" Type="http://schemas.openxmlformats.org/officeDocument/2006/relationships/image" Target="../media/image844.png"/><Relationship Id="rId31" Type="http://schemas.openxmlformats.org/officeDocument/2006/relationships/customXml" Target="../ink/ink852.xml"/><Relationship Id="rId52" Type="http://schemas.openxmlformats.org/officeDocument/2006/relationships/image" Target="../media/image865.png"/><Relationship Id="rId73" Type="http://schemas.openxmlformats.org/officeDocument/2006/relationships/customXml" Target="../ink/ink873.xml"/><Relationship Id="rId94" Type="http://schemas.openxmlformats.org/officeDocument/2006/relationships/image" Target="../media/image886.png"/><Relationship Id="rId148" Type="http://schemas.openxmlformats.org/officeDocument/2006/relationships/image" Target="../media/image913.png"/><Relationship Id="rId169" Type="http://schemas.openxmlformats.org/officeDocument/2006/relationships/customXml" Target="../ink/ink921.xml"/><Relationship Id="rId4" Type="http://schemas.openxmlformats.org/officeDocument/2006/relationships/image" Target="../media/image841.png"/><Relationship Id="rId180" Type="http://schemas.openxmlformats.org/officeDocument/2006/relationships/image" Target="../media/image929.png"/><Relationship Id="rId215" Type="http://schemas.openxmlformats.org/officeDocument/2006/relationships/customXml" Target="../ink/ink944.xml"/><Relationship Id="rId236" Type="http://schemas.openxmlformats.org/officeDocument/2006/relationships/image" Target="../media/image957.png"/><Relationship Id="rId257" Type="http://schemas.openxmlformats.org/officeDocument/2006/relationships/customXml" Target="../ink/ink965.xml"/><Relationship Id="rId278" Type="http://schemas.openxmlformats.org/officeDocument/2006/relationships/image" Target="../media/image978.png"/><Relationship Id="rId42" Type="http://schemas.openxmlformats.org/officeDocument/2006/relationships/image" Target="../media/image860.png"/><Relationship Id="rId84" Type="http://schemas.openxmlformats.org/officeDocument/2006/relationships/image" Target="../media/image881.png"/><Relationship Id="rId138" Type="http://schemas.openxmlformats.org/officeDocument/2006/relationships/image" Target="../media/image908.png"/><Relationship Id="rId191" Type="http://schemas.openxmlformats.org/officeDocument/2006/relationships/customXml" Target="../ink/ink932.xml"/><Relationship Id="rId205" Type="http://schemas.openxmlformats.org/officeDocument/2006/relationships/customXml" Target="../ink/ink939.xml"/><Relationship Id="rId247" Type="http://schemas.openxmlformats.org/officeDocument/2006/relationships/customXml" Target="../ink/ink960.xml"/><Relationship Id="rId107" Type="http://schemas.openxmlformats.org/officeDocument/2006/relationships/customXml" Target="../ink/ink890.xml"/><Relationship Id="rId11" Type="http://schemas.openxmlformats.org/officeDocument/2006/relationships/customXml" Target="../ink/ink842.xml"/><Relationship Id="rId53" Type="http://schemas.openxmlformats.org/officeDocument/2006/relationships/customXml" Target="../ink/ink863.xml"/><Relationship Id="rId149" Type="http://schemas.openxmlformats.org/officeDocument/2006/relationships/customXml" Target="../ink/ink911.xml"/><Relationship Id="rId95" Type="http://schemas.openxmlformats.org/officeDocument/2006/relationships/customXml" Target="../ink/ink884.xml"/><Relationship Id="rId160" Type="http://schemas.openxmlformats.org/officeDocument/2006/relationships/image" Target="../media/image919.png"/><Relationship Id="rId216" Type="http://schemas.openxmlformats.org/officeDocument/2006/relationships/image" Target="../media/image94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34.xml"/><Relationship Id="rId21" Type="http://schemas.openxmlformats.org/officeDocument/2006/relationships/customXml" Target="../ink/ink986.xml"/><Relationship Id="rId42" Type="http://schemas.openxmlformats.org/officeDocument/2006/relationships/image" Target="../media/image1001.png"/><Relationship Id="rId63" Type="http://schemas.openxmlformats.org/officeDocument/2006/relationships/customXml" Target="../ink/ink1007.xml"/><Relationship Id="rId84" Type="http://schemas.openxmlformats.org/officeDocument/2006/relationships/image" Target="../media/image1022.png"/><Relationship Id="rId138" Type="http://schemas.openxmlformats.org/officeDocument/2006/relationships/image" Target="../media/image1049.png"/><Relationship Id="rId159" Type="http://schemas.openxmlformats.org/officeDocument/2006/relationships/customXml" Target="../ink/ink1055.xml"/><Relationship Id="rId170" Type="http://schemas.openxmlformats.org/officeDocument/2006/relationships/image" Target="../media/image1065.png"/><Relationship Id="rId107" Type="http://schemas.openxmlformats.org/officeDocument/2006/relationships/customXml" Target="../ink/ink1029.xml"/><Relationship Id="rId11" Type="http://schemas.openxmlformats.org/officeDocument/2006/relationships/customXml" Target="../ink/ink981.xml"/><Relationship Id="rId32" Type="http://schemas.openxmlformats.org/officeDocument/2006/relationships/image" Target="../media/image996.png"/><Relationship Id="rId53" Type="http://schemas.openxmlformats.org/officeDocument/2006/relationships/customXml" Target="../ink/ink1002.xml"/><Relationship Id="rId74" Type="http://schemas.openxmlformats.org/officeDocument/2006/relationships/image" Target="../media/image1017.png"/><Relationship Id="rId128" Type="http://schemas.openxmlformats.org/officeDocument/2006/relationships/image" Target="../media/image1044.png"/><Relationship Id="rId149" Type="http://schemas.openxmlformats.org/officeDocument/2006/relationships/customXml" Target="../ink/ink1050.xml"/><Relationship Id="rId5" Type="http://schemas.openxmlformats.org/officeDocument/2006/relationships/customXml" Target="../ink/ink978.xml"/><Relationship Id="rId95" Type="http://schemas.openxmlformats.org/officeDocument/2006/relationships/customXml" Target="../ink/ink1023.xml"/><Relationship Id="rId160" Type="http://schemas.openxmlformats.org/officeDocument/2006/relationships/image" Target="../media/image1060.png"/><Relationship Id="rId22" Type="http://schemas.openxmlformats.org/officeDocument/2006/relationships/image" Target="../media/image991.png"/><Relationship Id="rId43" Type="http://schemas.openxmlformats.org/officeDocument/2006/relationships/customXml" Target="../ink/ink997.xml"/><Relationship Id="rId64" Type="http://schemas.openxmlformats.org/officeDocument/2006/relationships/image" Target="../media/image1012.png"/><Relationship Id="rId118" Type="http://schemas.openxmlformats.org/officeDocument/2006/relationships/image" Target="../media/image1039.png"/><Relationship Id="rId139" Type="http://schemas.openxmlformats.org/officeDocument/2006/relationships/customXml" Target="../ink/ink1045.xml"/><Relationship Id="rId85" Type="http://schemas.openxmlformats.org/officeDocument/2006/relationships/customXml" Target="../ink/ink1018.xml"/><Relationship Id="rId150" Type="http://schemas.openxmlformats.org/officeDocument/2006/relationships/image" Target="../media/image1055.png"/><Relationship Id="rId171" Type="http://schemas.openxmlformats.org/officeDocument/2006/relationships/customXml" Target="../ink/ink1061.xml"/><Relationship Id="rId12" Type="http://schemas.openxmlformats.org/officeDocument/2006/relationships/image" Target="../media/image986.png"/><Relationship Id="rId33" Type="http://schemas.openxmlformats.org/officeDocument/2006/relationships/customXml" Target="../ink/ink992.xml"/><Relationship Id="rId108" Type="http://schemas.openxmlformats.org/officeDocument/2006/relationships/image" Target="../media/image1034.png"/><Relationship Id="rId129" Type="http://schemas.openxmlformats.org/officeDocument/2006/relationships/customXml" Target="../ink/ink1040.xml"/><Relationship Id="rId54" Type="http://schemas.openxmlformats.org/officeDocument/2006/relationships/image" Target="../media/image1007.png"/><Relationship Id="rId70" Type="http://schemas.openxmlformats.org/officeDocument/2006/relationships/image" Target="../media/image1015.png"/><Relationship Id="rId75" Type="http://schemas.openxmlformats.org/officeDocument/2006/relationships/customXml" Target="../ink/ink1013.xml"/><Relationship Id="rId91" Type="http://schemas.openxmlformats.org/officeDocument/2006/relationships/customXml" Target="../ink/ink1021.xml"/><Relationship Id="rId96" Type="http://schemas.openxmlformats.org/officeDocument/2006/relationships/image" Target="../media/image1028.png"/><Relationship Id="rId140" Type="http://schemas.openxmlformats.org/officeDocument/2006/relationships/image" Target="../media/image1050.png"/><Relationship Id="rId145" Type="http://schemas.openxmlformats.org/officeDocument/2006/relationships/customXml" Target="../ink/ink1048.xml"/><Relationship Id="rId161" Type="http://schemas.openxmlformats.org/officeDocument/2006/relationships/customXml" Target="../ink/ink1056.xml"/><Relationship Id="rId166" Type="http://schemas.openxmlformats.org/officeDocument/2006/relationships/image" Target="../media/image10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3.png"/><Relationship Id="rId23" Type="http://schemas.openxmlformats.org/officeDocument/2006/relationships/customXml" Target="../ink/ink987.xml"/><Relationship Id="rId28" Type="http://schemas.openxmlformats.org/officeDocument/2006/relationships/image" Target="../media/image994.png"/><Relationship Id="rId49" Type="http://schemas.openxmlformats.org/officeDocument/2006/relationships/customXml" Target="../ink/ink1000.xml"/><Relationship Id="rId114" Type="http://schemas.openxmlformats.org/officeDocument/2006/relationships/image" Target="../media/image1037.png"/><Relationship Id="rId119" Type="http://schemas.openxmlformats.org/officeDocument/2006/relationships/customXml" Target="../ink/ink1035.xml"/><Relationship Id="rId44" Type="http://schemas.openxmlformats.org/officeDocument/2006/relationships/image" Target="../media/image1002.png"/><Relationship Id="rId60" Type="http://schemas.openxmlformats.org/officeDocument/2006/relationships/image" Target="../media/image1010.png"/><Relationship Id="rId65" Type="http://schemas.openxmlformats.org/officeDocument/2006/relationships/customXml" Target="../ink/ink1008.xml"/><Relationship Id="rId81" Type="http://schemas.openxmlformats.org/officeDocument/2006/relationships/customXml" Target="../ink/ink1016.xml"/><Relationship Id="rId86" Type="http://schemas.openxmlformats.org/officeDocument/2006/relationships/image" Target="../media/image1023.png"/><Relationship Id="rId130" Type="http://schemas.openxmlformats.org/officeDocument/2006/relationships/image" Target="../media/image1045.png"/><Relationship Id="rId135" Type="http://schemas.openxmlformats.org/officeDocument/2006/relationships/customXml" Target="../ink/ink1043.xml"/><Relationship Id="rId151" Type="http://schemas.openxmlformats.org/officeDocument/2006/relationships/customXml" Target="../ink/ink1051.xml"/><Relationship Id="rId156" Type="http://schemas.openxmlformats.org/officeDocument/2006/relationships/image" Target="../media/image1058.png"/><Relationship Id="rId172" Type="http://schemas.openxmlformats.org/officeDocument/2006/relationships/image" Target="../media/image1066.png"/><Relationship Id="rId13" Type="http://schemas.openxmlformats.org/officeDocument/2006/relationships/customXml" Target="../ink/ink982.xml"/><Relationship Id="rId18" Type="http://schemas.openxmlformats.org/officeDocument/2006/relationships/image" Target="../media/image989.png"/><Relationship Id="rId39" Type="http://schemas.openxmlformats.org/officeDocument/2006/relationships/customXml" Target="../ink/ink995.xml"/><Relationship Id="rId109" Type="http://schemas.openxmlformats.org/officeDocument/2006/relationships/customXml" Target="../ink/ink1030.xml"/><Relationship Id="rId34" Type="http://schemas.openxmlformats.org/officeDocument/2006/relationships/image" Target="../media/image997.png"/><Relationship Id="rId50" Type="http://schemas.openxmlformats.org/officeDocument/2006/relationships/image" Target="../media/image1005.png"/><Relationship Id="rId55" Type="http://schemas.openxmlformats.org/officeDocument/2006/relationships/customXml" Target="../ink/ink1003.xml"/><Relationship Id="rId76" Type="http://schemas.openxmlformats.org/officeDocument/2006/relationships/image" Target="../media/image1018.png"/><Relationship Id="rId97" Type="http://schemas.openxmlformats.org/officeDocument/2006/relationships/customXml" Target="../ink/ink1024.xml"/><Relationship Id="rId104" Type="http://schemas.openxmlformats.org/officeDocument/2006/relationships/image" Target="../media/image1032.png"/><Relationship Id="rId120" Type="http://schemas.openxmlformats.org/officeDocument/2006/relationships/image" Target="../media/image1040.png"/><Relationship Id="rId125" Type="http://schemas.openxmlformats.org/officeDocument/2006/relationships/customXml" Target="../ink/ink1038.xml"/><Relationship Id="rId141" Type="http://schemas.openxmlformats.org/officeDocument/2006/relationships/customXml" Target="../ink/ink1046.xml"/><Relationship Id="rId146" Type="http://schemas.openxmlformats.org/officeDocument/2006/relationships/image" Target="../media/image1053.png"/><Relationship Id="rId167" Type="http://schemas.openxmlformats.org/officeDocument/2006/relationships/customXml" Target="../ink/ink1059.xml"/><Relationship Id="rId7" Type="http://schemas.openxmlformats.org/officeDocument/2006/relationships/customXml" Target="../ink/ink979.xml"/><Relationship Id="rId71" Type="http://schemas.openxmlformats.org/officeDocument/2006/relationships/customXml" Target="../ink/ink1011.xml"/><Relationship Id="rId92" Type="http://schemas.openxmlformats.org/officeDocument/2006/relationships/image" Target="../media/image1026.png"/><Relationship Id="rId162" Type="http://schemas.openxmlformats.org/officeDocument/2006/relationships/image" Target="../media/image1061.png"/><Relationship Id="rId2" Type="http://schemas.openxmlformats.org/officeDocument/2006/relationships/image" Target="../media/image981.png"/><Relationship Id="rId29" Type="http://schemas.openxmlformats.org/officeDocument/2006/relationships/customXml" Target="../ink/ink990.xml"/><Relationship Id="rId24" Type="http://schemas.openxmlformats.org/officeDocument/2006/relationships/image" Target="../media/image992.png"/><Relationship Id="rId40" Type="http://schemas.openxmlformats.org/officeDocument/2006/relationships/image" Target="../media/image1000.png"/><Relationship Id="rId45" Type="http://schemas.openxmlformats.org/officeDocument/2006/relationships/customXml" Target="../ink/ink998.xml"/><Relationship Id="rId66" Type="http://schemas.openxmlformats.org/officeDocument/2006/relationships/image" Target="../media/image1013.png"/><Relationship Id="rId87" Type="http://schemas.openxmlformats.org/officeDocument/2006/relationships/customXml" Target="../ink/ink1019.xml"/><Relationship Id="rId110" Type="http://schemas.openxmlformats.org/officeDocument/2006/relationships/image" Target="../media/image1035.png"/><Relationship Id="rId115" Type="http://schemas.openxmlformats.org/officeDocument/2006/relationships/customXml" Target="../ink/ink1033.xml"/><Relationship Id="rId131" Type="http://schemas.openxmlformats.org/officeDocument/2006/relationships/customXml" Target="../ink/ink1041.xml"/><Relationship Id="rId136" Type="http://schemas.openxmlformats.org/officeDocument/2006/relationships/image" Target="../media/image1048.png"/><Relationship Id="rId157" Type="http://schemas.openxmlformats.org/officeDocument/2006/relationships/customXml" Target="../ink/ink1054.xml"/><Relationship Id="rId61" Type="http://schemas.openxmlformats.org/officeDocument/2006/relationships/customXml" Target="../ink/ink1006.xml"/><Relationship Id="rId82" Type="http://schemas.openxmlformats.org/officeDocument/2006/relationships/image" Target="../media/image1021.png"/><Relationship Id="rId152" Type="http://schemas.openxmlformats.org/officeDocument/2006/relationships/image" Target="../media/image1056.png"/><Relationship Id="rId19" Type="http://schemas.openxmlformats.org/officeDocument/2006/relationships/customXml" Target="../ink/ink985.xml"/><Relationship Id="rId14" Type="http://schemas.openxmlformats.org/officeDocument/2006/relationships/image" Target="../media/image987.png"/><Relationship Id="rId30" Type="http://schemas.openxmlformats.org/officeDocument/2006/relationships/image" Target="../media/image995.png"/><Relationship Id="rId35" Type="http://schemas.openxmlformats.org/officeDocument/2006/relationships/customXml" Target="../ink/ink993.xml"/><Relationship Id="rId56" Type="http://schemas.openxmlformats.org/officeDocument/2006/relationships/image" Target="../media/image1008.png"/><Relationship Id="rId77" Type="http://schemas.openxmlformats.org/officeDocument/2006/relationships/customXml" Target="../ink/ink1014.xml"/><Relationship Id="rId100" Type="http://schemas.openxmlformats.org/officeDocument/2006/relationships/image" Target="../media/image1030.png"/><Relationship Id="rId105" Type="http://schemas.openxmlformats.org/officeDocument/2006/relationships/customXml" Target="../ink/ink1028.xml"/><Relationship Id="rId126" Type="http://schemas.openxmlformats.org/officeDocument/2006/relationships/image" Target="../media/image1043.png"/><Relationship Id="rId147" Type="http://schemas.openxmlformats.org/officeDocument/2006/relationships/customXml" Target="../ink/ink1049.xml"/><Relationship Id="rId168" Type="http://schemas.openxmlformats.org/officeDocument/2006/relationships/image" Target="../media/image1064.png"/><Relationship Id="rId8" Type="http://schemas.openxmlformats.org/officeDocument/2006/relationships/image" Target="../media/image984.png"/><Relationship Id="rId51" Type="http://schemas.openxmlformats.org/officeDocument/2006/relationships/customXml" Target="../ink/ink1001.xml"/><Relationship Id="rId72" Type="http://schemas.openxmlformats.org/officeDocument/2006/relationships/image" Target="../media/image1016.png"/><Relationship Id="rId93" Type="http://schemas.openxmlformats.org/officeDocument/2006/relationships/customXml" Target="../ink/ink1022.xml"/><Relationship Id="rId98" Type="http://schemas.openxmlformats.org/officeDocument/2006/relationships/image" Target="../media/image1029.png"/><Relationship Id="rId121" Type="http://schemas.openxmlformats.org/officeDocument/2006/relationships/customXml" Target="../ink/ink1036.xml"/><Relationship Id="rId142" Type="http://schemas.openxmlformats.org/officeDocument/2006/relationships/image" Target="../media/image1051.png"/><Relationship Id="rId163" Type="http://schemas.openxmlformats.org/officeDocument/2006/relationships/customXml" Target="../ink/ink1057.xml"/><Relationship Id="rId3" Type="http://schemas.openxmlformats.org/officeDocument/2006/relationships/customXml" Target="../ink/ink977.xml"/><Relationship Id="rId25" Type="http://schemas.openxmlformats.org/officeDocument/2006/relationships/customXml" Target="../ink/ink988.xml"/><Relationship Id="rId46" Type="http://schemas.openxmlformats.org/officeDocument/2006/relationships/image" Target="../media/image1003.png"/><Relationship Id="rId67" Type="http://schemas.openxmlformats.org/officeDocument/2006/relationships/customXml" Target="../ink/ink1009.xml"/><Relationship Id="rId116" Type="http://schemas.openxmlformats.org/officeDocument/2006/relationships/image" Target="../media/image1038.png"/><Relationship Id="rId137" Type="http://schemas.openxmlformats.org/officeDocument/2006/relationships/customXml" Target="../ink/ink1044.xml"/><Relationship Id="rId158" Type="http://schemas.openxmlformats.org/officeDocument/2006/relationships/image" Target="../media/image1059.png"/><Relationship Id="rId20" Type="http://schemas.openxmlformats.org/officeDocument/2006/relationships/image" Target="../media/image990.png"/><Relationship Id="rId41" Type="http://schemas.openxmlformats.org/officeDocument/2006/relationships/customXml" Target="../ink/ink996.xml"/><Relationship Id="rId62" Type="http://schemas.openxmlformats.org/officeDocument/2006/relationships/image" Target="../media/image1011.png"/><Relationship Id="rId83" Type="http://schemas.openxmlformats.org/officeDocument/2006/relationships/customXml" Target="../ink/ink1017.xml"/><Relationship Id="rId88" Type="http://schemas.openxmlformats.org/officeDocument/2006/relationships/image" Target="../media/image1024.png"/><Relationship Id="rId111" Type="http://schemas.openxmlformats.org/officeDocument/2006/relationships/customXml" Target="../ink/ink1031.xml"/><Relationship Id="rId132" Type="http://schemas.openxmlformats.org/officeDocument/2006/relationships/image" Target="../media/image1046.png"/><Relationship Id="rId153" Type="http://schemas.openxmlformats.org/officeDocument/2006/relationships/customXml" Target="../ink/ink1052.xml"/><Relationship Id="rId15" Type="http://schemas.openxmlformats.org/officeDocument/2006/relationships/customXml" Target="../ink/ink983.xml"/><Relationship Id="rId36" Type="http://schemas.openxmlformats.org/officeDocument/2006/relationships/image" Target="../media/image998.png"/><Relationship Id="rId57" Type="http://schemas.openxmlformats.org/officeDocument/2006/relationships/customXml" Target="../ink/ink1004.xml"/><Relationship Id="rId106" Type="http://schemas.openxmlformats.org/officeDocument/2006/relationships/image" Target="../media/image1033.png"/><Relationship Id="rId127" Type="http://schemas.openxmlformats.org/officeDocument/2006/relationships/customXml" Target="../ink/ink1039.xml"/><Relationship Id="rId10" Type="http://schemas.openxmlformats.org/officeDocument/2006/relationships/image" Target="../media/image985.png"/><Relationship Id="rId31" Type="http://schemas.openxmlformats.org/officeDocument/2006/relationships/customXml" Target="../ink/ink991.xml"/><Relationship Id="rId52" Type="http://schemas.openxmlformats.org/officeDocument/2006/relationships/image" Target="../media/image1006.png"/><Relationship Id="rId73" Type="http://schemas.openxmlformats.org/officeDocument/2006/relationships/customXml" Target="../ink/ink1012.xml"/><Relationship Id="rId78" Type="http://schemas.openxmlformats.org/officeDocument/2006/relationships/image" Target="../media/image1019.png"/><Relationship Id="rId94" Type="http://schemas.openxmlformats.org/officeDocument/2006/relationships/image" Target="../media/image1027.png"/><Relationship Id="rId99" Type="http://schemas.openxmlformats.org/officeDocument/2006/relationships/customXml" Target="../ink/ink1025.xml"/><Relationship Id="rId101" Type="http://schemas.openxmlformats.org/officeDocument/2006/relationships/customXml" Target="../ink/ink1026.xml"/><Relationship Id="rId122" Type="http://schemas.openxmlformats.org/officeDocument/2006/relationships/image" Target="../media/image1041.png"/><Relationship Id="rId143" Type="http://schemas.openxmlformats.org/officeDocument/2006/relationships/customXml" Target="../ink/ink1047.xml"/><Relationship Id="rId148" Type="http://schemas.openxmlformats.org/officeDocument/2006/relationships/image" Target="../media/image1054.png"/><Relationship Id="rId164" Type="http://schemas.openxmlformats.org/officeDocument/2006/relationships/image" Target="../media/image1062.png"/><Relationship Id="rId169" Type="http://schemas.openxmlformats.org/officeDocument/2006/relationships/customXml" Target="../ink/ink1060.xml"/><Relationship Id="rId4" Type="http://schemas.openxmlformats.org/officeDocument/2006/relationships/image" Target="../media/image982.png"/><Relationship Id="rId9" Type="http://schemas.openxmlformats.org/officeDocument/2006/relationships/customXml" Target="../ink/ink980.xml"/><Relationship Id="rId26" Type="http://schemas.openxmlformats.org/officeDocument/2006/relationships/image" Target="../media/image993.png"/><Relationship Id="rId47" Type="http://schemas.openxmlformats.org/officeDocument/2006/relationships/customXml" Target="../ink/ink999.xml"/><Relationship Id="rId68" Type="http://schemas.openxmlformats.org/officeDocument/2006/relationships/image" Target="../media/image1014.png"/><Relationship Id="rId89" Type="http://schemas.openxmlformats.org/officeDocument/2006/relationships/customXml" Target="../ink/ink1020.xml"/><Relationship Id="rId112" Type="http://schemas.openxmlformats.org/officeDocument/2006/relationships/image" Target="../media/image1036.png"/><Relationship Id="rId133" Type="http://schemas.openxmlformats.org/officeDocument/2006/relationships/customXml" Target="../ink/ink1042.xml"/><Relationship Id="rId154" Type="http://schemas.openxmlformats.org/officeDocument/2006/relationships/image" Target="../media/image1057.png"/><Relationship Id="rId16" Type="http://schemas.openxmlformats.org/officeDocument/2006/relationships/image" Target="../media/image988.png"/><Relationship Id="rId37" Type="http://schemas.openxmlformats.org/officeDocument/2006/relationships/customXml" Target="../ink/ink994.xml"/><Relationship Id="rId58" Type="http://schemas.openxmlformats.org/officeDocument/2006/relationships/image" Target="../media/image1009.png"/><Relationship Id="rId79" Type="http://schemas.openxmlformats.org/officeDocument/2006/relationships/customXml" Target="../ink/ink1015.xml"/><Relationship Id="rId102" Type="http://schemas.openxmlformats.org/officeDocument/2006/relationships/image" Target="../media/image1031.png"/><Relationship Id="rId123" Type="http://schemas.openxmlformats.org/officeDocument/2006/relationships/customXml" Target="../ink/ink1037.xml"/><Relationship Id="rId144" Type="http://schemas.openxmlformats.org/officeDocument/2006/relationships/image" Target="../media/image1052.png"/><Relationship Id="rId90" Type="http://schemas.openxmlformats.org/officeDocument/2006/relationships/image" Target="../media/image1025.png"/><Relationship Id="rId165" Type="http://schemas.openxmlformats.org/officeDocument/2006/relationships/customXml" Target="../ink/ink1058.xml"/><Relationship Id="rId27" Type="http://schemas.openxmlformats.org/officeDocument/2006/relationships/customXml" Target="../ink/ink989.xml"/><Relationship Id="rId48" Type="http://schemas.openxmlformats.org/officeDocument/2006/relationships/image" Target="../media/image1004.png"/><Relationship Id="rId69" Type="http://schemas.openxmlformats.org/officeDocument/2006/relationships/customXml" Target="../ink/ink1010.xml"/><Relationship Id="rId113" Type="http://schemas.openxmlformats.org/officeDocument/2006/relationships/customXml" Target="../ink/ink1032.xml"/><Relationship Id="rId134" Type="http://schemas.openxmlformats.org/officeDocument/2006/relationships/image" Target="../media/image1047.png"/><Relationship Id="rId80" Type="http://schemas.openxmlformats.org/officeDocument/2006/relationships/image" Target="../media/image1020.png"/><Relationship Id="rId155" Type="http://schemas.openxmlformats.org/officeDocument/2006/relationships/customXml" Target="../ink/ink1053.xml"/><Relationship Id="rId17" Type="http://schemas.openxmlformats.org/officeDocument/2006/relationships/customXml" Target="../ink/ink984.xml"/><Relationship Id="rId38" Type="http://schemas.openxmlformats.org/officeDocument/2006/relationships/image" Target="../media/image999.png"/><Relationship Id="rId59" Type="http://schemas.openxmlformats.org/officeDocument/2006/relationships/customXml" Target="../ink/ink1005.xml"/><Relationship Id="rId103" Type="http://schemas.openxmlformats.org/officeDocument/2006/relationships/customXml" Target="../ink/ink1027.xml"/><Relationship Id="rId124" Type="http://schemas.openxmlformats.org/officeDocument/2006/relationships/image" Target="../media/image10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C2DEBF-149A-3818-E021-F1FDD9CE52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411247-5472-9F79-9DA6-A89B7E5C1E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883A7B5-E910-5728-EED4-B2687A9E7325}"/>
                  </a:ext>
                </a:extLst>
              </p14:cNvPr>
              <p14:cNvContentPartPr/>
              <p14:nvPr/>
            </p14:nvContentPartPr>
            <p14:xfrm>
              <a:off x="2186930" y="1944341"/>
              <a:ext cx="613080" cy="42732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883A7B5-E910-5728-EED4-B2687A9E73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80810" y="1938221"/>
                <a:ext cx="625320" cy="43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956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4A972-19C1-CED0-CE5C-9D1381C5B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1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1B89B71-B1A0-E444-CE89-5F5D6B2BDD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654" y="518031"/>
            <a:ext cx="5303980" cy="1493649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EFAC56C0-78F7-ABAA-6864-47D63565F078}"/>
                  </a:ext>
                </a:extLst>
              </p14:cNvPr>
              <p14:cNvContentPartPr/>
              <p14:nvPr/>
            </p14:nvContentPartPr>
            <p14:xfrm>
              <a:off x="4271780" y="1231580"/>
              <a:ext cx="483120" cy="3207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EFAC56C0-78F7-ABAA-6864-47D63565F0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65660" y="1225460"/>
                <a:ext cx="49536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8" name="Tinta 47">
                <a:extLst>
                  <a:ext uri="{FF2B5EF4-FFF2-40B4-BE49-F238E27FC236}">
                    <a16:creationId xmlns:a16="http://schemas.microsoft.com/office/drawing/2014/main" id="{59283D8E-9F2A-2E89-71F7-6E584668321E}"/>
                  </a:ext>
                </a:extLst>
              </p14:cNvPr>
              <p14:cNvContentPartPr/>
              <p14:nvPr/>
            </p14:nvContentPartPr>
            <p14:xfrm>
              <a:off x="6470660" y="1192700"/>
              <a:ext cx="16200" cy="4320"/>
            </p14:xfrm>
          </p:contentPart>
        </mc:Choice>
        <mc:Fallback>
          <p:pic>
            <p:nvPicPr>
              <p:cNvPr id="48" name="Tinta 47">
                <a:extLst>
                  <a:ext uri="{FF2B5EF4-FFF2-40B4-BE49-F238E27FC236}">
                    <a16:creationId xmlns:a16="http://schemas.microsoft.com/office/drawing/2014/main" id="{59283D8E-9F2A-2E89-71F7-6E58466832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64540" y="1186580"/>
                <a:ext cx="28440" cy="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81175F30-7808-EB81-C1BE-ED91EA283EB8}"/>
                  </a:ext>
                </a:extLst>
              </p14:cNvPr>
              <p14:cNvContentPartPr/>
              <p14:nvPr/>
            </p14:nvContentPartPr>
            <p14:xfrm>
              <a:off x="1859060" y="765740"/>
              <a:ext cx="731880" cy="198360"/>
            </p14:xfrm>
          </p:contentPart>
        </mc:Choice>
        <mc:Fallback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81175F30-7808-EB81-C1BE-ED91EA283EB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52940" y="759620"/>
                <a:ext cx="74412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4" name="Tinta 53">
                <a:extLst>
                  <a:ext uri="{FF2B5EF4-FFF2-40B4-BE49-F238E27FC236}">
                    <a16:creationId xmlns:a16="http://schemas.microsoft.com/office/drawing/2014/main" id="{BF227F1F-D3FE-63FE-D03C-8F94F4A7E246}"/>
                  </a:ext>
                </a:extLst>
              </p14:cNvPr>
              <p14:cNvContentPartPr/>
              <p14:nvPr/>
            </p14:nvContentPartPr>
            <p14:xfrm>
              <a:off x="6589820" y="1107020"/>
              <a:ext cx="101520" cy="129240"/>
            </p14:xfrm>
          </p:contentPart>
        </mc:Choice>
        <mc:Fallback>
          <p:pic>
            <p:nvPicPr>
              <p:cNvPr id="54" name="Tinta 53">
                <a:extLst>
                  <a:ext uri="{FF2B5EF4-FFF2-40B4-BE49-F238E27FC236}">
                    <a16:creationId xmlns:a16="http://schemas.microsoft.com/office/drawing/2014/main" id="{BF227F1F-D3FE-63FE-D03C-8F94F4A7E24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83700" y="1100900"/>
                <a:ext cx="113760" cy="14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Agrupar 71">
            <a:extLst>
              <a:ext uri="{FF2B5EF4-FFF2-40B4-BE49-F238E27FC236}">
                <a16:creationId xmlns:a16="http://schemas.microsoft.com/office/drawing/2014/main" id="{BD612838-C81D-2BFE-C117-5DC7CCDBE1F8}"/>
              </a:ext>
            </a:extLst>
          </p:cNvPr>
          <p:cNvGrpSpPr/>
          <p:nvPr/>
        </p:nvGrpSpPr>
        <p:grpSpPr>
          <a:xfrm>
            <a:off x="7759820" y="289460"/>
            <a:ext cx="2068200" cy="372240"/>
            <a:chOff x="7759820" y="289460"/>
            <a:chExt cx="2068200" cy="37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9DEBF4DE-0DD1-13C3-0802-2F840C7ADBEF}"/>
                    </a:ext>
                  </a:extLst>
                </p14:cNvPr>
                <p14:cNvContentPartPr/>
                <p14:nvPr/>
              </p14:nvContentPartPr>
              <p14:xfrm>
                <a:off x="7759820" y="329420"/>
                <a:ext cx="314280" cy="11088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9DEBF4DE-0DD1-13C3-0802-2F840C7ADBE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753700" y="323300"/>
                  <a:ext cx="3265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E70A04FB-5A6F-F44E-936D-DBB2CA2481E1}"/>
                    </a:ext>
                  </a:extLst>
                </p14:cNvPr>
                <p14:cNvContentPartPr/>
                <p14:nvPr/>
              </p14:nvContentPartPr>
              <p14:xfrm>
                <a:off x="8097860" y="352820"/>
                <a:ext cx="237600" cy="9936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E70A04FB-5A6F-F44E-936D-DBB2CA2481E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091740" y="346700"/>
                  <a:ext cx="2498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69F5BFF5-C12F-A2D4-E45D-A33375B250BA}"/>
                    </a:ext>
                  </a:extLst>
                </p14:cNvPr>
                <p14:cNvContentPartPr/>
                <p14:nvPr/>
              </p14:nvContentPartPr>
              <p14:xfrm>
                <a:off x="8422580" y="372620"/>
                <a:ext cx="174600" cy="6588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69F5BFF5-C12F-A2D4-E45D-A33375B250B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416460" y="366500"/>
                  <a:ext cx="1868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A801156F-6319-9C13-A3C0-B13736C77D5A}"/>
                    </a:ext>
                  </a:extLst>
                </p14:cNvPr>
                <p14:cNvContentPartPr/>
                <p14:nvPr/>
              </p14:nvContentPartPr>
              <p14:xfrm>
                <a:off x="8715620" y="334460"/>
                <a:ext cx="128520" cy="11484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A801156F-6319-9C13-A3C0-B13736C77D5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709500" y="328340"/>
                  <a:ext cx="1407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2440BB0F-98C0-9D1B-9624-03D43D8049F0}"/>
                    </a:ext>
                  </a:extLst>
                </p14:cNvPr>
                <p14:cNvContentPartPr/>
                <p14:nvPr/>
              </p14:nvContentPartPr>
              <p14:xfrm>
                <a:off x="8913620" y="345980"/>
                <a:ext cx="198360" cy="9936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2440BB0F-98C0-9D1B-9624-03D43D8049F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907500" y="339860"/>
                  <a:ext cx="2106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D07A4CFC-681E-BB4E-F31F-A80EF9891EDD}"/>
                    </a:ext>
                  </a:extLst>
                </p14:cNvPr>
                <p14:cNvContentPartPr/>
                <p14:nvPr/>
              </p14:nvContentPartPr>
              <p14:xfrm>
                <a:off x="9009740" y="389900"/>
                <a:ext cx="134640" cy="1224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D07A4CFC-681E-BB4E-F31F-A80EF9891ED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003620" y="383780"/>
                  <a:ext cx="146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638E0740-52EE-282A-A7F4-6D71D6912327}"/>
                    </a:ext>
                  </a:extLst>
                </p14:cNvPr>
                <p14:cNvContentPartPr/>
                <p14:nvPr/>
              </p14:nvContentPartPr>
              <p14:xfrm>
                <a:off x="9065900" y="345980"/>
                <a:ext cx="213120" cy="16020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638E0740-52EE-282A-A7F4-6D71D691232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059780" y="339860"/>
                  <a:ext cx="2253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12C0BD11-DDDD-9D4E-B837-990998CE9035}"/>
                    </a:ext>
                  </a:extLst>
                </p14:cNvPr>
                <p14:cNvContentPartPr/>
                <p14:nvPr/>
              </p14:nvContentPartPr>
              <p14:xfrm>
                <a:off x="9342380" y="370100"/>
                <a:ext cx="101880" cy="1008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12C0BD11-DDDD-9D4E-B837-990998CE903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336260" y="363980"/>
                  <a:ext cx="1141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D2B28D4F-7584-C64B-2241-2EED2854DD4E}"/>
                    </a:ext>
                  </a:extLst>
                </p14:cNvPr>
                <p14:cNvContentPartPr/>
                <p14:nvPr/>
              </p14:nvContentPartPr>
              <p14:xfrm>
                <a:off x="9310700" y="379820"/>
                <a:ext cx="120240" cy="2088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D2B28D4F-7584-C64B-2241-2EED2854DD4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304580" y="373700"/>
                  <a:ext cx="1324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555965EB-532E-26F0-CBBD-D19A3D47A3DA}"/>
                    </a:ext>
                  </a:extLst>
                </p14:cNvPr>
                <p14:cNvContentPartPr/>
                <p14:nvPr/>
              </p14:nvContentPartPr>
              <p14:xfrm>
                <a:off x="9533180" y="289460"/>
                <a:ext cx="167040" cy="9540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555965EB-532E-26F0-CBBD-D19A3D47A3D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527060" y="283340"/>
                  <a:ext cx="1792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B633C248-68D1-9235-4E7D-BBA83A6603B3}"/>
                    </a:ext>
                  </a:extLst>
                </p14:cNvPr>
                <p14:cNvContentPartPr/>
                <p14:nvPr/>
              </p14:nvContentPartPr>
              <p14:xfrm>
                <a:off x="9708860" y="363260"/>
                <a:ext cx="111600" cy="6696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B633C248-68D1-9235-4E7D-BBA83A6603B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702740" y="357140"/>
                  <a:ext cx="1238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1B8DACDB-9875-3B72-9A2E-198BEFF14513}"/>
                    </a:ext>
                  </a:extLst>
                </p14:cNvPr>
                <p14:cNvContentPartPr/>
                <p14:nvPr/>
              </p14:nvContentPartPr>
              <p14:xfrm>
                <a:off x="9478460" y="472340"/>
                <a:ext cx="349560" cy="2376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1B8DACDB-9875-3B72-9A2E-198BEFF1451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472340" y="466220"/>
                  <a:ext cx="361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A0BC5BB7-984B-A9CA-0E1C-96AB7FC15C81}"/>
                    </a:ext>
                  </a:extLst>
                </p14:cNvPr>
                <p14:cNvContentPartPr/>
                <p14:nvPr/>
              </p14:nvContentPartPr>
              <p14:xfrm>
                <a:off x="9501140" y="538220"/>
                <a:ext cx="64440" cy="12204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A0BC5BB7-984B-A9CA-0E1C-96AB7FC15C8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495020" y="532100"/>
                  <a:ext cx="766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78C83811-3772-4EA2-492E-A1926C856195}"/>
                    </a:ext>
                  </a:extLst>
                </p14:cNvPr>
                <p14:cNvContentPartPr/>
                <p14:nvPr/>
              </p14:nvContentPartPr>
              <p14:xfrm>
                <a:off x="9484940" y="594020"/>
                <a:ext cx="214920" cy="540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78C83811-3772-4EA2-492E-A1926C85619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478820" y="587900"/>
                  <a:ext cx="22716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6AE499FD-B839-641B-2D19-B9B76DA0B900}"/>
                    </a:ext>
                  </a:extLst>
                </p14:cNvPr>
                <p14:cNvContentPartPr/>
                <p14:nvPr/>
              </p14:nvContentPartPr>
              <p14:xfrm>
                <a:off x="9660980" y="556940"/>
                <a:ext cx="86760" cy="10476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6AE499FD-B839-641B-2D19-B9B76DA0B90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654860" y="550820"/>
                  <a:ext cx="9900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2441DE4B-89F7-C2CA-366B-E6088E985E9B}"/>
              </a:ext>
            </a:extLst>
          </p:cNvPr>
          <p:cNvGrpSpPr/>
          <p:nvPr/>
        </p:nvGrpSpPr>
        <p:grpSpPr>
          <a:xfrm>
            <a:off x="7714100" y="740900"/>
            <a:ext cx="2224080" cy="659520"/>
            <a:chOff x="7714100" y="740900"/>
            <a:chExt cx="2224080" cy="65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F4AFAD6A-9DED-8914-5B25-F3D3A12E36ED}"/>
                    </a:ext>
                  </a:extLst>
                </p14:cNvPr>
                <p14:cNvContentPartPr/>
                <p14:nvPr/>
              </p14:nvContentPartPr>
              <p14:xfrm>
                <a:off x="7714100" y="765740"/>
                <a:ext cx="214920" cy="9684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F4AFAD6A-9DED-8914-5B25-F3D3A12E36E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707980" y="759620"/>
                  <a:ext cx="2271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9058C170-D9B7-4F00-9691-F717B6361115}"/>
                    </a:ext>
                  </a:extLst>
                </p14:cNvPr>
                <p14:cNvContentPartPr/>
                <p14:nvPr/>
              </p14:nvContentPartPr>
              <p14:xfrm>
                <a:off x="7981220" y="807860"/>
                <a:ext cx="143640" cy="6912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9058C170-D9B7-4F00-9691-F717B636111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975100" y="801740"/>
                  <a:ext cx="1558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2E2CBA88-0B2D-FAD2-75E6-C2F3A543C126}"/>
                    </a:ext>
                  </a:extLst>
                </p14:cNvPr>
                <p14:cNvContentPartPr/>
                <p14:nvPr/>
              </p14:nvContentPartPr>
              <p14:xfrm>
                <a:off x="8130980" y="782300"/>
                <a:ext cx="187920" cy="9828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2E2CBA88-0B2D-FAD2-75E6-C2F3A543C12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124860" y="776180"/>
                  <a:ext cx="2001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D773F897-073D-D3C1-4E64-FD7CFA78C868}"/>
                    </a:ext>
                  </a:extLst>
                </p14:cNvPr>
                <p14:cNvContentPartPr/>
                <p14:nvPr/>
              </p14:nvContentPartPr>
              <p14:xfrm>
                <a:off x="8595740" y="765380"/>
                <a:ext cx="159840" cy="10440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D773F897-073D-D3C1-4E64-FD7CFA78C86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589620" y="759260"/>
                  <a:ext cx="1720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FFE069AF-FEA7-CF29-47C8-5B6FEFB6CABB}"/>
                    </a:ext>
                  </a:extLst>
                </p14:cNvPr>
                <p14:cNvContentPartPr/>
                <p14:nvPr/>
              </p14:nvContentPartPr>
              <p14:xfrm>
                <a:off x="8783300" y="761060"/>
                <a:ext cx="210960" cy="8496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FFE069AF-FEA7-CF29-47C8-5B6FEFB6CAB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777180" y="754940"/>
                  <a:ext cx="2232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09F86EEA-CE03-A390-B4DC-7E163B38A0A4}"/>
                    </a:ext>
                  </a:extLst>
                </p14:cNvPr>
                <p14:cNvContentPartPr/>
                <p14:nvPr/>
              </p14:nvContentPartPr>
              <p14:xfrm>
                <a:off x="8897780" y="775820"/>
                <a:ext cx="182880" cy="3600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09F86EEA-CE03-A390-B4DC-7E163B38A0A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891660" y="769700"/>
                  <a:ext cx="195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5EE78583-00FF-6171-5927-9E3268BCB5B8}"/>
                    </a:ext>
                  </a:extLst>
                </p14:cNvPr>
                <p14:cNvContentPartPr/>
                <p14:nvPr/>
              </p14:nvContentPartPr>
              <p14:xfrm>
                <a:off x="9073820" y="740900"/>
                <a:ext cx="134640" cy="14184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5EE78583-00FF-6171-5927-9E3268BCB5B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067700" y="734780"/>
                  <a:ext cx="1468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BA183B52-BC7D-ED78-0C66-4FBD78410EAD}"/>
                    </a:ext>
                  </a:extLst>
                </p14:cNvPr>
                <p14:cNvContentPartPr/>
                <p14:nvPr/>
              </p14:nvContentPartPr>
              <p14:xfrm>
                <a:off x="9358580" y="821900"/>
                <a:ext cx="88200" cy="1368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BA183B52-BC7D-ED78-0C66-4FBD78410EA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352460" y="815780"/>
                  <a:ext cx="1004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967D2F8F-7768-9538-38AF-929D4CE5C711}"/>
                    </a:ext>
                  </a:extLst>
                </p14:cNvPr>
                <p14:cNvContentPartPr/>
                <p14:nvPr/>
              </p14:nvContentPartPr>
              <p14:xfrm>
                <a:off x="9286580" y="853220"/>
                <a:ext cx="144360" cy="2088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967D2F8F-7768-9538-38AF-929D4CE5C71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280460" y="847100"/>
                  <a:ext cx="1566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10D3DF32-1E47-9C95-BECA-F7F5B509EDFE}"/>
                    </a:ext>
                  </a:extLst>
                </p14:cNvPr>
                <p14:cNvContentPartPr/>
                <p14:nvPr/>
              </p14:nvContentPartPr>
              <p14:xfrm>
                <a:off x="9504740" y="837020"/>
                <a:ext cx="186840" cy="11052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10D3DF32-1E47-9C95-BECA-F7F5B509EDF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498620" y="830900"/>
                  <a:ext cx="1990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369C5E9C-8EE5-2AB4-AF1C-6845AE3AC30B}"/>
                    </a:ext>
                  </a:extLst>
                </p14:cNvPr>
                <p14:cNvContentPartPr/>
                <p14:nvPr/>
              </p14:nvContentPartPr>
              <p14:xfrm>
                <a:off x="9682580" y="892460"/>
                <a:ext cx="153360" cy="9684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369C5E9C-8EE5-2AB4-AF1C-6845AE3AC30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676460" y="886340"/>
                  <a:ext cx="165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90070D15-38F5-3541-753A-DCB6A7D7B560}"/>
                    </a:ext>
                  </a:extLst>
                </p14:cNvPr>
                <p14:cNvContentPartPr/>
                <p14:nvPr/>
              </p14:nvContentPartPr>
              <p14:xfrm>
                <a:off x="9470540" y="1008740"/>
                <a:ext cx="467640" cy="3276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90070D15-38F5-3541-753A-DCB6A7D7B56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464420" y="1002620"/>
                  <a:ext cx="4798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1EFE72DD-6651-3DE2-B68C-1FD067890CF6}"/>
                    </a:ext>
                  </a:extLst>
                </p14:cNvPr>
                <p14:cNvContentPartPr/>
                <p14:nvPr/>
              </p14:nvContentPartPr>
              <p14:xfrm>
                <a:off x="9516980" y="1069220"/>
                <a:ext cx="104400" cy="12888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1EFE72DD-6651-3DE2-B68C-1FD067890CF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510860" y="1063100"/>
                  <a:ext cx="1166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10AF21A4-6B19-E539-E0EA-593DC2A5D750}"/>
                    </a:ext>
                  </a:extLst>
                </p14:cNvPr>
                <p14:cNvContentPartPr/>
                <p14:nvPr/>
              </p14:nvContentPartPr>
              <p14:xfrm>
                <a:off x="9516980" y="1133660"/>
                <a:ext cx="222840" cy="1044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10AF21A4-6B19-E539-E0EA-593DC2A5D75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510860" y="1127540"/>
                  <a:ext cx="2350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058B1428-7C75-76AC-ED25-88893F9413E8}"/>
                    </a:ext>
                  </a:extLst>
                </p14:cNvPr>
                <p14:cNvContentPartPr/>
                <p14:nvPr/>
              </p14:nvContentPartPr>
              <p14:xfrm>
                <a:off x="9731540" y="1106660"/>
                <a:ext cx="96480" cy="11988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058B1428-7C75-76AC-ED25-88893F9413E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725420" y="1100540"/>
                  <a:ext cx="1087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939071E5-53CE-0E45-0F27-97AF329F1151}"/>
                    </a:ext>
                  </a:extLst>
                </p14:cNvPr>
                <p14:cNvContentPartPr/>
                <p14:nvPr/>
              </p14:nvContentPartPr>
              <p14:xfrm>
                <a:off x="7844780" y="1140140"/>
                <a:ext cx="267840" cy="540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939071E5-53CE-0E45-0F27-97AF329F115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838660" y="1134020"/>
                  <a:ext cx="28008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49B98A89-3615-90C9-C9CA-2FD60E94F2FD}"/>
                    </a:ext>
                  </a:extLst>
                </p14:cNvPr>
                <p14:cNvContentPartPr/>
                <p14:nvPr/>
              </p14:nvContentPartPr>
              <p14:xfrm>
                <a:off x="7875380" y="1131860"/>
                <a:ext cx="46800" cy="12672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49B98A89-3615-90C9-C9CA-2FD60E94F2F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869260" y="1125740"/>
                  <a:ext cx="590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F965569D-FEC5-D0DF-83D9-759D25C29D94}"/>
                    </a:ext>
                  </a:extLst>
                </p14:cNvPr>
                <p14:cNvContentPartPr/>
                <p14:nvPr/>
              </p14:nvContentPartPr>
              <p14:xfrm>
                <a:off x="7997420" y="1234100"/>
                <a:ext cx="171000" cy="11052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F965569D-FEC5-D0DF-83D9-759D25C29D9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991300" y="1227980"/>
                  <a:ext cx="1832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DB29F18F-00A2-1C3D-925A-3525D7B4A224}"/>
                    </a:ext>
                  </a:extLst>
                </p14:cNvPr>
                <p14:cNvContentPartPr/>
                <p14:nvPr/>
              </p14:nvContentPartPr>
              <p14:xfrm>
                <a:off x="8326820" y="1152020"/>
                <a:ext cx="120240" cy="7128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DB29F18F-00A2-1C3D-925A-3525D7B4A22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320700" y="1145900"/>
                  <a:ext cx="1324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C83AA349-B1FA-845D-72B2-42398AEEAF69}"/>
                    </a:ext>
                  </a:extLst>
                </p14:cNvPr>
                <p14:cNvContentPartPr/>
                <p14:nvPr/>
              </p14:nvContentPartPr>
              <p14:xfrm>
                <a:off x="8515820" y="1133660"/>
                <a:ext cx="162000" cy="11952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C83AA349-B1FA-845D-72B2-42398AEEAF6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509700" y="1127540"/>
                  <a:ext cx="1742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BBC66190-9CCC-56E8-0F77-4FF40CFE4010}"/>
                    </a:ext>
                  </a:extLst>
                </p14:cNvPr>
                <p14:cNvContentPartPr/>
                <p14:nvPr/>
              </p14:nvContentPartPr>
              <p14:xfrm>
                <a:off x="8613020" y="1194140"/>
                <a:ext cx="110880" cy="900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BBC66190-9CCC-56E8-0F77-4FF40CFE401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606900" y="1188020"/>
                  <a:ext cx="1231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2BC213A0-F185-1F59-2885-2592CCD44645}"/>
                    </a:ext>
                  </a:extLst>
                </p14:cNvPr>
                <p14:cNvContentPartPr/>
                <p14:nvPr/>
              </p14:nvContentPartPr>
              <p14:xfrm>
                <a:off x="8739380" y="1145900"/>
                <a:ext cx="167760" cy="18720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2BC213A0-F185-1F59-2885-2592CCD4464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733260" y="1139780"/>
                  <a:ext cx="1800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BD788996-BCF8-E177-1FD2-988209AF6AAE}"/>
                    </a:ext>
                  </a:extLst>
                </p14:cNvPr>
                <p14:cNvContentPartPr/>
                <p14:nvPr/>
              </p14:nvContentPartPr>
              <p14:xfrm>
                <a:off x="9112340" y="1211060"/>
                <a:ext cx="80280" cy="756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BD788996-BCF8-E177-1FD2-988209AF6AA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106220" y="1204940"/>
                  <a:ext cx="925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92A77547-2A54-D5D9-5538-3E9865316B60}"/>
                    </a:ext>
                  </a:extLst>
                </p14:cNvPr>
                <p14:cNvContentPartPr/>
                <p14:nvPr/>
              </p14:nvContentPartPr>
              <p14:xfrm>
                <a:off x="9009740" y="1266860"/>
                <a:ext cx="134640" cy="1224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92A77547-2A54-D5D9-5538-3E9865316B6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003620" y="1260740"/>
                  <a:ext cx="146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A37A256B-1E10-E596-2A2A-3188819363ED}"/>
                    </a:ext>
                  </a:extLst>
                </p14:cNvPr>
                <p14:cNvContentPartPr/>
                <p14:nvPr/>
              </p14:nvContentPartPr>
              <p14:xfrm>
                <a:off x="9407180" y="1261100"/>
                <a:ext cx="198360" cy="7452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A37A256B-1E10-E596-2A2A-3188819363E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401060" y="1254980"/>
                  <a:ext cx="2106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B9AF1F8E-1FB8-2A8A-1F12-019364A48262}"/>
                    </a:ext>
                  </a:extLst>
                </p14:cNvPr>
                <p14:cNvContentPartPr/>
                <p14:nvPr/>
              </p14:nvContentPartPr>
              <p14:xfrm>
                <a:off x="9564140" y="1317260"/>
                <a:ext cx="127800" cy="4752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B9AF1F8E-1FB8-2A8A-1F12-019364A4826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558020" y="1311140"/>
                  <a:ext cx="140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5CD17DE3-3C7C-5C2F-F017-5720632C352F}"/>
                    </a:ext>
                  </a:extLst>
                </p14:cNvPr>
                <p14:cNvContentPartPr/>
                <p14:nvPr/>
              </p14:nvContentPartPr>
              <p14:xfrm>
                <a:off x="9302420" y="1367660"/>
                <a:ext cx="492120" cy="3276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5CD17DE3-3C7C-5C2F-F017-5720632C352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296300" y="1361540"/>
                  <a:ext cx="50436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Agrupar 102">
            <a:extLst>
              <a:ext uri="{FF2B5EF4-FFF2-40B4-BE49-F238E27FC236}">
                <a16:creationId xmlns:a16="http://schemas.microsoft.com/office/drawing/2014/main" id="{9D61E01F-F538-3D6C-6D11-9466521AB55F}"/>
              </a:ext>
            </a:extLst>
          </p:cNvPr>
          <p:cNvGrpSpPr/>
          <p:nvPr/>
        </p:nvGrpSpPr>
        <p:grpSpPr>
          <a:xfrm>
            <a:off x="9353900" y="1464860"/>
            <a:ext cx="345960" cy="126720"/>
            <a:chOff x="9353900" y="1464860"/>
            <a:chExt cx="345960" cy="12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AF3E7D94-12F4-AC5E-9992-3747C05F5B8C}"/>
                    </a:ext>
                  </a:extLst>
                </p14:cNvPr>
                <p14:cNvContentPartPr/>
                <p14:nvPr/>
              </p14:nvContentPartPr>
              <p14:xfrm>
                <a:off x="9353900" y="1464860"/>
                <a:ext cx="179640" cy="8316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AF3E7D94-12F4-AC5E-9992-3747C05F5B8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347780" y="1458740"/>
                  <a:ext cx="1918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A12A18E7-9829-1E4B-309D-E4A597481B29}"/>
                    </a:ext>
                  </a:extLst>
                </p14:cNvPr>
                <p14:cNvContentPartPr/>
                <p14:nvPr/>
              </p14:nvContentPartPr>
              <p14:xfrm>
                <a:off x="9550460" y="1497980"/>
                <a:ext cx="70920" cy="9360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A12A18E7-9829-1E4B-309D-E4A597481B2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544340" y="1491860"/>
                  <a:ext cx="83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F9953687-6A87-4102-660E-5AFBD7C51287}"/>
                    </a:ext>
                  </a:extLst>
                </p14:cNvPr>
                <p14:cNvContentPartPr/>
                <p14:nvPr/>
              </p14:nvContentPartPr>
              <p14:xfrm>
                <a:off x="9551180" y="1482500"/>
                <a:ext cx="148680" cy="7668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F9953687-6A87-4102-660E-5AFBD7C5128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545060" y="1476380"/>
                  <a:ext cx="160920" cy="8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111" name="Tinta 110">
                <a:extLst>
                  <a:ext uri="{FF2B5EF4-FFF2-40B4-BE49-F238E27FC236}">
                    <a16:creationId xmlns:a16="http://schemas.microsoft.com/office/drawing/2014/main" id="{517F87EC-EDBD-F9CB-E379-1B650CF52B0B}"/>
                  </a:ext>
                </a:extLst>
              </p14:cNvPr>
              <p14:cNvContentPartPr/>
              <p14:nvPr/>
            </p14:nvContentPartPr>
            <p14:xfrm>
              <a:off x="6366620" y="1006940"/>
              <a:ext cx="509400" cy="277560"/>
            </p14:xfrm>
          </p:contentPart>
        </mc:Choice>
        <mc:Fallback>
          <p:pic>
            <p:nvPicPr>
              <p:cNvPr id="111" name="Tinta 110">
                <a:extLst>
                  <a:ext uri="{FF2B5EF4-FFF2-40B4-BE49-F238E27FC236}">
                    <a16:creationId xmlns:a16="http://schemas.microsoft.com/office/drawing/2014/main" id="{517F87EC-EDBD-F9CB-E379-1B650CF52B0B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360500" y="1000820"/>
                <a:ext cx="521640" cy="28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Agrupar 114">
            <a:extLst>
              <a:ext uri="{FF2B5EF4-FFF2-40B4-BE49-F238E27FC236}">
                <a16:creationId xmlns:a16="http://schemas.microsoft.com/office/drawing/2014/main" id="{BFB4B4A8-BB7B-20C5-7C28-3E768E6673FD}"/>
              </a:ext>
            </a:extLst>
          </p:cNvPr>
          <p:cNvGrpSpPr/>
          <p:nvPr/>
        </p:nvGrpSpPr>
        <p:grpSpPr>
          <a:xfrm>
            <a:off x="5805020" y="2037980"/>
            <a:ext cx="307080" cy="235800"/>
            <a:chOff x="5805020" y="2037980"/>
            <a:chExt cx="307080" cy="23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2D489507-A7D2-DA9F-1133-56A4DB5C9D5E}"/>
                    </a:ext>
                  </a:extLst>
                </p14:cNvPr>
                <p14:cNvContentPartPr/>
                <p14:nvPr/>
              </p14:nvContentPartPr>
              <p14:xfrm>
                <a:off x="5805020" y="2110700"/>
                <a:ext cx="307080" cy="2124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2D489507-A7D2-DA9F-1133-56A4DB5C9D5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798900" y="2104580"/>
                  <a:ext cx="3193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F6DE8E2A-708A-D132-9092-5F2AF65B4791}"/>
                    </a:ext>
                  </a:extLst>
                </p14:cNvPr>
                <p14:cNvContentPartPr/>
                <p14:nvPr/>
              </p14:nvContentPartPr>
              <p14:xfrm>
                <a:off x="5909060" y="2121500"/>
                <a:ext cx="29160" cy="13068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F6DE8E2A-708A-D132-9092-5F2AF65B479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902940" y="2115380"/>
                  <a:ext cx="414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0CEB5D47-B48A-4B19-130A-740D89C179D8}"/>
                    </a:ext>
                  </a:extLst>
                </p14:cNvPr>
                <p14:cNvContentPartPr/>
                <p14:nvPr/>
              </p14:nvContentPartPr>
              <p14:xfrm>
                <a:off x="5867660" y="2121500"/>
                <a:ext cx="110880" cy="1224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0CEB5D47-B48A-4B19-130A-740D89C179D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861540" y="2115380"/>
                  <a:ext cx="123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B18F38AE-7739-7C96-EFC9-873725D9BD1A}"/>
                    </a:ext>
                  </a:extLst>
                </p14:cNvPr>
                <p14:cNvContentPartPr/>
                <p14:nvPr/>
              </p14:nvContentPartPr>
              <p14:xfrm>
                <a:off x="5882780" y="2037980"/>
                <a:ext cx="228960" cy="23580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B18F38AE-7739-7C96-EFC9-873725D9BD1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876660" y="2031860"/>
                  <a:ext cx="241200" cy="24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30" name="Tinta 129">
                <a:extLst>
                  <a:ext uri="{FF2B5EF4-FFF2-40B4-BE49-F238E27FC236}">
                    <a16:creationId xmlns:a16="http://schemas.microsoft.com/office/drawing/2014/main" id="{B5FF1953-0AA0-E09B-B2A4-014EF766837C}"/>
                  </a:ext>
                </a:extLst>
              </p14:cNvPr>
              <p14:cNvContentPartPr/>
              <p14:nvPr/>
            </p14:nvContentPartPr>
            <p14:xfrm>
              <a:off x="6763700" y="1361180"/>
              <a:ext cx="16200" cy="3960"/>
            </p14:xfrm>
          </p:contentPart>
        </mc:Choice>
        <mc:Fallback>
          <p:pic>
            <p:nvPicPr>
              <p:cNvPr id="130" name="Tinta 129">
                <a:extLst>
                  <a:ext uri="{FF2B5EF4-FFF2-40B4-BE49-F238E27FC236}">
                    <a16:creationId xmlns:a16="http://schemas.microsoft.com/office/drawing/2014/main" id="{B5FF1953-0AA0-E09B-B2A4-014EF766837C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6757580" y="1355060"/>
                <a:ext cx="28440" cy="1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Agrupar 142">
            <a:extLst>
              <a:ext uri="{FF2B5EF4-FFF2-40B4-BE49-F238E27FC236}">
                <a16:creationId xmlns:a16="http://schemas.microsoft.com/office/drawing/2014/main" id="{AA5DC35B-5DA3-CC76-DB86-6B631C7B4C27}"/>
              </a:ext>
            </a:extLst>
          </p:cNvPr>
          <p:cNvGrpSpPr/>
          <p:nvPr/>
        </p:nvGrpSpPr>
        <p:grpSpPr>
          <a:xfrm>
            <a:off x="7034060" y="2450540"/>
            <a:ext cx="166680" cy="91440"/>
            <a:chOff x="7034060" y="2450540"/>
            <a:chExt cx="166680" cy="9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0584BC2E-1EB8-56D4-C391-1B9EDD6A0EEC}"/>
                    </a:ext>
                  </a:extLst>
                </p14:cNvPr>
                <p14:cNvContentPartPr/>
                <p14:nvPr/>
              </p14:nvContentPartPr>
              <p14:xfrm>
                <a:off x="7074020" y="2450540"/>
                <a:ext cx="126720" cy="2556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0584BC2E-1EB8-56D4-C391-1B9EDD6A0EE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067900" y="2444420"/>
                  <a:ext cx="1389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473553AA-5819-87A0-36B2-AA78F2F358E3}"/>
                    </a:ext>
                  </a:extLst>
                </p14:cNvPr>
                <p14:cNvContentPartPr/>
                <p14:nvPr/>
              </p14:nvContentPartPr>
              <p14:xfrm>
                <a:off x="7034060" y="2533340"/>
                <a:ext cx="134640" cy="864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473553AA-5819-87A0-36B2-AA78F2F358E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027940" y="2527220"/>
                  <a:ext cx="146880" cy="2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Agrupar 164">
            <a:extLst>
              <a:ext uri="{FF2B5EF4-FFF2-40B4-BE49-F238E27FC236}">
                <a16:creationId xmlns:a16="http://schemas.microsoft.com/office/drawing/2014/main" id="{B8588EE6-5948-AA62-F0F1-DC3C70E3A10D}"/>
              </a:ext>
            </a:extLst>
          </p:cNvPr>
          <p:cNvGrpSpPr/>
          <p:nvPr/>
        </p:nvGrpSpPr>
        <p:grpSpPr>
          <a:xfrm>
            <a:off x="7009940" y="2922860"/>
            <a:ext cx="190800" cy="59760"/>
            <a:chOff x="7009940" y="2922860"/>
            <a:chExt cx="190800" cy="5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A63A3B2D-42B7-0E3F-0E85-78959DE93848}"/>
                    </a:ext>
                  </a:extLst>
                </p14:cNvPr>
                <p14:cNvContentPartPr/>
                <p14:nvPr/>
              </p14:nvContentPartPr>
              <p14:xfrm>
                <a:off x="7066100" y="2922860"/>
                <a:ext cx="134640" cy="2016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A63A3B2D-42B7-0E3F-0E85-78959DE9384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059980" y="2916740"/>
                  <a:ext cx="1468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1DF11ACF-65F1-D7E9-67B3-22EC257842DE}"/>
                    </a:ext>
                  </a:extLst>
                </p14:cNvPr>
                <p14:cNvContentPartPr/>
                <p14:nvPr/>
              </p14:nvContentPartPr>
              <p14:xfrm>
                <a:off x="7009940" y="2953100"/>
                <a:ext cx="166680" cy="2952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1DF11ACF-65F1-D7E9-67B3-22EC257842D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003820" y="2946980"/>
                  <a:ext cx="17892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Agrupar 166">
            <a:extLst>
              <a:ext uri="{FF2B5EF4-FFF2-40B4-BE49-F238E27FC236}">
                <a16:creationId xmlns:a16="http://schemas.microsoft.com/office/drawing/2014/main" id="{5A3685B5-50A1-EFC0-B22F-A571720FBF0B}"/>
              </a:ext>
            </a:extLst>
          </p:cNvPr>
          <p:cNvGrpSpPr/>
          <p:nvPr/>
        </p:nvGrpSpPr>
        <p:grpSpPr>
          <a:xfrm>
            <a:off x="7486580" y="2385740"/>
            <a:ext cx="1610640" cy="589680"/>
            <a:chOff x="7486580" y="2385740"/>
            <a:chExt cx="1610640" cy="58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738DEF78-8651-E318-E315-232CE74918BD}"/>
                    </a:ext>
                  </a:extLst>
                </p14:cNvPr>
                <p14:cNvContentPartPr/>
                <p14:nvPr/>
              </p14:nvContentPartPr>
              <p14:xfrm>
                <a:off x="7486580" y="2419220"/>
                <a:ext cx="101520" cy="10764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738DEF78-8651-E318-E315-232CE74918B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480460" y="2413100"/>
                  <a:ext cx="1137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3B0F5C25-6207-FC9A-0F66-1EB9837FF2FD}"/>
                    </a:ext>
                  </a:extLst>
                </p14:cNvPr>
                <p14:cNvContentPartPr/>
                <p14:nvPr/>
              </p14:nvContentPartPr>
              <p14:xfrm>
                <a:off x="7628420" y="2436860"/>
                <a:ext cx="156240" cy="9792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3B0F5C25-6207-FC9A-0F66-1EB9837FF2F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622300" y="2430740"/>
                  <a:ext cx="1684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67BF12F9-8E30-9CA3-143D-223A4E8D7465}"/>
                    </a:ext>
                  </a:extLst>
                </p14:cNvPr>
                <p14:cNvContentPartPr/>
                <p14:nvPr/>
              </p14:nvContentPartPr>
              <p14:xfrm>
                <a:off x="7858820" y="2454860"/>
                <a:ext cx="102960" cy="8532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67BF12F9-8E30-9CA3-143D-223A4E8D746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852700" y="2448740"/>
                  <a:ext cx="1152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0FA2ACF8-BEB0-AE84-E7CC-D5B3C94A3361}"/>
                    </a:ext>
                  </a:extLst>
                </p14:cNvPr>
                <p14:cNvContentPartPr/>
                <p14:nvPr/>
              </p14:nvContentPartPr>
              <p14:xfrm>
                <a:off x="8313500" y="2431460"/>
                <a:ext cx="61560" cy="5832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0FA2ACF8-BEB0-AE84-E7CC-D5B3C94A336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307380" y="2425340"/>
                  <a:ext cx="738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78889DBF-FA6A-ADBE-956B-CAE7798ADFD0}"/>
                    </a:ext>
                  </a:extLst>
                </p14:cNvPr>
                <p14:cNvContentPartPr/>
                <p14:nvPr/>
              </p14:nvContentPartPr>
              <p14:xfrm>
                <a:off x="8272100" y="2439020"/>
                <a:ext cx="126720" cy="5904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78889DBF-FA6A-ADBE-956B-CAE7798ADFD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265980" y="2432900"/>
                  <a:ext cx="1389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F8CA201E-E389-FB56-73C9-E42445B2A80C}"/>
                    </a:ext>
                  </a:extLst>
                </p14:cNvPr>
                <p14:cNvContentPartPr/>
                <p14:nvPr/>
              </p14:nvContentPartPr>
              <p14:xfrm>
                <a:off x="8747300" y="2385740"/>
                <a:ext cx="333360" cy="12204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F8CA201E-E389-FB56-73C9-E42445B2A80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741180" y="2379620"/>
                  <a:ext cx="3456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9DD11D50-3B65-82C8-652D-A1BA171E379E}"/>
                    </a:ext>
                  </a:extLst>
                </p14:cNvPr>
                <p14:cNvContentPartPr/>
                <p14:nvPr/>
              </p14:nvContentPartPr>
              <p14:xfrm>
                <a:off x="8913980" y="2460980"/>
                <a:ext cx="121320" cy="6552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9DD11D50-3B65-82C8-652D-A1BA171E379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907860" y="2454860"/>
                  <a:ext cx="1335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84B62D7A-F177-2327-BAD2-A4A2E8C52699}"/>
                    </a:ext>
                  </a:extLst>
                </p14:cNvPr>
                <p14:cNvContentPartPr/>
                <p14:nvPr/>
              </p14:nvContentPartPr>
              <p14:xfrm>
                <a:off x="8740820" y="2568260"/>
                <a:ext cx="285480" cy="1692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84B62D7A-F177-2327-BAD2-A4A2E8C5269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734700" y="2562140"/>
                  <a:ext cx="2977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43858617-3D78-B8CD-85B3-9E07B80FDAAF}"/>
                    </a:ext>
                  </a:extLst>
                </p14:cNvPr>
                <p14:cNvContentPartPr/>
                <p14:nvPr/>
              </p14:nvContentPartPr>
              <p14:xfrm>
                <a:off x="8778980" y="2630900"/>
                <a:ext cx="271080" cy="10332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43858617-3D78-B8CD-85B3-9E07B80FDAA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772860" y="2624780"/>
                  <a:ext cx="283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614EF8C9-B3DD-EEAC-03D2-D3463598189D}"/>
                    </a:ext>
                  </a:extLst>
                </p14:cNvPr>
                <p14:cNvContentPartPr/>
                <p14:nvPr/>
              </p14:nvContentPartPr>
              <p14:xfrm>
                <a:off x="7751540" y="2841500"/>
                <a:ext cx="132840" cy="11052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614EF8C9-B3DD-EEAC-03D2-D3463598189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745420" y="2835380"/>
                  <a:ext cx="1450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25B54D59-A3AE-FB8D-8594-A13D72CB046C}"/>
                    </a:ext>
                  </a:extLst>
                </p14:cNvPr>
                <p14:cNvContentPartPr/>
                <p14:nvPr/>
              </p14:nvContentPartPr>
              <p14:xfrm>
                <a:off x="7884380" y="2863460"/>
                <a:ext cx="187200" cy="11196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25B54D59-A3AE-FB8D-8594-A13D72CB046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878260" y="2857340"/>
                  <a:ext cx="1994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1D4ACE56-23C2-CB38-6989-75E5EFF89F9D}"/>
                    </a:ext>
                  </a:extLst>
                </p14:cNvPr>
                <p14:cNvContentPartPr/>
                <p14:nvPr/>
              </p14:nvContentPartPr>
              <p14:xfrm>
                <a:off x="8398820" y="2817740"/>
                <a:ext cx="48240" cy="612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1D4ACE56-23C2-CB38-6989-75E5EFF89F9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392700" y="2811620"/>
                  <a:ext cx="6048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520931A8-0DB1-9AEC-2456-9AEF7C26844F}"/>
                    </a:ext>
                  </a:extLst>
                </p14:cNvPr>
                <p14:cNvContentPartPr/>
                <p14:nvPr/>
              </p14:nvContentPartPr>
              <p14:xfrm>
                <a:off x="8256260" y="2732420"/>
                <a:ext cx="341280" cy="20412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520931A8-0DB1-9AEC-2456-9AEF7C26844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250140" y="2726300"/>
                  <a:ext cx="3535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F394C50E-0D2C-F130-A724-043269BAE5E2}"/>
                    </a:ext>
                  </a:extLst>
                </p14:cNvPr>
                <p14:cNvContentPartPr/>
                <p14:nvPr/>
              </p14:nvContentPartPr>
              <p14:xfrm>
                <a:off x="8478740" y="2869940"/>
                <a:ext cx="157680" cy="9864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F394C50E-0D2C-F130-A724-043269BAE5E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472620" y="2863820"/>
                  <a:ext cx="1699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A71F9257-F61D-3186-A7FE-DF8AC4677F9A}"/>
                    </a:ext>
                  </a:extLst>
                </p14:cNvPr>
                <p14:cNvContentPartPr/>
                <p14:nvPr/>
              </p14:nvContentPartPr>
              <p14:xfrm>
                <a:off x="8779340" y="2853740"/>
                <a:ext cx="307440" cy="11340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A71F9257-F61D-3186-A7FE-DF8AC4677F9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773220" y="2847620"/>
                  <a:ext cx="3196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04FE192D-3C85-E574-FA12-DC3042D1E543}"/>
                    </a:ext>
                  </a:extLst>
                </p14:cNvPr>
                <p14:cNvContentPartPr/>
                <p14:nvPr/>
              </p14:nvContentPartPr>
              <p14:xfrm>
                <a:off x="8921900" y="2838260"/>
                <a:ext cx="175320" cy="11016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04FE192D-3C85-E574-FA12-DC3042D1E54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915780" y="2832140"/>
                  <a:ext cx="187560" cy="12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68" name="Tinta 167">
                <a:extLst>
                  <a:ext uri="{FF2B5EF4-FFF2-40B4-BE49-F238E27FC236}">
                    <a16:creationId xmlns:a16="http://schemas.microsoft.com/office/drawing/2014/main" id="{E300D792-2B69-9979-9367-DA743A0A04C9}"/>
                  </a:ext>
                </a:extLst>
              </p14:cNvPr>
              <p14:cNvContentPartPr/>
              <p14:nvPr/>
            </p14:nvContentPartPr>
            <p14:xfrm>
              <a:off x="6620420" y="2056340"/>
              <a:ext cx="406080" cy="267840"/>
            </p14:xfrm>
          </p:contentPart>
        </mc:Choice>
        <mc:Fallback>
          <p:pic>
            <p:nvPicPr>
              <p:cNvPr id="168" name="Tinta 167">
                <a:extLst>
                  <a:ext uri="{FF2B5EF4-FFF2-40B4-BE49-F238E27FC236}">
                    <a16:creationId xmlns:a16="http://schemas.microsoft.com/office/drawing/2014/main" id="{E300D792-2B69-9979-9367-DA743A0A04C9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6614300" y="2050220"/>
                <a:ext cx="41832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70" name="Tinta 169">
                <a:extLst>
                  <a:ext uri="{FF2B5EF4-FFF2-40B4-BE49-F238E27FC236}">
                    <a16:creationId xmlns:a16="http://schemas.microsoft.com/office/drawing/2014/main" id="{52925099-1DDB-AD6A-D15C-140F8CC8E9BE}"/>
                  </a:ext>
                </a:extLst>
              </p14:cNvPr>
              <p14:cNvContentPartPr/>
              <p14:nvPr/>
            </p14:nvContentPartPr>
            <p14:xfrm>
              <a:off x="6474260" y="1531460"/>
              <a:ext cx="446760" cy="252360"/>
            </p14:xfrm>
          </p:contentPart>
        </mc:Choice>
        <mc:Fallback>
          <p:pic>
            <p:nvPicPr>
              <p:cNvPr id="170" name="Tinta 169">
                <a:extLst>
                  <a:ext uri="{FF2B5EF4-FFF2-40B4-BE49-F238E27FC236}">
                    <a16:creationId xmlns:a16="http://schemas.microsoft.com/office/drawing/2014/main" id="{52925099-1DDB-AD6A-D15C-140F8CC8E9BE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6468140" y="1525340"/>
                <a:ext cx="459000" cy="26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8" name="Agrupar 187">
            <a:extLst>
              <a:ext uri="{FF2B5EF4-FFF2-40B4-BE49-F238E27FC236}">
                <a16:creationId xmlns:a16="http://schemas.microsoft.com/office/drawing/2014/main" id="{55AEDC03-421B-0ECD-1F06-58E01115FF09}"/>
              </a:ext>
            </a:extLst>
          </p:cNvPr>
          <p:cNvGrpSpPr/>
          <p:nvPr/>
        </p:nvGrpSpPr>
        <p:grpSpPr>
          <a:xfrm>
            <a:off x="7576940" y="3121580"/>
            <a:ext cx="750240" cy="178560"/>
            <a:chOff x="7576940" y="3121580"/>
            <a:chExt cx="750240" cy="17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C637454E-CFD2-B77A-1919-799A7B4AD786}"/>
                    </a:ext>
                  </a:extLst>
                </p14:cNvPr>
                <p14:cNvContentPartPr/>
                <p14:nvPr/>
              </p14:nvContentPartPr>
              <p14:xfrm>
                <a:off x="7576940" y="3121580"/>
                <a:ext cx="84960" cy="17856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C637454E-CFD2-B77A-1919-799A7B4AD78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570820" y="3115460"/>
                  <a:ext cx="972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9F96FD50-9EEC-E992-ED1D-BADEAAF1F755}"/>
                    </a:ext>
                  </a:extLst>
                </p14:cNvPr>
                <p14:cNvContentPartPr/>
                <p14:nvPr/>
              </p14:nvContentPartPr>
              <p14:xfrm>
                <a:off x="7731380" y="3202940"/>
                <a:ext cx="112680" cy="6984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9F96FD50-9EEC-E992-ED1D-BADEAAF1F755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725260" y="3196820"/>
                  <a:ext cx="124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90BF44D1-3653-7429-4A7C-04B674F466F4}"/>
                    </a:ext>
                  </a:extLst>
                </p14:cNvPr>
                <p14:cNvContentPartPr/>
                <p14:nvPr/>
              </p14:nvContentPartPr>
              <p14:xfrm>
                <a:off x="7969700" y="3194660"/>
                <a:ext cx="135000" cy="8712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90BF44D1-3653-7429-4A7C-04B674F466F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963580" y="3188540"/>
                  <a:ext cx="1472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B725C8BA-BADE-F4B5-9068-E9B1EA55F801}"/>
                    </a:ext>
                  </a:extLst>
                </p14:cNvPr>
                <p14:cNvContentPartPr/>
                <p14:nvPr/>
              </p14:nvContentPartPr>
              <p14:xfrm>
                <a:off x="8248340" y="3227420"/>
                <a:ext cx="78840" cy="7056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B725C8BA-BADE-F4B5-9068-E9B1EA55F80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242220" y="3221300"/>
                  <a:ext cx="910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9377AF07-8034-56F9-1F1D-642D908F47E5}"/>
                    </a:ext>
                  </a:extLst>
                </p14:cNvPr>
                <p14:cNvContentPartPr/>
                <p14:nvPr/>
              </p14:nvContentPartPr>
              <p14:xfrm>
                <a:off x="8232140" y="3233180"/>
                <a:ext cx="62640" cy="4068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9377AF07-8034-56F9-1F1D-642D908F47E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226020" y="3227060"/>
                  <a:ext cx="748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A3FC3304-72B2-CC21-274E-354A945DE1CA}"/>
                    </a:ext>
                  </a:extLst>
                </p14:cNvPr>
                <p14:cNvContentPartPr/>
                <p14:nvPr/>
              </p14:nvContentPartPr>
              <p14:xfrm>
                <a:off x="8310620" y="3224540"/>
                <a:ext cx="8280" cy="6804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A3FC3304-72B2-CC21-274E-354A945DE1C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304500" y="3218420"/>
                  <a:ext cx="2052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Agrupar 197">
            <a:extLst>
              <a:ext uri="{FF2B5EF4-FFF2-40B4-BE49-F238E27FC236}">
                <a16:creationId xmlns:a16="http://schemas.microsoft.com/office/drawing/2014/main" id="{C3E2119B-81CB-F07C-AF36-DBBA7D143F3E}"/>
              </a:ext>
            </a:extLst>
          </p:cNvPr>
          <p:cNvGrpSpPr/>
          <p:nvPr/>
        </p:nvGrpSpPr>
        <p:grpSpPr>
          <a:xfrm>
            <a:off x="6597020" y="2118260"/>
            <a:ext cx="713880" cy="181080"/>
            <a:chOff x="6597020" y="2118260"/>
            <a:chExt cx="713880" cy="18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4B9CEB69-B7FA-D69F-EFC6-DEFDAEB171F1}"/>
                    </a:ext>
                  </a:extLst>
                </p14:cNvPr>
                <p14:cNvContentPartPr/>
                <p14:nvPr/>
              </p14:nvContentPartPr>
              <p14:xfrm>
                <a:off x="6597020" y="2118260"/>
                <a:ext cx="275760" cy="2664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4B9CEB69-B7FA-D69F-EFC6-DEFDAEB171F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590900" y="2112140"/>
                  <a:ext cx="288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AF85051B-AE97-7698-6A7E-030081CC37F8}"/>
                    </a:ext>
                  </a:extLst>
                </p14:cNvPr>
                <p14:cNvContentPartPr/>
                <p14:nvPr/>
              </p14:nvContentPartPr>
              <p14:xfrm>
                <a:off x="6723020" y="2135540"/>
                <a:ext cx="64800" cy="15768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AF85051B-AE97-7698-6A7E-030081CC37F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716900" y="2129420"/>
                  <a:ext cx="770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B36C7332-074A-0B1E-D672-6CD5393E405D}"/>
                    </a:ext>
                  </a:extLst>
                </p14:cNvPr>
                <p14:cNvContentPartPr/>
                <p14:nvPr/>
              </p14:nvContentPartPr>
              <p14:xfrm>
                <a:off x="6891500" y="2214380"/>
                <a:ext cx="111240" cy="7632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B36C7332-074A-0B1E-D672-6CD5393E405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885380" y="2208260"/>
                  <a:ext cx="1234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1E32C4DD-F309-BDE2-0CDA-F8A5C2E7DE60}"/>
                    </a:ext>
                  </a:extLst>
                </p14:cNvPr>
                <p14:cNvContentPartPr/>
                <p14:nvPr/>
              </p14:nvContentPartPr>
              <p14:xfrm>
                <a:off x="7176260" y="2174060"/>
                <a:ext cx="134640" cy="972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1E32C4DD-F309-BDE2-0CDA-F8A5C2E7DE6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170140" y="2167940"/>
                  <a:ext cx="1468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7D297EC1-02C4-E2C2-F653-E32EF55F677E}"/>
                    </a:ext>
                  </a:extLst>
                </p14:cNvPr>
                <p14:cNvContentPartPr/>
                <p14:nvPr/>
              </p14:nvContentPartPr>
              <p14:xfrm>
                <a:off x="7136300" y="2226260"/>
                <a:ext cx="136440" cy="756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7D297EC1-02C4-E2C2-F653-E32EF55F677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130180" y="2220140"/>
                  <a:ext cx="1486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6E5CCAA6-F262-04FD-A26D-98FBE44103B2}"/>
                    </a:ext>
                  </a:extLst>
                </p14:cNvPr>
                <p14:cNvContentPartPr/>
                <p14:nvPr/>
              </p14:nvContentPartPr>
              <p14:xfrm>
                <a:off x="6827420" y="2293940"/>
                <a:ext cx="8280" cy="5400"/>
              </p14:xfrm>
            </p:contentPart>
          </mc:Choice>
          <mc:Fallback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6E5CCAA6-F262-04FD-A26D-98FBE44103B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821300" y="2287820"/>
                  <a:ext cx="20520" cy="1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Agrupar 196">
            <a:extLst>
              <a:ext uri="{FF2B5EF4-FFF2-40B4-BE49-F238E27FC236}">
                <a16:creationId xmlns:a16="http://schemas.microsoft.com/office/drawing/2014/main" id="{DEB5B155-8EBA-CCBA-2BAC-D020F32565DC}"/>
              </a:ext>
            </a:extLst>
          </p:cNvPr>
          <p:cNvGrpSpPr/>
          <p:nvPr/>
        </p:nvGrpSpPr>
        <p:grpSpPr>
          <a:xfrm>
            <a:off x="7612940" y="1897580"/>
            <a:ext cx="2191320" cy="342720"/>
            <a:chOff x="7612940" y="1897580"/>
            <a:chExt cx="2191320" cy="34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6C9997A2-9D8F-1B24-E029-111B4E49711A}"/>
                    </a:ext>
                  </a:extLst>
                </p14:cNvPr>
                <p14:cNvContentPartPr/>
                <p14:nvPr/>
              </p14:nvContentPartPr>
              <p14:xfrm>
                <a:off x="7612940" y="1999100"/>
                <a:ext cx="95040" cy="14292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6C9997A2-9D8F-1B24-E029-111B4E49711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606820" y="1992980"/>
                  <a:ext cx="1072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B11104DF-C1A3-2572-0006-4A95FE8861DC}"/>
                    </a:ext>
                  </a:extLst>
                </p14:cNvPr>
                <p14:cNvContentPartPr/>
                <p14:nvPr/>
              </p14:nvContentPartPr>
              <p14:xfrm>
                <a:off x="7699700" y="2040860"/>
                <a:ext cx="222480" cy="13212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B11104DF-C1A3-2572-0006-4A95FE8861D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693580" y="2034740"/>
                  <a:ext cx="2347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778380C9-A7F6-B8FF-CBF7-C952201142A2}"/>
                    </a:ext>
                  </a:extLst>
                </p14:cNvPr>
                <p14:cNvContentPartPr/>
                <p14:nvPr/>
              </p14:nvContentPartPr>
              <p14:xfrm>
                <a:off x="7921460" y="2047340"/>
                <a:ext cx="255600" cy="11124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778380C9-A7F6-B8FF-CBF7-C952201142A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915340" y="2041220"/>
                  <a:ext cx="2678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3D081EFD-0283-176C-99D0-03D0BCC31119}"/>
                    </a:ext>
                  </a:extLst>
                </p14:cNvPr>
                <p14:cNvContentPartPr/>
                <p14:nvPr/>
              </p14:nvContentPartPr>
              <p14:xfrm>
                <a:off x="8366780" y="2077940"/>
                <a:ext cx="80280" cy="6948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3D081EFD-0283-176C-99D0-03D0BCC3111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360660" y="2071820"/>
                  <a:ext cx="925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C46D2FA0-862D-4320-19DE-BA71B1A9FB71}"/>
                    </a:ext>
                  </a:extLst>
                </p14:cNvPr>
                <p14:cNvContentPartPr/>
                <p14:nvPr/>
              </p14:nvContentPartPr>
              <p14:xfrm>
                <a:off x="8302700" y="2084420"/>
                <a:ext cx="128520" cy="5436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C46D2FA0-862D-4320-19DE-BA71B1A9FB7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296580" y="2078300"/>
                  <a:ext cx="1407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E915BBAA-307A-7D60-3A0E-105306ADB717}"/>
                    </a:ext>
                  </a:extLst>
                </p14:cNvPr>
                <p14:cNvContentPartPr/>
                <p14:nvPr/>
              </p14:nvContentPartPr>
              <p14:xfrm>
                <a:off x="8422580" y="2044100"/>
                <a:ext cx="8280" cy="11124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E915BBAA-307A-7D60-3A0E-105306ADB71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416460" y="2037980"/>
                  <a:ext cx="205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866406C7-C898-F3F7-A145-A9B679FCA954}"/>
                    </a:ext>
                  </a:extLst>
                </p14:cNvPr>
                <p14:cNvContentPartPr/>
                <p14:nvPr/>
              </p14:nvContentPartPr>
              <p14:xfrm>
                <a:off x="8511860" y="2061020"/>
                <a:ext cx="268200" cy="13032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866406C7-C898-F3F7-A145-A9B679FCA95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505740" y="2054900"/>
                  <a:ext cx="280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246B07B1-32D4-D188-CE9A-5A769BE311E6}"/>
                    </a:ext>
                  </a:extLst>
                </p14:cNvPr>
                <p14:cNvContentPartPr/>
                <p14:nvPr/>
              </p14:nvContentPartPr>
              <p14:xfrm>
                <a:off x="8731100" y="2101340"/>
                <a:ext cx="96840" cy="6696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246B07B1-32D4-D188-CE9A-5A769BE311E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724980" y="2095220"/>
                  <a:ext cx="1090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0BB016B6-80F8-0193-606B-A5275A800632}"/>
                    </a:ext>
                  </a:extLst>
                </p14:cNvPr>
                <p14:cNvContentPartPr/>
                <p14:nvPr/>
              </p14:nvContentPartPr>
              <p14:xfrm>
                <a:off x="8859260" y="2120420"/>
                <a:ext cx="110880" cy="6948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0BB016B6-80F8-0193-606B-A5275A80063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853140" y="2114300"/>
                  <a:ext cx="1231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250CB960-5F87-B92C-47A2-2DAF4F1CBF95}"/>
                    </a:ext>
                  </a:extLst>
                </p14:cNvPr>
                <p14:cNvContentPartPr/>
                <p14:nvPr/>
              </p14:nvContentPartPr>
              <p14:xfrm>
                <a:off x="8984540" y="2004500"/>
                <a:ext cx="192240" cy="16560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250CB960-5F87-B92C-47A2-2DAF4F1CBF9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978420" y="1998380"/>
                  <a:ext cx="2044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F13F1699-2C65-B63D-3DF8-2ED802DCC563}"/>
                    </a:ext>
                  </a:extLst>
                </p14:cNvPr>
                <p14:cNvContentPartPr/>
                <p14:nvPr/>
              </p14:nvContentPartPr>
              <p14:xfrm>
                <a:off x="9263900" y="2003420"/>
                <a:ext cx="123840" cy="13356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F13F1699-2C65-B63D-3DF8-2ED802DCC563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257780" y="1997300"/>
                  <a:ext cx="1360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F6908A53-FD75-2A2F-9142-8ED1F3D86710}"/>
                    </a:ext>
                  </a:extLst>
                </p14:cNvPr>
                <p14:cNvContentPartPr/>
                <p14:nvPr/>
              </p14:nvContentPartPr>
              <p14:xfrm>
                <a:off x="9423020" y="2023940"/>
                <a:ext cx="106920" cy="10224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F6908A53-FD75-2A2F-9142-8ED1F3D8671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416900" y="2017820"/>
                  <a:ext cx="1191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AB6B8C35-DCD7-88A5-5F00-32779955D202}"/>
                    </a:ext>
                  </a:extLst>
                </p14:cNvPr>
                <p14:cNvContentPartPr/>
                <p14:nvPr/>
              </p14:nvContentPartPr>
              <p14:xfrm>
                <a:off x="9608420" y="1931060"/>
                <a:ext cx="107280" cy="4536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AB6B8C35-DCD7-88A5-5F00-32779955D202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602300" y="1924940"/>
                  <a:ext cx="1195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FB3EEB78-0A4F-9A8E-25F2-E9DF3E960C59}"/>
                    </a:ext>
                  </a:extLst>
                </p14:cNvPr>
                <p14:cNvContentPartPr/>
                <p14:nvPr/>
              </p14:nvContentPartPr>
              <p14:xfrm>
                <a:off x="9707420" y="1897580"/>
                <a:ext cx="96840" cy="34272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FB3EEB78-0A4F-9A8E-25F2-E9DF3E960C59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701300" y="1891460"/>
                  <a:ext cx="10908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51A33B6D-8FA3-D0E8-F599-E9E3725B1351}"/>
                    </a:ext>
                  </a:extLst>
                </p14:cNvPr>
                <p14:cNvContentPartPr/>
                <p14:nvPr/>
              </p14:nvContentPartPr>
              <p14:xfrm>
                <a:off x="9216380" y="2192420"/>
                <a:ext cx="40320" cy="20880"/>
              </p14:xfrm>
            </p:contentPart>
          </mc:Choice>
          <mc:Fallback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51A33B6D-8FA3-D0E8-F599-E9E3725B1351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210260" y="2186300"/>
                  <a:ext cx="5256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Agrupar 201">
            <a:extLst>
              <a:ext uri="{FF2B5EF4-FFF2-40B4-BE49-F238E27FC236}">
                <a16:creationId xmlns:a16="http://schemas.microsoft.com/office/drawing/2014/main" id="{6B8C6C0E-A447-9894-2108-0607F3E0BA30}"/>
              </a:ext>
            </a:extLst>
          </p:cNvPr>
          <p:cNvGrpSpPr/>
          <p:nvPr/>
        </p:nvGrpSpPr>
        <p:grpSpPr>
          <a:xfrm>
            <a:off x="6549140" y="3076220"/>
            <a:ext cx="493200" cy="223920"/>
            <a:chOff x="6549140" y="3076220"/>
            <a:chExt cx="493200" cy="22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B843777F-9A76-DBEF-7D57-9F77E3C58CA9}"/>
                    </a:ext>
                  </a:extLst>
                </p14:cNvPr>
                <p14:cNvContentPartPr/>
                <p14:nvPr/>
              </p14:nvContentPartPr>
              <p14:xfrm>
                <a:off x="6549140" y="3087740"/>
                <a:ext cx="198720" cy="540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B843777F-9A76-DBEF-7D57-9F77E3C58CA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543020" y="3081620"/>
                  <a:ext cx="21096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00F6D696-74A9-51EB-0724-43DFA0AD5E70}"/>
                    </a:ext>
                  </a:extLst>
                </p14:cNvPr>
                <p14:cNvContentPartPr/>
                <p14:nvPr/>
              </p14:nvContentPartPr>
              <p14:xfrm>
                <a:off x="6636980" y="3076220"/>
                <a:ext cx="24480" cy="11988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00F6D696-74A9-51EB-0724-43DFA0AD5E7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630860" y="3070100"/>
                  <a:ext cx="367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3CD85CCD-2EA6-8FB6-5106-045E149E4E91}"/>
                    </a:ext>
                  </a:extLst>
                </p14:cNvPr>
                <p14:cNvContentPartPr/>
                <p14:nvPr/>
              </p14:nvContentPartPr>
              <p14:xfrm>
                <a:off x="6738860" y="3174860"/>
                <a:ext cx="64800" cy="12528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3CD85CCD-2EA6-8FB6-5106-045E149E4E9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732740" y="3168740"/>
                  <a:ext cx="77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18FFD91E-ED68-1D52-2BBC-394AADFF831D}"/>
                    </a:ext>
                  </a:extLst>
                </p14:cNvPr>
                <p14:cNvContentPartPr/>
                <p14:nvPr/>
              </p14:nvContentPartPr>
              <p14:xfrm>
                <a:off x="6994100" y="3212660"/>
                <a:ext cx="48240" cy="900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18FFD91E-ED68-1D52-2BBC-394AADFF831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987980" y="3206540"/>
                  <a:ext cx="604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60310429-3307-15B5-BA1B-7AE299476D9F}"/>
                    </a:ext>
                  </a:extLst>
                </p14:cNvPr>
                <p14:cNvContentPartPr/>
                <p14:nvPr/>
              </p14:nvContentPartPr>
              <p14:xfrm>
                <a:off x="6953780" y="3266660"/>
                <a:ext cx="72360" cy="396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60310429-3307-15B5-BA1B-7AE299476D9F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947660" y="3260540"/>
                  <a:ext cx="8460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3A7816D2-3684-892C-4B81-48880781E2E8}"/>
                    </a:ext>
                  </a:extLst>
                </p14:cNvPr>
                <p14:cNvContentPartPr/>
                <p14:nvPr/>
              </p14:nvContentPartPr>
              <p14:xfrm>
                <a:off x="6859460" y="3260180"/>
                <a:ext cx="360" cy="13680"/>
              </p14:xfrm>
            </p:contentPart>
          </mc:Choice>
          <mc:Fallback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3A7816D2-3684-892C-4B81-48880781E2E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853340" y="3254060"/>
                  <a:ext cx="1260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Agrupar 200">
            <a:extLst>
              <a:ext uri="{FF2B5EF4-FFF2-40B4-BE49-F238E27FC236}">
                <a16:creationId xmlns:a16="http://schemas.microsoft.com/office/drawing/2014/main" id="{0665F815-4306-4E17-DFBA-3A789A6CD2DF}"/>
              </a:ext>
            </a:extLst>
          </p:cNvPr>
          <p:cNvGrpSpPr/>
          <p:nvPr/>
        </p:nvGrpSpPr>
        <p:grpSpPr>
          <a:xfrm>
            <a:off x="8541020" y="3114020"/>
            <a:ext cx="944640" cy="177120"/>
            <a:chOff x="8541020" y="3114020"/>
            <a:chExt cx="944640" cy="17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58DF6E03-DA9A-1A61-9F0D-A5B9CFC8CCF9}"/>
                    </a:ext>
                  </a:extLst>
                </p14:cNvPr>
                <p14:cNvContentPartPr/>
                <p14:nvPr/>
              </p14:nvContentPartPr>
              <p14:xfrm>
                <a:off x="8541020" y="3221300"/>
                <a:ext cx="96480" cy="6984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58DF6E03-DA9A-1A61-9F0D-A5B9CFC8CCF9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534900" y="3215180"/>
                  <a:ext cx="1087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6C3D6BDA-7F73-5A9F-C8D2-1F9A8F8D50EF}"/>
                    </a:ext>
                  </a:extLst>
                </p14:cNvPr>
                <p14:cNvContentPartPr/>
                <p14:nvPr/>
              </p14:nvContentPartPr>
              <p14:xfrm>
                <a:off x="8677100" y="3183140"/>
                <a:ext cx="146880" cy="10260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6C3D6BDA-7F73-5A9F-C8D2-1F9A8F8D50EF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670980" y="3177020"/>
                  <a:ext cx="1591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290C73EB-EF9B-9059-BE40-72F9C6905CEC}"/>
                    </a:ext>
                  </a:extLst>
                </p14:cNvPr>
                <p14:cNvContentPartPr/>
                <p14:nvPr/>
              </p14:nvContentPartPr>
              <p14:xfrm>
                <a:off x="8905700" y="3183860"/>
                <a:ext cx="112680" cy="74520"/>
              </p14:xfrm>
            </p:contentPart>
          </mc:Choice>
          <mc:Fallback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290C73EB-EF9B-9059-BE40-72F9C6905CEC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899580" y="3177740"/>
                  <a:ext cx="1249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CFAB9681-FEF3-3BE7-64AE-A238F3306660}"/>
                    </a:ext>
                  </a:extLst>
                </p14:cNvPr>
                <p14:cNvContentPartPr/>
                <p14:nvPr/>
              </p14:nvContentPartPr>
              <p14:xfrm>
                <a:off x="9033860" y="3126620"/>
                <a:ext cx="190800" cy="13428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CFAB9681-FEF3-3BE7-64AE-A238F330666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027740" y="3120500"/>
                  <a:ext cx="2030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556519B6-4069-280A-24D8-4BCCCF1DF531}"/>
                    </a:ext>
                  </a:extLst>
                </p14:cNvPr>
                <p14:cNvContentPartPr/>
                <p14:nvPr/>
              </p14:nvContentPartPr>
              <p14:xfrm>
                <a:off x="9096140" y="3189260"/>
                <a:ext cx="79200" cy="59760"/>
              </p14:xfrm>
            </p:contentPart>
          </mc:Choice>
          <mc:Fallback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556519B6-4069-280A-24D8-4BCCCF1DF53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090020" y="3183140"/>
                  <a:ext cx="914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F762B87A-93FF-9F69-693E-EEAF0BE242FB}"/>
                    </a:ext>
                  </a:extLst>
                </p14:cNvPr>
                <p14:cNvContentPartPr/>
                <p14:nvPr/>
              </p14:nvContentPartPr>
              <p14:xfrm>
                <a:off x="9239420" y="3172340"/>
                <a:ext cx="103680" cy="81000"/>
              </p14:xfrm>
            </p:contentPart>
          </mc:Choice>
          <mc:Fallback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F762B87A-93FF-9F69-693E-EEAF0BE242F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233300" y="3166220"/>
                  <a:ext cx="1159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1544DD73-7DB7-1892-48E0-92362E0361AA}"/>
                    </a:ext>
                  </a:extLst>
                </p14:cNvPr>
                <p14:cNvContentPartPr/>
                <p14:nvPr/>
              </p14:nvContentPartPr>
              <p14:xfrm>
                <a:off x="9358940" y="3114020"/>
                <a:ext cx="126720" cy="86040"/>
              </p14:xfrm>
            </p:contentPart>
          </mc:Choice>
          <mc:Fallback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1544DD73-7DB7-1892-48E0-92362E0361A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352820" y="3107900"/>
                  <a:ext cx="1389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68D22C47-25DC-0FDB-8DB8-B8635104CF1C}"/>
                    </a:ext>
                  </a:extLst>
                </p14:cNvPr>
                <p14:cNvContentPartPr/>
                <p14:nvPr/>
              </p14:nvContentPartPr>
              <p14:xfrm>
                <a:off x="9224300" y="3130220"/>
                <a:ext cx="16200" cy="23760"/>
              </p14:xfrm>
            </p:contentPart>
          </mc:Choice>
          <mc:Fallback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68D22C47-25DC-0FDB-8DB8-B8635104CF1C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218180" y="3124100"/>
                  <a:ext cx="2844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203" name="Tinta 202">
                <a:extLst>
                  <a:ext uri="{FF2B5EF4-FFF2-40B4-BE49-F238E27FC236}">
                    <a16:creationId xmlns:a16="http://schemas.microsoft.com/office/drawing/2014/main" id="{945A3FBB-3744-ABF7-AF40-B6E58AD4EA8C}"/>
                  </a:ext>
                </a:extLst>
              </p14:cNvPr>
              <p14:cNvContentPartPr/>
              <p14:nvPr/>
            </p14:nvContentPartPr>
            <p14:xfrm>
              <a:off x="6740660" y="1305740"/>
              <a:ext cx="55440" cy="23760"/>
            </p14:xfrm>
          </p:contentPart>
        </mc:Choice>
        <mc:Fallback>
          <p:pic>
            <p:nvPicPr>
              <p:cNvPr id="203" name="Tinta 202">
                <a:extLst>
                  <a:ext uri="{FF2B5EF4-FFF2-40B4-BE49-F238E27FC236}">
                    <a16:creationId xmlns:a16="http://schemas.microsoft.com/office/drawing/2014/main" id="{945A3FBB-3744-ABF7-AF40-B6E58AD4EA8C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6734540" y="1299620"/>
                <a:ext cx="6768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Agrupar 207">
            <a:extLst>
              <a:ext uri="{FF2B5EF4-FFF2-40B4-BE49-F238E27FC236}">
                <a16:creationId xmlns:a16="http://schemas.microsoft.com/office/drawing/2014/main" id="{4C09BA31-982F-F4D4-945A-D43FFEDB22C8}"/>
              </a:ext>
            </a:extLst>
          </p:cNvPr>
          <p:cNvGrpSpPr/>
          <p:nvPr/>
        </p:nvGrpSpPr>
        <p:grpSpPr>
          <a:xfrm>
            <a:off x="6350780" y="3374660"/>
            <a:ext cx="357120" cy="325800"/>
            <a:chOff x="6350780" y="3374660"/>
            <a:chExt cx="357120" cy="32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E4F5DF75-B997-47F9-7E3F-9E4E6D2BBDD6}"/>
                    </a:ext>
                  </a:extLst>
                </p14:cNvPr>
                <p14:cNvContentPartPr/>
                <p14:nvPr/>
              </p14:nvContentPartPr>
              <p14:xfrm>
                <a:off x="6629060" y="3433700"/>
                <a:ext cx="78840" cy="243000"/>
              </p14:xfrm>
            </p:contentPart>
          </mc:Choice>
          <mc:Fallback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E4F5DF75-B997-47F9-7E3F-9E4E6D2BBDD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622940" y="3427580"/>
                  <a:ext cx="910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C16EAC29-C17D-E272-C558-B98C8B375C36}"/>
                    </a:ext>
                  </a:extLst>
                </p14:cNvPr>
                <p14:cNvContentPartPr/>
                <p14:nvPr/>
              </p14:nvContentPartPr>
              <p14:xfrm>
                <a:off x="6469220" y="3374660"/>
                <a:ext cx="32400" cy="32580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C16EAC29-C17D-E272-C558-B98C8B375C36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463100" y="3368540"/>
                  <a:ext cx="4464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1FBD3D85-DC10-D887-7598-AD997AFBF506}"/>
                    </a:ext>
                  </a:extLst>
                </p14:cNvPr>
                <p14:cNvContentPartPr/>
                <p14:nvPr/>
              </p14:nvContentPartPr>
              <p14:xfrm>
                <a:off x="6350780" y="3395180"/>
                <a:ext cx="294840" cy="10440"/>
              </p14:xfrm>
            </p:contentPart>
          </mc:Choice>
          <mc:Fallback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1FBD3D85-DC10-D887-7598-AD997AFBF50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344660" y="3389060"/>
                  <a:ext cx="30708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Agrupar 217">
            <a:extLst>
              <a:ext uri="{FF2B5EF4-FFF2-40B4-BE49-F238E27FC236}">
                <a16:creationId xmlns:a16="http://schemas.microsoft.com/office/drawing/2014/main" id="{387992DE-42ED-410C-4EB6-8B9126B59A5D}"/>
              </a:ext>
            </a:extLst>
          </p:cNvPr>
          <p:cNvGrpSpPr/>
          <p:nvPr/>
        </p:nvGrpSpPr>
        <p:grpSpPr>
          <a:xfrm>
            <a:off x="6905900" y="3573740"/>
            <a:ext cx="190800" cy="81720"/>
            <a:chOff x="6905900" y="3573740"/>
            <a:chExt cx="190800" cy="8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B2A298AC-4879-A0A2-566C-575B44D28799}"/>
                    </a:ext>
                  </a:extLst>
                </p14:cNvPr>
                <p14:cNvContentPartPr/>
                <p14:nvPr/>
              </p14:nvContentPartPr>
              <p14:xfrm>
                <a:off x="6930020" y="3573740"/>
                <a:ext cx="128520" cy="6840"/>
              </p14:xfrm>
            </p:contentPart>
          </mc:Choice>
          <mc:Fallback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B2A298AC-4879-A0A2-566C-575B44D2879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923900" y="3567620"/>
                  <a:ext cx="1407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5B9BD0C9-CF59-9297-4C13-E1710084049E}"/>
                    </a:ext>
                  </a:extLst>
                </p14:cNvPr>
                <p14:cNvContentPartPr/>
                <p14:nvPr/>
              </p14:nvContentPartPr>
              <p14:xfrm>
                <a:off x="6905900" y="3634580"/>
                <a:ext cx="190800" cy="20880"/>
              </p14:xfrm>
            </p:contentPart>
          </mc:Choice>
          <mc:Fallback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5B9BD0C9-CF59-9297-4C13-E1710084049E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899780" y="3628460"/>
                  <a:ext cx="20304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Agrupar 216">
            <a:extLst>
              <a:ext uri="{FF2B5EF4-FFF2-40B4-BE49-F238E27FC236}">
                <a16:creationId xmlns:a16="http://schemas.microsoft.com/office/drawing/2014/main" id="{93AD37ED-BB86-5DB1-DB1B-FC3D85970951}"/>
              </a:ext>
            </a:extLst>
          </p:cNvPr>
          <p:cNvGrpSpPr/>
          <p:nvPr/>
        </p:nvGrpSpPr>
        <p:grpSpPr>
          <a:xfrm>
            <a:off x="7533020" y="3553580"/>
            <a:ext cx="556920" cy="202680"/>
            <a:chOff x="7533020" y="3553580"/>
            <a:chExt cx="556920" cy="20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5440B89F-A169-8D67-CCC7-330121296836}"/>
                    </a:ext>
                  </a:extLst>
                </p14:cNvPr>
                <p14:cNvContentPartPr/>
                <p14:nvPr/>
              </p14:nvContentPartPr>
              <p14:xfrm>
                <a:off x="7533020" y="3553580"/>
                <a:ext cx="72720" cy="165240"/>
              </p14:xfrm>
            </p:contentPart>
          </mc:Choice>
          <mc:Fallback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5440B89F-A169-8D67-CCC7-330121296836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526900" y="3547460"/>
                  <a:ext cx="849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51FD1D82-A01B-1AB2-56DD-12579133239C}"/>
                    </a:ext>
                  </a:extLst>
                </p14:cNvPr>
                <p14:cNvContentPartPr/>
                <p14:nvPr/>
              </p14:nvContentPartPr>
              <p14:xfrm>
                <a:off x="7707260" y="3630620"/>
                <a:ext cx="127800" cy="87120"/>
              </p14:xfrm>
            </p:contentPart>
          </mc:Choice>
          <mc:Fallback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51FD1D82-A01B-1AB2-56DD-12579133239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701140" y="3624500"/>
                  <a:ext cx="140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51FC1A0E-C1AC-5C6C-485E-C551F52D3FAE}"/>
                    </a:ext>
                  </a:extLst>
                </p14:cNvPr>
                <p14:cNvContentPartPr/>
                <p14:nvPr/>
              </p14:nvContentPartPr>
              <p14:xfrm>
                <a:off x="7899500" y="3614420"/>
                <a:ext cx="190440" cy="141840"/>
              </p14:xfrm>
            </p:contentPart>
          </mc:Choice>
          <mc:Fallback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51FC1A0E-C1AC-5C6C-485E-C551F52D3FAE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893380" y="3608300"/>
                  <a:ext cx="20268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Agrupar 215">
            <a:extLst>
              <a:ext uri="{FF2B5EF4-FFF2-40B4-BE49-F238E27FC236}">
                <a16:creationId xmlns:a16="http://schemas.microsoft.com/office/drawing/2014/main" id="{82101AC5-BFB2-59A9-85BA-540AF2E3D8E8}"/>
              </a:ext>
            </a:extLst>
          </p:cNvPr>
          <p:cNvGrpSpPr/>
          <p:nvPr/>
        </p:nvGrpSpPr>
        <p:grpSpPr>
          <a:xfrm>
            <a:off x="8302700" y="3629180"/>
            <a:ext cx="136440" cy="108360"/>
            <a:chOff x="8302700" y="3629180"/>
            <a:chExt cx="136440" cy="10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0323E490-CF71-7144-B111-E5E795E93BE6}"/>
                    </a:ext>
                  </a:extLst>
                </p14:cNvPr>
                <p14:cNvContentPartPr/>
                <p14:nvPr/>
              </p14:nvContentPartPr>
              <p14:xfrm>
                <a:off x="8310620" y="3629180"/>
                <a:ext cx="112320" cy="108360"/>
              </p14:xfrm>
            </p:contentPart>
          </mc:Choice>
          <mc:Fallback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0323E490-CF71-7144-B111-E5E795E93BE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8304500" y="3623060"/>
                  <a:ext cx="1245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F46C341E-10F0-DD98-70C7-0FC209CA9496}"/>
                    </a:ext>
                  </a:extLst>
                </p14:cNvPr>
                <p14:cNvContentPartPr/>
                <p14:nvPr/>
              </p14:nvContentPartPr>
              <p14:xfrm>
                <a:off x="8302700" y="3651140"/>
                <a:ext cx="136440" cy="60840"/>
              </p14:xfrm>
            </p:contentPart>
          </mc:Choice>
          <mc:Fallback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F46C341E-10F0-DD98-70C7-0FC209CA9496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8296580" y="3645020"/>
                  <a:ext cx="148680" cy="7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219" name="Tinta 218">
                <a:extLst>
                  <a:ext uri="{FF2B5EF4-FFF2-40B4-BE49-F238E27FC236}">
                    <a16:creationId xmlns:a16="http://schemas.microsoft.com/office/drawing/2014/main" id="{F05F82C6-9A75-20FC-8013-C9709747CE53}"/>
                  </a:ext>
                </a:extLst>
              </p14:cNvPr>
              <p14:cNvContentPartPr/>
              <p14:nvPr/>
            </p14:nvContentPartPr>
            <p14:xfrm>
              <a:off x="8762420" y="3558260"/>
              <a:ext cx="89640" cy="94680"/>
            </p14:xfrm>
          </p:contentPart>
        </mc:Choice>
        <mc:Fallback>
          <p:pic>
            <p:nvPicPr>
              <p:cNvPr id="219" name="Tinta 218">
                <a:extLst>
                  <a:ext uri="{FF2B5EF4-FFF2-40B4-BE49-F238E27FC236}">
                    <a16:creationId xmlns:a16="http://schemas.microsoft.com/office/drawing/2014/main" id="{F05F82C6-9A75-20FC-8013-C9709747CE53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8756300" y="3552140"/>
                <a:ext cx="10188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220" name="Tinta 219">
                <a:extLst>
                  <a:ext uri="{FF2B5EF4-FFF2-40B4-BE49-F238E27FC236}">
                    <a16:creationId xmlns:a16="http://schemas.microsoft.com/office/drawing/2014/main" id="{5BF75639-ABAE-9CB6-60BA-2506DE9A7FEF}"/>
                  </a:ext>
                </a:extLst>
              </p14:cNvPr>
              <p14:cNvContentPartPr/>
              <p14:nvPr/>
            </p14:nvContentPartPr>
            <p14:xfrm>
              <a:off x="8685380" y="3779300"/>
              <a:ext cx="220680" cy="14400"/>
            </p14:xfrm>
          </p:contentPart>
        </mc:Choice>
        <mc:Fallback>
          <p:pic>
            <p:nvPicPr>
              <p:cNvPr id="220" name="Tinta 219">
                <a:extLst>
                  <a:ext uri="{FF2B5EF4-FFF2-40B4-BE49-F238E27FC236}">
                    <a16:creationId xmlns:a16="http://schemas.microsoft.com/office/drawing/2014/main" id="{5BF75639-ABAE-9CB6-60BA-2506DE9A7FEF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8679260" y="3773180"/>
                <a:ext cx="23292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221" name="Tinta 220">
                <a:extLst>
                  <a:ext uri="{FF2B5EF4-FFF2-40B4-BE49-F238E27FC236}">
                    <a16:creationId xmlns:a16="http://schemas.microsoft.com/office/drawing/2014/main" id="{CEBB97A5-012F-5115-C8E8-8A8C94C57901}"/>
                  </a:ext>
                </a:extLst>
              </p14:cNvPr>
              <p14:cNvContentPartPr/>
              <p14:nvPr/>
            </p14:nvContentPartPr>
            <p14:xfrm>
              <a:off x="8748740" y="3884060"/>
              <a:ext cx="317520" cy="117720"/>
            </p14:xfrm>
          </p:contentPart>
        </mc:Choice>
        <mc:Fallback>
          <p:pic>
            <p:nvPicPr>
              <p:cNvPr id="221" name="Tinta 220">
                <a:extLst>
                  <a:ext uri="{FF2B5EF4-FFF2-40B4-BE49-F238E27FC236}">
                    <a16:creationId xmlns:a16="http://schemas.microsoft.com/office/drawing/2014/main" id="{CEBB97A5-012F-5115-C8E8-8A8C94C57901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8742620" y="3877940"/>
                <a:ext cx="329760" cy="12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4" name="Agrupar 223">
            <a:extLst>
              <a:ext uri="{FF2B5EF4-FFF2-40B4-BE49-F238E27FC236}">
                <a16:creationId xmlns:a16="http://schemas.microsoft.com/office/drawing/2014/main" id="{7FC72792-2565-E3EA-B680-546E594D5768}"/>
              </a:ext>
            </a:extLst>
          </p:cNvPr>
          <p:cNvGrpSpPr/>
          <p:nvPr/>
        </p:nvGrpSpPr>
        <p:grpSpPr>
          <a:xfrm>
            <a:off x="6867020" y="4027700"/>
            <a:ext cx="237600" cy="62640"/>
            <a:chOff x="6867020" y="4027700"/>
            <a:chExt cx="237600" cy="6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3F855476-11FC-48EA-9F08-665F0B6FB2AB}"/>
                    </a:ext>
                  </a:extLst>
                </p14:cNvPr>
                <p14:cNvContentPartPr/>
                <p14:nvPr/>
              </p14:nvContentPartPr>
              <p14:xfrm>
                <a:off x="6867020" y="4027700"/>
                <a:ext cx="167040" cy="27000"/>
              </p14:xfrm>
            </p:contentPart>
          </mc:Choice>
          <mc:Fallback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3F855476-11FC-48EA-9F08-665F0B6FB2AB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860900" y="4021580"/>
                  <a:ext cx="1792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87BF0A1B-CD8B-B404-E9EF-A7978F362F3A}"/>
                    </a:ext>
                  </a:extLst>
                </p14:cNvPr>
                <p14:cNvContentPartPr/>
                <p14:nvPr/>
              </p14:nvContentPartPr>
              <p14:xfrm>
                <a:off x="6905900" y="4064420"/>
                <a:ext cx="198720" cy="25920"/>
              </p14:xfrm>
            </p:contentPart>
          </mc:Choice>
          <mc:Fallback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87BF0A1B-CD8B-B404-E9EF-A7978F362F3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899780" y="4058300"/>
                  <a:ext cx="21096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Agrupar 230">
            <a:extLst>
              <a:ext uri="{FF2B5EF4-FFF2-40B4-BE49-F238E27FC236}">
                <a16:creationId xmlns:a16="http://schemas.microsoft.com/office/drawing/2014/main" id="{1F44875C-77AC-180B-A3B2-7182123BDF67}"/>
              </a:ext>
            </a:extLst>
          </p:cNvPr>
          <p:cNvGrpSpPr/>
          <p:nvPr/>
        </p:nvGrpSpPr>
        <p:grpSpPr>
          <a:xfrm>
            <a:off x="7661180" y="3971180"/>
            <a:ext cx="920520" cy="164520"/>
            <a:chOff x="7661180" y="3971180"/>
            <a:chExt cx="920520" cy="16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09E0CE9E-3C7E-BE49-31A7-46DEBB059182}"/>
                    </a:ext>
                  </a:extLst>
                </p14:cNvPr>
                <p14:cNvContentPartPr/>
                <p14:nvPr/>
              </p14:nvContentPartPr>
              <p14:xfrm>
                <a:off x="7661180" y="3993140"/>
                <a:ext cx="207000" cy="119880"/>
              </p14:xfrm>
            </p:contentPart>
          </mc:Choice>
          <mc:Fallback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09E0CE9E-3C7E-BE49-31A7-46DEBB059182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655060" y="3987020"/>
                  <a:ext cx="2192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16665133-A142-AE34-CF55-2A31B51C67E6}"/>
                    </a:ext>
                  </a:extLst>
                </p14:cNvPr>
                <p14:cNvContentPartPr/>
                <p14:nvPr/>
              </p14:nvContentPartPr>
              <p14:xfrm>
                <a:off x="7912820" y="4020140"/>
                <a:ext cx="191520" cy="89280"/>
              </p14:xfrm>
            </p:contentPart>
          </mc:Choice>
          <mc:Fallback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16665133-A142-AE34-CF55-2A31B51C67E6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906700" y="4014020"/>
                  <a:ext cx="2037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8EE54F6D-70B1-4C14-80BB-A5851B2B2AFC}"/>
                    </a:ext>
                  </a:extLst>
                </p14:cNvPr>
                <p14:cNvContentPartPr/>
                <p14:nvPr/>
              </p14:nvContentPartPr>
              <p14:xfrm>
                <a:off x="8248340" y="3971180"/>
                <a:ext cx="309240" cy="164520"/>
              </p14:xfrm>
            </p:contentPart>
          </mc:Choice>
          <mc:Fallback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8EE54F6D-70B1-4C14-80BB-A5851B2B2AFC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242220" y="3965060"/>
                  <a:ext cx="321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38310E5D-2927-2711-E7B4-6757D5AFB4A9}"/>
                    </a:ext>
                  </a:extLst>
                </p14:cNvPr>
                <p14:cNvContentPartPr/>
                <p14:nvPr/>
              </p14:nvContentPartPr>
              <p14:xfrm>
                <a:off x="8285780" y="3989900"/>
                <a:ext cx="295920" cy="128880"/>
              </p14:xfrm>
            </p:contentPart>
          </mc:Choice>
          <mc:Fallback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38310E5D-2927-2711-E7B4-6757D5AFB4A9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279660" y="3983780"/>
                  <a:ext cx="30816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Agrupar 233">
            <a:extLst>
              <a:ext uri="{FF2B5EF4-FFF2-40B4-BE49-F238E27FC236}">
                <a16:creationId xmlns:a16="http://schemas.microsoft.com/office/drawing/2014/main" id="{A5FD3919-7C0A-F0C1-4E8A-00D0FE609CA5}"/>
              </a:ext>
            </a:extLst>
          </p:cNvPr>
          <p:cNvGrpSpPr/>
          <p:nvPr/>
        </p:nvGrpSpPr>
        <p:grpSpPr>
          <a:xfrm>
            <a:off x="3652940" y="1737020"/>
            <a:ext cx="1706040" cy="131760"/>
            <a:chOff x="3652940" y="1737020"/>
            <a:chExt cx="1706040" cy="13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801AB175-C6A7-234D-7ABD-8BB9EF5BAB83}"/>
                    </a:ext>
                  </a:extLst>
                </p14:cNvPr>
                <p14:cNvContentPartPr/>
                <p14:nvPr/>
              </p14:nvContentPartPr>
              <p14:xfrm>
                <a:off x="3652940" y="1737020"/>
                <a:ext cx="1674360" cy="117000"/>
              </p14:xfrm>
            </p:contentPart>
          </mc:Choice>
          <mc:Fallback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801AB175-C6A7-234D-7ABD-8BB9EF5BAB8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646820" y="1730900"/>
                  <a:ext cx="16866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3B293343-4B42-C4A2-31D6-397234E71DAA}"/>
                    </a:ext>
                  </a:extLst>
                </p14:cNvPr>
                <p14:cNvContentPartPr/>
                <p14:nvPr/>
              </p14:nvContentPartPr>
              <p14:xfrm>
                <a:off x="5256380" y="1792820"/>
                <a:ext cx="102600" cy="75960"/>
              </p14:xfrm>
            </p:contentPart>
          </mc:Choice>
          <mc:Fallback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3B293343-4B42-C4A2-31D6-397234E71DA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250260" y="1786700"/>
                  <a:ext cx="11484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Agrupar 241">
            <a:extLst>
              <a:ext uri="{FF2B5EF4-FFF2-40B4-BE49-F238E27FC236}">
                <a16:creationId xmlns:a16="http://schemas.microsoft.com/office/drawing/2014/main" id="{CCAA6777-624D-2B7D-F689-928738120724}"/>
              </a:ext>
            </a:extLst>
          </p:cNvPr>
          <p:cNvGrpSpPr/>
          <p:nvPr/>
        </p:nvGrpSpPr>
        <p:grpSpPr>
          <a:xfrm>
            <a:off x="4342340" y="1306820"/>
            <a:ext cx="314640" cy="177480"/>
            <a:chOff x="4342340" y="1306820"/>
            <a:chExt cx="314640" cy="17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09D43326-59D4-3404-F9BC-0101F00F6F01}"/>
                    </a:ext>
                  </a:extLst>
                </p14:cNvPr>
                <p14:cNvContentPartPr/>
                <p14:nvPr/>
              </p14:nvContentPartPr>
              <p14:xfrm>
                <a:off x="4525220" y="1315820"/>
                <a:ext cx="32400" cy="168480"/>
              </p14:xfrm>
            </p:contentPart>
          </mc:Choice>
          <mc:Fallback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09D43326-59D4-3404-F9BC-0101F00F6F01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4519100" y="1309700"/>
                  <a:ext cx="446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8295D831-81BB-132E-3C92-E8897A504A40}"/>
                    </a:ext>
                  </a:extLst>
                </p14:cNvPr>
                <p14:cNvContentPartPr/>
                <p14:nvPr/>
              </p14:nvContentPartPr>
              <p14:xfrm>
                <a:off x="4438820" y="1306820"/>
                <a:ext cx="71280" cy="79560"/>
              </p14:xfrm>
            </p:contentPart>
          </mc:Choice>
          <mc:Fallback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8295D831-81BB-132E-3C92-E8897A504A40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4432700" y="1300700"/>
                  <a:ext cx="83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37473726-6A0D-F14E-24AA-0E99402CA775}"/>
                    </a:ext>
                  </a:extLst>
                </p14:cNvPr>
                <p14:cNvContentPartPr/>
                <p14:nvPr/>
              </p14:nvContentPartPr>
              <p14:xfrm>
                <a:off x="4342340" y="1310780"/>
                <a:ext cx="314640" cy="81360"/>
              </p14:xfrm>
            </p:contentPart>
          </mc:Choice>
          <mc:Fallback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37473726-6A0D-F14E-24AA-0E99402CA775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4336220" y="1304660"/>
                  <a:ext cx="3268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EB93F968-40A1-AE0F-23E9-1114FB2934BE}"/>
                    </a:ext>
                  </a:extLst>
                </p14:cNvPr>
                <p14:cNvContentPartPr/>
                <p14:nvPr/>
              </p14:nvContentPartPr>
              <p14:xfrm>
                <a:off x="4573100" y="1347500"/>
                <a:ext cx="24480" cy="14040"/>
              </p14:xfrm>
            </p:contentPart>
          </mc:Choice>
          <mc:Fallback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EB93F968-40A1-AE0F-23E9-1114FB2934BE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4566980" y="1341380"/>
                  <a:ext cx="36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40" name="Tinta 239">
                  <a:extLst>
                    <a:ext uri="{FF2B5EF4-FFF2-40B4-BE49-F238E27FC236}">
                      <a16:creationId xmlns:a16="http://schemas.microsoft.com/office/drawing/2014/main" id="{8386EE0C-7723-D4CD-01E2-8157E56136F4}"/>
                    </a:ext>
                  </a:extLst>
                </p14:cNvPr>
                <p14:cNvContentPartPr/>
                <p14:nvPr/>
              </p14:nvContentPartPr>
              <p14:xfrm>
                <a:off x="4589300" y="1346060"/>
                <a:ext cx="8280" cy="1800"/>
              </p14:xfrm>
            </p:contentPart>
          </mc:Choice>
          <mc:Fallback>
            <p:pic>
              <p:nvPicPr>
                <p:cNvPr id="240" name="Tinta 239">
                  <a:extLst>
                    <a:ext uri="{FF2B5EF4-FFF2-40B4-BE49-F238E27FC236}">
                      <a16:creationId xmlns:a16="http://schemas.microsoft.com/office/drawing/2014/main" id="{8386EE0C-7723-D4CD-01E2-8157E56136F4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4583180" y="1339940"/>
                  <a:ext cx="2052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41" name="Tinta 240">
                  <a:extLst>
                    <a:ext uri="{FF2B5EF4-FFF2-40B4-BE49-F238E27FC236}">
                      <a16:creationId xmlns:a16="http://schemas.microsoft.com/office/drawing/2014/main" id="{DF65FBA9-DD6F-FA92-17B6-00734AFADFB4}"/>
                    </a:ext>
                  </a:extLst>
                </p14:cNvPr>
                <p14:cNvContentPartPr/>
                <p14:nvPr/>
              </p14:nvContentPartPr>
              <p14:xfrm>
                <a:off x="4482020" y="1322660"/>
                <a:ext cx="119160" cy="23400"/>
              </p14:xfrm>
            </p:contentPart>
          </mc:Choice>
          <mc:Fallback>
            <p:pic>
              <p:nvPicPr>
                <p:cNvPr id="241" name="Tinta 240">
                  <a:extLst>
                    <a:ext uri="{FF2B5EF4-FFF2-40B4-BE49-F238E27FC236}">
                      <a16:creationId xmlns:a16="http://schemas.microsoft.com/office/drawing/2014/main" id="{DF65FBA9-DD6F-FA92-17B6-00734AFADFB4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475900" y="1316540"/>
                  <a:ext cx="131400" cy="3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243" name="Tinta 242">
                <a:extLst>
                  <a:ext uri="{FF2B5EF4-FFF2-40B4-BE49-F238E27FC236}">
                    <a16:creationId xmlns:a16="http://schemas.microsoft.com/office/drawing/2014/main" id="{FF86222F-CA4D-1714-3138-3965480CCB47}"/>
                  </a:ext>
                </a:extLst>
              </p14:cNvPr>
              <p14:cNvContentPartPr/>
              <p14:nvPr/>
            </p14:nvContentPartPr>
            <p14:xfrm>
              <a:off x="2288540" y="964820"/>
              <a:ext cx="429120" cy="110880"/>
            </p14:xfrm>
          </p:contentPart>
        </mc:Choice>
        <mc:Fallback>
          <p:pic>
            <p:nvPicPr>
              <p:cNvPr id="243" name="Tinta 242">
                <a:extLst>
                  <a:ext uri="{FF2B5EF4-FFF2-40B4-BE49-F238E27FC236}">
                    <a16:creationId xmlns:a16="http://schemas.microsoft.com/office/drawing/2014/main" id="{FF86222F-CA4D-1714-3138-3965480CCB47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2282420" y="958700"/>
                <a:ext cx="4413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259" name="Tinta 258">
                <a:extLst>
                  <a:ext uri="{FF2B5EF4-FFF2-40B4-BE49-F238E27FC236}">
                    <a16:creationId xmlns:a16="http://schemas.microsoft.com/office/drawing/2014/main" id="{5D7D772C-E3B1-E0FA-6E6B-E9BF7F7DC5C6}"/>
                  </a:ext>
                </a:extLst>
              </p14:cNvPr>
              <p14:cNvContentPartPr/>
              <p14:nvPr/>
            </p14:nvContentPartPr>
            <p14:xfrm>
              <a:off x="1336340" y="2084060"/>
              <a:ext cx="564840" cy="396000"/>
            </p14:xfrm>
          </p:contentPart>
        </mc:Choice>
        <mc:Fallback>
          <p:pic>
            <p:nvPicPr>
              <p:cNvPr id="259" name="Tinta 258">
                <a:extLst>
                  <a:ext uri="{FF2B5EF4-FFF2-40B4-BE49-F238E27FC236}">
                    <a16:creationId xmlns:a16="http://schemas.microsoft.com/office/drawing/2014/main" id="{5D7D772C-E3B1-E0FA-6E6B-E9BF7F7DC5C6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1330220" y="2077940"/>
                <a:ext cx="57708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261" name="Tinta 260">
                <a:extLst>
                  <a:ext uri="{FF2B5EF4-FFF2-40B4-BE49-F238E27FC236}">
                    <a16:creationId xmlns:a16="http://schemas.microsoft.com/office/drawing/2014/main" id="{AEC5EA3A-64F1-4F7A-69AA-27DB2C6E8F4E}"/>
                  </a:ext>
                </a:extLst>
              </p14:cNvPr>
              <p14:cNvContentPartPr/>
              <p14:nvPr/>
            </p14:nvContentPartPr>
            <p14:xfrm>
              <a:off x="2349740" y="2044100"/>
              <a:ext cx="732600" cy="466920"/>
            </p14:xfrm>
          </p:contentPart>
        </mc:Choice>
        <mc:Fallback>
          <p:pic>
            <p:nvPicPr>
              <p:cNvPr id="261" name="Tinta 260">
                <a:extLst>
                  <a:ext uri="{FF2B5EF4-FFF2-40B4-BE49-F238E27FC236}">
                    <a16:creationId xmlns:a16="http://schemas.microsoft.com/office/drawing/2014/main" id="{AEC5EA3A-64F1-4F7A-69AA-27DB2C6E8F4E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2343620" y="2037980"/>
                <a:ext cx="744840" cy="47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263" name="Tinta 262">
                <a:extLst>
                  <a:ext uri="{FF2B5EF4-FFF2-40B4-BE49-F238E27FC236}">
                    <a16:creationId xmlns:a16="http://schemas.microsoft.com/office/drawing/2014/main" id="{801A35D4-5778-BCF1-1DA8-356044C754D9}"/>
                  </a:ext>
                </a:extLst>
              </p14:cNvPr>
              <p14:cNvContentPartPr/>
              <p14:nvPr/>
            </p14:nvContentPartPr>
            <p14:xfrm>
              <a:off x="629300" y="2543420"/>
              <a:ext cx="8280" cy="15480"/>
            </p14:xfrm>
          </p:contentPart>
        </mc:Choice>
        <mc:Fallback>
          <p:pic>
            <p:nvPicPr>
              <p:cNvPr id="263" name="Tinta 262">
                <a:extLst>
                  <a:ext uri="{FF2B5EF4-FFF2-40B4-BE49-F238E27FC236}">
                    <a16:creationId xmlns:a16="http://schemas.microsoft.com/office/drawing/2014/main" id="{801A35D4-5778-BCF1-1DA8-356044C754D9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623180" y="2537300"/>
                <a:ext cx="2052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264" name="Tinta 263">
                <a:extLst>
                  <a:ext uri="{FF2B5EF4-FFF2-40B4-BE49-F238E27FC236}">
                    <a16:creationId xmlns:a16="http://schemas.microsoft.com/office/drawing/2014/main" id="{6E007A05-F13E-2B3E-9864-04FA92BA7BE1}"/>
                  </a:ext>
                </a:extLst>
              </p14:cNvPr>
              <p14:cNvContentPartPr/>
              <p14:nvPr/>
            </p14:nvContentPartPr>
            <p14:xfrm>
              <a:off x="907940" y="1350740"/>
              <a:ext cx="1465200" cy="56160"/>
            </p14:xfrm>
          </p:contentPart>
        </mc:Choice>
        <mc:Fallback>
          <p:pic>
            <p:nvPicPr>
              <p:cNvPr id="264" name="Tinta 263">
                <a:extLst>
                  <a:ext uri="{FF2B5EF4-FFF2-40B4-BE49-F238E27FC236}">
                    <a16:creationId xmlns:a16="http://schemas.microsoft.com/office/drawing/2014/main" id="{6E007A05-F13E-2B3E-9864-04FA92BA7BE1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901820" y="1344620"/>
                <a:ext cx="147744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276" name="Tinta 275">
                <a:extLst>
                  <a:ext uri="{FF2B5EF4-FFF2-40B4-BE49-F238E27FC236}">
                    <a16:creationId xmlns:a16="http://schemas.microsoft.com/office/drawing/2014/main" id="{4A798F96-D0B9-C765-5989-40118BE56419}"/>
                  </a:ext>
                </a:extLst>
              </p14:cNvPr>
              <p14:cNvContentPartPr/>
              <p14:nvPr/>
            </p14:nvContentPartPr>
            <p14:xfrm>
              <a:off x="4629260" y="1758980"/>
              <a:ext cx="360" cy="2520"/>
            </p14:xfrm>
          </p:contentPart>
        </mc:Choice>
        <mc:Fallback>
          <p:pic>
            <p:nvPicPr>
              <p:cNvPr id="276" name="Tinta 275">
                <a:extLst>
                  <a:ext uri="{FF2B5EF4-FFF2-40B4-BE49-F238E27FC236}">
                    <a16:creationId xmlns:a16="http://schemas.microsoft.com/office/drawing/2014/main" id="{4A798F96-D0B9-C765-5989-40118BE56419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4623140" y="1752860"/>
                <a:ext cx="1260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277" name="Tinta 276">
                <a:extLst>
                  <a:ext uri="{FF2B5EF4-FFF2-40B4-BE49-F238E27FC236}">
                    <a16:creationId xmlns:a16="http://schemas.microsoft.com/office/drawing/2014/main" id="{6600CF67-5361-D065-ACCC-5D44D83F2759}"/>
                  </a:ext>
                </a:extLst>
              </p14:cNvPr>
              <p14:cNvContentPartPr/>
              <p14:nvPr/>
            </p14:nvContentPartPr>
            <p14:xfrm>
              <a:off x="1953740" y="1194860"/>
              <a:ext cx="620280" cy="30240"/>
            </p14:xfrm>
          </p:contentPart>
        </mc:Choice>
        <mc:Fallback>
          <p:pic>
            <p:nvPicPr>
              <p:cNvPr id="277" name="Tinta 276">
                <a:extLst>
                  <a:ext uri="{FF2B5EF4-FFF2-40B4-BE49-F238E27FC236}">
                    <a16:creationId xmlns:a16="http://schemas.microsoft.com/office/drawing/2014/main" id="{6600CF67-5361-D065-ACCC-5D44D83F2759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1947620" y="1188740"/>
                <a:ext cx="63252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1" name="Agrupar 310">
            <a:extLst>
              <a:ext uri="{FF2B5EF4-FFF2-40B4-BE49-F238E27FC236}">
                <a16:creationId xmlns:a16="http://schemas.microsoft.com/office/drawing/2014/main" id="{2F98163A-20B9-EB8C-75D8-5FCF3EA9DBB6}"/>
              </a:ext>
            </a:extLst>
          </p:cNvPr>
          <p:cNvGrpSpPr/>
          <p:nvPr/>
        </p:nvGrpSpPr>
        <p:grpSpPr>
          <a:xfrm>
            <a:off x="580700" y="3008900"/>
            <a:ext cx="3064680" cy="797040"/>
            <a:chOff x="580700" y="3008900"/>
            <a:chExt cx="3064680" cy="79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83" name="Tinta 282">
                  <a:extLst>
                    <a:ext uri="{FF2B5EF4-FFF2-40B4-BE49-F238E27FC236}">
                      <a16:creationId xmlns:a16="http://schemas.microsoft.com/office/drawing/2014/main" id="{4F647E4A-0EBE-699F-4C07-1A0586BF2ACF}"/>
                    </a:ext>
                  </a:extLst>
                </p14:cNvPr>
                <p14:cNvContentPartPr/>
                <p14:nvPr/>
              </p14:nvContentPartPr>
              <p14:xfrm>
                <a:off x="580700" y="3145340"/>
                <a:ext cx="231480" cy="144360"/>
              </p14:xfrm>
            </p:contentPart>
          </mc:Choice>
          <mc:Fallback>
            <p:pic>
              <p:nvPicPr>
                <p:cNvPr id="283" name="Tinta 282">
                  <a:extLst>
                    <a:ext uri="{FF2B5EF4-FFF2-40B4-BE49-F238E27FC236}">
                      <a16:creationId xmlns:a16="http://schemas.microsoft.com/office/drawing/2014/main" id="{4F647E4A-0EBE-699F-4C07-1A0586BF2ACF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74580" y="3139220"/>
                  <a:ext cx="2437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84" name="Tinta 283">
                  <a:extLst>
                    <a:ext uri="{FF2B5EF4-FFF2-40B4-BE49-F238E27FC236}">
                      <a16:creationId xmlns:a16="http://schemas.microsoft.com/office/drawing/2014/main" id="{236B553A-A482-5BCA-DE6F-5362AC696888}"/>
                    </a:ext>
                  </a:extLst>
                </p14:cNvPr>
                <p14:cNvContentPartPr/>
                <p14:nvPr/>
              </p14:nvContentPartPr>
              <p14:xfrm>
                <a:off x="1130060" y="3159020"/>
                <a:ext cx="126720" cy="15480"/>
              </p14:xfrm>
            </p:contentPart>
          </mc:Choice>
          <mc:Fallback>
            <p:pic>
              <p:nvPicPr>
                <p:cNvPr id="284" name="Tinta 283">
                  <a:extLst>
                    <a:ext uri="{FF2B5EF4-FFF2-40B4-BE49-F238E27FC236}">
                      <a16:creationId xmlns:a16="http://schemas.microsoft.com/office/drawing/2014/main" id="{236B553A-A482-5BCA-DE6F-5362AC696888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123940" y="3152900"/>
                  <a:ext cx="138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85" name="Tinta 284">
                  <a:extLst>
                    <a:ext uri="{FF2B5EF4-FFF2-40B4-BE49-F238E27FC236}">
                      <a16:creationId xmlns:a16="http://schemas.microsoft.com/office/drawing/2014/main" id="{7D580854-CC0C-2754-A9BE-EEE175A13DB7}"/>
                    </a:ext>
                  </a:extLst>
                </p14:cNvPr>
                <p14:cNvContentPartPr/>
                <p14:nvPr/>
              </p14:nvContentPartPr>
              <p14:xfrm>
                <a:off x="1145900" y="3220580"/>
                <a:ext cx="205560" cy="9720"/>
              </p14:xfrm>
            </p:contentPart>
          </mc:Choice>
          <mc:Fallback>
            <p:pic>
              <p:nvPicPr>
                <p:cNvPr id="285" name="Tinta 284">
                  <a:extLst>
                    <a:ext uri="{FF2B5EF4-FFF2-40B4-BE49-F238E27FC236}">
                      <a16:creationId xmlns:a16="http://schemas.microsoft.com/office/drawing/2014/main" id="{7D580854-CC0C-2754-A9BE-EEE175A13DB7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39780" y="3214460"/>
                  <a:ext cx="2178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87" name="Tinta 286">
                  <a:extLst>
                    <a:ext uri="{FF2B5EF4-FFF2-40B4-BE49-F238E27FC236}">
                      <a16:creationId xmlns:a16="http://schemas.microsoft.com/office/drawing/2014/main" id="{1A2CC885-F8B7-0459-DCCB-811B6647D7EF}"/>
                    </a:ext>
                  </a:extLst>
                </p14:cNvPr>
                <p14:cNvContentPartPr/>
                <p14:nvPr/>
              </p14:nvContentPartPr>
              <p14:xfrm>
                <a:off x="1733060" y="3008900"/>
                <a:ext cx="158400" cy="161280"/>
              </p14:xfrm>
            </p:contentPart>
          </mc:Choice>
          <mc:Fallback>
            <p:pic>
              <p:nvPicPr>
                <p:cNvPr id="287" name="Tinta 286">
                  <a:extLst>
                    <a:ext uri="{FF2B5EF4-FFF2-40B4-BE49-F238E27FC236}">
                      <a16:creationId xmlns:a16="http://schemas.microsoft.com/office/drawing/2014/main" id="{1A2CC885-F8B7-0459-DCCB-811B6647D7EF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726940" y="3002780"/>
                  <a:ext cx="1706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88" name="Tinta 287">
                  <a:extLst>
                    <a:ext uri="{FF2B5EF4-FFF2-40B4-BE49-F238E27FC236}">
                      <a16:creationId xmlns:a16="http://schemas.microsoft.com/office/drawing/2014/main" id="{F8E5347A-D428-B397-208D-0485A22E7C12}"/>
                    </a:ext>
                  </a:extLst>
                </p14:cNvPr>
                <p14:cNvContentPartPr/>
                <p14:nvPr/>
              </p14:nvContentPartPr>
              <p14:xfrm>
                <a:off x="1924220" y="3053540"/>
                <a:ext cx="174960" cy="124200"/>
              </p14:xfrm>
            </p:contentPart>
          </mc:Choice>
          <mc:Fallback>
            <p:pic>
              <p:nvPicPr>
                <p:cNvPr id="288" name="Tinta 287">
                  <a:extLst>
                    <a:ext uri="{FF2B5EF4-FFF2-40B4-BE49-F238E27FC236}">
                      <a16:creationId xmlns:a16="http://schemas.microsoft.com/office/drawing/2014/main" id="{F8E5347A-D428-B397-208D-0485A22E7C12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918100" y="3047420"/>
                  <a:ext cx="1872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C45133A9-9DF2-7DC1-7FE8-0B230D920B72}"/>
                    </a:ext>
                  </a:extLst>
                </p14:cNvPr>
                <p14:cNvContentPartPr/>
                <p14:nvPr/>
              </p14:nvContentPartPr>
              <p14:xfrm>
                <a:off x="2297540" y="3059660"/>
                <a:ext cx="109080" cy="114840"/>
              </p14:xfrm>
            </p:contentPart>
          </mc:Choice>
          <mc:Fallback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C45133A9-9DF2-7DC1-7FE8-0B230D920B72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291420" y="3053540"/>
                  <a:ext cx="1213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90" name="Tinta 289">
                  <a:extLst>
                    <a:ext uri="{FF2B5EF4-FFF2-40B4-BE49-F238E27FC236}">
                      <a16:creationId xmlns:a16="http://schemas.microsoft.com/office/drawing/2014/main" id="{BA51D6B6-4478-3936-5703-2A60C85569DC}"/>
                    </a:ext>
                  </a:extLst>
                </p14:cNvPr>
                <p14:cNvContentPartPr/>
                <p14:nvPr/>
              </p14:nvContentPartPr>
              <p14:xfrm>
                <a:off x="2272700" y="3071180"/>
                <a:ext cx="182880" cy="96480"/>
              </p14:xfrm>
            </p:contentPart>
          </mc:Choice>
          <mc:Fallback>
            <p:pic>
              <p:nvPicPr>
                <p:cNvPr id="290" name="Tinta 289">
                  <a:extLst>
                    <a:ext uri="{FF2B5EF4-FFF2-40B4-BE49-F238E27FC236}">
                      <a16:creationId xmlns:a16="http://schemas.microsoft.com/office/drawing/2014/main" id="{BA51D6B6-4478-3936-5703-2A60C85569DC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266580" y="3065060"/>
                  <a:ext cx="1951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7D13312F-7C1B-7BAB-A045-447294FFE3FA}"/>
                    </a:ext>
                  </a:extLst>
                </p14:cNvPr>
                <p14:cNvContentPartPr/>
                <p14:nvPr/>
              </p14:nvContentPartPr>
              <p14:xfrm>
                <a:off x="2692820" y="3042380"/>
                <a:ext cx="143280" cy="135000"/>
              </p14:xfrm>
            </p:contentPart>
          </mc:Choice>
          <mc:Fallback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7D13312F-7C1B-7BAB-A045-447294FFE3FA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686700" y="3036260"/>
                  <a:ext cx="1555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92" name="Tinta 291">
                  <a:extLst>
                    <a:ext uri="{FF2B5EF4-FFF2-40B4-BE49-F238E27FC236}">
                      <a16:creationId xmlns:a16="http://schemas.microsoft.com/office/drawing/2014/main" id="{DE3760DC-0DEB-F8E7-5448-1E4652F47B2F}"/>
                    </a:ext>
                  </a:extLst>
                </p14:cNvPr>
                <p14:cNvContentPartPr/>
                <p14:nvPr/>
              </p14:nvContentPartPr>
              <p14:xfrm>
                <a:off x="2907740" y="3053900"/>
                <a:ext cx="212040" cy="108720"/>
              </p14:xfrm>
            </p:contentPart>
          </mc:Choice>
          <mc:Fallback>
            <p:pic>
              <p:nvPicPr>
                <p:cNvPr id="292" name="Tinta 291">
                  <a:extLst>
                    <a:ext uri="{FF2B5EF4-FFF2-40B4-BE49-F238E27FC236}">
                      <a16:creationId xmlns:a16="http://schemas.microsoft.com/office/drawing/2014/main" id="{DE3760DC-0DEB-F8E7-5448-1E4652F47B2F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2901620" y="3047780"/>
                  <a:ext cx="2242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305" name="Tinta 304">
                  <a:extLst>
                    <a:ext uri="{FF2B5EF4-FFF2-40B4-BE49-F238E27FC236}">
                      <a16:creationId xmlns:a16="http://schemas.microsoft.com/office/drawing/2014/main" id="{D4C866D1-8DC6-EC31-26FB-D44D51C2D628}"/>
                    </a:ext>
                  </a:extLst>
                </p14:cNvPr>
                <p14:cNvContentPartPr/>
                <p14:nvPr/>
              </p14:nvContentPartPr>
              <p14:xfrm>
                <a:off x="589340" y="3359540"/>
                <a:ext cx="56520" cy="308880"/>
              </p14:xfrm>
            </p:contentPart>
          </mc:Choice>
          <mc:Fallback>
            <p:pic>
              <p:nvPicPr>
                <p:cNvPr id="305" name="Tinta 304">
                  <a:extLst>
                    <a:ext uri="{FF2B5EF4-FFF2-40B4-BE49-F238E27FC236}">
                      <a16:creationId xmlns:a16="http://schemas.microsoft.com/office/drawing/2014/main" id="{D4C866D1-8DC6-EC31-26FB-D44D51C2D628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583220" y="3353420"/>
                  <a:ext cx="6876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306" name="Tinta 305">
                  <a:extLst>
                    <a:ext uri="{FF2B5EF4-FFF2-40B4-BE49-F238E27FC236}">
                      <a16:creationId xmlns:a16="http://schemas.microsoft.com/office/drawing/2014/main" id="{88B435B7-D187-F964-A6B4-BEABA7F71BBA}"/>
                    </a:ext>
                  </a:extLst>
                </p14:cNvPr>
                <p14:cNvContentPartPr/>
                <p14:nvPr/>
              </p14:nvContentPartPr>
              <p14:xfrm>
                <a:off x="701300" y="3290060"/>
                <a:ext cx="2944080" cy="59040"/>
              </p14:xfrm>
            </p:contentPart>
          </mc:Choice>
          <mc:Fallback>
            <p:pic>
              <p:nvPicPr>
                <p:cNvPr id="306" name="Tinta 305">
                  <a:extLst>
                    <a:ext uri="{FF2B5EF4-FFF2-40B4-BE49-F238E27FC236}">
                      <a16:creationId xmlns:a16="http://schemas.microsoft.com/office/drawing/2014/main" id="{88B435B7-D187-F964-A6B4-BEABA7F71BBA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95180" y="3283940"/>
                  <a:ext cx="29563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94" name="Tinta 293">
                  <a:extLst>
                    <a:ext uri="{FF2B5EF4-FFF2-40B4-BE49-F238E27FC236}">
                      <a16:creationId xmlns:a16="http://schemas.microsoft.com/office/drawing/2014/main" id="{EAC6C231-34ED-4842-BBE9-986771FC8077}"/>
                    </a:ext>
                  </a:extLst>
                </p14:cNvPr>
                <p14:cNvContentPartPr/>
                <p14:nvPr/>
              </p14:nvContentPartPr>
              <p14:xfrm>
                <a:off x="1200620" y="3521180"/>
                <a:ext cx="222840" cy="12240"/>
              </p14:xfrm>
            </p:contentPart>
          </mc:Choice>
          <mc:Fallback>
            <p:pic>
              <p:nvPicPr>
                <p:cNvPr id="294" name="Tinta 293">
                  <a:extLst>
                    <a:ext uri="{FF2B5EF4-FFF2-40B4-BE49-F238E27FC236}">
                      <a16:creationId xmlns:a16="http://schemas.microsoft.com/office/drawing/2014/main" id="{EAC6C231-34ED-4842-BBE9-986771FC8077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194500" y="3515060"/>
                  <a:ext cx="2350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95" name="Tinta 294">
                  <a:extLst>
                    <a:ext uri="{FF2B5EF4-FFF2-40B4-BE49-F238E27FC236}">
                      <a16:creationId xmlns:a16="http://schemas.microsoft.com/office/drawing/2014/main" id="{9EECAC4F-076A-520A-711A-2D668C3FA9D3}"/>
                    </a:ext>
                  </a:extLst>
                </p14:cNvPr>
                <p14:cNvContentPartPr/>
                <p14:nvPr/>
              </p14:nvContentPartPr>
              <p14:xfrm>
                <a:off x="1216460" y="3592100"/>
                <a:ext cx="96480" cy="6840"/>
              </p14:xfrm>
            </p:contentPart>
          </mc:Choice>
          <mc:Fallback>
            <p:pic>
              <p:nvPicPr>
                <p:cNvPr id="295" name="Tinta 294">
                  <a:extLst>
                    <a:ext uri="{FF2B5EF4-FFF2-40B4-BE49-F238E27FC236}">
                      <a16:creationId xmlns:a16="http://schemas.microsoft.com/office/drawing/2014/main" id="{9EECAC4F-076A-520A-711A-2D668C3FA9D3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210340" y="3585980"/>
                  <a:ext cx="1087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97" name="Tinta 296">
                  <a:extLst>
                    <a:ext uri="{FF2B5EF4-FFF2-40B4-BE49-F238E27FC236}">
                      <a16:creationId xmlns:a16="http://schemas.microsoft.com/office/drawing/2014/main" id="{90E569D6-A104-FED8-A7D0-E148F51F7545}"/>
                    </a:ext>
                  </a:extLst>
                </p14:cNvPr>
                <p14:cNvContentPartPr/>
                <p14:nvPr/>
              </p14:nvContentPartPr>
              <p14:xfrm>
                <a:off x="597620" y="3528020"/>
                <a:ext cx="262800" cy="142560"/>
              </p14:xfrm>
            </p:contentPart>
          </mc:Choice>
          <mc:Fallback>
            <p:pic>
              <p:nvPicPr>
                <p:cNvPr id="297" name="Tinta 296">
                  <a:extLst>
                    <a:ext uri="{FF2B5EF4-FFF2-40B4-BE49-F238E27FC236}">
                      <a16:creationId xmlns:a16="http://schemas.microsoft.com/office/drawing/2014/main" id="{90E569D6-A104-FED8-A7D0-E148F51F7545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591500" y="3521900"/>
                  <a:ext cx="2750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98" name="Tinta 297">
                  <a:extLst>
                    <a:ext uri="{FF2B5EF4-FFF2-40B4-BE49-F238E27FC236}">
                      <a16:creationId xmlns:a16="http://schemas.microsoft.com/office/drawing/2014/main" id="{2D8E9FAF-5BB7-CFC3-74B9-4A860FFEBE30}"/>
                    </a:ext>
                  </a:extLst>
                </p14:cNvPr>
                <p14:cNvContentPartPr/>
                <p14:nvPr/>
              </p14:nvContentPartPr>
              <p14:xfrm>
                <a:off x="1819820" y="3492020"/>
                <a:ext cx="238680" cy="144360"/>
              </p14:xfrm>
            </p:contentPart>
          </mc:Choice>
          <mc:Fallback>
            <p:pic>
              <p:nvPicPr>
                <p:cNvPr id="298" name="Tinta 297">
                  <a:extLst>
                    <a:ext uri="{FF2B5EF4-FFF2-40B4-BE49-F238E27FC236}">
                      <a16:creationId xmlns:a16="http://schemas.microsoft.com/office/drawing/2014/main" id="{2D8E9FAF-5BB7-CFC3-74B9-4A860FFEBE30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813700" y="3485900"/>
                  <a:ext cx="2509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99" name="Tinta 298">
                  <a:extLst>
                    <a:ext uri="{FF2B5EF4-FFF2-40B4-BE49-F238E27FC236}">
                      <a16:creationId xmlns:a16="http://schemas.microsoft.com/office/drawing/2014/main" id="{0A6E0B92-8633-69F3-D54A-96E0D7B45E4E}"/>
                    </a:ext>
                  </a:extLst>
                </p14:cNvPr>
                <p14:cNvContentPartPr/>
                <p14:nvPr/>
              </p14:nvContentPartPr>
              <p14:xfrm>
                <a:off x="2058500" y="3493820"/>
                <a:ext cx="206280" cy="140040"/>
              </p14:xfrm>
            </p:contentPart>
          </mc:Choice>
          <mc:Fallback>
            <p:pic>
              <p:nvPicPr>
                <p:cNvPr id="299" name="Tinta 298">
                  <a:extLst>
                    <a:ext uri="{FF2B5EF4-FFF2-40B4-BE49-F238E27FC236}">
                      <a16:creationId xmlns:a16="http://schemas.microsoft.com/office/drawing/2014/main" id="{0A6E0B92-8633-69F3-D54A-96E0D7B45E4E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2052380" y="3487700"/>
                  <a:ext cx="2185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300" name="Tinta 299">
                  <a:extLst>
                    <a:ext uri="{FF2B5EF4-FFF2-40B4-BE49-F238E27FC236}">
                      <a16:creationId xmlns:a16="http://schemas.microsoft.com/office/drawing/2014/main" id="{E9353B16-DE97-FBF7-94AE-479089472C1B}"/>
                    </a:ext>
                  </a:extLst>
                </p14:cNvPr>
                <p14:cNvContentPartPr/>
                <p14:nvPr/>
              </p14:nvContentPartPr>
              <p14:xfrm>
                <a:off x="2259380" y="3500300"/>
                <a:ext cx="259200" cy="84960"/>
              </p14:xfrm>
            </p:contentPart>
          </mc:Choice>
          <mc:Fallback>
            <p:pic>
              <p:nvPicPr>
                <p:cNvPr id="300" name="Tinta 299">
                  <a:extLst>
                    <a:ext uri="{FF2B5EF4-FFF2-40B4-BE49-F238E27FC236}">
                      <a16:creationId xmlns:a16="http://schemas.microsoft.com/office/drawing/2014/main" id="{E9353B16-DE97-FBF7-94AE-479089472C1B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2253260" y="3494180"/>
                  <a:ext cx="2714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301" name="Tinta 300">
                  <a:extLst>
                    <a:ext uri="{FF2B5EF4-FFF2-40B4-BE49-F238E27FC236}">
                      <a16:creationId xmlns:a16="http://schemas.microsoft.com/office/drawing/2014/main" id="{AF3D82E2-8F5F-1454-27C1-965AC73F273E}"/>
                    </a:ext>
                  </a:extLst>
                </p14:cNvPr>
                <p14:cNvContentPartPr/>
                <p14:nvPr/>
              </p14:nvContentPartPr>
              <p14:xfrm>
                <a:off x="2532260" y="3476180"/>
                <a:ext cx="219600" cy="131760"/>
              </p14:xfrm>
            </p:contentPart>
          </mc:Choice>
          <mc:Fallback>
            <p:pic>
              <p:nvPicPr>
                <p:cNvPr id="301" name="Tinta 300">
                  <a:extLst>
                    <a:ext uri="{FF2B5EF4-FFF2-40B4-BE49-F238E27FC236}">
                      <a16:creationId xmlns:a16="http://schemas.microsoft.com/office/drawing/2014/main" id="{AF3D82E2-8F5F-1454-27C1-965AC73F273E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2526140" y="3470060"/>
                  <a:ext cx="2318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302" name="Tinta 301">
                  <a:extLst>
                    <a:ext uri="{FF2B5EF4-FFF2-40B4-BE49-F238E27FC236}">
                      <a16:creationId xmlns:a16="http://schemas.microsoft.com/office/drawing/2014/main" id="{F1B239AF-3945-121D-0065-154ECE31CDC9}"/>
                    </a:ext>
                  </a:extLst>
                </p14:cNvPr>
                <p14:cNvContentPartPr/>
                <p14:nvPr/>
              </p14:nvContentPartPr>
              <p14:xfrm>
                <a:off x="2859860" y="3436940"/>
                <a:ext cx="381240" cy="29520"/>
              </p14:xfrm>
            </p:contentPart>
          </mc:Choice>
          <mc:Fallback>
            <p:pic>
              <p:nvPicPr>
                <p:cNvPr id="302" name="Tinta 301">
                  <a:extLst>
                    <a:ext uri="{FF2B5EF4-FFF2-40B4-BE49-F238E27FC236}">
                      <a16:creationId xmlns:a16="http://schemas.microsoft.com/office/drawing/2014/main" id="{F1B239AF-3945-121D-0065-154ECE31CDC9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2853740" y="3430820"/>
                  <a:ext cx="3934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303" name="Tinta 302">
                  <a:extLst>
                    <a:ext uri="{FF2B5EF4-FFF2-40B4-BE49-F238E27FC236}">
                      <a16:creationId xmlns:a16="http://schemas.microsoft.com/office/drawing/2014/main" id="{B0C1FA33-C4B2-9D54-976C-9277EC1898F1}"/>
                    </a:ext>
                  </a:extLst>
                </p14:cNvPr>
                <p14:cNvContentPartPr/>
                <p14:nvPr/>
              </p14:nvContentPartPr>
              <p14:xfrm>
                <a:off x="2937980" y="3481220"/>
                <a:ext cx="270360" cy="198360"/>
              </p14:xfrm>
            </p:contentPart>
          </mc:Choice>
          <mc:Fallback>
            <p:pic>
              <p:nvPicPr>
                <p:cNvPr id="303" name="Tinta 302">
                  <a:extLst>
                    <a:ext uri="{FF2B5EF4-FFF2-40B4-BE49-F238E27FC236}">
                      <a16:creationId xmlns:a16="http://schemas.microsoft.com/office/drawing/2014/main" id="{B0C1FA33-C4B2-9D54-976C-9277EC1898F1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2931860" y="3475100"/>
                  <a:ext cx="2826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308" name="Tinta 307">
                  <a:extLst>
                    <a:ext uri="{FF2B5EF4-FFF2-40B4-BE49-F238E27FC236}">
                      <a16:creationId xmlns:a16="http://schemas.microsoft.com/office/drawing/2014/main" id="{A8BCE5C9-FFDC-5E3C-1A7F-3599D7B56FDD}"/>
                    </a:ext>
                  </a:extLst>
                </p14:cNvPr>
                <p14:cNvContentPartPr/>
                <p14:nvPr/>
              </p14:nvContentPartPr>
              <p14:xfrm>
                <a:off x="589340" y="3630620"/>
                <a:ext cx="2818440" cy="175320"/>
              </p14:xfrm>
            </p:contentPart>
          </mc:Choice>
          <mc:Fallback>
            <p:pic>
              <p:nvPicPr>
                <p:cNvPr id="308" name="Tinta 307">
                  <a:extLst>
                    <a:ext uri="{FF2B5EF4-FFF2-40B4-BE49-F238E27FC236}">
                      <a16:creationId xmlns:a16="http://schemas.microsoft.com/office/drawing/2014/main" id="{A8BCE5C9-FFDC-5E3C-1A7F-3599D7B56FDD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583220" y="3624500"/>
                  <a:ext cx="28306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310" name="Tinta 309">
                  <a:extLst>
                    <a:ext uri="{FF2B5EF4-FFF2-40B4-BE49-F238E27FC236}">
                      <a16:creationId xmlns:a16="http://schemas.microsoft.com/office/drawing/2014/main" id="{64F9564F-B2F6-6932-970E-9700206CFAD4}"/>
                    </a:ext>
                  </a:extLst>
                </p14:cNvPr>
                <p14:cNvContentPartPr/>
                <p14:nvPr/>
              </p14:nvContentPartPr>
              <p14:xfrm>
                <a:off x="3414980" y="3318860"/>
                <a:ext cx="56520" cy="401760"/>
              </p14:xfrm>
            </p:contentPart>
          </mc:Choice>
          <mc:Fallback>
            <p:pic>
              <p:nvPicPr>
                <p:cNvPr id="310" name="Tinta 309">
                  <a:extLst>
                    <a:ext uri="{FF2B5EF4-FFF2-40B4-BE49-F238E27FC236}">
                      <a16:creationId xmlns:a16="http://schemas.microsoft.com/office/drawing/2014/main" id="{64F9564F-B2F6-6932-970E-9700206CFAD4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3408860" y="3312740"/>
                  <a:ext cx="68760" cy="41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Agrupar 312">
            <a:extLst>
              <a:ext uri="{FF2B5EF4-FFF2-40B4-BE49-F238E27FC236}">
                <a16:creationId xmlns:a16="http://schemas.microsoft.com/office/drawing/2014/main" id="{092C8F09-973E-0D8F-51FC-48E031FF99A1}"/>
              </a:ext>
            </a:extLst>
          </p:cNvPr>
          <p:cNvGrpSpPr/>
          <p:nvPr/>
        </p:nvGrpSpPr>
        <p:grpSpPr>
          <a:xfrm>
            <a:off x="6360860" y="934220"/>
            <a:ext cx="1253160" cy="858960"/>
            <a:chOff x="6360860" y="934220"/>
            <a:chExt cx="1253160" cy="85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10E39FFD-A728-CCAC-D0A4-640D6B3BECC0}"/>
                    </a:ext>
                  </a:extLst>
                </p14:cNvPr>
                <p14:cNvContentPartPr/>
                <p14:nvPr/>
              </p14:nvContentPartPr>
              <p14:xfrm>
                <a:off x="6360860" y="1128260"/>
                <a:ext cx="657360" cy="351720"/>
              </p14:xfrm>
            </p:contentPart>
          </mc:Choice>
          <mc:Fallback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10E39FFD-A728-CCAC-D0A4-640D6B3BECC0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354740" y="1122140"/>
                  <a:ext cx="66960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3F5FA287-5F5E-4E24-E12F-3E617B377E0D}"/>
                    </a:ext>
                  </a:extLst>
                </p14:cNvPr>
                <p14:cNvContentPartPr/>
                <p14:nvPr/>
              </p14:nvContentPartPr>
              <p14:xfrm>
                <a:off x="6845780" y="1107740"/>
                <a:ext cx="196560" cy="2772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3F5FA287-5F5E-4E24-E12F-3E617B377E0D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839660" y="1101620"/>
                  <a:ext cx="2088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2259A8AB-18B8-94D4-4151-67CFD23316FB}"/>
                    </a:ext>
                  </a:extLst>
                </p14:cNvPr>
                <p14:cNvContentPartPr/>
                <p14:nvPr/>
              </p14:nvContentPartPr>
              <p14:xfrm>
                <a:off x="6953420" y="1136900"/>
                <a:ext cx="105480" cy="9360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2259A8AB-18B8-94D4-4151-67CFD23316FB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6947300" y="1130780"/>
                  <a:ext cx="1177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6D635196-BD95-A061-FF97-2CED3C37B7A6}"/>
                    </a:ext>
                  </a:extLst>
                </p14:cNvPr>
                <p14:cNvContentPartPr/>
                <p14:nvPr/>
              </p14:nvContentPartPr>
              <p14:xfrm>
                <a:off x="6883580" y="1096580"/>
                <a:ext cx="119160" cy="13284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6D635196-BD95-A061-FF97-2CED3C37B7A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6877460" y="1090460"/>
                  <a:ext cx="1314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77D7B11A-7C44-2FC2-79F9-0CA49B373C13}"/>
                    </a:ext>
                  </a:extLst>
                </p14:cNvPr>
                <p14:cNvContentPartPr/>
                <p14:nvPr/>
              </p14:nvContentPartPr>
              <p14:xfrm>
                <a:off x="6921740" y="1122140"/>
                <a:ext cx="144360" cy="7056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77D7B11A-7C44-2FC2-79F9-0CA49B373C13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6915620" y="1116020"/>
                  <a:ext cx="1566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7141DA64-5CD1-7D77-123F-3D5DAE409291}"/>
                    </a:ext>
                  </a:extLst>
                </p14:cNvPr>
                <p14:cNvContentPartPr/>
                <p14:nvPr/>
              </p14:nvContentPartPr>
              <p14:xfrm>
                <a:off x="6985820" y="934220"/>
                <a:ext cx="214920" cy="2736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7141DA64-5CD1-7D77-123F-3D5DAE409291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6979700" y="928100"/>
                  <a:ext cx="2271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D4150319-3F46-F9DB-8D63-C2CED7BFA58E}"/>
                    </a:ext>
                  </a:extLst>
                </p14:cNvPr>
                <p14:cNvContentPartPr/>
                <p14:nvPr/>
              </p14:nvContentPartPr>
              <p14:xfrm>
                <a:off x="7002020" y="958340"/>
                <a:ext cx="56520" cy="8784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D4150319-3F46-F9DB-8D63-C2CED7BFA58E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6995900" y="952220"/>
                  <a:ext cx="687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AFFD780B-0133-FC07-498C-7BF77F344840}"/>
                    </a:ext>
                  </a:extLst>
                </p14:cNvPr>
                <p14:cNvContentPartPr/>
                <p14:nvPr/>
              </p14:nvContentPartPr>
              <p14:xfrm>
                <a:off x="7009580" y="1148420"/>
                <a:ext cx="95400" cy="33588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AFFD780B-0133-FC07-498C-7BF77F344840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003460" y="1142300"/>
                  <a:ext cx="1076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7F511374-6CDD-5D4F-D6DF-86BECFF69A12}"/>
                    </a:ext>
                  </a:extLst>
                </p14:cNvPr>
                <p14:cNvContentPartPr/>
                <p14:nvPr/>
              </p14:nvContentPartPr>
              <p14:xfrm>
                <a:off x="7034060" y="1154540"/>
                <a:ext cx="32760" cy="4608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7F511374-6CDD-5D4F-D6DF-86BECFF69A12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027940" y="1148420"/>
                  <a:ext cx="450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9FA7BDE5-D970-DE66-1C34-38B132069976}"/>
                    </a:ext>
                  </a:extLst>
                </p14:cNvPr>
                <p14:cNvContentPartPr/>
                <p14:nvPr/>
              </p14:nvContentPartPr>
              <p14:xfrm>
                <a:off x="6986540" y="1164260"/>
                <a:ext cx="71640" cy="7920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9FA7BDE5-D970-DE66-1C34-38B132069976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6980420" y="1158140"/>
                  <a:ext cx="838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FFA98156-A2D7-3214-D71E-F265807D6819}"/>
                    </a:ext>
                  </a:extLst>
                </p14:cNvPr>
                <p14:cNvContentPartPr/>
                <p14:nvPr/>
              </p14:nvContentPartPr>
              <p14:xfrm>
                <a:off x="7035140" y="1148780"/>
                <a:ext cx="133560" cy="9468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FFA98156-A2D7-3214-D71E-F265807D6819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029020" y="1142660"/>
                  <a:ext cx="1458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6C1E6B5B-313A-97A1-0E74-7D70F300B97C}"/>
                    </a:ext>
                  </a:extLst>
                </p14:cNvPr>
                <p14:cNvContentPartPr/>
                <p14:nvPr/>
              </p14:nvContentPartPr>
              <p14:xfrm>
                <a:off x="7081940" y="1166780"/>
                <a:ext cx="53640" cy="1260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6C1E6B5B-313A-97A1-0E74-7D70F300B97C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7075820" y="1160660"/>
                  <a:ext cx="658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4FBDA708-5983-01E6-48E4-3C1F912A63F0}"/>
                    </a:ext>
                  </a:extLst>
                </p14:cNvPr>
                <p14:cNvContentPartPr/>
                <p14:nvPr/>
              </p14:nvContentPartPr>
              <p14:xfrm>
                <a:off x="7121540" y="1310780"/>
                <a:ext cx="87120" cy="10872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4FBDA708-5983-01E6-48E4-3C1F912A63F0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7115420" y="1304660"/>
                  <a:ext cx="993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CA5AE916-58FA-7F1C-C124-593B166725F1}"/>
                    </a:ext>
                  </a:extLst>
                </p14:cNvPr>
                <p14:cNvContentPartPr/>
                <p14:nvPr/>
              </p14:nvContentPartPr>
              <p14:xfrm>
                <a:off x="7200380" y="1287020"/>
                <a:ext cx="110880" cy="1404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CA5AE916-58FA-7F1C-C124-593B166725F1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7194260" y="1280900"/>
                  <a:ext cx="1231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4C3B0360-7EB7-020E-738E-9BB6FCB6C5DF}"/>
                    </a:ext>
                  </a:extLst>
                </p14:cNvPr>
                <p14:cNvContentPartPr/>
                <p14:nvPr/>
              </p14:nvContentPartPr>
              <p14:xfrm>
                <a:off x="7168340" y="1283780"/>
                <a:ext cx="72360" cy="1368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4C3B0360-7EB7-020E-738E-9BB6FCB6C5DF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7162220" y="1277660"/>
                  <a:ext cx="846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B845EAE1-6CC7-8DF2-71BC-A79E54B52DD2}"/>
                    </a:ext>
                  </a:extLst>
                </p14:cNvPr>
                <p14:cNvContentPartPr/>
                <p14:nvPr/>
              </p14:nvContentPartPr>
              <p14:xfrm>
                <a:off x="7247540" y="1373060"/>
                <a:ext cx="119520" cy="7812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B845EAE1-6CC7-8DF2-71BC-A79E54B52DD2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7241420" y="1366940"/>
                  <a:ext cx="1317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18EBE228-06CD-8629-10DF-3E17A4DD21E8}"/>
                    </a:ext>
                  </a:extLst>
                </p14:cNvPr>
                <p14:cNvContentPartPr/>
                <p14:nvPr/>
              </p14:nvContentPartPr>
              <p14:xfrm>
                <a:off x="6398660" y="1433900"/>
                <a:ext cx="583920" cy="7272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18EBE228-06CD-8629-10DF-3E17A4DD21E8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6392540" y="1427780"/>
                  <a:ext cx="5961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2E675073-FB14-9847-425A-33240DDC4CE5}"/>
                    </a:ext>
                  </a:extLst>
                </p14:cNvPr>
                <p14:cNvContentPartPr/>
                <p14:nvPr/>
              </p14:nvContentPartPr>
              <p14:xfrm>
                <a:off x="6913820" y="1504820"/>
                <a:ext cx="112320" cy="2016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2E675073-FB14-9847-425A-33240DDC4CE5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907700" y="1498700"/>
                  <a:ext cx="1245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26B52037-492B-C4A8-EB73-F140A44BF417}"/>
                    </a:ext>
                  </a:extLst>
                </p14:cNvPr>
                <p14:cNvContentPartPr/>
                <p14:nvPr/>
              </p14:nvContentPartPr>
              <p14:xfrm>
                <a:off x="6860900" y="1457300"/>
                <a:ext cx="93600" cy="8460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26B52037-492B-C4A8-EB73-F140A44BF417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6854780" y="1451180"/>
                  <a:ext cx="1058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665647F7-49E9-7B2D-D0EF-1092298E5334}"/>
                    </a:ext>
                  </a:extLst>
                </p14:cNvPr>
                <p14:cNvContentPartPr/>
                <p14:nvPr/>
              </p14:nvContentPartPr>
              <p14:xfrm>
                <a:off x="6905900" y="1428500"/>
                <a:ext cx="24480" cy="900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665647F7-49E9-7B2D-D0EF-1092298E5334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6899780" y="1422380"/>
                  <a:ext cx="367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746DB942-BD01-614C-632C-8BF4B4135169}"/>
                    </a:ext>
                  </a:extLst>
                </p14:cNvPr>
                <p14:cNvContentPartPr/>
                <p14:nvPr/>
              </p14:nvContentPartPr>
              <p14:xfrm>
                <a:off x="6883580" y="1425620"/>
                <a:ext cx="30960" cy="11808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746DB942-BD01-614C-632C-8BF4B4135169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6877460" y="1419500"/>
                  <a:ext cx="432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7391333D-1308-1D7B-DF7C-509691C8F581}"/>
                    </a:ext>
                  </a:extLst>
                </p14:cNvPr>
                <p14:cNvContentPartPr/>
                <p14:nvPr/>
              </p14:nvContentPartPr>
              <p14:xfrm>
                <a:off x="6869900" y="1484300"/>
                <a:ext cx="99000" cy="4212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7391333D-1308-1D7B-DF7C-509691C8F581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6863780" y="1478180"/>
                  <a:ext cx="1112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38CBC5F8-414A-ED9F-634F-6A67BE52C1B9}"/>
                    </a:ext>
                  </a:extLst>
                </p14:cNvPr>
                <p14:cNvContentPartPr/>
                <p14:nvPr/>
              </p14:nvContentPartPr>
              <p14:xfrm>
                <a:off x="6679460" y="1558460"/>
                <a:ext cx="139320" cy="1908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38CBC5F8-414A-ED9F-634F-6A67BE52C1B9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6673340" y="1552340"/>
                  <a:ext cx="1515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3DA1E1CD-5DAA-2660-E574-056D1C6F7F77}"/>
                    </a:ext>
                  </a:extLst>
                </p14:cNvPr>
                <p14:cNvContentPartPr/>
                <p14:nvPr/>
              </p14:nvContentPartPr>
              <p14:xfrm>
                <a:off x="6645260" y="1592300"/>
                <a:ext cx="48240" cy="6408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3DA1E1CD-5DAA-2660-E574-056D1C6F7F77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6639140" y="1586180"/>
                  <a:ext cx="604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75B0E303-72D1-C2DC-74F2-CF9BFD40C2E5}"/>
                    </a:ext>
                  </a:extLst>
                </p14:cNvPr>
                <p14:cNvContentPartPr/>
                <p14:nvPr/>
              </p14:nvContentPartPr>
              <p14:xfrm>
                <a:off x="6743540" y="1626140"/>
                <a:ext cx="100440" cy="6264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75B0E303-72D1-C2DC-74F2-CF9BFD40C2E5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6737420" y="1620020"/>
                  <a:ext cx="1126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41E34052-AB72-A354-3E9E-AC943D01A6E2}"/>
                    </a:ext>
                  </a:extLst>
                </p14:cNvPr>
                <p14:cNvContentPartPr/>
                <p14:nvPr/>
              </p14:nvContentPartPr>
              <p14:xfrm>
                <a:off x="6739220" y="1631180"/>
                <a:ext cx="167040" cy="9396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41E34052-AB72-A354-3E9E-AC943D01A6E2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733100" y="1625060"/>
                  <a:ext cx="179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9DEAF49F-F146-4D6C-0CDC-0EA1AECBA5FB}"/>
                    </a:ext>
                  </a:extLst>
                </p14:cNvPr>
                <p14:cNvContentPartPr/>
                <p14:nvPr/>
              </p14:nvContentPartPr>
              <p14:xfrm>
                <a:off x="6549140" y="1379540"/>
                <a:ext cx="16200" cy="396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9DEAF49F-F146-4D6C-0CDC-0EA1AECBA5FB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6543020" y="1373420"/>
                  <a:ext cx="2844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279011CB-20F1-8D20-FA12-39A7B3B162C0}"/>
                    </a:ext>
                  </a:extLst>
                </p14:cNvPr>
                <p14:cNvContentPartPr/>
                <p14:nvPr/>
              </p14:nvContentPartPr>
              <p14:xfrm>
                <a:off x="6564980" y="1367300"/>
                <a:ext cx="64800" cy="9396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279011CB-20F1-8D20-FA12-39A7B3B162C0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6558860" y="1361180"/>
                  <a:ext cx="770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DCA01983-4BB7-F168-F4E4-09B4689BB49D}"/>
                    </a:ext>
                  </a:extLst>
                </p14:cNvPr>
                <p14:cNvContentPartPr/>
                <p14:nvPr/>
              </p14:nvContentPartPr>
              <p14:xfrm>
                <a:off x="6715460" y="1352180"/>
                <a:ext cx="87120" cy="5040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DCA01983-4BB7-F168-F4E4-09B4689BB49D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6709340" y="1346060"/>
                  <a:ext cx="993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6779983F-A44D-EB4B-FE92-B54CECE0AF27}"/>
                    </a:ext>
                  </a:extLst>
                </p14:cNvPr>
                <p14:cNvContentPartPr/>
                <p14:nvPr/>
              </p14:nvContentPartPr>
              <p14:xfrm>
                <a:off x="6775220" y="1346060"/>
                <a:ext cx="92160" cy="8100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6779983F-A44D-EB4B-FE92-B54CECE0AF27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6769100" y="1339940"/>
                  <a:ext cx="1044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869B5553-044F-487B-DFE4-C7C9EB4EFEAE}"/>
                    </a:ext>
                  </a:extLst>
                </p14:cNvPr>
                <p14:cNvContentPartPr/>
                <p14:nvPr/>
              </p14:nvContentPartPr>
              <p14:xfrm>
                <a:off x="6883580" y="1315820"/>
                <a:ext cx="63360" cy="3168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869B5553-044F-487B-DFE4-C7C9EB4EFEAE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6877460" y="1309700"/>
                  <a:ext cx="756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B7509D92-40B5-7EAC-E331-99C37726CC39}"/>
                    </a:ext>
                  </a:extLst>
                </p14:cNvPr>
                <p14:cNvContentPartPr/>
                <p14:nvPr/>
              </p14:nvContentPartPr>
              <p14:xfrm>
                <a:off x="6446900" y="1161740"/>
                <a:ext cx="70920" cy="6588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B7509D92-40B5-7EAC-E331-99C37726CC39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6440780" y="1155620"/>
                  <a:ext cx="831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64884ACA-F829-A3D1-5B14-2F05BD065499}"/>
                    </a:ext>
                  </a:extLst>
                </p14:cNvPr>
                <p14:cNvContentPartPr/>
                <p14:nvPr/>
              </p14:nvContentPartPr>
              <p14:xfrm>
                <a:off x="6588740" y="1108100"/>
                <a:ext cx="143640" cy="12456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64884ACA-F829-A3D1-5B14-2F05BD065499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6582620" y="1101980"/>
                  <a:ext cx="1558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8D0E186E-595A-F62A-EBF4-F5F20E8D1684}"/>
                    </a:ext>
                  </a:extLst>
                </p14:cNvPr>
                <p14:cNvContentPartPr/>
                <p14:nvPr/>
              </p14:nvContentPartPr>
              <p14:xfrm>
                <a:off x="6706820" y="1135100"/>
                <a:ext cx="153000" cy="9180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8D0E186E-595A-F62A-EBF4-F5F20E8D1684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6700700" y="1128980"/>
                  <a:ext cx="1652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124D6D22-9EAA-406B-B5FB-283A3AB2C317}"/>
                    </a:ext>
                  </a:extLst>
                </p14:cNvPr>
                <p14:cNvContentPartPr/>
                <p14:nvPr/>
              </p14:nvContentPartPr>
              <p14:xfrm>
                <a:off x="7111820" y="1202420"/>
                <a:ext cx="445320" cy="30780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124D6D22-9EAA-406B-B5FB-283A3AB2C317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7105700" y="1196300"/>
                  <a:ext cx="4575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C305D22A-3735-A972-E080-0961E402B648}"/>
                    </a:ext>
                  </a:extLst>
                </p14:cNvPr>
                <p14:cNvContentPartPr/>
                <p14:nvPr/>
              </p14:nvContentPartPr>
              <p14:xfrm>
                <a:off x="6555980" y="1499420"/>
                <a:ext cx="601560" cy="29376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C305D22A-3735-A972-E080-0961E402B648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549860" y="1493300"/>
                  <a:ext cx="6138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2C03F13F-F64C-5306-535D-A765361AD059}"/>
                    </a:ext>
                  </a:extLst>
                </p14:cNvPr>
                <p14:cNvContentPartPr/>
                <p14:nvPr/>
              </p14:nvContentPartPr>
              <p14:xfrm>
                <a:off x="6779540" y="1410140"/>
                <a:ext cx="32400" cy="17280"/>
              </p14:xfrm>
            </p:contentPart>
          </mc:Choice>
          <mc:Fallback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2C03F13F-F64C-5306-535D-A765361AD059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773420" y="1404020"/>
                  <a:ext cx="44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606F9393-6252-F971-EB09-4F6970CC1B93}"/>
                    </a:ext>
                  </a:extLst>
                </p14:cNvPr>
                <p14:cNvContentPartPr/>
                <p14:nvPr/>
              </p14:nvContentPartPr>
              <p14:xfrm>
                <a:off x="6549140" y="1439300"/>
                <a:ext cx="547560" cy="270720"/>
              </p14:xfrm>
            </p:contentPart>
          </mc:Choice>
          <mc:Fallback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606F9393-6252-F971-EB09-4F6970CC1B93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6543020" y="1433180"/>
                  <a:ext cx="5598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312" name="Tinta 311">
                  <a:extLst>
                    <a:ext uri="{FF2B5EF4-FFF2-40B4-BE49-F238E27FC236}">
                      <a16:creationId xmlns:a16="http://schemas.microsoft.com/office/drawing/2014/main" id="{BF9619CC-5B4D-3A73-AAAF-929094F83B13}"/>
                    </a:ext>
                  </a:extLst>
                </p14:cNvPr>
                <p14:cNvContentPartPr/>
                <p14:nvPr/>
              </p14:nvContentPartPr>
              <p14:xfrm>
                <a:off x="6897620" y="1061300"/>
                <a:ext cx="716400" cy="440280"/>
              </p14:xfrm>
            </p:contentPart>
          </mc:Choice>
          <mc:Fallback>
            <p:pic>
              <p:nvPicPr>
                <p:cNvPr id="312" name="Tinta 311">
                  <a:extLst>
                    <a:ext uri="{FF2B5EF4-FFF2-40B4-BE49-F238E27FC236}">
                      <a16:creationId xmlns:a16="http://schemas.microsoft.com/office/drawing/2014/main" id="{BF9619CC-5B4D-3A73-AAAF-929094F83B13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6891500" y="1055180"/>
                  <a:ext cx="728640" cy="45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1">
            <p14:nvContentPartPr>
              <p14:cNvPr id="327" name="Tinta 326">
                <a:extLst>
                  <a:ext uri="{FF2B5EF4-FFF2-40B4-BE49-F238E27FC236}">
                    <a16:creationId xmlns:a16="http://schemas.microsoft.com/office/drawing/2014/main" id="{F8B640DF-4963-06AC-D504-4FA7736A8FD9}"/>
                  </a:ext>
                </a:extLst>
              </p14:cNvPr>
              <p14:cNvContentPartPr/>
              <p14:nvPr/>
            </p14:nvContentPartPr>
            <p14:xfrm>
              <a:off x="4082060" y="2872100"/>
              <a:ext cx="16200" cy="7560"/>
            </p14:xfrm>
          </p:contentPart>
        </mc:Choice>
        <mc:Fallback>
          <p:pic>
            <p:nvPicPr>
              <p:cNvPr id="327" name="Tinta 326">
                <a:extLst>
                  <a:ext uri="{FF2B5EF4-FFF2-40B4-BE49-F238E27FC236}">
                    <a16:creationId xmlns:a16="http://schemas.microsoft.com/office/drawing/2014/main" id="{F8B640DF-4963-06AC-D504-4FA7736A8FD9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4075940" y="2865980"/>
                <a:ext cx="2844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3">
            <p14:nvContentPartPr>
              <p14:cNvPr id="341" name="Tinta 340">
                <a:extLst>
                  <a:ext uri="{FF2B5EF4-FFF2-40B4-BE49-F238E27FC236}">
                    <a16:creationId xmlns:a16="http://schemas.microsoft.com/office/drawing/2014/main" id="{842913FD-834E-1897-7BB2-CFD10EF90886}"/>
                  </a:ext>
                </a:extLst>
              </p14:cNvPr>
              <p14:cNvContentPartPr/>
              <p14:nvPr/>
            </p14:nvContentPartPr>
            <p14:xfrm>
              <a:off x="4620980" y="2527940"/>
              <a:ext cx="406440" cy="469080"/>
            </p14:xfrm>
          </p:contentPart>
        </mc:Choice>
        <mc:Fallback>
          <p:pic>
            <p:nvPicPr>
              <p:cNvPr id="341" name="Tinta 340">
                <a:extLst>
                  <a:ext uri="{FF2B5EF4-FFF2-40B4-BE49-F238E27FC236}">
                    <a16:creationId xmlns:a16="http://schemas.microsoft.com/office/drawing/2014/main" id="{842913FD-834E-1897-7BB2-CFD10EF90886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4614860" y="2521820"/>
                <a:ext cx="418680" cy="48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6" name="Agrupar 345">
            <a:extLst>
              <a:ext uri="{FF2B5EF4-FFF2-40B4-BE49-F238E27FC236}">
                <a16:creationId xmlns:a16="http://schemas.microsoft.com/office/drawing/2014/main" id="{7783C70C-10D7-6679-DE05-3FCA2791EA21}"/>
              </a:ext>
            </a:extLst>
          </p:cNvPr>
          <p:cNvGrpSpPr/>
          <p:nvPr/>
        </p:nvGrpSpPr>
        <p:grpSpPr>
          <a:xfrm>
            <a:off x="597260" y="2084420"/>
            <a:ext cx="2238480" cy="432720"/>
            <a:chOff x="597260" y="2084420"/>
            <a:chExt cx="2238480" cy="43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97BAC324-A02C-024F-E43D-C9928DD8BFBD}"/>
                    </a:ext>
                  </a:extLst>
                </p14:cNvPr>
                <p14:cNvContentPartPr/>
                <p14:nvPr/>
              </p14:nvContentPartPr>
              <p14:xfrm>
                <a:off x="597260" y="2266940"/>
                <a:ext cx="271080" cy="138240"/>
              </p14:xfrm>
            </p:contentPart>
          </mc:Choice>
          <mc:Fallback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97BAC324-A02C-024F-E43D-C9928DD8BFBD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591140" y="2260820"/>
                  <a:ext cx="2833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1E3F4A7E-C618-E81B-9639-7445C9E5A7CA}"/>
                    </a:ext>
                  </a:extLst>
                </p14:cNvPr>
                <p14:cNvContentPartPr/>
                <p14:nvPr/>
              </p14:nvContentPartPr>
              <p14:xfrm>
                <a:off x="1026380" y="2309060"/>
                <a:ext cx="104400" cy="18720"/>
              </p14:xfrm>
            </p:contentPart>
          </mc:Choice>
          <mc:Fallback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1E3F4A7E-C618-E81B-9639-7445C9E5A7CA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020260" y="2302940"/>
                  <a:ext cx="1166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0F5CD8AC-BBDA-800B-C040-CBA8D7FA958F}"/>
                    </a:ext>
                  </a:extLst>
                </p14:cNvPr>
                <p14:cNvContentPartPr/>
                <p14:nvPr/>
              </p14:nvContentPartPr>
              <p14:xfrm>
                <a:off x="970220" y="2360900"/>
                <a:ext cx="112320" cy="5400"/>
              </p14:xfrm>
            </p:contentPart>
          </mc:Choice>
          <mc:Fallback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0F5CD8AC-BBDA-800B-C040-CBA8D7FA958F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964100" y="2354780"/>
                  <a:ext cx="12456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43E3F659-700A-571B-8214-DB1322993C6C}"/>
                    </a:ext>
                  </a:extLst>
                </p14:cNvPr>
                <p14:cNvContentPartPr/>
                <p14:nvPr/>
              </p14:nvContentPartPr>
              <p14:xfrm>
                <a:off x="1470260" y="2300420"/>
                <a:ext cx="205560" cy="101520"/>
              </p14:xfrm>
            </p:contentPart>
          </mc:Choice>
          <mc:Fallback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43E3F659-700A-571B-8214-DB1322993C6C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464140" y="2294300"/>
                  <a:ext cx="2178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AF39CD4C-5F95-35DC-8616-B8BD48A2DAE5}"/>
                    </a:ext>
                  </a:extLst>
                </p14:cNvPr>
                <p14:cNvContentPartPr/>
                <p14:nvPr/>
              </p14:nvContentPartPr>
              <p14:xfrm>
                <a:off x="1488260" y="2343980"/>
                <a:ext cx="245520" cy="24120"/>
              </p14:xfrm>
            </p:contentPart>
          </mc:Choice>
          <mc:Fallback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AF39CD4C-5F95-35DC-8616-B8BD48A2DAE5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482140" y="2337860"/>
                  <a:ext cx="2577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D9EC5414-6245-761F-E7C1-3DB24AEA86AA}"/>
                    </a:ext>
                  </a:extLst>
                </p14:cNvPr>
                <p14:cNvContentPartPr/>
                <p14:nvPr/>
              </p14:nvContentPartPr>
              <p14:xfrm>
                <a:off x="1518860" y="2170100"/>
                <a:ext cx="261360" cy="44640"/>
              </p14:xfrm>
            </p:contentPart>
          </mc:Choice>
          <mc:Fallback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D9EC5414-6245-761F-E7C1-3DB24AEA86AA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512740" y="2163980"/>
                  <a:ext cx="2736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F4A30CBB-8160-C8CF-0979-DDCA83E6F09A}"/>
                    </a:ext>
                  </a:extLst>
                </p14:cNvPr>
                <p14:cNvContentPartPr/>
                <p14:nvPr/>
              </p14:nvContentPartPr>
              <p14:xfrm>
                <a:off x="1653500" y="2228060"/>
                <a:ext cx="110880" cy="64080"/>
              </p14:xfrm>
            </p:contentPart>
          </mc:Choice>
          <mc:Fallback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F4A30CBB-8160-C8CF-0979-DDCA83E6F09A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647380" y="2221940"/>
                  <a:ext cx="1231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53" name="Tinta 252">
                  <a:extLst>
                    <a:ext uri="{FF2B5EF4-FFF2-40B4-BE49-F238E27FC236}">
                      <a16:creationId xmlns:a16="http://schemas.microsoft.com/office/drawing/2014/main" id="{A73E1075-8CDD-C050-B60E-CBF792F2CB98}"/>
                    </a:ext>
                  </a:extLst>
                </p14:cNvPr>
                <p14:cNvContentPartPr/>
                <p14:nvPr/>
              </p14:nvContentPartPr>
              <p14:xfrm>
                <a:off x="2026100" y="2304020"/>
                <a:ext cx="96480" cy="81360"/>
              </p14:xfrm>
            </p:contentPart>
          </mc:Choice>
          <mc:Fallback>
            <p:pic>
              <p:nvPicPr>
                <p:cNvPr id="253" name="Tinta 252">
                  <a:extLst>
                    <a:ext uri="{FF2B5EF4-FFF2-40B4-BE49-F238E27FC236}">
                      <a16:creationId xmlns:a16="http://schemas.microsoft.com/office/drawing/2014/main" id="{A73E1075-8CDD-C050-B60E-CBF792F2CB98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2019980" y="2297900"/>
                  <a:ext cx="1087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720C9307-8E83-0250-0A27-06396EE2D786}"/>
                    </a:ext>
                  </a:extLst>
                </p14:cNvPr>
                <p14:cNvContentPartPr/>
                <p14:nvPr/>
              </p14:nvContentPartPr>
              <p14:xfrm>
                <a:off x="2002340" y="2305460"/>
                <a:ext cx="190800" cy="62640"/>
              </p14:xfrm>
            </p:contentPart>
          </mc:Choice>
          <mc:Fallback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720C9307-8E83-0250-0A27-06396EE2D786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996220" y="2299340"/>
                  <a:ext cx="2030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55" name="Tinta 254">
                  <a:extLst>
                    <a:ext uri="{FF2B5EF4-FFF2-40B4-BE49-F238E27FC236}">
                      <a16:creationId xmlns:a16="http://schemas.microsoft.com/office/drawing/2014/main" id="{CCD4006D-3176-7773-D6ED-4DC59B4E30C0}"/>
                    </a:ext>
                  </a:extLst>
                </p14:cNvPr>
                <p14:cNvContentPartPr/>
                <p14:nvPr/>
              </p14:nvContentPartPr>
              <p14:xfrm>
                <a:off x="2345780" y="2234540"/>
                <a:ext cx="228600" cy="210960"/>
              </p14:xfrm>
            </p:contentPart>
          </mc:Choice>
          <mc:Fallback>
            <p:pic>
              <p:nvPicPr>
                <p:cNvPr id="255" name="Tinta 254">
                  <a:extLst>
                    <a:ext uri="{FF2B5EF4-FFF2-40B4-BE49-F238E27FC236}">
                      <a16:creationId xmlns:a16="http://schemas.microsoft.com/office/drawing/2014/main" id="{CCD4006D-3176-7773-D6ED-4DC59B4E30C0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2339660" y="2228420"/>
                  <a:ext cx="2408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56" name="Tinta 255">
                  <a:extLst>
                    <a:ext uri="{FF2B5EF4-FFF2-40B4-BE49-F238E27FC236}">
                      <a16:creationId xmlns:a16="http://schemas.microsoft.com/office/drawing/2014/main" id="{B2B2B672-6864-98EB-35C9-821804230634}"/>
                    </a:ext>
                  </a:extLst>
                </p14:cNvPr>
                <p14:cNvContentPartPr/>
                <p14:nvPr/>
              </p14:nvContentPartPr>
              <p14:xfrm>
                <a:off x="2334980" y="2144900"/>
                <a:ext cx="319680" cy="95040"/>
              </p14:xfrm>
            </p:contentPart>
          </mc:Choice>
          <mc:Fallback>
            <p:pic>
              <p:nvPicPr>
                <p:cNvPr id="256" name="Tinta 255">
                  <a:extLst>
                    <a:ext uri="{FF2B5EF4-FFF2-40B4-BE49-F238E27FC236}">
                      <a16:creationId xmlns:a16="http://schemas.microsoft.com/office/drawing/2014/main" id="{B2B2B672-6864-98EB-35C9-821804230634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2328860" y="2138780"/>
                  <a:ext cx="3319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2732D630-6749-4841-9DDC-9B4DC8E70395}"/>
                    </a:ext>
                  </a:extLst>
                </p14:cNvPr>
                <p14:cNvContentPartPr/>
                <p14:nvPr/>
              </p14:nvContentPartPr>
              <p14:xfrm>
                <a:off x="2581220" y="2217980"/>
                <a:ext cx="88200" cy="57240"/>
              </p14:xfrm>
            </p:contentPart>
          </mc:Choice>
          <mc:Fallback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2732D630-6749-4841-9DDC-9B4DC8E70395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2575100" y="2211860"/>
                  <a:ext cx="1004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43" name="Tinta 342">
                  <a:extLst>
                    <a:ext uri="{FF2B5EF4-FFF2-40B4-BE49-F238E27FC236}">
                      <a16:creationId xmlns:a16="http://schemas.microsoft.com/office/drawing/2014/main" id="{136949E6-B047-2046-14BD-FD17982D99AF}"/>
                    </a:ext>
                  </a:extLst>
                </p14:cNvPr>
                <p14:cNvContentPartPr/>
                <p14:nvPr/>
              </p14:nvContentPartPr>
              <p14:xfrm>
                <a:off x="1248860" y="2084420"/>
                <a:ext cx="754560" cy="429120"/>
              </p14:xfrm>
            </p:contentPart>
          </mc:Choice>
          <mc:Fallback>
            <p:pic>
              <p:nvPicPr>
                <p:cNvPr id="343" name="Tinta 342">
                  <a:extLst>
                    <a:ext uri="{FF2B5EF4-FFF2-40B4-BE49-F238E27FC236}">
                      <a16:creationId xmlns:a16="http://schemas.microsoft.com/office/drawing/2014/main" id="{136949E6-B047-2046-14BD-FD17982D99AF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242740" y="2078300"/>
                  <a:ext cx="76680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45" name="Tinta 344">
                  <a:extLst>
                    <a:ext uri="{FF2B5EF4-FFF2-40B4-BE49-F238E27FC236}">
                      <a16:creationId xmlns:a16="http://schemas.microsoft.com/office/drawing/2014/main" id="{3AA8E63C-3CBC-A17A-417E-E0329CE97097}"/>
                    </a:ext>
                  </a:extLst>
                </p14:cNvPr>
                <p14:cNvContentPartPr/>
                <p14:nvPr/>
              </p14:nvContentPartPr>
              <p14:xfrm>
                <a:off x="2280620" y="2114300"/>
                <a:ext cx="555120" cy="402840"/>
              </p14:xfrm>
            </p:contentPart>
          </mc:Choice>
          <mc:Fallback>
            <p:pic>
              <p:nvPicPr>
                <p:cNvPr id="345" name="Tinta 344">
                  <a:extLst>
                    <a:ext uri="{FF2B5EF4-FFF2-40B4-BE49-F238E27FC236}">
                      <a16:creationId xmlns:a16="http://schemas.microsoft.com/office/drawing/2014/main" id="{3AA8E63C-3CBC-A17A-417E-E0329CE97097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2274500" y="2108180"/>
                  <a:ext cx="567360" cy="41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8" name="Agrupar 347">
            <a:extLst>
              <a:ext uri="{FF2B5EF4-FFF2-40B4-BE49-F238E27FC236}">
                <a16:creationId xmlns:a16="http://schemas.microsoft.com/office/drawing/2014/main" id="{57C0AF32-61F4-D0A2-279E-D76D1D3BDD88}"/>
              </a:ext>
            </a:extLst>
          </p:cNvPr>
          <p:cNvGrpSpPr/>
          <p:nvPr/>
        </p:nvGrpSpPr>
        <p:grpSpPr>
          <a:xfrm>
            <a:off x="636860" y="2611100"/>
            <a:ext cx="2317680" cy="324720"/>
            <a:chOff x="636860" y="2611100"/>
            <a:chExt cx="2317680" cy="32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BE660E18-08EC-A378-2DFE-77CF422F931E}"/>
                    </a:ext>
                  </a:extLst>
                </p14:cNvPr>
                <p14:cNvContentPartPr/>
                <p14:nvPr/>
              </p14:nvContentPartPr>
              <p14:xfrm>
                <a:off x="636860" y="2698940"/>
                <a:ext cx="231480" cy="125280"/>
              </p14:xfrm>
            </p:contentPart>
          </mc:Choice>
          <mc:Fallback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BE660E18-08EC-A378-2DFE-77CF422F931E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630740" y="2692820"/>
                  <a:ext cx="2437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B5506E5C-12C9-3459-F6FE-CFCB8C8B22CE}"/>
                    </a:ext>
                  </a:extLst>
                </p14:cNvPr>
                <p14:cNvContentPartPr/>
                <p14:nvPr/>
              </p14:nvContentPartPr>
              <p14:xfrm>
                <a:off x="1074260" y="2740700"/>
                <a:ext cx="155880" cy="21960"/>
              </p14:xfrm>
            </p:contentPart>
          </mc:Choice>
          <mc:Fallback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B5506E5C-12C9-3459-F6FE-CFCB8C8B22CE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068140" y="2734580"/>
                  <a:ext cx="168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8B70DF43-321E-3057-4BCB-1278D535ECE1}"/>
                    </a:ext>
                  </a:extLst>
                </p14:cNvPr>
                <p14:cNvContentPartPr/>
                <p14:nvPr/>
              </p14:nvContentPartPr>
              <p14:xfrm>
                <a:off x="1082180" y="2799740"/>
                <a:ext cx="158760" cy="20880"/>
              </p14:xfrm>
            </p:contentPart>
          </mc:Choice>
          <mc:Fallback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8B70DF43-321E-3057-4BCB-1278D535ECE1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076060" y="2793620"/>
                  <a:ext cx="171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CAD24854-3B15-A94F-9BC7-DE408F65FBB4}"/>
                    </a:ext>
                  </a:extLst>
                </p14:cNvPr>
                <p14:cNvContentPartPr/>
                <p14:nvPr/>
              </p14:nvContentPartPr>
              <p14:xfrm>
                <a:off x="1534700" y="2700020"/>
                <a:ext cx="127080" cy="15120"/>
              </p14:xfrm>
            </p:contentPart>
          </mc:Choice>
          <mc:Fallback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CAD24854-3B15-A94F-9BC7-DE408F65FBB4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528580" y="2693900"/>
                  <a:ext cx="1393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73" name="Tinta 272">
                  <a:extLst>
                    <a:ext uri="{FF2B5EF4-FFF2-40B4-BE49-F238E27FC236}">
                      <a16:creationId xmlns:a16="http://schemas.microsoft.com/office/drawing/2014/main" id="{A54ABC96-81B6-326D-1056-42F4DE2FD9CF}"/>
                    </a:ext>
                  </a:extLst>
                </p14:cNvPr>
                <p14:cNvContentPartPr/>
                <p14:nvPr/>
              </p14:nvContentPartPr>
              <p14:xfrm>
                <a:off x="1637300" y="2728820"/>
                <a:ext cx="8280" cy="96480"/>
              </p14:xfrm>
            </p:contentPart>
          </mc:Choice>
          <mc:Fallback>
            <p:pic>
              <p:nvPicPr>
                <p:cNvPr id="273" name="Tinta 272">
                  <a:extLst>
                    <a:ext uri="{FF2B5EF4-FFF2-40B4-BE49-F238E27FC236}">
                      <a16:creationId xmlns:a16="http://schemas.microsoft.com/office/drawing/2014/main" id="{A54ABC96-81B6-326D-1056-42F4DE2FD9CF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631180" y="2722700"/>
                  <a:ext cx="20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92210CF1-4D61-180D-DC9C-9BD1EC002A61}"/>
                    </a:ext>
                  </a:extLst>
                </p14:cNvPr>
                <p14:cNvContentPartPr/>
                <p14:nvPr/>
              </p14:nvContentPartPr>
              <p14:xfrm>
                <a:off x="1747820" y="2765900"/>
                <a:ext cx="80640" cy="141840"/>
              </p14:xfrm>
            </p:contentPart>
          </mc:Choice>
          <mc:Fallback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92210CF1-4D61-180D-DC9C-9BD1EC002A61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741700" y="2759780"/>
                  <a:ext cx="928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78" name="Tinta 277">
                  <a:extLst>
                    <a:ext uri="{FF2B5EF4-FFF2-40B4-BE49-F238E27FC236}">
                      <a16:creationId xmlns:a16="http://schemas.microsoft.com/office/drawing/2014/main" id="{14ED67D7-1ED8-1FA7-4274-4260521D596B}"/>
                    </a:ext>
                  </a:extLst>
                </p14:cNvPr>
                <p14:cNvContentPartPr/>
                <p14:nvPr/>
              </p14:nvContentPartPr>
              <p14:xfrm>
                <a:off x="2192420" y="2676260"/>
                <a:ext cx="24480" cy="96480"/>
              </p14:xfrm>
            </p:contentPart>
          </mc:Choice>
          <mc:Fallback>
            <p:pic>
              <p:nvPicPr>
                <p:cNvPr id="278" name="Tinta 277">
                  <a:extLst>
                    <a:ext uri="{FF2B5EF4-FFF2-40B4-BE49-F238E27FC236}">
                      <a16:creationId xmlns:a16="http://schemas.microsoft.com/office/drawing/2014/main" id="{14ED67D7-1ED8-1FA7-4274-4260521D596B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2186300" y="2670140"/>
                  <a:ext cx="367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79" name="Tinta 278">
                  <a:extLst>
                    <a:ext uri="{FF2B5EF4-FFF2-40B4-BE49-F238E27FC236}">
                      <a16:creationId xmlns:a16="http://schemas.microsoft.com/office/drawing/2014/main" id="{CDF03E8F-00BD-682A-DB84-D79036B71E67}"/>
                    </a:ext>
                  </a:extLst>
                </p14:cNvPr>
                <p14:cNvContentPartPr/>
                <p14:nvPr/>
              </p14:nvContentPartPr>
              <p14:xfrm>
                <a:off x="2130140" y="2725220"/>
                <a:ext cx="237240" cy="83520"/>
              </p14:xfrm>
            </p:contentPart>
          </mc:Choice>
          <mc:Fallback>
            <p:pic>
              <p:nvPicPr>
                <p:cNvPr id="279" name="Tinta 278">
                  <a:extLst>
                    <a:ext uri="{FF2B5EF4-FFF2-40B4-BE49-F238E27FC236}">
                      <a16:creationId xmlns:a16="http://schemas.microsoft.com/office/drawing/2014/main" id="{CDF03E8F-00BD-682A-DB84-D79036B71E67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2124020" y="2719100"/>
                  <a:ext cx="2494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80" name="Tinta 279">
                  <a:extLst>
                    <a:ext uri="{FF2B5EF4-FFF2-40B4-BE49-F238E27FC236}">
                      <a16:creationId xmlns:a16="http://schemas.microsoft.com/office/drawing/2014/main" id="{81D59E32-2691-B9D2-C7DE-EED2DD555741}"/>
                    </a:ext>
                  </a:extLst>
                </p14:cNvPr>
                <p14:cNvContentPartPr/>
                <p14:nvPr/>
              </p14:nvContentPartPr>
              <p14:xfrm>
                <a:off x="2518220" y="2646740"/>
                <a:ext cx="167400" cy="149040"/>
              </p14:xfrm>
            </p:contentPart>
          </mc:Choice>
          <mc:Fallback>
            <p:pic>
              <p:nvPicPr>
                <p:cNvPr id="280" name="Tinta 279">
                  <a:extLst>
                    <a:ext uri="{FF2B5EF4-FFF2-40B4-BE49-F238E27FC236}">
                      <a16:creationId xmlns:a16="http://schemas.microsoft.com/office/drawing/2014/main" id="{81D59E32-2691-B9D2-C7DE-EED2DD555741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2512100" y="2640620"/>
                  <a:ext cx="1796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81" name="Tinta 280">
                  <a:extLst>
                    <a:ext uri="{FF2B5EF4-FFF2-40B4-BE49-F238E27FC236}">
                      <a16:creationId xmlns:a16="http://schemas.microsoft.com/office/drawing/2014/main" id="{BB7C142F-59BA-F760-CCD2-22C57663C9DC}"/>
                    </a:ext>
                  </a:extLst>
                </p14:cNvPr>
                <p14:cNvContentPartPr/>
                <p14:nvPr/>
              </p14:nvContentPartPr>
              <p14:xfrm>
                <a:off x="2657540" y="2666900"/>
                <a:ext cx="297000" cy="138240"/>
              </p14:xfrm>
            </p:contentPart>
          </mc:Choice>
          <mc:Fallback>
            <p:pic>
              <p:nvPicPr>
                <p:cNvPr id="281" name="Tinta 280">
                  <a:extLst>
                    <a:ext uri="{FF2B5EF4-FFF2-40B4-BE49-F238E27FC236}">
                      <a16:creationId xmlns:a16="http://schemas.microsoft.com/office/drawing/2014/main" id="{BB7C142F-59BA-F760-CCD2-22C57663C9DC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2651420" y="2660780"/>
                  <a:ext cx="3092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47" name="Tinta 346">
                  <a:extLst>
                    <a:ext uri="{FF2B5EF4-FFF2-40B4-BE49-F238E27FC236}">
                      <a16:creationId xmlns:a16="http://schemas.microsoft.com/office/drawing/2014/main" id="{9EABE868-0FA7-EB93-E201-A8175ECA542D}"/>
                    </a:ext>
                  </a:extLst>
                </p14:cNvPr>
                <p14:cNvContentPartPr/>
                <p14:nvPr/>
              </p14:nvContentPartPr>
              <p14:xfrm>
                <a:off x="1470260" y="2611100"/>
                <a:ext cx="539280" cy="324720"/>
              </p14:xfrm>
            </p:contentPart>
          </mc:Choice>
          <mc:Fallback>
            <p:pic>
              <p:nvPicPr>
                <p:cNvPr id="347" name="Tinta 346">
                  <a:extLst>
                    <a:ext uri="{FF2B5EF4-FFF2-40B4-BE49-F238E27FC236}">
                      <a16:creationId xmlns:a16="http://schemas.microsoft.com/office/drawing/2014/main" id="{9EABE868-0FA7-EB93-E201-A8175ECA542D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464140" y="2604980"/>
                  <a:ext cx="551520" cy="33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0" name="Agrupar 349">
            <a:extLst>
              <a:ext uri="{FF2B5EF4-FFF2-40B4-BE49-F238E27FC236}">
                <a16:creationId xmlns:a16="http://schemas.microsoft.com/office/drawing/2014/main" id="{0857C0C7-A811-75BA-4633-D1F8DB568044}"/>
              </a:ext>
            </a:extLst>
          </p:cNvPr>
          <p:cNvGrpSpPr/>
          <p:nvPr/>
        </p:nvGrpSpPr>
        <p:grpSpPr>
          <a:xfrm>
            <a:off x="3953540" y="2587340"/>
            <a:ext cx="968760" cy="605160"/>
            <a:chOff x="3953540" y="2587340"/>
            <a:chExt cx="968760" cy="60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14" name="Tinta 313">
                  <a:extLst>
                    <a:ext uri="{FF2B5EF4-FFF2-40B4-BE49-F238E27FC236}">
                      <a16:creationId xmlns:a16="http://schemas.microsoft.com/office/drawing/2014/main" id="{D719BDA5-34DD-3A60-94AA-C0EB829D42C3}"/>
                    </a:ext>
                  </a:extLst>
                </p14:cNvPr>
                <p14:cNvContentPartPr/>
                <p14:nvPr/>
              </p14:nvContentPartPr>
              <p14:xfrm>
                <a:off x="3987020" y="2983700"/>
                <a:ext cx="103680" cy="36360"/>
              </p14:xfrm>
            </p:contentPart>
          </mc:Choice>
          <mc:Fallback>
            <p:pic>
              <p:nvPicPr>
                <p:cNvPr id="314" name="Tinta 313">
                  <a:extLst>
                    <a:ext uri="{FF2B5EF4-FFF2-40B4-BE49-F238E27FC236}">
                      <a16:creationId xmlns:a16="http://schemas.microsoft.com/office/drawing/2014/main" id="{D719BDA5-34DD-3A60-94AA-C0EB829D42C3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3980900" y="2977580"/>
                  <a:ext cx="1159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15" name="Tinta 314">
                  <a:extLst>
                    <a:ext uri="{FF2B5EF4-FFF2-40B4-BE49-F238E27FC236}">
                      <a16:creationId xmlns:a16="http://schemas.microsoft.com/office/drawing/2014/main" id="{F524E509-20D2-7052-FFC2-C49B1BC5E2BB}"/>
                    </a:ext>
                  </a:extLst>
                </p14:cNvPr>
                <p14:cNvContentPartPr/>
                <p14:nvPr/>
              </p14:nvContentPartPr>
              <p14:xfrm>
                <a:off x="4034180" y="3005300"/>
                <a:ext cx="681840" cy="54360"/>
              </p14:xfrm>
            </p:contentPart>
          </mc:Choice>
          <mc:Fallback>
            <p:pic>
              <p:nvPicPr>
                <p:cNvPr id="315" name="Tinta 314">
                  <a:extLst>
                    <a:ext uri="{FF2B5EF4-FFF2-40B4-BE49-F238E27FC236}">
                      <a16:creationId xmlns:a16="http://schemas.microsoft.com/office/drawing/2014/main" id="{F524E509-20D2-7052-FFC2-C49B1BC5E2BB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4028060" y="2999180"/>
                  <a:ext cx="6940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16" name="Tinta 315">
                  <a:extLst>
                    <a:ext uri="{FF2B5EF4-FFF2-40B4-BE49-F238E27FC236}">
                      <a16:creationId xmlns:a16="http://schemas.microsoft.com/office/drawing/2014/main" id="{A23E965E-EA34-4916-7335-9B4B10DCE3D4}"/>
                    </a:ext>
                  </a:extLst>
                </p14:cNvPr>
                <p14:cNvContentPartPr/>
                <p14:nvPr/>
              </p14:nvContentPartPr>
              <p14:xfrm>
                <a:off x="4678580" y="3040580"/>
                <a:ext cx="101520" cy="49320"/>
              </p14:xfrm>
            </p:contentPart>
          </mc:Choice>
          <mc:Fallback>
            <p:pic>
              <p:nvPicPr>
                <p:cNvPr id="316" name="Tinta 315">
                  <a:extLst>
                    <a:ext uri="{FF2B5EF4-FFF2-40B4-BE49-F238E27FC236}">
                      <a16:creationId xmlns:a16="http://schemas.microsoft.com/office/drawing/2014/main" id="{A23E965E-EA34-4916-7335-9B4B10DCE3D4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4672460" y="3034460"/>
                  <a:ext cx="113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18" name="Tinta 317">
                  <a:extLst>
                    <a:ext uri="{FF2B5EF4-FFF2-40B4-BE49-F238E27FC236}">
                      <a16:creationId xmlns:a16="http://schemas.microsoft.com/office/drawing/2014/main" id="{EEBD3661-8B89-172D-7DA1-A4BC8DF9FF03}"/>
                    </a:ext>
                  </a:extLst>
                </p14:cNvPr>
                <p14:cNvContentPartPr/>
                <p14:nvPr/>
              </p14:nvContentPartPr>
              <p14:xfrm>
                <a:off x="4620980" y="3057500"/>
                <a:ext cx="159120" cy="76680"/>
              </p14:xfrm>
            </p:contentPart>
          </mc:Choice>
          <mc:Fallback>
            <p:pic>
              <p:nvPicPr>
                <p:cNvPr id="318" name="Tinta 317">
                  <a:extLst>
                    <a:ext uri="{FF2B5EF4-FFF2-40B4-BE49-F238E27FC236}">
                      <a16:creationId xmlns:a16="http://schemas.microsoft.com/office/drawing/2014/main" id="{EEBD3661-8B89-172D-7DA1-A4BC8DF9FF03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4614860" y="3051380"/>
                  <a:ext cx="1713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19" name="Tinta 318">
                  <a:extLst>
                    <a:ext uri="{FF2B5EF4-FFF2-40B4-BE49-F238E27FC236}">
                      <a16:creationId xmlns:a16="http://schemas.microsoft.com/office/drawing/2014/main" id="{E6C5F3DF-12E6-3F12-F4DA-EC2BDB91A782}"/>
                    </a:ext>
                  </a:extLst>
                </p14:cNvPr>
                <p14:cNvContentPartPr/>
                <p14:nvPr/>
              </p14:nvContentPartPr>
              <p14:xfrm>
                <a:off x="4627820" y="2999900"/>
                <a:ext cx="73800" cy="123480"/>
              </p14:xfrm>
            </p:contentPart>
          </mc:Choice>
          <mc:Fallback>
            <p:pic>
              <p:nvPicPr>
                <p:cNvPr id="319" name="Tinta 318">
                  <a:extLst>
                    <a:ext uri="{FF2B5EF4-FFF2-40B4-BE49-F238E27FC236}">
                      <a16:creationId xmlns:a16="http://schemas.microsoft.com/office/drawing/2014/main" id="{E6C5F3DF-12E6-3F12-F4DA-EC2BDB91A782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4621700" y="2993780"/>
                  <a:ext cx="860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20" name="Tinta 319">
                  <a:extLst>
                    <a:ext uri="{FF2B5EF4-FFF2-40B4-BE49-F238E27FC236}">
                      <a16:creationId xmlns:a16="http://schemas.microsoft.com/office/drawing/2014/main" id="{93B95B75-5F80-3685-43FC-16A605F229BF}"/>
                    </a:ext>
                  </a:extLst>
                </p14:cNvPr>
                <p14:cNvContentPartPr/>
                <p14:nvPr/>
              </p14:nvContentPartPr>
              <p14:xfrm>
                <a:off x="4655180" y="3052820"/>
                <a:ext cx="59400" cy="35640"/>
              </p14:xfrm>
            </p:contentPart>
          </mc:Choice>
          <mc:Fallback>
            <p:pic>
              <p:nvPicPr>
                <p:cNvPr id="320" name="Tinta 319">
                  <a:extLst>
                    <a:ext uri="{FF2B5EF4-FFF2-40B4-BE49-F238E27FC236}">
                      <a16:creationId xmlns:a16="http://schemas.microsoft.com/office/drawing/2014/main" id="{93B95B75-5F80-3685-43FC-16A605F229BF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4649060" y="3046700"/>
                  <a:ext cx="71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22" name="Tinta 321">
                  <a:extLst>
                    <a:ext uri="{FF2B5EF4-FFF2-40B4-BE49-F238E27FC236}">
                      <a16:creationId xmlns:a16="http://schemas.microsoft.com/office/drawing/2014/main" id="{2C9BEEC9-4BDF-AB75-BC5B-91C54DA5A2A7}"/>
                    </a:ext>
                  </a:extLst>
                </p14:cNvPr>
                <p14:cNvContentPartPr/>
                <p14:nvPr/>
              </p14:nvContentPartPr>
              <p14:xfrm>
                <a:off x="4050020" y="2651780"/>
                <a:ext cx="118800" cy="402840"/>
              </p14:xfrm>
            </p:contentPart>
          </mc:Choice>
          <mc:Fallback>
            <p:pic>
              <p:nvPicPr>
                <p:cNvPr id="322" name="Tinta 321">
                  <a:extLst>
                    <a:ext uri="{FF2B5EF4-FFF2-40B4-BE49-F238E27FC236}">
                      <a16:creationId xmlns:a16="http://schemas.microsoft.com/office/drawing/2014/main" id="{2C9BEEC9-4BDF-AB75-BC5B-91C54DA5A2A7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4043900" y="2645660"/>
                  <a:ext cx="13104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23" name="Tinta 322">
                  <a:extLst>
                    <a:ext uri="{FF2B5EF4-FFF2-40B4-BE49-F238E27FC236}">
                      <a16:creationId xmlns:a16="http://schemas.microsoft.com/office/drawing/2014/main" id="{1B5C3837-6FA2-E71D-EA13-B54DC9F7B25A}"/>
                    </a:ext>
                  </a:extLst>
                </p14:cNvPr>
                <p14:cNvContentPartPr/>
                <p14:nvPr/>
              </p14:nvContentPartPr>
              <p14:xfrm>
                <a:off x="4114820" y="2660060"/>
                <a:ext cx="75960" cy="89640"/>
              </p14:xfrm>
            </p:contentPart>
          </mc:Choice>
          <mc:Fallback>
            <p:pic>
              <p:nvPicPr>
                <p:cNvPr id="323" name="Tinta 322">
                  <a:extLst>
                    <a:ext uri="{FF2B5EF4-FFF2-40B4-BE49-F238E27FC236}">
                      <a16:creationId xmlns:a16="http://schemas.microsoft.com/office/drawing/2014/main" id="{1B5C3837-6FA2-E71D-EA13-B54DC9F7B25A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4108700" y="2653940"/>
                  <a:ext cx="882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24" name="Tinta 323">
                  <a:extLst>
                    <a:ext uri="{FF2B5EF4-FFF2-40B4-BE49-F238E27FC236}">
                      <a16:creationId xmlns:a16="http://schemas.microsoft.com/office/drawing/2014/main" id="{79F77C98-E7A2-0155-265F-9E5C8707F8EC}"/>
                    </a:ext>
                  </a:extLst>
                </p14:cNvPr>
                <p14:cNvContentPartPr/>
                <p14:nvPr/>
              </p14:nvContentPartPr>
              <p14:xfrm>
                <a:off x="4068740" y="2641340"/>
                <a:ext cx="100080" cy="76320"/>
              </p14:xfrm>
            </p:contentPart>
          </mc:Choice>
          <mc:Fallback>
            <p:pic>
              <p:nvPicPr>
                <p:cNvPr id="324" name="Tinta 323">
                  <a:extLst>
                    <a:ext uri="{FF2B5EF4-FFF2-40B4-BE49-F238E27FC236}">
                      <a16:creationId xmlns:a16="http://schemas.microsoft.com/office/drawing/2014/main" id="{79F77C98-E7A2-0155-265F-9E5C8707F8EC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4062620" y="2635220"/>
                  <a:ext cx="1123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25" name="Tinta 324">
                  <a:extLst>
                    <a:ext uri="{FF2B5EF4-FFF2-40B4-BE49-F238E27FC236}">
                      <a16:creationId xmlns:a16="http://schemas.microsoft.com/office/drawing/2014/main" id="{28254678-332E-79CF-210C-DC2EB38E892C}"/>
                    </a:ext>
                  </a:extLst>
                </p14:cNvPr>
                <p14:cNvContentPartPr/>
                <p14:nvPr/>
              </p14:nvContentPartPr>
              <p14:xfrm>
                <a:off x="4089980" y="2652860"/>
                <a:ext cx="167040" cy="57960"/>
              </p14:xfrm>
            </p:contentPart>
          </mc:Choice>
          <mc:Fallback>
            <p:pic>
              <p:nvPicPr>
                <p:cNvPr id="325" name="Tinta 324">
                  <a:extLst>
                    <a:ext uri="{FF2B5EF4-FFF2-40B4-BE49-F238E27FC236}">
                      <a16:creationId xmlns:a16="http://schemas.microsoft.com/office/drawing/2014/main" id="{28254678-332E-79CF-210C-DC2EB38E892C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4083860" y="2646740"/>
                  <a:ext cx="1792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28" name="Tinta 327">
                  <a:extLst>
                    <a:ext uri="{FF2B5EF4-FFF2-40B4-BE49-F238E27FC236}">
                      <a16:creationId xmlns:a16="http://schemas.microsoft.com/office/drawing/2014/main" id="{69FAE253-F0E6-2287-626C-0BDC7268F18C}"/>
                    </a:ext>
                  </a:extLst>
                </p14:cNvPr>
                <p14:cNvContentPartPr/>
                <p14:nvPr/>
              </p14:nvContentPartPr>
              <p14:xfrm>
                <a:off x="4739780" y="3037700"/>
                <a:ext cx="48240" cy="25200"/>
              </p14:xfrm>
            </p:contentPart>
          </mc:Choice>
          <mc:Fallback>
            <p:pic>
              <p:nvPicPr>
                <p:cNvPr id="328" name="Tinta 327">
                  <a:extLst>
                    <a:ext uri="{FF2B5EF4-FFF2-40B4-BE49-F238E27FC236}">
                      <a16:creationId xmlns:a16="http://schemas.microsoft.com/office/drawing/2014/main" id="{69FAE253-F0E6-2287-626C-0BDC7268F18C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4733660" y="3031580"/>
                  <a:ext cx="604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29" name="Tinta 328">
                  <a:extLst>
                    <a:ext uri="{FF2B5EF4-FFF2-40B4-BE49-F238E27FC236}">
                      <a16:creationId xmlns:a16="http://schemas.microsoft.com/office/drawing/2014/main" id="{2A939CCD-5794-D73E-6050-7C50AAAD7702}"/>
                    </a:ext>
                  </a:extLst>
                </p14:cNvPr>
                <p14:cNvContentPartPr/>
                <p14:nvPr/>
              </p14:nvContentPartPr>
              <p14:xfrm>
                <a:off x="4074140" y="2870300"/>
                <a:ext cx="24480" cy="20880"/>
              </p14:xfrm>
            </p:contentPart>
          </mc:Choice>
          <mc:Fallback>
            <p:pic>
              <p:nvPicPr>
                <p:cNvPr id="329" name="Tinta 328">
                  <a:extLst>
                    <a:ext uri="{FF2B5EF4-FFF2-40B4-BE49-F238E27FC236}">
                      <a16:creationId xmlns:a16="http://schemas.microsoft.com/office/drawing/2014/main" id="{2A939CCD-5794-D73E-6050-7C50AAAD7702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4068020" y="2864180"/>
                  <a:ext cx="367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31" name="Tinta 330">
                  <a:extLst>
                    <a:ext uri="{FF2B5EF4-FFF2-40B4-BE49-F238E27FC236}">
                      <a16:creationId xmlns:a16="http://schemas.microsoft.com/office/drawing/2014/main" id="{F717735F-9070-3603-BE67-09BF695D22A8}"/>
                    </a:ext>
                  </a:extLst>
                </p14:cNvPr>
                <p14:cNvContentPartPr/>
                <p14:nvPr/>
              </p14:nvContentPartPr>
              <p14:xfrm>
                <a:off x="4739420" y="2603180"/>
                <a:ext cx="72720" cy="452880"/>
              </p14:xfrm>
            </p:contentPart>
          </mc:Choice>
          <mc:Fallback>
            <p:pic>
              <p:nvPicPr>
                <p:cNvPr id="331" name="Tinta 330">
                  <a:extLst>
                    <a:ext uri="{FF2B5EF4-FFF2-40B4-BE49-F238E27FC236}">
                      <a16:creationId xmlns:a16="http://schemas.microsoft.com/office/drawing/2014/main" id="{F717735F-9070-3603-BE67-09BF695D22A8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4733300" y="2597060"/>
                  <a:ext cx="8496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32" name="Tinta 331">
                  <a:extLst>
                    <a:ext uri="{FF2B5EF4-FFF2-40B4-BE49-F238E27FC236}">
                      <a16:creationId xmlns:a16="http://schemas.microsoft.com/office/drawing/2014/main" id="{6E6B6F9D-23E0-CEC5-B04F-6E02EF2AEB2A}"/>
                    </a:ext>
                  </a:extLst>
                </p14:cNvPr>
                <p14:cNvContentPartPr/>
                <p14:nvPr/>
              </p14:nvContentPartPr>
              <p14:xfrm>
                <a:off x="4670660" y="2595620"/>
                <a:ext cx="109440" cy="110520"/>
              </p14:xfrm>
            </p:contentPart>
          </mc:Choice>
          <mc:Fallback>
            <p:pic>
              <p:nvPicPr>
                <p:cNvPr id="332" name="Tinta 331">
                  <a:extLst>
                    <a:ext uri="{FF2B5EF4-FFF2-40B4-BE49-F238E27FC236}">
                      <a16:creationId xmlns:a16="http://schemas.microsoft.com/office/drawing/2014/main" id="{6E6B6F9D-23E0-CEC5-B04F-6E02EF2AEB2A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4664540" y="2589500"/>
                  <a:ext cx="1216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33" name="Tinta 332">
                  <a:extLst>
                    <a:ext uri="{FF2B5EF4-FFF2-40B4-BE49-F238E27FC236}">
                      <a16:creationId xmlns:a16="http://schemas.microsoft.com/office/drawing/2014/main" id="{2CBF51E6-84B3-738B-8A97-6C80A0BFC509}"/>
                    </a:ext>
                  </a:extLst>
                </p14:cNvPr>
                <p14:cNvContentPartPr/>
                <p14:nvPr/>
              </p14:nvContentPartPr>
              <p14:xfrm>
                <a:off x="4732940" y="2587340"/>
                <a:ext cx="172440" cy="108720"/>
              </p14:xfrm>
            </p:contentPart>
          </mc:Choice>
          <mc:Fallback>
            <p:pic>
              <p:nvPicPr>
                <p:cNvPr id="333" name="Tinta 332">
                  <a:extLst>
                    <a:ext uri="{FF2B5EF4-FFF2-40B4-BE49-F238E27FC236}">
                      <a16:creationId xmlns:a16="http://schemas.microsoft.com/office/drawing/2014/main" id="{2CBF51E6-84B3-738B-8A97-6C80A0BFC509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4726820" y="2581220"/>
                  <a:ext cx="1846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34" name="Tinta 333">
                  <a:extLst>
                    <a:ext uri="{FF2B5EF4-FFF2-40B4-BE49-F238E27FC236}">
                      <a16:creationId xmlns:a16="http://schemas.microsoft.com/office/drawing/2014/main" id="{5C57B1BD-8D66-76D0-5A17-A6616C326E3B}"/>
                    </a:ext>
                  </a:extLst>
                </p14:cNvPr>
                <p14:cNvContentPartPr/>
                <p14:nvPr/>
              </p14:nvContentPartPr>
              <p14:xfrm>
                <a:off x="4782980" y="2652500"/>
                <a:ext cx="99720" cy="40680"/>
              </p14:xfrm>
            </p:contentPart>
          </mc:Choice>
          <mc:Fallback>
            <p:pic>
              <p:nvPicPr>
                <p:cNvPr id="334" name="Tinta 333">
                  <a:extLst>
                    <a:ext uri="{FF2B5EF4-FFF2-40B4-BE49-F238E27FC236}">
                      <a16:creationId xmlns:a16="http://schemas.microsoft.com/office/drawing/2014/main" id="{5C57B1BD-8D66-76D0-5A17-A6616C326E3B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4776860" y="2646380"/>
                  <a:ext cx="1119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36" name="Tinta 335">
                  <a:extLst>
                    <a:ext uri="{FF2B5EF4-FFF2-40B4-BE49-F238E27FC236}">
                      <a16:creationId xmlns:a16="http://schemas.microsoft.com/office/drawing/2014/main" id="{38C42801-885F-0E7B-4D12-955D9244E69D}"/>
                    </a:ext>
                  </a:extLst>
                </p14:cNvPr>
                <p14:cNvContentPartPr/>
                <p14:nvPr/>
              </p14:nvContentPartPr>
              <p14:xfrm>
                <a:off x="4002140" y="2625140"/>
                <a:ext cx="786960" cy="395640"/>
              </p14:xfrm>
            </p:contentPart>
          </mc:Choice>
          <mc:Fallback>
            <p:pic>
              <p:nvPicPr>
                <p:cNvPr id="336" name="Tinta 335">
                  <a:extLst>
                    <a:ext uri="{FF2B5EF4-FFF2-40B4-BE49-F238E27FC236}">
                      <a16:creationId xmlns:a16="http://schemas.microsoft.com/office/drawing/2014/main" id="{38C42801-885F-0E7B-4D12-955D9244E69D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3996020" y="2619020"/>
                  <a:ext cx="79920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37" name="Tinta 336">
                  <a:extLst>
                    <a:ext uri="{FF2B5EF4-FFF2-40B4-BE49-F238E27FC236}">
                      <a16:creationId xmlns:a16="http://schemas.microsoft.com/office/drawing/2014/main" id="{837DC560-FBDA-F75D-8F4F-A076F3377A3A}"/>
                    </a:ext>
                  </a:extLst>
                </p14:cNvPr>
                <p14:cNvContentPartPr/>
                <p14:nvPr/>
              </p14:nvContentPartPr>
              <p14:xfrm>
                <a:off x="4621340" y="2637740"/>
                <a:ext cx="190800" cy="74520"/>
              </p14:xfrm>
            </p:contentPart>
          </mc:Choice>
          <mc:Fallback>
            <p:pic>
              <p:nvPicPr>
                <p:cNvPr id="337" name="Tinta 336">
                  <a:extLst>
                    <a:ext uri="{FF2B5EF4-FFF2-40B4-BE49-F238E27FC236}">
                      <a16:creationId xmlns:a16="http://schemas.microsoft.com/office/drawing/2014/main" id="{837DC560-FBDA-F75D-8F4F-A076F3377A3A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4615220" y="2631620"/>
                  <a:ext cx="2030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39" name="Tinta 338">
                  <a:extLst>
                    <a:ext uri="{FF2B5EF4-FFF2-40B4-BE49-F238E27FC236}">
                      <a16:creationId xmlns:a16="http://schemas.microsoft.com/office/drawing/2014/main" id="{7EE89793-B198-DC88-40B7-5283744FDDBA}"/>
                    </a:ext>
                  </a:extLst>
                </p14:cNvPr>
                <p14:cNvContentPartPr/>
                <p14:nvPr/>
              </p14:nvContentPartPr>
              <p14:xfrm>
                <a:off x="4383020" y="3187100"/>
                <a:ext cx="8280" cy="5400"/>
              </p14:xfrm>
            </p:contentPart>
          </mc:Choice>
          <mc:Fallback>
            <p:pic>
              <p:nvPicPr>
                <p:cNvPr id="339" name="Tinta 338">
                  <a:extLst>
                    <a:ext uri="{FF2B5EF4-FFF2-40B4-BE49-F238E27FC236}">
                      <a16:creationId xmlns:a16="http://schemas.microsoft.com/office/drawing/2014/main" id="{7EE89793-B198-DC88-40B7-5283744FDDBA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4376900" y="3180980"/>
                  <a:ext cx="2052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40" name="Tinta 339">
                  <a:extLst>
                    <a:ext uri="{FF2B5EF4-FFF2-40B4-BE49-F238E27FC236}">
                      <a16:creationId xmlns:a16="http://schemas.microsoft.com/office/drawing/2014/main" id="{00CC2883-4111-E5FB-785E-E33F3AA8E137}"/>
                    </a:ext>
                  </a:extLst>
                </p14:cNvPr>
                <p14:cNvContentPartPr/>
                <p14:nvPr/>
              </p14:nvContentPartPr>
              <p14:xfrm>
                <a:off x="4914020" y="2853740"/>
                <a:ext cx="8280" cy="18720"/>
              </p14:xfrm>
            </p:contentPart>
          </mc:Choice>
          <mc:Fallback>
            <p:pic>
              <p:nvPicPr>
                <p:cNvPr id="340" name="Tinta 339">
                  <a:extLst>
                    <a:ext uri="{FF2B5EF4-FFF2-40B4-BE49-F238E27FC236}">
                      <a16:creationId xmlns:a16="http://schemas.microsoft.com/office/drawing/2014/main" id="{00CC2883-4111-E5FB-785E-E33F3AA8E137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4907900" y="2847620"/>
                  <a:ext cx="205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49" name="Tinta 348">
                  <a:extLst>
                    <a:ext uri="{FF2B5EF4-FFF2-40B4-BE49-F238E27FC236}">
                      <a16:creationId xmlns:a16="http://schemas.microsoft.com/office/drawing/2014/main" id="{34A4F468-752E-2463-474A-CB9549F870E3}"/>
                    </a:ext>
                  </a:extLst>
                </p14:cNvPr>
                <p14:cNvContentPartPr/>
                <p14:nvPr/>
              </p14:nvContentPartPr>
              <p14:xfrm>
                <a:off x="3953540" y="2878220"/>
                <a:ext cx="930240" cy="280800"/>
              </p14:xfrm>
            </p:contentPart>
          </mc:Choice>
          <mc:Fallback>
            <p:pic>
              <p:nvPicPr>
                <p:cNvPr id="349" name="Tinta 348">
                  <a:extLst>
                    <a:ext uri="{FF2B5EF4-FFF2-40B4-BE49-F238E27FC236}">
                      <a16:creationId xmlns:a16="http://schemas.microsoft.com/office/drawing/2014/main" id="{34A4F468-752E-2463-474A-CB9549F870E3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3947420" y="2872100"/>
                  <a:ext cx="942480" cy="29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96939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4A972-19C1-CED0-CE5C-9D1381C5B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2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14C3C12-08CA-E8CC-7EEF-C9ADCFE70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671" y="1489179"/>
            <a:ext cx="5517358" cy="126503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A50B3034-9BE8-A9E4-AC27-FDF6FC2EBFDF}"/>
                  </a:ext>
                </a:extLst>
              </p14:cNvPr>
              <p14:cNvContentPartPr/>
              <p14:nvPr/>
            </p14:nvContentPartPr>
            <p14:xfrm>
              <a:off x="2256500" y="2514380"/>
              <a:ext cx="48240" cy="27900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A50B3034-9BE8-A9E4-AC27-FDF6FC2EBF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50380" y="2508260"/>
                <a:ext cx="6048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C5CDC402-C777-45B6-ECE3-1810D20AB100}"/>
                  </a:ext>
                </a:extLst>
              </p14:cNvPr>
              <p14:cNvContentPartPr/>
              <p14:nvPr/>
            </p14:nvContentPartPr>
            <p14:xfrm>
              <a:off x="2350460" y="2080940"/>
              <a:ext cx="1270800" cy="5400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C5CDC402-C777-45B6-ECE3-1810D20AB10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44340" y="2074820"/>
                <a:ext cx="128304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F6F87E2E-FC24-E941-3F3E-EC9F1DBB58B3}"/>
                  </a:ext>
                </a:extLst>
              </p14:cNvPr>
              <p14:cNvContentPartPr/>
              <p14:nvPr/>
            </p14:nvContentPartPr>
            <p14:xfrm>
              <a:off x="4661300" y="591980"/>
              <a:ext cx="301680" cy="119880"/>
            </p14:xfrm>
          </p:contentPart>
        </mc:Choice>
        <mc:Fallback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F6F87E2E-FC24-E941-3F3E-EC9F1DBB58B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55180" y="585860"/>
                <a:ext cx="31392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816CEEE8-0F65-FD1F-F041-09FF5676D568}"/>
                  </a:ext>
                </a:extLst>
              </p14:cNvPr>
              <p14:cNvContentPartPr/>
              <p14:nvPr/>
            </p14:nvContentPartPr>
            <p14:xfrm>
              <a:off x="5232260" y="591980"/>
              <a:ext cx="126720" cy="2088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816CEEE8-0F65-FD1F-F041-09FF5676D56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26140" y="585860"/>
                <a:ext cx="13896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33462F2C-1973-7A71-2505-9D31606A9F8A}"/>
                  </a:ext>
                </a:extLst>
              </p14:cNvPr>
              <p14:cNvContentPartPr/>
              <p14:nvPr/>
            </p14:nvContentPartPr>
            <p14:xfrm>
              <a:off x="5144420" y="654620"/>
              <a:ext cx="128520" cy="8640"/>
            </p14:xfrm>
          </p:contentPart>
        </mc:Choice>
        <mc:Fallback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33462F2C-1973-7A71-2505-9D31606A9F8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38300" y="648500"/>
                <a:ext cx="14076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Agrupar 19">
            <a:extLst>
              <a:ext uri="{FF2B5EF4-FFF2-40B4-BE49-F238E27FC236}">
                <a16:creationId xmlns:a16="http://schemas.microsoft.com/office/drawing/2014/main" id="{312FD737-9C2B-4D29-B09A-18E25328438C}"/>
              </a:ext>
            </a:extLst>
          </p:cNvPr>
          <p:cNvGrpSpPr/>
          <p:nvPr/>
        </p:nvGrpSpPr>
        <p:grpSpPr>
          <a:xfrm>
            <a:off x="5645180" y="373100"/>
            <a:ext cx="973800" cy="349200"/>
            <a:chOff x="5645180" y="373100"/>
            <a:chExt cx="973800" cy="34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A9B63F7F-347B-61BB-6689-C0908CF9EF4E}"/>
                    </a:ext>
                  </a:extLst>
                </p14:cNvPr>
                <p14:cNvContentPartPr/>
                <p14:nvPr/>
              </p14:nvContentPartPr>
              <p14:xfrm>
                <a:off x="5645180" y="579020"/>
                <a:ext cx="190800" cy="11268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A9B63F7F-347B-61BB-6689-C0908CF9EF4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639060" y="572900"/>
                  <a:ext cx="2030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F81AFCE8-DF79-6661-0F9D-1F6A78A34795}"/>
                    </a:ext>
                  </a:extLst>
                </p14:cNvPr>
                <p14:cNvContentPartPr/>
                <p14:nvPr/>
              </p14:nvContentPartPr>
              <p14:xfrm>
                <a:off x="5669300" y="629420"/>
                <a:ext cx="134640" cy="1044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F81AFCE8-DF79-6661-0F9D-1F6A78A3479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663180" y="623300"/>
                  <a:ext cx="1468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033A7025-3DA6-7350-A68A-4C328C20176E}"/>
                    </a:ext>
                  </a:extLst>
                </p14:cNvPr>
                <p14:cNvContentPartPr/>
                <p14:nvPr/>
              </p14:nvContentPartPr>
              <p14:xfrm>
                <a:off x="5961980" y="640940"/>
                <a:ext cx="16200" cy="180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033A7025-3DA6-7350-A68A-4C328C20176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55860" y="634820"/>
                  <a:ext cx="2844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D4392FE3-E6FC-540C-FCD7-AEC5256ADC71}"/>
                    </a:ext>
                  </a:extLst>
                </p14:cNvPr>
                <p14:cNvContentPartPr/>
                <p14:nvPr/>
              </p14:nvContentPartPr>
              <p14:xfrm>
                <a:off x="5977820" y="629420"/>
                <a:ext cx="80280" cy="6624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D4392FE3-E6FC-540C-FCD7-AEC5256ADC7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971700" y="623300"/>
                  <a:ext cx="925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870677AF-A0CD-B0E5-3818-A76A6348854B}"/>
                    </a:ext>
                  </a:extLst>
                </p14:cNvPr>
                <p14:cNvContentPartPr/>
                <p14:nvPr/>
              </p14:nvContentPartPr>
              <p14:xfrm>
                <a:off x="5937860" y="637340"/>
                <a:ext cx="174600" cy="3960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870677AF-A0CD-B0E5-3818-A76A6348854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931740" y="631220"/>
                  <a:ext cx="1868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83AC9423-0DA8-7FC6-52CA-0D60785F8351}"/>
                    </a:ext>
                  </a:extLst>
                </p14:cNvPr>
                <p14:cNvContentPartPr/>
                <p14:nvPr/>
              </p14:nvContentPartPr>
              <p14:xfrm>
                <a:off x="6255740" y="531860"/>
                <a:ext cx="253440" cy="19044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83AC9423-0DA8-7FC6-52CA-0D60785F835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249620" y="525740"/>
                  <a:ext cx="2656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9A675F21-99B2-30FE-5CC2-E16AC4291C98}"/>
                    </a:ext>
                  </a:extLst>
                </p14:cNvPr>
                <p14:cNvContentPartPr/>
                <p14:nvPr/>
              </p14:nvContentPartPr>
              <p14:xfrm>
                <a:off x="5685140" y="423140"/>
                <a:ext cx="197280" cy="7632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9A675F21-99B2-30FE-5CC2-E16AC4291C9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679020" y="417020"/>
                  <a:ext cx="2095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B369EC79-BD7C-9F8F-D15D-02970ABE3BF5}"/>
                    </a:ext>
                  </a:extLst>
                </p14:cNvPr>
                <p14:cNvContentPartPr/>
                <p14:nvPr/>
              </p14:nvContentPartPr>
              <p14:xfrm>
                <a:off x="5747420" y="508100"/>
                <a:ext cx="182880" cy="3384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B369EC79-BD7C-9F8F-D15D-02970ABE3BF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741300" y="501980"/>
                  <a:ext cx="1951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D87BD1E1-9160-DC9B-0019-47474383E017}"/>
                    </a:ext>
                  </a:extLst>
                </p14:cNvPr>
                <p14:cNvContentPartPr/>
                <p14:nvPr/>
              </p14:nvContentPartPr>
              <p14:xfrm>
                <a:off x="6288500" y="373100"/>
                <a:ext cx="330480" cy="4680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D87BD1E1-9160-DC9B-0019-47474383E01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282380" y="366980"/>
                  <a:ext cx="3427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5A9E6ED9-2371-BEE9-F0F8-79E516074E09}"/>
                    </a:ext>
                  </a:extLst>
                </p14:cNvPr>
                <p14:cNvContentPartPr/>
                <p14:nvPr/>
              </p14:nvContentPartPr>
              <p14:xfrm>
                <a:off x="6517100" y="441860"/>
                <a:ext cx="88200" cy="4248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5A9E6ED9-2371-BEE9-F0F8-79E516074E0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510980" y="435740"/>
                  <a:ext cx="100440" cy="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B8E77571-BE86-D4F0-71F4-92A2604C58E3}"/>
                  </a:ext>
                </a:extLst>
              </p14:cNvPr>
              <p14:cNvContentPartPr/>
              <p14:nvPr/>
            </p14:nvContentPartPr>
            <p14:xfrm>
              <a:off x="4184300" y="1870700"/>
              <a:ext cx="88200" cy="37080"/>
            </p14:xfrm>
          </p:contentPart>
        </mc:Choice>
        <mc:Fallback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B8E77571-BE86-D4F0-71F4-92A2604C58E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178180" y="1864580"/>
                <a:ext cx="10044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FD6CDC55-C8B9-DDB3-3082-F7AD33E57F47}"/>
                  </a:ext>
                </a:extLst>
              </p14:cNvPr>
              <p14:cNvContentPartPr/>
              <p14:nvPr/>
            </p14:nvContentPartPr>
            <p14:xfrm>
              <a:off x="4127780" y="1838300"/>
              <a:ext cx="384840" cy="201240"/>
            </p14:xfrm>
          </p:contentPart>
        </mc:Choice>
        <mc:Fallback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FD6CDC55-C8B9-DDB3-3082-F7AD33E57F4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121660" y="1832180"/>
                <a:ext cx="39708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7" name="Tinta 26">
                <a:extLst>
                  <a:ext uri="{FF2B5EF4-FFF2-40B4-BE49-F238E27FC236}">
                    <a16:creationId xmlns:a16="http://schemas.microsoft.com/office/drawing/2014/main" id="{7D4173A7-D344-F0D4-3B83-A1593A54B7E8}"/>
                  </a:ext>
                </a:extLst>
              </p14:cNvPr>
              <p14:cNvContentPartPr/>
              <p14:nvPr/>
            </p14:nvContentPartPr>
            <p14:xfrm>
              <a:off x="3994940" y="1654340"/>
              <a:ext cx="364680" cy="220320"/>
            </p14:xfrm>
          </p:contentPart>
        </mc:Choice>
        <mc:Fallback>
          <p:pic>
            <p:nvPicPr>
              <p:cNvPr id="27" name="Tinta 26">
                <a:extLst>
                  <a:ext uri="{FF2B5EF4-FFF2-40B4-BE49-F238E27FC236}">
                    <a16:creationId xmlns:a16="http://schemas.microsoft.com/office/drawing/2014/main" id="{7D4173A7-D344-F0D4-3B83-A1593A54B7E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988820" y="1648220"/>
                <a:ext cx="37692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8" name="Tinta 27">
                <a:extLst>
                  <a:ext uri="{FF2B5EF4-FFF2-40B4-BE49-F238E27FC236}">
                    <a16:creationId xmlns:a16="http://schemas.microsoft.com/office/drawing/2014/main" id="{B2E707E2-3265-3210-3D48-D04640045A77}"/>
                  </a:ext>
                </a:extLst>
              </p14:cNvPr>
              <p14:cNvContentPartPr/>
              <p14:nvPr/>
            </p14:nvContentPartPr>
            <p14:xfrm>
              <a:off x="4978820" y="2391260"/>
              <a:ext cx="516240" cy="227160"/>
            </p14:xfrm>
          </p:contentPart>
        </mc:Choice>
        <mc:Fallback>
          <p:pic>
            <p:nvPicPr>
              <p:cNvPr id="28" name="Tinta 27">
                <a:extLst>
                  <a:ext uri="{FF2B5EF4-FFF2-40B4-BE49-F238E27FC236}">
                    <a16:creationId xmlns:a16="http://schemas.microsoft.com/office/drawing/2014/main" id="{B2E707E2-3265-3210-3D48-D04640045A7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972700" y="2385140"/>
                <a:ext cx="52848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54" name="Tinta 53">
                <a:extLst>
                  <a:ext uri="{FF2B5EF4-FFF2-40B4-BE49-F238E27FC236}">
                    <a16:creationId xmlns:a16="http://schemas.microsoft.com/office/drawing/2014/main" id="{71610149-D9AB-4542-007A-40981AE6D4EE}"/>
                  </a:ext>
                </a:extLst>
              </p14:cNvPr>
              <p14:cNvContentPartPr/>
              <p14:nvPr/>
            </p14:nvContentPartPr>
            <p14:xfrm>
              <a:off x="4059380" y="2051780"/>
              <a:ext cx="602280" cy="390240"/>
            </p14:xfrm>
          </p:contentPart>
        </mc:Choice>
        <mc:Fallback>
          <p:pic>
            <p:nvPicPr>
              <p:cNvPr id="54" name="Tinta 53">
                <a:extLst>
                  <a:ext uri="{FF2B5EF4-FFF2-40B4-BE49-F238E27FC236}">
                    <a16:creationId xmlns:a16="http://schemas.microsoft.com/office/drawing/2014/main" id="{71610149-D9AB-4542-007A-40981AE6D4EE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053260" y="2045660"/>
                <a:ext cx="614520" cy="40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Agrupar 57">
            <a:extLst>
              <a:ext uri="{FF2B5EF4-FFF2-40B4-BE49-F238E27FC236}">
                <a16:creationId xmlns:a16="http://schemas.microsoft.com/office/drawing/2014/main" id="{2C9D9AF4-75AB-107A-08A0-680004FEEF30}"/>
              </a:ext>
            </a:extLst>
          </p:cNvPr>
          <p:cNvGrpSpPr/>
          <p:nvPr/>
        </p:nvGrpSpPr>
        <p:grpSpPr>
          <a:xfrm>
            <a:off x="6343220" y="1161140"/>
            <a:ext cx="419760" cy="342000"/>
            <a:chOff x="6343220" y="1161140"/>
            <a:chExt cx="419760" cy="34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96CE2105-B65F-1068-27E1-2CA8944C1489}"/>
                    </a:ext>
                  </a:extLst>
                </p14:cNvPr>
                <p14:cNvContentPartPr/>
                <p14:nvPr/>
              </p14:nvContentPartPr>
              <p14:xfrm>
                <a:off x="6343220" y="1259780"/>
                <a:ext cx="222480" cy="12168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96CE2105-B65F-1068-27E1-2CA8944C148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337100" y="1253660"/>
                  <a:ext cx="2347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B35ABC9A-95E5-F5D3-60D8-5032E899FCF1}"/>
                    </a:ext>
                  </a:extLst>
                </p14:cNvPr>
                <p14:cNvContentPartPr/>
                <p14:nvPr/>
              </p14:nvContentPartPr>
              <p14:xfrm>
                <a:off x="6629060" y="1161140"/>
                <a:ext cx="133920" cy="34200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B35ABC9A-95E5-F5D3-60D8-5032E899FCF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622940" y="1155020"/>
                  <a:ext cx="146160" cy="35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59" name="Tinta 58">
                <a:extLst>
                  <a:ext uri="{FF2B5EF4-FFF2-40B4-BE49-F238E27FC236}">
                    <a16:creationId xmlns:a16="http://schemas.microsoft.com/office/drawing/2014/main" id="{785DE6BC-CDF4-3130-65E2-AB1A6A0E626C}"/>
                  </a:ext>
                </a:extLst>
              </p14:cNvPr>
              <p14:cNvContentPartPr/>
              <p14:nvPr/>
            </p14:nvContentPartPr>
            <p14:xfrm>
              <a:off x="3859220" y="1851260"/>
              <a:ext cx="266040" cy="132480"/>
            </p14:xfrm>
          </p:contentPart>
        </mc:Choice>
        <mc:Fallback>
          <p:pic>
            <p:nvPicPr>
              <p:cNvPr id="59" name="Tinta 58">
                <a:extLst>
                  <a:ext uri="{FF2B5EF4-FFF2-40B4-BE49-F238E27FC236}">
                    <a16:creationId xmlns:a16="http://schemas.microsoft.com/office/drawing/2014/main" id="{785DE6BC-CDF4-3130-65E2-AB1A6A0E626C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853100" y="1845140"/>
                <a:ext cx="278280" cy="14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Agrupar 71">
            <a:extLst>
              <a:ext uri="{FF2B5EF4-FFF2-40B4-BE49-F238E27FC236}">
                <a16:creationId xmlns:a16="http://schemas.microsoft.com/office/drawing/2014/main" id="{77D78A06-2358-B2AC-0FA3-5D37EDA5F7C4}"/>
              </a:ext>
            </a:extLst>
          </p:cNvPr>
          <p:cNvGrpSpPr/>
          <p:nvPr/>
        </p:nvGrpSpPr>
        <p:grpSpPr>
          <a:xfrm>
            <a:off x="7136300" y="1124420"/>
            <a:ext cx="1373040" cy="355320"/>
            <a:chOff x="7136300" y="1124420"/>
            <a:chExt cx="1373040" cy="35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3DE0A48E-9198-A609-2D90-D52B9709F5D6}"/>
                    </a:ext>
                  </a:extLst>
                </p14:cNvPr>
                <p14:cNvContentPartPr/>
                <p14:nvPr/>
              </p14:nvContentPartPr>
              <p14:xfrm>
                <a:off x="7143860" y="1136660"/>
                <a:ext cx="73440" cy="23580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3DE0A48E-9198-A609-2D90-D52B9709F5D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137740" y="1130540"/>
                  <a:ext cx="856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58879D23-A123-190E-7F18-C02F8522F1F3}"/>
                    </a:ext>
                  </a:extLst>
                </p14:cNvPr>
                <p14:cNvContentPartPr/>
                <p14:nvPr/>
              </p14:nvContentPartPr>
              <p14:xfrm>
                <a:off x="7217300" y="1124420"/>
                <a:ext cx="140400" cy="2448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58879D23-A123-190E-7F18-C02F8522F1F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211180" y="1118300"/>
                  <a:ext cx="1526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3290000B-9A5C-8FC1-1DC5-589685C3971C}"/>
                    </a:ext>
                  </a:extLst>
                </p14:cNvPr>
                <p14:cNvContentPartPr/>
                <p14:nvPr/>
              </p14:nvContentPartPr>
              <p14:xfrm>
                <a:off x="7136300" y="1170860"/>
                <a:ext cx="174600" cy="3564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3290000B-9A5C-8FC1-1DC5-589685C3971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130180" y="1164740"/>
                  <a:ext cx="1868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8528C775-18FE-8B1A-9EC4-CD3AF49417C0}"/>
                    </a:ext>
                  </a:extLst>
                </p14:cNvPr>
                <p14:cNvContentPartPr/>
                <p14:nvPr/>
              </p14:nvContentPartPr>
              <p14:xfrm>
                <a:off x="7264460" y="1371740"/>
                <a:ext cx="237600" cy="6732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8528C775-18FE-8B1A-9EC4-CD3AF49417C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258340" y="1365620"/>
                  <a:ext cx="2498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97914122-BE8D-C136-B271-0B6578BA7085}"/>
                    </a:ext>
                  </a:extLst>
                </p14:cNvPr>
                <p14:cNvContentPartPr/>
                <p14:nvPr/>
              </p14:nvContentPartPr>
              <p14:xfrm>
                <a:off x="7510700" y="1348700"/>
                <a:ext cx="134640" cy="11772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97914122-BE8D-C136-B271-0B6578BA708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504580" y="1342580"/>
                  <a:ext cx="1468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5A0398B6-07C7-26CF-BAE3-2D779A161A86}"/>
                    </a:ext>
                  </a:extLst>
                </p14:cNvPr>
                <p14:cNvContentPartPr/>
                <p14:nvPr/>
              </p14:nvContentPartPr>
              <p14:xfrm>
                <a:off x="7661180" y="1388300"/>
                <a:ext cx="158760" cy="7920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5A0398B6-07C7-26CF-BAE3-2D779A161A8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655060" y="1382180"/>
                  <a:ext cx="1710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F0464AB4-3477-F7DB-AFE4-407CAF78D366}"/>
                    </a:ext>
                  </a:extLst>
                </p14:cNvPr>
                <p14:cNvContentPartPr/>
                <p14:nvPr/>
              </p14:nvContentPartPr>
              <p14:xfrm>
                <a:off x="7795460" y="1359140"/>
                <a:ext cx="88200" cy="12060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F0464AB4-3477-F7DB-AFE4-407CAF78D36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789340" y="1353020"/>
                  <a:ext cx="1004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9A48F67F-1BCC-65E8-55DD-79DB192B7B09}"/>
                    </a:ext>
                  </a:extLst>
                </p14:cNvPr>
                <p14:cNvContentPartPr/>
                <p14:nvPr/>
              </p14:nvContentPartPr>
              <p14:xfrm>
                <a:off x="8082020" y="1243220"/>
                <a:ext cx="110880" cy="2880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9A48F67F-1BCC-65E8-55DD-79DB192B7B0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075900" y="1237100"/>
                  <a:ext cx="1231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60C548A8-C690-E7B4-0702-3A8F83559EA2}"/>
                    </a:ext>
                  </a:extLst>
                </p14:cNvPr>
                <p14:cNvContentPartPr/>
                <p14:nvPr/>
              </p14:nvContentPartPr>
              <p14:xfrm>
                <a:off x="8025860" y="1318820"/>
                <a:ext cx="150840" cy="1224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60C548A8-C690-E7B4-0702-3A8F83559EA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019740" y="1312700"/>
                  <a:ext cx="1630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ADF81FBB-DD6D-2265-8ECE-80846D1BB5EC}"/>
                    </a:ext>
                  </a:extLst>
                </p14:cNvPr>
                <p14:cNvContentPartPr/>
                <p14:nvPr/>
              </p14:nvContentPartPr>
              <p14:xfrm>
                <a:off x="8366420" y="1176620"/>
                <a:ext cx="142920" cy="20844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ADF81FBB-DD6D-2265-8ECE-80846D1BB5E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360300" y="1170500"/>
                  <a:ext cx="15516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E4E2D9FF-7E25-2F8C-D890-466636A8442B}"/>
              </a:ext>
            </a:extLst>
          </p:cNvPr>
          <p:cNvGrpSpPr/>
          <p:nvPr/>
        </p:nvGrpSpPr>
        <p:grpSpPr>
          <a:xfrm>
            <a:off x="6947300" y="1703660"/>
            <a:ext cx="443880" cy="126720"/>
            <a:chOff x="6947300" y="1703660"/>
            <a:chExt cx="443880" cy="12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0FF08A9C-FD3D-83D9-B8C2-2C2F8A2393D8}"/>
                    </a:ext>
                  </a:extLst>
                </p14:cNvPr>
                <p14:cNvContentPartPr/>
                <p14:nvPr/>
              </p14:nvContentPartPr>
              <p14:xfrm>
                <a:off x="6947300" y="1703660"/>
                <a:ext cx="181440" cy="12672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0FF08A9C-FD3D-83D9-B8C2-2C2F8A2393D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941180" y="1697540"/>
                  <a:ext cx="1936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B8E2D95C-EE5E-9485-66FA-73C58BA5CBE7}"/>
                    </a:ext>
                  </a:extLst>
                </p14:cNvPr>
                <p14:cNvContentPartPr/>
                <p14:nvPr/>
              </p14:nvContentPartPr>
              <p14:xfrm>
                <a:off x="7009940" y="1737140"/>
                <a:ext cx="86760" cy="2952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B8E2D95C-EE5E-9485-66FA-73C58BA5CBE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003820" y="1731020"/>
                  <a:ext cx="990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05DCB9D2-80CE-4FDF-6B82-1C978012DEB4}"/>
                    </a:ext>
                  </a:extLst>
                </p14:cNvPr>
                <p14:cNvContentPartPr/>
                <p14:nvPr/>
              </p14:nvContentPartPr>
              <p14:xfrm>
                <a:off x="7272380" y="1786100"/>
                <a:ext cx="118800" cy="1044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05DCB9D2-80CE-4FDF-6B82-1C978012DEB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266260" y="1779980"/>
                  <a:ext cx="1310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92EB1EFE-0035-7950-384A-5B8F29D8A833}"/>
                    </a:ext>
                  </a:extLst>
                </p14:cNvPr>
                <p14:cNvContentPartPr/>
                <p14:nvPr/>
              </p14:nvContentPartPr>
              <p14:xfrm>
                <a:off x="7256180" y="1813100"/>
                <a:ext cx="86760" cy="1728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92EB1EFE-0035-7950-384A-5B8F29D8A83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250060" y="1806980"/>
                  <a:ext cx="9900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Agrupar 78">
            <a:extLst>
              <a:ext uri="{FF2B5EF4-FFF2-40B4-BE49-F238E27FC236}">
                <a16:creationId xmlns:a16="http://schemas.microsoft.com/office/drawing/2014/main" id="{21E96236-702A-E9FC-8286-3A8C44ED44A5}"/>
              </a:ext>
            </a:extLst>
          </p:cNvPr>
          <p:cNvGrpSpPr/>
          <p:nvPr/>
        </p:nvGrpSpPr>
        <p:grpSpPr>
          <a:xfrm>
            <a:off x="7644620" y="1755140"/>
            <a:ext cx="540000" cy="105120"/>
            <a:chOff x="7644620" y="1755140"/>
            <a:chExt cx="540000" cy="10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16751A7B-DA82-86B5-40AA-BF0596D10FF9}"/>
                    </a:ext>
                  </a:extLst>
                </p14:cNvPr>
                <p14:cNvContentPartPr/>
                <p14:nvPr/>
              </p14:nvContentPartPr>
              <p14:xfrm>
                <a:off x="7644620" y="1775300"/>
                <a:ext cx="245520" cy="6840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16751A7B-DA82-86B5-40AA-BF0596D10FF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638500" y="1769180"/>
                  <a:ext cx="257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4D933B64-119F-1DC5-4353-EBA2BAE33155}"/>
                    </a:ext>
                  </a:extLst>
                </p14:cNvPr>
                <p14:cNvContentPartPr/>
                <p14:nvPr/>
              </p14:nvContentPartPr>
              <p14:xfrm>
                <a:off x="7947380" y="1755140"/>
                <a:ext cx="237240" cy="10512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4D933B64-119F-1DC5-4353-EBA2BAE3315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941260" y="1749020"/>
                  <a:ext cx="24948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Agrupar 82">
            <a:extLst>
              <a:ext uri="{FF2B5EF4-FFF2-40B4-BE49-F238E27FC236}">
                <a16:creationId xmlns:a16="http://schemas.microsoft.com/office/drawing/2014/main" id="{BCE9BE55-1C33-7DA5-3987-167DD0EAD9D8}"/>
              </a:ext>
            </a:extLst>
          </p:cNvPr>
          <p:cNvGrpSpPr/>
          <p:nvPr/>
        </p:nvGrpSpPr>
        <p:grpSpPr>
          <a:xfrm>
            <a:off x="1953740" y="1788620"/>
            <a:ext cx="414360" cy="193320"/>
            <a:chOff x="1953740" y="1788620"/>
            <a:chExt cx="414360" cy="19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7E4607EC-9D8A-21D3-EE7C-BB22A323E66C}"/>
                    </a:ext>
                  </a:extLst>
                </p14:cNvPr>
                <p14:cNvContentPartPr/>
                <p14:nvPr/>
              </p14:nvContentPartPr>
              <p14:xfrm>
                <a:off x="2320580" y="1826780"/>
                <a:ext cx="46800" cy="2016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7E4607EC-9D8A-21D3-EE7C-BB22A323E66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314460" y="1820660"/>
                  <a:ext cx="590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D91F98D9-8C4B-8A97-0846-71FA5ECD6FD2}"/>
                    </a:ext>
                  </a:extLst>
                </p14:cNvPr>
                <p14:cNvContentPartPr/>
                <p14:nvPr/>
              </p14:nvContentPartPr>
              <p14:xfrm>
                <a:off x="1953740" y="1788620"/>
                <a:ext cx="414360" cy="19332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D91F98D9-8C4B-8A97-0846-71FA5ECD6FD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947620" y="1782500"/>
                  <a:ext cx="42660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Agrupar 101">
            <a:extLst>
              <a:ext uri="{FF2B5EF4-FFF2-40B4-BE49-F238E27FC236}">
                <a16:creationId xmlns:a16="http://schemas.microsoft.com/office/drawing/2014/main" id="{8C505A07-6E32-DD6C-1A0E-C3B8DB8991DA}"/>
              </a:ext>
            </a:extLst>
          </p:cNvPr>
          <p:cNvGrpSpPr/>
          <p:nvPr/>
        </p:nvGrpSpPr>
        <p:grpSpPr>
          <a:xfrm>
            <a:off x="6826700" y="2709860"/>
            <a:ext cx="1143720" cy="191160"/>
            <a:chOff x="6826700" y="2709860"/>
            <a:chExt cx="1143720" cy="19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0D4E8435-5B0A-263B-D4D2-CC506C23E38E}"/>
                    </a:ext>
                  </a:extLst>
                </p14:cNvPr>
                <p14:cNvContentPartPr/>
                <p14:nvPr/>
              </p14:nvContentPartPr>
              <p14:xfrm>
                <a:off x="6826700" y="2709860"/>
                <a:ext cx="119520" cy="11808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0D4E8435-5B0A-263B-D4D2-CC506C23E38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820580" y="2703740"/>
                  <a:ext cx="1317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1665D721-FFDE-720B-B36B-CC5BC6EF9FA3}"/>
                    </a:ext>
                  </a:extLst>
                </p14:cNvPr>
                <p14:cNvContentPartPr/>
                <p14:nvPr/>
              </p14:nvContentPartPr>
              <p14:xfrm>
                <a:off x="7104260" y="2763140"/>
                <a:ext cx="184320" cy="6696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1665D721-FFDE-720B-B36B-CC5BC6EF9FA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098140" y="2757020"/>
                  <a:ext cx="1965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67B1FA49-4D79-843C-EC30-997514AC95CF}"/>
                    </a:ext>
                  </a:extLst>
                </p14:cNvPr>
                <p14:cNvContentPartPr/>
                <p14:nvPr/>
              </p14:nvContentPartPr>
              <p14:xfrm>
                <a:off x="7273820" y="2776100"/>
                <a:ext cx="134280" cy="10368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67B1FA49-4D79-843C-EC30-997514AC95C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267700" y="2769980"/>
                  <a:ext cx="1465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5B3BB65B-7B33-94AB-659D-1F9FD5E6FF78}"/>
                    </a:ext>
                  </a:extLst>
                </p14:cNvPr>
                <p14:cNvContentPartPr/>
                <p14:nvPr/>
              </p14:nvContentPartPr>
              <p14:xfrm>
                <a:off x="7390820" y="2812820"/>
                <a:ext cx="127440" cy="6948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5B3BB65B-7B33-94AB-659D-1F9FD5E6FF7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384700" y="2806700"/>
                  <a:ext cx="1396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FDA76925-B95D-8923-6924-1353884655F3}"/>
                    </a:ext>
                  </a:extLst>
                </p14:cNvPr>
                <p14:cNvContentPartPr/>
                <p14:nvPr/>
              </p14:nvContentPartPr>
              <p14:xfrm>
                <a:off x="7533020" y="2806340"/>
                <a:ext cx="128520" cy="9468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FDA76925-B95D-8923-6924-1353884655F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526900" y="2800220"/>
                  <a:ext cx="1407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87FEEDA0-8AC0-68CB-60CA-49EF57EEFA38}"/>
                    </a:ext>
                  </a:extLst>
                </p14:cNvPr>
                <p14:cNvContentPartPr/>
                <p14:nvPr/>
              </p14:nvContentPartPr>
              <p14:xfrm>
                <a:off x="7763420" y="2771060"/>
                <a:ext cx="112320" cy="864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87FEEDA0-8AC0-68CB-60CA-49EF57EEFA3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757300" y="2764940"/>
                  <a:ext cx="1245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6C689FC1-AA5C-98F0-F202-286C89A31E01}"/>
                    </a:ext>
                  </a:extLst>
                </p14:cNvPr>
                <p14:cNvContentPartPr/>
                <p14:nvPr/>
              </p14:nvContentPartPr>
              <p14:xfrm>
                <a:off x="7669100" y="2814980"/>
                <a:ext cx="301320" cy="864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6C689FC1-AA5C-98F0-F202-286C89A31E0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662980" y="2808860"/>
                  <a:ext cx="313560" cy="2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F95BE48F-3351-8B1C-4BA0-71CEAF1F9941}"/>
              </a:ext>
            </a:extLst>
          </p:cNvPr>
          <p:cNvGrpSpPr/>
          <p:nvPr/>
        </p:nvGrpSpPr>
        <p:grpSpPr>
          <a:xfrm>
            <a:off x="6806900" y="1946300"/>
            <a:ext cx="1972800" cy="455400"/>
            <a:chOff x="6806900" y="1946300"/>
            <a:chExt cx="1972800" cy="45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8105F0FC-0228-5625-F125-54FF46762C7B}"/>
                    </a:ext>
                  </a:extLst>
                </p14:cNvPr>
                <p14:cNvContentPartPr/>
                <p14:nvPr/>
              </p14:nvContentPartPr>
              <p14:xfrm>
                <a:off x="6806900" y="2068700"/>
                <a:ext cx="184680" cy="19980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8105F0FC-0228-5625-F125-54FF46762C7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800780" y="2062580"/>
                  <a:ext cx="1969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465A0186-1F38-6C51-8EB5-D02ECD20300B}"/>
                    </a:ext>
                  </a:extLst>
                </p14:cNvPr>
                <p14:cNvContentPartPr/>
                <p14:nvPr/>
              </p14:nvContentPartPr>
              <p14:xfrm>
                <a:off x="7152140" y="2158700"/>
                <a:ext cx="112320" cy="684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465A0186-1F38-6C51-8EB5-D02ECD20300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146020" y="2152580"/>
                  <a:ext cx="1245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F4C86B49-1B8B-879C-A029-71837F9BC18E}"/>
                    </a:ext>
                  </a:extLst>
                </p14:cNvPr>
                <p14:cNvContentPartPr/>
                <p14:nvPr/>
              </p14:nvContentPartPr>
              <p14:xfrm>
                <a:off x="7152140" y="2188940"/>
                <a:ext cx="150840" cy="1548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F4C86B49-1B8B-879C-A029-71837F9BC18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146020" y="2182820"/>
                  <a:ext cx="1630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2D680007-41A5-993B-1D14-05916A89B949}"/>
                    </a:ext>
                  </a:extLst>
                </p14:cNvPr>
                <p14:cNvContentPartPr/>
                <p14:nvPr/>
              </p14:nvContentPartPr>
              <p14:xfrm>
                <a:off x="7492340" y="2111540"/>
                <a:ext cx="231480" cy="13572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2D680007-41A5-993B-1D14-05916A89B94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486220" y="2105420"/>
                  <a:ext cx="2437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84EAF53E-456F-22B6-0B02-ECD5B12B7DE3}"/>
                    </a:ext>
                  </a:extLst>
                </p14:cNvPr>
                <p14:cNvContentPartPr/>
                <p14:nvPr/>
              </p14:nvContentPartPr>
              <p14:xfrm>
                <a:off x="7985180" y="2162300"/>
                <a:ext cx="159480" cy="12240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84EAF53E-456F-22B6-0B02-ECD5B12B7DE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979060" y="2156180"/>
                  <a:ext cx="1717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B4DEFE9F-6B97-20EA-CEF8-22A76B9285EA}"/>
                    </a:ext>
                  </a:extLst>
                </p14:cNvPr>
                <p14:cNvContentPartPr/>
                <p14:nvPr/>
              </p14:nvContentPartPr>
              <p14:xfrm>
                <a:off x="8232140" y="2302700"/>
                <a:ext cx="206640" cy="5688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B4DEFE9F-6B97-20EA-CEF8-22A76B9285E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226020" y="2296580"/>
                  <a:ext cx="2188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48B54F2F-8C6A-56D9-0BB7-5B1F2869A261}"/>
                    </a:ext>
                  </a:extLst>
                </p14:cNvPr>
                <p14:cNvContentPartPr/>
                <p14:nvPr/>
              </p14:nvContentPartPr>
              <p14:xfrm>
                <a:off x="8481980" y="2282180"/>
                <a:ext cx="76680" cy="9900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48B54F2F-8C6A-56D9-0BB7-5B1F2869A26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475860" y="2276060"/>
                  <a:ext cx="889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8EC53E63-D5EE-5BD7-D05D-E811B2243F44}"/>
                    </a:ext>
                  </a:extLst>
                </p14:cNvPr>
                <p14:cNvContentPartPr/>
                <p14:nvPr/>
              </p14:nvContentPartPr>
              <p14:xfrm>
                <a:off x="8652980" y="2305580"/>
                <a:ext cx="63000" cy="3168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8EC53E63-D5EE-5BD7-D05D-E811B2243F4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646860" y="2299460"/>
                  <a:ext cx="752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0A01F43C-CA6B-B7EE-221F-1A708E6421A5}"/>
                    </a:ext>
                  </a:extLst>
                </p14:cNvPr>
                <p14:cNvContentPartPr/>
                <p14:nvPr/>
              </p14:nvContentPartPr>
              <p14:xfrm>
                <a:off x="8660900" y="2286860"/>
                <a:ext cx="118800" cy="11484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0A01F43C-CA6B-B7EE-221F-1A708E6421A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654780" y="2280740"/>
                  <a:ext cx="1310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474E90F0-7A37-A948-5FE3-2D26F57F6F36}"/>
                    </a:ext>
                  </a:extLst>
                </p14:cNvPr>
                <p14:cNvContentPartPr/>
                <p14:nvPr/>
              </p14:nvContentPartPr>
              <p14:xfrm>
                <a:off x="7389380" y="1946300"/>
                <a:ext cx="564840" cy="41292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474E90F0-7A37-A948-5FE3-2D26F57F6F3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383260" y="1940180"/>
                  <a:ext cx="577080" cy="42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105" name="Tinta 104">
                <a:extLst>
                  <a:ext uri="{FF2B5EF4-FFF2-40B4-BE49-F238E27FC236}">
                    <a16:creationId xmlns:a16="http://schemas.microsoft.com/office/drawing/2014/main" id="{41BAEF0A-32EA-CE9F-00B4-675E9D6C0ABE}"/>
                  </a:ext>
                </a:extLst>
              </p14:cNvPr>
              <p14:cNvContentPartPr/>
              <p14:nvPr/>
            </p14:nvContentPartPr>
            <p14:xfrm>
              <a:off x="8350580" y="2655860"/>
              <a:ext cx="198720" cy="176760"/>
            </p14:xfrm>
          </p:contentPart>
        </mc:Choice>
        <mc:Fallback>
          <p:pic>
            <p:nvPicPr>
              <p:cNvPr id="105" name="Tinta 104">
                <a:extLst>
                  <a:ext uri="{FF2B5EF4-FFF2-40B4-BE49-F238E27FC236}">
                    <a16:creationId xmlns:a16="http://schemas.microsoft.com/office/drawing/2014/main" id="{41BAEF0A-32EA-CE9F-00B4-675E9D6C0ABE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8344460" y="2649740"/>
                <a:ext cx="2109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106" name="Tinta 105">
                <a:extLst>
                  <a:ext uri="{FF2B5EF4-FFF2-40B4-BE49-F238E27FC236}">
                    <a16:creationId xmlns:a16="http://schemas.microsoft.com/office/drawing/2014/main" id="{35972C1A-7725-5941-FD25-CEC8C9E3E3CB}"/>
                  </a:ext>
                </a:extLst>
              </p14:cNvPr>
              <p14:cNvContentPartPr/>
              <p14:nvPr/>
            </p14:nvContentPartPr>
            <p14:xfrm>
              <a:off x="8302700" y="2909300"/>
              <a:ext cx="222840" cy="17280"/>
            </p14:xfrm>
          </p:contentPart>
        </mc:Choice>
        <mc:Fallback>
          <p:pic>
            <p:nvPicPr>
              <p:cNvPr id="106" name="Tinta 105">
                <a:extLst>
                  <a:ext uri="{FF2B5EF4-FFF2-40B4-BE49-F238E27FC236}">
                    <a16:creationId xmlns:a16="http://schemas.microsoft.com/office/drawing/2014/main" id="{35972C1A-7725-5941-FD25-CEC8C9E3E3CB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8296580" y="2903180"/>
                <a:ext cx="235080" cy="2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AFC9D88A-1B11-6DE1-BF0E-554E73D7D351}"/>
              </a:ext>
            </a:extLst>
          </p:cNvPr>
          <p:cNvGrpSpPr/>
          <p:nvPr/>
        </p:nvGrpSpPr>
        <p:grpSpPr>
          <a:xfrm>
            <a:off x="7597100" y="3376220"/>
            <a:ext cx="254880" cy="66240"/>
            <a:chOff x="7597100" y="3376220"/>
            <a:chExt cx="254880" cy="6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BB52398C-2A72-F520-350F-CB4210CFF849}"/>
                    </a:ext>
                  </a:extLst>
                </p14:cNvPr>
                <p14:cNvContentPartPr/>
                <p14:nvPr/>
              </p14:nvContentPartPr>
              <p14:xfrm>
                <a:off x="7669100" y="3376220"/>
                <a:ext cx="158760" cy="2376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BB52398C-2A72-F520-350F-CB4210CFF84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662980" y="3370100"/>
                  <a:ext cx="171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8541C1E9-B271-E460-2C81-BB00013D138C}"/>
                    </a:ext>
                  </a:extLst>
                </p14:cNvPr>
                <p14:cNvContentPartPr/>
                <p14:nvPr/>
              </p14:nvContentPartPr>
              <p14:xfrm>
                <a:off x="7597100" y="3423740"/>
                <a:ext cx="254880" cy="1872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8541C1E9-B271-E460-2C81-BB00013D138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590980" y="3417620"/>
                  <a:ext cx="26712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Agrupar 119">
            <a:extLst>
              <a:ext uri="{FF2B5EF4-FFF2-40B4-BE49-F238E27FC236}">
                <a16:creationId xmlns:a16="http://schemas.microsoft.com/office/drawing/2014/main" id="{B864D0EE-D94B-02EA-2A6E-99E4F4F25C6E}"/>
              </a:ext>
            </a:extLst>
          </p:cNvPr>
          <p:cNvGrpSpPr/>
          <p:nvPr/>
        </p:nvGrpSpPr>
        <p:grpSpPr>
          <a:xfrm>
            <a:off x="8200100" y="3017660"/>
            <a:ext cx="1698480" cy="515160"/>
            <a:chOff x="8200100" y="3017660"/>
            <a:chExt cx="1698480" cy="51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D3C3DBFD-9A24-960B-F254-8421BB67E02E}"/>
                    </a:ext>
                  </a:extLst>
                </p14:cNvPr>
                <p14:cNvContentPartPr/>
                <p14:nvPr/>
              </p14:nvContentPartPr>
              <p14:xfrm>
                <a:off x="8294060" y="3031340"/>
                <a:ext cx="295200" cy="9144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D3C3DBFD-9A24-960B-F254-8421BB67E02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287940" y="3025220"/>
                  <a:ext cx="3074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CB15E892-AAF0-FF4F-C50C-5957488DF92E}"/>
                    </a:ext>
                  </a:extLst>
                </p14:cNvPr>
                <p14:cNvContentPartPr/>
                <p14:nvPr/>
              </p14:nvContentPartPr>
              <p14:xfrm>
                <a:off x="8382620" y="3341300"/>
                <a:ext cx="207360" cy="13248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CB15E892-AAF0-FF4F-C50C-5957488DF92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376500" y="3335180"/>
                  <a:ext cx="2196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B00108D2-35C7-A4B4-8B8F-485402B54F2B}"/>
                    </a:ext>
                  </a:extLst>
                </p14:cNvPr>
                <p14:cNvContentPartPr/>
                <p14:nvPr/>
              </p14:nvContentPartPr>
              <p14:xfrm>
                <a:off x="8827940" y="3392420"/>
                <a:ext cx="316440" cy="9252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B00108D2-35C7-A4B4-8B8F-485402B54F2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821820" y="3386300"/>
                  <a:ext cx="3286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C8885C66-7FDC-59E1-31F2-9F689C70A6AD}"/>
                    </a:ext>
                  </a:extLst>
                </p14:cNvPr>
                <p14:cNvContentPartPr/>
                <p14:nvPr/>
              </p14:nvContentPartPr>
              <p14:xfrm>
                <a:off x="9192260" y="3234740"/>
                <a:ext cx="238680" cy="21852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C8885C66-7FDC-59E1-31F2-9F689C70A6A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186140" y="3228620"/>
                  <a:ext cx="2509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8748A5D8-4CF1-8F8A-3EA2-BC2598D0D1B8}"/>
                    </a:ext>
                  </a:extLst>
                </p14:cNvPr>
                <p14:cNvContentPartPr/>
                <p14:nvPr/>
              </p14:nvContentPartPr>
              <p14:xfrm>
                <a:off x="9318980" y="3353180"/>
                <a:ext cx="182880" cy="11592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8748A5D8-4CF1-8F8A-3EA2-BC2598D0D1B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312860" y="3347060"/>
                  <a:ext cx="1951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3426C316-E9B0-E975-1E71-81D4CF8C2B52}"/>
                    </a:ext>
                  </a:extLst>
                </p14:cNvPr>
                <p14:cNvContentPartPr/>
                <p14:nvPr/>
              </p14:nvContentPartPr>
              <p14:xfrm>
                <a:off x="9532100" y="3222860"/>
                <a:ext cx="255600" cy="9792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3426C316-E9B0-E975-1E71-81D4CF8C2B5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525980" y="3216740"/>
                  <a:ext cx="2678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B05F422E-B624-3A1E-1D50-20913B5D3E80}"/>
                    </a:ext>
                  </a:extLst>
                </p14:cNvPr>
                <p14:cNvContentPartPr/>
                <p14:nvPr/>
              </p14:nvContentPartPr>
              <p14:xfrm>
                <a:off x="8264180" y="3185780"/>
                <a:ext cx="78840" cy="24120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B05F422E-B624-3A1E-1D50-20913B5D3E8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258060" y="3179660"/>
                  <a:ext cx="910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17209CAD-3AD7-E1AF-42BD-5436E99B4BAB}"/>
                    </a:ext>
                  </a:extLst>
                </p14:cNvPr>
                <p14:cNvContentPartPr/>
                <p14:nvPr/>
              </p14:nvContentPartPr>
              <p14:xfrm>
                <a:off x="8200100" y="3017660"/>
                <a:ext cx="1698480" cy="51516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17209CAD-3AD7-E1AF-42BD-5436E99B4BA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193980" y="3011540"/>
                  <a:ext cx="171072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C2BC972C-674F-1915-1606-7A9DCBDC9B37}"/>
                    </a:ext>
                  </a:extLst>
                </p14:cNvPr>
                <p14:cNvContentPartPr/>
                <p14:nvPr/>
              </p14:nvContentPartPr>
              <p14:xfrm>
                <a:off x="8358500" y="3458660"/>
                <a:ext cx="360" cy="36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C2BC972C-674F-1915-1606-7A9DCBDC9B3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352380" y="34525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Agrupar 122">
            <a:extLst>
              <a:ext uri="{FF2B5EF4-FFF2-40B4-BE49-F238E27FC236}">
                <a16:creationId xmlns:a16="http://schemas.microsoft.com/office/drawing/2014/main" id="{1CBC191D-8A27-FE68-9629-A84C5D670212}"/>
              </a:ext>
            </a:extLst>
          </p:cNvPr>
          <p:cNvGrpSpPr/>
          <p:nvPr/>
        </p:nvGrpSpPr>
        <p:grpSpPr>
          <a:xfrm>
            <a:off x="367220" y="2937380"/>
            <a:ext cx="492480" cy="336960"/>
            <a:chOff x="367220" y="2937380"/>
            <a:chExt cx="492480" cy="33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ED3FE7E7-15E0-0F57-3356-8B7B7B392098}"/>
                    </a:ext>
                  </a:extLst>
                </p14:cNvPr>
                <p14:cNvContentPartPr/>
                <p14:nvPr/>
              </p14:nvContentPartPr>
              <p14:xfrm>
                <a:off x="367220" y="3010820"/>
                <a:ext cx="230040" cy="22788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ED3FE7E7-15E0-0F57-3356-8B7B7B39209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61100" y="3004700"/>
                  <a:ext cx="2422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43F8BB6C-4BC3-223E-7B2E-4DDD2EB75E26}"/>
                    </a:ext>
                  </a:extLst>
                </p14:cNvPr>
                <p14:cNvContentPartPr/>
                <p14:nvPr/>
              </p14:nvContentPartPr>
              <p14:xfrm>
                <a:off x="693380" y="2937380"/>
                <a:ext cx="166320" cy="33696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43F8BB6C-4BC3-223E-7B2E-4DDD2EB75E2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87260" y="2931260"/>
                  <a:ext cx="178560" cy="34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Agrupar 131">
            <a:extLst>
              <a:ext uri="{FF2B5EF4-FFF2-40B4-BE49-F238E27FC236}">
                <a16:creationId xmlns:a16="http://schemas.microsoft.com/office/drawing/2014/main" id="{FD1A7ABE-EE9C-C389-A32F-C346A8FE9854}"/>
              </a:ext>
            </a:extLst>
          </p:cNvPr>
          <p:cNvGrpSpPr/>
          <p:nvPr/>
        </p:nvGrpSpPr>
        <p:grpSpPr>
          <a:xfrm>
            <a:off x="1438940" y="3029900"/>
            <a:ext cx="642240" cy="156600"/>
            <a:chOff x="1438940" y="3029900"/>
            <a:chExt cx="642240" cy="15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07D29421-4CC5-7CB6-F5C2-9A5FD4018C37}"/>
                    </a:ext>
                  </a:extLst>
                </p14:cNvPr>
                <p14:cNvContentPartPr/>
                <p14:nvPr/>
              </p14:nvContentPartPr>
              <p14:xfrm>
                <a:off x="1438940" y="3029900"/>
                <a:ext cx="357120" cy="15660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07D29421-4CC5-7CB6-F5C2-9A5FD4018C3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432820" y="3023780"/>
                  <a:ext cx="3693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9338AB7F-D627-690E-B0C7-42405C7B0D83}"/>
                    </a:ext>
                  </a:extLst>
                </p14:cNvPr>
                <p14:cNvContentPartPr/>
                <p14:nvPr/>
              </p14:nvContentPartPr>
              <p14:xfrm>
                <a:off x="1964540" y="3102620"/>
                <a:ext cx="116640" cy="1260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9338AB7F-D627-690E-B0C7-42405C7B0D8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958420" y="3096500"/>
                  <a:ext cx="1288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F00A19A9-DCA6-1B72-9898-F60632BF0666}"/>
                    </a:ext>
                  </a:extLst>
                </p14:cNvPr>
                <p14:cNvContentPartPr/>
                <p14:nvPr/>
              </p14:nvContentPartPr>
              <p14:xfrm>
                <a:off x="1907660" y="3175340"/>
                <a:ext cx="142920" cy="684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F00A19A9-DCA6-1B72-9898-F60632BF066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901540" y="3169220"/>
                  <a:ext cx="15516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Agrupar 167">
            <a:extLst>
              <a:ext uri="{FF2B5EF4-FFF2-40B4-BE49-F238E27FC236}">
                <a16:creationId xmlns:a16="http://schemas.microsoft.com/office/drawing/2014/main" id="{105792EB-0D9E-296D-A44D-22C1D14F788E}"/>
              </a:ext>
            </a:extLst>
          </p:cNvPr>
          <p:cNvGrpSpPr/>
          <p:nvPr/>
        </p:nvGrpSpPr>
        <p:grpSpPr>
          <a:xfrm>
            <a:off x="1859780" y="3511220"/>
            <a:ext cx="254160" cy="87840"/>
            <a:chOff x="1859780" y="3511220"/>
            <a:chExt cx="254160" cy="8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AE078419-FCA1-8EE4-F6EF-842D514C72FE}"/>
                    </a:ext>
                  </a:extLst>
                </p14:cNvPr>
                <p14:cNvContentPartPr/>
                <p14:nvPr/>
              </p14:nvContentPartPr>
              <p14:xfrm>
                <a:off x="1901180" y="3511220"/>
                <a:ext cx="212760" cy="1368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AE078419-FCA1-8EE4-F6EF-842D514C72F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895060" y="3505100"/>
                  <a:ext cx="2250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77FD63D3-9E03-56CA-B81C-DA1E9FBB24C7}"/>
                    </a:ext>
                  </a:extLst>
                </p14:cNvPr>
                <p14:cNvContentPartPr/>
                <p14:nvPr/>
              </p14:nvContentPartPr>
              <p14:xfrm>
                <a:off x="1859780" y="3593660"/>
                <a:ext cx="246600" cy="540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77FD63D3-9E03-56CA-B81C-DA1E9FBB24C7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853660" y="3587540"/>
                  <a:ext cx="258840" cy="1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49" name="Tinta 148">
                <a:extLst>
                  <a:ext uri="{FF2B5EF4-FFF2-40B4-BE49-F238E27FC236}">
                    <a16:creationId xmlns:a16="http://schemas.microsoft.com/office/drawing/2014/main" id="{AADFB268-8C05-37DE-16AD-40F269AC85B0}"/>
                  </a:ext>
                </a:extLst>
              </p14:cNvPr>
              <p14:cNvContentPartPr/>
              <p14:nvPr/>
            </p14:nvContentPartPr>
            <p14:xfrm>
              <a:off x="2422820" y="3476660"/>
              <a:ext cx="213120" cy="111960"/>
            </p14:xfrm>
          </p:contentPart>
        </mc:Choice>
        <mc:Fallback>
          <p:pic>
            <p:nvPicPr>
              <p:cNvPr id="149" name="Tinta 148">
                <a:extLst>
                  <a:ext uri="{FF2B5EF4-FFF2-40B4-BE49-F238E27FC236}">
                    <a16:creationId xmlns:a16="http://schemas.microsoft.com/office/drawing/2014/main" id="{AADFB268-8C05-37DE-16AD-40F269AC85B0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2416700" y="3470540"/>
                <a:ext cx="225360" cy="12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Agrupar 166">
            <a:extLst>
              <a:ext uri="{FF2B5EF4-FFF2-40B4-BE49-F238E27FC236}">
                <a16:creationId xmlns:a16="http://schemas.microsoft.com/office/drawing/2014/main" id="{3AD50EA2-21CD-42F9-9401-2E470A25BB3E}"/>
              </a:ext>
            </a:extLst>
          </p:cNvPr>
          <p:cNvGrpSpPr/>
          <p:nvPr/>
        </p:nvGrpSpPr>
        <p:grpSpPr>
          <a:xfrm>
            <a:off x="2891180" y="3343820"/>
            <a:ext cx="1071360" cy="264960"/>
            <a:chOff x="2891180" y="3343820"/>
            <a:chExt cx="107136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84ED276B-80F6-E40E-3365-CF03BB66CFB1}"/>
                    </a:ext>
                  </a:extLst>
                </p14:cNvPr>
                <p14:cNvContentPartPr/>
                <p14:nvPr/>
              </p14:nvContentPartPr>
              <p14:xfrm>
                <a:off x="2891180" y="3452180"/>
                <a:ext cx="199080" cy="8640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84ED276B-80F6-E40E-3365-CF03BB66CFB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885060" y="3446060"/>
                  <a:ext cx="2113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0179832C-3D3D-8D93-6D0A-C0BD2C4253C5}"/>
                    </a:ext>
                  </a:extLst>
                </p14:cNvPr>
                <p14:cNvContentPartPr/>
                <p14:nvPr/>
              </p14:nvContentPartPr>
              <p14:xfrm>
                <a:off x="2899820" y="3448580"/>
                <a:ext cx="245160" cy="12708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0179832C-3D3D-8D93-6D0A-C0BD2C4253C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893700" y="3442460"/>
                  <a:ext cx="2574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02D66038-D836-9509-C15E-3CF276924A11}"/>
                    </a:ext>
                  </a:extLst>
                </p14:cNvPr>
                <p14:cNvContentPartPr/>
                <p14:nvPr/>
              </p14:nvContentPartPr>
              <p14:xfrm>
                <a:off x="3335060" y="3374420"/>
                <a:ext cx="188640" cy="20196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02D66038-D836-9509-C15E-3CF276924A1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328940" y="3368300"/>
                  <a:ext cx="2008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9F1BAC99-E70D-9CA2-F1A8-72934EAAAEAB}"/>
                    </a:ext>
                  </a:extLst>
                </p14:cNvPr>
                <p14:cNvContentPartPr/>
                <p14:nvPr/>
              </p14:nvContentPartPr>
              <p14:xfrm>
                <a:off x="3607940" y="3343820"/>
                <a:ext cx="204120" cy="26496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9F1BAC99-E70D-9CA2-F1A8-72934EAAAEA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601820" y="3337700"/>
                  <a:ext cx="2163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EF2AC13F-B91F-C460-C254-B63AD59DF0A1}"/>
                    </a:ext>
                  </a:extLst>
                </p14:cNvPr>
                <p14:cNvContentPartPr/>
                <p14:nvPr/>
              </p14:nvContentPartPr>
              <p14:xfrm>
                <a:off x="3739700" y="3400340"/>
                <a:ext cx="222840" cy="17244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EF2AC13F-B91F-C460-C254-B63AD59DF0A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733580" y="3394220"/>
                  <a:ext cx="23508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Agrupar 173">
            <a:extLst>
              <a:ext uri="{FF2B5EF4-FFF2-40B4-BE49-F238E27FC236}">
                <a16:creationId xmlns:a16="http://schemas.microsoft.com/office/drawing/2014/main" id="{13C003AD-BCDE-F6A0-F82F-A1EC87A449DB}"/>
              </a:ext>
            </a:extLst>
          </p:cNvPr>
          <p:cNvGrpSpPr/>
          <p:nvPr/>
        </p:nvGrpSpPr>
        <p:grpSpPr>
          <a:xfrm>
            <a:off x="1693460" y="3837740"/>
            <a:ext cx="1944360" cy="561600"/>
            <a:chOff x="1693460" y="3837740"/>
            <a:chExt cx="1944360" cy="56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48C310E0-F539-3902-BE14-76FA3E7E1B62}"/>
                    </a:ext>
                  </a:extLst>
                </p14:cNvPr>
                <p14:cNvContentPartPr/>
                <p14:nvPr/>
              </p14:nvContentPartPr>
              <p14:xfrm>
                <a:off x="1883900" y="3927020"/>
                <a:ext cx="150840" cy="1944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48C310E0-F539-3902-BE14-76FA3E7E1B6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877780" y="3920900"/>
                  <a:ext cx="1630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C76478D2-4253-A00B-023F-B71E7A875BB1}"/>
                    </a:ext>
                  </a:extLst>
                </p14:cNvPr>
                <p14:cNvContentPartPr/>
                <p14:nvPr/>
              </p14:nvContentPartPr>
              <p14:xfrm>
                <a:off x="1851860" y="4003700"/>
                <a:ext cx="150840" cy="3240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C76478D2-4253-A00B-023F-B71E7A875BB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845740" y="3997580"/>
                  <a:ext cx="1630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6E3D7568-F8B7-0F39-791D-20BEEACF74E9}"/>
                    </a:ext>
                  </a:extLst>
                </p14:cNvPr>
                <p14:cNvContentPartPr/>
                <p14:nvPr/>
              </p14:nvContentPartPr>
              <p14:xfrm>
                <a:off x="2354780" y="3883820"/>
                <a:ext cx="288000" cy="12780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6E3D7568-F8B7-0F39-791D-20BEEACF74E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348660" y="3877700"/>
                  <a:ext cx="3002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46AFCD01-07A4-0094-F052-331EB30412E4}"/>
                    </a:ext>
                  </a:extLst>
                </p14:cNvPr>
                <p14:cNvContentPartPr/>
                <p14:nvPr/>
              </p14:nvContentPartPr>
              <p14:xfrm>
                <a:off x="2843660" y="3848540"/>
                <a:ext cx="285120" cy="11340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46AFCD01-07A4-0094-F052-331EB30412E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837540" y="3842420"/>
                  <a:ext cx="2973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2B9D9769-881D-E432-3EA5-5C1806DB7EDD}"/>
                    </a:ext>
                  </a:extLst>
                </p14:cNvPr>
                <p14:cNvContentPartPr/>
                <p14:nvPr/>
              </p14:nvContentPartPr>
              <p14:xfrm>
                <a:off x="2867780" y="3887060"/>
                <a:ext cx="230760" cy="8136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2B9D9769-881D-E432-3EA5-5C1806DB7ED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861660" y="3880940"/>
                  <a:ext cx="2430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156E1C75-DE5E-87F8-C36C-647615E68706}"/>
                    </a:ext>
                  </a:extLst>
                </p14:cNvPr>
                <p14:cNvContentPartPr/>
                <p14:nvPr/>
              </p14:nvContentPartPr>
              <p14:xfrm>
                <a:off x="3327860" y="3837740"/>
                <a:ext cx="309960" cy="13284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156E1C75-DE5E-87F8-C36C-647615E6870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321740" y="3831620"/>
                  <a:ext cx="3222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AB6C5FC1-A6D5-9330-2095-F1909CF233D5}"/>
                    </a:ext>
                  </a:extLst>
                </p14:cNvPr>
                <p14:cNvContentPartPr/>
                <p14:nvPr/>
              </p14:nvContentPartPr>
              <p14:xfrm>
                <a:off x="1717220" y="4256420"/>
                <a:ext cx="269280" cy="2088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AB6C5FC1-A6D5-9330-2095-F1909CF233D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711100" y="4250300"/>
                  <a:ext cx="2815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DEA9F464-CB91-4B9D-79E8-6F3722359C2F}"/>
                    </a:ext>
                  </a:extLst>
                </p14:cNvPr>
                <p14:cNvContentPartPr/>
                <p14:nvPr/>
              </p14:nvContentPartPr>
              <p14:xfrm>
                <a:off x="1693460" y="4334180"/>
                <a:ext cx="214920" cy="1872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DEA9F464-CB91-4B9D-79E8-6F3722359C2F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687340" y="4328060"/>
                  <a:ext cx="2271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3BD788FE-12A2-34E9-74ED-DF61F4524AD4}"/>
                    </a:ext>
                  </a:extLst>
                </p14:cNvPr>
                <p14:cNvContentPartPr/>
                <p14:nvPr/>
              </p14:nvContentPartPr>
              <p14:xfrm>
                <a:off x="2510300" y="4203500"/>
                <a:ext cx="176400" cy="15804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3BD788FE-12A2-34E9-74ED-DF61F4524AD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504180" y="4197380"/>
                  <a:ext cx="1886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C31C409E-D8DB-975E-7999-B775CE6D11EC}"/>
                    </a:ext>
                  </a:extLst>
                </p14:cNvPr>
                <p14:cNvContentPartPr/>
                <p14:nvPr/>
              </p14:nvContentPartPr>
              <p14:xfrm>
                <a:off x="3049940" y="4200980"/>
                <a:ext cx="317160" cy="3384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C31C409E-D8DB-975E-7999-B775CE6D11EC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043820" y="4194860"/>
                  <a:ext cx="3294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193ABBCA-B1E0-3C86-AB53-5BE9DCFB2C0A}"/>
                    </a:ext>
                  </a:extLst>
                </p14:cNvPr>
                <p14:cNvContentPartPr/>
                <p14:nvPr/>
              </p14:nvContentPartPr>
              <p14:xfrm>
                <a:off x="2891900" y="4205660"/>
                <a:ext cx="364320" cy="16740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193ABBCA-B1E0-3C86-AB53-5BE9DCFB2C0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885780" y="4199540"/>
                  <a:ext cx="3765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2B833DEA-04A6-796D-2D34-25105EB094E3}"/>
                    </a:ext>
                  </a:extLst>
                </p14:cNvPr>
                <p14:cNvContentPartPr/>
                <p14:nvPr/>
              </p14:nvContentPartPr>
              <p14:xfrm>
                <a:off x="2486900" y="4098020"/>
                <a:ext cx="134640" cy="22644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2B833DEA-04A6-796D-2D34-25105EB094E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480780" y="4091900"/>
                  <a:ext cx="1468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7983D405-319C-2347-D23D-7E80EA0F2CB5}"/>
                    </a:ext>
                  </a:extLst>
                </p14:cNvPr>
                <p14:cNvContentPartPr/>
                <p14:nvPr/>
              </p14:nvContentPartPr>
              <p14:xfrm>
                <a:off x="2229500" y="4035020"/>
                <a:ext cx="1206720" cy="36432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7983D405-319C-2347-D23D-7E80EA0F2CB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223380" y="4028900"/>
                  <a:ext cx="1218960" cy="37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75" name="Tinta 174">
                <a:extLst>
                  <a:ext uri="{FF2B5EF4-FFF2-40B4-BE49-F238E27FC236}">
                    <a16:creationId xmlns:a16="http://schemas.microsoft.com/office/drawing/2014/main" id="{EDBFBEFD-39A6-DC3C-E705-D9210E72C3E7}"/>
                  </a:ext>
                </a:extLst>
              </p14:cNvPr>
              <p14:cNvContentPartPr/>
              <p14:nvPr/>
            </p14:nvContentPartPr>
            <p14:xfrm>
              <a:off x="5406860" y="2447060"/>
              <a:ext cx="16200" cy="18720"/>
            </p14:xfrm>
          </p:contentPart>
        </mc:Choice>
        <mc:Fallback>
          <p:pic>
            <p:nvPicPr>
              <p:cNvPr id="175" name="Tinta 174">
                <a:extLst>
                  <a:ext uri="{FF2B5EF4-FFF2-40B4-BE49-F238E27FC236}">
                    <a16:creationId xmlns:a16="http://schemas.microsoft.com/office/drawing/2014/main" id="{EDBFBEFD-39A6-DC3C-E705-D9210E72C3E7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5400740" y="2440940"/>
                <a:ext cx="2844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176" name="Tinta 175">
                <a:extLst>
                  <a:ext uri="{FF2B5EF4-FFF2-40B4-BE49-F238E27FC236}">
                    <a16:creationId xmlns:a16="http://schemas.microsoft.com/office/drawing/2014/main" id="{28839797-A41E-EEBB-2781-5095677C8195}"/>
                  </a:ext>
                </a:extLst>
              </p14:cNvPr>
              <p14:cNvContentPartPr/>
              <p14:nvPr/>
            </p14:nvContentPartPr>
            <p14:xfrm>
              <a:off x="3907820" y="1858460"/>
              <a:ext cx="22680" cy="2520"/>
            </p14:xfrm>
          </p:contentPart>
        </mc:Choice>
        <mc:Fallback>
          <p:pic>
            <p:nvPicPr>
              <p:cNvPr id="176" name="Tinta 175">
                <a:extLst>
                  <a:ext uri="{FF2B5EF4-FFF2-40B4-BE49-F238E27FC236}">
                    <a16:creationId xmlns:a16="http://schemas.microsoft.com/office/drawing/2014/main" id="{28839797-A41E-EEBB-2781-5095677C8195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3901700" y="1852340"/>
                <a:ext cx="3492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77" name="Tinta 176">
                <a:extLst>
                  <a:ext uri="{FF2B5EF4-FFF2-40B4-BE49-F238E27FC236}">
                    <a16:creationId xmlns:a16="http://schemas.microsoft.com/office/drawing/2014/main" id="{91DF70F4-0718-EC13-30F6-3A21CD1120C6}"/>
                  </a:ext>
                </a:extLst>
              </p14:cNvPr>
              <p14:cNvContentPartPr/>
              <p14:nvPr/>
            </p14:nvContentPartPr>
            <p14:xfrm>
              <a:off x="5176460" y="2528060"/>
              <a:ext cx="16200" cy="3240"/>
            </p14:xfrm>
          </p:contentPart>
        </mc:Choice>
        <mc:Fallback>
          <p:pic>
            <p:nvPicPr>
              <p:cNvPr id="177" name="Tinta 176">
                <a:extLst>
                  <a:ext uri="{FF2B5EF4-FFF2-40B4-BE49-F238E27FC236}">
                    <a16:creationId xmlns:a16="http://schemas.microsoft.com/office/drawing/2014/main" id="{91DF70F4-0718-EC13-30F6-3A21CD1120C6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5170340" y="2521940"/>
                <a:ext cx="28440" cy="1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Agrupar 183">
            <a:extLst>
              <a:ext uri="{FF2B5EF4-FFF2-40B4-BE49-F238E27FC236}">
                <a16:creationId xmlns:a16="http://schemas.microsoft.com/office/drawing/2014/main" id="{A40D9DAE-7028-2F3B-A5A9-3328F67FB141}"/>
              </a:ext>
            </a:extLst>
          </p:cNvPr>
          <p:cNvGrpSpPr/>
          <p:nvPr/>
        </p:nvGrpSpPr>
        <p:grpSpPr>
          <a:xfrm>
            <a:off x="5661020" y="3011900"/>
            <a:ext cx="222840" cy="211320"/>
            <a:chOff x="5661020" y="3011900"/>
            <a:chExt cx="222840" cy="21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97A2688A-3ECE-67D8-7EBE-5B37FD629C70}"/>
                    </a:ext>
                  </a:extLst>
                </p14:cNvPr>
                <p14:cNvContentPartPr/>
                <p14:nvPr/>
              </p14:nvContentPartPr>
              <p14:xfrm>
                <a:off x="5661020" y="3020180"/>
                <a:ext cx="45720" cy="20304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97A2688A-3ECE-67D8-7EBE-5B37FD629C7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654900" y="3014060"/>
                  <a:ext cx="579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7CBF98C9-8C70-2E88-872C-0815F2B8ACC3}"/>
                    </a:ext>
                  </a:extLst>
                </p14:cNvPr>
                <p14:cNvContentPartPr/>
                <p14:nvPr/>
              </p14:nvContentPartPr>
              <p14:xfrm>
                <a:off x="5731580" y="3011900"/>
                <a:ext cx="152280" cy="396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7CBF98C9-8C70-2E88-872C-0815F2B8ACC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725460" y="3005780"/>
                  <a:ext cx="16452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17E70D0F-05A6-3BE2-773A-5FC602B2BDEF}"/>
                    </a:ext>
                  </a:extLst>
                </p14:cNvPr>
                <p14:cNvContentPartPr/>
                <p14:nvPr/>
              </p14:nvContentPartPr>
              <p14:xfrm>
                <a:off x="5723660" y="3096140"/>
                <a:ext cx="128520" cy="1044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17E70D0F-05A6-3BE2-773A-5FC602B2BDE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717540" y="3090020"/>
                  <a:ext cx="140760" cy="2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86" name="Tinta 185">
                <a:extLst>
                  <a:ext uri="{FF2B5EF4-FFF2-40B4-BE49-F238E27FC236}">
                    <a16:creationId xmlns:a16="http://schemas.microsoft.com/office/drawing/2014/main" id="{B34E9B7D-0F35-E4CE-7AFE-65F105C08613}"/>
                  </a:ext>
                </a:extLst>
              </p14:cNvPr>
              <p14:cNvContentPartPr/>
              <p14:nvPr/>
            </p14:nvContentPartPr>
            <p14:xfrm>
              <a:off x="6656420" y="4128980"/>
              <a:ext cx="211680" cy="278280"/>
            </p14:xfrm>
          </p:contentPart>
        </mc:Choice>
        <mc:Fallback>
          <p:pic>
            <p:nvPicPr>
              <p:cNvPr id="186" name="Tinta 185">
                <a:extLst>
                  <a:ext uri="{FF2B5EF4-FFF2-40B4-BE49-F238E27FC236}">
                    <a16:creationId xmlns:a16="http://schemas.microsoft.com/office/drawing/2014/main" id="{B34E9B7D-0F35-E4CE-7AFE-65F105C08613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6650300" y="4122860"/>
                <a:ext cx="22392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87" name="Tinta 186">
                <a:extLst>
                  <a:ext uri="{FF2B5EF4-FFF2-40B4-BE49-F238E27FC236}">
                    <a16:creationId xmlns:a16="http://schemas.microsoft.com/office/drawing/2014/main" id="{2202CB42-F2A0-58B9-FC34-AEF32D230F74}"/>
                  </a:ext>
                </a:extLst>
              </p14:cNvPr>
              <p14:cNvContentPartPr/>
              <p14:nvPr/>
            </p14:nvContentPartPr>
            <p14:xfrm>
              <a:off x="5462660" y="3408620"/>
              <a:ext cx="1333440" cy="641880"/>
            </p14:xfrm>
          </p:contentPart>
        </mc:Choice>
        <mc:Fallback>
          <p:pic>
            <p:nvPicPr>
              <p:cNvPr id="187" name="Tinta 186">
                <a:extLst>
                  <a:ext uri="{FF2B5EF4-FFF2-40B4-BE49-F238E27FC236}">
                    <a16:creationId xmlns:a16="http://schemas.microsoft.com/office/drawing/2014/main" id="{2202CB42-F2A0-58B9-FC34-AEF32D230F74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5456540" y="3402500"/>
                <a:ext cx="1345680" cy="65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Agrupar 189">
            <a:extLst>
              <a:ext uri="{FF2B5EF4-FFF2-40B4-BE49-F238E27FC236}">
                <a16:creationId xmlns:a16="http://schemas.microsoft.com/office/drawing/2014/main" id="{DF577B25-5F93-6E9B-0742-28B91E8CC3ED}"/>
              </a:ext>
            </a:extLst>
          </p:cNvPr>
          <p:cNvGrpSpPr/>
          <p:nvPr/>
        </p:nvGrpSpPr>
        <p:grpSpPr>
          <a:xfrm>
            <a:off x="4867580" y="3396740"/>
            <a:ext cx="1905120" cy="880560"/>
            <a:chOff x="4867580" y="3396740"/>
            <a:chExt cx="1905120" cy="88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F22BC1F2-CD11-9983-2E32-E71C567092DF}"/>
                    </a:ext>
                  </a:extLst>
                </p14:cNvPr>
                <p14:cNvContentPartPr/>
                <p14:nvPr/>
              </p14:nvContentPartPr>
              <p14:xfrm>
                <a:off x="5478500" y="3396740"/>
                <a:ext cx="222840" cy="63720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F22BC1F2-CD11-9983-2E32-E71C567092D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472380" y="3390620"/>
                  <a:ext cx="23508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77F54C40-122F-3A35-8D1D-684190DD09C7}"/>
                    </a:ext>
                  </a:extLst>
                </p14:cNvPr>
                <p14:cNvContentPartPr/>
                <p14:nvPr/>
              </p14:nvContentPartPr>
              <p14:xfrm>
                <a:off x="4867580" y="3979940"/>
                <a:ext cx="1905120" cy="8640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77F54C40-122F-3A35-8D1D-684190DD09C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861460" y="3973820"/>
                  <a:ext cx="19173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740345D0-631C-151B-5E4A-ABA338A41DEE}"/>
                    </a:ext>
                  </a:extLst>
                </p14:cNvPr>
                <p14:cNvContentPartPr/>
                <p14:nvPr/>
              </p14:nvContentPartPr>
              <p14:xfrm>
                <a:off x="5470580" y="4044020"/>
                <a:ext cx="32400" cy="23328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740345D0-631C-151B-5E4A-ABA338A41DE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464460" y="4037900"/>
                  <a:ext cx="446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8F01BFBC-9F3B-940D-529E-48574EE55BC6}"/>
                    </a:ext>
                  </a:extLst>
                </p14:cNvPr>
                <p14:cNvContentPartPr/>
                <p14:nvPr/>
              </p14:nvContentPartPr>
              <p14:xfrm>
                <a:off x="5534300" y="3524900"/>
                <a:ext cx="1204200" cy="510480"/>
              </p14:xfrm>
            </p:contentPart>
          </mc:Choice>
          <mc:Fallback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8F01BFBC-9F3B-940D-529E-48574EE55BC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528180" y="3518780"/>
                  <a:ext cx="1216440" cy="52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Agrupar 199">
            <a:extLst>
              <a:ext uri="{FF2B5EF4-FFF2-40B4-BE49-F238E27FC236}">
                <a16:creationId xmlns:a16="http://schemas.microsoft.com/office/drawing/2014/main" id="{CA2FD791-C0B2-7066-1E4D-F67CD4A1D5CE}"/>
              </a:ext>
            </a:extLst>
          </p:cNvPr>
          <p:cNvGrpSpPr/>
          <p:nvPr/>
        </p:nvGrpSpPr>
        <p:grpSpPr>
          <a:xfrm>
            <a:off x="3842660" y="1931180"/>
            <a:ext cx="1055160" cy="676800"/>
            <a:chOff x="3842660" y="1931180"/>
            <a:chExt cx="1055160" cy="67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953031C0-7DF0-0B80-1DA0-7903E3260760}"/>
                    </a:ext>
                  </a:extLst>
                </p14:cNvPr>
                <p14:cNvContentPartPr/>
                <p14:nvPr/>
              </p14:nvContentPartPr>
              <p14:xfrm>
                <a:off x="3899540" y="2526260"/>
                <a:ext cx="16200" cy="3456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953031C0-7DF0-0B80-1DA0-7903E326076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893420" y="2520140"/>
                  <a:ext cx="284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57A5A69C-0FA7-1688-1EEA-BDFBC46C3B6F}"/>
                    </a:ext>
                  </a:extLst>
                </p14:cNvPr>
                <p14:cNvContentPartPr/>
                <p14:nvPr/>
              </p14:nvContentPartPr>
              <p14:xfrm>
                <a:off x="3842660" y="2424740"/>
                <a:ext cx="207000" cy="10224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57A5A69C-0FA7-1688-1EEA-BDFBC46C3B6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836540" y="2418620"/>
                  <a:ext cx="2192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C544177E-B4B7-2345-C743-328D395E33D8}"/>
                    </a:ext>
                  </a:extLst>
                </p14:cNvPr>
                <p14:cNvContentPartPr/>
                <p14:nvPr/>
              </p14:nvContentPartPr>
              <p14:xfrm>
                <a:off x="4709180" y="2442380"/>
                <a:ext cx="174600" cy="8856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C544177E-B4B7-2345-C743-328D395E33D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703060" y="2436260"/>
                  <a:ext cx="1868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76761582-321C-8F16-2FA5-46A3D53909FD}"/>
                    </a:ext>
                  </a:extLst>
                </p14:cNvPr>
                <p14:cNvContentPartPr/>
                <p14:nvPr/>
              </p14:nvContentPartPr>
              <p14:xfrm>
                <a:off x="4279700" y="2012900"/>
                <a:ext cx="33120" cy="18432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76761582-321C-8F16-2FA5-46A3D53909F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273580" y="2006780"/>
                  <a:ext cx="45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70D35A0E-2CCF-C8DF-1282-8833B5821B05}"/>
                    </a:ext>
                  </a:extLst>
                </p14:cNvPr>
                <p14:cNvContentPartPr/>
                <p14:nvPr/>
              </p14:nvContentPartPr>
              <p14:xfrm>
                <a:off x="4208420" y="2061140"/>
                <a:ext cx="72360" cy="21420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70D35A0E-2CCF-C8DF-1282-8833B5821B0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202300" y="2055020"/>
                  <a:ext cx="846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3670631A-324F-9476-5A4D-653A448D155D}"/>
                    </a:ext>
                  </a:extLst>
                </p14:cNvPr>
                <p14:cNvContentPartPr/>
                <p14:nvPr/>
              </p14:nvContentPartPr>
              <p14:xfrm>
                <a:off x="4152620" y="2150060"/>
                <a:ext cx="80280" cy="14544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3670631A-324F-9476-5A4D-653A448D155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146500" y="2143940"/>
                  <a:ext cx="925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B50ACE5E-05FE-F9BF-B63D-F46A027ADD6E}"/>
                    </a:ext>
                  </a:extLst>
                </p14:cNvPr>
                <p14:cNvContentPartPr/>
                <p14:nvPr/>
              </p14:nvContentPartPr>
              <p14:xfrm>
                <a:off x="4128500" y="2129900"/>
                <a:ext cx="88200" cy="23508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B50ACE5E-05FE-F9BF-B63D-F46A027ADD6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122380" y="2123780"/>
                  <a:ext cx="1004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DD8C97B3-DFF9-092E-1512-B04C4C21E230}"/>
                    </a:ext>
                  </a:extLst>
                </p14:cNvPr>
                <p14:cNvContentPartPr/>
                <p14:nvPr/>
              </p14:nvContentPartPr>
              <p14:xfrm>
                <a:off x="4288340" y="2237900"/>
                <a:ext cx="62640" cy="7632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DD8C97B3-DFF9-092E-1512-B04C4C21E230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282220" y="2231780"/>
                  <a:ext cx="748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0AFDA146-CA39-51C6-56A8-A12D7B06AF01}"/>
                    </a:ext>
                  </a:extLst>
                </p14:cNvPr>
                <p14:cNvContentPartPr/>
                <p14:nvPr/>
              </p14:nvContentPartPr>
              <p14:xfrm>
                <a:off x="4374740" y="2192540"/>
                <a:ext cx="88200" cy="20772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0AFDA146-CA39-51C6-56A8-A12D7B06AF01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368620" y="2186420"/>
                  <a:ext cx="1004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F5B86C90-3EC5-CBD8-1B57-72785ADFA06D}"/>
                    </a:ext>
                  </a:extLst>
                </p14:cNvPr>
                <p14:cNvContentPartPr/>
                <p14:nvPr/>
              </p14:nvContentPartPr>
              <p14:xfrm>
                <a:off x="4661300" y="2349500"/>
                <a:ext cx="360" cy="684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F5B86C90-3EC5-CBD8-1B57-72785ADFA06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655180" y="2343380"/>
                  <a:ext cx="126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C437A552-F2EC-22F9-A9D1-BB73066F61E6}"/>
                    </a:ext>
                  </a:extLst>
                </p14:cNvPr>
                <p14:cNvContentPartPr/>
                <p14:nvPr/>
              </p14:nvContentPartPr>
              <p14:xfrm>
                <a:off x="4629260" y="2359580"/>
                <a:ext cx="48240" cy="7416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C437A552-F2EC-22F9-A9D1-BB73066F61E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623140" y="2353460"/>
                  <a:ext cx="60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3963B66D-1240-DD6C-6F04-A43521AB4C10}"/>
                    </a:ext>
                  </a:extLst>
                </p14:cNvPr>
                <p14:cNvContentPartPr/>
                <p14:nvPr/>
              </p14:nvContentPartPr>
              <p14:xfrm>
                <a:off x="4406780" y="2328980"/>
                <a:ext cx="222840" cy="9000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3963B66D-1240-DD6C-6F04-A43521AB4C10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400660" y="2322860"/>
                  <a:ext cx="2350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7EB9213D-4DE6-ADBB-9A0C-25CBCEA2207F}"/>
                    </a:ext>
                  </a:extLst>
                </p14:cNvPr>
                <p14:cNvContentPartPr/>
                <p14:nvPr/>
              </p14:nvContentPartPr>
              <p14:xfrm>
                <a:off x="4304540" y="2229620"/>
                <a:ext cx="158760" cy="17712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7EB9213D-4DE6-ADBB-9A0C-25CBCEA2207F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298420" y="2223500"/>
                  <a:ext cx="1710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7E821CD6-18BF-B029-0A9C-7C4CCDAA9A27}"/>
                    </a:ext>
                  </a:extLst>
                </p14:cNvPr>
                <p14:cNvContentPartPr/>
                <p14:nvPr/>
              </p14:nvContentPartPr>
              <p14:xfrm>
                <a:off x="4184300" y="2236100"/>
                <a:ext cx="72360" cy="11664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7E821CD6-18BF-B029-0A9C-7C4CCDAA9A2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178180" y="2229980"/>
                  <a:ext cx="846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8700D692-8643-614E-CB4D-B80F23587D35}"/>
                    </a:ext>
                  </a:extLst>
                </p14:cNvPr>
                <p14:cNvContentPartPr/>
                <p14:nvPr/>
              </p14:nvContentPartPr>
              <p14:xfrm>
                <a:off x="4184300" y="2276420"/>
                <a:ext cx="48240" cy="11556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8700D692-8643-614E-CB4D-B80F23587D3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178180" y="2270300"/>
                  <a:ext cx="604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425805AE-6555-E1BC-4ADA-EA61BF1BD758}"/>
                    </a:ext>
                  </a:extLst>
                </p14:cNvPr>
                <p14:cNvContentPartPr/>
                <p14:nvPr/>
              </p14:nvContentPartPr>
              <p14:xfrm>
                <a:off x="4192580" y="2286860"/>
                <a:ext cx="104400" cy="19800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425805AE-6555-E1BC-4ADA-EA61BF1BD75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186460" y="2280740"/>
                  <a:ext cx="1166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5D334E21-F2CC-8FF1-1B71-1DE60413F64A}"/>
                    </a:ext>
                  </a:extLst>
                </p14:cNvPr>
                <p14:cNvContentPartPr/>
                <p14:nvPr/>
              </p14:nvContentPartPr>
              <p14:xfrm>
                <a:off x="4256300" y="2165540"/>
                <a:ext cx="78840" cy="13824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5D334E21-F2CC-8FF1-1B71-1DE60413F64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250180" y="2159420"/>
                  <a:ext cx="910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47A1B178-A95F-C640-D645-CCDB59CE0FF6}"/>
                    </a:ext>
                  </a:extLst>
                </p14:cNvPr>
                <p14:cNvContentPartPr/>
                <p14:nvPr/>
              </p14:nvContentPartPr>
              <p14:xfrm>
                <a:off x="4446740" y="2263100"/>
                <a:ext cx="32400" cy="3096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47A1B178-A95F-C640-D645-CCDB59CE0FF6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440620" y="2256980"/>
                  <a:ext cx="446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A933D25B-C6F0-9789-B9CF-F789B679CE0D}"/>
                    </a:ext>
                  </a:extLst>
                </p14:cNvPr>
                <p14:cNvContentPartPr/>
                <p14:nvPr/>
              </p14:nvContentPartPr>
              <p14:xfrm>
                <a:off x="4296620" y="2182460"/>
                <a:ext cx="94680" cy="18792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A933D25B-C6F0-9789-B9CF-F789B679CE0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290500" y="2176340"/>
                  <a:ext cx="1069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56A66033-7E4E-B4C4-435E-765D6A0C69BB}"/>
                    </a:ext>
                  </a:extLst>
                </p14:cNvPr>
                <p14:cNvContentPartPr/>
                <p14:nvPr/>
              </p14:nvContentPartPr>
              <p14:xfrm>
                <a:off x="4318940" y="2129900"/>
                <a:ext cx="32400" cy="7128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56A66033-7E4E-B4C4-435E-765D6A0C69BB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312820" y="2123780"/>
                  <a:ext cx="446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8BA7073B-7E17-C746-FCAB-1D61DDA829D3}"/>
                    </a:ext>
                  </a:extLst>
                </p14:cNvPr>
                <p14:cNvContentPartPr/>
                <p14:nvPr/>
              </p14:nvContentPartPr>
              <p14:xfrm>
                <a:off x="4342700" y="2099660"/>
                <a:ext cx="32400" cy="17064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8BA7073B-7E17-C746-FCAB-1D61DDA829D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4336580" y="2093540"/>
                  <a:ext cx="446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4C72F86E-50A0-389B-63F2-34C95E2FE79D}"/>
                    </a:ext>
                  </a:extLst>
                </p14:cNvPr>
                <p14:cNvContentPartPr/>
                <p14:nvPr/>
              </p14:nvContentPartPr>
              <p14:xfrm>
                <a:off x="4192580" y="2088140"/>
                <a:ext cx="142920" cy="23328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4C72F86E-50A0-389B-63F2-34C95E2FE79D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186460" y="2082020"/>
                  <a:ext cx="1551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85A2B8C7-58E5-C79E-8E8D-85BFFC3E76B9}"/>
                    </a:ext>
                  </a:extLst>
                </p14:cNvPr>
                <p14:cNvContentPartPr/>
                <p14:nvPr/>
              </p14:nvContentPartPr>
              <p14:xfrm>
                <a:off x="4192580" y="2143580"/>
                <a:ext cx="32400" cy="22140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85A2B8C7-58E5-C79E-8E8D-85BFFC3E76B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186460" y="2137460"/>
                  <a:ext cx="446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C6931606-4F69-54FA-13D5-62D8D09BF50B}"/>
                    </a:ext>
                  </a:extLst>
                </p14:cNvPr>
                <p14:cNvContentPartPr/>
                <p14:nvPr/>
              </p14:nvContentPartPr>
              <p14:xfrm>
                <a:off x="4168460" y="2318900"/>
                <a:ext cx="32400" cy="2952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C6931606-4F69-54FA-13D5-62D8D09BF50B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162340" y="2312780"/>
                  <a:ext cx="446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CD6CC20D-7A26-89EF-ECF0-F167E3CB4F8E}"/>
                    </a:ext>
                  </a:extLst>
                </p14:cNvPr>
                <p14:cNvContentPartPr/>
                <p14:nvPr/>
              </p14:nvContentPartPr>
              <p14:xfrm>
                <a:off x="4144340" y="2242940"/>
                <a:ext cx="120240" cy="10980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CD6CC20D-7A26-89EF-ECF0-F167E3CB4F8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138220" y="2236820"/>
                  <a:ext cx="1324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DD4BF640-2FD1-693C-1715-664A64FCC0C9}"/>
                    </a:ext>
                  </a:extLst>
                </p14:cNvPr>
                <p14:cNvContentPartPr/>
                <p14:nvPr/>
              </p14:nvContentPartPr>
              <p14:xfrm>
                <a:off x="4152620" y="2258060"/>
                <a:ext cx="64440" cy="8496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DD4BF640-2FD1-693C-1715-664A64FCC0C9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146500" y="2251940"/>
                  <a:ext cx="766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4DEB6B37-B1ED-F087-ED19-761D0FFA2E99}"/>
                    </a:ext>
                  </a:extLst>
                </p14:cNvPr>
                <p14:cNvContentPartPr/>
                <p14:nvPr/>
              </p14:nvContentPartPr>
              <p14:xfrm>
                <a:off x="4057940" y="2264900"/>
                <a:ext cx="142920" cy="13680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4DEB6B37-B1ED-F087-ED19-761D0FFA2E9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051820" y="2258780"/>
                  <a:ext cx="1551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ED90823A-6863-D1AF-F6BB-78891D8A08F5}"/>
                    </a:ext>
                  </a:extLst>
                </p14:cNvPr>
                <p14:cNvContentPartPr/>
                <p14:nvPr/>
              </p14:nvContentPartPr>
              <p14:xfrm>
                <a:off x="4017620" y="2544260"/>
                <a:ext cx="880200" cy="6372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ED90823A-6863-D1AF-F6BB-78891D8A08F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011500" y="2538140"/>
                  <a:ext cx="8924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D1BD1C57-31EC-9A0B-46C9-366B424B4F49}"/>
                    </a:ext>
                  </a:extLst>
                </p14:cNvPr>
                <p14:cNvContentPartPr/>
                <p14:nvPr/>
              </p14:nvContentPartPr>
              <p14:xfrm>
                <a:off x="4835540" y="1956020"/>
                <a:ext cx="24480" cy="2592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D1BD1C57-31EC-9A0B-46C9-366B424B4F49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829420" y="1949900"/>
                  <a:ext cx="367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87547BCF-12F0-078C-A362-359AF9E7C460}"/>
                    </a:ext>
                  </a:extLst>
                </p14:cNvPr>
                <p14:cNvContentPartPr/>
                <p14:nvPr/>
              </p14:nvContentPartPr>
              <p14:xfrm>
                <a:off x="4795580" y="1931180"/>
                <a:ext cx="48960" cy="48168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87547BCF-12F0-078C-A362-359AF9E7C460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789460" y="1925060"/>
                  <a:ext cx="6120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78EAE700-19C5-71DE-F82E-85EAB772ECDA}"/>
                    </a:ext>
                  </a:extLst>
                </p14:cNvPr>
                <p14:cNvContentPartPr/>
                <p14:nvPr/>
              </p14:nvContentPartPr>
              <p14:xfrm>
                <a:off x="4827620" y="2582060"/>
                <a:ext cx="16200" cy="6840"/>
              </p14:xfrm>
            </p:contentPart>
          </mc:Choice>
          <mc:Fallback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78EAE700-19C5-71DE-F82E-85EAB772ECD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4821500" y="2575940"/>
                  <a:ext cx="284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10D1686E-CA93-A23A-FEAC-6B5E19130DF6}"/>
                    </a:ext>
                  </a:extLst>
                </p14:cNvPr>
                <p14:cNvContentPartPr/>
                <p14:nvPr/>
              </p14:nvContentPartPr>
              <p14:xfrm>
                <a:off x="3978020" y="2504300"/>
                <a:ext cx="16200" cy="9000"/>
              </p14:xfrm>
            </p:contentPart>
          </mc:Choice>
          <mc:Fallback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10D1686E-CA93-A23A-FEAC-6B5E19130DF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3971900" y="2498180"/>
                  <a:ext cx="284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B960C861-5E67-E404-D412-1667C871EDD6}"/>
                    </a:ext>
                  </a:extLst>
                </p14:cNvPr>
                <p14:cNvContentPartPr/>
                <p14:nvPr/>
              </p14:nvContentPartPr>
              <p14:xfrm>
                <a:off x="4256300" y="1975100"/>
                <a:ext cx="134640" cy="28440"/>
              </p14:xfrm>
            </p:contentPart>
          </mc:Choice>
          <mc:Fallback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B960C861-5E67-E404-D412-1667C871EDD6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4250180" y="1968980"/>
                  <a:ext cx="1468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60B3FB27-1327-361D-1B0A-80EECB52C35D}"/>
                    </a:ext>
                  </a:extLst>
                </p14:cNvPr>
                <p14:cNvContentPartPr/>
                <p14:nvPr/>
              </p14:nvContentPartPr>
              <p14:xfrm>
                <a:off x="4318940" y="2022260"/>
                <a:ext cx="360" cy="5040"/>
              </p14:xfrm>
            </p:contentPart>
          </mc:Choice>
          <mc:Fallback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60B3FB27-1327-361D-1B0A-80EECB52C35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312820" y="2016140"/>
                  <a:ext cx="12600" cy="1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Agrupar 203">
            <a:extLst>
              <a:ext uri="{FF2B5EF4-FFF2-40B4-BE49-F238E27FC236}">
                <a16:creationId xmlns:a16="http://schemas.microsoft.com/office/drawing/2014/main" id="{517EDBAF-1264-7888-673C-45D38D1B546C}"/>
              </a:ext>
            </a:extLst>
          </p:cNvPr>
          <p:cNvGrpSpPr/>
          <p:nvPr/>
        </p:nvGrpSpPr>
        <p:grpSpPr>
          <a:xfrm>
            <a:off x="2382140" y="2796260"/>
            <a:ext cx="2844000" cy="466920"/>
            <a:chOff x="2382140" y="2796260"/>
            <a:chExt cx="2844000" cy="46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1CA8390C-9881-26A2-D0B9-D08F7AB16037}"/>
                    </a:ext>
                  </a:extLst>
                </p14:cNvPr>
                <p14:cNvContentPartPr/>
                <p14:nvPr/>
              </p14:nvContentPartPr>
              <p14:xfrm>
                <a:off x="2446940" y="3000020"/>
                <a:ext cx="163800" cy="15876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1CA8390C-9881-26A2-D0B9-D08F7AB1603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440820" y="2993900"/>
                  <a:ext cx="1760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610031D7-2DA3-6644-D025-2E1234DE5CF1}"/>
                    </a:ext>
                  </a:extLst>
                </p14:cNvPr>
                <p14:cNvContentPartPr/>
                <p14:nvPr/>
              </p14:nvContentPartPr>
              <p14:xfrm>
                <a:off x="2690300" y="3029900"/>
                <a:ext cx="144720" cy="11196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610031D7-2DA3-6644-D025-2E1234DE5CF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684180" y="3023780"/>
                  <a:ext cx="1569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04397C81-12D9-0D26-608F-83C91A770F46}"/>
                    </a:ext>
                  </a:extLst>
                </p14:cNvPr>
                <p14:cNvContentPartPr/>
                <p14:nvPr/>
              </p14:nvContentPartPr>
              <p14:xfrm>
                <a:off x="2899460" y="3074180"/>
                <a:ext cx="197640" cy="1404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04397C81-12D9-0D26-608F-83C91A770F4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893340" y="3068060"/>
                  <a:ext cx="2098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FC45EDDB-F6FF-AE2F-9D6A-98B98B9E9A40}"/>
                    </a:ext>
                  </a:extLst>
                </p14:cNvPr>
                <p14:cNvContentPartPr/>
                <p14:nvPr/>
              </p14:nvContentPartPr>
              <p14:xfrm>
                <a:off x="3256220" y="3016580"/>
                <a:ext cx="166680" cy="11088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FC45EDDB-F6FF-AE2F-9D6A-98B98B9E9A4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250100" y="3010460"/>
                  <a:ext cx="1789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9511B003-828A-0FA8-08B8-82EA3073F3E4}"/>
                    </a:ext>
                  </a:extLst>
                </p14:cNvPr>
                <p14:cNvContentPartPr/>
                <p14:nvPr/>
              </p14:nvContentPartPr>
              <p14:xfrm>
                <a:off x="3447020" y="2929460"/>
                <a:ext cx="166320" cy="26388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9511B003-828A-0FA8-08B8-82EA3073F3E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440900" y="2923340"/>
                  <a:ext cx="1785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958296B7-0453-4635-5C7B-03E2C0F7EB5F}"/>
                    </a:ext>
                  </a:extLst>
                </p14:cNvPr>
                <p14:cNvContentPartPr/>
                <p14:nvPr/>
              </p14:nvContentPartPr>
              <p14:xfrm>
                <a:off x="3704780" y="2949260"/>
                <a:ext cx="91800" cy="17424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958296B7-0453-4635-5C7B-03E2C0F7EB5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698660" y="2943140"/>
                  <a:ext cx="1040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163112A5-9EBD-0018-683F-93701E63196A}"/>
                    </a:ext>
                  </a:extLst>
                </p14:cNvPr>
                <p14:cNvContentPartPr/>
                <p14:nvPr/>
              </p14:nvContentPartPr>
              <p14:xfrm>
                <a:off x="3693260" y="3022340"/>
                <a:ext cx="222840" cy="10476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163112A5-9EBD-0018-683F-93701E63196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687140" y="3016220"/>
                  <a:ext cx="2350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E445A6FF-F996-7D22-E715-6D09B25AC065}"/>
                    </a:ext>
                  </a:extLst>
                </p14:cNvPr>
                <p14:cNvContentPartPr/>
                <p14:nvPr/>
              </p14:nvContentPartPr>
              <p14:xfrm>
                <a:off x="4089980" y="2933060"/>
                <a:ext cx="190800" cy="18756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E445A6FF-F996-7D22-E715-6D09B25AC06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083860" y="2926940"/>
                  <a:ext cx="2030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DF734487-478E-631A-1B49-9CF7D8549DBF}"/>
                    </a:ext>
                  </a:extLst>
                </p14:cNvPr>
                <p14:cNvContentPartPr/>
                <p14:nvPr/>
              </p14:nvContentPartPr>
              <p14:xfrm>
                <a:off x="4386260" y="2942780"/>
                <a:ext cx="291240" cy="21528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DF734487-478E-631A-1B49-9CF7D8549DB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380140" y="2936660"/>
                  <a:ext cx="3034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FBCE5A49-9872-EE56-FFA5-C3696CDFCC39}"/>
                    </a:ext>
                  </a:extLst>
                </p14:cNvPr>
                <p14:cNvContentPartPr/>
                <p14:nvPr/>
              </p14:nvContentPartPr>
              <p14:xfrm>
                <a:off x="4646540" y="2978780"/>
                <a:ext cx="291960" cy="18576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FBCE5A49-9872-EE56-FFA5-C3696CDFCC3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640420" y="2972660"/>
                  <a:ext cx="3042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F8B2FE30-55E7-A1E1-D6FD-30484C6DEC76}"/>
                    </a:ext>
                  </a:extLst>
                </p14:cNvPr>
                <p14:cNvContentPartPr/>
                <p14:nvPr/>
              </p14:nvContentPartPr>
              <p14:xfrm>
                <a:off x="2382140" y="2802020"/>
                <a:ext cx="1263600" cy="461160"/>
              </p14:xfrm>
            </p:contentPart>
          </mc:Choice>
          <mc:Fallback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F8B2FE30-55E7-A1E1-D6FD-30484C6DEC7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376020" y="2795900"/>
                  <a:ext cx="127584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00A3951B-76AA-69F2-B1B2-D3201DA68E84}"/>
                    </a:ext>
                  </a:extLst>
                </p14:cNvPr>
                <p14:cNvContentPartPr/>
                <p14:nvPr/>
              </p14:nvContentPartPr>
              <p14:xfrm>
                <a:off x="4073420" y="2796260"/>
                <a:ext cx="452520" cy="380880"/>
              </p14:xfrm>
            </p:contentPart>
          </mc:Choice>
          <mc:Fallback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00A3951B-76AA-69F2-B1B2-D3201DA68E8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067300" y="2790140"/>
                  <a:ext cx="46476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FECE0497-9BBD-65E6-5C0C-DD1562DA6571}"/>
                    </a:ext>
                  </a:extLst>
                </p14:cNvPr>
                <p14:cNvContentPartPr/>
                <p14:nvPr/>
              </p14:nvContentPartPr>
              <p14:xfrm>
                <a:off x="4532060" y="2905340"/>
                <a:ext cx="694080" cy="352440"/>
              </p14:xfrm>
            </p:contentPart>
          </mc:Choice>
          <mc:Fallback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FECE0497-9BBD-65E6-5C0C-DD1562DA657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525940" y="2899220"/>
                  <a:ext cx="70632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81E565FC-9459-E7AD-73FE-1DDD7F43A460}"/>
                    </a:ext>
                  </a:extLst>
                </p14:cNvPr>
                <p14:cNvContentPartPr/>
                <p14:nvPr/>
              </p14:nvContentPartPr>
              <p14:xfrm>
                <a:off x="3074060" y="2890940"/>
                <a:ext cx="94680" cy="50760"/>
              </p14:xfrm>
            </p:contentPart>
          </mc:Choice>
          <mc:Fallback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81E565FC-9459-E7AD-73FE-1DDD7F43A46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067940" y="2884820"/>
                  <a:ext cx="1069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3663C61F-09C1-6E1E-04E6-C55D3D82D334}"/>
                    </a:ext>
                  </a:extLst>
                </p14:cNvPr>
                <p14:cNvContentPartPr/>
                <p14:nvPr/>
              </p14:nvContentPartPr>
              <p14:xfrm>
                <a:off x="4296620" y="2831540"/>
                <a:ext cx="22680" cy="10440"/>
              </p14:xfrm>
            </p:contentPart>
          </mc:Choice>
          <mc:Fallback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3663C61F-09C1-6E1E-04E6-C55D3D82D33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290500" y="2825420"/>
                  <a:ext cx="349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B1B60C0C-3548-9387-6840-E41430D01DDB}"/>
                    </a:ext>
                  </a:extLst>
                </p14:cNvPr>
                <p14:cNvContentPartPr/>
                <p14:nvPr/>
              </p14:nvContentPartPr>
              <p14:xfrm>
                <a:off x="4986020" y="2978420"/>
                <a:ext cx="24480" cy="3240"/>
              </p14:xfrm>
            </p:contentPart>
          </mc:Choice>
          <mc:Fallback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B1B60C0C-3548-9387-6840-E41430D01DD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979900" y="2972300"/>
                  <a:ext cx="36720" cy="15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11085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4A972-19C1-CED0-CE5C-9D1381C5B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3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3F63364-425E-1B75-4DCE-A6AFCB2956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2255" y="1289411"/>
            <a:ext cx="4038950" cy="2446232"/>
          </a:xfrm>
        </p:spPr>
      </p:pic>
      <p:grpSp>
        <p:nvGrpSpPr>
          <p:cNvPr id="63" name="Agrupar 62">
            <a:extLst>
              <a:ext uri="{FF2B5EF4-FFF2-40B4-BE49-F238E27FC236}">
                <a16:creationId xmlns:a16="http://schemas.microsoft.com/office/drawing/2014/main" id="{8B2ECC95-B06A-A8A6-2579-A2A52C113FB8}"/>
              </a:ext>
            </a:extLst>
          </p:cNvPr>
          <p:cNvGrpSpPr/>
          <p:nvPr/>
        </p:nvGrpSpPr>
        <p:grpSpPr>
          <a:xfrm>
            <a:off x="4565180" y="1936280"/>
            <a:ext cx="912600" cy="470520"/>
            <a:chOff x="4565180" y="1936280"/>
            <a:chExt cx="912600" cy="47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B514B9C0-076A-2D16-DA43-63AA5A973FB9}"/>
                    </a:ext>
                  </a:extLst>
                </p14:cNvPr>
                <p14:cNvContentPartPr/>
                <p14:nvPr/>
              </p14:nvContentPartPr>
              <p14:xfrm>
                <a:off x="4953980" y="1936280"/>
                <a:ext cx="16200" cy="7128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B514B9C0-076A-2D16-DA43-63AA5A973FB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47860" y="1930160"/>
                  <a:ext cx="284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F3898214-0E17-4809-E72B-E9AEA5F36D7C}"/>
                    </a:ext>
                  </a:extLst>
                </p14:cNvPr>
                <p14:cNvContentPartPr/>
                <p14:nvPr/>
              </p14:nvContentPartPr>
              <p14:xfrm>
                <a:off x="4685060" y="1938800"/>
                <a:ext cx="277560" cy="29808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F3898214-0E17-4809-E72B-E9AEA5F36D7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678940" y="1932680"/>
                  <a:ext cx="2898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172ABEB9-E8CC-BE47-C69E-2F9450E75E43}"/>
                    </a:ext>
                  </a:extLst>
                </p14:cNvPr>
                <p14:cNvContentPartPr/>
                <p14:nvPr/>
              </p14:nvContentPartPr>
              <p14:xfrm>
                <a:off x="4662740" y="2244440"/>
                <a:ext cx="506160" cy="16236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172ABEB9-E8CC-BE47-C69E-2F9450E75E4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656620" y="2238320"/>
                  <a:ext cx="5184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C47780EC-5AA0-BDE8-02B3-8478A0182E93}"/>
                    </a:ext>
                  </a:extLst>
                </p14:cNvPr>
                <p14:cNvContentPartPr/>
                <p14:nvPr/>
              </p14:nvContentPartPr>
              <p14:xfrm>
                <a:off x="4901060" y="1944560"/>
                <a:ext cx="576720" cy="43020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C47780EC-5AA0-BDE8-02B3-8478A0182E9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894940" y="1938440"/>
                  <a:ext cx="58896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CFCA0459-51BB-E10B-39FA-0FEE1E7558C9}"/>
                    </a:ext>
                  </a:extLst>
                </p14:cNvPr>
                <p14:cNvContentPartPr/>
                <p14:nvPr/>
              </p14:nvContentPartPr>
              <p14:xfrm>
                <a:off x="4747700" y="2003600"/>
                <a:ext cx="365040" cy="12168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CFCA0459-51BB-E10B-39FA-0FEE1E7558C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741580" y="1997480"/>
                  <a:ext cx="3772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AFB05EDF-B2ED-664B-9305-5B37743C6C96}"/>
                    </a:ext>
                  </a:extLst>
                </p14:cNvPr>
                <p14:cNvContentPartPr/>
                <p14:nvPr/>
              </p14:nvContentPartPr>
              <p14:xfrm>
                <a:off x="4709180" y="1986680"/>
                <a:ext cx="250200" cy="1080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AFB05EDF-B2ED-664B-9305-5B37743C6C9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703060" y="1980560"/>
                  <a:ext cx="2624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FBAD836B-3BC6-E905-8EA5-71BAAFF5F1E1}"/>
                    </a:ext>
                  </a:extLst>
                </p14:cNvPr>
                <p14:cNvContentPartPr/>
                <p14:nvPr/>
              </p14:nvContentPartPr>
              <p14:xfrm>
                <a:off x="4693340" y="2035640"/>
                <a:ext cx="198720" cy="6264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FBAD836B-3BC6-E905-8EA5-71BAAFF5F1E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87220" y="2029520"/>
                  <a:ext cx="2109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3FF2CF0E-F331-3D34-E60A-9261980853A5}"/>
                    </a:ext>
                  </a:extLst>
                </p14:cNvPr>
                <p14:cNvContentPartPr/>
                <p14:nvPr/>
              </p14:nvContentPartPr>
              <p14:xfrm>
                <a:off x="4589300" y="2082800"/>
                <a:ext cx="285480" cy="13212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3FF2CF0E-F331-3D34-E60A-9261980853A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583180" y="2076680"/>
                  <a:ext cx="2977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2ACB5948-ACFF-C5E7-92E3-4A869F530C28}"/>
                    </a:ext>
                  </a:extLst>
                </p14:cNvPr>
                <p14:cNvContentPartPr/>
                <p14:nvPr/>
              </p14:nvContentPartPr>
              <p14:xfrm>
                <a:off x="4621340" y="2079560"/>
                <a:ext cx="16200" cy="6624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2ACB5948-ACFF-C5E7-92E3-4A869F530C2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615220" y="2073440"/>
                  <a:ext cx="28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3BA72700-B638-CADD-3291-FD6986477ACC}"/>
                    </a:ext>
                  </a:extLst>
                </p14:cNvPr>
                <p14:cNvContentPartPr/>
                <p14:nvPr/>
              </p14:nvContentPartPr>
              <p14:xfrm>
                <a:off x="4621340" y="2067680"/>
                <a:ext cx="80280" cy="9648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3BA72700-B638-CADD-3291-FD6986477AC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615220" y="2061560"/>
                  <a:ext cx="92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531C7D21-4F43-90E5-89A3-657869D24F23}"/>
                    </a:ext>
                  </a:extLst>
                </p14:cNvPr>
                <p14:cNvContentPartPr/>
                <p14:nvPr/>
              </p14:nvContentPartPr>
              <p14:xfrm>
                <a:off x="4645100" y="1980920"/>
                <a:ext cx="461160" cy="6336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531C7D21-4F43-90E5-89A3-657869D24F2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638980" y="1974800"/>
                  <a:ext cx="4734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7C1070F1-6805-2BE8-B186-67EA30FB1508}"/>
                    </a:ext>
                  </a:extLst>
                </p14:cNvPr>
                <p14:cNvContentPartPr/>
                <p14:nvPr/>
              </p14:nvContentPartPr>
              <p14:xfrm>
                <a:off x="4843100" y="1946720"/>
                <a:ext cx="468000" cy="16848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7C1070F1-6805-2BE8-B186-67EA30FB150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836980" y="1940600"/>
                  <a:ext cx="4802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73DAD618-06BB-26FF-0F69-908E04AE50B4}"/>
                    </a:ext>
                  </a:extLst>
                </p14:cNvPr>
                <p14:cNvContentPartPr/>
                <p14:nvPr/>
              </p14:nvContentPartPr>
              <p14:xfrm>
                <a:off x="4575260" y="2129960"/>
                <a:ext cx="483120" cy="17928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73DAD618-06BB-26FF-0F69-908E04AE50B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569140" y="2123840"/>
                  <a:ext cx="4953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285156D6-CFD6-9C21-D787-71B1B5294BB5}"/>
                    </a:ext>
                  </a:extLst>
                </p14:cNvPr>
                <p14:cNvContentPartPr/>
                <p14:nvPr/>
              </p14:nvContentPartPr>
              <p14:xfrm>
                <a:off x="4565180" y="2143640"/>
                <a:ext cx="16200" cy="5724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285156D6-CFD6-9C21-D787-71B1B5294BB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559060" y="2137520"/>
                  <a:ext cx="284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87521095-0B7D-5A2F-A3B9-579A1700FB47}"/>
                    </a:ext>
                  </a:extLst>
                </p14:cNvPr>
                <p14:cNvContentPartPr/>
                <p14:nvPr/>
              </p14:nvContentPartPr>
              <p14:xfrm>
                <a:off x="4606220" y="2102960"/>
                <a:ext cx="222120" cy="1044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87521095-0B7D-5A2F-A3B9-579A1700FB4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600100" y="2096840"/>
                  <a:ext cx="2343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786D281E-E752-4F04-D141-7D8D860D9934}"/>
                    </a:ext>
                  </a:extLst>
                </p14:cNvPr>
                <p14:cNvContentPartPr/>
                <p14:nvPr/>
              </p14:nvContentPartPr>
              <p14:xfrm>
                <a:off x="4565180" y="2102240"/>
                <a:ext cx="228960" cy="11268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786D281E-E752-4F04-D141-7D8D860D993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559060" y="2096120"/>
                  <a:ext cx="241200" cy="12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88" name="Tinta 87">
                <a:extLst>
                  <a:ext uri="{FF2B5EF4-FFF2-40B4-BE49-F238E27FC236}">
                    <a16:creationId xmlns:a16="http://schemas.microsoft.com/office/drawing/2014/main" id="{D6600BDD-9703-A1BD-95BD-8EAE7A99AECD}"/>
                  </a:ext>
                </a:extLst>
              </p14:cNvPr>
              <p14:cNvContentPartPr/>
              <p14:nvPr/>
            </p14:nvContentPartPr>
            <p14:xfrm>
              <a:off x="3709100" y="1591040"/>
              <a:ext cx="516240" cy="188640"/>
            </p14:xfrm>
          </p:contentPart>
        </mc:Choice>
        <mc:Fallback>
          <p:pic>
            <p:nvPicPr>
              <p:cNvPr id="88" name="Tinta 87">
                <a:extLst>
                  <a:ext uri="{FF2B5EF4-FFF2-40B4-BE49-F238E27FC236}">
                    <a16:creationId xmlns:a16="http://schemas.microsoft.com/office/drawing/2014/main" id="{D6600BDD-9703-A1BD-95BD-8EAE7A99AEC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702980" y="1584920"/>
                <a:ext cx="52848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94" name="Tinta 93">
                <a:extLst>
                  <a:ext uri="{FF2B5EF4-FFF2-40B4-BE49-F238E27FC236}">
                    <a16:creationId xmlns:a16="http://schemas.microsoft.com/office/drawing/2014/main" id="{136F132E-2566-3227-5A35-43F7985A1F4E}"/>
                  </a:ext>
                </a:extLst>
              </p14:cNvPr>
              <p14:cNvContentPartPr/>
              <p14:nvPr/>
            </p14:nvContentPartPr>
            <p14:xfrm>
              <a:off x="2923580" y="1246880"/>
              <a:ext cx="714240" cy="248040"/>
            </p14:xfrm>
          </p:contentPart>
        </mc:Choice>
        <mc:Fallback>
          <p:pic>
            <p:nvPicPr>
              <p:cNvPr id="94" name="Tinta 93">
                <a:extLst>
                  <a:ext uri="{FF2B5EF4-FFF2-40B4-BE49-F238E27FC236}">
                    <a16:creationId xmlns:a16="http://schemas.microsoft.com/office/drawing/2014/main" id="{136F132E-2566-3227-5A35-43F7985A1F4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917460" y="1240760"/>
                <a:ext cx="72648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110" name="Tinta 109">
                <a:extLst>
                  <a:ext uri="{FF2B5EF4-FFF2-40B4-BE49-F238E27FC236}">
                    <a16:creationId xmlns:a16="http://schemas.microsoft.com/office/drawing/2014/main" id="{FB93AA5C-4DFF-4F1D-4FD1-B7EA63E713EF}"/>
                  </a:ext>
                </a:extLst>
              </p14:cNvPr>
              <p14:cNvContentPartPr/>
              <p14:nvPr/>
            </p14:nvContentPartPr>
            <p14:xfrm>
              <a:off x="3763460" y="1430120"/>
              <a:ext cx="478080" cy="177840"/>
            </p14:xfrm>
          </p:contentPart>
        </mc:Choice>
        <mc:Fallback>
          <p:pic>
            <p:nvPicPr>
              <p:cNvPr id="110" name="Tinta 109">
                <a:extLst>
                  <a:ext uri="{FF2B5EF4-FFF2-40B4-BE49-F238E27FC236}">
                    <a16:creationId xmlns:a16="http://schemas.microsoft.com/office/drawing/2014/main" id="{FB93AA5C-4DFF-4F1D-4FD1-B7EA63E713E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756980" y="1424000"/>
                <a:ext cx="49032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130" name="Tinta 129">
                <a:extLst>
                  <a:ext uri="{FF2B5EF4-FFF2-40B4-BE49-F238E27FC236}">
                    <a16:creationId xmlns:a16="http://schemas.microsoft.com/office/drawing/2014/main" id="{6AA297EB-9CD5-096E-BE63-8C2CC02A7CD7}"/>
                  </a:ext>
                </a:extLst>
              </p14:cNvPr>
              <p14:cNvContentPartPr/>
              <p14:nvPr/>
            </p14:nvContentPartPr>
            <p14:xfrm>
              <a:off x="3256580" y="1937720"/>
              <a:ext cx="366120" cy="213120"/>
            </p14:xfrm>
          </p:contentPart>
        </mc:Choice>
        <mc:Fallback>
          <p:pic>
            <p:nvPicPr>
              <p:cNvPr id="130" name="Tinta 129">
                <a:extLst>
                  <a:ext uri="{FF2B5EF4-FFF2-40B4-BE49-F238E27FC236}">
                    <a16:creationId xmlns:a16="http://schemas.microsoft.com/office/drawing/2014/main" id="{6AA297EB-9CD5-096E-BE63-8C2CC02A7CD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50460" y="1931600"/>
                <a:ext cx="37836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D62583EB-2EC1-EA3D-BCB1-90F3623580F0}"/>
                  </a:ext>
                </a:extLst>
              </p14:cNvPr>
              <p14:cNvContentPartPr/>
              <p14:nvPr/>
            </p14:nvContentPartPr>
            <p14:xfrm>
              <a:off x="5509100" y="1037360"/>
              <a:ext cx="301320" cy="24984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D62583EB-2EC1-EA3D-BCB1-90F3623580F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502980" y="1031240"/>
                <a:ext cx="31356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546A0D77-1173-A81B-BA34-86AFCA7AB5DE}"/>
                  </a:ext>
                </a:extLst>
              </p14:cNvPr>
              <p14:cNvContentPartPr/>
              <p14:nvPr/>
            </p14:nvContentPartPr>
            <p14:xfrm>
              <a:off x="5589020" y="1118360"/>
              <a:ext cx="134640" cy="1224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546A0D77-1173-A81B-BA34-86AFCA7AB5DE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582900" y="1112240"/>
                <a:ext cx="14688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95190EFF-6B83-4A7B-2605-D6B9206645B3}"/>
                  </a:ext>
                </a:extLst>
              </p14:cNvPr>
              <p14:cNvContentPartPr/>
              <p14:nvPr/>
            </p14:nvContentPartPr>
            <p14:xfrm>
              <a:off x="5723660" y="1298720"/>
              <a:ext cx="206640" cy="6948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95190EFF-6B83-4A7B-2605-D6B9206645B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717540" y="1292600"/>
                <a:ext cx="21888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653A86FE-3CF7-69D2-D204-ECA1440CA084}"/>
                  </a:ext>
                </a:extLst>
              </p14:cNvPr>
              <p14:cNvContentPartPr/>
              <p14:nvPr/>
            </p14:nvContentPartPr>
            <p14:xfrm>
              <a:off x="5954780" y="1271720"/>
              <a:ext cx="158040" cy="74520"/>
            </p14:xfrm>
          </p:contentPart>
        </mc:Choice>
        <mc:Fallback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653A86FE-3CF7-69D2-D204-ECA1440CA08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948660" y="1265600"/>
                <a:ext cx="17028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4FF64B6D-0CE3-A7D9-9F56-CA18637586B0}"/>
                  </a:ext>
                </a:extLst>
              </p14:cNvPr>
              <p14:cNvContentPartPr/>
              <p14:nvPr/>
            </p14:nvContentPartPr>
            <p14:xfrm>
              <a:off x="6033980" y="1290080"/>
              <a:ext cx="166320" cy="135360"/>
            </p14:xfrm>
          </p:contentPart>
        </mc:Choice>
        <mc:Fallback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4FF64B6D-0CE3-A7D9-9F56-CA18637586B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027860" y="1283960"/>
                <a:ext cx="17856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C39CCE7C-CFB4-83B3-ECE6-4FF13097698A}"/>
                  </a:ext>
                </a:extLst>
              </p14:cNvPr>
              <p14:cNvContentPartPr/>
              <p14:nvPr/>
            </p14:nvContentPartPr>
            <p14:xfrm>
              <a:off x="6375980" y="1178840"/>
              <a:ext cx="111960" cy="15480"/>
            </p14:xfrm>
          </p:contentPart>
        </mc:Choice>
        <mc:Fallback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C39CCE7C-CFB4-83B3-ECE6-4FF13097698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369860" y="1172720"/>
                <a:ext cx="12420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11" name="Tinta 10">
                <a:extLst>
                  <a:ext uri="{FF2B5EF4-FFF2-40B4-BE49-F238E27FC236}">
                    <a16:creationId xmlns:a16="http://schemas.microsoft.com/office/drawing/2014/main" id="{F4C07D77-1BF2-46AB-FBD8-783EA3CE70D5}"/>
                  </a:ext>
                </a:extLst>
              </p14:cNvPr>
              <p14:cNvContentPartPr/>
              <p14:nvPr/>
            </p14:nvContentPartPr>
            <p14:xfrm>
              <a:off x="6318740" y="1224200"/>
              <a:ext cx="128520" cy="14040"/>
            </p14:xfrm>
          </p:contentPart>
        </mc:Choice>
        <mc:Fallback>
          <p:pic>
            <p:nvPicPr>
              <p:cNvPr id="11" name="Tinta 10">
                <a:extLst>
                  <a:ext uri="{FF2B5EF4-FFF2-40B4-BE49-F238E27FC236}">
                    <a16:creationId xmlns:a16="http://schemas.microsoft.com/office/drawing/2014/main" id="{F4C07D77-1BF2-46AB-FBD8-783EA3CE70D5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312620" y="1218080"/>
                <a:ext cx="14076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77BBE24F-C0BE-2DF5-8B16-CC602FF18D50}"/>
                  </a:ext>
                </a:extLst>
              </p14:cNvPr>
              <p14:cNvContentPartPr/>
              <p14:nvPr/>
            </p14:nvContentPartPr>
            <p14:xfrm>
              <a:off x="6913820" y="1074440"/>
              <a:ext cx="278280" cy="204120"/>
            </p14:xfrm>
          </p:contentPart>
        </mc:Choice>
        <mc:Fallback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77BBE24F-C0BE-2DF5-8B16-CC602FF18D50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907700" y="1068320"/>
                <a:ext cx="29052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244CF21C-05C1-93DC-F836-4C7420A46CB5}"/>
                  </a:ext>
                </a:extLst>
              </p14:cNvPr>
              <p14:cNvContentPartPr/>
              <p14:nvPr/>
            </p14:nvContentPartPr>
            <p14:xfrm>
              <a:off x="7096340" y="917840"/>
              <a:ext cx="302760" cy="69480"/>
            </p14:xfrm>
          </p:contentPart>
        </mc:Choice>
        <mc:Fallback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244CF21C-05C1-93DC-F836-4C7420A46CB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090220" y="911720"/>
                <a:ext cx="31500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A8FBDD6C-0634-B2A6-DE1A-9DC4D1F13537}"/>
                  </a:ext>
                </a:extLst>
              </p14:cNvPr>
              <p14:cNvContentPartPr/>
              <p14:nvPr/>
            </p14:nvContentPartPr>
            <p14:xfrm>
              <a:off x="7318820" y="970040"/>
              <a:ext cx="128520" cy="66240"/>
            </p14:xfrm>
          </p:contentPart>
        </mc:Choice>
        <mc:Fallback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A8FBDD6C-0634-B2A6-DE1A-9DC4D1F13537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312700" y="963920"/>
                <a:ext cx="1407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49D2430D-8D57-852C-18D5-093D934F7B0A}"/>
                  </a:ext>
                </a:extLst>
              </p14:cNvPr>
              <p14:cNvContentPartPr/>
              <p14:nvPr/>
            </p14:nvContentPartPr>
            <p14:xfrm>
              <a:off x="6867380" y="853400"/>
              <a:ext cx="21600" cy="36000"/>
            </p14:xfrm>
          </p:contentPart>
        </mc:Choice>
        <mc:Fallback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49D2430D-8D57-852C-18D5-093D934F7B0A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861260" y="847280"/>
                <a:ext cx="3384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09D40312-E34F-CF12-2843-A8F229BD1E67}"/>
                  </a:ext>
                </a:extLst>
              </p14:cNvPr>
              <p14:cNvContentPartPr/>
              <p14:nvPr/>
            </p14:nvContentPartPr>
            <p14:xfrm>
              <a:off x="6723380" y="854840"/>
              <a:ext cx="173520" cy="295920"/>
            </p14:xfrm>
          </p:contentPart>
        </mc:Choice>
        <mc:Fallback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09D40312-E34F-CF12-2843-A8F229BD1E67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717260" y="848720"/>
                <a:ext cx="18576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20" name="Tinta 19">
                <a:extLst>
                  <a:ext uri="{FF2B5EF4-FFF2-40B4-BE49-F238E27FC236}">
                    <a16:creationId xmlns:a16="http://schemas.microsoft.com/office/drawing/2014/main" id="{B680355E-34A9-A120-A002-476DE7160357}"/>
                  </a:ext>
                </a:extLst>
              </p14:cNvPr>
              <p14:cNvContentPartPr/>
              <p14:nvPr/>
            </p14:nvContentPartPr>
            <p14:xfrm>
              <a:off x="7565420" y="863120"/>
              <a:ext cx="141480" cy="395280"/>
            </p14:xfrm>
          </p:contentPart>
        </mc:Choice>
        <mc:Fallback>
          <p:pic>
            <p:nvPicPr>
              <p:cNvPr id="20" name="Tinta 19">
                <a:extLst>
                  <a:ext uri="{FF2B5EF4-FFF2-40B4-BE49-F238E27FC236}">
                    <a16:creationId xmlns:a16="http://schemas.microsoft.com/office/drawing/2014/main" id="{B680355E-34A9-A120-A002-476DE7160357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7559300" y="857000"/>
                <a:ext cx="15372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22" name="Tinta 21">
                <a:extLst>
                  <a:ext uri="{FF2B5EF4-FFF2-40B4-BE49-F238E27FC236}">
                    <a16:creationId xmlns:a16="http://schemas.microsoft.com/office/drawing/2014/main" id="{10CDFE33-359F-1CB3-6355-15C34E6A0B12}"/>
                  </a:ext>
                </a:extLst>
              </p14:cNvPr>
              <p14:cNvContentPartPr/>
              <p14:nvPr/>
            </p14:nvContentPartPr>
            <p14:xfrm>
              <a:off x="7779620" y="1091360"/>
              <a:ext cx="16200" cy="6840"/>
            </p14:xfrm>
          </p:contentPart>
        </mc:Choice>
        <mc:Fallback>
          <p:pic>
            <p:nvPicPr>
              <p:cNvPr id="22" name="Tinta 21">
                <a:extLst>
                  <a:ext uri="{FF2B5EF4-FFF2-40B4-BE49-F238E27FC236}">
                    <a16:creationId xmlns:a16="http://schemas.microsoft.com/office/drawing/2014/main" id="{10CDFE33-359F-1CB3-6355-15C34E6A0B12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773500" y="1085240"/>
                <a:ext cx="284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78C2A14F-65C6-3799-5CCB-02C6CFF123DE}"/>
                  </a:ext>
                </a:extLst>
              </p14:cNvPr>
              <p14:cNvContentPartPr/>
              <p14:nvPr/>
            </p14:nvContentPartPr>
            <p14:xfrm>
              <a:off x="7755500" y="1112600"/>
              <a:ext cx="111600" cy="92160"/>
            </p14:xfrm>
          </p:contentPart>
        </mc:Choice>
        <mc:Fallback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78C2A14F-65C6-3799-5CCB-02C6CFF123DE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7749380" y="1106480"/>
                <a:ext cx="12384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4879A868-339E-50DC-DEA8-E9F2CAFCD68E}"/>
                  </a:ext>
                </a:extLst>
              </p14:cNvPr>
              <p14:cNvContentPartPr/>
              <p14:nvPr/>
            </p14:nvContentPartPr>
            <p14:xfrm>
              <a:off x="7755500" y="1077680"/>
              <a:ext cx="214920" cy="123480"/>
            </p14:xfrm>
          </p:contentPart>
        </mc:Choice>
        <mc:Fallback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4879A868-339E-50DC-DEA8-E9F2CAFCD68E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7749380" y="1071560"/>
                <a:ext cx="22716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0E4DD054-E0C2-072C-6E66-336EC53CCA10}"/>
                  </a:ext>
                </a:extLst>
              </p14:cNvPr>
              <p14:cNvContentPartPr/>
              <p14:nvPr/>
            </p14:nvContentPartPr>
            <p14:xfrm>
              <a:off x="8168060" y="1087400"/>
              <a:ext cx="166680" cy="244080"/>
            </p14:xfrm>
          </p:contentPart>
        </mc:Choice>
        <mc:Fallback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0E4DD054-E0C2-072C-6E66-336EC53CCA10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161940" y="1081280"/>
                <a:ext cx="17892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27" name="Tinta 26">
                <a:extLst>
                  <a:ext uri="{FF2B5EF4-FFF2-40B4-BE49-F238E27FC236}">
                    <a16:creationId xmlns:a16="http://schemas.microsoft.com/office/drawing/2014/main" id="{A914AEAC-8516-01A3-FA18-F7A676FD9F79}"/>
                  </a:ext>
                </a:extLst>
              </p14:cNvPr>
              <p14:cNvContentPartPr/>
              <p14:nvPr/>
            </p14:nvContentPartPr>
            <p14:xfrm>
              <a:off x="8430140" y="1094960"/>
              <a:ext cx="173880" cy="147600"/>
            </p14:xfrm>
          </p:contentPart>
        </mc:Choice>
        <mc:Fallback>
          <p:pic>
            <p:nvPicPr>
              <p:cNvPr id="27" name="Tinta 26">
                <a:extLst>
                  <a:ext uri="{FF2B5EF4-FFF2-40B4-BE49-F238E27FC236}">
                    <a16:creationId xmlns:a16="http://schemas.microsoft.com/office/drawing/2014/main" id="{A914AEAC-8516-01A3-FA18-F7A676FD9F7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424020" y="1088840"/>
                <a:ext cx="18612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28" name="Tinta 27">
                <a:extLst>
                  <a:ext uri="{FF2B5EF4-FFF2-40B4-BE49-F238E27FC236}">
                    <a16:creationId xmlns:a16="http://schemas.microsoft.com/office/drawing/2014/main" id="{3F4540E3-75E4-BD25-F4B6-5C6AD121A5F6}"/>
                  </a:ext>
                </a:extLst>
              </p14:cNvPr>
              <p14:cNvContentPartPr/>
              <p14:nvPr/>
            </p14:nvContentPartPr>
            <p14:xfrm>
              <a:off x="8462540" y="1101440"/>
              <a:ext cx="166680" cy="101160"/>
            </p14:xfrm>
          </p:contentPart>
        </mc:Choice>
        <mc:Fallback>
          <p:pic>
            <p:nvPicPr>
              <p:cNvPr id="28" name="Tinta 27">
                <a:extLst>
                  <a:ext uri="{FF2B5EF4-FFF2-40B4-BE49-F238E27FC236}">
                    <a16:creationId xmlns:a16="http://schemas.microsoft.com/office/drawing/2014/main" id="{3F4540E3-75E4-BD25-F4B6-5C6AD121A5F6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8456420" y="1095320"/>
                <a:ext cx="1789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131" name="Tinta 130">
                <a:extLst>
                  <a:ext uri="{FF2B5EF4-FFF2-40B4-BE49-F238E27FC236}">
                    <a16:creationId xmlns:a16="http://schemas.microsoft.com/office/drawing/2014/main" id="{FE455685-E76A-DB0A-B334-7AF7925E3D81}"/>
                  </a:ext>
                </a:extLst>
              </p14:cNvPr>
              <p14:cNvContentPartPr/>
              <p14:nvPr/>
            </p14:nvContentPartPr>
            <p14:xfrm>
              <a:off x="5310020" y="784280"/>
              <a:ext cx="4969080" cy="628560"/>
            </p14:xfrm>
          </p:contentPart>
        </mc:Choice>
        <mc:Fallback>
          <p:pic>
            <p:nvPicPr>
              <p:cNvPr id="131" name="Tinta 130">
                <a:extLst>
                  <a:ext uri="{FF2B5EF4-FFF2-40B4-BE49-F238E27FC236}">
                    <a16:creationId xmlns:a16="http://schemas.microsoft.com/office/drawing/2014/main" id="{FE455685-E76A-DB0A-B334-7AF7925E3D8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303900" y="778160"/>
                <a:ext cx="4981320" cy="64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Agrupar 153">
            <a:extLst>
              <a:ext uri="{FF2B5EF4-FFF2-40B4-BE49-F238E27FC236}">
                <a16:creationId xmlns:a16="http://schemas.microsoft.com/office/drawing/2014/main" id="{3813A285-ED62-59B6-CEFC-CC2171A55322}"/>
              </a:ext>
            </a:extLst>
          </p:cNvPr>
          <p:cNvGrpSpPr/>
          <p:nvPr/>
        </p:nvGrpSpPr>
        <p:grpSpPr>
          <a:xfrm>
            <a:off x="5804660" y="1510400"/>
            <a:ext cx="3935160" cy="1628280"/>
            <a:chOff x="5804660" y="1510400"/>
            <a:chExt cx="3935160" cy="162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3741B39B-B095-9388-9C63-4AF9CF2A41B1}"/>
                    </a:ext>
                  </a:extLst>
                </p14:cNvPr>
                <p14:cNvContentPartPr/>
                <p14:nvPr/>
              </p14:nvContentPartPr>
              <p14:xfrm>
                <a:off x="6422780" y="1747280"/>
                <a:ext cx="103680" cy="55944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3741B39B-B095-9388-9C63-4AF9CF2A41B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416660" y="1741160"/>
                  <a:ext cx="11592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FBC06982-7AD1-A0C1-E5AA-C0C40444C931}"/>
                    </a:ext>
                  </a:extLst>
                </p14:cNvPr>
                <p14:cNvContentPartPr/>
                <p14:nvPr/>
              </p14:nvContentPartPr>
              <p14:xfrm>
                <a:off x="6398660" y="1759160"/>
                <a:ext cx="80280" cy="8784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FBC06982-7AD1-A0C1-E5AA-C0C40444C93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392540" y="1753040"/>
                  <a:ext cx="925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EAA6FEFB-2978-090F-A5D4-D5A2914EB93D}"/>
                    </a:ext>
                  </a:extLst>
                </p14:cNvPr>
                <p14:cNvContentPartPr/>
                <p14:nvPr/>
              </p14:nvContentPartPr>
              <p14:xfrm>
                <a:off x="6414860" y="1736840"/>
                <a:ext cx="230760" cy="9108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EAA6FEFB-2978-090F-A5D4-D5A2914EB93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408740" y="1730720"/>
                  <a:ext cx="243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6F4F358E-EF38-BA32-AF25-E55DE26F7810}"/>
                    </a:ext>
                  </a:extLst>
                </p14:cNvPr>
                <p14:cNvContentPartPr/>
                <p14:nvPr/>
              </p14:nvContentPartPr>
              <p14:xfrm>
                <a:off x="6478580" y="1718480"/>
                <a:ext cx="86760" cy="9504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6F4F358E-EF38-BA32-AF25-E55DE26F781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472460" y="1712360"/>
                  <a:ext cx="990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C45AE445-DF63-1120-0336-EFAACA57B1F5}"/>
                    </a:ext>
                  </a:extLst>
                </p14:cNvPr>
                <p14:cNvContentPartPr/>
                <p14:nvPr/>
              </p14:nvContentPartPr>
              <p14:xfrm>
                <a:off x="6546260" y="1782560"/>
                <a:ext cx="43920" cy="3708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C45AE445-DF63-1120-0336-EFAACA57B1F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540140" y="1776440"/>
                  <a:ext cx="561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220DC501-4784-2149-9148-A37299A85B78}"/>
                    </a:ext>
                  </a:extLst>
                </p14:cNvPr>
                <p14:cNvContentPartPr/>
                <p14:nvPr/>
              </p14:nvContentPartPr>
              <p14:xfrm>
                <a:off x="6470660" y="1740800"/>
                <a:ext cx="63360" cy="5004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220DC501-4784-2149-9148-A37299A85B7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464540" y="1734680"/>
                  <a:ext cx="756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0861CAE1-DF82-58E6-B4C5-88D82E92C49E}"/>
                    </a:ext>
                  </a:extLst>
                </p14:cNvPr>
                <p14:cNvContentPartPr/>
                <p14:nvPr/>
              </p14:nvContentPartPr>
              <p14:xfrm>
                <a:off x="6152420" y="1920800"/>
                <a:ext cx="170640" cy="16668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0861CAE1-DF82-58E6-B4C5-88D82E92C49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146300" y="1914680"/>
                  <a:ext cx="1828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D3C45771-336B-7144-EE9A-B12129C4A1A2}"/>
                    </a:ext>
                  </a:extLst>
                </p14:cNvPr>
                <p14:cNvContentPartPr/>
                <p14:nvPr/>
              </p14:nvContentPartPr>
              <p14:xfrm>
                <a:off x="6645260" y="2454680"/>
                <a:ext cx="87120" cy="13428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D3C45771-336B-7144-EE9A-B12129C4A1A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639140" y="2448560"/>
                  <a:ext cx="993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ECCBA618-AFAF-EB0C-8AD5-15C7F40EE58F}"/>
                    </a:ext>
                  </a:extLst>
                </p14:cNvPr>
                <p14:cNvContentPartPr/>
                <p14:nvPr/>
              </p14:nvContentPartPr>
              <p14:xfrm>
                <a:off x="6440060" y="2332640"/>
                <a:ext cx="474120" cy="5832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ECCBA618-AFAF-EB0C-8AD5-15C7F40EE58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433940" y="2326520"/>
                  <a:ext cx="4863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06F6A908-B867-A568-BF8B-E108840C3BDC}"/>
                    </a:ext>
                  </a:extLst>
                </p14:cNvPr>
                <p14:cNvContentPartPr/>
                <p14:nvPr/>
              </p14:nvContentPartPr>
              <p14:xfrm>
                <a:off x="6843620" y="2389520"/>
                <a:ext cx="110880" cy="7632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06F6A908-B867-A568-BF8B-E108840C3BD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837500" y="2383400"/>
                  <a:ext cx="1231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2E752046-0439-B929-5504-D2E6AD1094DD}"/>
                    </a:ext>
                  </a:extLst>
                </p14:cNvPr>
                <p14:cNvContentPartPr/>
                <p14:nvPr/>
              </p14:nvContentPartPr>
              <p14:xfrm>
                <a:off x="6589100" y="2389520"/>
                <a:ext cx="165240" cy="3096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2E752046-0439-B929-5504-D2E6AD1094D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582980" y="2383400"/>
                  <a:ext cx="1774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56E1499D-E841-44A4-15D2-390FED14DA2C}"/>
                    </a:ext>
                  </a:extLst>
                </p14:cNvPr>
                <p14:cNvContentPartPr/>
                <p14:nvPr/>
              </p14:nvContentPartPr>
              <p14:xfrm>
                <a:off x="6677300" y="2423360"/>
                <a:ext cx="118800" cy="4248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56E1499D-E841-44A4-15D2-390FED14DA2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671180" y="2417240"/>
                  <a:ext cx="1310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B068D3F9-0850-F834-10B5-ECA9988A5EFF}"/>
                    </a:ext>
                  </a:extLst>
                </p14:cNvPr>
                <p14:cNvContentPartPr/>
                <p14:nvPr/>
              </p14:nvContentPartPr>
              <p14:xfrm>
                <a:off x="6446540" y="2183960"/>
                <a:ext cx="182880" cy="13356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B068D3F9-0850-F834-10B5-ECA9988A5EF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440420" y="2177840"/>
                  <a:ext cx="1951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0D5608C9-BEFB-8F23-CF65-A7E87587DADB}"/>
                    </a:ext>
                  </a:extLst>
                </p14:cNvPr>
                <p14:cNvContentPartPr/>
                <p14:nvPr/>
              </p14:nvContentPartPr>
              <p14:xfrm>
                <a:off x="6470660" y="2222120"/>
                <a:ext cx="63000" cy="2340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0D5608C9-BEFB-8F23-CF65-A7E87587DAD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464540" y="2216000"/>
                  <a:ext cx="752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4B060278-97DF-F8EB-5BD6-F24AFDB42E16}"/>
                    </a:ext>
                  </a:extLst>
                </p14:cNvPr>
                <p14:cNvContentPartPr/>
                <p14:nvPr/>
              </p14:nvContentPartPr>
              <p14:xfrm>
                <a:off x="7090940" y="1620200"/>
                <a:ext cx="101520" cy="1260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4B060278-97DF-F8EB-5BD6-F24AFDB42E1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084820" y="1614080"/>
                  <a:ext cx="1137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7587FC1B-3FE7-55A5-ED5D-558C7449F669}"/>
                    </a:ext>
                  </a:extLst>
                </p14:cNvPr>
                <p14:cNvContentPartPr/>
                <p14:nvPr/>
              </p14:nvContentPartPr>
              <p14:xfrm>
                <a:off x="7067180" y="1656200"/>
                <a:ext cx="197280" cy="1224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7587FC1B-3FE7-55A5-ED5D-558C7449F66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061060" y="1650080"/>
                  <a:ext cx="2095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D6FBBDD3-63A9-2517-FE35-692D38528170}"/>
                    </a:ext>
                  </a:extLst>
                </p14:cNvPr>
                <p14:cNvContentPartPr/>
                <p14:nvPr/>
              </p14:nvContentPartPr>
              <p14:xfrm>
                <a:off x="7500980" y="1650800"/>
                <a:ext cx="73440" cy="13104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D6FBBDD3-63A9-2517-FE35-692D3852817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494860" y="1644680"/>
                  <a:ext cx="856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C7D29D9F-5365-E871-22AA-056907C5B3AE}"/>
                    </a:ext>
                  </a:extLst>
                </p14:cNvPr>
                <p14:cNvContentPartPr/>
                <p14:nvPr/>
              </p14:nvContentPartPr>
              <p14:xfrm>
                <a:off x="7572980" y="1666640"/>
                <a:ext cx="215280" cy="13140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C7D29D9F-5365-E871-22AA-056907C5B3A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566860" y="1660520"/>
                  <a:ext cx="2275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09799B41-4A3B-4F67-35AE-DF094EDBF7A7}"/>
                    </a:ext>
                  </a:extLst>
                </p14:cNvPr>
                <p14:cNvContentPartPr/>
                <p14:nvPr/>
              </p14:nvContentPartPr>
              <p14:xfrm>
                <a:off x="7835420" y="1532720"/>
                <a:ext cx="142920" cy="540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09799B41-4A3B-4F67-35AE-DF094EDBF7A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829300" y="1526600"/>
                  <a:ext cx="15516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25F2606C-B1A6-8EA4-1BC0-598C2922A8EB}"/>
                    </a:ext>
                  </a:extLst>
                </p14:cNvPr>
                <p14:cNvContentPartPr/>
                <p14:nvPr/>
              </p14:nvContentPartPr>
              <p14:xfrm>
                <a:off x="7977980" y="1510400"/>
                <a:ext cx="215280" cy="10476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25F2606C-B1A6-8EA4-1BC0-598C2922A8E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971860" y="1504280"/>
                  <a:ext cx="2275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B9C2EB68-22AB-36E2-C4A8-D9D0BEFD9B8C}"/>
                    </a:ext>
                  </a:extLst>
                </p14:cNvPr>
                <p14:cNvContentPartPr/>
                <p14:nvPr/>
              </p14:nvContentPartPr>
              <p14:xfrm>
                <a:off x="8216300" y="1794800"/>
                <a:ext cx="102960" cy="3168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B9C2EB68-22AB-36E2-C4A8-D9D0BEFD9B8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210180" y="1788680"/>
                  <a:ext cx="1152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B98A8430-B044-5093-0454-8C742E31A21E}"/>
                    </a:ext>
                  </a:extLst>
                </p14:cNvPr>
                <p14:cNvContentPartPr/>
                <p14:nvPr/>
              </p14:nvContentPartPr>
              <p14:xfrm>
                <a:off x="8160140" y="1806320"/>
                <a:ext cx="80280" cy="2520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B98A8430-B044-5093-0454-8C742E31A21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154020" y="1800200"/>
                  <a:ext cx="92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BA7ABDC4-39F8-8BCA-C8C2-62F9BE13AF8E}"/>
                    </a:ext>
                  </a:extLst>
                </p14:cNvPr>
                <p14:cNvContentPartPr/>
                <p14:nvPr/>
              </p14:nvContentPartPr>
              <p14:xfrm>
                <a:off x="8462540" y="1702280"/>
                <a:ext cx="127440" cy="19368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BA7ABDC4-39F8-8BCA-C8C2-62F9BE13AF8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456420" y="1696160"/>
                  <a:ext cx="1396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AF64F781-2E9C-5C91-59DC-03B69FFA94F5}"/>
                    </a:ext>
                  </a:extLst>
                </p14:cNvPr>
                <p14:cNvContentPartPr/>
                <p14:nvPr/>
              </p14:nvContentPartPr>
              <p14:xfrm>
                <a:off x="8580980" y="1861760"/>
                <a:ext cx="16200" cy="5436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AF64F781-2E9C-5C91-59DC-03B69FFA94F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574860" y="1855640"/>
                  <a:ext cx="284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DC046537-63E2-295E-27A2-06B00F57D302}"/>
                    </a:ext>
                  </a:extLst>
                </p14:cNvPr>
                <p14:cNvContentPartPr/>
                <p14:nvPr/>
              </p14:nvContentPartPr>
              <p14:xfrm>
                <a:off x="8699420" y="1714880"/>
                <a:ext cx="73080" cy="11052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DC046537-63E2-295E-27A2-06B00F57D30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693300" y="1708760"/>
                  <a:ext cx="853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33AC0CA9-62BE-810F-CE3F-5CFC30269408}"/>
                    </a:ext>
                  </a:extLst>
                </p14:cNvPr>
                <p14:cNvContentPartPr/>
                <p14:nvPr/>
              </p14:nvContentPartPr>
              <p14:xfrm>
                <a:off x="8953940" y="1764200"/>
                <a:ext cx="112680" cy="7128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33AC0CA9-62BE-810F-CE3F-5CFC3026940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947820" y="1758080"/>
                  <a:ext cx="1249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E1E92CA0-8546-935C-9636-5DCF1AEB4256}"/>
                    </a:ext>
                  </a:extLst>
                </p14:cNvPr>
                <p14:cNvContentPartPr/>
                <p14:nvPr/>
              </p14:nvContentPartPr>
              <p14:xfrm>
                <a:off x="8897780" y="1789760"/>
                <a:ext cx="120240" cy="2376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E1E92CA0-8546-935C-9636-5DCF1AEB425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891660" y="1783640"/>
                  <a:ext cx="132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4A8D0BA1-2209-22C2-A2BE-4755F2DC576D}"/>
                    </a:ext>
                  </a:extLst>
                </p14:cNvPr>
                <p14:cNvContentPartPr/>
                <p14:nvPr/>
              </p14:nvContentPartPr>
              <p14:xfrm>
                <a:off x="9172820" y="1673120"/>
                <a:ext cx="83880" cy="14544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4A8D0BA1-2209-22C2-A2BE-4755F2DC576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166700" y="1667000"/>
                  <a:ext cx="961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AAF0D8F9-EF87-860C-D08F-ED2264619980}"/>
                    </a:ext>
                  </a:extLst>
                </p14:cNvPr>
                <p14:cNvContentPartPr/>
                <p14:nvPr/>
              </p14:nvContentPartPr>
              <p14:xfrm>
                <a:off x="9192980" y="1703360"/>
                <a:ext cx="197280" cy="11052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AAF0D8F9-EF87-860C-D08F-ED226461998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186860" y="1697240"/>
                  <a:ext cx="209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C1F220C0-41CC-21CF-3F63-F169821FB85C}"/>
                    </a:ext>
                  </a:extLst>
                </p14:cNvPr>
                <p14:cNvContentPartPr/>
                <p14:nvPr/>
              </p14:nvContentPartPr>
              <p14:xfrm>
                <a:off x="9326540" y="1630640"/>
                <a:ext cx="104400" cy="900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C1F220C0-41CC-21CF-3F63-F169821FB85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320420" y="1624520"/>
                  <a:ext cx="1166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DEDBB70A-3336-AB48-521E-7939F60E5E9A}"/>
                    </a:ext>
                  </a:extLst>
                </p14:cNvPr>
                <p14:cNvContentPartPr/>
                <p14:nvPr/>
              </p14:nvContentPartPr>
              <p14:xfrm>
                <a:off x="9484940" y="1618400"/>
                <a:ext cx="101160" cy="6984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DEDBB70A-3336-AB48-521E-7939F60E5E9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478820" y="1612280"/>
                  <a:ext cx="1134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E7A0E90A-7B62-4983-8010-DB9209A0CFA8}"/>
                    </a:ext>
                  </a:extLst>
                </p14:cNvPr>
                <p14:cNvContentPartPr/>
                <p14:nvPr/>
              </p14:nvContentPartPr>
              <p14:xfrm>
                <a:off x="9628940" y="1573040"/>
                <a:ext cx="106200" cy="13392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E7A0E90A-7B62-4983-8010-DB9209A0CFA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622820" y="1566920"/>
                  <a:ext cx="1184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14F0BA6D-41B8-0974-3C23-FA2CC6D284A4}"/>
                    </a:ext>
                  </a:extLst>
                </p14:cNvPr>
                <p14:cNvContentPartPr/>
                <p14:nvPr/>
              </p14:nvContentPartPr>
              <p14:xfrm>
                <a:off x="7179500" y="2066240"/>
                <a:ext cx="203760" cy="7704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14F0BA6D-41B8-0974-3C23-FA2CC6D284A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173380" y="2060120"/>
                  <a:ext cx="2160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DA916F38-0836-A17D-BEC8-AE66A7F8F972}"/>
                    </a:ext>
                  </a:extLst>
                </p14:cNvPr>
                <p14:cNvContentPartPr/>
                <p14:nvPr/>
              </p14:nvContentPartPr>
              <p14:xfrm>
                <a:off x="7224140" y="2081000"/>
                <a:ext cx="134640" cy="5292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DA916F38-0836-A17D-BEC8-AE66A7F8F97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218020" y="2074880"/>
                  <a:ext cx="1468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7A3FAC78-A3A9-C230-8E84-265B05ECDA91}"/>
                    </a:ext>
                  </a:extLst>
                </p14:cNvPr>
                <p14:cNvContentPartPr/>
                <p14:nvPr/>
              </p14:nvContentPartPr>
              <p14:xfrm>
                <a:off x="7787540" y="2073080"/>
                <a:ext cx="182880" cy="19224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7A3FAC78-A3A9-C230-8E84-265B05ECDA9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781420" y="2066960"/>
                  <a:ext cx="1951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F8EE72FF-51C0-5641-2E34-1E56A6EC0DDE}"/>
                    </a:ext>
                  </a:extLst>
                </p14:cNvPr>
                <p14:cNvContentPartPr/>
                <p14:nvPr/>
              </p14:nvContentPartPr>
              <p14:xfrm>
                <a:off x="8025860" y="2244440"/>
                <a:ext cx="86760" cy="10332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F8EE72FF-51C0-5641-2E34-1E56A6EC0DD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019740" y="2238320"/>
                  <a:ext cx="990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294A2409-2667-F243-D1B0-1713CA727F79}"/>
                    </a:ext>
                  </a:extLst>
                </p14:cNvPr>
                <p14:cNvContentPartPr/>
                <p14:nvPr/>
              </p14:nvContentPartPr>
              <p14:xfrm>
                <a:off x="8231420" y="2124560"/>
                <a:ext cx="118080" cy="16740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294A2409-2667-F243-D1B0-1713CA727F7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225300" y="2118440"/>
                  <a:ext cx="1303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47FFD486-3D6F-3C8B-C483-D27CFB6075E8}"/>
                    </a:ext>
                  </a:extLst>
                </p14:cNvPr>
                <p14:cNvContentPartPr/>
                <p14:nvPr/>
              </p14:nvContentPartPr>
              <p14:xfrm>
                <a:off x="8541020" y="2180720"/>
                <a:ext cx="48240" cy="10116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47FFD486-3D6F-3C8B-C483-D27CFB6075E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534900" y="2174600"/>
                  <a:ext cx="604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A70C2888-B8A1-DBD7-7E2F-81705AC89499}"/>
                    </a:ext>
                  </a:extLst>
                </p14:cNvPr>
                <p14:cNvContentPartPr/>
                <p14:nvPr/>
              </p14:nvContentPartPr>
              <p14:xfrm>
                <a:off x="8508980" y="2237960"/>
                <a:ext cx="112320" cy="4104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A70C2888-B8A1-DBD7-7E2F-81705AC8949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502860" y="2231840"/>
                  <a:ext cx="1245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0DCFB9FD-9077-A577-0B46-3B43429EE084}"/>
                    </a:ext>
                  </a:extLst>
                </p14:cNvPr>
                <p14:cNvContentPartPr/>
                <p14:nvPr/>
              </p14:nvContentPartPr>
              <p14:xfrm>
                <a:off x="8985980" y="2061200"/>
                <a:ext cx="88560" cy="19224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0DCFB9FD-9077-A577-0B46-3B43429EE08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979860" y="2055080"/>
                  <a:ext cx="1008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0A99442F-C4DD-2042-6BA4-B3C532C64701}"/>
                    </a:ext>
                  </a:extLst>
                </p14:cNvPr>
                <p14:cNvContentPartPr/>
                <p14:nvPr/>
              </p14:nvContentPartPr>
              <p14:xfrm>
                <a:off x="9053660" y="2101160"/>
                <a:ext cx="224640" cy="14256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0A99442F-C4DD-2042-6BA4-B3C532C6470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047540" y="2095040"/>
                  <a:ext cx="2368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BB512252-31E3-BD60-AEF8-B2E5AFB9A2D7}"/>
                    </a:ext>
                  </a:extLst>
                </p14:cNvPr>
                <p14:cNvContentPartPr/>
                <p14:nvPr/>
              </p14:nvContentPartPr>
              <p14:xfrm>
                <a:off x="9366500" y="1980200"/>
                <a:ext cx="174600" cy="11772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BB512252-31E3-BD60-AEF8-B2E5AFB9A2D7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360380" y="1974080"/>
                  <a:ext cx="1868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71F7C7CF-516F-51DC-556A-08B84DC8AA8C}"/>
                    </a:ext>
                  </a:extLst>
                </p14:cNvPr>
                <p14:cNvContentPartPr/>
                <p14:nvPr/>
              </p14:nvContentPartPr>
              <p14:xfrm>
                <a:off x="7208300" y="2445320"/>
                <a:ext cx="110880" cy="11340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71F7C7CF-516F-51DC-556A-08B84DC8AA8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202180" y="2439200"/>
                  <a:ext cx="1231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C29B1139-EED8-3344-E71F-F2E752DCD09A}"/>
                    </a:ext>
                  </a:extLst>
                </p14:cNvPr>
                <p14:cNvContentPartPr/>
                <p14:nvPr/>
              </p14:nvContentPartPr>
              <p14:xfrm>
                <a:off x="7184180" y="2524520"/>
                <a:ext cx="118800" cy="2880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C29B1139-EED8-3344-E71F-F2E752DCD09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178060" y="2518400"/>
                  <a:ext cx="1310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AE56B265-DB92-2622-6DE9-29AA2FE44674}"/>
                    </a:ext>
                  </a:extLst>
                </p14:cNvPr>
                <p14:cNvContentPartPr/>
                <p14:nvPr/>
              </p14:nvContentPartPr>
              <p14:xfrm>
                <a:off x="7773500" y="2479160"/>
                <a:ext cx="138600" cy="13536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AE56B265-DB92-2622-6DE9-29AA2FE4467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767380" y="2473040"/>
                  <a:ext cx="1508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FA6D762A-4E9D-A3DF-54AC-2D371C538EFE}"/>
                    </a:ext>
                  </a:extLst>
                </p14:cNvPr>
                <p14:cNvContentPartPr/>
                <p14:nvPr/>
              </p14:nvContentPartPr>
              <p14:xfrm>
                <a:off x="5867660" y="3035720"/>
                <a:ext cx="249120" cy="2556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FA6D762A-4E9D-A3DF-54AC-2D371C538EFE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861540" y="3029600"/>
                  <a:ext cx="2613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E0273832-B794-CFCD-2712-C8E50697F9D2}"/>
                    </a:ext>
                  </a:extLst>
                </p14:cNvPr>
                <p14:cNvContentPartPr/>
                <p14:nvPr/>
              </p14:nvContentPartPr>
              <p14:xfrm>
                <a:off x="5804660" y="3114560"/>
                <a:ext cx="261720" cy="2412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E0273832-B794-CFCD-2712-C8E50697F9D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798540" y="3108440"/>
                  <a:ext cx="2739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380998C9-BAD8-733D-8FC2-FCF570BFBBC4}"/>
                    </a:ext>
                  </a:extLst>
                </p14:cNvPr>
                <p14:cNvContentPartPr/>
                <p14:nvPr/>
              </p14:nvContentPartPr>
              <p14:xfrm>
                <a:off x="6626900" y="2856800"/>
                <a:ext cx="109080" cy="16416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380998C9-BAD8-733D-8FC2-FCF570BFBBC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620780" y="2850680"/>
                  <a:ext cx="1213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7F34E921-325E-E9BF-CB79-D635E98DAA3E}"/>
                    </a:ext>
                  </a:extLst>
                </p14:cNvPr>
                <p14:cNvContentPartPr/>
                <p14:nvPr/>
              </p14:nvContentPartPr>
              <p14:xfrm>
                <a:off x="6509180" y="2934560"/>
                <a:ext cx="294840" cy="5724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7F34E921-325E-E9BF-CB79-D635E98DAA3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503060" y="2928440"/>
                  <a:ext cx="3070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D0A4EA75-8945-4EEE-A2A8-01B6F765E9D3}"/>
                    </a:ext>
                  </a:extLst>
                </p14:cNvPr>
                <p14:cNvContentPartPr/>
                <p14:nvPr/>
              </p14:nvContentPartPr>
              <p14:xfrm>
                <a:off x="6819500" y="3001880"/>
                <a:ext cx="64440" cy="10188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D0A4EA75-8945-4EEE-A2A8-01B6F765E9D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813380" y="2995760"/>
                  <a:ext cx="766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45CE3515-5FFF-0CB6-1144-D4EA9D273F57}"/>
                    </a:ext>
                  </a:extLst>
                </p14:cNvPr>
                <p14:cNvContentPartPr/>
                <p14:nvPr/>
              </p14:nvContentPartPr>
              <p14:xfrm>
                <a:off x="6913100" y="2915840"/>
                <a:ext cx="247320" cy="11088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45CE3515-5FFF-0CB6-1144-D4EA9D273F5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906980" y="2909720"/>
                  <a:ext cx="2595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16024164-12C0-D559-56A4-43256148EC6A}"/>
                    </a:ext>
                  </a:extLst>
                </p14:cNvPr>
                <p14:cNvContentPartPr/>
                <p14:nvPr/>
              </p14:nvContentPartPr>
              <p14:xfrm>
                <a:off x="7192100" y="2893520"/>
                <a:ext cx="118800" cy="16272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16024164-12C0-D559-56A4-43256148EC6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185980" y="2887400"/>
                  <a:ext cx="1310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A8FA42D8-605C-8264-F8A0-F48B006402B9}"/>
                    </a:ext>
                  </a:extLst>
                </p14:cNvPr>
                <p14:cNvContentPartPr/>
                <p14:nvPr/>
              </p14:nvContentPartPr>
              <p14:xfrm>
                <a:off x="7731380" y="2882000"/>
                <a:ext cx="64440" cy="12528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A8FA42D8-605C-8264-F8A0-F48B006402B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725260" y="2875880"/>
                  <a:ext cx="766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DCBF8AF0-D068-9A8B-0E47-306690CA2EB6}"/>
                    </a:ext>
                  </a:extLst>
                </p14:cNvPr>
                <p14:cNvContentPartPr/>
                <p14:nvPr/>
              </p14:nvContentPartPr>
              <p14:xfrm>
                <a:off x="7637060" y="2927360"/>
                <a:ext cx="253080" cy="9504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DCBF8AF0-D068-9A8B-0E47-306690CA2EB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630940" y="2921240"/>
                  <a:ext cx="2653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3608BE45-66B7-E704-461C-A7DCF8E989AE}"/>
                    </a:ext>
                  </a:extLst>
                </p14:cNvPr>
                <p14:cNvContentPartPr/>
                <p14:nvPr/>
              </p14:nvContentPartPr>
              <p14:xfrm>
                <a:off x="8139620" y="2884160"/>
                <a:ext cx="108360" cy="14076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3608BE45-66B7-E704-461C-A7DCF8E989A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133500" y="2878040"/>
                  <a:ext cx="1206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89635465-7DD3-A6F1-746A-2884DED7CA78}"/>
                    </a:ext>
                  </a:extLst>
                </p14:cNvPr>
                <p14:cNvContentPartPr/>
                <p14:nvPr/>
              </p14:nvContentPartPr>
              <p14:xfrm>
                <a:off x="8152940" y="2883800"/>
                <a:ext cx="285840" cy="13392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89635465-7DD3-A6F1-746A-2884DED7CA7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146820" y="2877680"/>
                  <a:ext cx="2980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C5B85E79-C65E-3114-06FC-1F91AB411598}"/>
                    </a:ext>
                  </a:extLst>
                </p14:cNvPr>
                <p14:cNvContentPartPr/>
                <p14:nvPr/>
              </p14:nvContentPartPr>
              <p14:xfrm>
                <a:off x="8414660" y="2816480"/>
                <a:ext cx="166680" cy="1224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C5B85E79-C65E-3114-06FC-1F91AB41159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408540" y="2810360"/>
                  <a:ext cx="1789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DD880409-1ADC-8332-CD67-F42B488627AC}"/>
                    </a:ext>
                  </a:extLst>
                </p14:cNvPr>
                <p14:cNvContentPartPr/>
                <p14:nvPr/>
              </p14:nvContentPartPr>
              <p14:xfrm>
                <a:off x="8758820" y="2686160"/>
                <a:ext cx="92880" cy="11016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DD880409-1ADC-8332-CD67-F42B488627AC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752700" y="2680040"/>
                  <a:ext cx="105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F4CF3459-845F-9C80-8568-DF369FB3ED50}"/>
                    </a:ext>
                  </a:extLst>
                </p14:cNvPr>
                <p14:cNvContentPartPr/>
                <p14:nvPr/>
              </p14:nvContentPartPr>
              <p14:xfrm>
                <a:off x="8771420" y="2694800"/>
                <a:ext cx="190080" cy="14004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F4CF3459-845F-9C80-8568-DF369FB3ED5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765300" y="2688680"/>
                  <a:ext cx="2023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4F65B427-73C1-4C75-3F41-056EDE721519}"/>
                    </a:ext>
                  </a:extLst>
                </p14:cNvPr>
                <p14:cNvContentPartPr/>
                <p14:nvPr/>
              </p14:nvContentPartPr>
              <p14:xfrm>
                <a:off x="8993900" y="2940320"/>
                <a:ext cx="347760" cy="13608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4F65B427-73C1-4C75-3F41-056EDE721519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987780" y="2934200"/>
                  <a:ext cx="3600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C917D7EA-173C-360C-C777-FE8CF7323F09}"/>
                    </a:ext>
                  </a:extLst>
                </p14:cNvPr>
                <p14:cNvContentPartPr/>
                <p14:nvPr/>
              </p14:nvContentPartPr>
              <p14:xfrm>
                <a:off x="6446900" y="2636120"/>
                <a:ext cx="94680" cy="33912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C917D7EA-173C-360C-C777-FE8CF7323F0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440780" y="2630000"/>
                  <a:ext cx="1069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75419B1F-B68E-5053-43D1-0D12EBB38BFF}"/>
                    </a:ext>
                  </a:extLst>
                </p14:cNvPr>
                <p14:cNvContentPartPr/>
                <p14:nvPr/>
              </p14:nvContentPartPr>
              <p14:xfrm>
                <a:off x="6509180" y="2520920"/>
                <a:ext cx="3230640" cy="54108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75419B1F-B68E-5053-43D1-0D12EBB38BF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503060" y="2514800"/>
                  <a:ext cx="3242880" cy="55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55" name="Tinta 154">
                <a:extLst>
                  <a:ext uri="{FF2B5EF4-FFF2-40B4-BE49-F238E27FC236}">
                    <a16:creationId xmlns:a16="http://schemas.microsoft.com/office/drawing/2014/main" id="{A4F4096B-4281-52CC-20F4-A9D253A56D75}"/>
                  </a:ext>
                </a:extLst>
              </p14:cNvPr>
              <p14:cNvContentPartPr/>
              <p14:nvPr/>
            </p14:nvContentPartPr>
            <p14:xfrm>
              <a:off x="2073980" y="3290240"/>
              <a:ext cx="1419480" cy="100800"/>
            </p14:xfrm>
          </p:contentPart>
        </mc:Choice>
        <mc:Fallback>
          <p:pic>
            <p:nvPicPr>
              <p:cNvPr id="155" name="Tinta 154">
                <a:extLst>
                  <a:ext uri="{FF2B5EF4-FFF2-40B4-BE49-F238E27FC236}">
                    <a16:creationId xmlns:a16="http://schemas.microsoft.com/office/drawing/2014/main" id="{A4F4096B-4281-52CC-20F4-A9D253A56D75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2067860" y="3284120"/>
                <a:ext cx="1431720" cy="11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Agrupar 156">
            <a:extLst>
              <a:ext uri="{FF2B5EF4-FFF2-40B4-BE49-F238E27FC236}">
                <a16:creationId xmlns:a16="http://schemas.microsoft.com/office/drawing/2014/main" id="{9B97531C-4684-3686-A1E9-206AB08360B1}"/>
              </a:ext>
            </a:extLst>
          </p:cNvPr>
          <p:cNvGrpSpPr/>
          <p:nvPr/>
        </p:nvGrpSpPr>
        <p:grpSpPr>
          <a:xfrm>
            <a:off x="8843420" y="876800"/>
            <a:ext cx="1333800" cy="410760"/>
            <a:chOff x="8843420" y="876800"/>
            <a:chExt cx="1333800" cy="41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F2280A38-6DB4-4F78-11BA-47E88855872B}"/>
                    </a:ext>
                  </a:extLst>
                </p14:cNvPr>
                <p14:cNvContentPartPr/>
                <p14:nvPr/>
              </p14:nvContentPartPr>
              <p14:xfrm>
                <a:off x="8843420" y="1089560"/>
                <a:ext cx="198720" cy="10404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F2280A38-6DB4-4F78-11BA-47E88855872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837300" y="1083440"/>
                  <a:ext cx="2109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24779E9E-3C7D-2637-DA31-E6BDB28CA02B}"/>
                    </a:ext>
                  </a:extLst>
                </p14:cNvPr>
                <p14:cNvContentPartPr/>
                <p14:nvPr/>
              </p14:nvContentPartPr>
              <p14:xfrm>
                <a:off x="9224300" y="1131680"/>
                <a:ext cx="56880" cy="12528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24779E9E-3C7D-2637-DA31-E6BDB28CA02B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218180" y="1125560"/>
                  <a:ext cx="691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802120E2-9C6D-93C8-69EE-2C38197FAC80}"/>
                    </a:ext>
                  </a:extLst>
                </p14:cNvPr>
                <p14:cNvContentPartPr/>
                <p14:nvPr/>
              </p14:nvContentPartPr>
              <p14:xfrm>
                <a:off x="9184340" y="1155440"/>
                <a:ext cx="166680" cy="9972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802120E2-9C6D-93C8-69EE-2C38197FAC8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178220" y="1149320"/>
                  <a:ext cx="1789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DB5687CA-922B-B080-CC9F-CC8AC3480446}"/>
                    </a:ext>
                  </a:extLst>
                </p14:cNvPr>
                <p14:cNvContentPartPr/>
                <p14:nvPr/>
              </p14:nvContentPartPr>
              <p14:xfrm>
                <a:off x="9457580" y="1065440"/>
                <a:ext cx="143640" cy="12096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DB5687CA-922B-B080-CC9F-CC8AC348044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451460" y="1059320"/>
                  <a:ext cx="1558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4858B8B5-C3A1-1F85-5DCF-9071D71F1F4F}"/>
                    </a:ext>
                  </a:extLst>
                </p14:cNvPr>
                <p14:cNvContentPartPr/>
                <p14:nvPr/>
              </p14:nvContentPartPr>
              <p14:xfrm>
                <a:off x="9637580" y="1084880"/>
                <a:ext cx="102240" cy="7632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4858B8B5-C3A1-1F85-5DCF-9071D71F1F4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631460" y="1078760"/>
                  <a:ext cx="1144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572AB3DA-4A04-D874-9BEB-1CC9FCA7D611}"/>
                    </a:ext>
                  </a:extLst>
                </p14:cNvPr>
                <p14:cNvContentPartPr/>
                <p14:nvPr/>
              </p14:nvContentPartPr>
              <p14:xfrm>
                <a:off x="9755300" y="1105400"/>
                <a:ext cx="112320" cy="5112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572AB3DA-4A04-D874-9BEB-1CC9FCA7D611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749180" y="1099280"/>
                  <a:ext cx="1245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B43F8C40-B4D6-0800-AA46-4604848F66F4}"/>
                    </a:ext>
                  </a:extLst>
                </p14:cNvPr>
                <p14:cNvContentPartPr/>
                <p14:nvPr/>
              </p14:nvContentPartPr>
              <p14:xfrm>
                <a:off x="9873740" y="1021880"/>
                <a:ext cx="128520" cy="14400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B43F8C40-B4D6-0800-AA46-4604848F66F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867620" y="1015760"/>
                  <a:ext cx="1407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38B4CB79-EDAF-E020-4119-77BA66DD7DA5}"/>
                    </a:ext>
                  </a:extLst>
                </p14:cNvPr>
                <p14:cNvContentPartPr/>
                <p14:nvPr/>
              </p14:nvContentPartPr>
              <p14:xfrm>
                <a:off x="9921260" y="1074440"/>
                <a:ext cx="160200" cy="11772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38B4CB79-EDAF-E020-4119-77BA66DD7DA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915140" y="1068320"/>
                  <a:ext cx="1724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15B28D45-AC72-6E49-CDF4-0DA5B181EDF5}"/>
                    </a:ext>
                  </a:extLst>
                </p14:cNvPr>
                <p14:cNvContentPartPr/>
                <p14:nvPr/>
              </p14:nvContentPartPr>
              <p14:xfrm>
                <a:off x="9985700" y="1136720"/>
                <a:ext cx="150840" cy="900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15B28D45-AC72-6E49-CDF4-0DA5B181EDF5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979580" y="1130600"/>
                  <a:ext cx="1630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6DA5A2DB-3087-E106-E8D5-F23DAB84A251}"/>
                    </a:ext>
                  </a:extLst>
                </p14:cNvPr>
                <p14:cNvContentPartPr/>
                <p14:nvPr/>
              </p14:nvContentPartPr>
              <p14:xfrm>
                <a:off x="9357140" y="876800"/>
                <a:ext cx="820080" cy="41076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6DA5A2DB-3087-E106-E8D5-F23DAB84A25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351020" y="870680"/>
                  <a:ext cx="832320" cy="42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Agrupar 160">
            <a:extLst>
              <a:ext uri="{FF2B5EF4-FFF2-40B4-BE49-F238E27FC236}">
                <a16:creationId xmlns:a16="http://schemas.microsoft.com/office/drawing/2014/main" id="{2786438C-D010-93B1-9310-E0F1CD4C7D4E}"/>
              </a:ext>
            </a:extLst>
          </p:cNvPr>
          <p:cNvGrpSpPr/>
          <p:nvPr/>
        </p:nvGrpSpPr>
        <p:grpSpPr>
          <a:xfrm>
            <a:off x="4972700" y="592040"/>
            <a:ext cx="491400" cy="248760"/>
            <a:chOff x="4972700" y="592040"/>
            <a:chExt cx="491400" cy="24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73C72DAE-4412-85F6-905D-ECEB63F7DEFC}"/>
                    </a:ext>
                  </a:extLst>
                </p14:cNvPr>
                <p14:cNvContentPartPr/>
                <p14:nvPr/>
              </p14:nvContentPartPr>
              <p14:xfrm>
                <a:off x="5310740" y="823520"/>
                <a:ext cx="64440" cy="1728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73C72DAE-4412-85F6-905D-ECEB63F7DEF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304620" y="817400"/>
                  <a:ext cx="766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FC8D7125-145D-1CF7-1E06-FD8667565528}"/>
                    </a:ext>
                  </a:extLst>
                </p14:cNvPr>
                <p14:cNvContentPartPr/>
                <p14:nvPr/>
              </p14:nvContentPartPr>
              <p14:xfrm>
                <a:off x="4972700" y="672320"/>
                <a:ext cx="236880" cy="16416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FC8D7125-145D-1CF7-1E06-FD8667565528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966580" y="666200"/>
                  <a:ext cx="2491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25A554C5-3EED-D98A-99B7-916C72519476}"/>
                    </a:ext>
                  </a:extLst>
                </p14:cNvPr>
                <p14:cNvContentPartPr/>
                <p14:nvPr/>
              </p14:nvContentPartPr>
              <p14:xfrm>
                <a:off x="5240540" y="592040"/>
                <a:ext cx="223560" cy="23832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25A554C5-3EED-D98A-99B7-916C72519476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234420" y="585920"/>
                  <a:ext cx="235800" cy="25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Agrupar 163">
            <a:extLst>
              <a:ext uri="{FF2B5EF4-FFF2-40B4-BE49-F238E27FC236}">
                <a16:creationId xmlns:a16="http://schemas.microsoft.com/office/drawing/2014/main" id="{BFB0A43B-CF23-804A-9189-AEDB0EC82DB5}"/>
              </a:ext>
            </a:extLst>
          </p:cNvPr>
          <p:cNvGrpSpPr/>
          <p:nvPr/>
        </p:nvGrpSpPr>
        <p:grpSpPr>
          <a:xfrm>
            <a:off x="4629260" y="3146600"/>
            <a:ext cx="476280" cy="446400"/>
            <a:chOff x="4629260" y="3146600"/>
            <a:chExt cx="476280" cy="44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13CC595D-40BB-A1EF-98EF-710169320830}"/>
                    </a:ext>
                  </a:extLst>
                </p14:cNvPr>
                <p14:cNvContentPartPr/>
                <p14:nvPr/>
              </p14:nvContentPartPr>
              <p14:xfrm>
                <a:off x="4629260" y="3316880"/>
                <a:ext cx="194400" cy="26676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13CC595D-40BB-A1EF-98EF-710169320830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623140" y="3310760"/>
                  <a:ext cx="2066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8CDFB404-B1ED-D2DE-0845-71BA0D5874C6}"/>
                    </a:ext>
                  </a:extLst>
                </p14:cNvPr>
                <p14:cNvContentPartPr/>
                <p14:nvPr/>
              </p14:nvContentPartPr>
              <p14:xfrm>
                <a:off x="4747700" y="3146600"/>
                <a:ext cx="357840" cy="44640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8CDFB404-B1ED-D2DE-0845-71BA0D5874C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741580" y="3140480"/>
                  <a:ext cx="370080" cy="45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Agrupar 179">
            <a:extLst>
              <a:ext uri="{FF2B5EF4-FFF2-40B4-BE49-F238E27FC236}">
                <a16:creationId xmlns:a16="http://schemas.microsoft.com/office/drawing/2014/main" id="{F206A5CE-BB14-5C33-4017-1A251BC94D14}"/>
              </a:ext>
            </a:extLst>
          </p:cNvPr>
          <p:cNvGrpSpPr/>
          <p:nvPr/>
        </p:nvGrpSpPr>
        <p:grpSpPr>
          <a:xfrm>
            <a:off x="3241100" y="3869120"/>
            <a:ext cx="951840" cy="541080"/>
            <a:chOff x="3241100" y="3869120"/>
            <a:chExt cx="951840" cy="54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26C9AB89-9078-1B85-F4ED-C84F73E3A5BA}"/>
                    </a:ext>
                  </a:extLst>
                </p14:cNvPr>
                <p14:cNvContentPartPr/>
                <p14:nvPr/>
              </p14:nvContentPartPr>
              <p14:xfrm>
                <a:off x="3398780" y="4184120"/>
                <a:ext cx="624960" cy="10188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26C9AB89-9078-1B85-F4ED-C84F73E3A5B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392660" y="4178000"/>
                  <a:ext cx="6372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826DC1EC-52AF-47D7-56DC-317918DC7658}"/>
                    </a:ext>
                  </a:extLst>
                </p14:cNvPr>
                <p14:cNvContentPartPr/>
                <p14:nvPr/>
              </p14:nvContentPartPr>
              <p14:xfrm>
                <a:off x="4010060" y="4256480"/>
                <a:ext cx="40320" cy="10980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826DC1EC-52AF-47D7-56DC-317918DC765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003940" y="4250360"/>
                  <a:ext cx="525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7762D1CE-2030-BCA7-2939-CA13A1D994A9}"/>
                    </a:ext>
                  </a:extLst>
                </p14:cNvPr>
                <p14:cNvContentPartPr/>
                <p14:nvPr/>
              </p14:nvContentPartPr>
              <p14:xfrm>
                <a:off x="3915740" y="4207880"/>
                <a:ext cx="46800" cy="10296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7762D1CE-2030-BCA7-2939-CA13A1D994A9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909620" y="4201760"/>
                  <a:ext cx="590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A51F3B3C-7F14-4BB8-DE67-22D35909E035}"/>
                    </a:ext>
                  </a:extLst>
                </p14:cNvPr>
                <p14:cNvContentPartPr/>
                <p14:nvPr/>
              </p14:nvContentPartPr>
              <p14:xfrm>
                <a:off x="4010060" y="4257920"/>
                <a:ext cx="126720" cy="4248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A51F3B3C-7F14-4BB8-DE67-22D35909E035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003940" y="4251800"/>
                  <a:ext cx="1389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8A56CF94-CC48-FCC9-950B-74CCB633A073}"/>
                    </a:ext>
                  </a:extLst>
                </p14:cNvPr>
                <p14:cNvContentPartPr/>
                <p14:nvPr/>
              </p14:nvContentPartPr>
              <p14:xfrm>
                <a:off x="3430460" y="3872720"/>
                <a:ext cx="57240" cy="39060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8A56CF94-CC48-FCC9-950B-74CCB633A073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3424340" y="3866600"/>
                  <a:ext cx="6948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45D7E7F0-EA5D-70AC-DC05-753B32D080ED}"/>
                    </a:ext>
                  </a:extLst>
                </p14:cNvPr>
                <p14:cNvContentPartPr/>
                <p14:nvPr/>
              </p14:nvContentPartPr>
              <p14:xfrm>
                <a:off x="3375020" y="3869120"/>
                <a:ext cx="92160" cy="13428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45D7E7F0-EA5D-70AC-DC05-753B32D080ED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368900" y="3863000"/>
                  <a:ext cx="1044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934ECD0C-6312-CF8D-0BEE-E0E4AA73144D}"/>
                    </a:ext>
                  </a:extLst>
                </p14:cNvPr>
                <p14:cNvContentPartPr/>
                <p14:nvPr/>
              </p14:nvContentPartPr>
              <p14:xfrm>
                <a:off x="3414980" y="3872720"/>
                <a:ext cx="189360" cy="11808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934ECD0C-6312-CF8D-0BEE-E0E4AA73144D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408860" y="3866600"/>
                  <a:ext cx="2016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C0D30AF7-2632-D567-5D42-B0174542AA7D}"/>
                    </a:ext>
                  </a:extLst>
                </p14:cNvPr>
                <p14:cNvContentPartPr/>
                <p14:nvPr/>
              </p14:nvContentPartPr>
              <p14:xfrm>
                <a:off x="3685340" y="4059920"/>
                <a:ext cx="507600" cy="35028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C0D30AF7-2632-D567-5D42-B0174542AA7D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3679220" y="4053800"/>
                  <a:ext cx="5198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76E66074-7D32-835D-E878-C786833F718C}"/>
                    </a:ext>
                  </a:extLst>
                </p14:cNvPr>
                <p14:cNvContentPartPr/>
                <p14:nvPr/>
              </p14:nvContentPartPr>
              <p14:xfrm>
                <a:off x="3701180" y="4121480"/>
                <a:ext cx="124200" cy="4932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76E66074-7D32-835D-E878-C786833F718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695060" y="4115360"/>
                  <a:ext cx="1364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490B9172-7F5E-FAC1-05D9-80D37D04E993}"/>
                    </a:ext>
                  </a:extLst>
                </p14:cNvPr>
                <p14:cNvContentPartPr/>
                <p14:nvPr/>
              </p14:nvContentPartPr>
              <p14:xfrm>
                <a:off x="3803780" y="4077560"/>
                <a:ext cx="102960" cy="5796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490B9172-7F5E-FAC1-05D9-80D37D04E993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797660" y="4071440"/>
                  <a:ext cx="1152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BC4A70D7-C1FA-3A05-1CC1-39D9EADF6578}"/>
                    </a:ext>
                  </a:extLst>
                </p14:cNvPr>
                <p14:cNvContentPartPr/>
                <p14:nvPr/>
              </p14:nvContentPartPr>
              <p14:xfrm>
                <a:off x="3241100" y="4169360"/>
                <a:ext cx="412920" cy="17496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BC4A70D7-C1FA-3A05-1CC1-39D9EADF6578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234980" y="4163240"/>
                  <a:ext cx="4251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DCE6904E-F703-9773-99A1-FD89553442AF}"/>
                    </a:ext>
                  </a:extLst>
                </p14:cNvPr>
                <p14:cNvContentPartPr/>
                <p14:nvPr/>
              </p14:nvContentPartPr>
              <p14:xfrm>
                <a:off x="3355940" y="4227680"/>
                <a:ext cx="201240" cy="9360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DCE6904E-F703-9773-99A1-FD89553442AF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349820" y="4221560"/>
                  <a:ext cx="213480" cy="10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181" name="Tinta 180">
                <a:extLst>
                  <a:ext uri="{FF2B5EF4-FFF2-40B4-BE49-F238E27FC236}">
                    <a16:creationId xmlns:a16="http://schemas.microsoft.com/office/drawing/2014/main" id="{7DE70287-864A-4BFE-DBC8-846BBD9095AC}"/>
                  </a:ext>
                </a:extLst>
              </p14:cNvPr>
              <p14:cNvContentPartPr/>
              <p14:nvPr/>
            </p14:nvContentPartPr>
            <p14:xfrm>
              <a:off x="5192300" y="4141640"/>
              <a:ext cx="444960" cy="55800"/>
            </p14:xfrm>
          </p:contentPart>
        </mc:Choice>
        <mc:Fallback>
          <p:pic>
            <p:nvPicPr>
              <p:cNvPr id="181" name="Tinta 180">
                <a:extLst>
                  <a:ext uri="{FF2B5EF4-FFF2-40B4-BE49-F238E27FC236}">
                    <a16:creationId xmlns:a16="http://schemas.microsoft.com/office/drawing/2014/main" id="{7DE70287-864A-4BFE-DBC8-846BBD9095AC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5186180" y="4135520"/>
                <a:ext cx="457200" cy="6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Agrupar 190">
            <a:extLst>
              <a:ext uri="{FF2B5EF4-FFF2-40B4-BE49-F238E27FC236}">
                <a16:creationId xmlns:a16="http://schemas.microsoft.com/office/drawing/2014/main" id="{1BF6F830-652A-BFA7-7364-58F50528B913}"/>
              </a:ext>
            </a:extLst>
          </p:cNvPr>
          <p:cNvGrpSpPr/>
          <p:nvPr/>
        </p:nvGrpSpPr>
        <p:grpSpPr>
          <a:xfrm>
            <a:off x="5582180" y="3327320"/>
            <a:ext cx="1911240" cy="315360"/>
            <a:chOff x="5582180" y="3327320"/>
            <a:chExt cx="191124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8C8435BB-F5F7-4159-67F1-0749A97B8CFD}"/>
                    </a:ext>
                  </a:extLst>
                </p14:cNvPr>
                <p14:cNvContentPartPr/>
                <p14:nvPr/>
              </p14:nvContentPartPr>
              <p14:xfrm>
                <a:off x="5582180" y="3331280"/>
                <a:ext cx="452160" cy="28548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8C8435BB-F5F7-4159-67F1-0749A97B8CFD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576060" y="3325160"/>
                  <a:ext cx="4644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F73F33F3-7E5F-8042-E5F8-D7C73960C649}"/>
                    </a:ext>
                  </a:extLst>
                </p14:cNvPr>
                <p14:cNvContentPartPr/>
                <p14:nvPr/>
              </p14:nvContentPartPr>
              <p14:xfrm>
                <a:off x="6185180" y="3462680"/>
                <a:ext cx="24120" cy="14508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F73F33F3-7E5F-8042-E5F8-D7C73960C649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179060" y="3456560"/>
                  <a:ext cx="363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C722FE77-D87F-1620-DA4A-3ACD40A9A493}"/>
                    </a:ext>
                  </a:extLst>
                </p14:cNvPr>
                <p14:cNvContentPartPr/>
                <p14:nvPr/>
              </p14:nvContentPartPr>
              <p14:xfrm>
                <a:off x="6350420" y="3473840"/>
                <a:ext cx="199080" cy="13032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C722FE77-D87F-1620-DA4A-3ACD40A9A49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344300" y="3467720"/>
                  <a:ext cx="2113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951AF5D5-69C3-5463-8F67-A3DABBE5DCDB}"/>
                    </a:ext>
                  </a:extLst>
                </p14:cNvPr>
                <p14:cNvContentPartPr/>
                <p14:nvPr/>
              </p14:nvContentPartPr>
              <p14:xfrm>
                <a:off x="6510620" y="3499400"/>
                <a:ext cx="229320" cy="9576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951AF5D5-69C3-5463-8F67-A3DABBE5DCD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504500" y="3493280"/>
                  <a:ext cx="2415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C1444699-B9BA-4211-B933-D09973ACA7C6}"/>
                    </a:ext>
                  </a:extLst>
                </p14:cNvPr>
                <p14:cNvContentPartPr/>
                <p14:nvPr/>
              </p14:nvContentPartPr>
              <p14:xfrm>
                <a:off x="6851540" y="3465200"/>
                <a:ext cx="40320" cy="13752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C1444699-B9BA-4211-B933-D09973ACA7C6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845420" y="3459080"/>
                  <a:ext cx="525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22497663-98A1-2AFD-CF86-22A82C0F23B5}"/>
                    </a:ext>
                  </a:extLst>
                </p14:cNvPr>
                <p14:cNvContentPartPr/>
                <p14:nvPr/>
              </p14:nvContentPartPr>
              <p14:xfrm>
                <a:off x="7089860" y="3327320"/>
                <a:ext cx="110880" cy="315360"/>
              </p14:xfrm>
            </p:contentPart>
          </mc:Choice>
          <mc:Fallback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22497663-98A1-2AFD-CF86-22A82C0F23B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7083740" y="3321200"/>
                  <a:ext cx="1231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92998088-D0B9-6D40-3903-D206E0CCA4B5}"/>
                    </a:ext>
                  </a:extLst>
                </p14:cNvPr>
                <p14:cNvContentPartPr/>
                <p14:nvPr/>
              </p14:nvContentPartPr>
              <p14:xfrm>
                <a:off x="7041980" y="3448640"/>
                <a:ext cx="238680" cy="19080"/>
              </p14:xfrm>
            </p:contentPart>
          </mc:Choice>
          <mc:Fallback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92998088-D0B9-6D40-3903-D206E0CCA4B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035860" y="3442520"/>
                  <a:ext cx="2509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5885044F-666F-D156-F23A-A727F6AC77D3}"/>
                    </a:ext>
                  </a:extLst>
                </p14:cNvPr>
                <p14:cNvContentPartPr/>
                <p14:nvPr/>
              </p14:nvContentPartPr>
              <p14:xfrm>
                <a:off x="7279580" y="3470600"/>
                <a:ext cx="213840" cy="15696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5885044F-666F-D156-F23A-A727F6AC77D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273460" y="3464480"/>
                  <a:ext cx="22608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Agrupar 193">
            <a:extLst>
              <a:ext uri="{FF2B5EF4-FFF2-40B4-BE49-F238E27FC236}">
                <a16:creationId xmlns:a16="http://schemas.microsoft.com/office/drawing/2014/main" id="{1EB211D5-B49A-1A8C-0E80-8736BF74D927}"/>
              </a:ext>
            </a:extLst>
          </p:cNvPr>
          <p:cNvGrpSpPr/>
          <p:nvPr/>
        </p:nvGrpSpPr>
        <p:grpSpPr>
          <a:xfrm>
            <a:off x="4454660" y="3978920"/>
            <a:ext cx="580680" cy="471600"/>
            <a:chOff x="4454660" y="3978920"/>
            <a:chExt cx="580680" cy="47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C03B6AEC-8816-A7F7-3DEF-614D2B01E4C8}"/>
                    </a:ext>
                  </a:extLst>
                </p14:cNvPr>
                <p14:cNvContentPartPr/>
                <p14:nvPr/>
              </p14:nvContentPartPr>
              <p14:xfrm>
                <a:off x="4454660" y="4240640"/>
                <a:ext cx="277200" cy="149400"/>
              </p14:xfrm>
            </p:contentPart>
          </mc:Choice>
          <mc:Fallback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C03B6AEC-8816-A7F7-3DEF-614D2B01E4C8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4448540" y="4234520"/>
                  <a:ext cx="2894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F6FDBC6E-B73F-2750-A7E6-AFF9AC278551}"/>
                    </a:ext>
                  </a:extLst>
                </p14:cNvPr>
                <p14:cNvContentPartPr/>
                <p14:nvPr/>
              </p14:nvContentPartPr>
              <p14:xfrm>
                <a:off x="4763540" y="3978920"/>
                <a:ext cx="271800" cy="471600"/>
              </p14:xfrm>
            </p:contentPart>
          </mc:Choice>
          <mc:Fallback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F6FDBC6E-B73F-2750-A7E6-AFF9AC278551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4757420" y="3972800"/>
                  <a:ext cx="284040" cy="48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Agrupar 217">
            <a:extLst>
              <a:ext uri="{FF2B5EF4-FFF2-40B4-BE49-F238E27FC236}">
                <a16:creationId xmlns:a16="http://schemas.microsoft.com/office/drawing/2014/main" id="{1693ECAC-AB26-BCB3-A9A0-5C68FBA7A623}"/>
              </a:ext>
            </a:extLst>
          </p:cNvPr>
          <p:cNvGrpSpPr/>
          <p:nvPr/>
        </p:nvGrpSpPr>
        <p:grpSpPr>
          <a:xfrm>
            <a:off x="3879020" y="2443520"/>
            <a:ext cx="734400" cy="664920"/>
            <a:chOff x="3879020" y="2443520"/>
            <a:chExt cx="734400" cy="66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AD0C4615-3676-6381-EA3A-FA0D3A1F98F4}"/>
                    </a:ext>
                  </a:extLst>
                </p14:cNvPr>
                <p14:cNvContentPartPr/>
                <p14:nvPr/>
              </p14:nvContentPartPr>
              <p14:xfrm>
                <a:off x="3953900" y="2537840"/>
                <a:ext cx="48240" cy="302760"/>
              </p14:xfrm>
            </p:contentPart>
          </mc:Choice>
          <mc:Fallback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AD0C4615-3676-6381-EA3A-FA0D3A1F98F4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947780" y="2531720"/>
                  <a:ext cx="604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B911E9A7-1350-FE8F-9C7C-5A3D15E06F86}"/>
                    </a:ext>
                  </a:extLst>
                </p14:cNvPr>
                <p14:cNvContentPartPr/>
                <p14:nvPr/>
              </p14:nvContentPartPr>
              <p14:xfrm>
                <a:off x="3945980" y="2464040"/>
                <a:ext cx="133560" cy="140400"/>
              </p14:xfrm>
            </p:contentPart>
          </mc:Choice>
          <mc:Fallback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B911E9A7-1350-FE8F-9C7C-5A3D15E06F8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3939860" y="2457920"/>
                  <a:ext cx="1458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54FB3F37-0C52-1F63-EB02-F840C8A7B47C}"/>
                    </a:ext>
                  </a:extLst>
                </p14:cNvPr>
                <p14:cNvContentPartPr/>
                <p14:nvPr/>
              </p14:nvContentPartPr>
              <p14:xfrm>
                <a:off x="4011500" y="2443520"/>
                <a:ext cx="141480" cy="63000"/>
              </p14:xfrm>
            </p:contentPart>
          </mc:Choice>
          <mc:Fallback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54FB3F37-0C52-1F63-EB02-F840C8A7B47C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4005380" y="2437400"/>
                  <a:ext cx="1537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D324F025-2D66-2B06-B085-2A9D52EEDF26}"/>
                    </a:ext>
                  </a:extLst>
                </p14:cNvPr>
                <p14:cNvContentPartPr/>
                <p14:nvPr/>
              </p14:nvContentPartPr>
              <p14:xfrm>
                <a:off x="3978020" y="2562320"/>
                <a:ext cx="389520" cy="270000"/>
              </p14:xfrm>
            </p:contentPart>
          </mc:Choice>
          <mc:Fallback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D324F025-2D66-2B06-B085-2A9D52EEDF26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971900" y="2556200"/>
                  <a:ext cx="4017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1DE4D34A-80F8-117F-B64F-D2EA44CB168A}"/>
                    </a:ext>
                  </a:extLst>
                </p14:cNvPr>
                <p14:cNvContentPartPr/>
                <p14:nvPr/>
              </p14:nvContentPartPr>
              <p14:xfrm>
                <a:off x="4288340" y="2578520"/>
                <a:ext cx="158760" cy="79560"/>
              </p14:xfrm>
            </p:contentPart>
          </mc:Choice>
          <mc:Fallback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1DE4D34A-80F8-117F-B64F-D2EA44CB168A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282220" y="2572400"/>
                  <a:ext cx="1710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61DFDA26-3E42-2C2C-E502-EDCC891998C3}"/>
                    </a:ext>
                  </a:extLst>
                </p14:cNvPr>
                <p14:cNvContentPartPr/>
                <p14:nvPr/>
              </p14:nvContentPartPr>
              <p14:xfrm>
                <a:off x="4242980" y="2560160"/>
                <a:ext cx="124200" cy="70920"/>
              </p14:xfrm>
            </p:contentPart>
          </mc:Choice>
          <mc:Fallback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61DFDA26-3E42-2C2C-E502-EDCC891998C3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236860" y="2554040"/>
                  <a:ext cx="1364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0C994F05-ED5F-FE98-C44C-76D5FD5207A1}"/>
                    </a:ext>
                  </a:extLst>
                </p14:cNvPr>
                <p14:cNvContentPartPr/>
                <p14:nvPr/>
              </p14:nvContentPartPr>
              <p14:xfrm>
                <a:off x="3978020" y="2795960"/>
                <a:ext cx="341280" cy="62280"/>
              </p14:xfrm>
            </p:contentPart>
          </mc:Choice>
          <mc:Fallback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0C994F05-ED5F-FE98-C44C-76D5FD5207A1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971900" y="2789840"/>
                  <a:ext cx="3535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836681F3-0541-9797-0BD3-FD182536F9F5}"/>
                    </a:ext>
                  </a:extLst>
                </p14:cNvPr>
                <p14:cNvContentPartPr/>
                <p14:nvPr/>
              </p14:nvContentPartPr>
              <p14:xfrm>
                <a:off x="4231100" y="2817920"/>
                <a:ext cx="136440" cy="109440"/>
              </p14:xfrm>
            </p:contentPart>
          </mc:Choice>
          <mc:Fallback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836681F3-0541-9797-0BD3-FD182536F9F5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224980" y="2811800"/>
                  <a:ext cx="1486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96341754-9BDC-EDD9-BC17-0615683CA751}"/>
                    </a:ext>
                  </a:extLst>
                </p14:cNvPr>
                <p14:cNvContentPartPr/>
                <p14:nvPr/>
              </p14:nvContentPartPr>
              <p14:xfrm>
                <a:off x="4017980" y="2836640"/>
                <a:ext cx="16200" cy="1512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96341754-9BDC-EDD9-BC17-0615683CA751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011860" y="2830520"/>
                  <a:ext cx="284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26E16EEC-30F7-9C86-5E8B-C45460224F9E}"/>
                    </a:ext>
                  </a:extLst>
                </p14:cNvPr>
                <p14:cNvContentPartPr/>
                <p14:nvPr/>
              </p14:nvContentPartPr>
              <p14:xfrm>
                <a:off x="3961460" y="2834120"/>
                <a:ext cx="191880" cy="262080"/>
              </p14:xfrm>
            </p:contentPart>
          </mc:Choice>
          <mc:Fallback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26E16EEC-30F7-9C86-5E8B-C45460224F9E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955340" y="2828000"/>
                  <a:ext cx="2041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3F974802-36D8-37F5-CB3E-AC1C9189C7D2}"/>
                    </a:ext>
                  </a:extLst>
                </p14:cNvPr>
                <p14:cNvContentPartPr/>
                <p14:nvPr/>
              </p14:nvContentPartPr>
              <p14:xfrm>
                <a:off x="4159460" y="2984960"/>
                <a:ext cx="97560" cy="122760"/>
              </p14:xfrm>
            </p:contentPart>
          </mc:Choice>
          <mc:Fallback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3F974802-36D8-37F5-CB3E-AC1C9189C7D2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153340" y="2978840"/>
                  <a:ext cx="1098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7A117735-211D-02FB-E132-C5499FE40B05}"/>
                    </a:ext>
                  </a:extLst>
                </p14:cNvPr>
                <p14:cNvContentPartPr/>
                <p14:nvPr/>
              </p14:nvContentPartPr>
              <p14:xfrm>
                <a:off x="4114100" y="3007280"/>
                <a:ext cx="166680" cy="50400"/>
              </p14:xfrm>
            </p:contentPart>
          </mc:Choice>
          <mc:Fallback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7A117735-211D-02FB-E132-C5499FE40B05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4107980" y="3001160"/>
                  <a:ext cx="1789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3D8B93E0-326E-166A-EB54-15C0C021F077}"/>
                    </a:ext>
                  </a:extLst>
                </p14:cNvPr>
                <p14:cNvContentPartPr/>
                <p14:nvPr/>
              </p14:nvContentPartPr>
              <p14:xfrm>
                <a:off x="3978020" y="2701640"/>
                <a:ext cx="579600" cy="158760"/>
              </p14:xfrm>
            </p:contentPart>
          </mc:Choice>
          <mc:Fallback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3D8B93E0-326E-166A-EB54-15C0C021F077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3971900" y="2695520"/>
                  <a:ext cx="5918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2FC5FA81-0574-0090-A64E-699E345A94F0}"/>
                    </a:ext>
                  </a:extLst>
                </p14:cNvPr>
                <p14:cNvContentPartPr/>
                <p14:nvPr/>
              </p14:nvContentPartPr>
              <p14:xfrm>
                <a:off x="4486700" y="2703440"/>
                <a:ext cx="126720" cy="74880"/>
              </p14:xfrm>
            </p:contentPart>
          </mc:Choice>
          <mc:Fallback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2FC5FA81-0574-0090-A64E-699E345A94F0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4480580" y="2697320"/>
                  <a:ext cx="1389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E3013D46-B454-A23B-A03C-508DCC0640D6}"/>
                    </a:ext>
                  </a:extLst>
                </p14:cNvPr>
                <p14:cNvContentPartPr/>
                <p14:nvPr/>
              </p14:nvContentPartPr>
              <p14:xfrm>
                <a:off x="4486700" y="2712080"/>
                <a:ext cx="46800" cy="3240"/>
              </p14:xfrm>
            </p:contentPart>
          </mc:Choice>
          <mc:Fallback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E3013D46-B454-A23B-A03C-508DCC0640D6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480580" y="2705960"/>
                  <a:ext cx="5904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0C2A9736-7935-412A-6A2A-EDE98E1355F4}"/>
                    </a:ext>
                  </a:extLst>
                </p14:cNvPr>
                <p14:cNvContentPartPr/>
                <p14:nvPr/>
              </p14:nvContentPartPr>
              <p14:xfrm>
                <a:off x="3882980" y="2852480"/>
                <a:ext cx="143280" cy="244440"/>
              </p14:xfrm>
            </p:contentPart>
          </mc:Choice>
          <mc:Fallback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0C2A9736-7935-412A-6A2A-EDE98E1355F4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876860" y="2846360"/>
                  <a:ext cx="1555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69DB6EC6-8000-AD6E-9156-7E0E45986A50}"/>
                    </a:ext>
                  </a:extLst>
                </p14:cNvPr>
                <p14:cNvContentPartPr/>
                <p14:nvPr/>
              </p14:nvContentPartPr>
              <p14:xfrm>
                <a:off x="3879020" y="2999720"/>
                <a:ext cx="195840" cy="108720"/>
              </p14:xfrm>
            </p:contentPart>
          </mc:Choice>
          <mc:Fallback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69DB6EC6-8000-AD6E-9156-7E0E45986A50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872900" y="2993600"/>
                  <a:ext cx="20808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Agrupar 229">
            <a:extLst>
              <a:ext uri="{FF2B5EF4-FFF2-40B4-BE49-F238E27FC236}">
                <a16:creationId xmlns:a16="http://schemas.microsoft.com/office/drawing/2014/main" id="{5ED2207C-7D71-7BDE-BCB7-64AB33F11FDD}"/>
              </a:ext>
            </a:extLst>
          </p:cNvPr>
          <p:cNvGrpSpPr/>
          <p:nvPr/>
        </p:nvGrpSpPr>
        <p:grpSpPr>
          <a:xfrm>
            <a:off x="5334860" y="4187000"/>
            <a:ext cx="1707480" cy="387000"/>
            <a:chOff x="5334860" y="4187000"/>
            <a:chExt cx="1707480" cy="38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2F9585FB-4D4D-B5C8-CC35-ED0F0BDB62B6}"/>
                    </a:ext>
                  </a:extLst>
                </p14:cNvPr>
                <p14:cNvContentPartPr/>
                <p14:nvPr/>
              </p14:nvContentPartPr>
              <p14:xfrm>
                <a:off x="5456180" y="4197080"/>
                <a:ext cx="197280" cy="205560"/>
              </p14:xfrm>
            </p:contentPart>
          </mc:Choice>
          <mc:Fallback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2F9585FB-4D4D-B5C8-CC35-ED0F0BDB62B6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450060" y="4190960"/>
                  <a:ext cx="2095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F9E44B53-5D27-53A3-636F-05900E03035B}"/>
                    </a:ext>
                  </a:extLst>
                </p14:cNvPr>
                <p14:cNvContentPartPr/>
                <p14:nvPr/>
              </p14:nvContentPartPr>
              <p14:xfrm>
                <a:off x="5716100" y="4335680"/>
                <a:ext cx="48240" cy="107280"/>
              </p14:xfrm>
            </p:contentPart>
          </mc:Choice>
          <mc:Fallback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F9E44B53-5D27-53A3-636F-05900E03035B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5709980" y="4329560"/>
                  <a:ext cx="604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E74CE25F-0A85-6D0B-4D9B-5B76838255AA}"/>
                    </a:ext>
                  </a:extLst>
                </p14:cNvPr>
                <p14:cNvContentPartPr/>
                <p14:nvPr/>
              </p14:nvContentPartPr>
              <p14:xfrm>
                <a:off x="5819060" y="4365920"/>
                <a:ext cx="151200" cy="69480"/>
              </p14:xfrm>
            </p:contentPart>
          </mc:Choice>
          <mc:Fallback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E74CE25F-0A85-6D0B-4D9B-5B76838255AA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812940" y="4359800"/>
                  <a:ext cx="1634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C8526D2A-F24B-F98F-3B90-8E71373E4CD4}"/>
                    </a:ext>
                  </a:extLst>
                </p14:cNvPr>
                <p14:cNvContentPartPr/>
                <p14:nvPr/>
              </p14:nvContentPartPr>
              <p14:xfrm>
                <a:off x="6043340" y="4352600"/>
                <a:ext cx="189360" cy="103320"/>
              </p14:xfrm>
            </p:contentPart>
          </mc:Choice>
          <mc:Fallback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C8526D2A-F24B-F98F-3B90-8E71373E4CD4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6037220" y="4346480"/>
                  <a:ext cx="2016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574447FD-869A-17BC-D0E9-EC10CA6E7D8D}"/>
                    </a:ext>
                  </a:extLst>
                </p14:cNvPr>
                <p14:cNvContentPartPr/>
                <p14:nvPr/>
              </p14:nvContentPartPr>
              <p14:xfrm>
                <a:off x="6281300" y="4260080"/>
                <a:ext cx="195120" cy="168840"/>
              </p14:xfrm>
            </p:contentPart>
          </mc:Choice>
          <mc:Fallback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574447FD-869A-17BC-D0E9-EC10CA6E7D8D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275180" y="4253960"/>
                  <a:ext cx="2073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DB868848-BF51-4BCF-B6FB-238184D41682}"/>
                    </a:ext>
                  </a:extLst>
                </p14:cNvPr>
                <p14:cNvContentPartPr/>
                <p14:nvPr/>
              </p14:nvContentPartPr>
              <p14:xfrm>
                <a:off x="6581180" y="4187000"/>
                <a:ext cx="96480" cy="243360"/>
              </p14:xfrm>
            </p:contentPart>
          </mc:Choice>
          <mc:Fallback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DB868848-BF51-4BCF-B6FB-238184D41682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575060" y="4180880"/>
                  <a:ext cx="1087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39F4D442-28FD-1EEB-6AD7-2E48DE33BD81}"/>
                    </a:ext>
                  </a:extLst>
                </p14:cNvPr>
                <p14:cNvContentPartPr/>
                <p14:nvPr/>
              </p14:nvContentPartPr>
              <p14:xfrm>
                <a:off x="6704300" y="4276640"/>
                <a:ext cx="79560" cy="126720"/>
              </p14:xfrm>
            </p:contentPart>
          </mc:Choice>
          <mc:Fallback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39F4D442-28FD-1EEB-6AD7-2E48DE33BD81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698180" y="4270520"/>
                  <a:ext cx="918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27" name="Tinta 226">
                  <a:extLst>
                    <a:ext uri="{FF2B5EF4-FFF2-40B4-BE49-F238E27FC236}">
                      <a16:creationId xmlns:a16="http://schemas.microsoft.com/office/drawing/2014/main" id="{AF1834A1-CDA9-1939-31B2-E10B56D2C704}"/>
                    </a:ext>
                  </a:extLst>
                </p14:cNvPr>
                <p14:cNvContentPartPr/>
                <p14:nvPr/>
              </p14:nvContentPartPr>
              <p14:xfrm>
                <a:off x="6852620" y="4334240"/>
                <a:ext cx="189720" cy="138960"/>
              </p14:xfrm>
            </p:contentPart>
          </mc:Choice>
          <mc:Fallback>
            <p:pic>
              <p:nvPicPr>
                <p:cNvPr id="227" name="Tinta 226">
                  <a:extLst>
                    <a:ext uri="{FF2B5EF4-FFF2-40B4-BE49-F238E27FC236}">
                      <a16:creationId xmlns:a16="http://schemas.microsoft.com/office/drawing/2014/main" id="{AF1834A1-CDA9-1939-31B2-E10B56D2C704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6846500" y="4328120"/>
                  <a:ext cx="2019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FE8CFA61-C8CA-5F4C-C317-09789BE64B2A}"/>
                    </a:ext>
                  </a:extLst>
                </p14:cNvPr>
                <p14:cNvContentPartPr/>
                <p14:nvPr/>
              </p14:nvContentPartPr>
              <p14:xfrm>
                <a:off x="5334860" y="4522880"/>
                <a:ext cx="1584720" cy="51120"/>
              </p14:xfrm>
            </p:contentPart>
          </mc:Choice>
          <mc:Fallback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FE8CFA61-C8CA-5F4C-C317-09789BE64B2A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5328740" y="4516760"/>
                  <a:ext cx="159696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Agrupar 232">
            <a:extLst>
              <a:ext uri="{FF2B5EF4-FFF2-40B4-BE49-F238E27FC236}">
                <a16:creationId xmlns:a16="http://schemas.microsoft.com/office/drawing/2014/main" id="{72D6BB05-2AC7-44FB-6D45-3A764BE228CD}"/>
              </a:ext>
            </a:extLst>
          </p:cNvPr>
          <p:cNvGrpSpPr/>
          <p:nvPr/>
        </p:nvGrpSpPr>
        <p:grpSpPr>
          <a:xfrm>
            <a:off x="2144540" y="2596880"/>
            <a:ext cx="595800" cy="263520"/>
            <a:chOff x="2144540" y="2596880"/>
            <a:chExt cx="595800" cy="26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00E14AA7-6058-9DA4-F4B4-631E0DB936F1}"/>
                    </a:ext>
                  </a:extLst>
                </p14:cNvPr>
                <p14:cNvContentPartPr/>
                <p14:nvPr/>
              </p14:nvContentPartPr>
              <p14:xfrm>
                <a:off x="2144540" y="2604800"/>
                <a:ext cx="581760" cy="255600"/>
              </p14:xfrm>
            </p:contentPart>
          </mc:Choice>
          <mc:Fallback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00E14AA7-6058-9DA4-F4B4-631E0DB936F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138420" y="2598680"/>
                  <a:ext cx="5940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E8F88333-FFB4-2E13-1886-E59588447B06}"/>
                    </a:ext>
                  </a:extLst>
                </p14:cNvPr>
                <p14:cNvContentPartPr/>
                <p14:nvPr/>
              </p14:nvContentPartPr>
              <p14:xfrm>
                <a:off x="2488340" y="2596880"/>
                <a:ext cx="252000" cy="240480"/>
              </p14:xfrm>
            </p:contentPart>
          </mc:Choice>
          <mc:Fallback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E8F88333-FFB4-2E13-1886-E59588447B06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2482220" y="2590760"/>
                  <a:ext cx="264240" cy="252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88822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4A972-19C1-CED0-CE5C-9D1381C5B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4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4EE6B41-9E1F-655C-2FA2-63FE6622F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962" y="1417638"/>
            <a:ext cx="4580017" cy="2568163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FBD3466E-0324-B742-0CD9-BA60C91B5D85}"/>
                  </a:ext>
                </a:extLst>
              </p14:cNvPr>
              <p14:cNvContentPartPr/>
              <p14:nvPr/>
            </p14:nvContentPartPr>
            <p14:xfrm>
              <a:off x="1050140" y="1564040"/>
              <a:ext cx="1206720" cy="25344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FBD3466E-0324-B742-0CD9-BA60C91B5D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4020" y="1557920"/>
                <a:ext cx="121896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1A732CF6-BD29-888A-752D-BC31F9D4933B}"/>
                  </a:ext>
                </a:extLst>
              </p14:cNvPr>
              <p14:cNvContentPartPr/>
              <p14:nvPr/>
            </p14:nvContentPartPr>
            <p14:xfrm>
              <a:off x="1051220" y="1775720"/>
              <a:ext cx="1498680" cy="165240"/>
            </p14:xfrm>
          </p:contentPart>
        </mc:Choice>
        <mc:Fallback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1A732CF6-BD29-888A-752D-BC31F9D493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45100" y="1769600"/>
                <a:ext cx="151092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25806F04-159D-55AE-F51E-930B4DB301D3}"/>
                  </a:ext>
                </a:extLst>
              </p14:cNvPr>
              <p14:cNvContentPartPr/>
              <p14:nvPr/>
            </p14:nvContentPartPr>
            <p14:xfrm>
              <a:off x="1903700" y="1953200"/>
              <a:ext cx="297360" cy="12240"/>
            </p14:xfrm>
          </p:contentPart>
        </mc:Choice>
        <mc:Fallback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25806F04-159D-55AE-F51E-930B4DB301D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97580" y="1947080"/>
                <a:ext cx="309600" cy="2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Agrupar 11">
            <a:extLst>
              <a:ext uri="{FF2B5EF4-FFF2-40B4-BE49-F238E27FC236}">
                <a16:creationId xmlns:a16="http://schemas.microsoft.com/office/drawing/2014/main" id="{55A71DE1-5D97-75A9-2CFA-49CC2700FF23}"/>
              </a:ext>
            </a:extLst>
          </p:cNvPr>
          <p:cNvGrpSpPr/>
          <p:nvPr/>
        </p:nvGrpSpPr>
        <p:grpSpPr>
          <a:xfrm>
            <a:off x="1923140" y="1659800"/>
            <a:ext cx="706680" cy="309600"/>
            <a:chOff x="1923140" y="1659800"/>
            <a:chExt cx="706680" cy="30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1209712B-9BF5-FABE-7BF1-B0F52EEE6322}"/>
                    </a:ext>
                  </a:extLst>
                </p14:cNvPr>
                <p14:cNvContentPartPr/>
                <p14:nvPr/>
              </p14:nvContentPartPr>
              <p14:xfrm>
                <a:off x="2406980" y="1661240"/>
                <a:ext cx="87120" cy="98280"/>
              </p14:xfrm>
            </p:contentPart>
          </mc:Choice>
          <mc:Fallback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1209712B-9BF5-FABE-7BF1-B0F52EEE632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00860" y="1655120"/>
                  <a:ext cx="993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027BEA24-6A1A-3E3C-CE9E-B136BD759CCA}"/>
                    </a:ext>
                  </a:extLst>
                </p14:cNvPr>
                <p14:cNvContentPartPr/>
                <p14:nvPr/>
              </p14:nvContentPartPr>
              <p14:xfrm>
                <a:off x="2359100" y="1659800"/>
                <a:ext cx="270720" cy="11304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027BEA24-6A1A-3E3C-CE9E-B136BD759CC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352980" y="1653680"/>
                  <a:ext cx="2829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913F2B16-901B-E024-B7F3-22F5321CD1B4}"/>
                    </a:ext>
                  </a:extLst>
                </p14:cNvPr>
                <p14:cNvContentPartPr/>
                <p14:nvPr/>
              </p14:nvContentPartPr>
              <p14:xfrm>
                <a:off x="1923140" y="1806320"/>
                <a:ext cx="302040" cy="16308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913F2B16-901B-E024-B7F3-22F5321CD1B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917020" y="1800200"/>
                  <a:ext cx="314280" cy="17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47A90FED-A32A-57D1-133F-B01B37003128}"/>
                  </a:ext>
                </a:extLst>
              </p14:cNvPr>
              <p14:cNvContentPartPr/>
              <p14:nvPr/>
            </p14:nvContentPartPr>
            <p14:xfrm>
              <a:off x="3885140" y="1975160"/>
              <a:ext cx="514440" cy="61920"/>
            </p14:xfrm>
          </p:contentPart>
        </mc:Choice>
        <mc:Fallback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47A90FED-A32A-57D1-133F-B01B3700312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879020" y="1969040"/>
                <a:ext cx="526680" cy="7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Agrupar 19">
            <a:extLst>
              <a:ext uri="{FF2B5EF4-FFF2-40B4-BE49-F238E27FC236}">
                <a16:creationId xmlns:a16="http://schemas.microsoft.com/office/drawing/2014/main" id="{F747396D-5FC5-BF57-C43F-A71D463071BF}"/>
              </a:ext>
            </a:extLst>
          </p:cNvPr>
          <p:cNvGrpSpPr/>
          <p:nvPr/>
        </p:nvGrpSpPr>
        <p:grpSpPr>
          <a:xfrm>
            <a:off x="947900" y="1892000"/>
            <a:ext cx="356400" cy="246960"/>
            <a:chOff x="947900" y="1892000"/>
            <a:chExt cx="356400" cy="24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C2726EC7-71E2-05D0-C129-8E67DF424AAE}"/>
                    </a:ext>
                  </a:extLst>
                </p14:cNvPr>
                <p14:cNvContentPartPr/>
                <p14:nvPr/>
              </p14:nvContentPartPr>
              <p14:xfrm>
                <a:off x="1058060" y="1936280"/>
                <a:ext cx="56520" cy="1224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C2726EC7-71E2-05D0-C129-8E67DF424AA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51940" y="1930160"/>
                  <a:ext cx="68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C8BB85BE-3FAB-0A4D-1008-457A540ED61D}"/>
                    </a:ext>
                  </a:extLst>
                </p14:cNvPr>
                <p14:cNvContentPartPr/>
                <p14:nvPr/>
              </p14:nvContentPartPr>
              <p14:xfrm>
                <a:off x="947900" y="1892000"/>
                <a:ext cx="356400" cy="24696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C8BB85BE-3FAB-0A4D-1008-457A540ED61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41780" y="1885880"/>
                  <a:ext cx="368640" cy="25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4C40910E-5D9E-FD05-1387-17234F0D7D7C}"/>
              </a:ext>
            </a:extLst>
          </p:cNvPr>
          <p:cNvGrpSpPr/>
          <p:nvPr/>
        </p:nvGrpSpPr>
        <p:grpSpPr>
          <a:xfrm>
            <a:off x="1026380" y="2108000"/>
            <a:ext cx="2737440" cy="362160"/>
            <a:chOff x="1026380" y="2108000"/>
            <a:chExt cx="2737440" cy="36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A1191CE3-6AD5-7FA6-D03B-E1CA699EF77D}"/>
                    </a:ext>
                  </a:extLst>
                </p14:cNvPr>
                <p14:cNvContentPartPr/>
                <p14:nvPr/>
              </p14:nvContentPartPr>
              <p14:xfrm>
                <a:off x="1026380" y="2108000"/>
                <a:ext cx="2485080" cy="25704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A1191CE3-6AD5-7FA6-D03B-E1CA699EF77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20260" y="2101880"/>
                  <a:ext cx="24973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2F319855-75C8-15E6-1C34-B9053983044E}"/>
                    </a:ext>
                  </a:extLst>
                </p14:cNvPr>
                <p14:cNvContentPartPr/>
                <p14:nvPr/>
              </p14:nvContentPartPr>
              <p14:xfrm>
                <a:off x="3605420" y="2192240"/>
                <a:ext cx="85680" cy="12672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2F319855-75C8-15E6-1C34-B9053983044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599300" y="2186120"/>
                  <a:ext cx="979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F793AEDE-E7A1-7880-F958-6AFC023A042B}"/>
                    </a:ext>
                  </a:extLst>
                </p14:cNvPr>
                <p14:cNvContentPartPr/>
                <p14:nvPr/>
              </p14:nvContentPartPr>
              <p14:xfrm>
                <a:off x="3557180" y="2229680"/>
                <a:ext cx="206640" cy="9612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F793AEDE-E7A1-7880-F958-6AFC023A042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51060" y="2223560"/>
                  <a:ext cx="2188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872C1687-53FC-D1DC-A82E-F0E2C1532D0D}"/>
                    </a:ext>
                  </a:extLst>
                </p14:cNvPr>
                <p14:cNvContentPartPr/>
                <p14:nvPr/>
              </p14:nvContentPartPr>
              <p14:xfrm>
                <a:off x="2993780" y="2367920"/>
                <a:ext cx="95760" cy="10224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872C1687-53FC-D1DC-A82E-F0E2C1532D0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987660" y="2361800"/>
                  <a:ext cx="1080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A8456007-ADB6-01E6-55EF-CCE2E043D819}"/>
                    </a:ext>
                  </a:extLst>
                </p14:cNvPr>
                <p14:cNvContentPartPr/>
                <p14:nvPr/>
              </p14:nvContentPartPr>
              <p14:xfrm>
                <a:off x="2923580" y="2344160"/>
                <a:ext cx="245160" cy="12312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A8456007-ADB6-01E6-55EF-CCE2E043D81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917460" y="2338040"/>
                  <a:ext cx="257400" cy="13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4BB86503-90C6-C13E-7E9C-4C3FE765F89E}"/>
                  </a:ext>
                </a:extLst>
              </p14:cNvPr>
              <p14:cNvContentPartPr/>
              <p14:nvPr/>
            </p14:nvContentPartPr>
            <p14:xfrm>
              <a:off x="4799540" y="2946440"/>
              <a:ext cx="377280" cy="34920"/>
            </p14:xfrm>
          </p:contentPart>
        </mc:Choice>
        <mc:Fallback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4BB86503-90C6-C13E-7E9C-4C3FE765F89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793420" y="2940320"/>
                <a:ext cx="3895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5" name="Tinta 24">
                <a:extLst>
                  <a:ext uri="{FF2B5EF4-FFF2-40B4-BE49-F238E27FC236}">
                    <a16:creationId xmlns:a16="http://schemas.microsoft.com/office/drawing/2014/main" id="{CFBADD98-61E4-6984-94E0-C32DEF494107}"/>
                  </a:ext>
                </a:extLst>
              </p14:cNvPr>
              <p14:cNvContentPartPr/>
              <p14:nvPr/>
            </p14:nvContentPartPr>
            <p14:xfrm>
              <a:off x="1106300" y="3079640"/>
              <a:ext cx="627840" cy="33480"/>
            </p14:xfrm>
          </p:contentPart>
        </mc:Choice>
        <mc:Fallback>
          <p:pic>
            <p:nvPicPr>
              <p:cNvPr id="25" name="Tinta 24">
                <a:extLst>
                  <a:ext uri="{FF2B5EF4-FFF2-40B4-BE49-F238E27FC236}">
                    <a16:creationId xmlns:a16="http://schemas.microsoft.com/office/drawing/2014/main" id="{CFBADD98-61E4-6984-94E0-C32DEF49410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100180" y="3073520"/>
                <a:ext cx="6400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0A99A18C-A839-8CE2-2C7B-78575490105A}"/>
                  </a:ext>
                </a:extLst>
              </p14:cNvPr>
              <p14:cNvContentPartPr/>
              <p14:nvPr/>
            </p14:nvContentPartPr>
            <p14:xfrm>
              <a:off x="1041500" y="3398240"/>
              <a:ext cx="1921320" cy="225000"/>
            </p14:xfrm>
          </p:contentPart>
        </mc:Choice>
        <mc:Fallback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0A99A18C-A839-8CE2-2C7B-78575490105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35380" y="3392120"/>
                <a:ext cx="1933560" cy="23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8574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4A972-19C1-CED0-CE5C-9D1381C5B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5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CCE9DDB-2949-3019-C078-5DC8B29EBC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5509" y="1433215"/>
            <a:ext cx="3017782" cy="3193057"/>
          </a:xfrm>
        </p:spPr>
      </p:pic>
    </p:spTree>
    <p:extLst>
      <p:ext uri="{BB962C8B-B14F-4D97-AF65-F5344CB8AC3E}">
        <p14:creationId xmlns:p14="http://schemas.microsoft.com/office/powerpoint/2010/main" val="4018206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4A972-19C1-CED0-CE5C-9D1381C5B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6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8143E189-CE5C-7F02-EDAE-C8D844FB1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157B354-DEEE-14BF-4191-BD875B711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1" y="1422720"/>
            <a:ext cx="5029636" cy="11202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D077F110-13AF-D751-89CC-3BA2E9B50B4E}"/>
                  </a:ext>
                </a:extLst>
              </p14:cNvPr>
              <p14:cNvContentPartPr/>
              <p14:nvPr/>
            </p14:nvContentPartPr>
            <p14:xfrm>
              <a:off x="2311940" y="2072720"/>
              <a:ext cx="912960" cy="2880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D077F110-13AF-D751-89CC-3BA2E9B50B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05820" y="2066600"/>
                <a:ext cx="92520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Agrupar 8">
            <a:extLst>
              <a:ext uri="{FF2B5EF4-FFF2-40B4-BE49-F238E27FC236}">
                <a16:creationId xmlns:a16="http://schemas.microsoft.com/office/drawing/2014/main" id="{3E5695BB-0D9F-B107-9887-2195B5A16DE5}"/>
              </a:ext>
            </a:extLst>
          </p:cNvPr>
          <p:cNvGrpSpPr/>
          <p:nvPr/>
        </p:nvGrpSpPr>
        <p:grpSpPr>
          <a:xfrm>
            <a:off x="6026420" y="1278200"/>
            <a:ext cx="292320" cy="84240"/>
            <a:chOff x="6026420" y="1278200"/>
            <a:chExt cx="292320" cy="8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567634B5-757A-8520-66AD-8DC3BB3E87CE}"/>
                    </a:ext>
                  </a:extLst>
                </p14:cNvPr>
                <p14:cNvContentPartPr/>
                <p14:nvPr/>
              </p14:nvContentPartPr>
              <p14:xfrm>
                <a:off x="6026420" y="1278200"/>
                <a:ext cx="86400" cy="84240"/>
              </p14:xfrm>
            </p:contentPart>
          </mc:Choice>
          <mc:Fallback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567634B5-757A-8520-66AD-8DC3BB3E87C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20300" y="1272080"/>
                  <a:ext cx="986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40FC92AF-6948-076C-9668-B3EEC7DE379F}"/>
                    </a:ext>
                  </a:extLst>
                </p14:cNvPr>
                <p14:cNvContentPartPr/>
                <p14:nvPr/>
              </p14:nvContentPartPr>
              <p14:xfrm>
                <a:off x="6248180" y="1291880"/>
                <a:ext cx="70560" cy="2304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40FC92AF-6948-076C-9668-B3EEC7DE379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42060" y="1285760"/>
                  <a:ext cx="828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56AFD56F-D8B4-BA2A-3C56-98CA3551A16C}"/>
                    </a:ext>
                  </a:extLst>
                </p14:cNvPr>
                <p14:cNvContentPartPr/>
                <p14:nvPr/>
              </p14:nvContentPartPr>
              <p14:xfrm>
                <a:off x="6208220" y="1345880"/>
                <a:ext cx="94680" cy="1548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56AFD56F-D8B4-BA2A-3C56-98CA3551A16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202100" y="1339760"/>
                  <a:ext cx="10692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85CEBDF3-141B-E605-D40C-A235213B16C8}"/>
              </a:ext>
            </a:extLst>
          </p:cNvPr>
          <p:cNvGrpSpPr/>
          <p:nvPr/>
        </p:nvGrpSpPr>
        <p:grpSpPr>
          <a:xfrm>
            <a:off x="6811580" y="1204760"/>
            <a:ext cx="571680" cy="169920"/>
            <a:chOff x="6811580" y="1204760"/>
            <a:chExt cx="571680" cy="16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65F6B3FF-FEFF-2A4C-2814-12A4DE7854B1}"/>
                    </a:ext>
                  </a:extLst>
                </p14:cNvPr>
                <p14:cNvContentPartPr/>
                <p14:nvPr/>
              </p14:nvContentPartPr>
              <p14:xfrm>
                <a:off x="6811580" y="1204760"/>
                <a:ext cx="207360" cy="16992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65F6B3FF-FEFF-2A4C-2814-12A4DE7854B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805460" y="1198640"/>
                  <a:ext cx="2196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47D83D6A-1857-86AF-3C9B-34735FFB070C}"/>
                    </a:ext>
                  </a:extLst>
                </p14:cNvPr>
                <p14:cNvContentPartPr/>
                <p14:nvPr/>
              </p14:nvContentPartPr>
              <p14:xfrm>
                <a:off x="7101020" y="1217720"/>
                <a:ext cx="282240" cy="13428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47D83D6A-1857-86AF-3C9B-34735FFB070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094900" y="1211600"/>
                  <a:ext cx="2944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7C5D57A5-F8C4-368F-7F71-716037EFE65C}"/>
                    </a:ext>
                  </a:extLst>
                </p14:cNvPr>
                <p14:cNvContentPartPr/>
                <p14:nvPr/>
              </p14:nvContentPartPr>
              <p14:xfrm>
                <a:off x="7232420" y="1305200"/>
                <a:ext cx="56520" cy="5292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7C5D57A5-F8C4-368F-7F71-716037EFE65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226300" y="1299080"/>
                  <a:ext cx="68760" cy="6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0A626D8A-51E5-89DF-4F7A-053D82B57FF6}"/>
                  </a:ext>
                </a:extLst>
              </p14:cNvPr>
              <p14:cNvContentPartPr/>
              <p14:nvPr/>
            </p14:nvContentPartPr>
            <p14:xfrm>
              <a:off x="6859460" y="1467200"/>
              <a:ext cx="435600" cy="42480"/>
            </p14:xfrm>
          </p:contentPart>
        </mc:Choice>
        <mc:Fallback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0A626D8A-51E5-89DF-4F7A-053D82B57FF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853340" y="1461080"/>
                <a:ext cx="44784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DD5BB06-76C4-7326-E8E4-25E911289427}"/>
              </a:ext>
            </a:extLst>
          </p:cNvPr>
          <p:cNvGrpSpPr/>
          <p:nvPr/>
        </p:nvGrpSpPr>
        <p:grpSpPr>
          <a:xfrm>
            <a:off x="6824900" y="1581680"/>
            <a:ext cx="486000" cy="135360"/>
            <a:chOff x="6824900" y="1581680"/>
            <a:chExt cx="486000" cy="13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BF4FDEAC-1F87-D9C4-401F-9B6642E14058}"/>
                    </a:ext>
                  </a:extLst>
                </p14:cNvPr>
                <p14:cNvContentPartPr/>
                <p14:nvPr/>
              </p14:nvContentPartPr>
              <p14:xfrm>
                <a:off x="6824900" y="1597160"/>
                <a:ext cx="185400" cy="11052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BF4FDEAC-1F87-D9C4-401F-9B6642E1405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818780" y="1591040"/>
                  <a:ext cx="1976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793E91AB-C298-77CC-A6E6-C529F2FE4847}"/>
                    </a:ext>
                  </a:extLst>
                </p14:cNvPr>
                <p14:cNvContentPartPr/>
                <p14:nvPr/>
              </p14:nvContentPartPr>
              <p14:xfrm>
                <a:off x="7152140" y="1581680"/>
                <a:ext cx="56520" cy="13536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793E91AB-C298-77CC-A6E6-C529F2FE484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146020" y="1575560"/>
                  <a:ext cx="687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85990B8D-D500-A43B-A4FA-7B874E9FE2E8}"/>
                    </a:ext>
                  </a:extLst>
                </p14:cNvPr>
                <p14:cNvContentPartPr/>
                <p14:nvPr/>
              </p14:nvContentPartPr>
              <p14:xfrm>
                <a:off x="7104260" y="1639280"/>
                <a:ext cx="206640" cy="684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85990B8D-D500-A43B-A4FA-7B874E9FE2E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098140" y="1633160"/>
                  <a:ext cx="218880" cy="1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D9360770-54B0-F821-DBEF-43ED7271ED5B}"/>
                  </a:ext>
                </a:extLst>
              </p14:cNvPr>
              <p14:cNvContentPartPr/>
              <p14:nvPr/>
            </p14:nvContentPartPr>
            <p14:xfrm>
              <a:off x="4636820" y="1656200"/>
              <a:ext cx="468360" cy="269280"/>
            </p14:xfrm>
          </p:contentPart>
        </mc:Choice>
        <mc:Fallback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D9360770-54B0-F821-DBEF-43ED7271ED5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630700" y="1650080"/>
                <a:ext cx="48060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21350969-C9C4-C141-4421-D77D0D40648C}"/>
                  </a:ext>
                </a:extLst>
              </p14:cNvPr>
              <p14:cNvContentPartPr/>
              <p14:nvPr/>
            </p14:nvContentPartPr>
            <p14:xfrm>
              <a:off x="6104540" y="1711280"/>
              <a:ext cx="32760" cy="29160"/>
            </p14:xfrm>
          </p:contentPart>
        </mc:Choice>
        <mc:Fallback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21350969-C9C4-C141-4421-D77D0D40648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098420" y="1705160"/>
                <a:ext cx="4500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Agrupar 23">
            <a:extLst>
              <a:ext uri="{FF2B5EF4-FFF2-40B4-BE49-F238E27FC236}">
                <a16:creationId xmlns:a16="http://schemas.microsoft.com/office/drawing/2014/main" id="{D692B205-725A-C2B6-75A2-9B69AB8A734A}"/>
              </a:ext>
            </a:extLst>
          </p:cNvPr>
          <p:cNvGrpSpPr/>
          <p:nvPr/>
        </p:nvGrpSpPr>
        <p:grpSpPr>
          <a:xfrm>
            <a:off x="6001940" y="1856720"/>
            <a:ext cx="453240" cy="146880"/>
            <a:chOff x="6001940" y="1856720"/>
            <a:chExt cx="453240" cy="14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F7719DB6-7767-A929-674F-23BB43907F67}"/>
                    </a:ext>
                  </a:extLst>
                </p14:cNvPr>
                <p14:cNvContentPartPr/>
                <p14:nvPr/>
              </p14:nvContentPartPr>
              <p14:xfrm>
                <a:off x="6001940" y="1856720"/>
                <a:ext cx="96480" cy="14688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F7719DB6-7767-A929-674F-23BB43907F6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95820" y="1850600"/>
                  <a:ext cx="1087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7538EB20-D3F2-A59F-87BB-1550553EAD0E}"/>
                    </a:ext>
                  </a:extLst>
                </p14:cNvPr>
                <p14:cNvContentPartPr/>
                <p14:nvPr/>
              </p14:nvContentPartPr>
              <p14:xfrm>
                <a:off x="6342860" y="1894160"/>
                <a:ext cx="112320" cy="1044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7538EB20-D3F2-A59F-87BB-1550553EAD0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336740" y="1888040"/>
                  <a:ext cx="1245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21A1AC3C-60D7-0CB6-7FCD-0B707FF28B18}"/>
                    </a:ext>
                  </a:extLst>
                </p14:cNvPr>
                <p14:cNvContentPartPr/>
                <p14:nvPr/>
              </p14:nvContentPartPr>
              <p14:xfrm>
                <a:off x="6302900" y="1946000"/>
                <a:ext cx="144360" cy="1908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21A1AC3C-60D7-0CB6-7FCD-0B707FF28B1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296780" y="1939880"/>
                  <a:ext cx="15660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10571ECD-2908-DAE8-1799-CDE42A6BC0AB}"/>
              </a:ext>
            </a:extLst>
          </p:cNvPr>
          <p:cNvGrpSpPr/>
          <p:nvPr/>
        </p:nvGrpSpPr>
        <p:grpSpPr>
          <a:xfrm>
            <a:off x="6787460" y="1883360"/>
            <a:ext cx="421200" cy="245160"/>
            <a:chOff x="6787460" y="1883360"/>
            <a:chExt cx="42120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D62D4B80-1E01-1614-CF70-31528BAD5444}"/>
                    </a:ext>
                  </a:extLst>
                </p14:cNvPr>
                <p14:cNvContentPartPr/>
                <p14:nvPr/>
              </p14:nvContentPartPr>
              <p14:xfrm>
                <a:off x="6891500" y="1883360"/>
                <a:ext cx="62640" cy="12240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D62D4B80-1E01-1614-CF70-31528BAD544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885380" y="1877240"/>
                  <a:ext cx="748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CE0B6E46-777C-C8DE-688E-EE5758B621B9}"/>
                    </a:ext>
                  </a:extLst>
                </p14:cNvPr>
                <p14:cNvContentPartPr/>
                <p14:nvPr/>
              </p14:nvContentPartPr>
              <p14:xfrm>
                <a:off x="6994100" y="1905680"/>
                <a:ext cx="118800" cy="11088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CE0B6E46-777C-C8DE-688E-EE5758B621B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987980" y="1899560"/>
                  <a:ext cx="1310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765C52D7-87D3-D3BA-1803-6C068903E023}"/>
                    </a:ext>
                  </a:extLst>
                </p14:cNvPr>
                <p14:cNvContentPartPr/>
                <p14:nvPr/>
              </p14:nvContentPartPr>
              <p14:xfrm>
                <a:off x="6787460" y="2059040"/>
                <a:ext cx="421200" cy="6948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765C52D7-87D3-D3BA-1803-6C068903E02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781340" y="2052920"/>
                  <a:ext cx="433440" cy="8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9" name="Tinta 28">
                <a:extLst>
                  <a:ext uri="{FF2B5EF4-FFF2-40B4-BE49-F238E27FC236}">
                    <a16:creationId xmlns:a16="http://schemas.microsoft.com/office/drawing/2014/main" id="{C6DF77EF-9282-523C-D254-E74C131591CD}"/>
                  </a:ext>
                </a:extLst>
              </p14:cNvPr>
              <p14:cNvContentPartPr/>
              <p14:nvPr/>
            </p14:nvContentPartPr>
            <p14:xfrm>
              <a:off x="527060" y="1881560"/>
              <a:ext cx="786960" cy="176400"/>
            </p14:xfrm>
          </p:contentPart>
        </mc:Choice>
        <mc:Fallback>
          <p:pic>
            <p:nvPicPr>
              <p:cNvPr id="29" name="Tinta 28">
                <a:extLst>
                  <a:ext uri="{FF2B5EF4-FFF2-40B4-BE49-F238E27FC236}">
                    <a16:creationId xmlns:a16="http://schemas.microsoft.com/office/drawing/2014/main" id="{C6DF77EF-9282-523C-D254-E74C131591C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20940" y="1875440"/>
                <a:ext cx="799200" cy="18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Agrupar 42">
            <a:extLst>
              <a:ext uri="{FF2B5EF4-FFF2-40B4-BE49-F238E27FC236}">
                <a16:creationId xmlns:a16="http://schemas.microsoft.com/office/drawing/2014/main" id="{8085601F-6968-C153-8E5E-1F4D37701B6E}"/>
              </a:ext>
            </a:extLst>
          </p:cNvPr>
          <p:cNvGrpSpPr/>
          <p:nvPr/>
        </p:nvGrpSpPr>
        <p:grpSpPr>
          <a:xfrm>
            <a:off x="6152420" y="2155160"/>
            <a:ext cx="1968480" cy="622080"/>
            <a:chOff x="6152420" y="2155160"/>
            <a:chExt cx="1968480" cy="62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E8F1CC8A-2905-24B5-31DD-6BE5AB7BF536}"/>
                    </a:ext>
                  </a:extLst>
                </p14:cNvPr>
                <p14:cNvContentPartPr/>
                <p14:nvPr/>
              </p14:nvContentPartPr>
              <p14:xfrm>
                <a:off x="6677300" y="2155160"/>
                <a:ext cx="360360" cy="13896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E8F1CC8A-2905-24B5-31DD-6BE5AB7BF53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671180" y="2149040"/>
                  <a:ext cx="3726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A3F6E97F-6879-0626-00AD-818207769610}"/>
                    </a:ext>
                  </a:extLst>
                </p14:cNvPr>
                <p14:cNvContentPartPr/>
                <p14:nvPr/>
              </p14:nvContentPartPr>
              <p14:xfrm>
                <a:off x="6224420" y="2497520"/>
                <a:ext cx="150840" cy="1872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A3F6E97F-6879-0626-00AD-81820776961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218300" y="2491400"/>
                  <a:ext cx="1630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4D3AF8AB-D5F7-0925-A4EB-6869AF87A80C}"/>
                    </a:ext>
                  </a:extLst>
                </p14:cNvPr>
                <p14:cNvContentPartPr/>
                <p14:nvPr/>
              </p14:nvContentPartPr>
              <p14:xfrm>
                <a:off x="6152420" y="2582120"/>
                <a:ext cx="182880" cy="864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4D3AF8AB-D5F7-0925-A4EB-6869AF87A80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146300" y="2576000"/>
                  <a:ext cx="1951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B7F1B259-E2D7-9484-7218-C1FC974CB922}"/>
                    </a:ext>
                  </a:extLst>
                </p14:cNvPr>
                <p14:cNvContentPartPr/>
                <p14:nvPr/>
              </p14:nvContentPartPr>
              <p14:xfrm>
                <a:off x="6658220" y="2492120"/>
                <a:ext cx="155160" cy="9756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B7F1B259-E2D7-9484-7218-C1FC974CB92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652100" y="2486000"/>
                  <a:ext cx="1674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5D8F0F24-4952-BDAF-8930-AD023E2F8ECA}"/>
                    </a:ext>
                  </a:extLst>
                </p14:cNvPr>
                <p14:cNvContentPartPr/>
                <p14:nvPr/>
              </p14:nvContentPartPr>
              <p14:xfrm>
                <a:off x="6945860" y="2612360"/>
                <a:ext cx="48240" cy="5292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5D8F0F24-4952-BDAF-8930-AD023E2F8EC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939740" y="2606240"/>
                  <a:ext cx="604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00E117F3-E074-0E77-37A8-8874AE8F5E4A}"/>
                    </a:ext>
                  </a:extLst>
                </p14:cNvPr>
                <p14:cNvContentPartPr/>
                <p14:nvPr/>
              </p14:nvContentPartPr>
              <p14:xfrm>
                <a:off x="7154660" y="2459360"/>
                <a:ext cx="220320" cy="11052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00E117F3-E074-0E77-37A8-8874AE8F5E4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148540" y="2453240"/>
                  <a:ext cx="2325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79473261-FE86-572A-577D-0F459A815847}"/>
                    </a:ext>
                  </a:extLst>
                </p14:cNvPr>
                <p14:cNvContentPartPr/>
                <p14:nvPr/>
              </p14:nvContentPartPr>
              <p14:xfrm>
                <a:off x="7691420" y="2452160"/>
                <a:ext cx="238680" cy="19584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79473261-FE86-572A-577D-0F459A81584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685300" y="2446040"/>
                  <a:ext cx="2509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321A409E-80D4-4E8D-9CDF-B8E5F7F4993B}"/>
                    </a:ext>
                  </a:extLst>
                </p14:cNvPr>
                <p14:cNvContentPartPr/>
                <p14:nvPr/>
              </p14:nvContentPartPr>
              <p14:xfrm>
                <a:off x="7787540" y="2551520"/>
                <a:ext cx="238680" cy="1368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321A409E-80D4-4E8D-9CDF-B8E5F7F4993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781420" y="2545400"/>
                  <a:ext cx="2509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2D1A1728-D983-80A7-3235-EBC27F989DD2}"/>
                    </a:ext>
                  </a:extLst>
                </p14:cNvPr>
                <p14:cNvContentPartPr/>
                <p14:nvPr/>
              </p14:nvContentPartPr>
              <p14:xfrm>
                <a:off x="6605300" y="2335520"/>
                <a:ext cx="118800" cy="21276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2D1A1728-D983-80A7-3235-EBC27F989DD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599180" y="2329400"/>
                  <a:ext cx="1310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2C547808-30A4-25B0-E098-DA56C5A46975}"/>
                    </a:ext>
                  </a:extLst>
                </p14:cNvPr>
                <p14:cNvContentPartPr/>
                <p14:nvPr/>
              </p14:nvContentPartPr>
              <p14:xfrm>
                <a:off x="6465260" y="2225360"/>
                <a:ext cx="1655640" cy="55188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2C547808-30A4-25B0-E098-DA56C5A4697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459140" y="2219240"/>
                  <a:ext cx="1667880" cy="56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44" name="Tinta 43">
                <a:extLst>
                  <a:ext uri="{FF2B5EF4-FFF2-40B4-BE49-F238E27FC236}">
                    <a16:creationId xmlns:a16="http://schemas.microsoft.com/office/drawing/2014/main" id="{D65E4EBB-01B0-BC0F-D9E7-A17C07D87C48}"/>
                  </a:ext>
                </a:extLst>
              </p14:cNvPr>
              <p14:cNvContentPartPr/>
              <p14:nvPr/>
            </p14:nvContentPartPr>
            <p14:xfrm>
              <a:off x="3478340" y="2009360"/>
              <a:ext cx="604080" cy="260640"/>
            </p14:xfrm>
          </p:contentPart>
        </mc:Choice>
        <mc:Fallback>
          <p:pic>
            <p:nvPicPr>
              <p:cNvPr id="44" name="Tinta 43">
                <a:extLst>
                  <a:ext uri="{FF2B5EF4-FFF2-40B4-BE49-F238E27FC236}">
                    <a16:creationId xmlns:a16="http://schemas.microsoft.com/office/drawing/2014/main" id="{D65E4EBB-01B0-BC0F-D9E7-A17C07D87C48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472220" y="2003240"/>
                <a:ext cx="61632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701312AB-9E96-7E58-C540-1755EC8A5DBC}"/>
                  </a:ext>
                </a:extLst>
              </p14:cNvPr>
              <p14:cNvContentPartPr/>
              <p14:nvPr/>
            </p14:nvContentPartPr>
            <p14:xfrm>
              <a:off x="2082260" y="3365840"/>
              <a:ext cx="864360" cy="903960"/>
            </p14:xfrm>
          </p:contentPart>
        </mc:Choice>
        <mc:Fallback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701312AB-9E96-7E58-C540-1755EC8A5DBC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076140" y="3359720"/>
                <a:ext cx="876600" cy="9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51" name="Tinta 50">
                <a:extLst>
                  <a:ext uri="{FF2B5EF4-FFF2-40B4-BE49-F238E27FC236}">
                    <a16:creationId xmlns:a16="http://schemas.microsoft.com/office/drawing/2014/main" id="{272FDC5D-D0CA-D577-67EA-9C777F8FEEA2}"/>
                  </a:ext>
                </a:extLst>
              </p14:cNvPr>
              <p14:cNvContentPartPr/>
              <p14:nvPr/>
            </p14:nvContentPartPr>
            <p14:xfrm>
              <a:off x="2081900" y="3094400"/>
              <a:ext cx="63000" cy="334440"/>
            </p14:xfrm>
          </p:contentPart>
        </mc:Choice>
        <mc:Fallback>
          <p:pic>
            <p:nvPicPr>
              <p:cNvPr id="51" name="Tinta 50">
                <a:extLst>
                  <a:ext uri="{FF2B5EF4-FFF2-40B4-BE49-F238E27FC236}">
                    <a16:creationId xmlns:a16="http://schemas.microsoft.com/office/drawing/2014/main" id="{272FDC5D-D0CA-D577-67EA-9C777F8FEEA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075780" y="3088280"/>
                <a:ext cx="7524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52" name="Tinta 51">
                <a:extLst>
                  <a:ext uri="{FF2B5EF4-FFF2-40B4-BE49-F238E27FC236}">
                    <a16:creationId xmlns:a16="http://schemas.microsoft.com/office/drawing/2014/main" id="{E55FC8E1-7B74-2480-97C0-EEA9B91DC1D8}"/>
                  </a:ext>
                </a:extLst>
              </p14:cNvPr>
              <p14:cNvContentPartPr/>
              <p14:nvPr/>
            </p14:nvContentPartPr>
            <p14:xfrm>
              <a:off x="2192420" y="3075680"/>
              <a:ext cx="982800" cy="1168560"/>
            </p14:xfrm>
          </p:contentPart>
        </mc:Choice>
        <mc:Fallback>
          <p:pic>
            <p:nvPicPr>
              <p:cNvPr id="52" name="Tinta 51">
                <a:extLst>
                  <a:ext uri="{FF2B5EF4-FFF2-40B4-BE49-F238E27FC236}">
                    <a16:creationId xmlns:a16="http://schemas.microsoft.com/office/drawing/2014/main" id="{E55FC8E1-7B74-2480-97C0-EEA9B91DC1D8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186300" y="3069560"/>
                <a:ext cx="995040" cy="118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Agrupar 55">
            <a:extLst>
              <a:ext uri="{FF2B5EF4-FFF2-40B4-BE49-F238E27FC236}">
                <a16:creationId xmlns:a16="http://schemas.microsoft.com/office/drawing/2014/main" id="{D40B72B7-0C29-B341-F757-07056BBD6A0C}"/>
              </a:ext>
            </a:extLst>
          </p:cNvPr>
          <p:cNvGrpSpPr/>
          <p:nvPr/>
        </p:nvGrpSpPr>
        <p:grpSpPr>
          <a:xfrm>
            <a:off x="1462700" y="3487880"/>
            <a:ext cx="1727640" cy="939240"/>
            <a:chOff x="1462700" y="3487880"/>
            <a:chExt cx="1727640" cy="93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0932BE5D-F632-B847-9A95-D6B56234445D}"/>
                    </a:ext>
                  </a:extLst>
                </p14:cNvPr>
                <p14:cNvContentPartPr/>
                <p14:nvPr/>
              </p14:nvContentPartPr>
              <p14:xfrm>
                <a:off x="1462700" y="3658520"/>
                <a:ext cx="1045800" cy="37404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0932BE5D-F632-B847-9A95-D6B56234445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456580" y="3652400"/>
                  <a:ext cx="105804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FDD940A5-83B7-0EB6-1F49-800E8DF1DD03}"/>
                    </a:ext>
                  </a:extLst>
                </p14:cNvPr>
                <p14:cNvContentPartPr/>
                <p14:nvPr/>
              </p14:nvContentPartPr>
              <p14:xfrm>
                <a:off x="1945820" y="3893600"/>
                <a:ext cx="1244520" cy="53352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FDD940A5-83B7-0EB6-1F49-800E8DF1DD0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939700" y="3887480"/>
                  <a:ext cx="125676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DBA178D4-C45B-E38E-9FAD-640BD9E615C6}"/>
                    </a:ext>
                  </a:extLst>
                </p14:cNvPr>
                <p14:cNvContentPartPr/>
                <p14:nvPr/>
              </p14:nvContentPartPr>
              <p14:xfrm>
                <a:off x="2462780" y="3487880"/>
                <a:ext cx="587520" cy="20160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DBA178D4-C45B-E38E-9FAD-640BD9E615C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456660" y="3481760"/>
                  <a:ext cx="5997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199D665F-53C3-EEA7-832F-EEDABC38A456}"/>
                    </a:ext>
                  </a:extLst>
                </p14:cNvPr>
                <p14:cNvContentPartPr/>
                <p14:nvPr/>
              </p14:nvContentPartPr>
              <p14:xfrm>
                <a:off x="2345780" y="3817640"/>
                <a:ext cx="291960" cy="18936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199D665F-53C3-EEA7-832F-EEDABC38A45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339660" y="3811520"/>
                  <a:ext cx="3042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63694C06-1B34-A693-379B-0CFE2B2C6203}"/>
                    </a:ext>
                  </a:extLst>
                </p14:cNvPr>
                <p14:cNvContentPartPr/>
                <p14:nvPr/>
              </p14:nvContentPartPr>
              <p14:xfrm>
                <a:off x="2511020" y="3853640"/>
                <a:ext cx="261000" cy="12348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63694C06-1B34-A693-379B-0CFE2B2C620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504900" y="3847520"/>
                  <a:ext cx="27324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1EA36CF5-0170-2F13-EF70-63C310DCE437}"/>
              </a:ext>
            </a:extLst>
          </p:cNvPr>
          <p:cNvGrpSpPr/>
          <p:nvPr/>
        </p:nvGrpSpPr>
        <p:grpSpPr>
          <a:xfrm>
            <a:off x="3200420" y="3554840"/>
            <a:ext cx="413280" cy="184320"/>
            <a:chOff x="3200420" y="3554840"/>
            <a:chExt cx="413280" cy="18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980FE06D-A5BB-E7D5-EEFB-DD1E3588ECC6}"/>
                    </a:ext>
                  </a:extLst>
                </p14:cNvPr>
                <p14:cNvContentPartPr/>
                <p14:nvPr/>
              </p14:nvContentPartPr>
              <p14:xfrm>
                <a:off x="3200420" y="3554840"/>
                <a:ext cx="48240" cy="12168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980FE06D-A5BB-E7D5-EEFB-DD1E3588ECC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194300" y="3548720"/>
                  <a:ext cx="60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D945FF7B-B342-FF0A-03B9-00948A1AE493}"/>
                    </a:ext>
                  </a:extLst>
                </p14:cNvPr>
                <p14:cNvContentPartPr/>
                <p14:nvPr/>
              </p14:nvContentPartPr>
              <p14:xfrm>
                <a:off x="3280340" y="3566720"/>
                <a:ext cx="86760" cy="9972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D945FF7B-B342-FF0A-03B9-00948A1AE49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274220" y="3560600"/>
                  <a:ext cx="990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ADD486DE-89E6-E3E0-DE73-8DD82FF5889F}"/>
                    </a:ext>
                  </a:extLst>
                </p14:cNvPr>
                <p14:cNvContentPartPr/>
                <p14:nvPr/>
              </p14:nvContentPartPr>
              <p14:xfrm>
                <a:off x="3422900" y="3619280"/>
                <a:ext cx="190800" cy="11988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ADD486DE-89E6-E3E0-DE73-8DD82FF5889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416780" y="3613160"/>
                  <a:ext cx="203040" cy="132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47318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4A972-19C1-CED0-CE5C-9D1381C5B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7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2350F5F5-A293-A0D4-CB95-A71B8A5A55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513" y="1439650"/>
            <a:ext cx="5006774" cy="1249788"/>
          </a:xfrm>
        </p:spPr>
      </p:pic>
      <p:grpSp>
        <p:nvGrpSpPr>
          <p:cNvPr id="28" name="Agrupar 27">
            <a:extLst>
              <a:ext uri="{FF2B5EF4-FFF2-40B4-BE49-F238E27FC236}">
                <a16:creationId xmlns:a16="http://schemas.microsoft.com/office/drawing/2014/main" id="{1463ACA3-66BF-ACCB-A941-510F4D581CA4}"/>
              </a:ext>
            </a:extLst>
          </p:cNvPr>
          <p:cNvGrpSpPr/>
          <p:nvPr/>
        </p:nvGrpSpPr>
        <p:grpSpPr>
          <a:xfrm>
            <a:off x="3843740" y="1055720"/>
            <a:ext cx="976320" cy="316440"/>
            <a:chOff x="3843740" y="1055720"/>
            <a:chExt cx="976320" cy="31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2E147011-D7E8-1DFE-29CD-BBDF31A33E85}"/>
                    </a:ext>
                  </a:extLst>
                </p14:cNvPr>
                <p14:cNvContentPartPr/>
                <p14:nvPr/>
              </p14:nvContentPartPr>
              <p14:xfrm>
                <a:off x="3843740" y="1055720"/>
                <a:ext cx="158760" cy="20628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2E147011-D7E8-1DFE-29CD-BBDF31A33E8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37620" y="1049600"/>
                  <a:ext cx="1710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E7BD179D-453B-670F-83EF-4C3FC6699221}"/>
                    </a:ext>
                  </a:extLst>
                </p14:cNvPr>
                <p14:cNvContentPartPr/>
                <p14:nvPr/>
              </p14:nvContentPartPr>
              <p14:xfrm>
                <a:off x="3945980" y="1123400"/>
                <a:ext cx="152280" cy="4932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E7BD179D-453B-670F-83EF-4C3FC669922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39860" y="1117280"/>
                  <a:ext cx="1645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08AB4133-1D47-2A5B-F3C0-F528AAC0E281}"/>
                    </a:ext>
                  </a:extLst>
                </p14:cNvPr>
                <p14:cNvContentPartPr/>
                <p14:nvPr/>
              </p14:nvContentPartPr>
              <p14:xfrm>
                <a:off x="3953900" y="1249760"/>
                <a:ext cx="64440" cy="5292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08AB4133-1D47-2A5B-F3C0-F528AAC0E28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47780" y="1243640"/>
                  <a:ext cx="766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8ACD5325-0F7D-9DED-CFF7-B8B29C594750}"/>
                    </a:ext>
                  </a:extLst>
                </p14:cNvPr>
                <p14:cNvContentPartPr/>
                <p14:nvPr/>
              </p14:nvContentPartPr>
              <p14:xfrm>
                <a:off x="4184300" y="1206200"/>
                <a:ext cx="278280" cy="16596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8ACD5325-0F7D-9DED-CFF7-B8B29C59475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178180" y="1200080"/>
                  <a:ext cx="290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890C5200-58B5-B9B1-701B-42D7D07C202F}"/>
                    </a:ext>
                  </a:extLst>
                </p14:cNvPr>
                <p14:cNvContentPartPr/>
                <p14:nvPr/>
              </p14:nvContentPartPr>
              <p14:xfrm>
                <a:off x="4637180" y="1221320"/>
                <a:ext cx="182880" cy="1044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890C5200-58B5-B9B1-701B-42D7D07C202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631060" y="1215200"/>
                  <a:ext cx="1951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D85ECF21-87D4-A9B5-111D-E261C44819FF}"/>
                    </a:ext>
                  </a:extLst>
                </p14:cNvPr>
                <p14:cNvContentPartPr/>
                <p14:nvPr/>
              </p14:nvContentPartPr>
              <p14:xfrm>
                <a:off x="4645100" y="1269920"/>
                <a:ext cx="110880" cy="1728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D85ECF21-87D4-A9B5-111D-E261C44819F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638980" y="1263800"/>
                  <a:ext cx="12312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4A07237D-C38D-B901-5840-62FD7DBC5539}"/>
              </a:ext>
            </a:extLst>
          </p:cNvPr>
          <p:cNvGrpSpPr/>
          <p:nvPr/>
        </p:nvGrpSpPr>
        <p:grpSpPr>
          <a:xfrm>
            <a:off x="5168540" y="1165520"/>
            <a:ext cx="989640" cy="189720"/>
            <a:chOff x="5168540" y="1165520"/>
            <a:chExt cx="989640" cy="18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A6B826A1-73AA-6BA3-31BC-9D77FDF1DAEF}"/>
                    </a:ext>
                  </a:extLst>
                </p14:cNvPr>
                <p14:cNvContentPartPr/>
                <p14:nvPr/>
              </p14:nvContentPartPr>
              <p14:xfrm>
                <a:off x="5168540" y="1165520"/>
                <a:ext cx="120240" cy="11304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A6B826A1-73AA-6BA3-31BC-9D77FDF1DAE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162420" y="1159400"/>
                  <a:ext cx="1324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DD8542C7-4C29-E3D8-5DB8-831F73A46DE3}"/>
                    </a:ext>
                  </a:extLst>
                </p14:cNvPr>
                <p14:cNvContentPartPr/>
                <p14:nvPr/>
              </p14:nvContentPartPr>
              <p14:xfrm>
                <a:off x="5338820" y="1201160"/>
                <a:ext cx="90000" cy="8064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DD8542C7-4C29-E3D8-5DB8-831F73A46DE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332700" y="1195040"/>
                  <a:ext cx="1022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85997A84-FCFF-4844-6496-01C9AC1E4943}"/>
                    </a:ext>
                  </a:extLst>
                </p14:cNvPr>
                <p14:cNvContentPartPr/>
                <p14:nvPr/>
              </p14:nvContentPartPr>
              <p14:xfrm>
                <a:off x="5449700" y="1191440"/>
                <a:ext cx="138600" cy="9432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85997A84-FCFF-4844-6496-01C9AC1E494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443580" y="1185320"/>
                  <a:ext cx="1508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DD44E45C-C316-B289-726E-403644F28DC3}"/>
                    </a:ext>
                  </a:extLst>
                </p14:cNvPr>
                <p14:cNvContentPartPr/>
                <p14:nvPr/>
              </p14:nvContentPartPr>
              <p14:xfrm>
                <a:off x="5657420" y="1210880"/>
                <a:ext cx="114120" cy="5796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DD44E45C-C316-B289-726E-403644F28DC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51300" y="1204760"/>
                  <a:ext cx="1263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CE2CB988-79EA-6564-DC60-F20AEFB12A27}"/>
                    </a:ext>
                  </a:extLst>
                </p14:cNvPr>
                <p14:cNvContentPartPr/>
                <p14:nvPr/>
              </p14:nvContentPartPr>
              <p14:xfrm>
                <a:off x="5910500" y="1197200"/>
                <a:ext cx="247680" cy="15804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CE2CB988-79EA-6564-DC60-F20AEFB12A2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904380" y="1191080"/>
                  <a:ext cx="25992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E6048443-56D1-4CA3-399F-8CCAF46DAD95}"/>
              </a:ext>
            </a:extLst>
          </p:cNvPr>
          <p:cNvGrpSpPr/>
          <p:nvPr/>
        </p:nvGrpSpPr>
        <p:grpSpPr>
          <a:xfrm>
            <a:off x="4069820" y="786080"/>
            <a:ext cx="868680" cy="195840"/>
            <a:chOff x="4069820" y="786080"/>
            <a:chExt cx="868680" cy="19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3FD51440-CED5-A02B-4013-01A8F4490628}"/>
                    </a:ext>
                  </a:extLst>
                </p14:cNvPr>
                <p14:cNvContentPartPr/>
                <p14:nvPr/>
              </p14:nvContentPartPr>
              <p14:xfrm>
                <a:off x="4069820" y="887960"/>
                <a:ext cx="294840" cy="9072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3FD51440-CED5-A02B-4013-01A8F449062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063700" y="881840"/>
                  <a:ext cx="3070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F605DDD0-3D01-C499-859B-F3F847D85DBB}"/>
                    </a:ext>
                  </a:extLst>
                </p14:cNvPr>
                <p14:cNvContentPartPr/>
                <p14:nvPr/>
              </p14:nvContentPartPr>
              <p14:xfrm>
                <a:off x="4541420" y="786080"/>
                <a:ext cx="128520" cy="15876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F605DDD0-3D01-C499-859B-F3F847D85DB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535300" y="779960"/>
                  <a:ext cx="1407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564D8540-6C0B-B35C-BCD8-CBEA2361351F}"/>
                    </a:ext>
                  </a:extLst>
                </p14:cNvPr>
                <p14:cNvContentPartPr/>
                <p14:nvPr/>
              </p14:nvContentPartPr>
              <p14:xfrm>
                <a:off x="4827620" y="919280"/>
                <a:ext cx="94680" cy="1404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564D8540-6C0B-B35C-BCD8-CBEA2361351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821500" y="913160"/>
                  <a:ext cx="106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814258F5-C6BD-DDA6-0C64-A65EBFBD67E5}"/>
                    </a:ext>
                  </a:extLst>
                </p14:cNvPr>
                <p14:cNvContentPartPr/>
                <p14:nvPr/>
              </p14:nvContentPartPr>
              <p14:xfrm>
                <a:off x="4779740" y="957800"/>
                <a:ext cx="158760" cy="2412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814258F5-C6BD-DDA6-0C64-A65EBFBD67E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773620" y="951680"/>
                  <a:ext cx="17100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D30BBD74-DA26-15E1-426D-EC1763FD5224}"/>
              </a:ext>
            </a:extLst>
          </p:cNvPr>
          <p:cNvGrpSpPr/>
          <p:nvPr/>
        </p:nvGrpSpPr>
        <p:grpSpPr>
          <a:xfrm>
            <a:off x="5256380" y="787520"/>
            <a:ext cx="1150920" cy="304200"/>
            <a:chOff x="5256380" y="787520"/>
            <a:chExt cx="115092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4DC185F9-DF30-D1F1-9D9B-7164820816DE}"/>
                    </a:ext>
                  </a:extLst>
                </p14:cNvPr>
                <p14:cNvContentPartPr/>
                <p14:nvPr/>
              </p14:nvContentPartPr>
              <p14:xfrm>
                <a:off x="6058100" y="808040"/>
                <a:ext cx="40320" cy="74160"/>
              </p14:xfrm>
            </p:contentPart>
          </mc:Choice>
          <mc:Fallback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4DC185F9-DF30-D1F1-9D9B-7164820816D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051980" y="801920"/>
                  <a:ext cx="525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0DB105EB-D7E4-ED9C-938B-03E0EFDCBF63}"/>
                    </a:ext>
                  </a:extLst>
                </p14:cNvPr>
                <p14:cNvContentPartPr/>
                <p14:nvPr/>
              </p14:nvContentPartPr>
              <p14:xfrm>
                <a:off x="6264380" y="787520"/>
                <a:ext cx="142920" cy="1044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0DB105EB-D7E4-ED9C-938B-03E0EFDCBF6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258260" y="781400"/>
                  <a:ext cx="1551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AAEAEB69-0BF5-8EA2-984F-5716E4295071}"/>
                    </a:ext>
                  </a:extLst>
                </p14:cNvPr>
                <p14:cNvContentPartPr/>
                <p14:nvPr/>
              </p14:nvContentPartPr>
              <p14:xfrm>
                <a:off x="6232340" y="851960"/>
                <a:ext cx="166680" cy="1548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AAEAEB69-0BF5-8EA2-984F-5716E429507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226220" y="845840"/>
                  <a:ext cx="1789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E59BFA6E-1ED1-6352-FB0C-622199048201}"/>
                    </a:ext>
                  </a:extLst>
                </p14:cNvPr>
                <p14:cNvContentPartPr/>
                <p14:nvPr/>
              </p14:nvContentPartPr>
              <p14:xfrm>
                <a:off x="5350700" y="807320"/>
                <a:ext cx="181800" cy="9972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E59BFA6E-1ED1-6352-FB0C-62219904820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344580" y="801200"/>
                  <a:ext cx="1940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02BCDA93-8397-AE17-76E8-7EA3341BDDBE}"/>
                    </a:ext>
                  </a:extLst>
                </p14:cNvPr>
                <p14:cNvContentPartPr/>
                <p14:nvPr/>
              </p14:nvContentPartPr>
              <p14:xfrm>
                <a:off x="5256740" y="945560"/>
                <a:ext cx="404640" cy="1980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02BCDA93-8397-AE17-76E8-7EA3341BDDB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250620" y="939440"/>
                  <a:ext cx="4168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902E2428-FC59-AEDC-9024-6A6634AC9C79}"/>
                    </a:ext>
                  </a:extLst>
                </p14:cNvPr>
                <p14:cNvContentPartPr/>
                <p14:nvPr/>
              </p14:nvContentPartPr>
              <p14:xfrm>
                <a:off x="5256380" y="992000"/>
                <a:ext cx="78840" cy="9972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902E2428-FC59-AEDC-9024-6A6634AC9C7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250260" y="985880"/>
                  <a:ext cx="910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D1B6E426-92B8-06B6-9533-A44F7A2207A9}"/>
                    </a:ext>
                  </a:extLst>
                </p14:cNvPr>
                <p14:cNvContentPartPr/>
                <p14:nvPr/>
              </p14:nvContentPartPr>
              <p14:xfrm>
                <a:off x="5350700" y="978320"/>
                <a:ext cx="174600" cy="10836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D1B6E426-92B8-06B6-9533-A44F7A2207A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344580" y="972200"/>
                  <a:ext cx="1868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0AE84CF1-5782-7376-F011-9310E581C325}"/>
                    </a:ext>
                  </a:extLst>
                </p14:cNvPr>
                <p14:cNvContentPartPr/>
                <p14:nvPr/>
              </p14:nvContentPartPr>
              <p14:xfrm>
                <a:off x="5438900" y="972920"/>
                <a:ext cx="174600" cy="10476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0AE84CF1-5782-7376-F011-9310E581C32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432780" y="966800"/>
                  <a:ext cx="1868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C1DC8D1A-2FEB-8F56-B389-37C5238D2BE6}"/>
                    </a:ext>
                  </a:extLst>
                </p14:cNvPr>
                <p14:cNvContentPartPr/>
                <p14:nvPr/>
              </p14:nvContentPartPr>
              <p14:xfrm>
                <a:off x="5573180" y="1015400"/>
                <a:ext cx="134640" cy="7632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C1DC8D1A-2FEB-8F56-B389-37C5238D2BE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567060" y="1009280"/>
                  <a:ext cx="1468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46097292-90F8-6B0D-5BDF-04AD80B9E31C}"/>
                    </a:ext>
                  </a:extLst>
                </p14:cNvPr>
                <p14:cNvContentPartPr/>
                <p14:nvPr/>
              </p14:nvContentPartPr>
              <p14:xfrm>
                <a:off x="5844980" y="824960"/>
                <a:ext cx="283680" cy="14400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46097292-90F8-6B0D-5BDF-04AD80B9E31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838860" y="818840"/>
                  <a:ext cx="295920" cy="15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84" name="Tinta 83">
                <a:extLst>
                  <a:ext uri="{FF2B5EF4-FFF2-40B4-BE49-F238E27FC236}">
                    <a16:creationId xmlns:a16="http://schemas.microsoft.com/office/drawing/2014/main" id="{65D02F41-123D-C978-8FCB-F2895429F5C4}"/>
                  </a:ext>
                </a:extLst>
              </p14:cNvPr>
              <p14:cNvContentPartPr/>
              <p14:nvPr/>
            </p14:nvContentPartPr>
            <p14:xfrm>
              <a:off x="3655460" y="1657280"/>
              <a:ext cx="1089000" cy="332640"/>
            </p14:xfrm>
          </p:contentPart>
        </mc:Choice>
        <mc:Fallback>
          <p:pic>
            <p:nvPicPr>
              <p:cNvPr id="84" name="Tinta 83">
                <a:extLst>
                  <a:ext uri="{FF2B5EF4-FFF2-40B4-BE49-F238E27FC236}">
                    <a16:creationId xmlns:a16="http://schemas.microsoft.com/office/drawing/2014/main" id="{65D02F41-123D-C978-8FCB-F2895429F5C4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649340" y="1651160"/>
                <a:ext cx="1101240" cy="34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Agrupar 91">
            <a:extLst>
              <a:ext uri="{FF2B5EF4-FFF2-40B4-BE49-F238E27FC236}">
                <a16:creationId xmlns:a16="http://schemas.microsoft.com/office/drawing/2014/main" id="{E15E7EB8-D1BD-59BF-EE2F-8251D96DEBB3}"/>
              </a:ext>
            </a:extLst>
          </p:cNvPr>
          <p:cNvGrpSpPr/>
          <p:nvPr/>
        </p:nvGrpSpPr>
        <p:grpSpPr>
          <a:xfrm>
            <a:off x="6010580" y="1781480"/>
            <a:ext cx="1190160" cy="168120"/>
            <a:chOff x="6010580" y="1781480"/>
            <a:chExt cx="1190160" cy="16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6CDF36DB-1E2B-7D33-9343-09A7E7D0131F}"/>
                    </a:ext>
                  </a:extLst>
                </p14:cNvPr>
                <p14:cNvContentPartPr/>
                <p14:nvPr/>
              </p14:nvContentPartPr>
              <p14:xfrm>
                <a:off x="6010580" y="1793720"/>
                <a:ext cx="208440" cy="12096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6CDF36DB-1E2B-7D33-9343-09A7E7D0131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004460" y="1787600"/>
                  <a:ext cx="2206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4C3EB0CF-9223-D383-2E6E-588B40F0638A}"/>
                    </a:ext>
                  </a:extLst>
                </p14:cNvPr>
                <p14:cNvContentPartPr/>
                <p14:nvPr/>
              </p14:nvContentPartPr>
              <p14:xfrm>
                <a:off x="6256460" y="1875080"/>
                <a:ext cx="16200" cy="5940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4C3EB0CF-9223-D383-2E6E-588B40F0638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250340" y="1868960"/>
                  <a:ext cx="284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945B52F4-B222-2CE7-F704-80AB780EB73C}"/>
                    </a:ext>
                  </a:extLst>
                </p14:cNvPr>
                <p14:cNvContentPartPr/>
                <p14:nvPr/>
              </p14:nvContentPartPr>
              <p14:xfrm>
                <a:off x="6378500" y="1781480"/>
                <a:ext cx="92520" cy="10800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945B52F4-B222-2CE7-F704-80AB780EB73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372380" y="1775360"/>
                  <a:ext cx="1047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3D4A8E42-3B37-3145-CC4E-2196A89BA7CE}"/>
                    </a:ext>
                  </a:extLst>
                </p14:cNvPr>
                <p14:cNvContentPartPr/>
                <p14:nvPr/>
              </p14:nvContentPartPr>
              <p14:xfrm>
                <a:off x="6613220" y="1819640"/>
                <a:ext cx="110880" cy="9828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3D4A8E42-3B37-3145-CC4E-2196A89BA7C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607100" y="1813520"/>
                  <a:ext cx="1231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469A242C-2B55-FAD0-5BD6-E5999A226E12}"/>
                    </a:ext>
                  </a:extLst>
                </p14:cNvPr>
                <p14:cNvContentPartPr/>
                <p14:nvPr/>
              </p14:nvContentPartPr>
              <p14:xfrm>
                <a:off x="6636980" y="1843400"/>
                <a:ext cx="110880" cy="3924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469A242C-2B55-FAD0-5BD6-E5999A226E1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630860" y="1837280"/>
                  <a:ext cx="1231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70591BA9-7033-DEE6-44D8-7787BEE83B2F}"/>
                    </a:ext>
                  </a:extLst>
                </p14:cNvPr>
                <p14:cNvContentPartPr/>
                <p14:nvPr/>
              </p14:nvContentPartPr>
              <p14:xfrm>
                <a:off x="6976100" y="1806680"/>
                <a:ext cx="174600" cy="7236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70591BA9-7033-DEE6-44D8-7787BEE83B2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969980" y="1800560"/>
                  <a:ext cx="1868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D6ED6DBB-7753-F2DA-4B31-F12316BC0BD3}"/>
                    </a:ext>
                  </a:extLst>
                </p14:cNvPr>
                <p14:cNvContentPartPr/>
                <p14:nvPr/>
              </p14:nvContentPartPr>
              <p14:xfrm>
                <a:off x="7104260" y="1892360"/>
                <a:ext cx="96480" cy="5724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D6ED6DBB-7753-F2DA-4B31-F12316BC0BD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098140" y="1886240"/>
                  <a:ext cx="108720" cy="6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100" name="Tinta 99">
                <a:extLst>
                  <a:ext uri="{FF2B5EF4-FFF2-40B4-BE49-F238E27FC236}">
                    <a16:creationId xmlns:a16="http://schemas.microsoft.com/office/drawing/2014/main" id="{3E067240-5439-E2C7-A5FC-F322AC61D0EE}"/>
                  </a:ext>
                </a:extLst>
              </p14:cNvPr>
              <p14:cNvContentPartPr/>
              <p14:nvPr/>
            </p14:nvContentPartPr>
            <p14:xfrm>
              <a:off x="8224940" y="1593200"/>
              <a:ext cx="534240" cy="363240"/>
            </p14:xfrm>
          </p:contentPart>
        </mc:Choice>
        <mc:Fallback>
          <p:pic>
            <p:nvPicPr>
              <p:cNvPr id="100" name="Tinta 99">
                <a:extLst>
                  <a:ext uri="{FF2B5EF4-FFF2-40B4-BE49-F238E27FC236}">
                    <a16:creationId xmlns:a16="http://schemas.microsoft.com/office/drawing/2014/main" id="{3E067240-5439-E2C7-A5FC-F322AC61D0EE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8218820" y="1587080"/>
                <a:ext cx="546480" cy="37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Agrupar 140">
            <a:extLst>
              <a:ext uri="{FF2B5EF4-FFF2-40B4-BE49-F238E27FC236}">
                <a16:creationId xmlns:a16="http://schemas.microsoft.com/office/drawing/2014/main" id="{1C0670E2-32CA-55C0-2BB2-B3F0D4AE07DB}"/>
              </a:ext>
            </a:extLst>
          </p:cNvPr>
          <p:cNvGrpSpPr/>
          <p:nvPr/>
        </p:nvGrpSpPr>
        <p:grpSpPr>
          <a:xfrm>
            <a:off x="6897980" y="668720"/>
            <a:ext cx="3168360" cy="758520"/>
            <a:chOff x="6897980" y="668720"/>
            <a:chExt cx="3168360" cy="75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D2CF56F4-8E1B-C10A-CBC3-BE016098411D}"/>
                    </a:ext>
                  </a:extLst>
                </p14:cNvPr>
                <p14:cNvContentPartPr/>
                <p14:nvPr/>
              </p14:nvContentPartPr>
              <p14:xfrm>
                <a:off x="6897980" y="724520"/>
                <a:ext cx="197640" cy="12312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D2CF56F4-8E1B-C10A-CBC3-BE016098411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891860" y="718400"/>
                  <a:ext cx="2098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89069F6B-EA85-0A46-805B-A671699AE3B7}"/>
                    </a:ext>
                  </a:extLst>
                </p14:cNvPr>
                <p14:cNvContentPartPr/>
                <p14:nvPr/>
              </p14:nvContentPartPr>
              <p14:xfrm>
                <a:off x="7074020" y="737120"/>
                <a:ext cx="182880" cy="8136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89069F6B-EA85-0A46-805B-A671699AE3B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067900" y="731000"/>
                  <a:ext cx="1951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37B7B93B-E0B2-B681-F617-DA227F3F42DE}"/>
                    </a:ext>
                  </a:extLst>
                </p14:cNvPr>
                <p14:cNvContentPartPr/>
                <p14:nvPr/>
              </p14:nvContentPartPr>
              <p14:xfrm>
                <a:off x="7318820" y="745400"/>
                <a:ext cx="230760" cy="7812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37B7B93B-E0B2-B681-F617-DA227F3F42D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312700" y="739280"/>
                  <a:ext cx="2430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76A74E64-2D09-0536-8E72-D4A7B7620AF4}"/>
                    </a:ext>
                  </a:extLst>
                </p14:cNvPr>
                <p14:cNvContentPartPr/>
                <p14:nvPr/>
              </p14:nvContentPartPr>
              <p14:xfrm>
                <a:off x="7723460" y="738920"/>
                <a:ext cx="351000" cy="8100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76A74E64-2D09-0536-8E72-D4A7B7620AF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717340" y="732800"/>
                  <a:ext cx="3632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2F99A35D-485A-7586-B6E9-3CCED14E23EC}"/>
                    </a:ext>
                  </a:extLst>
                </p14:cNvPr>
                <p14:cNvContentPartPr/>
                <p14:nvPr/>
              </p14:nvContentPartPr>
              <p14:xfrm>
                <a:off x="8073740" y="703280"/>
                <a:ext cx="261000" cy="15732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2F99A35D-485A-7586-B6E9-3CCED14E23E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067620" y="697160"/>
                  <a:ext cx="2732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3AAA5117-33BD-BC31-14B9-B5B528778359}"/>
                    </a:ext>
                  </a:extLst>
                </p14:cNvPr>
                <p14:cNvContentPartPr/>
                <p14:nvPr/>
              </p14:nvContentPartPr>
              <p14:xfrm>
                <a:off x="8224220" y="767360"/>
                <a:ext cx="118800" cy="2232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3AAA5117-33BD-BC31-14B9-B5B52877835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218100" y="761240"/>
                  <a:ext cx="131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1832C435-6666-D5CB-00EA-C94E20D89987}"/>
                    </a:ext>
                  </a:extLst>
                </p14:cNvPr>
                <p14:cNvContentPartPr/>
                <p14:nvPr/>
              </p14:nvContentPartPr>
              <p14:xfrm>
                <a:off x="8382620" y="774560"/>
                <a:ext cx="222840" cy="324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1832C435-6666-D5CB-00EA-C94E20D8998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376500" y="768440"/>
                  <a:ext cx="2350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812D873F-BA44-9C47-32C8-737A174BE25B}"/>
                    </a:ext>
                  </a:extLst>
                </p14:cNvPr>
                <p14:cNvContentPartPr/>
                <p14:nvPr/>
              </p14:nvContentPartPr>
              <p14:xfrm>
                <a:off x="8430500" y="799400"/>
                <a:ext cx="158760" cy="900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812D873F-BA44-9C47-32C8-737A174BE25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424380" y="793280"/>
                  <a:ext cx="171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22DA5091-727B-A88F-5887-87FE3C33B60C}"/>
                    </a:ext>
                  </a:extLst>
                </p14:cNvPr>
                <p14:cNvContentPartPr/>
                <p14:nvPr/>
              </p14:nvContentPartPr>
              <p14:xfrm>
                <a:off x="7637060" y="668720"/>
                <a:ext cx="595080" cy="25884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22DA5091-727B-A88F-5887-87FE3C33B60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630940" y="662600"/>
                  <a:ext cx="6073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7B140A19-1741-C7AF-20CC-1C088152AAFD}"/>
                    </a:ext>
                  </a:extLst>
                </p14:cNvPr>
                <p14:cNvContentPartPr/>
                <p14:nvPr/>
              </p14:nvContentPartPr>
              <p14:xfrm>
                <a:off x="8019380" y="679520"/>
                <a:ext cx="194040" cy="2592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7B140A19-1741-C7AF-20CC-1C088152AAF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013260" y="673400"/>
                  <a:ext cx="206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4EA765C6-481D-6999-7AF9-3FFE4078476F}"/>
                    </a:ext>
                  </a:extLst>
                </p14:cNvPr>
                <p14:cNvContentPartPr/>
                <p14:nvPr/>
              </p14:nvContentPartPr>
              <p14:xfrm>
                <a:off x="7735340" y="1024040"/>
                <a:ext cx="154800" cy="11376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4EA765C6-481D-6999-7AF9-3FFE4078476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729220" y="1017920"/>
                  <a:ext cx="1670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73481087-6C89-5378-0C4B-E968A18CE740}"/>
                    </a:ext>
                  </a:extLst>
                </p14:cNvPr>
                <p14:cNvContentPartPr/>
                <p14:nvPr/>
              </p14:nvContentPartPr>
              <p14:xfrm>
                <a:off x="7653260" y="1146800"/>
                <a:ext cx="451440" cy="3924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73481087-6C89-5378-0C4B-E968A18CE74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647140" y="1140680"/>
                  <a:ext cx="4636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AF76BD84-EA02-8730-01CD-8EFE26C7189C}"/>
                    </a:ext>
                  </a:extLst>
                </p14:cNvPr>
                <p14:cNvContentPartPr/>
                <p14:nvPr/>
              </p14:nvContentPartPr>
              <p14:xfrm>
                <a:off x="7661180" y="1209440"/>
                <a:ext cx="118800" cy="11484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AF76BD84-EA02-8730-01CD-8EFE26C7189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655060" y="1203320"/>
                  <a:ext cx="1310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2CEA190B-F0FA-714E-653E-C928D0A3AB3D}"/>
                    </a:ext>
                  </a:extLst>
                </p14:cNvPr>
                <p14:cNvContentPartPr/>
                <p14:nvPr/>
              </p14:nvContentPartPr>
              <p14:xfrm>
                <a:off x="7835420" y="1237880"/>
                <a:ext cx="142920" cy="6948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2CEA190B-F0FA-714E-653E-C928D0A3AB3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829300" y="1231760"/>
                  <a:ext cx="1551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9A2DDBBF-69F2-5F19-4A49-A59DCCFB7E50}"/>
                    </a:ext>
                  </a:extLst>
                </p14:cNvPr>
                <p14:cNvContentPartPr/>
                <p14:nvPr/>
              </p14:nvContentPartPr>
              <p14:xfrm>
                <a:off x="8096420" y="1241480"/>
                <a:ext cx="80280" cy="5724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9A2DDBBF-69F2-5F19-4A49-A59DCCFB7E5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090300" y="1235360"/>
                  <a:ext cx="925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25AA1704-ABEA-2D2B-02F9-1FF0980A74F2}"/>
                    </a:ext>
                  </a:extLst>
                </p14:cNvPr>
                <p14:cNvContentPartPr/>
                <p14:nvPr/>
              </p14:nvContentPartPr>
              <p14:xfrm>
                <a:off x="8248340" y="1199360"/>
                <a:ext cx="230760" cy="8640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25AA1704-ABEA-2D2B-02F9-1FF0980A74F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242220" y="1193240"/>
                  <a:ext cx="2430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A759DE26-4D54-CA65-98D1-B945D5231AB7}"/>
                    </a:ext>
                  </a:extLst>
                </p14:cNvPr>
                <p14:cNvContentPartPr/>
                <p14:nvPr/>
              </p14:nvContentPartPr>
              <p14:xfrm>
                <a:off x="9176060" y="709040"/>
                <a:ext cx="174600" cy="9504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A759DE26-4D54-CA65-98D1-B945D5231AB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169940" y="702920"/>
                  <a:ext cx="1868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BF192206-CDE7-4AD6-406B-AB5948971067}"/>
                    </a:ext>
                  </a:extLst>
                </p14:cNvPr>
                <p14:cNvContentPartPr/>
                <p14:nvPr/>
              </p14:nvContentPartPr>
              <p14:xfrm>
                <a:off x="9406460" y="701480"/>
                <a:ext cx="142920" cy="5940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BF192206-CDE7-4AD6-406B-AB594897106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400340" y="695360"/>
                  <a:ext cx="1551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D77ED3D5-C2D7-992B-7F77-4ABD5B7CE697}"/>
                    </a:ext>
                  </a:extLst>
                </p14:cNvPr>
                <p14:cNvContentPartPr/>
                <p14:nvPr/>
              </p14:nvContentPartPr>
              <p14:xfrm>
                <a:off x="9516980" y="711920"/>
                <a:ext cx="198720" cy="4788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D77ED3D5-C2D7-992B-7F77-4ABD5B7CE69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510860" y="705800"/>
                  <a:ext cx="2109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76D385BE-6ECF-79C2-33C0-6C9B205D48EA}"/>
                    </a:ext>
                  </a:extLst>
                </p14:cNvPr>
                <p14:cNvContentPartPr/>
                <p14:nvPr/>
              </p14:nvContentPartPr>
              <p14:xfrm>
                <a:off x="9057980" y="846920"/>
                <a:ext cx="649800" cy="4788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76D385BE-6ECF-79C2-33C0-6C9B205D48E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051860" y="840800"/>
                  <a:ext cx="6620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3FC1F5F7-D390-BFE3-6595-670246706DE9}"/>
                    </a:ext>
                  </a:extLst>
                </p14:cNvPr>
                <p14:cNvContentPartPr/>
                <p14:nvPr/>
              </p14:nvContentPartPr>
              <p14:xfrm>
                <a:off x="9112340" y="946280"/>
                <a:ext cx="190800" cy="12528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3FC1F5F7-D390-BFE3-6595-670246706DE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106220" y="940160"/>
                  <a:ext cx="203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A23D3128-0DA3-E4DA-D530-B2BCC89F16C4}"/>
                    </a:ext>
                  </a:extLst>
                </p14:cNvPr>
                <p14:cNvContentPartPr/>
                <p14:nvPr/>
              </p14:nvContentPartPr>
              <p14:xfrm>
                <a:off x="9286580" y="957800"/>
                <a:ext cx="176400" cy="5652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A23D3128-0DA3-E4DA-D530-B2BCC89F16C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280460" y="951680"/>
                  <a:ext cx="1886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A3EFB882-A9B9-2F5E-9B58-533500C5D3B6}"/>
                    </a:ext>
                  </a:extLst>
                </p14:cNvPr>
                <p14:cNvContentPartPr/>
                <p14:nvPr/>
              </p14:nvContentPartPr>
              <p14:xfrm>
                <a:off x="9422660" y="946280"/>
                <a:ext cx="158760" cy="5796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A3EFB882-A9B9-2F5E-9B58-533500C5D3B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416540" y="940160"/>
                  <a:ext cx="1710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3BB41550-3E02-5D80-104D-950A9086391A}"/>
                    </a:ext>
                  </a:extLst>
                </p14:cNvPr>
                <p14:cNvContentPartPr/>
                <p14:nvPr/>
              </p14:nvContentPartPr>
              <p14:xfrm>
                <a:off x="9581060" y="939440"/>
                <a:ext cx="158760" cy="10188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3BB41550-3E02-5D80-104D-950A9086391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574940" y="933320"/>
                  <a:ext cx="1710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206389F0-A2B0-5FC3-E666-59139AA4042F}"/>
                    </a:ext>
                  </a:extLst>
                </p14:cNvPr>
                <p14:cNvContentPartPr/>
                <p14:nvPr/>
              </p14:nvContentPartPr>
              <p14:xfrm>
                <a:off x="9819380" y="796520"/>
                <a:ext cx="158400" cy="9972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206389F0-A2B0-5FC3-E666-59139AA4042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813260" y="790400"/>
                  <a:ext cx="1706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856527EB-5F57-C70B-DB2F-E1EA1FFE71B7}"/>
                    </a:ext>
                  </a:extLst>
                </p14:cNvPr>
                <p14:cNvContentPartPr/>
                <p14:nvPr/>
              </p14:nvContentPartPr>
              <p14:xfrm>
                <a:off x="9921620" y="845120"/>
                <a:ext cx="112320" cy="684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856527EB-5F57-C70B-DB2F-E1EA1FFE71B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915500" y="839000"/>
                  <a:ext cx="1245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CD71B595-1DDF-2194-F495-8BBEC0999C80}"/>
                    </a:ext>
                  </a:extLst>
                </p14:cNvPr>
                <p14:cNvContentPartPr/>
                <p14:nvPr/>
              </p14:nvContentPartPr>
              <p14:xfrm>
                <a:off x="8795540" y="1283240"/>
                <a:ext cx="230760" cy="1728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CD71B595-1DDF-2194-F495-8BBEC0999C8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789420" y="1277120"/>
                  <a:ext cx="2430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14F74CA2-96F0-4A91-2F97-58A0B00E7016}"/>
                    </a:ext>
                  </a:extLst>
                </p14:cNvPr>
                <p14:cNvContentPartPr/>
                <p14:nvPr/>
              </p14:nvContentPartPr>
              <p14:xfrm>
                <a:off x="8755580" y="1308800"/>
                <a:ext cx="158760" cy="540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14F74CA2-96F0-4A91-2F97-58A0B00E701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749460" y="1302680"/>
                  <a:ext cx="17100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C6010856-3D2D-167B-4D1F-04780F28F54E}"/>
                    </a:ext>
                  </a:extLst>
                </p14:cNvPr>
                <p14:cNvContentPartPr/>
                <p14:nvPr/>
              </p14:nvContentPartPr>
              <p14:xfrm>
                <a:off x="9228620" y="1202240"/>
                <a:ext cx="259920" cy="10728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C6010856-3D2D-167B-4D1F-04780F28F54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222500" y="1196120"/>
                  <a:ext cx="2721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0FFF559B-1515-AD6B-E003-1E79AF3A23C0}"/>
                    </a:ext>
                  </a:extLst>
                </p14:cNvPr>
                <p14:cNvContentPartPr/>
                <p14:nvPr/>
              </p14:nvContentPartPr>
              <p14:xfrm>
                <a:off x="9406460" y="1280360"/>
                <a:ext cx="102600" cy="8640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0FFF559B-1515-AD6B-E003-1E79AF3A23C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400340" y="1274240"/>
                  <a:ext cx="1148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574AED12-F4A9-CEBF-D9C8-01E45A08881D}"/>
                    </a:ext>
                  </a:extLst>
                </p14:cNvPr>
                <p14:cNvContentPartPr/>
                <p14:nvPr/>
              </p14:nvContentPartPr>
              <p14:xfrm>
                <a:off x="9565940" y="1202240"/>
                <a:ext cx="174240" cy="9612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574AED12-F4A9-CEBF-D9C8-01E45A08881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559820" y="1196120"/>
                  <a:ext cx="1864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12F8310B-69B9-1F57-4183-81079FF5AA0C}"/>
                    </a:ext>
                  </a:extLst>
                </p14:cNvPr>
                <p14:cNvContentPartPr/>
                <p14:nvPr/>
              </p14:nvContentPartPr>
              <p14:xfrm>
                <a:off x="9739460" y="1192520"/>
                <a:ext cx="182880" cy="14688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12F8310B-69B9-1F57-4183-81079FF5AA0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733340" y="1186400"/>
                  <a:ext cx="1951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88FBA9BC-BBF9-1509-19B6-B9970DF13D5A}"/>
                    </a:ext>
                  </a:extLst>
                </p14:cNvPr>
                <p14:cNvContentPartPr/>
                <p14:nvPr/>
              </p14:nvContentPartPr>
              <p14:xfrm>
                <a:off x="9819380" y="1266320"/>
                <a:ext cx="94680" cy="684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88FBA9BC-BBF9-1509-19B6-B9970DF13D5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813260" y="1260200"/>
                  <a:ext cx="1069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2C737D7F-4A26-8A9A-B7EE-9C6A9EF9091E}"/>
                    </a:ext>
                  </a:extLst>
                </p14:cNvPr>
                <p14:cNvContentPartPr/>
                <p14:nvPr/>
              </p14:nvContentPartPr>
              <p14:xfrm>
                <a:off x="8508980" y="1131680"/>
                <a:ext cx="246600" cy="24480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2C737D7F-4A26-8A9A-B7EE-9C6A9EF9091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502860" y="1125560"/>
                  <a:ext cx="2588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95F9D7DF-5C99-8039-C2A6-8BC55479BF65}"/>
                    </a:ext>
                  </a:extLst>
                </p14:cNvPr>
                <p14:cNvContentPartPr/>
                <p14:nvPr/>
              </p14:nvContentPartPr>
              <p14:xfrm>
                <a:off x="8732900" y="1076240"/>
                <a:ext cx="1267920" cy="35100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95F9D7DF-5C99-8039-C2A6-8BC55479BF6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726780" y="1070120"/>
                  <a:ext cx="12801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A2CAED91-19E3-D0B5-38F4-1C1B96D8ADF5}"/>
                    </a:ext>
                  </a:extLst>
                </p14:cNvPr>
                <p14:cNvContentPartPr/>
                <p14:nvPr/>
              </p14:nvContentPartPr>
              <p14:xfrm>
                <a:off x="8980940" y="1015400"/>
                <a:ext cx="1085400" cy="41184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A2CAED91-19E3-D0B5-38F4-1C1B96D8ADF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974820" y="1009280"/>
                  <a:ext cx="1097640" cy="42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54" name="Tinta 153">
                <a:extLst>
                  <a:ext uri="{FF2B5EF4-FFF2-40B4-BE49-F238E27FC236}">
                    <a16:creationId xmlns:a16="http://schemas.microsoft.com/office/drawing/2014/main" id="{EAE7F6CE-F1A5-179D-AD79-457D1EAA7680}"/>
                  </a:ext>
                </a:extLst>
              </p14:cNvPr>
              <p14:cNvContentPartPr/>
              <p14:nvPr/>
            </p14:nvContentPartPr>
            <p14:xfrm>
              <a:off x="1495460" y="2677880"/>
              <a:ext cx="959040" cy="471240"/>
            </p14:xfrm>
          </p:contentPart>
        </mc:Choice>
        <mc:Fallback>
          <p:pic>
            <p:nvPicPr>
              <p:cNvPr id="154" name="Tinta 153">
                <a:extLst>
                  <a:ext uri="{FF2B5EF4-FFF2-40B4-BE49-F238E27FC236}">
                    <a16:creationId xmlns:a16="http://schemas.microsoft.com/office/drawing/2014/main" id="{EAE7F6CE-F1A5-179D-AD79-457D1EAA7680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1489340" y="2671760"/>
                <a:ext cx="971280" cy="48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56" name="Tinta 155">
                <a:extLst>
                  <a:ext uri="{FF2B5EF4-FFF2-40B4-BE49-F238E27FC236}">
                    <a16:creationId xmlns:a16="http://schemas.microsoft.com/office/drawing/2014/main" id="{18EB0265-294F-4F21-860B-76D9BCC0D6B1}"/>
                  </a:ext>
                </a:extLst>
              </p14:cNvPr>
              <p14:cNvContentPartPr/>
              <p14:nvPr/>
            </p14:nvContentPartPr>
            <p14:xfrm>
              <a:off x="4710260" y="1890560"/>
              <a:ext cx="600840" cy="41040"/>
            </p14:xfrm>
          </p:contentPart>
        </mc:Choice>
        <mc:Fallback>
          <p:pic>
            <p:nvPicPr>
              <p:cNvPr id="156" name="Tinta 155">
                <a:extLst>
                  <a:ext uri="{FF2B5EF4-FFF2-40B4-BE49-F238E27FC236}">
                    <a16:creationId xmlns:a16="http://schemas.microsoft.com/office/drawing/2014/main" id="{18EB0265-294F-4F21-860B-76D9BCC0D6B1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4704140" y="1884440"/>
                <a:ext cx="61308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157" name="Tinta 156">
                <a:extLst>
                  <a:ext uri="{FF2B5EF4-FFF2-40B4-BE49-F238E27FC236}">
                    <a16:creationId xmlns:a16="http://schemas.microsoft.com/office/drawing/2014/main" id="{C794ABE7-6FF9-1D4D-AF2A-B13D3A44B4E1}"/>
                  </a:ext>
                </a:extLst>
              </p14:cNvPr>
              <p14:cNvContentPartPr/>
              <p14:nvPr/>
            </p14:nvContentPartPr>
            <p14:xfrm>
              <a:off x="728660" y="2028800"/>
              <a:ext cx="609120" cy="44280"/>
            </p14:xfrm>
          </p:contentPart>
        </mc:Choice>
        <mc:Fallback>
          <p:pic>
            <p:nvPicPr>
              <p:cNvPr id="157" name="Tinta 156">
                <a:extLst>
                  <a:ext uri="{FF2B5EF4-FFF2-40B4-BE49-F238E27FC236}">
                    <a16:creationId xmlns:a16="http://schemas.microsoft.com/office/drawing/2014/main" id="{C794ABE7-6FF9-1D4D-AF2A-B13D3A44B4E1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722540" y="2022680"/>
                <a:ext cx="62136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58" name="Tinta 157">
                <a:extLst>
                  <a:ext uri="{FF2B5EF4-FFF2-40B4-BE49-F238E27FC236}">
                    <a16:creationId xmlns:a16="http://schemas.microsoft.com/office/drawing/2014/main" id="{0B8412B0-0C9E-86D1-E989-D3FAD1B5BBB0}"/>
                  </a:ext>
                </a:extLst>
              </p14:cNvPr>
              <p14:cNvContentPartPr/>
              <p14:nvPr/>
            </p14:nvContentPartPr>
            <p14:xfrm>
              <a:off x="7406660" y="2229680"/>
              <a:ext cx="80280" cy="3240"/>
            </p14:xfrm>
          </p:contentPart>
        </mc:Choice>
        <mc:Fallback>
          <p:pic>
            <p:nvPicPr>
              <p:cNvPr id="158" name="Tinta 157">
                <a:extLst>
                  <a:ext uri="{FF2B5EF4-FFF2-40B4-BE49-F238E27FC236}">
                    <a16:creationId xmlns:a16="http://schemas.microsoft.com/office/drawing/2014/main" id="{0B8412B0-0C9E-86D1-E989-D3FAD1B5BBB0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7400540" y="2223560"/>
                <a:ext cx="92520" cy="1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59" name="Tinta 158">
                <a:extLst>
                  <a:ext uri="{FF2B5EF4-FFF2-40B4-BE49-F238E27FC236}">
                    <a16:creationId xmlns:a16="http://schemas.microsoft.com/office/drawing/2014/main" id="{1484F4F2-710E-BEE0-4583-158D7C2B0207}"/>
                  </a:ext>
                </a:extLst>
              </p14:cNvPr>
              <p14:cNvContentPartPr/>
              <p14:nvPr/>
            </p14:nvContentPartPr>
            <p14:xfrm>
              <a:off x="6399380" y="2091800"/>
              <a:ext cx="3555000" cy="1014840"/>
            </p14:xfrm>
          </p:contentPart>
        </mc:Choice>
        <mc:Fallback>
          <p:pic>
            <p:nvPicPr>
              <p:cNvPr id="159" name="Tinta 158">
                <a:extLst>
                  <a:ext uri="{FF2B5EF4-FFF2-40B4-BE49-F238E27FC236}">
                    <a16:creationId xmlns:a16="http://schemas.microsoft.com/office/drawing/2014/main" id="{1484F4F2-710E-BEE0-4583-158D7C2B0207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6393260" y="2085680"/>
                <a:ext cx="3567240" cy="10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61" name="Tinta 160">
                <a:extLst>
                  <a:ext uri="{FF2B5EF4-FFF2-40B4-BE49-F238E27FC236}">
                    <a16:creationId xmlns:a16="http://schemas.microsoft.com/office/drawing/2014/main" id="{854027C2-CB53-2A9A-C520-0098857E0D48}"/>
                  </a:ext>
                </a:extLst>
              </p14:cNvPr>
              <p14:cNvContentPartPr/>
              <p14:nvPr/>
            </p14:nvContentPartPr>
            <p14:xfrm>
              <a:off x="7548860" y="1602560"/>
              <a:ext cx="1328040" cy="381960"/>
            </p14:xfrm>
          </p:contentPart>
        </mc:Choice>
        <mc:Fallback>
          <p:pic>
            <p:nvPicPr>
              <p:cNvPr id="161" name="Tinta 160">
                <a:extLst>
                  <a:ext uri="{FF2B5EF4-FFF2-40B4-BE49-F238E27FC236}">
                    <a16:creationId xmlns:a16="http://schemas.microsoft.com/office/drawing/2014/main" id="{854027C2-CB53-2A9A-C520-0098857E0D48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7542740" y="1596440"/>
                <a:ext cx="134028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63" name="Tinta 162">
                <a:extLst>
                  <a:ext uri="{FF2B5EF4-FFF2-40B4-BE49-F238E27FC236}">
                    <a16:creationId xmlns:a16="http://schemas.microsoft.com/office/drawing/2014/main" id="{9F023110-422C-2EC3-A5A5-28EE30B03BD5}"/>
                  </a:ext>
                </a:extLst>
              </p14:cNvPr>
              <p14:cNvContentPartPr/>
              <p14:nvPr/>
            </p14:nvContentPartPr>
            <p14:xfrm>
              <a:off x="8065820" y="1605800"/>
              <a:ext cx="16560" cy="35640"/>
            </p14:xfrm>
          </p:contentPart>
        </mc:Choice>
        <mc:Fallback>
          <p:pic>
            <p:nvPicPr>
              <p:cNvPr id="163" name="Tinta 162">
                <a:extLst>
                  <a:ext uri="{FF2B5EF4-FFF2-40B4-BE49-F238E27FC236}">
                    <a16:creationId xmlns:a16="http://schemas.microsoft.com/office/drawing/2014/main" id="{9F023110-422C-2EC3-A5A5-28EE30B03BD5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8059700" y="1599680"/>
                <a:ext cx="2880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64" name="Tinta 163">
                <a:extLst>
                  <a:ext uri="{FF2B5EF4-FFF2-40B4-BE49-F238E27FC236}">
                    <a16:creationId xmlns:a16="http://schemas.microsoft.com/office/drawing/2014/main" id="{263A8490-9AC2-B8CF-F939-28764A219ECB}"/>
                  </a:ext>
                </a:extLst>
              </p14:cNvPr>
              <p14:cNvContentPartPr/>
              <p14:nvPr/>
            </p14:nvContentPartPr>
            <p14:xfrm>
              <a:off x="6232340" y="2313560"/>
              <a:ext cx="40320" cy="22320"/>
            </p14:xfrm>
          </p:contentPart>
        </mc:Choice>
        <mc:Fallback>
          <p:pic>
            <p:nvPicPr>
              <p:cNvPr id="164" name="Tinta 163">
                <a:extLst>
                  <a:ext uri="{FF2B5EF4-FFF2-40B4-BE49-F238E27FC236}">
                    <a16:creationId xmlns:a16="http://schemas.microsoft.com/office/drawing/2014/main" id="{263A8490-9AC2-B8CF-F939-28764A219ECB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6226220" y="2307440"/>
                <a:ext cx="52560" cy="3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Agrupar 188">
            <a:extLst>
              <a:ext uri="{FF2B5EF4-FFF2-40B4-BE49-F238E27FC236}">
                <a16:creationId xmlns:a16="http://schemas.microsoft.com/office/drawing/2014/main" id="{F9F353FE-568B-B0F0-359D-B1EF1F174CB8}"/>
              </a:ext>
            </a:extLst>
          </p:cNvPr>
          <p:cNvGrpSpPr/>
          <p:nvPr/>
        </p:nvGrpSpPr>
        <p:grpSpPr>
          <a:xfrm>
            <a:off x="7581260" y="1579520"/>
            <a:ext cx="1271520" cy="430560"/>
            <a:chOff x="7581260" y="1579520"/>
            <a:chExt cx="1271520" cy="43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5CBF289E-3C81-793C-7DDF-18991FF0C751}"/>
                    </a:ext>
                  </a:extLst>
                </p14:cNvPr>
                <p14:cNvContentPartPr/>
                <p14:nvPr/>
              </p14:nvContentPartPr>
              <p14:xfrm>
                <a:off x="7661180" y="1780760"/>
                <a:ext cx="273600" cy="12636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5CBF289E-3C81-793C-7DDF-18991FF0C75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655060" y="1774640"/>
                  <a:ext cx="2858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7C1B019F-96A4-F01C-4513-03D38B0B8B87}"/>
                    </a:ext>
                  </a:extLst>
                </p14:cNvPr>
                <p14:cNvContentPartPr/>
                <p14:nvPr/>
              </p14:nvContentPartPr>
              <p14:xfrm>
                <a:off x="7929740" y="1856720"/>
                <a:ext cx="24480" cy="7128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7C1B019F-96A4-F01C-4513-03D38B0B8B8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923620" y="1850600"/>
                  <a:ext cx="367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766086FD-5A4B-C9F6-91E0-232E0D7607AF}"/>
                    </a:ext>
                  </a:extLst>
                </p14:cNvPr>
                <p14:cNvContentPartPr/>
                <p14:nvPr/>
              </p14:nvContentPartPr>
              <p14:xfrm>
                <a:off x="8052500" y="1742240"/>
                <a:ext cx="120960" cy="13104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766086FD-5A4B-C9F6-91E0-232E0D7607A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046380" y="1736120"/>
                  <a:ext cx="1332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2F87D61A-26C2-7CDA-EC91-56616352AB8B}"/>
                    </a:ext>
                  </a:extLst>
                </p14:cNvPr>
                <p14:cNvContentPartPr/>
                <p14:nvPr/>
              </p14:nvContentPartPr>
              <p14:xfrm>
                <a:off x="8302700" y="1723520"/>
                <a:ext cx="286920" cy="13392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2F87D61A-26C2-7CDA-EC91-56616352AB8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296580" y="1717400"/>
                  <a:ext cx="2991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DB9CC426-EBD0-75AE-04A6-064E33ACA9C4}"/>
                    </a:ext>
                  </a:extLst>
                </p14:cNvPr>
                <p14:cNvContentPartPr/>
                <p14:nvPr/>
              </p14:nvContentPartPr>
              <p14:xfrm>
                <a:off x="7581260" y="1951040"/>
                <a:ext cx="940320" cy="5904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DB9CC426-EBD0-75AE-04A6-064E33ACA9C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575140" y="1944920"/>
                  <a:ext cx="9525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9FC4FE7D-E659-58C2-F188-B00197CBCF01}"/>
                    </a:ext>
                  </a:extLst>
                </p14:cNvPr>
                <p14:cNvContentPartPr/>
                <p14:nvPr/>
              </p14:nvContentPartPr>
              <p14:xfrm>
                <a:off x="8088140" y="1608680"/>
                <a:ext cx="24480" cy="1044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9FC4FE7D-E659-58C2-F188-B00197CBCF0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082020" y="1602560"/>
                  <a:ext cx="367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4FD513C9-ABB6-2672-4909-DE8A7562EA3C}"/>
                    </a:ext>
                  </a:extLst>
                </p14:cNvPr>
                <p14:cNvContentPartPr/>
                <p14:nvPr/>
              </p14:nvContentPartPr>
              <p14:xfrm>
                <a:off x="7596740" y="1579520"/>
                <a:ext cx="1256040" cy="406440"/>
              </p14:xfrm>
            </p:contentPart>
          </mc:Choice>
          <mc:Fallback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4FD513C9-ABB6-2672-4909-DE8A7562EA3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590620" y="1573400"/>
                  <a:ext cx="1268280" cy="41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90" name="Tinta 189">
                <a:extLst>
                  <a:ext uri="{FF2B5EF4-FFF2-40B4-BE49-F238E27FC236}">
                    <a16:creationId xmlns:a16="http://schemas.microsoft.com/office/drawing/2014/main" id="{9C31E50A-6FA7-CAC8-2801-77FD6839352F}"/>
                  </a:ext>
                </a:extLst>
              </p14:cNvPr>
              <p14:cNvContentPartPr/>
              <p14:nvPr/>
            </p14:nvContentPartPr>
            <p14:xfrm>
              <a:off x="4298060" y="3649160"/>
              <a:ext cx="411480" cy="139320"/>
            </p14:xfrm>
          </p:contentPart>
        </mc:Choice>
        <mc:Fallback>
          <p:pic>
            <p:nvPicPr>
              <p:cNvPr id="190" name="Tinta 189">
                <a:extLst>
                  <a:ext uri="{FF2B5EF4-FFF2-40B4-BE49-F238E27FC236}">
                    <a16:creationId xmlns:a16="http://schemas.microsoft.com/office/drawing/2014/main" id="{9C31E50A-6FA7-CAC8-2801-77FD6839352F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4291940" y="3643040"/>
                <a:ext cx="42372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91" name="Tinta 190">
                <a:extLst>
                  <a:ext uri="{FF2B5EF4-FFF2-40B4-BE49-F238E27FC236}">
                    <a16:creationId xmlns:a16="http://schemas.microsoft.com/office/drawing/2014/main" id="{84F7B7C2-7E80-94E3-20A4-035BF391FA05}"/>
                  </a:ext>
                </a:extLst>
              </p14:cNvPr>
              <p14:cNvContentPartPr/>
              <p14:nvPr/>
            </p14:nvContentPartPr>
            <p14:xfrm>
              <a:off x="4455020" y="3821240"/>
              <a:ext cx="246600" cy="87840"/>
            </p14:xfrm>
          </p:contentPart>
        </mc:Choice>
        <mc:Fallback>
          <p:pic>
            <p:nvPicPr>
              <p:cNvPr id="191" name="Tinta 190">
                <a:extLst>
                  <a:ext uri="{FF2B5EF4-FFF2-40B4-BE49-F238E27FC236}">
                    <a16:creationId xmlns:a16="http://schemas.microsoft.com/office/drawing/2014/main" id="{84F7B7C2-7E80-94E3-20A4-035BF391FA05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4448900" y="3815120"/>
                <a:ext cx="25884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92" name="Tinta 191">
                <a:extLst>
                  <a:ext uri="{FF2B5EF4-FFF2-40B4-BE49-F238E27FC236}">
                    <a16:creationId xmlns:a16="http://schemas.microsoft.com/office/drawing/2014/main" id="{6E2CF6EE-1093-49C5-1117-9CFB1E9D1682}"/>
                  </a:ext>
                </a:extLst>
              </p14:cNvPr>
              <p14:cNvContentPartPr/>
              <p14:nvPr/>
            </p14:nvContentPartPr>
            <p14:xfrm>
              <a:off x="5168180" y="3582200"/>
              <a:ext cx="191880" cy="189000"/>
            </p14:xfrm>
          </p:contentPart>
        </mc:Choice>
        <mc:Fallback>
          <p:pic>
            <p:nvPicPr>
              <p:cNvPr id="192" name="Tinta 191">
                <a:extLst>
                  <a:ext uri="{FF2B5EF4-FFF2-40B4-BE49-F238E27FC236}">
                    <a16:creationId xmlns:a16="http://schemas.microsoft.com/office/drawing/2014/main" id="{6E2CF6EE-1093-49C5-1117-9CFB1E9D1682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5162060" y="3576080"/>
                <a:ext cx="20412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93" name="Tinta 192">
                <a:extLst>
                  <a:ext uri="{FF2B5EF4-FFF2-40B4-BE49-F238E27FC236}">
                    <a16:creationId xmlns:a16="http://schemas.microsoft.com/office/drawing/2014/main" id="{B9EF9AAC-F931-77E4-E659-6C70E76294EC}"/>
                  </a:ext>
                </a:extLst>
              </p14:cNvPr>
              <p14:cNvContentPartPr/>
              <p14:nvPr/>
            </p14:nvContentPartPr>
            <p14:xfrm>
              <a:off x="5438900" y="3831680"/>
              <a:ext cx="24480" cy="69480"/>
            </p14:xfrm>
          </p:contentPart>
        </mc:Choice>
        <mc:Fallback>
          <p:pic>
            <p:nvPicPr>
              <p:cNvPr id="193" name="Tinta 192">
                <a:extLst>
                  <a:ext uri="{FF2B5EF4-FFF2-40B4-BE49-F238E27FC236}">
                    <a16:creationId xmlns:a16="http://schemas.microsoft.com/office/drawing/2014/main" id="{B9EF9AAC-F931-77E4-E659-6C70E76294EC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5432780" y="3825560"/>
                <a:ext cx="367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94" name="Tinta 193">
                <a:extLst>
                  <a:ext uri="{FF2B5EF4-FFF2-40B4-BE49-F238E27FC236}">
                    <a16:creationId xmlns:a16="http://schemas.microsoft.com/office/drawing/2014/main" id="{EBE38AAB-472B-0686-BF8B-E00291170ACC}"/>
                  </a:ext>
                </a:extLst>
              </p14:cNvPr>
              <p14:cNvContentPartPr/>
              <p14:nvPr/>
            </p14:nvContentPartPr>
            <p14:xfrm>
              <a:off x="5614580" y="3631880"/>
              <a:ext cx="147960" cy="180360"/>
            </p14:xfrm>
          </p:contentPart>
        </mc:Choice>
        <mc:Fallback>
          <p:pic>
            <p:nvPicPr>
              <p:cNvPr id="194" name="Tinta 193">
                <a:extLst>
                  <a:ext uri="{FF2B5EF4-FFF2-40B4-BE49-F238E27FC236}">
                    <a16:creationId xmlns:a16="http://schemas.microsoft.com/office/drawing/2014/main" id="{EBE38AAB-472B-0686-BF8B-E00291170ACC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5608460" y="3625760"/>
                <a:ext cx="16020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95" name="Tinta 194">
                <a:extLst>
                  <a:ext uri="{FF2B5EF4-FFF2-40B4-BE49-F238E27FC236}">
                    <a16:creationId xmlns:a16="http://schemas.microsoft.com/office/drawing/2014/main" id="{6C15F8EA-C453-AB48-5339-7905BBBC70E0}"/>
                  </a:ext>
                </a:extLst>
              </p14:cNvPr>
              <p14:cNvContentPartPr/>
              <p14:nvPr/>
            </p14:nvContentPartPr>
            <p14:xfrm>
              <a:off x="5815820" y="3641600"/>
              <a:ext cx="131400" cy="169560"/>
            </p14:xfrm>
          </p:contentPart>
        </mc:Choice>
        <mc:Fallback>
          <p:pic>
            <p:nvPicPr>
              <p:cNvPr id="195" name="Tinta 194">
                <a:extLst>
                  <a:ext uri="{FF2B5EF4-FFF2-40B4-BE49-F238E27FC236}">
                    <a16:creationId xmlns:a16="http://schemas.microsoft.com/office/drawing/2014/main" id="{6C15F8EA-C453-AB48-5339-7905BBBC70E0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5809700" y="3635480"/>
                <a:ext cx="14364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196" name="Tinta 195">
                <a:extLst>
                  <a:ext uri="{FF2B5EF4-FFF2-40B4-BE49-F238E27FC236}">
                    <a16:creationId xmlns:a16="http://schemas.microsoft.com/office/drawing/2014/main" id="{D453001C-8017-11D8-FDFB-DE77BF338D86}"/>
                  </a:ext>
                </a:extLst>
              </p14:cNvPr>
              <p14:cNvContentPartPr/>
              <p14:nvPr/>
            </p14:nvContentPartPr>
            <p14:xfrm>
              <a:off x="5914460" y="3632600"/>
              <a:ext cx="254160" cy="173520"/>
            </p14:xfrm>
          </p:contentPart>
        </mc:Choice>
        <mc:Fallback>
          <p:pic>
            <p:nvPicPr>
              <p:cNvPr id="196" name="Tinta 195">
                <a:extLst>
                  <a:ext uri="{FF2B5EF4-FFF2-40B4-BE49-F238E27FC236}">
                    <a16:creationId xmlns:a16="http://schemas.microsoft.com/office/drawing/2014/main" id="{D453001C-8017-11D8-FDFB-DE77BF338D86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5908340" y="3626480"/>
                <a:ext cx="2664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199" name="Tinta 198">
                <a:extLst>
                  <a:ext uri="{FF2B5EF4-FFF2-40B4-BE49-F238E27FC236}">
                    <a16:creationId xmlns:a16="http://schemas.microsoft.com/office/drawing/2014/main" id="{42E2F50C-623F-9844-4CC5-9DF0D5392B9D}"/>
                  </a:ext>
                </a:extLst>
              </p14:cNvPr>
              <p14:cNvContentPartPr/>
              <p14:nvPr/>
            </p14:nvContentPartPr>
            <p14:xfrm>
              <a:off x="6350780" y="3666080"/>
              <a:ext cx="158760" cy="117000"/>
            </p14:xfrm>
          </p:contentPart>
        </mc:Choice>
        <mc:Fallback>
          <p:pic>
            <p:nvPicPr>
              <p:cNvPr id="199" name="Tinta 198">
                <a:extLst>
                  <a:ext uri="{FF2B5EF4-FFF2-40B4-BE49-F238E27FC236}">
                    <a16:creationId xmlns:a16="http://schemas.microsoft.com/office/drawing/2014/main" id="{42E2F50C-623F-9844-4CC5-9DF0D5392B9D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6344660" y="3659960"/>
                <a:ext cx="17100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200" name="Tinta 199">
                <a:extLst>
                  <a:ext uri="{FF2B5EF4-FFF2-40B4-BE49-F238E27FC236}">
                    <a16:creationId xmlns:a16="http://schemas.microsoft.com/office/drawing/2014/main" id="{8AB12539-D8E1-16F0-8685-4F73B8F142C7}"/>
                  </a:ext>
                </a:extLst>
              </p14:cNvPr>
              <p14:cNvContentPartPr/>
              <p14:nvPr/>
            </p14:nvContentPartPr>
            <p14:xfrm>
              <a:off x="6334580" y="3715040"/>
              <a:ext cx="302760" cy="122040"/>
            </p14:xfrm>
          </p:contentPart>
        </mc:Choice>
        <mc:Fallback>
          <p:pic>
            <p:nvPicPr>
              <p:cNvPr id="200" name="Tinta 199">
                <a:extLst>
                  <a:ext uri="{FF2B5EF4-FFF2-40B4-BE49-F238E27FC236}">
                    <a16:creationId xmlns:a16="http://schemas.microsoft.com/office/drawing/2014/main" id="{8AB12539-D8E1-16F0-8685-4F73B8F142C7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6328460" y="3708920"/>
                <a:ext cx="31500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201" name="Tinta 200">
                <a:extLst>
                  <a:ext uri="{FF2B5EF4-FFF2-40B4-BE49-F238E27FC236}">
                    <a16:creationId xmlns:a16="http://schemas.microsoft.com/office/drawing/2014/main" id="{A013444F-0452-61E4-B66C-A4C1A2AAEC44}"/>
                  </a:ext>
                </a:extLst>
              </p14:cNvPr>
              <p14:cNvContentPartPr/>
              <p14:nvPr/>
            </p14:nvContentPartPr>
            <p14:xfrm>
              <a:off x="6867740" y="3553760"/>
              <a:ext cx="138960" cy="213840"/>
            </p14:xfrm>
          </p:contentPart>
        </mc:Choice>
        <mc:Fallback>
          <p:pic>
            <p:nvPicPr>
              <p:cNvPr id="201" name="Tinta 200">
                <a:extLst>
                  <a:ext uri="{FF2B5EF4-FFF2-40B4-BE49-F238E27FC236}">
                    <a16:creationId xmlns:a16="http://schemas.microsoft.com/office/drawing/2014/main" id="{A013444F-0452-61E4-B66C-A4C1A2AAEC44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6861620" y="3547640"/>
                <a:ext cx="1512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202" name="Tinta 201">
                <a:extLst>
                  <a:ext uri="{FF2B5EF4-FFF2-40B4-BE49-F238E27FC236}">
                    <a16:creationId xmlns:a16="http://schemas.microsoft.com/office/drawing/2014/main" id="{FF13C65D-1CF1-8502-CAA1-43DE1C333FEA}"/>
                  </a:ext>
                </a:extLst>
              </p14:cNvPr>
              <p14:cNvContentPartPr/>
              <p14:nvPr/>
            </p14:nvContentPartPr>
            <p14:xfrm>
              <a:off x="6961340" y="3571040"/>
              <a:ext cx="227880" cy="180720"/>
            </p14:xfrm>
          </p:contentPart>
        </mc:Choice>
        <mc:Fallback>
          <p:pic>
            <p:nvPicPr>
              <p:cNvPr id="202" name="Tinta 201">
                <a:extLst>
                  <a:ext uri="{FF2B5EF4-FFF2-40B4-BE49-F238E27FC236}">
                    <a16:creationId xmlns:a16="http://schemas.microsoft.com/office/drawing/2014/main" id="{FF13C65D-1CF1-8502-CAA1-43DE1C333FEA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6955220" y="3564920"/>
                <a:ext cx="24012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203" name="Tinta 202">
                <a:extLst>
                  <a:ext uri="{FF2B5EF4-FFF2-40B4-BE49-F238E27FC236}">
                    <a16:creationId xmlns:a16="http://schemas.microsoft.com/office/drawing/2014/main" id="{6F0F28AB-2DD9-BB2C-EFC0-B95DAE909268}"/>
                  </a:ext>
                </a:extLst>
              </p14:cNvPr>
              <p14:cNvContentPartPr/>
              <p14:nvPr/>
            </p14:nvContentPartPr>
            <p14:xfrm>
              <a:off x="7248260" y="3494720"/>
              <a:ext cx="78840" cy="115200"/>
            </p14:xfrm>
          </p:contentPart>
        </mc:Choice>
        <mc:Fallback>
          <p:pic>
            <p:nvPicPr>
              <p:cNvPr id="203" name="Tinta 202">
                <a:extLst>
                  <a:ext uri="{FF2B5EF4-FFF2-40B4-BE49-F238E27FC236}">
                    <a16:creationId xmlns:a16="http://schemas.microsoft.com/office/drawing/2014/main" id="{6F0F28AB-2DD9-BB2C-EFC0-B95DAE909268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7242140" y="3488600"/>
                <a:ext cx="9108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204" name="Tinta 203">
                <a:extLst>
                  <a:ext uri="{FF2B5EF4-FFF2-40B4-BE49-F238E27FC236}">
                    <a16:creationId xmlns:a16="http://schemas.microsoft.com/office/drawing/2014/main" id="{5B074E65-DE55-C58C-0F06-575992460980}"/>
                  </a:ext>
                </a:extLst>
              </p14:cNvPr>
              <p14:cNvContentPartPr/>
              <p14:nvPr/>
            </p14:nvContentPartPr>
            <p14:xfrm>
              <a:off x="7248260" y="3492200"/>
              <a:ext cx="189360" cy="166680"/>
            </p14:xfrm>
          </p:contentPart>
        </mc:Choice>
        <mc:Fallback>
          <p:pic>
            <p:nvPicPr>
              <p:cNvPr id="204" name="Tinta 203">
                <a:extLst>
                  <a:ext uri="{FF2B5EF4-FFF2-40B4-BE49-F238E27FC236}">
                    <a16:creationId xmlns:a16="http://schemas.microsoft.com/office/drawing/2014/main" id="{5B074E65-DE55-C58C-0F06-575992460980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7242140" y="3486080"/>
                <a:ext cx="2016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210" name="Tinta 209">
                <a:extLst>
                  <a:ext uri="{FF2B5EF4-FFF2-40B4-BE49-F238E27FC236}">
                    <a16:creationId xmlns:a16="http://schemas.microsoft.com/office/drawing/2014/main" id="{6FFEEEBD-48DD-EF0C-99A2-8B25BC1FA915}"/>
                  </a:ext>
                </a:extLst>
              </p14:cNvPr>
              <p14:cNvContentPartPr/>
              <p14:nvPr/>
            </p14:nvContentPartPr>
            <p14:xfrm>
              <a:off x="5144420" y="3608840"/>
              <a:ext cx="360" cy="360"/>
            </p14:xfrm>
          </p:contentPart>
        </mc:Choice>
        <mc:Fallback>
          <p:pic>
            <p:nvPicPr>
              <p:cNvPr id="210" name="Tinta 209">
                <a:extLst>
                  <a:ext uri="{FF2B5EF4-FFF2-40B4-BE49-F238E27FC236}">
                    <a16:creationId xmlns:a16="http://schemas.microsoft.com/office/drawing/2014/main" id="{6FFEEEBD-48DD-EF0C-99A2-8B25BC1FA915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5138300" y="36027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211" name="Tinta 210">
                <a:extLst>
                  <a:ext uri="{FF2B5EF4-FFF2-40B4-BE49-F238E27FC236}">
                    <a16:creationId xmlns:a16="http://schemas.microsoft.com/office/drawing/2014/main" id="{677D58F5-9487-BDD9-DCC4-C24543C9F38A}"/>
                  </a:ext>
                </a:extLst>
              </p14:cNvPr>
              <p14:cNvContentPartPr/>
              <p14:nvPr/>
            </p14:nvContentPartPr>
            <p14:xfrm>
              <a:off x="5090060" y="3452240"/>
              <a:ext cx="126720" cy="395280"/>
            </p14:xfrm>
          </p:contentPart>
        </mc:Choice>
        <mc:Fallback>
          <p:pic>
            <p:nvPicPr>
              <p:cNvPr id="211" name="Tinta 210">
                <a:extLst>
                  <a:ext uri="{FF2B5EF4-FFF2-40B4-BE49-F238E27FC236}">
                    <a16:creationId xmlns:a16="http://schemas.microsoft.com/office/drawing/2014/main" id="{677D58F5-9487-BDD9-DCC4-C24543C9F38A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5083940" y="3446120"/>
                <a:ext cx="13896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212" name="Tinta 211">
                <a:extLst>
                  <a:ext uri="{FF2B5EF4-FFF2-40B4-BE49-F238E27FC236}">
                    <a16:creationId xmlns:a16="http://schemas.microsoft.com/office/drawing/2014/main" id="{DB4D3C0B-4759-FB9C-34FE-D14D0A5E998E}"/>
                  </a:ext>
                </a:extLst>
              </p14:cNvPr>
              <p14:cNvContentPartPr/>
              <p14:nvPr/>
            </p14:nvContentPartPr>
            <p14:xfrm>
              <a:off x="4954700" y="3283760"/>
              <a:ext cx="2715480" cy="657720"/>
            </p14:xfrm>
          </p:contentPart>
        </mc:Choice>
        <mc:Fallback>
          <p:pic>
            <p:nvPicPr>
              <p:cNvPr id="212" name="Tinta 211">
                <a:extLst>
                  <a:ext uri="{FF2B5EF4-FFF2-40B4-BE49-F238E27FC236}">
                    <a16:creationId xmlns:a16="http://schemas.microsoft.com/office/drawing/2014/main" id="{DB4D3C0B-4759-FB9C-34FE-D14D0A5E998E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4948580" y="3277640"/>
                <a:ext cx="2727720" cy="66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214" name="Tinta 213">
                <a:extLst>
                  <a:ext uri="{FF2B5EF4-FFF2-40B4-BE49-F238E27FC236}">
                    <a16:creationId xmlns:a16="http://schemas.microsoft.com/office/drawing/2014/main" id="{7CAF3D18-E136-6401-EDAC-F7DDD57F23F8}"/>
                  </a:ext>
                </a:extLst>
              </p14:cNvPr>
              <p14:cNvContentPartPr/>
              <p14:nvPr/>
            </p14:nvContentPartPr>
            <p14:xfrm>
              <a:off x="2287100" y="2001080"/>
              <a:ext cx="977760" cy="250200"/>
            </p14:xfrm>
          </p:contentPart>
        </mc:Choice>
        <mc:Fallback>
          <p:pic>
            <p:nvPicPr>
              <p:cNvPr id="214" name="Tinta 213">
                <a:extLst>
                  <a:ext uri="{FF2B5EF4-FFF2-40B4-BE49-F238E27FC236}">
                    <a16:creationId xmlns:a16="http://schemas.microsoft.com/office/drawing/2014/main" id="{7CAF3D18-E136-6401-EDAC-F7DDD57F23F8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2280980" y="1994960"/>
                <a:ext cx="99000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215" name="Tinta 214">
                <a:extLst>
                  <a:ext uri="{FF2B5EF4-FFF2-40B4-BE49-F238E27FC236}">
                    <a16:creationId xmlns:a16="http://schemas.microsoft.com/office/drawing/2014/main" id="{572C87A9-F42A-F28A-FA1F-F83DAA9D8B44}"/>
                  </a:ext>
                </a:extLst>
              </p14:cNvPr>
              <p14:cNvContentPartPr/>
              <p14:nvPr/>
            </p14:nvContentPartPr>
            <p14:xfrm>
              <a:off x="1438580" y="2704160"/>
              <a:ext cx="1058040" cy="463680"/>
            </p14:xfrm>
          </p:contentPart>
        </mc:Choice>
        <mc:Fallback>
          <p:pic>
            <p:nvPicPr>
              <p:cNvPr id="215" name="Tinta 214">
                <a:extLst>
                  <a:ext uri="{FF2B5EF4-FFF2-40B4-BE49-F238E27FC236}">
                    <a16:creationId xmlns:a16="http://schemas.microsoft.com/office/drawing/2014/main" id="{572C87A9-F42A-F28A-FA1F-F83DAA9D8B44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1432460" y="2698040"/>
                <a:ext cx="107028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217" name="Tinta 216">
                <a:extLst>
                  <a:ext uri="{FF2B5EF4-FFF2-40B4-BE49-F238E27FC236}">
                    <a16:creationId xmlns:a16="http://schemas.microsoft.com/office/drawing/2014/main" id="{DFD7C515-3362-2209-DA75-C829E0C2D546}"/>
                  </a:ext>
                </a:extLst>
              </p14:cNvPr>
              <p14:cNvContentPartPr/>
              <p14:nvPr/>
            </p14:nvContentPartPr>
            <p14:xfrm>
              <a:off x="716780" y="1627760"/>
              <a:ext cx="960840" cy="219960"/>
            </p14:xfrm>
          </p:contentPart>
        </mc:Choice>
        <mc:Fallback>
          <p:pic>
            <p:nvPicPr>
              <p:cNvPr id="217" name="Tinta 216">
                <a:extLst>
                  <a:ext uri="{FF2B5EF4-FFF2-40B4-BE49-F238E27FC236}">
                    <a16:creationId xmlns:a16="http://schemas.microsoft.com/office/drawing/2014/main" id="{DFD7C515-3362-2209-DA75-C829E0C2D546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710660" y="1621640"/>
                <a:ext cx="97308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218" name="Tinta 217">
                <a:extLst>
                  <a:ext uri="{FF2B5EF4-FFF2-40B4-BE49-F238E27FC236}">
                    <a16:creationId xmlns:a16="http://schemas.microsoft.com/office/drawing/2014/main" id="{C6841162-FCE0-1245-2E1E-4F5EFC33DD81}"/>
                  </a:ext>
                </a:extLst>
              </p14:cNvPr>
              <p14:cNvContentPartPr/>
              <p14:nvPr/>
            </p14:nvContentPartPr>
            <p14:xfrm>
              <a:off x="4086380" y="1825040"/>
              <a:ext cx="828000" cy="266400"/>
            </p14:xfrm>
          </p:contentPart>
        </mc:Choice>
        <mc:Fallback>
          <p:pic>
            <p:nvPicPr>
              <p:cNvPr id="218" name="Tinta 217">
                <a:extLst>
                  <a:ext uri="{FF2B5EF4-FFF2-40B4-BE49-F238E27FC236}">
                    <a16:creationId xmlns:a16="http://schemas.microsoft.com/office/drawing/2014/main" id="{C6841162-FCE0-1245-2E1E-4F5EFC33DD81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4080260" y="1818920"/>
                <a:ext cx="84024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42" name="Tinta 141">
                <a:extLst>
                  <a:ext uri="{FF2B5EF4-FFF2-40B4-BE49-F238E27FC236}">
                    <a16:creationId xmlns:a16="http://schemas.microsoft.com/office/drawing/2014/main" id="{78A1F02D-C70A-4690-3050-1DE98DCEE283}"/>
                  </a:ext>
                </a:extLst>
              </p14:cNvPr>
              <p14:cNvContentPartPr/>
              <p14:nvPr/>
            </p14:nvContentPartPr>
            <p14:xfrm>
              <a:off x="519140" y="2991800"/>
              <a:ext cx="126720" cy="231480"/>
            </p14:xfrm>
          </p:contentPart>
        </mc:Choice>
        <mc:Fallback>
          <p:pic>
            <p:nvPicPr>
              <p:cNvPr id="142" name="Tinta 141">
                <a:extLst>
                  <a:ext uri="{FF2B5EF4-FFF2-40B4-BE49-F238E27FC236}">
                    <a16:creationId xmlns:a16="http://schemas.microsoft.com/office/drawing/2014/main" id="{78A1F02D-C70A-4690-3050-1DE98DCEE283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513020" y="2985680"/>
                <a:ext cx="13896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143" name="Tinta 142">
                <a:extLst>
                  <a:ext uri="{FF2B5EF4-FFF2-40B4-BE49-F238E27FC236}">
                    <a16:creationId xmlns:a16="http://schemas.microsoft.com/office/drawing/2014/main" id="{AC7AF363-3E10-A2C9-6ABE-984F4D881260}"/>
                  </a:ext>
                </a:extLst>
              </p14:cNvPr>
              <p14:cNvContentPartPr/>
              <p14:nvPr/>
            </p14:nvContentPartPr>
            <p14:xfrm>
              <a:off x="883820" y="3036800"/>
              <a:ext cx="158760" cy="10440"/>
            </p14:xfrm>
          </p:contentPart>
        </mc:Choice>
        <mc:Fallback>
          <p:pic>
            <p:nvPicPr>
              <p:cNvPr id="143" name="Tinta 142">
                <a:extLst>
                  <a:ext uri="{FF2B5EF4-FFF2-40B4-BE49-F238E27FC236}">
                    <a16:creationId xmlns:a16="http://schemas.microsoft.com/office/drawing/2014/main" id="{AC7AF363-3E10-A2C9-6ABE-984F4D881260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877700" y="3030680"/>
                <a:ext cx="17100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144" name="Tinta 143">
                <a:extLst>
                  <a:ext uri="{FF2B5EF4-FFF2-40B4-BE49-F238E27FC236}">
                    <a16:creationId xmlns:a16="http://schemas.microsoft.com/office/drawing/2014/main" id="{7A7FF975-08BC-89F2-A0CB-DC3F9EA98752}"/>
                  </a:ext>
                </a:extLst>
              </p14:cNvPr>
              <p14:cNvContentPartPr/>
              <p14:nvPr/>
            </p14:nvContentPartPr>
            <p14:xfrm>
              <a:off x="875900" y="3096200"/>
              <a:ext cx="72360" cy="12600"/>
            </p14:xfrm>
          </p:contentPart>
        </mc:Choice>
        <mc:Fallback>
          <p:pic>
            <p:nvPicPr>
              <p:cNvPr id="144" name="Tinta 143">
                <a:extLst>
                  <a:ext uri="{FF2B5EF4-FFF2-40B4-BE49-F238E27FC236}">
                    <a16:creationId xmlns:a16="http://schemas.microsoft.com/office/drawing/2014/main" id="{7A7FF975-08BC-89F2-A0CB-DC3F9EA98752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869780" y="3090080"/>
                <a:ext cx="846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219" name="Tinta 218">
                <a:extLst>
                  <a:ext uri="{FF2B5EF4-FFF2-40B4-BE49-F238E27FC236}">
                    <a16:creationId xmlns:a16="http://schemas.microsoft.com/office/drawing/2014/main" id="{AACE4979-00CF-5D68-DA73-4BB4B5CC5ED8}"/>
                  </a:ext>
                </a:extLst>
              </p14:cNvPr>
              <p14:cNvContentPartPr/>
              <p14:nvPr/>
            </p14:nvContentPartPr>
            <p14:xfrm>
              <a:off x="733340" y="3185840"/>
              <a:ext cx="22680" cy="10440"/>
            </p14:xfrm>
          </p:contentPart>
        </mc:Choice>
        <mc:Fallback>
          <p:pic>
            <p:nvPicPr>
              <p:cNvPr id="219" name="Tinta 218">
                <a:extLst>
                  <a:ext uri="{FF2B5EF4-FFF2-40B4-BE49-F238E27FC236}">
                    <a16:creationId xmlns:a16="http://schemas.microsoft.com/office/drawing/2014/main" id="{AACE4979-00CF-5D68-DA73-4BB4B5CC5ED8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727220" y="3179720"/>
                <a:ext cx="34920" cy="2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3" name="Agrupar 222">
            <a:extLst>
              <a:ext uri="{FF2B5EF4-FFF2-40B4-BE49-F238E27FC236}">
                <a16:creationId xmlns:a16="http://schemas.microsoft.com/office/drawing/2014/main" id="{99199B8D-7871-5A82-791B-FD842327A214}"/>
              </a:ext>
            </a:extLst>
          </p:cNvPr>
          <p:cNvGrpSpPr/>
          <p:nvPr/>
        </p:nvGrpSpPr>
        <p:grpSpPr>
          <a:xfrm>
            <a:off x="1359020" y="2875160"/>
            <a:ext cx="1128600" cy="527040"/>
            <a:chOff x="1359020" y="2875160"/>
            <a:chExt cx="1128600" cy="52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435522FC-E913-61C4-2FF7-EEB12C5222A7}"/>
                    </a:ext>
                  </a:extLst>
                </p14:cNvPr>
                <p14:cNvContentPartPr/>
                <p14:nvPr/>
              </p14:nvContentPartPr>
              <p14:xfrm>
                <a:off x="1512380" y="2903960"/>
                <a:ext cx="222480" cy="20952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435522FC-E913-61C4-2FF7-EEB12C5222A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506260" y="2897840"/>
                  <a:ext cx="2347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ECA46524-3E4F-67CD-FB63-E03CBA4B2603}"/>
                    </a:ext>
                  </a:extLst>
                </p14:cNvPr>
                <p14:cNvContentPartPr/>
                <p14:nvPr/>
              </p14:nvContentPartPr>
              <p14:xfrm>
                <a:off x="1968860" y="2875160"/>
                <a:ext cx="364680" cy="19872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ECA46524-3E4F-67CD-FB63-E03CBA4B260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962740" y="2869040"/>
                  <a:ext cx="3769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D9725CF4-CB53-1E30-C8DE-F9D9DA1AE6CA}"/>
                    </a:ext>
                  </a:extLst>
                </p14:cNvPr>
                <p14:cNvContentPartPr/>
                <p14:nvPr/>
              </p14:nvContentPartPr>
              <p14:xfrm>
                <a:off x="2208620" y="2968040"/>
                <a:ext cx="150840" cy="12168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D9725CF4-CB53-1E30-C8DE-F9D9DA1AE6CA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202500" y="2961920"/>
                  <a:ext cx="163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757CB9AE-EC02-CDDE-6C55-65A9C058FC45}"/>
                    </a:ext>
                  </a:extLst>
                </p14:cNvPr>
                <p14:cNvContentPartPr/>
                <p14:nvPr/>
              </p14:nvContentPartPr>
              <p14:xfrm>
                <a:off x="1359020" y="3101240"/>
                <a:ext cx="1128600" cy="6624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757CB9AE-EC02-CDDE-6C55-65A9C058FC4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352900" y="3095120"/>
                  <a:ext cx="11408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AFFF900F-030A-CC2A-1E92-499B33DDB939}"/>
                    </a:ext>
                  </a:extLst>
                </p14:cNvPr>
                <p14:cNvContentPartPr/>
                <p14:nvPr/>
              </p14:nvContentPartPr>
              <p14:xfrm>
                <a:off x="1664300" y="3229760"/>
                <a:ext cx="311400" cy="17244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AFFF900F-030A-CC2A-1E92-499B33DDB93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658180" y="3223640"/>
                  <a:ext cx="3236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6D5DF16F-CA57-0797-0067-2BE19C7D8CC0}"/>
                    </a:ext>
                  </a:extLst>
                </p14:cNvPr>
                <p14:cNvContentPartPr/>
                <p14:nvPr/>
              </p14:nvContentPartPr>
              <p14:xfrm>
                <a:off x="2192420" y="3212840"/>
                <a:ext cx="40320" cy="16020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6D5DF16F-CA57-0797-0067-2BE19C7D8CC0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186300" y="3206720"/>
                  <a:ext cx="525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240346B1-7892-54FC-2F4D-F4AB365A9766}"/>
                    </a:ext>
                  </a:extLst>
                </p14:cNvPr>
                <p14:cNvContentPartPr/>
                <p14:nvPr/>
              </p14:nvContentPartPr>
              <p14:xfrm>
                <a:off x="2050220" y="3268280"/>
                <a:ext cx="230760" cy="3744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240346B1-7892-54FC-2F4D-F4AB365A9766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044100" y="3262160"/>
                  <a:ext cx="2430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1D1B49B0-7EC0-99AF-699B-3B9DD87B6D4E}"/>
                    </a:ext>
                  </a:extLst>
                </p14:cNvPr>
                <p14:cNvContentPartPr/>
                <p14:nvPr/>
              </p14:nvContentPartPr>
              <p14:xfrm>
                <a:off x="2026100" y="3175400"/>
                <a:ext cx="24480" cy="45720"/>
              </p14:xfrm>
            </p:contentPart>
          </mc:Choice>
          <mc:Fallback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1D1B49B0-7EC0-99AF-699B-3B9DD87B6D4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019980" y="3169280"/>
                  <a:ext cx="367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77232CB2-5F0E-5F8E-7314-632630C66A9F}"/>
                    </a:ext>
                  </a:extLst>
                </p14:cNvPr>
                <p14:cNvContentPartPr/>
                <p14:nvPr/>
              </p14:nvContentPartPr>
              <p14:xfrm>
                <a:off x="2090180" y="2993240"/>
                <a:ext cx="40320" cy="30960"/>
              </p14:xfrm>
            </p:contentPart>
          </mc:Choice>
          <mc:Fallback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77232CB2-5F0E-5F8E-7314-632630C66A9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084060" y="2987120"/>
                  <a:ext cx="5256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Agrupar 224">
            <a:extLst>
              <a:ext uri="{FF2B5EF4-FFF2-40B4-BE49-F238E27FC236}">
                <a16:creationId xmlns:a16="http://schemas.microsoft.com/office/drawing/2014/main" id="{6F4C759D-C1FC-17DF-38E3-30C0BED1D512}"/>
              </a:ext>
            </a:extLst>
          </p:cNvPr>
          <p:cNvGrpSpPr/>
          <p:nvPr/>
        </p:nvGrpSpPr>
        <p:grpSpPr>
          <a:xfrm>
            <a:off x="3696500" y="2106200"/>
            <a:ext cx="6527880" cy="1206000"/>
            <a:chOff x="3696500" y="2106200"/>
            <a:chExt cx="6527880" cy="12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47624238-BC88-1DE3-1FC0-09C75967C6E2}"/>
                    </a:ext>
                  </a:extLst>
                </p14:cNvPr>
                <p14:cNvContentPartPr/>
                <p14:nvPr/>
              </p14:nvContentPartPr>
              <p14:xfrm>
                <a:off x="5127860" y="2454680"/>
                <a:ext cx="159840" cy="28404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47624238-BC88-1DE3-1FC0-09C75967C6E2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121740" y="2448560"/>
                  <a:ext cx="1720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CFF45EEB-2001-1447-E773-1D8BA6C19795}"/>
                    </a:ext>
                  </a:extLst>
                </p14:cNvPr>
                <p14:cNvContentPartPr/>
                <p14:nvPr/>
              </p14:nvContentPartPr>
              <p14:xfrm>
                <a:off x="5454740" y="2483120"/>
                <a:ext cx="277560" cy="21816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CFF45EEB-2001-1447-E773-1D8BA6C19795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448620" y="2477000"/>
                  <a:ext cx="2898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4CE62D88-6795-DD60-690C-4017DEEBFA5C}"/>
                    </a:ext>
                  </a:extLst>
                </p14:cNvPr>
                <p14:cNvContentPartPr/>
                <p14:nvPr/>
              </p14:nvContentPartPr>
              <p14:xfrm>
                <a:off x="5862620" y="2568080"/>
                <a:ext cx="256680" cy="2268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4CE62D88-6795-DD60-690C-4017DEEBFA5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856500" y="2561960"/>
                  <a:ext cx="2689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5540F2E3-2DC0-D5B1-B38F-793E07B99846}"/>
                    </a:ext>
                  </a:extLst>
                </p14:cNvPr>
                <p14:cNvContentPartPr/>
                <p14:nvPr/>
              </p14:nvContentPartPr>
              <p14:xfrm>
                <a:off x="5771540" y="2655920"/>
                <a:ext cx="294840" cy="3024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5540F2E3-2DC0-D5B1-B38F-793E07B9984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765420" y="2649800"/>
                  <a:ext cx="3070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0B56BD57-1D72-2B4A-BE15-2C2842E987D2}"/>
                    </a:ext>
                  </a:extLst>
                </p14:cNvPr>
                <p14:cNvContentPartPr/>
                <p14:nvPr/>
              </p14:nvContentPartPr>
              <p14:xfrm>
                <a:off x="6430700" y="2453960"/>
                <a:ext cx="245520" cy="16560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0B56BD57-1D72-2B4A-BE15-2C2842E987D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424580" y="2447840"/>
                  <a:ext cx="2577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E1E5640C-4989-F4AE-0963-4502E14C18F5}"/>
                    </a:ext>
                  </a:extLst>
                </p14:cNvPr>
                <p14:cNvContentPartPr/>
                <p14:nvPr/>
              </p14:nvContentPartPr>
              <p14:xfrm>
                <a:off x="6715460" y="2572040"/>
                <a:ext cx="48240" cy="10476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E1E5640C-4989-F4AE-0963-4502E14C18F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709340" y="2565920"/>
                  <a:ext cx="604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F5F12756-72C7-B841-F001-6E7525A82B50}"/>
                    </a:ext>
                  </a:extLst>
                </p14:cNvPr>
                <p14:cNvContentPartPr/>
                <p14:nvPr/>
              </p14:nvContentPartPr>
              <p14:xfrm>
                <a:off x="6814100" y="2477000"/>
                <a:ext cx="155880" cy="14364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F5F12756-72C7-B841-F001-6E7525A82B5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807980" y="2470880"/>
                  <a:ext cx="1681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C290F971-2A13-E7DB-973F-9CF2FFDD1194}"/>
                    </a:ext>
                  </a:extLst>
                </p14:cNvPr>
                <p14:cNvContentPartPr/>
                <p14:nvPr/>
              </p14:nvContentPartPr>
              <p14:xfrm>
                <a:off x="7000940" y="2459000"/>
                <a:ext cx="167760" cy="18504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C290F971-2A13-E7DB-973F-9CF2FFDD1194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994820" y="2452880"/>
                  <a:ext cx="1800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37D90AAB-97CD-C996-1BBA-240EF1BDECA1}"/>
                    </a:ext>
                  </a:extLst>
                </p14:cNvPr>
                <p14:cNvContentPartPr/>
                <p14:nvPr/>
              </p14:nvContentPartPr>
              <p14:xfrm>
                <a:off x="7334660" y="2506160"/>
                <a:ext cx="120240" cy="10836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37D90AAB-97CD-C996-1BBA-240EF1BDECA1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328540" y="2500040"/>
                  <a:ext cx="1324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42B3D15A-4972-F8F8-C72C-27C8C9313337}"/>
                    </a:ext>
                  </a:extLst>
                </p14:cNvPr>
                <p14:cNvContentPartPr/>
                <p14:nvPr/>
              </p14:nvContentPartPr>
              <p14:xfrm>
                <a:off x="7302620" y="2528120"/>
                <a:ext cx="278640" cy="11124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42B3D15A-4972-F8F8-C72C-27C8C931333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296500" y="2522000"/>
                  <a:ext cx="2908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6B0F8827-E093-4B74-4049-179648AB7D62}"/>
                    </a:ext>
                  </a:extLst>
                </p14:cNvPr>
                <p14:cNvContentPartPr/>
                <p14:nvPr/>
              </p14:nvContentPartPr>
              <p14:xfrm>
                <a:off x="7699340" y="2514440"/>
                <a:ext cx="112320" cy="21636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6B0F8827-E093-4B74-4049-179648AB7D6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693220" y="2508320"/>
                  <a:ext cx="1245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1EC7C678-76E5-56ED-8172-0FA73D9F37D4}"/>
                    </a:ext>
                  </a:extLst>
                </p14:cNvPr>
                <p14:cNvContentPartPr/>
                <p14:nvPr/>
              </p14:nvContentPartPr>
              <p14:xfrm>
                <a:off x="7842980" y="2507600"/>
                <a:ext cx="155520" cy="16596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1EC7C678-76E5-56ED-8172-0FA73D9F37D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836860" y="2501480"/>
                  <a:ext cx="1677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68144B0B-1A94-201F-5E09-0771978CAFC2}"/>
                    </a:ext>
                  </a:extLst>
                </p14:cNvPr>
                <p14:cNvContentPartPr/>
                <p14:nvPr/>
              </p14:nvContentPartPr>
              <p14:xfrm>
                <a:off x="8215940" y="2264960"/>
                <a:ext cx="109800" cy="15336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68144B0B-1A94-201F-5E09-0771978CAFC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209820" y="2258840"/>
                  <a:ext cx="1220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F3855BB2-E5BE-7351-49EE-E90FCBFCC280}"/>
                    </a:ext>
                  </a:extLst>
                </p14:cNvPr>
                <p14:cNvContentPartPr/>
                <p14:nvPr/>
              </p14:nvContentPartPr>
              <p14:xfrm>
                <a:off x="8394140" y="2237960"/>
                <a:ext cx="91080" cy="14220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F3855BB2-E5BE-7351-49EE-E90FCBFCC280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388020" y="2231840"/>
                  <a:ext cx="1033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A3F66AEB-D2E8-189D-B0BD-CF9EC55CC602}"/>
                    </a:ext>
                  </a:extLst>
                </p14:cNvPr>
                <p14:cNvContentPartPr/>
                <p14:nvPr/>
              </p14:nvContentPartPr>
              <p14:xfrm>
                <a:off x="8406020" y="2523080"/>
                <a:ext cx="165960" cy="10512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A3F66AEB-D2E8-189D-B0BD-CF9EC55CC60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399900" y="2516960"/>
                  <a:ext cx="1782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FDD542D2-58A7-823A-5B19-156DAC51A0FB}"/>
                    </a:ext>
                  </a:extLst>
                </p14:cNvPr>
                <p14:cNvContentPartPr/>
                <p14:nvPr/>
              </p14:nvContentPartPr>
              <p14:xfrm>
                <a:off x="8638220" y="2517680"/>
                <a:ext cx="122400" cy="12492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FDD542D2-58A7-823A-5B19-156DAC51A0F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632100" y="2511560"/>
                  <a:ext cx="1346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698E694A-01E0-3C5A-3A7C-ABE5F9E59243}"/>
                    </a:ext>
                  </a:extLst>
                </p14:cNvPr>
                <p14:cNvContentPartPr/>
                <p14:nvPr/>
              </p14:nvContentPartPr>
              <p14:xfrm>
                <a:off x="8811380" y="2558360"/>
                <a:ext cx="110880" cy="7560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698E694A-01E0-3C5A-3A7C-ABE5F9E5924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805260" y="2552240"/>
                  <a:ext cx="1231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10305DB3-AA0F-6C42-EDB7-4DD694312ED6}"/>
                    </a:ext>
                  </a:extLst>
                </p14:cNvPr>
                <p14:cNvContentPartPr/>
                <p14:nvPr/>
              </p14:nvContentPartPr>
              <p14:xfrm>
                <a:off x="8954660" y="2528120"/>
                <a:ext cx="202320" cy="16020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10305DB3-AA0F-6C42-EDB7-4DD694312ED6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948540" y="2522000"/>
                  <a:ext cx="2145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616A882B-334E-966B-2E39-E58C82E7EE24}"/>
                    </a:ext>
                  </a:extLst>
                </p14:cNvPr>
                <p14:cNvContentPartPr/>
                <p14:nvPr/>
              </p14:nvContentPartPr>
              <p14:xfrm>
                <a:off x="9179300" y="2509040"/>
                <a:ext cx="124920" cy="11952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616A882B-334E-966B-2E39-E58C82E7EE2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173180" y="2502920"/>
                  <a:ext cx="137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3399647F-06BD-744B-3C61-02B5529F00FA}"/>
                    </a:ext>
                  </a:extLst>
                </p14:cNvPr>
                <p14:cNvContentPartPr/>
                <p14:nvPr/>
              </p14:nvContentPartPr>
              <p14:xfrm>
                <a:off x="9232220" y="2525600"/>
                <a:ext cx="191520" cy="13284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3399647F-06BD-744B-3C61-02B5529F00FA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226100" y="2519480"/>
                  <a:ext cx="2037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D6ADD189-2FB1-D58F-229E-3AF337395B5A}"/>
                    </a:ext>
                  </a:extLst>
                </p14:cNvPr>
                <p14:cNvContentPartPr/>
                <p14:nvPr/>
              </p14:nvContentPartPr>
              <p14:xfrm>
                <a:off x="8454620" y="2811440"/>
                <a:ext cx="174600" cy="12492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D6ADD189-2FB1-D58F-229E-3AF337395B5A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448500" y="2805320"/>
                  <a:ext cx="1868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5A59334F-1E90-22F7-499C-F52093BA1725}"/>
                    </a:ext>
                  </a:extLst>
                </p14:cNvPr>
                <p14:cNvContentPartPr/>
                <p14:nvPr/>
              </p14:nvContentPartPr>
              <p14:xfrm>
                <a:off x="8645780" y="2742320"/>
                <a:ext cx="133920" cy="19944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5A59334F-1E90-22F7-499C-F52093BA172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639660" y="2736200"/>
                  <a:ext cx="1461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910BDF3E-7D85-D47B-06E0-E5EE78BD071C}"/>
                    </a:ext>
                  </a:extLst>
                </p14:cNvPr>
                <p14:cNvContentPartPr/>
                <p14:nvPr/>
              </p14:nvContentPartPr>
              <p14:xfrm>
                <a:off x="8754860" y="2843480"/>
                <a:ext cx="143280" cy="6444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910BDF3E-7D85-D47B-06E0-E5EE78BD071C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748740" y="2837360"/>
                  <a:ext cx="1555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E8CFB408-6DB6-019D-8412-0FB8FE7D74BC}"/>
                    </a:ext>
                  </a:extLst>
                </p14:cNvPr>
                <p14:cNvContentPartPr/>
                <p14:nvPr/>
              </p14:nvContentPartPr>
              <p14:xfrm>
                <a:off x="8913980" y="2856080"/>
                <a:ext cx="190800" cy="7524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E8CFB408-6DB6-019D-8412-0FB8FE7D74BC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907860" y="2849960"/>
                  <a:ext cx="203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033BF761-F85D-DBC8-0516-22602680C8CD}"/>
                    </a:ext>
                  </a:extLst>
                </p14:cNvPr>
                <p14:cNvContentPartPr/>
                <p14:nvPr/>
              </p14:nvContentPartPr>
              <p14:xfrm>
                <a:off x="9154820" y="2873360"/>
                <a:ext cx="164160" cy="10008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033BF761-F85D-DBC8-0516-22602680C8CD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148700" y="2867240"/>
                  <a:ext cx="176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4C2AE6DF-85E0-52DD-CBCC-AE21AFFEC80C}"/>
                    </a:ext>
                  </a:extLst>
                </p14:cNvPr>
                <p14:cNvContentPartPr/>
                <p14:nvPr/>
              </p14:nvContentPartPr>
              <p14:xfrm>
                <a:off x="9342740" y="2942480"/>
                <a:ext cx="238680" cy="9828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4C2AE6DF-85E0-52DD-CBCC-AE21AFFEC80C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336620" y="2936360"/>
                  <a:ext cx="2509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C6FFBDA4-73AD-D294-E694-C6D977EEC579}"/>
                    </a:ext>
                  </a:extLst>
                </p14:cNvPr>
                <p14:cNvContentPartPr/>
                <p14:nvPr/>
              </p14:nvContentPartPr>
              <p14:xfrm>
                <a:off x="9675380" y="2777600"/>
                <a:ext cx="80280" cy="18432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C6FFBDA4-73AD-D294-E694-C6D977EEC579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669260" y="2771480"/>
                  <a:ext cx="925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9E95781E-31A8-7025-EB79-54705A26DFD8}"/>
                    </a:ext>
                  </a:extLst>
                </p14:cNvPr>
                <p14:cNvContentPartPr/>
                <p14:nvPr/>
              </p14:nvContentPartPr>
              <p14:xfrm>
                <a:off x="9636860" y="2880560"/>
                <a:ext cx="110880" cy="4716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9E95781E-31A8-7025-EB79-54705A26DFD8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630740" y="2874440"/>
                  <a:ext cx="1231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01DA0498-DF7F-21AE-40AC-DD05D684AF35}"/>
                    </a:ext>
                  </a:extLst>
                </p14:cNvPr>
                <p14:cNvContentPartPr/>
                <p14:nvPr/>
              </p14:nvContentPartPr>
              <p14:xfrm>
                <a:off x="9763220" y="2905400"/>
                <a:ext cx="87840" cy="14076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01DA0498-DF7F-21AE-40AC-DD05D684AF35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757100" y="2899280"/>
                  <a:ext cx="1000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595C2B13-AA13-6FF1-958B-4CF5E75B9372}"/>
                    </a:ext>
                  </a:extLst>
                </p14:cNvPr>
                <p14:cNvContentPartPr/>
                <p14:nvPr/>
              </p14:nvContentPartPr>
              <p14:xfrm>
                <a:off x="9867260" y="2905400"/>
                <a:ext cx="86760" cy="12024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595C2B13-AA13-6FF1-958B-4CF5E75B9372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861140" y="2899280"/>
                  <a:ext cx="990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5F9B3B6B-875B-871D-9011-D77BAF0910C7}"/>
                    </a:ext>
                  </a:extLst>
                </p14:cNvPr>
                <p14:cNvContentPartPr/>
                <p14:nvPr/>
              </p14:nvContentPartPr>
              <p14:xfrm>
                <a:off x="9918740" y="2930960"/>
                <a:ext cx="83880" cy="13680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5F9B3B6B-875B-871D-9011-D77BAF0910C7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912620" y="2924840"/>
                  <a:ext cx="961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3DFD2B17-73B6-A98E-AD28-FDB924320CA0}"/>
                    </a:ext>
                  </a:extLst>
                </p14:cNvPr>
                <p14:cNvContentPartPr/>
                <p14:nvPr/>
              </p14:nvContentPartPr>
              <p14:xfrm>
                <a:off x="7698980" y="2211680"/>
                <a:ext cx="954720" cy="535680"/>
              </p14:xfrm>
            </p:contentPart>
          </mc:Choice>
          <mc:Fallback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3DFD2B17-73B6-A98E-AD28-FDB924320CA0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692860" y="2205560"/>
                  <a:ext cx="96696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6FCBFC91-22D8-F221-2DFA-3FF04D07CC50}"/>
                    </a:ext>
                  </a:extLst>
                </p14:cNvPr>
                <p14:cNvContentPartPr/>
                <p14:nvPr/>
              </p14:nvContentPartPr>
              <p14:xfrm>
                <a:off x="3696500" y="3031400"/>
                <a:ext cx="414720" cy="20556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6FCBFC91-22D8-F221-2DFA-3FF04D07CC50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690380" y="3025280"/>
                  <a:ext cx="4269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A59D4BDA-89A3-82E5-9C10-207810A130E8}"/>
                    </a:ext>
                  </a:extLst>
                </p14:cNvPr>
                <p14:cNvContentPartPr/>
                <p14:nvPr/>
              </p14:nvContentPartPr>
              <p14:xfrm>
                <a:off x="4136420" y="3143360"/>
                <a:ext cx="64440" cy="16884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A59D4BDA-89A3-82E5-9C10-207810A130E8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130300" y="3137240"/>
                  <a:ext cx="766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A3101839-85B6-14E8-6809-92205C4AD8EE}"/>
                    </a:ext>
                  </a:extLst>
                </p14:cNvPr>
                <p14:cNvContentPartPr/>
                <p14:nvPr/>
              </p14:nvContentPartPr>
              <p14:xfrm>
                <a:off x="4318940" y="3062360"/>
                <a:ext cx="176400" cy="16200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A3101839-85B6-14E8-6809-92205C4AD8E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4312820" y="3056240"/>
                  <a:ext cx="1886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790BAA0D-7B86-A093-293C-B225EB2C4FAC}"/>
                    </a:ext>
                  </a:extLst>
                </p14:cNvPr>
                <p14:cNvContentPartPr/>
                <p14:nvPr/>
              </p14:nvContentPartPr>
              <p14:xfrm>
                <a:off x="4646540" y="3138680"/>
                <a:ext cx="165600" cy="9468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790BAA0D-7B86-A093-293C-B225EB2C4FAC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4640420" y="3132560"/>
                  <a:ext cx="1778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94FDFD45-2F8D-137C-1AF1-2A3EE5396AAC}"/>
                    </a:ext>
                  </a:extLst>
                </p14:cNvPr>
                <p14:cNvContentPartPr/>
                <p14:nvPr/>
              </p14:nvContentPartPr>
              <p14:xfrm>
                <a:off x="4669220" y="3161720"/>
                <a:ext cx="182880" cy="4932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94FDFD45-2F8D-137C-1AF1-2A3EE5396AAC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4663100" y="3155600"/>
                  <a:ext cx="1951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ADC578B9-B685-A934-26AD-6E65E272B60C}"/>
                    </a:ext>
                  </a:extLst>
                </p14:cNvPr>
                <p14:cNvContentPartPr/>
                <p14:nvPr/>
              </p14:nvContentPartPr>
              <p14:xfrm>
                <a:off x="5090780" y="3042200"/>
                <a:ext cx="252720" cy="14724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ADC578B9-B685-A934-26AD-6E65E272B60C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5084660" y="3036080"/>
                  <a:ext cx="2649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B05EB026-4058-103E-9EC9-C96C4F10DA1C}"/>
                    </a:ext>
                  </a:extLst>
                </p14:cNvPr>
                <p14:cNvContentPartPr/>
                <p14:nvPr/>
              </p14:nvContentPartPr>
              <p14:xfrm>
                <a:off x="5382740" y="3150200"/>
                <a:ext cx="48240" cy="7992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B05EB026-4058-103E-9EC9-C96C4F10DA1C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5376620" y="3144080"/>
                  <a:ext cx="604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5D311CA0-D2CF-3F32-7D5D-8BD625A2204B}"/>
                    </a:ext>
                  </a:extLst>
                </p14:cNvPr>
                <p14:cNvContentPartPr/>
                <p14:nvPr/>
              </p14:nvContentPartPr>
              <p14:xfrm>
                <a:off x="5454020" y="3018440"/>
                <a:ext cx="231480" cy="20736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5D311CA0-D2CF-3F32-7D5D-8BD625A2204B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5447900" y="3012320"/>
                  <a:ext cx="2437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BE12E758-8046-ED8B-F26F-C23D477EFEF9}"/>
                    </a:ext>
                  </a:extLst>
                </p14:cNvPr>
                <p14:cNvContentPartPr/>
                <p14:nvPr/>
              </p14:nvContentPartPr>
              <p14:xfrm>
                <a:off x="5738420" y="2990360"/>
                <a:ext cx="208080" cy="27576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BE12E758-8046-ED8B-F26F-C23D477EFEF9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732300" y="2984240"/>
                  <a:ext cx="2203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0BD36F66-27D5-7688-D749-46E7366CB7AE}"/>
                    </a:ext>
                  </a:extLst>
                </p14:cNvPr>
                <p14:cNvContentPartPr/>
                <p14:nvPr/>
              </p14:nvContentPartPr>
              <p14:xfrm>
                <a:off x="6121820" y="3104840"/>
                <a:ext cx="221400" cy="1836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0BD36F66-27D5-7688-D749-46E7366CB7AE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6115700" y="3098720"/>
                  <a:ext cx="2336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6AE70FD0-B01E-37B1-235B-BE3650C9CD39}"/>
                    </a:ext>
                  </a:extLst>
                </p14:cNvPr>
                <p14:cNvContentPartPr/>
                <p14:nvPr/>
              </p14:nvContentPartPr>
              <p14:xfrm>
                <a:off x="6104540" y="3224360"/>
                <a:ext cx="168480" cy="2088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6AE70FD0-B01E-37B1-235B-BE3650C9CD39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6098420" y="3218240"/>
                  <a:ext cx="1807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294491B0-0D59-A31F-6534-798083C84EC5}"/>
                    </a:ext>
                  </a:extLst>
                </p14:cNvPr>
                <p14:cNvContentPartPr/>
                <p14:nvPr/>
              </p14:nvContentPartPr>
              <p14:xfrm>
                <a:off x="6661100" y="2973800"/>
                <a:ext cx="231120" cy="25956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294491B0-0D59-A31F-6534-798083C84EC5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6654980" y="2967680"/>
                  <a:ext cx="2433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A5DFC5B8-76D5-22ED-017B-5A816FC1D7C2}"/>
                    </a:ext>
                  </a:extLst>
                </p14:cNvPr>
                <p14:cNvContentPartPr/>
                <p14:nvPr/>
              </p14:nvContentPartPr>
              <p14:xfrm>
                <a:off x="7025060" y="3198800"/>
                <a:ext cx="25560" cy="10080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A5DFC5B8-76D5-22ED-017B-5A816FC1D7C2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7018940" y="3192680"/>
                  <a:ext cx="378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ED49DABF-3534-1E4B-58A6-623F06347709}"/>
                    </a:ext>
                  </a:extLst>
                </p14:cNvPr>
                <p14:cNvContentPartPr/>
                <p14:nvPr/>
              </p14:nvContentPartPr>
              <p14:xfrm>
                <a:off x="7264820" y="3023840"/>
                <a:ext cx="198360" cy="17136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ED49DABF-3534-1E4B-58A6-623F06347709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7258700" y="3017720"/>
                  <a:ext cx="210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9D3F1919-5D16-E614-8C53-5C91873906E6}"/>
                    </a:ext>
                  </a:extLst>
                </p14:cNvPr>
                <p14:cNvContentPartPr/>
                <p14:nvPr/>
              </p14:nvContentPartPr>
              <p14:xfrm>
                <a:off x="7477580" y="3031760"/>
                <a:ext cx="182520" cy="18144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9D3F1919-5D16-E614-8C53-5C91873906E6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471460" y="3025640"/>
                  <a:ext cx="1947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506851BB-F26B-4994-5C3F-DDE979B983A4}"/>
                    </a:ext>
                  </a:extLst>
                </p14:cNvPr>
                <p14:cNvContentPartPr/>
                <p14:nvPr/>
              </p14:nvContentPartPr>
              <p14:xfrm>
                <a:off x="7684220" y="3000440"/>
                <a:ext cx="164160" cy="17496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506851BB-F26B-4994-5C3F-DDE979B983A4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678100" y="2994320"/>
                  <a:ext cx="1764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85302DA4-11D3-2010-855B-DC5FB493A248}"/>
                    </a:ext>
                  </a:extLst>
                </p14:cNvPr>
                <p14:cNvContentPartPr/>
                <p14:nvPr/>
              </p14:nvContentPartPr>
              <p14:xfrm>
                <a:off x="6621140" y="2902880"/>
                <a:ext cx="78120" cy="28260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85302DA4-11D3-2010-855B-DC5FB493A248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6615020" y="2896760"/>
                  <a:ext cx="9036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6D868BAE-E7C0-9F0F-6294-34795351BE0E}"/>
                    </a:ext>
                  </a:extLst>
                </p14:cNvPr>
                <p14:cNvContentPartPr/>
                <p14:nvPr/>
              </p14:nvContentPartPr>
              <p14:xfrm>
                <a:off x="6581180" y="2876960"/>
                <a:ext cx="1704960" cy="43524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6D868BAE-E7C0-9F0F-6294-34795351BE0E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6575060" y="2870840"/>
                  <a:ext cx="171720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54CAFC48-5430-1410-B5F2-13189CDC527B}"/>
                    </a:ext>
                  </a:extLst>
                </p14:cNvPr>
                <p14:cNvContentPartPr/>
                <p14:nvPr/>
              </p14:nvContentPartPr>
              <p14:xfrm>
                <a:off x="6819500" y="3242720"/>
                <a:ext cx="56520" cy="49320"/>
              </p14:xfrm>
            </p:contentPart>
          </mc:Choice>
          <mc:Fallback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54CAFC48-5430-1410-B5F2-13189CDC527B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813380" y="3236600"/>
                  <a:ext cx="68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CD4E7658-1FC6-573B-C523-1E294FB7A8A6}"/>
                    </a:ext>
                  </a:extLst>
                </p14:cNvPr>
                <p14:cNvContentPartPr/>
                <p14:nvPr/>
              </p14:nvContentPartPr>
              <p14:xfrm>
                <a:off x="4779020" y="2106200"/>
                <a:ext cx="5445360" cy="1140480"/>
              </p14:xfrm>
            </p:contentPart>
          </mc:Choice>
          <mc:Fallback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CD4E7658-1FC6-573B-C523-1E294FB7A8A6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772900" y="2100080"/>
                  <a:ext cx="5457600" cy="11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Agrupar 234">
            <a:extLst>
              <a:ext uri="{FF2B5EF4-FFF2-40B4-BE49-F238E27FC236}">
                <a16:creationId xmlns:a16="http://schemas.microsoft.com/office/drawing/2014/main" id="{CD284EE4-594C-CA3F-9933-D74000040CA8}"/>
              </a:ext>
            </a:extLst>
          </p:cNvPr>
          <p:cNvGrpSpPr/>
          <p:nvPr/>
        </p:nvGrpSpPr>
        <p:grpSpPr>
          <a:xfrm>
            <a:off x="1862300" y="4039400"/>
            <a:ext cx="541080" cy="232920"/>
            <a:chOff x="1862300" y="4039400"/>
            <a:chExt cx="541080" cy="23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851E7214-AAEB-53BD-DF1D-B3F2E87B6A32}"/>
                    </a:ext>
                  </a:extLst>
                </p14:cNvPr>
                <p14:cNvContentPartPr/>
                <p14:nvPr/>
              </p14:nvContentPartPr>
              <p14:xfrm>
                <a:off x="1962020" y="4046600"/>
                <a:ext cx="152640" cy="220680"/>
              </p14:xfrm>
            </p:contentPart>
          </mc:Choice>
          <mc:Fallback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851E7214-AAEB-53BD-DF1D-B3F2E87B6A32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955900" y="4040480"/>
                  <a:ext cx="1648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27" name="Tinta 226">
                  <a:extLst>
                    <a:ext uri="{FF2B5EF4-FFF2-40B4-BE49-F238E27FC236}">
                      <a16:creationId xmlns:a16="http://schemas.microsoft.com/office/drawing/2014/main" id="{039F5E73-629F-7768-8B27-7726D659843D}"/>
                    </a:ext>
                  </a:extLst>
                </p14:cNvPr>
                <p14:cNvContentPartPr/>
                <p14:nvPr/>
              </p14:nvContentPartPr>
              <p14:xfrm>
                <a:off x="2152820" y="4165040"/>
                <a:ext cx="214560" cy="96840"/>
              </p14:xfrm>
            </p:contentPart>
          </mc:Choice>
          <mc:Fallback>
            <p:pic>
              <p:nvPicPr>
                <p:cNvPr id="227" name="Tinta 226">
                  <a:extLst>
                    <a:ext uri="{FF2B5EF4-FFF2-40B4-BE49-F238E27FC236}">
                      <a16:creationId xmlns:a16="http://schemas.microsoft.com/office/drawing/2014/main" id="{039F5E73-629F-7768-8B27-7726D659843D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2146700" y="4158920"/>
                  <a:ext cx="2268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83A1BF49-39CA-0CFA-C5C7-E072504CEA1F}"/>
                    </a:ext>
                  </a:extLst>
                </p14:cNvPr>
                <p14:cNvContentPartPr/>
                <p14:nvPr/>
              </p14:nvContentPartPr>
              <p14:xfrm>
                <a:off x="1862300" y="4039400"/>
                <a:ext cx="541080" cy="232920"/>
              </p14:xfrm>
            </p:contentPart>
          </mc:Choice>
          <mc:Fallback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83A1BF49-39CA-0CFA-C5C7-E072504CEA1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856180" y="4033280"/>
                  <a:ext cx="55332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Agrupar 233">
            <a:extLst>
              <a:ext uri="{FF2B5EF4-FFF2-40B4-BE49-F238E27FC236}">
                <a16:creationId xmlns:a16="http://schemas.microsoft.com/office/drawing/2014/main" id="{53CCA84B-1D25-6B8B-98A3-A5F8E81C1DD2}"/>
              </a:ext>
            </a:extLst>
          </p:cNvPr>
          <p:cNvGrpSpPr/>
          <p:nvPr/>
        </p:nvGrpSpPr>
        <p:grpSpPr>
          <a:xfrm>
            <a:off x="3128420" y="4070360"/>
            <a:ext cx="810000" cy="336600"/>
            <a:chOff x="3128420" y="4070360"/>
            <a:chExt cx="810000" cy="33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E583A8DA-C349-CB2E-C1C4-57E4F500AEB7}"/>
                    </a:ext>
                  </a:extLst>
                </p14:cNvPr>
                <p14:cNvContentPartPr/>
                <p14:nvPr/>
              </p14:nvContentPartPr>
              <p14:xfrm>
                <a:off x="3128420" y="4070360"/>
                <a:ext cx="184680" cy="322200"/>
              </p14:xfrm>
            </p:contentPart>
          </mc:Choice>
          <mc:Fallback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E583A8DA-C349-CB2E-C1C4-57E4F500AEB7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3122300" y="4064240"/>
                  <a:ext cx="1969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02666E19-E05C-7F56-2173-282EBEB549A7}"/>
                    </a:ext>
                  </a:extLst>
                </p14:cNvPr>
                <p14:cNvContentPartPr/>
                <p14:nvPr/>
              </p14:nvContentPartPr>
              <p14:xfrm>
                <a:off x="3367460" y="4245320"/>
                <a:ext cx="238320" cy="103320"/>
              </p14:xfrm>
            </p:contentPart>
          </mc:Choice>
          <mc:Fallback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02666E19-E05C-7F56-2173-282EBEB549A7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3361340" y="4239200"/>
                  <a:ext cx="2505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FF63E756-644E-243E-0EAB-FD318E2270E2}"/>
                    </a:ext>
                  </a:extLst>
                </p14:cNvPr>
                <p14:cNvContentPartPr/>
                <p14:nvPr/>
              </p14:nvContentPartPr>
              <p14:xfrm>
                <a:off x="3747620" y="4332080"/>
                <a:ext cx="160200" cy="16920"/>
              </p14:xfrm>
            </p:contentPart>
          </mc:Choice>
          <mc:Fallback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FF63E756-644E-243E-0EAB-FD318E2270E2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3741500" y="4325960"/>
                  <a:ext cx="172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E16BCE8F-391B-106B-EE81-60E9BD3D434A}"/>
                    </a:ext>
                  </a:extLst>
                </p14:cNvPr>
                <p14:cNvContentPartPr/>
                <p14:nvPr/>
              </p14:nvContentPartPr>
              <p14:xfrm>
                <a:off x="3739700" y="4378160"/>
                <a:ext cx="198720" cy="28800"/>
              </p14:xfrm>
            </p:contentPart>
          </mc:Choice>
          <mc:Fallback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E16BCE8F-391B-106B-EE81-60E9BD3D434A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3733580" y="4372040"/>
                  <a:ext cx="21096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Agrupar 237">
            <a:extLst>
              <a:ext uri="{FF2B5EF4-FFF2-40B4-BE49-F238E27FC236}">
                <a16:creationId xmlns:a16="http://schemas.microsoft.com/office/drawing/2014/main" id="{DB1021F2-0CB8-782B-EDA2-A5A9B056CDD9}"/>
              </a:ext>
            </a:extLst>
          </p:cNvPr>
          <p:cNvGrpSpPr/>
          <p:nvPr/>
        </p:nvGrpSpPr>
        <p:grpSpPr>
          <a:xfrm>
            <a:off x="4288340" y="4130120"/>
            <a:ext cx="301320" cy="248400"/>
            <a:chOff x="4288340" y="4130120"/>
            <a:chExt cx="301320" cy="24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ACEDA79F-15F3-9A5F-B81C-C8D1F9C043C0}"/>
                    </a:ext>
                  </a:extLst>
                </p14:cNvPr>
                <p14:cNvContentPartPr/>
                <p14:nvPr/>
              </p14:nvContentPartPr>
              <p14:xfrm>
                <a:off x="4358900" y="4158560"/>
                <a:ext cx="144360" cy="206280"/>
              </p14:xfrm>
            </p:contentPart>
          </mc:Choice>
          <mc:Fallback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ACEDA79F-15F3-9A5F-B81C-C8D1F9C043C0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4352780" y="4152440"/>
                  <a:ext cx="1566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DD9FCD1E-3BCC-B8B1-BD0A-A2ADCBE4A13F}"/>
                    </a:ext>
                  </a:extLst>
                </p14:cNvPr>
                <p14:cNvContentPartPr/>
                <p14:nvPr/>
              </p14:nvContentPartPr>
              <p14:xfrm>
                <a:off x="4288340" y="4130120"/>
                <a:ext cx="301320" cy="248400"/>
              </p14:xfrm>
            </p:contentPart>
          </mc:Choice>
          <mc:Fallback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DD9FCD1E-3BCC-B8B1-BD0A-A2ADCBE4A13F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4282220" y="4124000"/>
                  <a:ext cx="313560" cy="26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Agrupar 243">
            <a:extLst>
              <a:ext uri="{FF2B5EF4-FFF2-40B4-BE49-F238E27FC236}">
                <a16:creationId xmlns:a16="http://schemas.microsoft.com/office/drawing/2014/main" id="{834165A5-85E0-5012-B1D6-8171E1A39096}"/>
              </a:ext>
            </a:extLst>
          </p:cNvPr>
          <p:cNvGrpSpPr/>
          <p:nvPr/>
        </p:nvGrpSpPr>
        <p:grpSpPr>
          <a:xfrm>
            <a:off x="2922860" y="4592360"/>
            <a:ext cx="865080" cy="190440"/>
            <a:chOff x="2922860" y="4592360"/>
            <a:chExt cx="865080" cy="19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DC00D2B0-E422-5A13-601B-F02EC84FF43B}"/>
                    </a:ext>
                  </a:extLst>
                </p14:cNvPr>
                <p14:cNvContentPartPr/>
                <p14:nvPr/>
              </p14:nvContentPartPr>
              <p14:xfrm>
                <a:off x="2922860" y="4617920"/>
                <a:ext cx="237960" cy="112320"/>
              </p14:xfrm>
            </p:contentPart>
          </mc:Choice>
          <mc:Fallback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DC00D2B0-E422-5A13-601B-F02EC84FF43B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2916740" y="4611800"/>
                  <a:ext cx="2502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40" name="Tinta 239">
                  <a:extLst>
                    <a:ext uri="{FF2B5EF4-FFF2-40B4-BE49-F238E27FC236}">
                      <a16:creationId xmlns:a16="http://schemas.microsoft.com/office/drawing/2014/main" id="{4C09019F-44C6-82A6-FAAA-E7D972FD564B}"/>
                    </a:ext>
                  </a:extLst>
                </p14:cNvPr>
                <p14:cNvContentPartPr/>
                <p14:nvPr/>
              </p14:nvContentPartPr>
              <p14:xfrm>
                <a:off x="3208340" y="4696400"/>
                <a:ext cx="118800" cy="86400"/>
              </p14:xfrm>
            </p:contentPart>
          </mc:Choice>
          <mc:Fallback>
            <p:pic>
              <p:nvPicPr>
                <p:cNvPr id="240" name="Tinta 239">
                  <a:extLst>
                    <a:ext uri="{FF2B5EF4-FFF2-40B4-BE49-F238E27FC236}">
                      <a16:creationId xmlns:a16="http://schemas.microsoft.com/office/drawing/2014/main" id="{4C09019F-44C6-82A6-FAAA-E7D972FD564B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3202220" y="4690280"/>
                  <a:ext cx="131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41" name="Tinta 240">
                  <a:extLst>
                    <a:ext uri="{FF2B5EF4-FFF2-40B4-BE49-F238E27FC236}">
                      <a16:creationId xmlns:a16="http://schemas.microsoft.com/office/drawing/2014/main" id="{9C4ED949-AB26-9ADF-4068-49DC36EB5E8C}"/>
                    </a:ext>
                  </a:extLst>
                </p14:cNvPr>
                <p14:cNvContentPartPr/>
                <p14:nvPr/>
              </p14:nvContentPartPr>
              <p14:xfrm>
                <a:off x="3308420" y="4592360"/>
                <a:ext cx="213480" cy="97920"/>
              </p14:xfrm>
            </p:contentPart>
          </mc:Choice>
          <mc:Fallback>
            <p:pic>
              <p:nvPicPr>
                <p:cNvPr id="241" name="Tinta 240">
                  <a:extLst>
                    <a:ext uri="{FF2B5EF4-FFF2-40B4-BE49-F238E27FC236}">
                      <a16:creationId xmlns:a16="http://schemas.microsoft.com/office/drawing/2014/main" id="{9C4ED949-AB26-9ADF-4068-49DC36EB5E8C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3302300" y="4586240"/>
                  <a:ext cx="2257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6824FBAE-3703-8AF3-E40E-9DFCF567854F}"/>
                    </a:ext>
                  </a:extLst>
                </p14:cNvPr>
                <p14:cNvContentPartPr/>
                <p14:nvPr/>
              </p14:nvContentPartPr>
              <p14:xfrm>
                <a:off x="3534140" y="4608200"/>
                <a:ext cx="253800" cy="114120"/>
              </p14:xfrm>
            </p:contentPart>
          </mc:Choice>
          <mc:Fallback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6824FBAE-3703-8AF3-E40E-9DFCF567854F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3528020" y="4602080"/>
                  <a:ext cx="26604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Agrupar 248">
            <a:extLst>
              <a:ext uri="{FF2B5EF4-FFF2-40B4-BE49-F238E27FC236}">
                <a16:creationId xmlns:a16="http://schemas.microsoft.com/office/drawing/2014/main" id="{0010EAB2-12BA-C2F2-9FA7-2D01A8B3D695}"/>
              </a:ext>
            </a:extLst>
          </p:cNvPr>
          <p:cNvGrpSpPr/>
          <p:nvPr/>
        </p:nvGrpSpPr>
        <p:grpSpPr>
          <a:xfrm>
            <a:off x="4100780" y="4489040"/>
            <a:ext cx="853560" cy="416520"/>
            <a:chOff x="4100780" y="4489040"/>
            <a:chExt cx="853560" cy="41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FE377D0A-4F53-DAB2-7A90-58B0E3BC7F38}"/>
                    </a:ext>
                  </a:extLst>
                </p14:cNvPr>
                <p14:cNvContentPartPr/>
                <p14:nvPr/>
              </p14:nvContentPartPr>
              <p14:xfrm>
                <a:off x="4100780" y="4489040"/>
                <a:ext cx="464760" cy="59400"/>
              </p14:xfrm>
            </p:contentPart>
          </mc:Choice>
          <mc:Fallback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FE377D0A-4F53-DAB2-7A90-58B0E3BC7F38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4094660" y="4482920"/>
                  <a:ext cx="4770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82436E10-9016-FC55-4375-4A2D97219068}"/>
                    </a:ext>
                  </a:extLst>
                </p14:cNvPr>
                <p14:cNvContentPartPr/>
                <p14:nvPr/>
              </p14:nvContentPartPr>
              <p14:xfrm>
                <a:off x="4288340" y="4644560"/>
                <a:ext cx="293040" cy="150120"/>
              </p14:xfrm>
            </p:contentPart>
          </mc:Choice>
          <mc:Fallback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82436E10-9016-FC55-4375-4A2D97219068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4282220" y="4638440"/>
                  <a:ext cx="3052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97B4E912-0967-A7D4-BCC4-E7F8D56BE131}"/>
                    </a:ext>
                  </a:extLst>
                </p14:cNvPr>
                <p14:cNvContentPartPr/>
                <p14:nvPr/>
              </p14:nvContentPartPr>
              <p14:xfrm>
                <a:off x="4374740" y="4613960"/>
                <a:ext cx="198720" cy="216360"/>
              </p14:xfrm>
            </p:contentPart>
          </mc:Choice>
          <mc:Fallback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97B4E912-0967-A7D4-BCC4-E7F8D56BE131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368620" y="4607840"/>
                  <a:ext cx="2109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2DE8F1A4-7460-AC78-5CE1-7ED3A6AFFA54}"/>
                    </a:ext>
                  </a:extLst>
                </p14:cNvPr>
                <p14:cNvContentPartPr/>
                <p14:nvPr/>
              </p14:nvContentPartPr>
              <p14:xfrm>
                <a:off x="4528460" y="4765880"/>
                <a:ext cx="425880" cy="139680"/>
              </p14:xfrm>
            </p:contentPart>
          </mc:Choice>
          <mc:Fallback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2DE8F1A4-7460-AC78-5CE1-7ED3A6AFFA54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4522340" y="4759760"/>
                  <a:ext cx="438120" cy="151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65295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4A972-19C1-CED0-CE5C-9D1381C5B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8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88F4E99B-9598-E04F-285D-AA2EED57EF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0471" y="3182073"/>
            <a:ext cx="2751058" cy="1638442"/>
          </a:xfrm>
        </p:spPr>
      </p:pic>
    </p:spTree>
    <p:extLst>
      <p:ext uri="{BB962C8B-B14F-4D97-AF65-F5344CB8AC3E}">
        <p14:creationId xmlns:p14="http://schemas.microsoft.com/office/powerpoint/2010/main" val="1222129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4A972-19C1-CED0-CE5C-9D1381C5B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9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B71464D1-3976-2B23-3402-F23CE7B57B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6660" y="3387831"/>
            <a:ext cx="2758679" cy="1226926"/>
          </a:xfrm>
        </p:spPr>
      </p:pic>
    </p:spTree>
    <p:extLst>
      <p:ext uri="{BB962C8B-B14F-4D97-AF65-F5344CB8AC3E}">
        <p14:creationId xmlns:p14="http://schemas.microsoft.com/office/powerpoint/2010/main" val="478396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4A972-19C1-CED0-CE5C-9D1381C5B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10</a:t>
            </a: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CF3691AC-CC68-FB4A-2AC2-7BE00F30A9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3149" y="1569112"/>
            <a:ext cx="2324301" cy="3048264"/>
          </a:xfrm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2F26B472-51CC-7C98-2EEE-E4B259C30388}"/>
              </a:ext>
            </a:extLst>
          </p:cNvPr>
          <p:cNvGrpSpPr/>
          <p:nvPr/>
        </p:nvGrpSpPr>
        <p:grpSpPr>
          <a:xfrm>
            <a:off x="1167140" y="3624140"/>
            <a:ext cx="479880" cy="381600"/>
            <a:chOff x="1167140" y="3624140"/>
            <a:chExt cx="479880" cy="38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27020433-0BFC-F8BC-AA20-0C9EA5C8973B}"/>
                    </a:ext>
                  </a:extLst>
                </p14:cNvPr>
                <p14:cNvContentPartPr/>
                <p14:nvPr/>
              </p14:nvContentPartPr>
              <p14:xfrm>
                <a:off x="1305740" y="3624140"/>
                <a:ext cx="117720" cy="295560"/>
              </p14:xfrm>
            </p:contentPart>
          </mc:Choice>
          <mc:Fallback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27020433-0BFC-F8BC-AA20-0C9EA5C8973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299620" y="3618020"/>
                  <a:ext cx="12996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9452C11B-3FC0-8B58-F5D0-236A0A064909}"/>
                    </a:ext>
                  </a:extLst>
                </p14:cNvPr>
                <p14:cNvContentPartPr/>
                <p14:nvPr/>
              </p14:nvContentPartPr>
              <p14:xfrm>
                <a:off x="1463060" y="3819260"/>
                <a:ext cx="134640" cy="108360"/>
              </p14:xfrm>
            </p:contentPart>
          </mc:Choice>
          <mc:Fallback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9452C11B-3FC0-8B58-F5D0-236A0A06490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56940" y="3813140"/>
                  <a:ext cx="1468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F5140330-129E-D6A3-FA7A-3A3B951BFFB4}"/>
                    </a:ext>
                  </a:extLst>
                </p14:cNvPr>
                <p14:cNvContentPartPr/>
                <p14:nvPr/>
              </p14:nvContentPartPr>
              <p14:xfrm>
                <a:off x="1344620" y="3797300"/>
                <a:ext cx="38880" cy="756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F5140330-129E-D6A3-FA7A-3A3B951BFFB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38500" y="3791180"/>
                  <a:ext cx="511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3760CCE8-8E31-5208-3A97-8BFAAD15B317}"/>
                    </a:ext>
                  </a:extLst>
                </p14:cNvPr>
                <p14:cNvContentPartPr/>
                <p14:nvPr/>
              </p14:nvContentPartPr>
              <p14:xfrm>
                <a:off x="1167140" y="3659420"/>
                <a:ext cx="479880" cy="34632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3760CCE8-8E31-5208-3A97-8BFAAD15B31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61020" y="3653300"/>
                  <a:ext cx="492120" cy="35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05F4BFEA-6211-ED63-404A-9103E1C4716A}"/>
              </a:ext>
            </a:extLst>
          </p:cNvPr>
          <p:cNvGrpSpPr/>
          <p:nvPr/>
        </p:nvGrpSpPr>
        <p:grpSpPr>
          <a:xfrm>
            <a:off x="1249220" y="3253700"/>
            <a:ext cx="393480" cy="281160"/>
            <a:chOff x="1249220" y="3253700"/>
            <a:chExt cx="393480" cy="28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6BC8F14D-7118-D5B3-F9A5-2FA931769ABE}"/>
                    </a:ext>
                  </a:extLst>
                </p14:cNvPr>
                <p14:cNvContentPartPr/>
                <p14:nvPr/>
              </p14:nvContentPartPr>
              <p14:xfrm>
                <a:off x="1312940" y="3315260"/>
                <a:ext cx="86760" cy="21960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6BC8F14D-7118-D5B3-F9A5-2FA931769AB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06820" y="3309140"/>
                  <a:ext cx="990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947913C1-35CF-909A-2D55-79721DDF101E}"/>
                    </a:ext>
                  </a:extLst>
                </p14:cNvPr>
                <p14:cNvContentPartPr/>
                <p14:nvPr/>
              </p14:nvContentPartPr>
              <p14:xfrm>
                <a:off x="1359020" y="3309860"/>
                <a:ext cx="120240" cy="6444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947913C1-35CF-909A-2D55-79721DDF101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52900" y="3303740"/>
                  <a:ext cx="1324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08260F7D-7E80-23D0-3DA2-267BDBABAB80}"/>
                    </a:ext>
                  </a:extLst>
                </p14:cNvPr>
                <p14:cNvContentPartPr/>
                <p14:nvPr/>
              </p14:nvContentPartPr>
              <p14:xfrm>
                <a:off x="1542980" y="3368180"/>
                <a:ext cx="99720" cy="9252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08260F7D-7E80-23D0-3DA2-267BDBABAB8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36860" y="3362060"/>
                  <a:ext cx="1119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079F29FA-6151-5B6C-3ECF-546268431CE1}"/>
                    </a:ext>
                  </a:extLst>
                </p14:cNvPr>
                <p14:cNvContentPartPr/>
                <p14:nvPr/>
              </p14:nvContentPartPr>
              <p14:xfrm>
                <a:off x="1249220" y="3253700"/>
                <a:ext cx="325080" cy="24480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079F29FA-6151-5B6C-3ECF-546268431CE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43100" y="3247580"/>
                  <a:ext cx="337320" cy="25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4" name="Tinta 43">
                <a:extLst>
                  <a:ext uri="{FF2B5EF4-FFF2-40B4-BE49-F238E27FC236}">
                    <a16:creationId xmlns:a16="http://schemas.microsoft.com/office/drawing/2014/main" id="{357AF59A-4EC8-50F2-45F1-C34E6DDDCAE7}"/>
                  </a:ext>
                </a:extLst>
              </p14:cNvPr>
              <p14:cNvContentPartPr/>
              <p14:nvPr/>
            </p14:nvContentPartPr>
            <p14:xfrm>
              <a:off x="1296380" y="2149580"/>
              <a:ext cx="1483920" cy="274680"/>
            </p14:xfrm>
          </p:contentPart>
        </mc:Choice>
        <mc:Fallback>
          <p:pic>
            <p:nvPicPr>
              <p:cNvPr id="44" name="Tinta 43">
                <a:extLst>
                  <a:ext uri="{FF2B5EF4-FFF2-40B4-BE49-F238E27FC236}">
                    <a16:creationId xmlns:a16="http://schemas.microsoft.com/office/drawing/2014/main" id="{357AF59A-4EC8-50F2-45F1-C34E6DDDCAE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290260" y="2143460"/>
                <a:ext cx="149616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00" name="Tinta 99">
                <a:extLst>
                  <a:ext uri="{FF2B5EF4-FFF2-40B4-BE49-F238E27FC236}">
                    <a16:creationId xmlns:a16="http://schemas.microsoft.com/office/drawing/2014/main" id="{4C3A4E64-8E60-4EF7-5A17-0306F3D2EC66}"/>
                  </a:ext>
                </a:extLst>
              </p14:cNvPr>
              <p14:cNvContentPartPr/>
              <p14:nvPr/>
            </p14:nvContentPartPr>
            <p14:xfrm>
              <a:off x="7540940" y="4557980"/>
              <a:ext cx="278640" cy="10440"/>
            </p14:xfrm>
          </p:contentPart>
        </mc:Choice>
        <mc:Fallback>
          <p:pic>
            <p:nvPicPr>
              <p:cNvPr id="100" name="Tinta 99">
                <a:extLst>
                  <a:ext uri="{FF2B5EF4-FFF2-40B4-BE49-F238E27FC236}">
                    <a16:creationId xmlns:a16="http://schemas.microsoft.com/office/drawing/2014/main" id="{4C3A4E64-8E60-4EF7-5A17-0306F3D2EC6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534820" y="4551860"/>
                <a:ext cx="29088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F305AAF0-6FE1-F4DC-D20C-6162AAF6EB98}"/>
                  </a:ext>
                </a:extLst>
              </p14:cNvPr>
              <p14:cNvContentPartPr/>
              <p14:nvPr/>
            </p14:nvContentPartPr>
            <p14:xfrm>
              <a:off x="3414980" y="2208980"/>
              <a:ext cx="126720" cy="332640"/>
            </p14:xfrm>
          </p:contentPart>
        </mc:Choice>
        <mc:Fallback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F305AAF0-6FE1-F4DC-D20C-6162AAF6EB9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408860" y="2202860"/>
                <a:ext cx="13896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A9918F12-83C7-CF6C-969D-693E94CED5C6}"/>
                  </a:ext>
                </a:extLst>
              </p14:cNvPr>
              <p14:cNvContentPartPr/>
              <p14:nvPr/>
            </p14:nvContentPartPr>
            <p14:xfrm>
              <a:off x="3439820" y="2183780"/>
              <a:ext cx="530640" cy="32760"/>
            </p14:xfrm>
          </p:contentPart>
        </mc:Choice>
        <mc:Fallback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A9918F12-83C7-CF6C-969D-693E94CED5C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433700" y="2177660"/>
                <a:ext cx="54288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0" name="Tinta 19">
                <a:extLst>
                  <a:ext uri="{FF2B5EF4-FFF2-40B4-BE49-F238E27FC236}">
                    <a16:creationId xmlns:a16="http://schemas.microsoft.com/office/drawing/2014/main" id="{C91952B7-A767-3EEC-0818-83FAB49AB5C8}"/>
                  </a:ext>
                </a:extLst>
              </p14:cNvPr>
              <p14:cNvContentPartPr/>
              <p14:nvPr/>
            </p14:nvContentPartPr>
            <p14:xfrm>
              <a:off x="3353780" y="2489060"/>
              <a:ext cx="720720" cy="87840"/>
            </p14:xfrm>
          </p:contentPart>
        </mc:Choice>
        <mc:Fallback>
          <p:pic>
            <p:nvPicPr>
              <p:cNvPr id="20" name="Tinta 19">
                <a:extLst>
                  <a:ext uri="{FF2B5EF4-FFF2-40B4-BE49-F238E27FC236}">
                    <a16:creationId xmlns:a16="http://schemas.microsoft.com/office/drawing/2014/main" id="{C91952B7-A767-3EEC-0818-83FAB49AB5C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347660" y="2482940"/>
                <a:ext cx="73296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1" name="Tinta 20">
                <a:extLst>
                  <a:ext uri="{FF2B5EF4-FFF2-40B4-BE49-F238E27FC236}">
                    <a16:creationId xmlns:a16="http://schemas.microsoft.com/office/drawing/2014/main" id="{85D53973-14FD-5862-CBB5-7CA155F01B39}"/>
                  </a:ext>
                </a:extLst>
              </p14:cNvPr>
              <p14:cNvContentPartPr/>
              <p14:nvPr/>
            </p14:nvContentPartPr>
            <p14:xfrm>
              <a:off x="4057940" y="2157860"/>
              <a:ext cx="70920" cy="378720"/>
            </p14:xfrm>
          </p:contentPart>
        </mc:Choice>
        <mc:Fallback>
          <p:pic>
            <p:nvPicPr>
              <p:cNvPr id="21" name="Tinta 20">
                <a:extLst>
                  <a:ext uri="{FF2B5EF4-FFF2-40B4-BE49-F238E27FC236}">
                    <a16:creationId xmlns:a16="http://schemas.microsoft.com/office/drawing/2014/main" id="{85D53973-14FD-5862-CBB5-7CA155F01B3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051820" y="2151740"/>
                <a:ext cx="83160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02361FDA-D365-0CC6-88BF-CFB5360717A5}"/>
                  </a:ext>
                </a:extLst>
              </p14:cNvPr>
              <p14:cNvContentPartPr/>
              <p14:nvPr/>
            </p14:nvContentPartPr>
            <p14:xfrm>
              <a:off x="3749060" y="2301500"/>
              <a:ext cx="135000" cy="144720"/>
            </p14:xfrm>
          </p:contentPart>
        </mc:Choice>
        <mc:Fallback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02361FDA-D365-0CC6-88BF-CFB5360717A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742940" y="2295380"/>
                <a:ext cx="1472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4" name="Tinta 23">
                <a:extLst>
                  <a:ext uri="{FF2B5EF4-FFF2-40B4-BE49-F238E27FC236}">
                    <a16:creationId xmlns:a16="http://schemas.microsoft.com/office/drawing/2014/main" id="{424391A3-0530-2D13-D109-C59D3C46066F}"/>
                  </a:ext>
                </a:extLst>
              </p14:cNvPr>
              <p14:cNvContentPartPr/>
              <p14:nvPr/>
            </p14:nvContentPartPr>
            <p14:xfrm>
              <a:off x="3859580" y="2337140"/>
              <a:ext cx="78840" cy="9000"/>
            </p14:xfrm>
          </p:contentPart>
        </mc:Choice>
        <mc:Fallback>
          <p:pic>
            <p:nvPicPr>
              <p:cNvPr id="24" name="Tinta 23">
                <a:extLst>
                  <a:ext uri="{FF2B5EF4-FFF2-40B4-BE49-F238E27FC236}">
                    <a16:creationId xmlns:a16="http://schemas.microsoft.com/office/drawing/2014/main" id="{424391A3-0530-2D13-D109-C59D3C46066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853460" y="2331020"/>
                <a:ext cx="9108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44A6B40E-0982-D889-255E-D94D12BCDF86}"/>
                  </a:ext>
                </a:extLst>
              </p14:cNvPr>
              <p14:cNvContentPartPr/>
              <p14:nvPr/>
            </p14:nvContentPartPr>
            <p14:xfrm>
              <a:off x="3819620" y="2364140"/>
              <a:ext cx="118800" cy="36000"/>
            </p14:xfrm>
          </p:contentPart>
        </mc:Choice>
        <mc:Fallback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44A6B40E-0982-D889-255E-D94D12BCDF8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813500" y="2358020"/>
                <a:ext cx="13104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7" name="Tinta 26">
                <a:extLst>
                  <a:ext uri="{FF2B5EF4-FFF2-40B4-BE49-F238E27FC236}">
                    <a16:creationId xmlns:a16="http://schemas.microsoft.com/office/drawing/2014/main" id="{7BB3609C-C1E7-F3F7-4812-4E693BF32E19}"/>
                  </a:ext>
                </a:extLst>
              </p14:cNvPr>
              <p14:cNvContentPartPr/>
              <p14:nvPr/>
            </p14:nvContentPartPr>
            <p14:xfrm>
              <a:off x="3685340" y="2536580"/>
              <a:ext cx="126720" cy="440280"/>
            </p14:xfrm>
          </p:contentPart>
        </mc:Choice>
        <mc:Fallback>
          <p:pic>
            <p:nvPicPr>
              <p:cNvPr id="27" name="Tinta 26">
                <a:extLst>
                  <a:ext uri="{FF2B5EF4-FFF2-40B4-BE49-F238E27FC236}">
                    <a16:creationId xmlns:a16="http://schemas.microsoft.com/office/drawing/2014/main" id="{7BB3609C-C1E7-F3F7-4812-4E693BF32E19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679220" y="2530460"/>
                <a:ext cx="138960" cy="45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8" name="Tinta 27">
                <a:extLst>
                  <a:ext uri="{FF2B5EF4-FFF2-40B4-BE49-F238E27FC236}">
                    <a16:creationId xmlns:a16="http://schemas.microsoft.com/office/drawing/2014/main" id="{3B4B59E6-A7F8-4E2D-0490-17262C241B35}"/>
                  </a:ext>
                </a:extLst>
              </p14:cNvPr>
              <p14:cNvContentPartPr/>
              <p14:nvPr/>
            </p14:nvContentPartPr>
            <p14:xfrm>
              <a:off x="3695780" y="2788580"/>
              <a:ext cx="290880" cy="171360"/>
            </p14:xfrm>
          </p:contentPart>
        </mc:Choice>
        <mc:Fallback>
          <p:pic>
            <p:nvPicPr>
              <p:cNvPr id="28" name="Tinta 27">
                <a:extLst>
                  <a:ext uri="{FF2B5EF4-FFF2-40B4-BE49-F238E27FC236}">
                    <a16:creationId xmlns:a16="http://schemas.microsoft.com/office/drawing/2014/main" id="{3B4B59E6-A7F8-4E2D-0490-17262C241B3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689660" y="2782460"/>
                <a:ext cx="30312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9" name="Tinta 28">
                <a:extLst>
                  <a:ext uri="{FF2B5EF4-FFF2-40B4-BE49-F238E27FC236}">
                    <a16:creationId xmlns:a16="http://schemas.microsoft.com/office/drawing/2014/main" id="{C337F2A9-169B-974E-321C-8D703DB2A759}"/>
                  </a:ext>
                </a:extLst>
              </p14:cNvPr>
              <p14:cNvContentPartPr/>
              <p14:nvPr/>
            </p14:nvContentPartPr>
            <p14:xfrm>
              <a:off x="3654740" y="2811260"/>
              <a:ext cx="221400" cy="132120"/>
            </p14:xfrm>
          </p:contentPart>
        </mc:Choice>
        <mc:Fallback>
          <p:pic>
            <p:nvPicPr>
              <p:cNvPr id="29" name="Tinta 28">
                <a:extLst>
                  <a:ext uri="{FF2B5EF4-FFF2-40B4-BE49-F238E27FC236}">
                    <a16:creationId xmlns:a16="http://schemas.microsoft.com/office/drawing/2014/main" id="{C337F2A9-169B-974E-321C-8D703DB2A75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648620" y="2805140"/>
                <a:ext cx="2336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0" name="Tinta 29">
                <a:extLst>
                  <a:ext uri="{FF2B5EF4-FFF2-40B4-BE49-F238E27FC236}">
                    <a16:creationId xmlns:a16="http://schemas.microsoft.com/office/drawing/2014/main" id="{2F05F35A-9D68-4E6D-6966-96DD03A97F01}"/>
                  </a:ext>
                </a:extLst>
              </p14:cNvPr>
              <p14:cNvContentPartPr/>
              <p14:nvPr/>
            </p14:nvContentPartPr>
            <p14:xfrm>
              <a:off x="3945980" y="2630180"/>
              <a:ext cx="80280" cy="163800"/>
            </p14:xfrm>
          </p:contentPart>
        </mc:Choice>
        <mc:Fallback>
          <p:pic>
            <p:nvPicPr>
              <p:cNvPr id="30" name="Tinta 29">
                <a:extLst>
                  <a:ext uri="{FF2B5EF4-FFF2-40B4-BE49-F238E27FC236}">
                    <a16:creationId xmlns:a16="http://schemas.microsoft.com/office/drawing/2014/main" id="{2F05F35A-9D68-4E6D-6966-96DD03A97F01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939860" y="2624060"/>
                <a:ext cx="9252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1" name="Tinta 30">
                <a:extLst>
                  <a:ext uri="{FF2B5EF4-FFF2-40B4-BE49-F238E27FC236}">
                    <a16:creationId xmlns:a16="http://schemas.microsoft.com/office/drawing/2014/main" id="{FE927247-AF53-DAF5-73F4-886919543885}"/>
                  </a:ext>
                </a:extLst>
              </p14:cNvPr>
              <p14:cNvContentPartPr/>
              <p14:nvPr/>
            </p14:nvContentPartPr>
            <p14:xfrm>
              <a:off x="4010060" y="2610740"/>
              <a:ext cx="80640" cy="37080"/>
            </p14:xfrm>
          </p:contentPart>
        </mc:Choice>
        <mc:Fallback>
          <p:pic>
            <p:nvPicPr>
              <p:cNvPr id="31" name="Tinta 30">
                <a:extLst>
                  <a:ext uri="{FF2B5EF4-FFF2-40B4-BE49-F238E27FC236}">
                    <a16:creationId xmlns:a16="http://schemas.microsoft.com/office/drawing/2014/main" id="{FE927247-AF53-DAF5-73F4-88691954388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003940" y="2604620"/>
                <a:ext cx="9288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2" name="Tinta 31">
                <a:extLst>
                  <a:ext uri="{FF2B5EF4-FFF2-40B4-BE49-F238E27FC236}">
                    <a16:creationId xmlns:a16="http://schemas.microsoft.com/office/drawing/2014/main" id="{08119C66-CF1C-E277-BAC1-F9C4DE92D19F}"/>
                  </a:ext>
                </a:extLst>
              </p14:cNvPr>
              <p14:cNvContentPartPr/>
              <p14:nvPr/>
            </p14:nvContentPartPr>
            <p14:xfrm>
              <a:off x="4073780" y="2739260"/>
              <a:ext cx="80280" cy="123840"/>
            </p14:xfrm>
          </p:contentPart>
        </mc:Choice>
        <mc:Fallback>
          <p:pic>
            <p:nvPicPr>
              <p:cNvPr id="32" name="Tinta 31">
                <a:extLst>
                  <a:ext uri="{FF2B5EF4-FFF2-40B4-BE49-F238E27FC236}">
                    <a16:creationId xmlns:a16="http://schemas.microsoft.com/office/drawing/2014/main" id="{08119C66-CF1C-E277-BAC1-F9C4DE92D19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067660" y="2733140"/>
                <a:ext cx="9252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3" name="Tinta 32">
                <a:extLst>
                  <a:ext uri="{FF2B5EF4-FFF2-40B4-BE49-F238E27FC236}">
                    <a16:creationId xmlns:a16="http://schemas.microsoft.com/office/drawing/2014/main" id="{CC8DE242-34DC-0424-74B8-375769AD91DB}"/>
                  </a:ext>
                </a:extLst>
              </p14:cNvPr>
              <p14:cNvContentPartPr/>
              <p14:nvPr/>
            </p14:nvContentPartPr>
            <p14:xfrm>
              <a:off x="4114100" y="2764100"/>
              <a:ext cx="213120" cy="12240"/>
            </p14:xfrm>
          </p:contentPart>
        </mc:Choice>
        <mc:Fallback>
          <p:pic>
            <p:nvPicPr>
              <p:cNvPr id="33" name="Tinta 32">
                <a:extLst>
                  <a:ext uri="{FF2B5EF4-FFF2-40B4-BE49-F238E27FC236}">
                    <a16:creationId xmlns:a16="http://schemas.microsoft.com/office/drawing/2014/main" id="{CC8DE242-34DC-0424-74B8-375769AD91D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107980" y="2757980"/>
                <a:ext cx="22536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35" name="Tinta 34">
                <a:extLst>
                  <a:ext uri="{FF2B5EF4-FFF2-40B4-BE49-F238E27FC236}">
                    <a16:creationId xmlns:a16="http://schemas.microsoft.com/office/drawing/2014/main" id="{C8523AA1-3271-96F1-D8E5-33E5AF861657}"/>
                  </a:ext>
                </a:extLst>
              </p14:cNvPr>
              <p14:cNvContentPartPr/>
              <p14:nvPr/>
            </p14:nvContentPartPr>
            <p14:xfrm>
              <a:off x="3739700" y="1677980"/>
              <a:ext cx="88200" cy="470520"/>
            </p14:xfrm>
          </p:contentPart>
        </mc:Choice>
        <mc:Fallback>
          <p:pic>
            <p:nvPicPr>
              <p:cNvPr id="35" name="Tinta 34">
                <a:extLst>
                  <a:ext uri="{FF2B5EF4-FFF2-40B4-BE49-F238E27FC236}">
                    <a16:creationId xmlns:a16="http://schemas.microsoft.com/office/drawing/2014/main" id="{C8523AA1-3271-96F1-D8E5-33E5AF861657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733580" y="1671860"/>
                <a:ext cx="10044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6" name="Tinta 35">
                <a:extLst>
                  <a:ext uri="{FF2B5EF4-FFF2-40B4-BE49-F238E27FC236}">
                    <a16:creationId xmlns:a16="http://schemas.microsoft.com/office/drawing/2014/main" id="{06502003-F228-CA84-D04A-1DC52B566E9E}"/>
                  </a:ext>
                </a:extLst>
              </p14:cNvPr>
              <p14:cNvContentPartPr/>
              <p14:nvPr/>
            </p14:nvContentPartPr>
            <p14:xfrm>
              <a:off x="3622700" y="1640900"/>
              <a:ext cx="197280" cy="183960"/>
            </p14:xfrm>
          </p:contentPart>
        </mc:Choice>
        <mc:Fallback>
          <p:pic>
            <p:nvPicPr>
              <p:cNvPr id="36" name="Tinta 35">
                <a:extLst>
                  <a:ext uri="{FF2B5EF4-FFF2-40B4-BE49-F238E27FC236}">
                    <a16:creationId xmlns:a16="http://schemas.microsoft.com/office/drawing/2014/main" id="{06502003-F228-CA84-D04A-1DC52B566E9E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616580" y="1634780"/>
                <a:ext cx="20952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37" name="Tinta 36">
                <a:extLst>
                  <a:ext uri="{FF2B5EF4-FFF2-40B4-BE49-F238E27FC236}">
                    <a16:creationId xmlns:a16="http://schemas.microsoft.com/office/drawing/2014/main" id="{905618A7-252F-42B3-447D-5D0E3BA7E27C}"/>
                  </a:ext>
                </a:extLst>
              </p14:cNvPr>
              <p14:cNvContentPartPr/>
              <p14:nvPr/>
            </p14:nvContentPartPr>
            <p14:xfrm>
              <a:off x="3859580" y="1593380"/>
              <a:ext cx="32400" cy="17280"/>
            </p14:xfrm>
          </p:contentPart>
        </mc:Choice>
        <mc:Fallback>
          <p:pic>
            <p:nvPicPr>
              <p:cNvPr id="37" name="Tinta 36">
                <a:extLst>
                  <a:ext uri="{FF2B5EF4-FFF2-40B4-BE49-F238E27FC236}">
                    <a16:creationId xmlns:a16="http://schemas.microsoft.com/office/drawing/2014/main" id="{905618A7-252F-42B3-447D-5D0E3BA7E27C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853460" y="1587260"/>
                <a:ext cx="4464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38" name="Tinta 37">
                <a:extLst>
                  <a:ext uri="{FF2B5EF4-FFF2-40B4-BE49-F238E27FC236}">
                    <a16:creationId xmlns:a16="http://schemas.microsoft.com/office/drawing/2014/main" id="{746F078B-0A4C-DF34-11ED-FE0BFB710AFF}"/>
                  </a:ext>
                </a:extLst>
              </p14:cNvPr>
              <p14:cNvContentPartPr/>
              <p14:nvPr/>
            </p14:nvContentPartPr>
            <p14:xfrm>
              <a:off x="3637460" y="1599860"/>
              <a:ext cx="341280" cy="147240"/>
            </p14:xfrm>
          </p:contentPart>
        </mc:Choice>
        <mc:Fallback>
          <p:pic>
            <p:nvPicPr>
              <p:cNvPr id="38" name="Tinta 37">
                <a:extLst>
                  <a:ext uri="{FF2B5EF4-FFF2-40B4-BE49-F238E27FC236}">
                    <a16:creationId xmlns:a16="http://schemas.microsoft.com/office/drawing/2014/main" id="{746F078B-0A4C-DF34-11ED-FE0BFB710AFF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631340" y="1593740"/>
                <a:ext cx="35352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40" name="Tinta 39">
                <a:extLst>
                  <a:ext uri="{FF2B5EF4-FFF2-40B4-BE49-F238E27FC236}">
                    <a16:creationId xmlns:a16="http://schemas.microsoft.com/office/drawing/2014/main" id="{425E4021-35A4-1A82-B3F6-D6A6554E1894}"/>
                  </a:ext>
                </a:extLst>
              </p14:cNvPr>
              <p14:cNvContentPartPr/>
              <p14:nvPr/>
            </p14:nvContentPartPr>
            <p14:xfrm>
              <a:off x="4114100" y="1786700"/>
              <a:ext cx="126720" cy="136080"/>
            </p14:xfrm>
          </p:contentPart>
        </mc:Choice>
        <mc:Fallback>
          <p:pic>
            <p:nvPicPr>
              <p:cNvPr id="40" name="Tinta 39">
                <a:extLst>
                  <a:ext uri="{FF2B5EF4-FFF2-40B4-BE49-F238E27FC236}">
                    <a16:creationId xmlns:a16="http://schemas.microsoft.com/office/drawing/2014/main" id="{425E4021-35A4-1A82-B3F6-D6A6554E189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107980" y="1780580"/>
                <a:ext cx="13896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7EDCC8ED-9ECA-0170-321A-C63EA20AA652}"/>
                  </a:ext>
                </a:extLst>
              </p14:cNvPr>
              <p14:cNvContentPartPr/>
              <p14:nvPr/>
            </p14:nvContentPartPr>
            <p14:xfrm>
              <a:off x="4312460" y="1902620"/>
              <a:ext cx="142560" cy="110880"/>
            </p14:xfrm>
          </p:contentPart>
        </mc:Choice>
        <mc:Fallback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7EDCC8ED-9ECA-0170-321A-C63EA20AA652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306340" y="1896500"/>
                <a:ext cx="15480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42" name="Tinta 41">
                <a:extLst>
                  <a:ext uri="{FF2B5EF4-FFF2-40B4-BE49-F238E27FC236}">
                    <a16:creationId xmlns:a16="http://schemas.microsoft.com/office/drawing/2014/main" id="{8714D1E4-4E6A-1D8B-C9B3-97D3BAF80BED}"/>
                  </a:ext>
                </a:extLst>
              </p14:cNvPr>
              <p14:cNvContentPartPr/>
              <p14:nvPr/>
            </p14:nvContentPartPr>
            <p14:xfrm>
              <a:off x="4478780" y="1902260"/>
              <a:ext cx="86760" cy="6840"/>
            </p14:xfrm>
          </p:contentPart>
        </mc:Choice>
        <mc:Fallback>
          <p:pic>
            <p:nvPicPr>
              <p:cNvPr id="42" name="Tinta 41">
                <a:extLst>
                  <a:ext uri="{FF2B5EF4-FFF2-40B4-BE49-F238E27FC236}">
                    <a16:creationId xmlns:a16="http://schemas.microsoft.com/office/drawing/2014/main" id="{8714D1E4-4E6A-1D8B-C9B3-97D3BAF80BE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472660" y="1896140"/>
                <a:ext cx="9900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5" name="Tinta 44">
                <a:extLst>
                  <a:ext uri="{FF2B5EF4-FFF2-40B4-BE49-F238E27FC236}">
                    <a16:creationId xmlns:a16="http://schemas.microsoft.com/office/drawing/2014/main" id="{F5BA0A8D-53A2-BEAC-FC65-5C67551B7790}"/>
                  </a:ext>
                </a:extLst>
              </p14:cNvPr>
              <p14:cNvContentPartPr/>
              <p14:nvPr/>
            </p14:nvContentPartPr>
            <p14:xfrm>
              <a:off x="3430460" y="2681300"/>
              <a:ext cx="73800" cy="162000"/>
            </p14:xfrm>
          </p:contentPart>
        </mc:Choice>
        <mc:Fallback>
          <p:pic>
            <p:nvPicPr>
              <p:cNvPr id="45" name="Tinta 44">
                <a:extLst>
                  <a:ext uri="{FF2B5EF4-FFF2-40B4-BE49-F238E27FC236}">
                    <a16:creationId xmlns:a16="http://schemas.microsoft.com/office/drawing/2014/main" id="{F5BA0A8D-53A2-BEAC-FC65-5C67551B779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424340" y="2675180"/>
                <a:ext cx="8604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6" name="Tinta 45">
                <a:extLst>
                  <a:ext uri="{FF2B5EF4-FFF2-40B4-BE49-F238E27FC236}">
                    <a16:creationId xmlns:a16="http://schemas.microsoft.com/office/drawing/2014/main" id="{607092CB-8CDC-CC0E-8401-B4A94DFFB3D0}"/>
                  </a:ext>
                </a:extLst>
              </p14:cNvPr>
              <p14:cNvContentPartPr/>
              <p14:nvPr/>
            </p14:nvContentPartPr>
            <p14:xfrm>
              <a:off x="3519020" y="2775620"/>
              <a:ext cx="126720" cy="27360"/>
            </p14:xfrm>
          </p:contentPart>
        </mc:Choice>
        <mc:Fallback>
          <p:pic>
            <p:nvPicPr>
              <p:cNvPr id="46" name="Tinta 45">
                <a:extLst>
                  <a:ext uri="{FF2B5EF4-FFF2-40B4-BE49-F238E27FC236}">
                    <a16:creationId xmlns:a16="http://schemas.microsoft.com/office/drawing/2014/main" id="{607092CB-8CDC-CC0E-8401-B4A94DFFB3D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512900" y="2769500"/>
                <a:ext cx="1389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55" name="Tinta 54">
                <a:extLst>
                  <a:ext uri="{FF2B5EF4-FFF2-40B4-BE49-F238E27FC236}">
                    <a16:creationId xmlns:a16="http://schemas.microsoft.com/office/drawing/2014/main" id="{C3B71F05-6D3C-F822-7AF1-03B0EFEEB8B3}"/>
                  </a:ext>
                </a:extLst>
              </p14:cNvPr>
              <p14:cNvContentPartPr/>
              <p14:nvPr/>
            </p14:nvContentPartPr>
            <p14:xfrm>
              <a:off x="3819620" y="3472220"/>
              <a:ext cx="157320" cy="219600"/>
            </p14:xfrm>
          </p:contentPart>
        </mc:Choice>
        <mc:Fallback>
          <p:pic>
            <p:nvPicPr>
              <p:cNvPr id="55" name="Tinta 54">
                <a:extLst>
                  <a:ext uri="{FF2B5EF4-FFF2-40B4-BE49-F238E27FC236}">
                    <a16:creationId xmlns:a16="http://schemas.microsoft.com/office/drawing/2014/main" id="{C3B71F05-6D3C-F822-7AF1-03B0EFEEB8B3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813500" y="3466100"/>
                <a:ext cx="16956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56" name="Tinta 55">
                <a:extLst>
                  <a:ext uri="{FF2B5EF4-FFF2-40B4-BE49-F238E27FC236}">
                    <a16:creationId xmlns:a16="http://schemas.microsoft.com/office/drawing/2014/main" id="{6B1F8FC5-5AC0-E172-6322-11356BC2B0C9}"/>
                  </a:ext>
                </a:extLst>
              </p14:cNvPr>
              <p14:cNvContentPartPr/>
              <p14:nvPr/>
            </p14:nvContentPartPr>
            <p14:xfrm>
              <a:off x="3922220" y="3446300"/>
              <a:ext cx="192600" cy="133560"/>
            </p14:xfrm>
          </p:contentPart>
        </mc:Choice>
        <mc:Fallback>
          <p:pic>
            <p:nvPicPr>
              <p:cNvPr id="56" name="Tinta 55">
                <a:extLst>
                  <a:ext uri="{FF2B5EF4-FFF2-40B4-BE49-F238E27FC236}">
                    <a16:creationId xmlns:a16="http://schemas.microsoft.com/office/drawing/2014/main" id="{6B1F8FC5-5AC0-E172-6322-11356BC2B0C9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916100" y="3440180"/>
                <a:ext cx="20484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A9D00C0C-AAC2-D84A-297F-FA2F0A2DA522}"/>
                  </a:ext>
                </a:extLst>
              </p14:cNvPr>
              <p14:cNvContentPartPr/>
              <p14:nvPr/>
            </p14:nvContentPartPr>
            <p14:xfrm>
              <a:off x="4065860" y="3688220"/>
              <a:ext cx="196560" cy="240480"/>
            </p14:xfrm>
          </p:contentPart>
        </mc:Choice>
        <mc:Fallback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A9D00C0C-AAC2-D84A-297F-FA2F0A2DA522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4059740" y="3682100"/>
                <a:ext cx="20880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59" name="Tinta 58">
                <a:extLst>
                  <a:ext uri="{FF2B5EF4-FFF2-40B4-BE49-F238E27FC236}">
                    <a16:creationId xmlns:a16="http://schemas.microsoft.com/office/drawing/2014/main" id="{6A1F9757-855D-2983-FEF6-3E2819A00B74}"/>
                  </a:ext>
                </a:extLst>
              </p14:cNvPr>
              <p14:cNvContentPartPr/>
              <p14:nvPr/>
            </p14:nvContentPartPr>
            <p14:xfrm>
              <a:off x="4106180" y="3800900"/>
              <a:ext cx="166680" cy="3960"/>
            </p14:xfrm>
          </p:contentPart>
        </mc:Choice>
        <mc:Fallback>
          <p:pic>
            <p:nvPicPr>
              <p:cNvPr id="59" name="Tinta 58">
                <a:extLst>
                  <a:ext uri="{FF2B5EF4-FFF2-40B4-BE49-F238E27FC236}">
                    <a16:creationId xmlns:a16="http://schemas.microsoft.com/office/drawing/2014/main" id="{6A1F9757-855D-2983-FEF6-3E2819A00B74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4100060" y="3794780"/>
                <a:ext cx="17892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61" name="Tinta 60">
                <a:extLst>
                  <a:ext uri="{FF2B5EF4-FFF2-40B4-BE49-F238E27FC236}">
                    <a16:creationId xmlns:a16="http://schemas.microsoft.com/office/drawing/2014/main" id="{48FAABCA-95B3-115E-1996-8322D85FFB3E}"/>
                  </a:ext>
                </a:extLst>
              </p14:cNvPr>
              <p14:cNvContentPartPr/>
              <p14:nvPr/>
            </p14:nvContentPartPr>
            <p14:xfrm>
              <a:off x="4533140" y="3610460"/>
              <a:ext cx="136440" cy="35280"/>
            </p14:xfrm>
          </p:contentPart>
        </mc:Choice>
        <mc:Fallback>
          <p:pic>
            <p:nvPicPr>
              <p:cNvPr id="61" name="Tinta 60">
                <a:extLst>
                  <a:ext uri="{FF2B5EF4-FFF2-40B4-BE49-F238E27FC236}">
                    <a16:creationId xmlns:a16="http://schemas.microsoft.com/office/drawing/2014/main" id="{48FAABCA-95B3-115E-1996-8322D85FFB3E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4527020" y="3604340"/>
                <a:ext cx="14868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90" name="Tinta 89">
                <a:extLst>
                  <a:ext uri="{FF2B5EF4-FFF2-40B4-BE49-F238E27FC236}">
                    <a16:creationId xmlns:a16="http://schemas.microsoft.com/office/drawing/2014/main" id="{C103A78D-F2DE-A6FC-7B6F-B8E2A6EC8590}"/>
                  </a:ext>
                </a:extLst>
              </p14:cNvPr>
              <p14:cNvContentPartPr/>
              <p14:nvPr/>
            </p14:nvContentPartPr>
            <p14:xfrm>
              <a:off x="4461500" y="3229580"/>
              <a:ext cx="1120320" cy="528840"/>
            </p14:xfrm>
          </p:contentPart>
        </mc:Choice>
        <mc:Fallback>
          <p:pic>
            <p:nvPicPr>
              <p:cNvPr id="90" name="Tinta 89">
                <a:extLst>
                  <a:ext uri="{FF2B5EF4-FFF2-40B4-BE49-F238E27FC236}">
                    <a16:creationId xmlns:a16="http://schemas.microsoft.com/office/drawing/2014/main" id="{C103A78D-F2DE-A6FC-7B6F-B8E2A6EC8590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455380" y="3223460"/>
                <a:ext cx="1132560" cy="54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91" name="Tinta 90">
                <a:extLst>
                  <a:ext uri="{FF2B5EF4-FFF2-40B4-BE49-F238E27FC236}">
                    <a16:creationId xmlns:a16="http://schemas.microsoft.com/office/drawing/2014/main" id="{BC2044D9-C0C8-6ACE-E688-8A112979E646}"/>
                  </a:ext>
                </a:extLst>
              </p14:cNvPr>
              <p14:cNvContentPartPr/>
              <p14:nvPr/>
            </p14:nvContentPartPr>
            <p14:xfrm>
              <a:off x="4312460" y="4408220"/>
              <a:ext cx="198720" cy="30240"/>
            </p14:xfrm>
          </p:contentPart>
        </mc:Choice>
        <mc:Fallback>
          <p:pic>
            <p:nvPicPr>
              <p:cNvPr id="91" name="Tinta 90">
                <a:extLst>
                  <a:ext uri="{FF2B5EF4-FFF2-40B4-BE49-F238E27FC236}">
                    <a16:creationId xmlns:a16="http://schemas.microsoft.com/office/drawing/2014/main" id="{BC2044D9-C0C8-6ACE-E688-8A112979E646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306340" y="4402100"/>
                <a:ext cx="2109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78" name="Tinta 77">
                <a:extLst>
                  <a:ext uri="{FF2B5EF4-FFF2-40B4-BE49-F238E27FC236}">
                    <a16:creationId xmlns:a16="http://schemas.microsoft.com/office/drawing/2014/main" id="{D685A53F-99F4-2314-BC3F-B7249234DE33}"/>
                  </a:ext>
                </a:extLst>
              </p14:cNvPr>
              <p14:cNvContentPartPr/>
              <p14:nvPr/>
            </p14:nvContentPartPr>
            <p14:xfrm>
              <a:off x="3303740" y="4331180"/>
              <a:ext cx="365760" cy="127800"/>
            </p14:xfrm>
          </p:contentPart>
        </mc:Choice>
        <mc:Fallback>
          <p:pic>
            <p:nvPicPr>
              <p:cNvPr id="78" name="Tinta 77">
                <a:extLst>
                  <a:ext uri="{FF2B5EF4-FFF2-40B4-BE49-F238E27FC236}">
                    <a16:creationId xmlns:a16="http://schemas.microsoft.com/office/drawing/2014/main" id="{D685A53F-99F4-2314-BC3F-B7249234DE33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297620" y="4325060"/>
                <a:ext cx="37800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79" name="Tinta 78">
                <a:extLst>
                  <a:ext uri="{FF2B5EF4-FFF2-40B4-BE49-F238E27FC236}">
                    <a16:creationId xmlns:a16="http://schemas.microsoft.com/office/drawing/2014/main" id="{1A7946C4-0C65-9394-C542-4143BBCF3EB2}"/>
                  </a:ext>
                </a:extLst>
              </p14:cNvPr>
              <p14:cNvContentPartPr/>
              <p14:nvPr/>
            </p14:nvContentPartPr>
            <p14:xfrm>
              <a:off x="3723140" y="4389500"/>
              <a:ext cx="137160" cy="120600"/>
            </p14:xfrm>
          </p:contentPart>
        </mc:Choice>
        <mc:Fallback>
          <p:pic>
            <p:nvPicPr>
              <p:cNvPr id="79" name="Tinta 78">
                <a:extLst>
                  <a:ext uri="{FF2B5EF4-FFF2-40B4-BE49-F238E27FC236}">
                    <a16:creationId xmlns:a16="http://schemas.microsoft.com/office/drawing/2014/main" id="{1A7946C4-0C65-9394-C542-4143BBCF3EB2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717020" y="4383380"/>
                <a:ext cx="14940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80" name="Tinta 79">
                <a:extLst>
                  <a:ext uri="{FF2B5EF4-FFF2-40B4-BE49-F238E27FC236}">
                    <a16:creationId xmlns:a16="http://schemas.microsoft.com/office/drawing/2014/main" id="{CA5C0B03-0805-69D4-968B-CB0B524DC5BB}"/>
                  </a:ext>
                </a:extLst>
              </p14:cNvPr>
              <p14:cNvContentPartPr/>
              <p14:nvPr/>
            </p14:nvContentPartPr>
            <p14:xfrm>
              <a:off x="3871460" y="4404620"/>
              <a:ext cx="425160" cy="333360"/>
            </p14:xfrm>
          </p:contentPart>
        </mc:Choice>
        <mc:Fallback>
          <p:pic>
            <p:nvPicPr>
              <p:cNvPr id="80" name="Tinta 79">
                <a:extLst>
                  <a:ext uri="{FF2B5EF4-FFF2-40B4-BE49-F238E27FC236}">
                    <a16:creationId xmlns:a16="http://schemas.microsoft.com/office/drawing/2014/main" id="{CA5C0B03-0805-69D4-968B-CB0B524DC5BB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865340" y="4398500"/>
                <a:ext cx="43740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82" name="Tinta 81">
                <a:extLst>
                  <a:ext uri="{FF2B5EF4-FFF2-40B4-BE49-F238E27FC236}">
                    <a16:creationId xmlns:a16="http://schemas.microsoft.com/office/drawing/2014/main" id="{51350954-9C09-E604-52F9-4B377C595C79}"/>
                  </a:ext>
                </a:extLst>
              </p14:cNvPr>
              <p14:cNvContentPartPr/>
              <p14:nvPr/>
            </p14:nvContentPartPr>
            <p14:xfrm>
              <a:off x="6033980" y="4381220"/>
              <a:ext cx="48240" cy="17280"/>
            </p14:xfrm>
          </p:contentPart>
        </mc:Choice>
        <mc:Fallback>
          <p:pic>
            <p:nvPicPr>
              <p:cNvPr id="82" name="Tinta 81">
                <a:extLst>
                  <a:ext uri="{FF2B5EF4-FFF2-40B4-BE49-F238E27FC236}">
                    <a16:creationId xmlns:a16="http://schemas.microsoft.com/office/drawing/2014/main" id="{51350954-9C09-E604-52F9-4B377C595C79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6027860" y="4375100"/>
                <a:ext cx="6048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83" name="Tinta 82">
                <a:extLst>
                  <a:ext uri="{FF2B5EF4-FFF2-40B4-BE49-F238E27FC236}">
                    <a16:creationId xmlns:a16="http://schemas.microsoft.com/office/drawing/2014/main" id="{966A6293-8DFF-330D-789F-AB9D5A3009CB}"/>
                  </a:ext>
                </a:extLst>
              </p14:cNvPr>
              <p14:cNvContentPartPr/>
              <p14:nvPr/>
            </p14:nvContentPartPr>
            <p14:xfrm>
              <a:off x="5701340" y="4355660"/>
              <a:ext cx="253080" cy="29520"/>
            </p14:xfrm>
          </p:contentPart>
        </mc:Choice>
        <mc:Fallback>
          <p:pic>
            <p:nvPicPr>
              <p:cNvPr id="83" name="Tinta 82">
                <a:extLst>
                  <a:ext uri="{FF2B5EF4-FFF2-40B4-BE49-F238E27FC236}">
                    <a16:creationId xmlns:a16="http://schemas.microsoft.com/office/drawing/2014/main" id="{966A6293-8DFF-330D-789F-AB9D5A3009CB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5695220" y="4349540"/>
                <a:ext cx="2653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84" name="Tinta 83">
                <a:extLst>
                  <a:ext uri="{FF2B5EF4-FFF2-40B4-BE49-F238E27FC236}">
                    <a16:creationId xmlns:a16="http://schemas.microsoft.com/office/drawing/2014/main" id="{5E166FB3-1D92-882F-CFB5-6175915E1DAF}"/>
                  </a:ext>
                </a:extLst>
              </p14:cNvPr>
              <p14:cNvContentPartPr/>
              <p14:nvPr/>
            </p14:nvContentPartPr>
            <p14:xfrm>
              <a:off x="5763620" y="4435220"/>
              <a:ext cx="397080" cy="20160"/>
            </p14:xfrm>
          </p:contentPart>
        </mc:Choice>
        <mc:Fallback>
          <p:pic>
            <p:nvPicPr>
              <p:cNvPr id="84" name="Tinta 83">
                <a:extLst>
                  <a:ext uri="{FF2B5EF4-FFF2-40B4-BE49-F238E27FC236}">
                    <a16:creationId xmlns:a16="http://schemas.microsoft.com/office/drawing/2014/main" id="{5E166FB3-1D92-882F-CFB5-6175915E1DAF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5757500" y="4429100"/>
                <a:ext cx="40932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86" name="Tinta 85">
                <a:extLst>
                  <a:ext uri="{FF2B5EF4-FFF2-40B4-BE49-F238E27FC236}">
                    <a16:creationId xmlns:a16="http://schemas.microsoft.com/office/drawing/2014/main" id="{C168D963-6E06-F076-0483-AFB92C7A7203}"/>
                  </a:ext>
                </a:extLst>
              </p14:cNvPr>
              <p14:cNvContentPartPr/>
              <p14:nvPr/>
            </p14:nvContentPartPr>
            <p14:xfrm>
              <a:off x="6350420" y="4402460"/>
              <a:ext cx="413280" cy="132120"/>
            </p14:xfrm>
          </p:contentPart>
        </mc:Choice>
        <mc:Fallback>
          <p:pic>
            <p:nvPicPr>
              <p:cNvPr id="86" name="Tinta 85">
                <a:extLst>
                  <a:ext uri="{FF2B5EF4-FFF2-40B4-BE49-F238E27FC236}">
                    <a16:creationId xmlns:a16="http://schemas.microsoft.com/office/drawing/2014/main" id="{C168D963-6E06-F076-0483-AFB92C7A7203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6344300" y="4396340"/>
                <a:ext cx="42552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87" name="Tinta 86">
                <a:extLst>
                  <a:ext uri="{FF2B5EF4-FFF2-40B4-BE49-F238E27FC236}">
                    <a16:creationId xmlns:a16="http://schemas.microsoft.com/office/drawing/2014/main" id="{9FD49595-27DF-DF9D-E441-C2357AB0E027}"/>
                  </a:ext>
                </a:extLst>
              </p14:cNvPr>
              <p14:cNvContentPartPr/>
              <p14:nvPr/>
            </p14:nvContentPartPr>
            <p14:xfrm>
              <a:off x="6837140" y="4447100"/>
              <a:ext cx="165960" cy="151560"/>
            </p14:xfrm>
          </p:contentPart>
        </mc:Choice>
        <mc:Fallback>
          <p:pic>
            <p:nvPicPr>
              <p:cNvPr id="87" name="Tinta 86">
                <a:extLst>
                  <a:ext uri="{FF2B5EF4-FFF2-40B4-BE49-F238E27FC236}">
                    <a16:creationId xmlns:a16="http://schemas.microsoft.com/office/drawing/2014/main" id="{9FD49595-27DF-DF9D-E441-C2357AB0E027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6831020" y="4440980"/>
                <a:ext cx="17820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88" name="Tinta 87">
                <a:extLst>
                  <a:ext uri="{FF2B5EF4-FFF2-40B4-BE49-F238E27FC236}">
                    <a16:creationId xmlns:a16="http://schemas.microsoft.com/office/drawing/2014/main" id="{5C82CF6C-9727-D05C-F48F-73DB4FD72CDA}"/>
                  </a:ext>
                </a:extLst>
              </p14:cNvPr>
              <p14:cNvContentPartPr/>
              <p14:nvPr/>
            </p14:nvContentPartPr>
            <p14:xfrm>
              <a:off x="7141340" y="4416140"/>
              <a:ext cx="360000" cy="263520"/>
            </p14:xfrm>
          </p:contentPart>
        </mc:Choice>
        <mc:Fallback>
          <p:pic>
            <p:nvPicPr>
              <p:cNvPr id="88" name="Tinta 87">
                <a:extLst>
                  <a:ext uri="{FF2B5EF4-FFF2-40B4-BE49-F238E27FC236}">
                    <a16:creationId xmlns:a16="http://schemas.microsoft.com/office/drawing/2014/main" id="{5C82CF6C-9727-D05C-F48F-73DB4FD72CDA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135220" y="4410020"/>
                <a:ext cx="37224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93" name="Tinta 92">
                <a:extLst>
                  <a:ext uri="{FF2B5EF4-FFF2-40B4-BE49-F238E27FC236}">
                    <a16:creationId xmlns:a16="http://schemas.microsoft.com/office/drawing/2014/main" id="{805F9B40-30CC-5FCB-1916-EBAFAA88FEF6}"/>
                  </a:ext>
                </a:extLst>
              </p14:cNvPr>
              <p14:cNvContentPartPr/>
              <p14:nvPr/>
            </p14:nvContentPartPr>
            <p14:xfrm>
              <a:off x="4565180" y="4280060"/>
              <a:ext cx="166680" cy="306360"/>
            </p14:xfrm>
          </p:contentPart>
        </mc:Choice>
        <mc:Fallback>
          <p:pic>
            <p:nvPicPr>
              <p:cNvPr id="93" name="Tinta 92">
                <a:extLst>
                  <a:ext uri="{FF2B5EF4-FFF2-40B4-BE49-F238E27FC236}">
                    <a16:creationId xmlns:a16="http://schemas.microsoft.com/office/drawing/2014/main" id="{805F9B40-30CC-5FCB-1916-EBAFAA88FEF6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4559060" y="4273940"/>
                <a:ext cx="17892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94" name="Tinta 93">
                <a:extLst>
                  <a:ext uri="{FF2B5EF4-FFF2-40B4-BE49-F238E27FC236}">
                    <a16:creationId xmlns:a16="http://schemas.microsoft.com/office/drawing/2014/main" id="{9C199617-E9D1-E4A9-DB7B-34BAE89AA790}"/>
                  </a:ext>
                </a:extLst>
              </p14:cNvPr>
              <p14:cNvContentPartPr/>
              <p14:nvPr/>
            </p14:nvContentPartPr>
            <p14:xfrm>
              <a:off x="4803500" y="4293380"/>
              <a:ext cx="190800" cy="195840"/>
            </p14:xfrm>
          </p:contentPart>
        </mc:Choice>
        <mc:Fallback>
          <p:pic>
            <p:nvPicPr>
              <p:cNvPr id="94" name="Tinta 93">
                <a:extLst>
                  <a:ext uri="{FF2B5EF4-FFF2-40B4-BE49-F238E27FC236}">
                    <a16:creationId xmlns:a16="http://schemas.microsoft.com/office/drawing/2014/main" id="{9C199617-E9D1-E4A9-DB7B-34BAE89AA790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4797380" y="4287260"/>
                <a:ext cx="20304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96" name="Tinta 95">
                <a:extLst>
                  <a:ext uri="{FF2B5EF4-FFF2-40B4-BE49-F238E27FC236}">
                    <a16:creationId xmlns:a16="http://schemas.microsoft.com/office/drawing/2014/main" id="{C2E2E236-EB54-4593-93FE-53D58F114479}"/>
                  </a:ext>
                </a:extLst>
              </p14:cNvPr>
              <p14:cNvContentPartPr/>
              <p14:nvPr/>
            </p14:nvContentPartPr>
            <p14:xfrm>
              <a:off x="5073860" y="4497140"/>
              <a:ext cx="54720" cy="36000"/>
            </p14:xfrm>
          </p:contentPart>
        </mc:Choice>
        <mc:Fallback>
          <p:pic>
            <p:nvPicPr>
              <p:cNvPr id="96" name="Tinta 95">
                <a:extLst>
                  <a:ext uri="{FF2B5EF4-FFF2-40B4-BE49-F238E27FC236}">
                    <a16:creationId xmlns:a16="http://schemas.microsoft.com/office/drawing/2014/main" id="{C2E2E236-EB54-4593-93FE-53D58F114479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5067740" y="4491020"/>
                <a:ext cx="669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97" name="Tinta 96">
                <a:extLst>
                  <a:ext uri="{FF2B5EF4-FFF2-40B4-BE49-F238E27FC236}">
                    <a16:creationId xmlns:a16="http://schemas.microsoft.com/office/drawing/2014/main" id="{D841516E-A605-18D0-AC35-F705EF3A2E28}"/>
                  </a:ext>
                </a:extLst>
              </p14:cNvPr>
              <p14:cNvContentPartPr/>
              <p14:nvPr/>
            </p14:nvContentPartPr>
            <p14:xfrm>
              <a:off x="5001860" y="4460060"/>
              <a:ext cx="118800" cy="63000"/>
            </p14:xfrm>
          </p:contentPart>
        </mc:Choice>
        <mc:Fallback>
          <p:pic>
            <p:nvPicPr>
              <p:cNvPr id="97" name="Tinta 96">
                <a:extLst>
                  <a:ext uri="{FF2B5EF4-FFF2-40B4-BE49-F238E27FC236}">
                    <a16:creationId xmlns:a16="http://schemas.microsoft.com/office/drawing/2014/main" id="{D841516E-A605-18D0-AC35-F705EF3A2E28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4995740" y="4453940"/>
                <a:ext cx="13104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98" name="Tinta 97">
                <a:extLst>
                  <a:ext uri="{FF2B5EF4-FFF2-40B4-BE49-F238E27FC236}">
                    <a16:creationId xmlns:a16="http://schemas.microsoft.com/office/drawing/2014/main" id="{011D35E8-DCD2-1C79-B92F-C664D00D5835}"/>
                  </a:ext>
                </a:extLst>
              </p14:cNvPr>
              <p14:cNvContentPartPr/>
              <p14:nvPr/>
            </p14:nvContentPartPr>
            <p14:xfrm>
              <a:off x="5200580" y="4418300"/>
              <a:ext cx="254880" cy="185760"/>
            </p14:xfrm>
          </p:contentPart>
        </mc:Choice>
        <mc:Fallback>
          <p:pic>
            <p:nvPicPr>
              <p:cNvPr id="98" name="Tinta 97">
                <a:extLst>
                  <a:ext uri="{FF2B5EF4-FFF2-40B4-BE49-F238E27FC236}">
                    <a16:creationId xmlns:a16="http://schemas.microsoft.com/office/drawing/2014/main" id="{011D35E8-DCD2-1C79-B92F-C664D00D5835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5194460" y="4412180"/>
                <a:ext cx="26712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10" name="Tinta 109">
                <a:extLst>
                  <a:ext uri="{FF2B5EF4-FFF2-40B4-BE49-F238E27FC236}">
                    <a16:creationId xmlns:a16="http://schemas.microsoft.com/office/drawing/2014/main" id="{E29EC963-4D91-9799-F9F3-BAF484752CD5}"/>
                  </a:ext>
                </a:extLst>
              </p14:cNvPr>
              <p14:cNvContentPartPr/>
              <p14:nvPr/>
            </p14:nvContentPartPr>
            <p14:xfrm>
              <a:off x="9185420" y="4177820"/>
              <a:ext cx="237600" cy="327240"/>
            </p14:xfrm>
          </p:contentPart>
        </mc:Choice>
        <mc:Fallback>
          <p:pic>
            <p:nvPicPr>
              <p:cNvPr id="110" name="Tinta 109">
                <a:extLst>
                  <a:ext uri="{FF2B5EF4-FFF2-40B4-BE49-F238E27FC236}">
                    <a16:creationId xmlns:a16="http://schemas.microsoft.com/office/drawing/2014/main" id="{E29EC963-4D91-9799-F9F3-BAF484752CD5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179300" y="4171700"/>
                <a:ext cx="24984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11" name="Tinta 110">
                <a:extLst>
                  <a:ext uri="{FF2B5EF4-FFF2-40B4-BE49-F238E27FC236}">
                    <a16:creationId xmlns:a16="http://schemas.microsoft.com/office/drawing/2014/main" id="{30A75247-7B91-7E31-0DD3-B8A304184149}"/>
                  </a:ext>
                </a:extLst>
              </p14:cNvPr>
              <p14:cNvContentPartPr/>
              <p14:nvPr/>
            </p14:nvContentPartPr>
            <p14:xfrm>
              <a:off x="9501500" y="4452500"/>
              <a:ext cx="254160" cy="239400"/>
            </p14:xfrm>
          </p:contentPart>
        </mc:Choice>
        <mc:Fallback>
          <p:pic>
            <p:nvPicPr>
              <p:cNvPr id="111" name="Tinta 110">
                <a:extLst>
                  <a:ext uri="{FF2B5EF4-FFF2-40B4-BE49-F238E27FC236}">
                    <a16:creationId xmlns:a16="http://schemas.microsoft.com/office/drawing/2014/main" id="{30A75247-7B91-7E31-0DD3-B8A304184149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9495380" y="4446380"/>
                <a:ext cx="26640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101" name="Tinta 100">
                <a:extLst>
                  <a:ext uri="{FF2B5EF4-FFF2-40B4-BE49-F238E27FC236}">
                    <a16:creationId xmlns:a16="http://schemas.microsoft.com/office/drawing/2014/main" id="{AD72B24E-4C6E-F60F-00CA-254DC3BC1E66}"/>
                  </a:ext>
                </a:extLst>
              </p14:cNvPr>
              <p14:cNvContentPartPr/>
              <p14:nvPr/>
            </p14:nvContentPartPr>
            <p14:xfrm>
              <a:off x="7985900" y="4336580"/>
              <a:ext cx="191160" cy="160560"/>
            </p14:xfrm>
          </p:contentPart>
        </mc:Choice>
        <mc:Fallback>
          <p:pic>
            <p:nvPicPr>
              <p:cNvPr id="101" name="Tinta 100">
                <a:extLst>
                  <a:ext uri="{FF2B5EF4-FFF2-40B4-BE49-F238E27FC236}">
                    <a16:creationId xmlns:a16="http://schemas.microsoft.com/office/drawing/2014/main" id="{AD72B24E-4C6E-F60F-00CA-254DC3BC1E66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7979780" y="4330460"/>
                <a:ext cx="20340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102" name="Tinta 101">
                <a:extLst>
                  <a:ext uri="{FF2B5EF4-FFF2-40B4-BE49-F238E27FC236}">
                    <a16:creationId xmlns:a16="http://schemas.microsoft.com/office/drawing/2014/main" id="{00811994-DAD2-2C01-571A-89D4D08ED6AD}"/>
                  </a:ext>
                </a:extLst>
              </p14:cNvPr>
              <p14:cNvContentPartPr/>
              <p14:nvPr/>
            </p14:nvContentPartPr>
            <p14:xfrm>
              <a:off x="8017940" y="4543220"/>
              <a:ext cx="182880" cy="22320"/>
            </p14:xfrm>
          </p:contentPart>
        </mc:Choice>
        <mc:Fallback>
          <p:pic>
            <p:nvPicPr>
              <p:cNvPr id="102" name="Tinta 101">
                <a:extLst>
                  <a:ext uri="{FF2B5EF4-FFF2-40B4-BE49-F238E27FC236}">
                    <a16:creationId xmlns:a16="http://schemas.microsoft.com/office/drawing/2014/main" id="{00811994-DAD2-2C01-571A-89D4D08ED6AD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8011820" y="4537100"/>
                <a:ext cx="19512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103" name="Tinta 102">
                <a:extLst>
                  <a:ext uri="{FF2B5EF4-FFF2-40B4-BE49-F238E27FC236}">
                    <a16:creationId xmlns:a16="http://schemas.microsoft.com/office/drawing/2014/main" id="{56918445-FF3E-975D-C4BC-8E88904653E4}"/>
                  </a:ext>
                </a:extLst>
              </p14:cNvPr>
              <p14:cNvContentPartPr/>
              <p14:nvPr/>
            </p14:nvContentPartPr>
            <p14:xfrm>
              <a:off x="7964660" y="4578500"/>
              <a:ext cx="243720" cy="124560"/>
            </p14:xfrm>
          </p:contentPart>
        </mc:Choice>
        <mc:Fallback>
          <p:pic>
            <p:nvPicPr>
              <p:cNvPr id="103" name="Tinta 102">
                <a:extLst>
                  <a:ext uri="{FF2B5EF4-FFF2-40B4-BE49-F238E27FC236}">
                    <a16:creationId xmlns:a16="http://schemas.microsoft.com/office/drawing/2014/main" id="{56918445-FF3E-975D-C4BC-8E88904653E4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7958540" y="4572380"/>
                <a:ext cx="25596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104" name="Tinta 103">
                <a:extLst>
                  <a:ext uri="{FF2B5EF4-FFF2-40B4-BE49-F238E27FC236}">
                    <a16:creationId xmlns:a16="http://schemas.microsoft.com/office/drawing/2014/main" id="{0B77B77D-9D1C-E910-0127-A3B1E94F1447}"/>
                  </a:ext>
                </a:extLst>
              </p14:cNvPr>
              <p14:cNvContentPartPr/>
              <p14:nvPr/>
            </p14:nvContentPartPr>
            <p14:xfrm>
              <a:off x="8240420" y="4329740"/>
              <a:ext cx="300960" cy="295200"/>
            </p14:xfrm>
          </p:contentPart>
        </mc:Choice>
        <mc:Fallback>
          <p:pic>
            <p:nvPicPr>
              <p:cNvPr id="104" name="Tinta 103">
                <a:extLst>
                  <a:ext uri="{FF2B5EF4-FFF2-40B4-BE49-F238E27FC236}">
                    <a16:creationId xmlns:a16="http://schemas.microsoft.com/office/drawing/2014/main" id="{0B77B77D-9D1C-E910-0127-A3B1E94F1447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8234300" y="4323620"/>
                <a:ext cx="31320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114" name="Tinta 113">
                <a:extLst>
                  <a:ext uri="{FF2B5EF4-FFF2-40B4-BE49-F238E27FC236}">
                    <a16:creationId xmlns:a16="http://schemas.microsoft.com/office/drawing/2014/main" id="{57AC3E1B-F7FB-B623-0909-085CBA216958}"/>
                  </a:ext>
                </a:extLst>
              </p14:cNvPr>
              <p14:cNvContentPartPr/>
              <p14:nvPr/>
            </p14:nvContentPartPr>
            <p14:xfrm>
              <a:off x="8034140" y="4556540"/>
              <a:ext cx="253080" cy="146880"/>
            </p14:xfrm>
          </p:contentPart>
        </mc:Choice>
        <mc:Fallback>
          <p:pic>
            <p:nvPicPr>
              <p:cNvPr id="114" name="Tinta 113">
                <a:extLst>
                  <a:ext uri="{FF2B5EF4-FFF2-40B4-BE49-F238E27FC236}">
                    <a16:creationId xmlns:a16="http://schemas.microsoft.com/office/drawing/2014/main" id="{57AC3E1B-F7FB-B623-0909-085CBA216958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8028020" y="4550420"/>
                <a:ext cx="26532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115" name="Tinta 114">
                <a:extLst>
                  <a:ext uri="{FF2B5EF4-FFF2-40B4-BE49-F238E27FC236}">
                    <a16:creationId xmlns:a16="http://schemas.microsoft.com/office/drawing/2014/main" id="{88D4DCB6-E7EC-C0BE-7D74-C44E7A1956E8}"/>
                  </a:ext>
                </a:extLst>
              </p14:cNvPr>
              <p14:cNvContentPartPr/>
              <p14:nvPr/>
            </p14:nvContentPartPr>
            <p14:xfrm>
              <a:off x="7961780" y="4300220"/>
              <a:ext cx="214920" cy="175680"/>
            </p14:xfrm>
          </p:contentPart>
        </mc:Choice>
        <mc:Fallback>
          <p:pic>
            <p:nvPicPr>
              <p:cNvPr id="115" name="Tinta 114">
                <a:extLst>
                  <a:ext uri="{FF2B5EF4-FFF2-40B4-BE49-F238E27FC236}">
                    <a16:creationId xmlns:a16="http://schemas.microsoft.com/office/drawing/2014/main" id="{88D4DCB6-E7EC-C0BE-7D74-C44E7A1956E8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7955660" y="4294100"/>
                <a:ext cx="22716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106" name="Tinta 105">
                <a:extLst>
                  <a:ext uri="{FF2B5EF4-FFF2-40B4-BE49-F238E27FC236}">
                    <a16:creationId xmlns:a16="http://schemas.microsoft.com/office/drawing/2014/main" id="{4EFFCD44-C355-2191-4E1B-99F01651991F}"/>
                  </a:ext>
                </a:extLst>
              </p14:cNvPr>
              <p14:cNvContentPartPr/>
              <p14:nvPr/>
            </p14:nvContentPartPr>
            <p14:xfrm>
              <a:off x="8605100" y="4291580"/>
              <a:ext cx="167400" cy="126000"/>
            </p14:xfrm>
          </p:contentPart>
        </mc:Choice>
        <mc:Fallback>
          <p:pic>
            <p:nvPicPr>
              <p:cNvPr id="106" name="Tinta 105">
                <a:extLst>
                  <a:ext uri="{FF2B5EF4-FFF2-40B4-BE49-F238E27FC236}">
                    <a16:creationId xmlns:a16="http://schemas.microsoft.com/office/drawing/2014/main" id="{4EFFCD44-C355-2191-4E1B-99F01651991F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8598980" y="4285460"/>
                <a:ext cx="17964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107" name="Tinta 106">
                <a:extLst>
                  <a:ext uri="{FF2B5EF4-FFF2-40B4-BE49-F238E27FC236}">
                    <a16:creationId xmlns:a16="http://schemas.microsoft.com/office/drawing/2014/main" id="{E87CB665-8265-D741-8090-C011DED9A981}"/>
                  </a:ext>
                </a:extLst>
              </p14:cNvPr>
              <p14:cNvContentPartPr/>
              <p14:nvPr/>
            </p14:nvContentPartPr>
            <p14:xfrm>
              <a:off x="8613020" y="4431620"/>
              <a:ext cx="254880" cy="55800"/>
            </p14:xfrm>
          </p:contentPart>
        </mc:Choice>
        <mc:Fallback>
          <p:pic>
            <p:nvPicPr>
              <p:cNvPr id="107" name="Tinta 106">
                <a:extLst>
                  <a:ext uri="{FF2B5EF4-FFF2-40B4-BE49-F238E27FC236}">
                    <a16:creationId xmlns:a16="http://schemas.microsoft.com/office/drawing/2014/main" id="{E87CB665-8265-D741-8090-C011DED9A981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8606900" y="4425500"/>
                <a:ext cx="26712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108" name="Tinta 107">
                <a:extLst>
                  <a:ext uri="{FF2B5EF4-FFF2-40B4-BE49-F238E27FC236}">
                    <a16:creationId xmlns:a16="http://schemas.microsoft.com/office/drawing/2014/main" id="{84641BCA-0D79-6FEB-8843-B7E37AF00BD5}"/>
                  </a:ext>
                </a:extLst>
              </p14:cNvPr>
              <p14:cNvContentPartPr/>
              <p14:nvPr/>
            </p14:nvContentPartPr>
            <p14:xfrm>
              <a:off x="8628860" y="4555460"/>
              <a:ext cx="214920" cy="97200"/>
            </p14:xfrm>
          </p:contentPart>
        </mc:Choice>
        <mc:Fallback>
          <p:pic>
            <p:nvPicPr>
              <p:cNvPr id="108" name="Tinta 107">
                <a:extLst>
                  <a:ext uri="{FF2B5EF4-FFF2-40B4-BE49-F238E27FC236}">
                    <a16:creationId xmlns:a16="http://schemas.microsoft.com/office/drawing/2014/main" id="{84641BCA-0D79-6FEB-8843-B7E37AF00BD5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8622740" y="4549340"/>
                <a:ext cx="22716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113" name="Tinta 112">
                <a:extLst>
                  <a:ext uri="{FF2B5EF4-FFF2-40B4-BE49-F238E27FC236}">
                    <a16:creationId xmlns:a16="http://schemas.microsoft.com/office/drawing/2014/main" id="{91BA2963-4E11-45CC-4204-AE679CDFA6BE}"/>
                  </a:ext>
                </a:extLst>
              </p14:cNvPr>
              <p14:cNvContentPartPr/>
              <p14:nvPr/>
            </p14:nvContentPartPr>
            <p14:xfrm>
              <a:off x="8652980" y="4274300"/>
              <a:ext cx="142560" cy="161280"/>
            </p14:xfrm>
          </p:contentPart>
        </mc:Choice>
        <mc:Fallback>
          <p:pic>
            <p:nvPicPr>
              <p:cNvPr id="113" name="Tinta 112">
                <a:extLst>
                  <a:ext uri="{FF2B5EF4-FFF2-40B4-BE49-F238E27FC236}">
                    <a16:creationId xmlns:a16="http://schemas.microsoft.com/office/drawing/2014/main" id="{91BA2963-4E11-45CC-4204-AE679CDFA6BE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8646860" y="4268180"/>
                <a:ext cx="1548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117" name="Tinta 116">
                <a:extLst>
                  <a:ext uri="{FF2B5EF4-FFF2-40B4-BE49-F238E27FC236}">
                    <a16:creationId xmlns:a16="http://schemas.microsoft.com/office/drawing/2014/main" id="{13D5830D-0BB9-D5D8-B8FA-846DEC0D58E7}"/>
                  </a:ext>
                </a:extLst>
              </p14:cNvPr>
              <p14:cNvContentPartPr/>
              <p14:nvPr/>
            </p14:nvContentPartPr>
            <p14:xfrm>
              <a:off x="8715620" y="4497140"/>
              <a:ext cx="120240" cy="195840"/>
            </p14:xfrm>
          </p:contentPart>
        </mc:Choice>
        <mc:Fallback>
          <p:pic>
            <p:nvPicPr>
              <p:cNvPr id="117" name="Tinta 116">
                <a:extLst>
                  <a:ext uri="{FF2B5EF4-FFF2-40B4-BE49-F238E27FC236}">
                    <a16:creationId xmlns:a16="http://schemas.microsoft.com/office/drawing/2014/main" id="{13D5830D-0BB9-D5D8-B8FA-846DEC0D58E7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8709500" y="4491020"/>
                <a:ext cx="13248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126" name="Tinta 125">
                <a:extLst>
                  <a:ext uri="{FF2B5EF4-FFF2-40B4-BE49-F238E27FC236}">
                    <a16:creationId xmlns:a16="http://schemas.microsoft.com/office/drawing/2014/main" id="{539FEC0E-2397-56D4-936C-4FC7D1F2ADA4}"/>
                  </a:ext>
                </a:extLst>
              </p14:cNvPr>
              <p14:cNvContentPartPr/>
              <p14:nvPr/>
            </p14:nvContentPartPr>
            <p14:xfrm>
              <a:off x="5883500" y="4971980"/>
              <a:ext cx="253080" cy="18720"/>
            </p14:xfrm>
          </p:contentPart>
        </mc:Choice>
        <mc:Fallback>
          <p:pic>
            <p:nvPicPr>
              <p:cNvPr id="126" name="Tinta 125">
                <a:extLst>
                  <a:ext uri="{FF2B5EF4-FFF2-40B4-BE49-F238E27FC236}">
                    <a16:creationId xmlns:a16="http://schemas.microsoft.com/office/drawing/2014/main" id="{539FEC0E-2397-56D4-936C-4FC7D1F2ADA4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5877380" y="4965860"/>
                <a:ext cx="2653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27" name="Tinta 126">
                <a:extLst>
                  <a:ext uri="{FF2B5EF4-FFF2-40B4-BE49-F238E27FC236}">
                    <a16:creationId xmlns:a16="http://schemas.microsoft.com/office/drawing/2014/main" id="{28EAFDD7-9883-CE30-5580-6E777C533AA4}"/>
                  </a:ext>
                </a:extLst>
              </p14:cNvPr>
              <p14:cNvContentPartPr/>
              <p14:nvPr/>
            </p14:nvContentPartPr>
            <p14:xfrm>
              <a:off x="5827700" y="5045420"/>
              <a:ext cx="293040" cy="33840"/>
            </p14:xfrm>
          </p:contentPart>
        </mc:Choice>
        <mc:Fallback>
          <p:pic>
            <p:nvPicPr>
              <p:cNvPr id="127" name="Tinta 126">
                <a:extLst>
                  <a:ext uri="{FF2B5EF4-FFF2-40B4-BE49-F238E27FC236}">
                    <a16:creationId xmlns:a16="http://schemas.microsoft.com/office/drawing/2014/main" id="{28EAFDD7-9883-CE30-5580-6E777C533AA4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5821580" y="5039300"/>
                <a:ext cx="30528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28" name="Tinta 127">
                <a:extLst>
                  <a:ext uri="{FF2B5EF4-FFF2-40B4-BE49-F238E27FC236}">
                    <a16:creationId xmlns:a16="http://schemas.microsoft.com/office/drawing/2014/main" id="{451EB6D6-4CE6-548E-3829-4B22BC9905AF}"/>
                  </a:ext>
                </a:extLst>
              </p14:cNvPr>
              <p14:cNvContentPartPr/>
              <p14:nvPr/>
            </p14:nvContentPartPr>
            <p14:xfrm>
              <a:off x="6565340" y="4966220"/>
              <a:ext cx="318600" cy="118440"/>
            </p14:xfrm>
          </p:contentPart>
        </mc:Choice>
        <mc:Fallback>
          <p:pic>
            <p:nvPicPr>
              <p:cNvPr id="128" name="Tinta 127">
                <a:extLst>
                  <a:ext uri="{FF2B5EF4-FFF2-40B4-BE49-F238E27FC236}">
                    <a16:creationId xmlns:a16="http://schemas.microsoft.com/office/drawing/2014/main" id="{451EB6D6-4CE6-548E-3829-4B22BC9905AF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6559220" y="4960100"/>
                <a:ext cx="33084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29" name="Tinta 128">
                <a:extLst>
                  <a:ext uri="{FF2B5EF4-FFF2-40B4-BE49-F238E27FC236}">
                    <a16:creationId xmlns:a16="http://schemas.microsoft.com/office/drawing/2014/main" id="{BF158DC5-88A7-CE8E-362D-3999C3A442A6}"/>
                  </a:ext>
                </a:extLst>
              </p14:cNvPr>
              <p14:cNvContentPartPr/>
              <p14:nvPr/>
            </p14:nvContentPartPr>
            <p14:xfrm>
              <a:off x="6862340" y="4989980"/>
              <a:ext cx="100080" cy="187200"/>
            </p14:xfrm>
          </p:contentPart>
        </mc:Choice>
        <mc:Fallback>
          <p:pic>
            <p:nvPicPr>
              <p:cNvPr id="129" name="Tinta 128">
                <a:extLst>
                  <a:ext uri="{FF2B5EF4-FFF2-40B4-BE49-F238E27FC236}">
                    <a16:creationId xmlns:a16="http://schemas.microsoft.com/office/drawing/2014/main" id="{BF158DC5-88A7-CE8E-362D-3999C3A442A6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6856220" y="4983860"/>
                <a:ext cx="11232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30" name="Tinta 129">
                <a:extLst>
                  <a:ext uri="{FF2B5EF4-FFF2-40B4-BE49-F238E27FC236}">
                    <a16:creationId xmlns:a16="http://schemas.microsoft.com/office/drawing/2014/main" id="{58A0DB3D-7098-150D-4AF2-702841509E84}"/>
                  </a:ext>
                </a:extLst>
              </p14:cNvPr>
              <p14:cNvContentPartPr/>
              <p14:nvPr/>
            </p14:nvContentPartPr>
            <p14:xfrm>
              <a:off x="7120460" y="5021660"/>
              <a:ext cx="250200" cy="171000"/>
            </p14:xfrm>
          </p:contentPart>
        </mc:Choice>
        <mc:Fallback>
          <p:pic>
            <p:nvPicPr>
              <p:cNvPr id="130" name="Tinta 129">
                <a:extLst>
                  <a:ext uri="{FF2B5EF4-FFF2-40B4-BE49-F238E27FC236}">
                    <a16:creationId xmlns:a16="http://schemas.microsoft.com/office/drawing/2014/main" id="{58A0DB3D-7098-150D-4AF2-702841509E84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7114340" y="5015540"/>
                <a:ext cx="26244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131" name="Tinta 130">
                <a:extLst>
                  <a:ext uri="{FF2B5EF4-FFF2-40B4-BE49-F238E27FC236}">
                    <a16:creationId xmlns:a16="http://schemas.microsoft.com/office/drawing/2014/main" id="{1601736C-8C48-5627-F6DB-A67D7EE37E85}"/>
                  </a:ext>
                </a:extLst>
              </p14:cNvPr>
              <p14:cNvContentPartPr/>
              <p14:nvPr/>
            </p14:nvContentPartPr>
            <p14:xfrm>
              <a:off x="7535900" y="5049020"/>
              <a:ext cx="378360" cy="49320"/>
            </p14:xfrm>
          </p:contentPart>
        </mc:Choice>
        <mc:Fallback>
          <p:pic>
            <p:nvPicPr>
              <p:cNvPr id="131" name="Tinta 130">
                <a:extLst>
                  <a:ext uri="{FF2B5EF4-FFF2-40B4-BE49-F238E27FC236}">
                    <a16:creationId xmlns:a16="http://schemas.microsoft.com/office/drawing/2014/main" id="{1601736C-8C48-5627-F6DB-A67D7EE37E85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7529780" y="5042900"/>
                <a:ext cx="39060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36" name="Tinta 135">
                <a:extLst>
                  <a:ext uri="{FF2B5EF4-FFF2-40B4-BE49-F238E27FC236}">
                    <a16:creationId xmlns:a16="http://schemas.microsoft.com/office/drawing/2014/main" id="{5A5EC613-198B-CC91-0335-71EE545AE9EF}"/>
                  </a:ext>
                </a:extLst>
              </p14:cNvPr>
              <p14:cNvContentPartPr/>
              <p14:nvPr/>
            </p14:nvContentPartPr>
            <p14:xfrm>
              <a:off x="8115860" y="4922300"/>
              <a:ext cx="347040" cy="264600"/>
            </p14:xfrm>
          </p:contentPart>
        </mc:Choice>
        <mc:Fallback>
          <p:pic>
            <p:nvPicPr>
              <p:cNvPr id="136" name="Tinta 135">
                <a:extLst>
                  <a:ext uri="{FF2B5EF4-FFF2-40B4-BE49-F238E27FC236}">
                    <a16:creationId xmlns:a16="http://schemas.microsoft.com/office/drawing/2014/main" id="{5A5EC613-198B-CC91-0335-71EE545AE9EF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8109740" y="4916180"/>
                <a:ext cx="35928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37" name="Tinta 136">
                <a:extLst>
                  <a:ext uri="{FF2B5EF4-FFF2-40B4-BE49-F238E27FC236}">
                    <a16:creationId xmlns:a16="http://schemas.microsoft.com/office/drawing/2014/main" id="{CFD4D637-10BC-5006-4968-F184A6348054}"/>
                  </a:ext>
                </a:extLst>
              </p14:cNvPr>
              <p14:cNvContentPartPr/>
              <p14:nvPr/>
            </p14:nvContentPartPr>
            <p14:xfrm>
              <a:off x="8516540" y="4924460"/>
              <a:ext cx="271440" cy="264960"/>
            </p14:xfrm>
          </p:contentPart>
        </mc:Choice>
        <mc:Fallback>
          <p:pic>
            <p:nvPicPr>
              <p:cNvPr id="137" name="Tinta 136">
                <a:extLst>
                  <a:ext uri="{FF2B5EF4-FFF2-40B4-BE49-F238E27FC236}">
                    <a16:creationId xmlns:a16="http://schemas.microsoft.com/office/drawing/2014/main" id="{CFD4D637-10BC-5006-4968-F184A6348054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8510420" y="4918340"/>
                <a:ext cx="28368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39" name="Tinta 138">
                <a:extLst>
                  <a:ext uri="{FF2B5EF4-FFF2-40B4-BE49-F238E27FC236}">
                    <a16:creationId xmlns:a16="http://schemas.microsoft.com/office/drawing/2014/main" id="{DCB8A4D5-7194-213B-47E3-16E8EF547C6E}"/>
                  </a:ext>
                </a:extLst>
              </p14:cNvPr>
              <p14:cNvContentPartPr/>
              <p14:nvPr/>
            </p14:nvContentPartPr>
            <p14:xfrm>
              <a:off x="8875100" y="5031740"/>
              <a:ext cx="468000" cy="265320"/>
            </p14:xfrm>
          </p:contentPart>
        </mc:Choice>
        <mc:Fallback>
          <p:pic>
            <p:nvPicPr>
              <p:cNvPr id="139" name="Tinta 138">
                <a:extLst>
                  <a:ext uri="{FF2B5EF4-FFF2-40B4-BE49-F238E27FC236}">
                    <a16:creationId xmlns:a16="http://schemas.microsoft.com/office/drawing/2014/main" id="{DCB8A4D5-7194-213B-47E3-16E8EF547C6E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8868980" y="5025620"/>
                <a:ext cx="48024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41" name="Tinta 140">
                <a:extLst>
                  <a:ext uri="{FF2B5EF4-FFF2-40B4-BE49-F238E27FC236}">
                    <a16:creationId xmlns:a16="http://schemas.microsoft.com/office/drawing/2014/main" id="{4E1F284C-C994-BACA-E5EC-EAEE4BEE2E66}"/>
                  </a:ext>
                </a:extLst>
              </p14:cNvPr>
              <p14:cNvContentPartPr/>
              <p14:nvPr/>
            </p14:nvContentPartPr>
            <p14:xfrm>
              <a:off x="8192180" y="4762460"/>
              <a:ext cx="1064160" cy="449640"/>
            </p14:xfrm>
          </p:contentPart>
        </mc:Choice>
        <mc:Fallback>
          <p:pic>
            <p:nvPicPr>
              <p:cNvPr id="141" name="Tinta 140">
                <a:extLst>
                  <a:ext uri="{FF2B5EF4-FFF2-40B4-BE49-F238E27FC236}">
                    <a16:creationId xmlns:a16="http://schemas.microsoft.com/office/drawing/2014/main" id="{4E1F284C-C994-BACA-E5EC-EAEE4BEE2E66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8186060" y="4756340"/>
                <a:ext cx="107640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19" name="Tinta 118">
                <a:extLst>
                  <a:ext uri="{FF2B5EF4-FFF2-40B4-BE49-F238E27FC236}">
                    <a16:creationId xmlns:a16="http://schemas.microsoft.com/office/drawing/2014/main" id="{4247AD7E-BAFC-F9C4-3FF6-465D2F166993}"/>
                  </a:ext>
                </a:extLst>
              </p14:cNvPr>
              <p14:cNvContentPartPr/>
              <p14:nvPr/>
            </p14:nvContentPartPr>
            <p14:xfrm>
              <a:off x="3502460" y="4925180"/>
              <a:ext cx="373320" cy="171360"/>
            </p14:xfrm>
          </p:contentPart>
        </mc:Choice>
        <mc:Fallback>
          <p:pic>
            <p:nvPicPr>
              <p:cNvPr id="119" name="Tinta 118">
                <a:extLst>
                  <a:ext uri="{FF2B5EF4-FFF2-40B4-BE49-F238E27FC236}">
                    <a16:creationId xmlns:a16="http://schemas.microsoft.com/office/drawing/2014/main" id="{4247AD7E-BAFC-F9C4-3FF6-465D2F166993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3496340" y="4919060"/>
                <a:ext cx="38556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20" name="Tinta 119">
                <a:extLst>
                  <a:ext uri="{FF2B5EF4-FFF2-40B4-BE49-F238E27FC236}">
                    <a16:creationId xmlns:a16="http://schemas.microsoft.com/office/drawing/2014/main" id="{41674192-50F4-3E9D-5113-D94D6AA4F0E8}"/>
                  </a:ext>
                </a:extLst>
              </p14:cNvPr>
              <p14:cNvContentPartPr/>
              <p14:nvPr/>
            </p14:nvContentPartPr>
            <p14:xfrm>
              <a:off x="3892700" y="5000420"/>
              <a:ext cx="125640" cy="125640"/>
            </p14:xfrm>
          </p:contentPart>
        </mc:Choice>
        <mc:Fallback>
          <p:pic>
            <p:nvPicPr>
              <p:cNvPr id="120" name="Tinta 119">
                <a:extLst>
                  <a:ext uri="{FF2B5EF4-FFF2-40B4-BE49-F238E27FC236}">
                    <a16:creationId xmlns:a16="http://schemas.microsoft.com/office/drawing/2014/main" id="{41674192-50F4-3E9D-5113-D94D6AA4F0E8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3886580" y="4994300"/>
                <a:ext cx="13788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21" name="Tinta 120">
                <a:extLst>
                  <a:ext uri="{FF2B5EF4-FFF2-40B4-BE49-F238E27FC236}">
                    <a16:creationId xmlns:a16="http://schemas.microsoft.com/office/drawing/2014/main" id="{2499164F-0267-1135-704E-1E5F8507A3FE}"/>
                  </a:ext>
                </a:extLst>
              </p14:cNvPr>
              <p14:cNvContentPartPr/>
              <p14:nvPr/>
            </p14:nvContentPartPr>
            <p14:xfrm>
              <a:off x="3939140" y="5017340"/>
              <a:ext cx="252720" cy="250920"/>
            </p14:xfrm>
          </p:contentPart>
        </mc:Choice>
        <mc:Fallback>
          <p:pic>
            <p:nvPicPr>
              <p:cNvPr id="121" name="Tinta 120">
                <a:extLst>
                  <a:ext uri="{FF2B5EF4-FFF2-40B4-BE49-F238E27FC236}">
                    <a16:creationId xmlns:a16="http://schemas.microsoft.com/office/drawing/2014/main" id="{2499164F-0267-1135-704E-1E5F8507A3FE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3933020" y="5011220"/>
                <a:ext cx="26496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22" name="Tinta 121">
                <a:extLst>
                  <a:ext uri="{FF2B5EF4-FFF2-40B4-BE49-F238E27FC236}">
                    <a16:creationId xmlns:a16="http://schemas.microsoft.com/office/drawing/2014/main" id="{E44AA8E7-B399-DAE6-7F87-2E73A908D230}"/>
                  </a:ext>
                </a:extLst>
              </p14:cNvPr>
              <p14:cNvContentPartPr/>
              <p14:nvPr/>
            </p14:nvContentPartPr>
            <p14:xfrm>
              <a:off x="4336220" y="5109500"/>
              <a:ext cx="213480" cy="24120"/>
            </p14:xfrm>
          </p:contentPart>
        </mc:Choice>
        <mc:Fallback>
          <p:pic>
            <p:nvPicPr>
              <p:cNvPr id="122" name="Tinta 121">
                <a:extLst>
                  <a:ext uri="{FF2B5EF4-FFF2-40B4-BE49-F238E27FC236}">
                    <a16:creationId xmlns:a16="http://schemas.microsoft.com/office/drawing/2014/main" id="{E44AA8E7-B399-DAE6-7F87-2E73A908D230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4330100" y="5103380"/>
                <a:ext cx="22572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23" name="Tinta 122">
                <a:extLst>
                  <a:ext uri="{FF2B5EF4-FFF2-40B4-BE49-F238E27FC236}">
                    <a16:creationId xmlns:a16="http://schemas.microsoft.com/office/drawing/2014/main" id="{F896CF89-D625-3306-F7B4-D7FD1AB4BB2E}"/>
                  </a:ext>
                </a:extLst>
              </p14:cNvPr>
              <p14:cNvContentPartPr/>
              <p14:nvPr/>
            </p14:nvContentPartPr>
            <p14:xfrm>
              <a:off x="4799540" y="4898540"/>
              <a:ext cx="170640" cy="275400"/>
            </p14:xfrm>
          </p:contentPart>
        </mc:Choice>
        <mc:Fallback>
          <p:pic>
            <p:nvPicPr>
              <p:cNvPr id="123" name="Tinta 122">
                <a:extLst>
                  <a:ext uri="{FF2B5EF4-FFF2-40B4-BE49-F238E27FC236}">
                    <a16:creationId xmlns:a16="http://schemas.microsoft.com/office/drawing/2014/main" id="{F896CF89-D625-3306-F7B4-D7FD1AB4BB2E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4793420" y="4892420"/>
                <a:ext cx="18288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24" name="Tinta 123">
                <a:extLst>
                  <a:ext uri="{FF2B5EF4-FFF2-40B4-BE49-F238E27FC236}">
                    <a16:creationId xmlns:a16="http://schemas.microsoft.com/office/drawing/2014/main" id="{03584333-4E2B-CAA6-A73A-11A8748A7D80}"/>
                  </a:ext>
                </a:extLst>
              </p14:cNvPr>
              <p14:cNvContentPartPr/>
              <p14:nvPr/>
            </p14:nvContentPartPr>
            <p14:xfrm>
              <a:off x="5049380" y="4881980"/>
              <a:ext cx="397800" cy="239400"/>
            </p14:xfrm>
          </p:contentPart>
        </mc:Choice>
        <mc:Fallback>
          <p:pic>
            <p:nvPicPr>
              <p:cNvPr id="124" name="Tinta 123">
                <a:extLst>
                  <a:ext uri="{FF2B5EF4-FFF2-40B4-BE49-F238E27FC236}">
                    <a16:creationId xmlns:a16="http://schemas.microsoft.com/office/drawing/2014/main" id="{03584333-4E2B-CAA6-A73A-11A8748A7D80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5043260" y="4875860"/>
                <a:ext cx="41004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25" name="Tinta 124">
                <a:extLst>
                  <a:ext uri="{FF2B5EF4-FFF2-40B4-BE49-F238E27FC236}">
                    <a16:creationId xmlns:a16="http://schemas.microsoft.com/office/drawing/2014/main" id="{B88F6170-730B-06A8-EEEA-25B0A807F0F5}"/>
                  </a:ext>
                </a:extLst>
              </p14:cNvPr>
              <p14:cNvContentPartPr/>
              <p14:nvPr/>
            </p14:nvContentPartPr>
            <p14:xfrm>
              <a:off x="5288780" y="4997540"/>
              <a:ext cx="190440" cy="228960"/>
            </p14:xfrm>
          </p:contentPart>
        </mc:Choice>
        <mc:Fallback>
          <p:pic>
            <p:nvPicPr>
              <p:cNvPr id="125" name="Tinta 124">
                <a:extLst>
                  <a:ext uri="{FF2B5EF4-FFF2-40B4-BE49-F238E27FC236}">
                    <a16:creationId xmlns:a16="http://schemas.microsoft.com/office/drawing/2014/main" id="{B88F6170-730B-06A8-EEEA-25B0A807F0F5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5282660" y="4991420"/>
                <a:ext cx="20268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43" name="Tinta 142">
                <a:extLst>
                  <a:ext uri="{FF2B5EF4-FFF2-40B4-BE49-F238E27FC236}">
                    <a16:creationId xmlns:a16="http://schemas.microsoft.com/office/drawing/2014/main" id="{A72938C2-D496-56EC-B3B8-F18873AEC001}"/>
                  </a:ext>
                </a:extLst>
              </p14:cNvPr>
              <p14:cNvContentPartPr/>
              <p14:nvPr/>
            </p14:nvContentPartPr>
            <p14:xfrm>
              <a:off x="4822220" y="4731500"/>
              <a:ext cx="735120" cy="528480"/>
            </p14:xfrm>
          </p:contentPart>
        </mc:Choice>
        <mc:Fallback>
          <p:pic>
            <p:nvPicPr>
              <p:cNvPr id="143" name="Tinta 142">
                <a:extLst>
                  <a:ext uri="{FF2B5EF4-FFF2-40B4-BE49-F238E27FC236}">
                    <a16:creationId xmlns:a16="http://schemas.microsoft.com/office/drawing/2014/main" id="{A72938C2-D496-56EC-B3B8-F18873AEC001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4816100" y="4725380"/>
                <a:ext cx="747360" cy="54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45" name="Tinta 144">
                <a:extLst>
                  <a:ext uri="{FF2B5EF4-FFF2-40B4-BE49-F238E27FC236}">
                    <a16:creationId xmlns:a16="http://schemas.microsoft.com/office/drawing/2014/main" id="{33AE64C0-1433-CF98-AD83-A4292DE90589}"/>
                  </a:ext>
                </a:extLst>
              </p14:cNvPr>
              <p14:cNvContentPartPr/>
              <p14:nvPr/>
            </p14:nvContentPartPr>
            <p14:xfrm>
              <a:off x="3882260" y="1598780"/>
              <a:ext cx="1873440" cy="3256200"/>
            </p14:xfrm>
          </p:contentPart>
        </mc:Choice>
        <mc:Fallback>
          <p:pic>
            <p:nvPicPr>
              <p:cNvPr id="145" name="Tinta 144">
                <a:extLst>
                  <a:ext uri="{FF2B5EF4-FFF2-40B4-BE49-F238E27FC236}">
                    <a16:creationId xmlns:a16="http://schemas.microsoft.com/office/drawing/2014/main" id="{33AE64C0-1433-CF98-AD83-A4292DE90589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3876140" y="1592660"/>
                <a:ext cx="1885680" cy="326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46" name="Tinta 145">
                <a:extLst>
                  <a:ext uri="{FF2B5EF4-FFF2-40B4-BE49-F238E27FC236}">
                    <a16:creationId xmlns:a16="http://schemas.microsoft.com/office/drawing/2014/main" id="{4BCC2002-2274-BD6D-071F-5DA03EBFF50E}"/>
                  </a:ext>
                </a:extLst>
              </p14:cNvPr>
              <p14:cNvContentPartPr/>
              <p14:nvPr/>
            </p14:nvContentPartPr>
            <p14:xfrm>
              <a:off x="5661020" y="1723340"/>
              <a:ext cx="190800" cy="118440"/>
            </p14:xfrm>
          </p:contentPart>
        </mc:Choice>
        <mc:Fallback>
          <p:pic>
            <p:nvPicPr>
              <p:cNvPr id="146" name="Tinta 145">
                <a:extLst>
                  <a:ext uri="{FF2B5EF4-FFF2-40B4-BE49-F238E27FC236}">
                    <a16:creationId xmlns:a16="http://schemas.microsoft.com/office/drawing/2014/main" id="{4BCC2002-2274-BD6D-071F-5DA03EBFF50E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5654900" y="1717220"/>
                <a:ext cx="203040" cy="13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Agrupar 162">
            <a:extLst>
              <a:ext uri="{FF2B5EF4-FFF2-40B4-BE49-F238E27FC236}">
                <a16:creationId xmlns:a16="http://schemas.microsoft.com/office/drawing/2014/main" id="{CD15E0D4-C183-C86A-C267-1AEB11A77808}"/>
              </a:ext>
            </a:extLst>
          </p:cNvPr>
          <p:cNvGrpSpPr/>
          <p:nvPr/>
        </p:nvGrpSpPr>
        <p:grpSpPr>
          <a:xfrm>
            <a:off x="6438260" y="1527500"/>
            <a:ext cx="1317600" cy="477360"/>
            <a:chOff x="6438260" y="1527500"/>
            <a:chExt cx="1317600" cy="47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BF14E6E4-EE47-0BAF-0FB4-9DB8C0588106}"/>
                    </a:ext>
                  </a:extLst>
                </p14:cNvPr>
                <p14:cNvContentPartPr/>
                <p14:nvPr/>
              </p14:nvContentPartPr>
              <p14:xfrm>
                <a:off x="6438260" y="1623620"/>
                <a:ext cx="301680" cy="13392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BF14E6E4-EE47-0BAF-0FB4-9DB8C058810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432140" y="1617500"/>
                  <a:ext cx="3139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5BDAE6F6-446D-E982-9E7D-E50C31585879}"/>
                    </a:ext>
                  </a:extLst>
                </p14:cNvPr>
                <p14:cNvContentPartPr/>
                <p14:nvPr/>
              </p14:nvContentPartPr>
              <p14:xfrm>
                <a:off x="6788180" y="1659620"/>
                <a:ext cx="150120" cy="12600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5BDAE6F6-446D-E982-9E7D-E50C3158587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782060" y="1653500"/>
                  <a:ext cx="1623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8558A1FC-2E3B-FD9D-8E63-85EF43D2242B}"/>
                    </a:ext>
                  </a:extLst>
                </p14:cNvPr>
                <p14:cNvContentPartPr/>
                <p14:nvPr/>
              </p14:nvContentPartPr>
              <p14:xfrm>
                <a:off x="7021100" y="1656020"/>
                <a:ext cx="290160" cy="25272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8558A1FC-2E3B-FD9D-8E63-85EF43D2242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014980" y="1649900"/>
                  <a:ext cx="3024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122C994E-1F7B-C5A8-F8DE-FFABA20A0FF3}"/>
                    </a:ext>
                  </a:extLst>
                </p14:cNvPr>
                <p14:cNvContentPartPr/>
                <p14:nvPr/>
              </p14:nvContentPartPr>
              <p14:xfrm>
                <a:off x="7540940" y="1622180"/>
                <a:ext cx="214920" cy="2952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122C994E-1F7B-C5A8-F8DE-FFABA20A0FF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534820" y="1616060"/>
                  <a:ext cx="227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C7E880FC-17DB-52AB-235F-276BA994BC87}"/>
                    </a:ext>
                  </a:extLst>
                </p14:cNvPr>
                <p14:cNvContentPartPr/>
                <p14:nvPr/>
              </p14:nvContentPartPr>
              <p14:xfrm>
                <a:off x="7462820" y="1703180"/>
                <a:ext cx="245160" cy="2232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C7E880FC-17DB-52AB-235F-276BA994BC8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456700" y="1697060"/>
                  <a:ext cx="257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763BA0C7-7343-5080-FE62-3C4D6E5973EE}"/>
                    </a:ext>
                  </a:extLst>
                </p14:cNvPr>
                <p14:cNvContentPartPr/>
                <p14:nvPr/>
              </p14:nvContentPartPr>
              <p14:xfrm>
                <a:off x="6962420" y="1527500"/>
                <a:ext cx="437040" cy="47736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763BA0C7-7343-5080-FE62-3C4D6E5973E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956300" y="1521380"/>
                  <a:ext cx="449280" cy="48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Agrupar 161">
            <a:extLst>
              <a:ext uri="{FF2B5EF4-FFF2-40B4-BE49-F238E27FC236}">
                <a16:creationId xmlns:a16="http://schemas.microsoft.com/office/drawing/2014/main" id="{F5F6850D-4B2C-CD85-1AC8-CB60EB14FDDD}"/>
              </a:ext>
            </a:extLst>
          </p:cNvPr>
          <p:cNvGrpSpPr/>
          <p:nvPr/>
        </p:nvGrpSpPr>
        <p:grpSpPr>
          <a:xfrm>
            <a:off x="8184260" y="1393220"/>
            <a:ext cx="1118880" cy="710280"/>
            <a:chOff x="8184260" y="1393220"/>
            <a:chExt cx="1118880" cy="71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E4060236-2E93-81E3-A068-7DF452EB804F}"/>
                    </a:ext>
                  </a:extLst>
                </p14:cNvPr>
                <p14:cNvContentPartPr/>
                <p14:nvPr/>
              </p14:nvContentPartPr>
              <p14:xfrm>
                <a:off x="8184260" y="1644860"/>
                <a:ext cx="333000" cy="12960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E4060236-2E93-81E3-A068-7DF452EB804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178140" y="1638740"/>
                  <a:ext cx="3452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9EAC8E89-69AC-3283-651F-96722D15163C}"/>
                    </a:ext>
                  </a:extLst>
                </p14:cNvPr>
                <p14:cNvContentPartPr/>
                <p14:nvPr/>
              </p14:nvContentPartPr>
              <p14:xfrm>
                <a:off x="8367500" y="1635860"/>
                <a:ext cx="379080" cy="27108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9EAC8E89-69AC-3283-651F-96722D15163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361380" y="1629740"/>
                  <a:ext cx="3913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41146C68-1763-DC51-4CC0-4D0916A74923}"/>
                    </a:ext>
                  </a:extLst>
                </p14:cNvPr>
                <p14:cNvContentPartPr/>
                <p14:nvPr/>
              </p14:nvContentPartPr>
              <p14:xfrm>
                <a:off x="8471900" y="1635860"/>
                <a:ext cx="173520" cy="19908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41146C68-1763-DC51-4CC0-4D0916A7492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465780" y="1629740"/>
                  <a:ext cx="1857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B7972F36-D87A-A3EF-A376-68C3A9F528C4}"/>
                    </a:ext>
                  </a:extLst>
                </p14:cNvPr>
                <p14:cNvContentPartPr/>
                <p14:nvPr/>
              </p14:nvContentPartPr>
              <p14:xfrm>
                <a:off x="8844860" y="1609580"/>
                <a:ext cx="363960" cy="21708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B7972F36-D87A-A3EF-A376-68C3A9F528C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838740" y="1603460"/>
                  <a:ext cx="3762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5FD07DFB-8A66-101A-A910-2F3B7E2CB96A}"/>
                    </a:ext>
                  </a:extLst>
                </p14:cNvPr>
                <p14:cNvContentPartPr/>
                <p14:nvPr/>
              </p14:nvContentPartPr>
              <p14:xfrm>
                <a:off x="8382620" y="1393220"/>
                <a:ext cx="920520" cy="71028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5FD07DFB-8A66-101A-A910-2F3B7E2CB96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376500" y="1387100"/>
                  <a:ext cx="932760" cy="72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Agrupar 186">
            <a:extLst>
              <a:ext uri="{FF2B5EF4-FFF2-40B4-BE49-F238E27FC236}">
                <a16:creationId xmlns:a16="http://schemas.microsoft.com/office/drawing/2014/main" id="{C12EA38B-2FB6-0584-9DF6-0CADF23E09A1}"/>
              </a:ext>
            </a:extLst>
          </p:cNvPr>
          <p:cNvGrpSpPr/>
          <p:nvPr/>
        </p:nvGrpSpPr>
        <p:grpSpPr>
          <a:xfrm>
            <a:off x="5090060" y="2130140"/>
            <a:ext cx="3831840" cy="1605960"/>
            <a:chOff x="5090060" y="2130140"/>
            <a:chExt cx="3831840" cy="160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97A79554-7C62-B97F-A15D-2D3C9C0C6F98}"/>
                    </a:ext>
                  </a:extLst>
                </p14:cNvPr>
                <p14:cNvContentPartPr/>
                <p14:nvPr/>
              </p14:nvContentPartPr>
              <p14:xfrm>
                <a:off x="6302540" y="3460700"/>
                <a:ext cx="64800" cy="16740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97A79554-7C62-B97F-A15D-2D3C9C0C6F9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296420" y="3454580"/>
                  <a:ext cx="770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AF801CA5-319E-2FB3-8B0E-587CC706BF0A}"/>
                    </a:ext>
                  </a:extLst>
                </p14:cNvPr>
                <p14:cNvContentPartPr/>
                <p14:nvPr/>
              </p14:nvContentPartPr>
              <p14:xfrm>
                <a:off x="6334580" y="3413180"/>
                <a:ext cx="162360" cy="5688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AF801CA5-319E-2FB3-8B0E-587CC706BF0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328460" y="3407060"/>
                  <a:ext cx="1746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E852DA5A-C866-B953-2070-1CBEB24CE362}"/>
                    </a:ext>
                  </a:extLst>
                </p14:cNvPr>
                <p14:cNvContentPartPr/>
                <p14:nvPr/>
              </p14:nvContentPartPr>
              <p14:xfrm>
                <a:off x="6605300" y="3564740"/>
                <a:ext cx="102600" cy="3744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E852DA5A-C866-B953-2070-1CBEB24CE36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599180" y="3558620"/>
                  <a:ext cx="1148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B89EE7B3-A613-AE57-37CB-A462E82EC30F}"/>
                    </a:ext>
                  </a:extLst>
                </p14:cNvPr>
                <p14:cNvContentPartPr/>
                <p14:nvPr/>
              </p14:nvContentPartPr>
              <p14:xfrm>
                <a:off x="6374540" y="3590660"/>
                <a:ext cx="239040" cy="14544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B89EE7B3-A613-AE57-37CB-A462E82EC30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368420" y="3584540"/>
                  <a:ext cx="2512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C1AB1EC9-C7CA-5481-7CDF-505C7E3D42B4}"/>
                    </a:ext>
                  </a:extLst>
                </p14:cNvPr>
                <p14:cNvContentPartPr/>
                <p14:nvPr/>
              </p14:nvContentPartPr>
              <p14:xfrm>
                <a:off x="6644900" y="3541340"/>
                <a:ext cx="389520" cy="3744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C1AB1EC9-C7CA-5481-7CDF-505C7E3D42B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638780" y="3535220"/>
                  <a:ext cx="401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C5A5EC14-7C14-E8B9-5358-13E44198223B}"/>
                    </a:ext>
                  </a:extLst>
                </p14:cNvPr>
                <p14:cNvContentPartPr/>
                <p14:nvPr/>
              </p14:nvContentPartPr>
              <p14:xfrm>
                <a:off x="7267700" y="3367460"/>
                <a:ext cx="281520" cy="21816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C5A5EC14-7C14-E8B9-5358-13E44198223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261580" y="3361340"/>
                  <a:ext cx="2937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703C16C9-53F7-2705-C56D-EF28131AF4BA}"/>
                    </a:ext>
                  </a:extLst>
                </p14:cNvPr>
                <p14:cNvContentPartPr/>
                <p14:nvPr/>
              </p14:nvContentPartPr>
              <p14:xfrm>
                <a:off x="7288220" y="3543140"/>
                <a:ext cx="408240" cy="17352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703C16C9-53F7-2705-C56D-EF28131AF4B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282100" y="3537020"/>
                  <a:ext cx="4204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72B2C58C-74A6-0E98-168F-B31F09C776CF}"/>
                    </a:ext>
                  </a:extLst>
                </p14:cNvPr>
                <p14:cNvContentPartPr/>
                <p14:nvPr/>
              </p14:nvContentPartPr>
              <p14:xfrm>
                <a:off x="5090060" y="3463940"/>
                <a:ext cx="221040" cy="15588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72B2C58C-74A6-0E98-168F-B31F09C776C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083940" y="3457820"/>
                  <a:ext cx="2332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BFA0ED2A-3D67-3A43-165F-71FEE1BF3C2C}"/>
                    </a:ext>
                  </a:extLst>
                </p14:cNvPr>
                <p14:cNvContentPartPr/>
                <p14:nvPr/>
              </p14:nvContentPartPr>
              <p14:xfrm>
                <a:off x="5342780" y="3575540"/>
                <a:ext cx="117360" cy="12240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BFA0ED2A-3D67-3A43-165F-71FEE1BF3C2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336660" y="3569420"/>
                  <a:ext cx="1296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9080004E-EB4C-E1B5-229B-0F7772F94735}"/>
                    </a:ext>
                  </a:extLst>
                </p14:cNvPr>
                <p14:cNvContentPartPr/>
                <p14:nvPr/>
              </p14:nvContentPartPr>
              <p14:xfrm>
                <a:off x="5358980" y="3605420"/>
                <a:ext cx="80280" cy="4068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9080004E-EB4C-E1B5-229B-0F7772F9473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352860" y="3599300"/>
                  <a:ext cx="925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2AAA304D-F941-357C-C324-C8D4C6235640}"/>
                    </a:ext>
                  </a:extLst>
                </p14:cNvPr>
                <p14:cNvContentPartPr/>
                <p14:nvPr/>
              </p14:nvContentPartPr>
              <p14:xfrm>
                <a:off x="5703140" y="3502460"/>
                <a:ext cx="210960" cy="684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2AAA304D-F941-357C-C324-C8D4C623564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697020" y="3496340"/>
                  <a:ext cx="2232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D3F3E372-D8A3-FF01-554C-EAB3F602C5F6}"/>
                    </a:ext>
                  </a:extLst>
                </p14:cNvPr>
                <p14:cNvContentPartPr/>
                <p14:nvPr/>
              </p14:nvContentPartPr>
              <p14:xfrm>
                <a:off x="5739500" y="3541340"/>
                <a:ext cx="128520" cy="1044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D3F3E372-D8A3-FF01-554C-EAB3F602C5F6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733380" y="3535220"/>
                  <a:ext cx="1407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F3C871BA-18A1-9788-ED00-9599888023E0}"/>
                    </a:ext>
                  </a:extLst>
                </p14:cNvPr>
                <p14:cNvContentPartPr/>
                <p14:nvPr/>
              </p14:nvContentPartPr>
              <p14:xfrm>
                <a:off x="5645180" y="2153180"/>
                <a:ext cx="48240" cy="23652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F3C871BA-18A1-9788-ED00-9599888023E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639060" y="2147060"/>
                  <a:ext cx="604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727E3535-9E5D-445B-6825-DA33AA9C0AB5}"/>
                    </a:ext>
                  </a:extLst>
                </p14:cNvPr>
                <p14:cNvContentPartPr/>
                <p14:nvPr/>
              </p14:nvContentPartPr>
              <p14:xfrm>
                <a:off x="5838140" y="2229500"/>
                <a:ext cx="227520" cy="10116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727E3535-9E5D-445B-6825-DA33AA9C0AB5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832020" y="2223380"/>
                  <a:ext cx="2397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805EB0AC-8727-2FF5-DCAD-DEF573904F71}"/>
                    </a:ext>
                  </a:extLst>
                </p14:cNvPr>
                <p14:cNvContentPartPr/>
                <p14:nvPr/>
              </p14:nvContentPartPr>
              <p14:xfrm>
                <a:off x="6264380" y="2286740"/>
                <a:ext cx="16200" cy="1872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805EB0AC-8727-2FF5-DCAD-DEF573904F7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258260" y="2280620"/>
                  <a:ext cx="284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3C470F63-E7C8-9B20-2260-9C80772982C1}"/>
                    </a:ext>
                  </a:extLst>
                </p14:cNvPr>
                <p14:cNvContentPartPr/>
                <p14:nvPr/>
              </p14:nvContentPartPr>
              <p14:xfrm>
                <a:off x="5577140" y="2130140"/>
                <a:ext cx="909720" cy="26604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3C470F63-E7C8-9B20-2260-9C80772982C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571020" y="2124020"/>
                  <a:ext cx="9219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D6FB32CD-513F-BC17-A027-91E8CA30353A}"/>
                    </a:ext>
                  </a:extLst>
                </p14:cNvPr>
                <p14:cNvContentPartPr/>
                <p14:nvPr/>
              </p14:nvContentPartPr>
              <p14:xfrm>
                <a:off x="5994020" y="2281700"/>
                <a:ext cx="190800" cy="21240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D6FB32CD-513F-BC17-A027-91E8CA30353A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987900" y="2275580"/>
                  <a:ext cx="2030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48DEFE04-1459-AAB3-8649-9F4B8F0E35C7}"/>
                    </a:ext>
                  </a:extLst>
                </p14:cNvPr>
                <p14:cNvContentPartPr/>
                <p14:nvPr/>
              </p14:nvContentPartPr>
              <p14:xfrm>
                <a:off x="6318740" y="2408060"/>
                <a:ext cx="64440" cy="1908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48DEFE04-1459-AAB3-8649-9F4B8F0E35C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312620" y="2401940"/>
                  <a:ext cx="766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1FB81B4C-8521-7421-6FCF-1867A85E11E8}"/>
                    </a:ext>
                  </a:extLst>
                </p14:cNvPr>
                <p14:cNvContentPartPr/>
                <p14:nvPr/>
              </p14:nvContentPartPr>
              <p14:xfrm>
                <a:off x="6796820" y="2384660"/>
                <a:ext cx="315720" cy="18504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1FB81B4C-8521-7421-6FCF-1867A85E11E8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790700" y="2378540"/>
                  <a:ext cx="3279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735CCE64-51CD-DEEA-DC19-5CE1BB820F03}"/>
                    </a:ext>
                  </a:extLst>
                </p14:cNvPr>
                <p14:cNvContentPartPr/>
                <p14:nvPr/>
              </p14:nvContentPartPr>
              <p14:xfrm>
                <a:off x="7112180" y="2476100"/>
                <a:ext cx="112320" cy="10836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735CCE64-51CD-DEEA-DC19-5CE1BB820F0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106060" y="2469980"/>
                  <a:ext cx="1245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A80CA8FA-EFBF-E3A4-F40F-3FD0396C1B7F}"/>
                    </a:ext>
                  </a:extLst>
                </p14:cNvPr>
                <p14:cNvContentPartPr/>
                <p14:nvPr/>
              </p14:nvContentPartPr>
              <p14:xfrm>
                <a:off x="7096340" y="2509220"/>
                <a:ext cx="144360" cy="5724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A80CA8FA-EFBF-E3A4-F40F-3FD0396C1B7F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090220" y="2503100"/>
                  <a:ext cx="1566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AF260BD7-CAFD-1853-2BA1-6D5038F16F59}"/>
                    </a:ext>
                  </a:extLst>
                </p14:cNvPr>
                <p14:cNvContentPartPr/>
                <p14:nvPr/>
              </p14:nvContentPartPr>
              <p14:xfrm>
                <a:off x="7390820" y="2482220"/>
                <a:ext cx="110880" cy="540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AF260BD7-CAFD-1853-2BA1-6D5038F16F59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384700" y="2476100"/>
                  <a:ext cx="12312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D0E452A2-8D58-ECA3-34E9-31BB997DADC7}"/>
                    </a:ext>
                  </a:extLst>
                </p14:cNvPr>
                <p14:cNvContentPartPr/>
                <p14:nvPr/>
              </p14:nvContentPartPr>
              <p14:xfrm>
                <a:off x="7272380" y="2519660"/>
                <a:ext cx="221040" cy="1044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D0E452A2-8D58-ECA3-34E9-31BB997DADC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266260" y="2513540"/>
                  <a:ext cx="2332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050FC95F-3285-0987-42C4-931D68AF42EF}"/>
                    </a:ext>
                  </a:extLst>
                </p14:cNvPr>
                <p14:cNvContentPartPr/>
                <p14:nvPr/>
              </p14:nvContentPartPr>
              <p14:xfrm>
                <a:off x="7886900" y="2406260"/>
                <a:ext cx="305640" cy="12060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050FC95F-3285-0987-42C4-931D68AF42EF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880780" y="2400140"/>
                  <a:ext cx="317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8F68E3C3-E609-A8B9-7988-922D7D12EC1C}"/>
                    </a:ext>
                  </a:extLst>
                </p14:cNvPr>
                <p14:cNvContentPartPr/>
                <p14:nvPr/>
              </p14:nvContentPartPr>
              <p14:xfrm>
                <a:off x="8056820" y="2508140"/>
                <a:ext cx="151560" cy="15588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8F68E3C3-E609-A8B9-7988-922D7D12EC1C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050700" y="2502020"/>
                  <a:ext cx="1638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AD8AC8C5-319E-63BC-0D3D-1AD88C49DA50}"/>
                    </a:ext>
                  </a:extLst>
                </p14:cNvPr>
                <p14:cNvContentPartPr/>
                <p14:nvPr/>
              </p14:nvContentPartPr>
              <p14:xfrm>
                <a:off x="6621140" y="2224100"/>
                <a:ext cx="24480" cy="1404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AD8AC8C5-319E-63BC-0D3D-1AD88C49DA50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615020" y="2217980"/>
                  <a:ext cx="36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829DA034-0925-935A-0807-F96C25EDDD18}"/>
                    </a:ext>
                  </a:extLst>
                </p14:cNvPr>
                <p14:cNvContentPartPr/>
                <p14:nvPr/>
              </p14:nvContentPartPr>
              <p14:xfrm>
                <a:off x="6669020" y="2233820"/>
                <a:ext cx="85680" cy="34992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829DA034-0925-935A-0807-F96C25EDDD1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662900" y="2227700"/>
                  <a:ext cx="979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3BBDF08C-338C-62AA-A8F4-710FCAF0CD25}"/>
                    </a:ext>
                  </a:extLst>
                </p14:cNvPr>
                <p14:cNvContentPartPr/>
                <p14:nvPr/>
              </p14:nvContentPartPr>
              <p14:xfrm>
                <a:off x="6446900" y="2142020"/>
                <a:ext cx="2475000" cy="56088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3BBDF08C-338C-62AA-A8F4-710FCAF0CD25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440780" y="2135900"/>
                  <a:ext cx="248724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4D93809A-C0F4-248C-5177-938FA4B9BDDC}"/>
                    </a:ext>
                  </a:extLst>
                </p14:cNvPr>
                <p14:cNvContentPartPr/>
                <p14:nvPr/>
              </p14:nvContentPartPr>
              <p14:xfrm>
                <a:off x="6859460" y="2851580"/>
                <a:ext cx="158760" cy="32220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4D93809A-C0F4-248C-5177-938FA4B9BDD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853340" y="2845460"/>
                  <a:ext cx="1710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77FE50D9-276D-B0FE-7308-378DCC8704B7}"/>
                    </a:ext>
                  </a:extLst>
                </p14:cNvPr>
                <p14:cNvContentPartPr/>
                <p14:nvPr/>
              </p14:nvContentPartPr>
              <p14:xfrm>
                <a:off x="7192460" y="2985140"/>
                <a:ext cx="158760" cy="2016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77FE50D9-276D-B0FE-7308-378DCC8704B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186340" y="2979020"/>
                  <a:ext cx="1710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59E5FCB5-7D87-859B-250B-4CF1F58273B4}"/>
                    </a:ext>
                  </a:extLst>
                </p14:cNvPr>
                <p14:cNvContentPartPr/>
                <p14:nvPr/>
              </p14:nvContentPartPr>
              <p14:xfrm>
                <a:off x="7112180" y="3053900"/>
                <a:ext cx="152280" cy="900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59E5FCB5-7D87-859B-250B-4CF1F58273B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106060" y="3047780"/>
                  <a:ext cx="1645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ECE95370-34F8-614E-6B50-89F9F348DF40}"/>
                    </a:ext>
                  </a:extLst>
                </p14:cNvPr>
                <p14:cNvContentPartPr/>
                <p14:nvPr/>
              </p14:nvContentPartPr>
              <p14:xfrm>
                <a:off x="7739660" y="2884700"/>
                <a:ext cx="252360" cy="15804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ECE95370-34F8-614E-6B50-89F9F348DF40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733540" y="2878580"/>
                  <a:ext cx="2646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D374C6C6-A493-5CAA-431A-B644D6B46D17}"/>
                    </a:ext>
                  </a:extLst>
                </p14:cNvPr>
                <p14:cNvContentPartPr/>
                <p14:nvPr/>
              </p14:nvContentPartPr>
              <p14:xfrm>
                <a:off x="7883660" y="2930780"/>
                <a:ext cx="213480" cy="21744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D374C6C6-A493-5CAA-431A-B644D6B46D1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877540" y="2924660"/>
                  <a:ext cx="2257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F43E0610-30BD-9BE2-5475-A87B89091C93}"/>
                    </a:ext>
                  </a:extLst>
                </p14:cNvPr>
                <p14:cNvContentPartPr/>
                <p14:nvPr/>
              </p14:nvContentPartPr>
              <p14:xfrm>
                <a:off x="7478300" y="3144980"/>
                <a:ext cx="650160" cy="2736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F43E0610-30BD-9BE2-5475-A87B89091C9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472180" y="3138860"/>
                  <a:ext cx="6624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EA517463-C6B4-7096-0A1D-EB7D71BC569E}"/>
                    </a:ext>
                  </a:extLst>
                </p14:cNvPr>
                <p14:cNvContentPartPr/>
                <p14:nvPr/>
              </p14:nvContentPartPr>
              <p14:xfrm>
                <a:off x="7771340" y="3252260"/>
                <a:ext cx="221040" cy="9504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EA517463-C6B4-7096-0A1D-EB7D71BC569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765220" y="3246140"/>
                  <a:ext cx="233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E4C156A1-E3B4-0A12-8E95-D26E63A42152}"/>
                    </a:ext>
                  </a:extLst>
                </p14:cNvPr>
                <p14:cNvContentPartPr/>
                <p14:nvPr/>
              </p14:nvContentPartPr>
              <p14:xfrm>
                <a:off x="8017940" y="3254420"/>
                <a:ext cx="317160" cy="9828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E4C156A1-E3B4-0A12-8E95-D26E63A42152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011820" y="3248300"/>
                  <a:ext cx="3294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B67C6778-8F2E-07A8-E054-7233BE1AB6E6}"/>
                    </a:ext>
                  </a:extLst>
                </p14:cNvPr>
                <p14:cNvContentPartPr/>
                <p14:nvPr/>
              </p14:nvContentPartPr>
              <p14:xfrm>
                <a:off x="6875660" y="2745020"/>
                <a:ext cx="134640" cy="45936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B67C6778-8F2E-07A8-E054-7233BE1AB6E6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869540" y="2738900"/>
                  <a:ext cx="14688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F8C32247-64A9-DF5E-63B5-8CA5565F62BA}"/>
                    </a:ext>
                  </a:extLst>
                </p14:cNvPr>
                <p14:cNvContentPartPr/>
                <p14:nvPr/>
              </p14:nvContentPartPr>
              <p14:xfrm>
                <a:off x="6612860" y="2678060"/>
                <a:ext cx="1794600" cy="68436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F8C32247-64A9-DF5E-63B5-8CA5565F62B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606740" y="2671940"/>
                  <a:ext cx="1806840" cy="69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188" name="Tinta 187">
                <a:extLst>
                  <a:ext uri="{FF2B5EF4-FFF2-40B4-BE49-F238E27FC236}">
                    <a16:creationId xmlns:a16="http://schemas.microsoft.com/office/drawing/2014/main" id="{D0FC7FD9-C4C2-5C6A-8E6C-C5F462874B4E}"/>
                  </a:ext>
                </a:extLst>
              </p14:cNvPr>
              <p14:cNvContentPartPr/>
              <p14:nvPr/>
            </p14:nvContentPartPr>
            <p14:xfrm>
              <a:off x="875180" y="4261340"/>
              <a:ext cx="723240" cy="354600"/>
            </p14:xfrm>
          </p:contentPart>
        </mc:Choice>
        <mc:Fallback>
          <p:pic>
            <p:nvPicPr>
              <p:cNvPr id="188" name="Tinta 187">
                <a:extLst>
                  <a:ext uri="{FF2B5EF4-FFF2-40B4-BE49-F238E27FC236}">
                    <a16:creationId xmlns:a16="http://schemas.microsoft.com/office/drawing/2014/main" id="{D0FC7FD9-C4C2-5C6A-8E6C-C5F462874B4E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869060" y="4255220"/>
                <a:ext cx="73548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189" name="Tinta 188">
                <a:extLst>
                  <a:ext uri="{FF2B5EF4-FFF2-40B4-BE49-F238E27FC236}">
                    <a16:creationId xmlns:a16="http://schemas.microsoft.com/office/drawing/2014/main" id="{9FE2FA52-1E54-2C8C-2077-01860E0E36A7}"/>
                  </a:ext>
                </a:extLst>
              </p14:cNvPr>
              <p14:cNvContentPartPr/>
              <p14:nvPr/>
            </p14:nvContentPartPr>
            <p14:xfrm>
              <a:off x="1810820" y="1866980"/>
              <a:ext cx="1033200" cy="266040"/>
            </p14:xfrm>
          </p:contentPart>
        </mc:Choice>
        <mc:Fallback>
          <p:pic>
            <p:nvPicPr>
              <p:cNvPr id="189" name="Tinta 188">
                <a:extLst>
                  <a:ext uri="{FF2B5EF4-FFF2-40B4-BE49-F238E27FC236}">
                    <a16:creationId xmlns:a16="http://schemas.microsoft.com/office/drawing/2014/main" id="{9FE2FA52-1E54-2C8C-2077-01860E0E36A7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1804700" y="1860860"/>
                <a:ext cx="104544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190" name="Tinta 189">
                <a:extLst>
                  <a:ext uri="{FF2B5EF4-FFF2-40B4-BE49-F238E27FC236}">
                    <a16:creationId xmlns:a16="http://schemas.microsoft.com/office/drawing/2014/main" id="{10BAF108-DE2C-F9A3-B5A3-86A7A4945F76}"/>
                  </a:ext>
                </a:extLst>
              </p14:cNvPr>
              <p14:cNvContentPartPr/>
              <p14:nvPr/>
            </p14:nvContentPartPr>
            <p14:xfrm>
              <a:off x="907580" y="2037260"/>
              <a:ext cx="1920600" cy="401400"/>
            </p14:xfrm>
          </p:contentPart>
        </mc:Choice>
        <mc:Fallback>
          <p:pic>
            <p:nvPicPr>
              <p:cNvPr id="190" name="Tinta 189">
                <a:extLst>
                  <a:ext uri="{FF2B5EF4-FFF2-40B4-BE49-F238E27FC236}">
                    <a16:creationId xmlns:a16="http://schemas.microsoft.com/office/drawing/2014/main" id="{10BAF108-DE2C-F9A3-B5A3-86A7A4945F76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901460" y="2031140"/>
                <a:ext cx="1932840" cy="41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4949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4A972-19C1-CED0-CE5C-9D1381C5B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11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FAB75570-9181-8B97-E37D-401AD64BD7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483" y="1776205"/>
            <a:ext cx="8237934" cy="1135478"/>
          </a:xfrm>
        </p:spPr>
      </p:pic>
    </p:spTree>
    <p:extLst>
      <p:ext uri="{BB962C8B-B14F-4D97-AF65-F5344CB8AC3E}">
        <p14:creationId xmlns:p14="http://schemas.microsoft.com/office/powerpoint/2010/main" val="1317308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4A972-19C1-CED0-CE5C-9D1381C5B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12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B548DF4A-5AAA-FF1D-4144-C30414CB8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62" y="1424350"/>
            <a:ext cx="8253175" cy="2613887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4" name="Tinta 33">
                <a:extLst>
                  <a:ext uri="{FF2B5EF4-FFF2-40B4-BE49-F238E27FC236}">
                    <a16:creationId xmlns:a16="http://schemas.microsoft.com/office/drawing/2014/main" id="{40A63C9B-ABED-F764-5B33-C6BD4C4C88A8}"/>
                  </a:ext>
                </a:extLst>
              </p14:cNvPr>
              <p14:cNvContentPartPr/>
              <p14:nvPr/>
            </p14:nvContentPartPr>
            <p14:xfrm>
              <a:off x="217820" y="3074780"/>
              <a:ext cx="2910960" cy="81720"/>
            </p14:xfrm>
          </p:contentPart>
        </mc:Choice>
        <mc:Fallback>
          <p:pic>
            <p:nvPicPr>
              <p:cNvPr id="34" name="Tinta 33">
                <a:extLst>
                  <a:ext uri="{FF2B5EF4-FFF2-40B4-BE49-F238E27FC236}">
                    <a16:creationId xmlns:a16="http://schemas.microsoft.com/office/drawing/2014/main" id="{40A63C9B-ABED-F764-5B33-C6BD4C4C88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1700" y="3068660"/>
                <a:ext cx="292320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5" name="Tinta 34">
                <a:extLst>
                  <a:ext uri="{FF2B5EF4-FFF2-40B4-BE49-F238E27FC236}">
                    <a16:creationId xmlns:a16="http://schemas.microsoft.com/office/drawing/2014/main" id="{44D32E7D-20F7-9385-6FD5-4BF31075DE0A}"/>
                  </a:ext>
                </a:extLst>
              </p14:cNvPr>
              <p14:cNvContentPartPr/>
              <p14:nvPr/>
            </p14:nvContentPartPr>
            <p14:xfrm>
              <a:off x="1701020" y="3979100"/>
              <a:ext cx="887400" cy="253080"/>
            </p14:xfrm>
          </p:contentPart>
        </mc:Choice>
        <mc:Fallback>
          <p:pic>
            <p:nvPicPr>
              <p:cNvPr id="35" name="Tinta 34">
                <a:extLst>
                  <a:ext uri="{FF2B5EF4-FFF2-40B4-BE49-F238E27FC236}">
                    <a16:creationId xmlns:a16="http://schemas.microsoft.com/office/drawing/2014/main" id="{44D32E7D-20F7-9385-6FD5-4BF31075DE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94900" y="3972980"/>
                <a:ext cx="89964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6" name="Tinta 35">
                <a:extLst>
                  <a:ext uri="{FF2B5EF4-FFF2-40B4-BE49-F238E27FC236}">
                    <a16:creationId xmlns:a16="http://schemas.microsoft.com/office/drawing/2014/main" id="{B9CD7D0E-90AC-3BEB-1DCE-0C164A48DF38}"/>
                  </a:ext>
                </a:extLst>
              </p14:cNvPr>
              <p14:cNvContentPartPr/>
              <p14:nvPr/>
            </p14:nvContentPartPr>
            <p14:xfrm>
              <a:off x="2089820" y="3929420"/>
              <a:ext cx="149400" cy="64440"/>
            </p14:xfrm>
          </p:contentPart>
        </mc:Choice>
        <mc:Fallback>
          <p:pic>
            <p:nvPicPr>
              <p:cNvPr id="36" name="Tinta 35">
                <a:extLst>
                  <a:ext uri="{FF2B5EF4-FFF2-40B4-BE49-F238E27FC236}">
                    <a16:creationId xmlns:a16="http://schemas.microsoft.com/office/drawing/2014/main" id="{B9CD7D0E-90AC-3BEB-1DCE-0C164A48DF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83700" y="3923300"/>
                <a:ext cx="16164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7" name="Tinta 36">
                <a:extLst>
                  <a:ext uri="{FF2B5EF4-FFF2-40B4-BE49-F238E27FC236}">
                    <a16:creationId xmlns:a16="http://schemas.microsoft.com/office/drawing/2014/main" id="{408CC12E-5665-A5ED-E5A4-19D9D5D56EDD}"/>
                  </a:ext>
                </a:extLst>
              </p14:cNvPr>
              <p14:cNvContentPartPr/>
              <p14:nvPr/>
            </p14:nvContentPartPr>
            <p14:xfrm>
              <a:off x="2143820" y="3663380"/>
              <a:ext cx="145800" cy="95760"/>
            </p14:xfrm>
          </p:contentPart>
        </mc:Choice>
        <mc:Fallback>
          <p:pic>
            <p:nvPicPr>
              <p:cNvPr id="37" name="Tinta 36">
                <a:extLst>
                  <a:ext uri="{FF2B5EF4-FFF2-40B4-BE49-F238E27FC236}">
                    <a16:creationId xmlns:a16="http://schemas.microsoft.com/office/drawing/2014/main" id="{408CC12E-5665-A5ED-E5A4-19D9D5D56ED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37700" y="3657260"/>
                <a:ext cx="15804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Agrupar 39">
            <a:extLst>
              <a:ext uri="{FF2B5EF4-FFF2-40B4-BE49-F238E27FC236}">
                <a16:creationId xmlns:a16="http://schemas.microsoft.com/office/drawing/2014/main" id="{8C9D18C2-0906-A79F-3F9D-48FB095217D1}"/>
              </a:ext>
            </a:extLst>
          </p:cNvPr>
          <p:cNvGrpSpPr/>
          <p:nvPr/>
        </p:nvGrpSpPr>
        <p:grpSpPr>
          <a:xfrm>
            <a:off x="2328500" y="3924380"/>
            <a:ext cx="268920" cy="146880"/>
            <a:chOff x="2328500" y="3924380"/>
            <a:chExt cx="268920" cy="14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E1E604B3-5D9D-5B61-956C-A4280641EFBA}"/>
                    </a:ext>
                  </a:extLst>
                </p14:cNvPr>
                <p14:cNvContentPartPr/>
                <p14:nvPr/>
              </p14:nvContentPartPr>
              <p14:xfrm>
                <a:off x="2328500" y="3924380"/>
                <a:ext cx="221400" cy="12816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E1E604B3-5D9D-5B61-956C-A4280641EFB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322380" y="3918260"/>
                  <a:ext cx="2336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67BF7209-7306-2FA6-D860-FE1EC08F553D}"/>
                    </a:ext>
                  </a:extLst>
                </p14:cNvPr>
                <p14:cNvContentPartPr/>
                <p14:nvPr/>
              </p14:nvContentPartPr>
              <p14:xfrm>
                <a:off x="2549180" y="4001780"/>
                <a:ext cx="48240" cy="6948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67BF7209-7306-2FA6-D860-FE1EC08F553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543060" y="3995660"/>
                  <a:ext cx="60480" cy="8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33338D33-43A2-7182-7C77-E65BFBE848DA}"/>
                  </a:ext>
                </a:extLst>
              </p14:cNvPr>
              <p14:cNvContentPartPr/>
              <p14:nvPr/>
            </p14:nvContentPartPr>
            <p14:xfrm>
              <a:off x="6875660" y="1836380"/>
              <a:ext cx="309240" cy="206280"/>
            </p14:xfrm>
          </p:contentPart>
        </mc:Choice>
        <mc:Fallback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33338D33-43A2-7182-7C77-E65BFBE848D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869540" y="1830260"/>
                <a:ext cx="32148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3" name="Tinta 42">
                <a:extLst>
                  <a:ext uri="{FF2B5EF4-FFF2-40B4-BE49-F238E27FC236}">
                    <a16:creationId xmlns:a16="http://schemas.microsoft.com/office/drawing/2014/main" id="{CDAD164B-FC02-66C6-9D9D-99BE933915F2}"/>
                  </a:ext>
                </a:extLst>
              </p14:cNvPr>
              <p14:cNvContentPartPr/>
              <p14:nvPr/>
            </p14:nvContentPartPr>
            <p14:xfrm>
              <a:off x="8025860" y="1826300"/>
              <a:ext cx="317160" cy="187920"/>
            </p14:xfrm>
          </p:contentPart>
        </mc:Choice>
        <mc:Fallback>
          <p:pic>
            <p:nvPicPr>
              <p:cNvPr id="43" name="Tinta 42">
                <a:extLst>
                  <a:ext uri="{FF2B5EF4-FFF2-40B4-BE49-F238E27FC236}">
                    <a16:creationId xmlns:a16="http://schemas.microsoft.com/office/drawing/2014/main" id="{CDAD164B-FC02-66C6-9D9D-99BE933915F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019740" y="1820180"/>
                <a:ext cx="329400" cy="20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Agrupar 47">
            <a:extLst>
              <a:ext uri="{FF2B5EF4-FFF2-40B4-BE49-F238E27FC236}">
                <a16:creationId xmlns:a16="http://schemas.microsoft.com/office/drawing/2014/main" id="{DD6A2585-6941-88E6-6121-10D08363FF60}"/>
              </a:ext>
            </a:extLst>
          </p:cNvPr>
          <p:cNvGrpSpPr/>
          <p:nvPr/>
        </p:nvGrpSpPr>
        <p:grpSpPr>
          <a:xfrm>
            <a:off x="5830940" y="2704700"/>
            <a:ext cx="718560" cy="142920"/>
            <a:chOff x="5830940" y="2704700"/>
            <a:chExt cx="718560" cy="14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724FFBB2-D6BE-6D0A-3976-5820C24F4CD5}"/>
                    </a:ext>
                  </a:extLst>
                </p14:cNvPr>
                <p14:cNvContentPartPr/>
                <p14:nvPr/>
              </p14:nvContentPartPr>
              <p14:xfrm>
                <a:off x="5830940" y="2704700"/>
                <a:ext cx="288360" cy="14292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724FFBB2-D6BE-6D0A-3976-5820C24F4CD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824820" y="2698580"/>
                  <a:ext cx="3006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B5858938-78ED-13B0-00A8-82A7CCFBFC2E}"/>
                    </a:ext>
                  </a:extLst>
                </p14:cNvPr>
                <p14:cNvContentPartPr/>
                <p14:nvPr/>
              </p14:nvContentPartPr>
              <p14:xfrm>
                <a:off x="6310460" y="2720180"/>
                <a:ext cx="207000" cy="1548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B5858938-78ED-13B0-00A8-82A7CCFBFC2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304340" y="2714060"/>
                  <a:ext cx="2192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AC5F08E4-A009-4398-97AE-9A77494779CD}"/>
                    </a:ext>
                  </a:extLst>
                </p14:cNvPr>
                <p14:cNvContentPartPr/>
                <p14:nvPr/>
              </p14:nvContentPartPr>
              <p14:xfrm>
                <a:off x="6264380" y="2792540"/>
                <a:ext cx="285120" cy="180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AC5F08E4-A009-4398-97AE-9A77494779C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258260" y="2786420"/>
                  <a:ext cx="297360" cy="1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16C706EE-A2F5-5213-DEE1-AB6AB13117B0}"/>
                  </a:ext>
                </a:extLst>
              </p14:cNvPr>
              <p14:cNvContentPartPr/>
              <p14:nvPr/>
            </p14:nvContentPartPr>
            <p14:xfrm>
              <a:off x="8953940" y="2052380"/>
              <a:ext cx="39240" cy="13680"/>
            </p14:xfrm>
          </p:contentPart>
        </mc:Choice>
        <mc:Fallback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16C706EE-A2F5-5213-DEE1-AB6AB13117B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947820" y="2046260"/>
                <a:ext cx="51480" cy="2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Agrupar 58">
            <a:extLst>
              <a:ext uri="{FF2B5EF4-FFF2-40B4-BE49-F238E27FC236}">
                <a16:creationId xmlns:a16="http://schemas.microsoft.com/office/drawing/2014/main" id="{BFE4DFEF-CF47-CF87-B4E8-9088B72E9D5C}"/>
              </a:ext>
            </a:extLst>
          </p:cNvPr>
          <p:cNvGrpSpPr/>
          <p:nvPr/>
        </p:nvGrpSpPr>
        <p:grpSpPr>
          <a:xfrm>
            <a:off x="6971420" y="2487980"/>
            <a:ext cx="1125000" cy="357480"/>
            <a:chOff x="6971420" y="2487980"/>
            <a:chExt cx="1125000" cy="35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788F3174-8E44-DAC6-91A7-39BFC774ECC4}"/>
                    </a:ext>
                  </a:extLst>
                </p14:cNvPr>
                <p14:cNvContentPartPr/>
                <p14:nvPr/>
              </p14:nvContentPartPr>
              <p14:xfrm>
                <a:off x="6971420" y="2631260"/>
                <a:ext cx="133920" cy="18144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788F3174-8E44-DAC6-91A7-39BFC774ECC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965300" y="2625140"/>
                  <a:ext cx="1461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BA566CD8-8E30-39C4-3E4A-1F1CBEB883EA}"/>
                    </a:ext>
                  </a:extLst>
                </p14:cNvPr>
                <p14:cNvContentPartPr/>
                <p14:nvPr/>
              </p14:nvContentPartPr>
              <p14:xfrm>
                <a:off x="7074380" y="2682740"/>
                <a:ext cx="205920" cy="12744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BA566CD8-8E30-39C4-3E4A-1F1CBEB883E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068260" y="2676620"/>
                  <a:ext cx="2181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7C25D25E-8257-662F-6FB0-1CB28BBD81D9}"/>
                    </a:ext>
                  </a:extLst>
                </p14:cNvPr>
                <p14:cNvContentPartPr/>
                <p14:nvPr/>
              </p14:nvContentPartPr>
              <p14:xfrm>
                <a:off x="7376060" y="2766980"/>
                <a:ext cx="31320" cy="7848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7C25D25E-8257-662F-6FB0-1CB28BBD81D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369940" y="2760860"/>
                  <a:ext cx="435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6EBEA56E-9D23-EDB6-5426-2653BA976CFE}"/>
                    </a:ext>
                  </a:extLst>
                </p14:cNvPr>
                <p14:cNvContentPartPr/>
                <p14:nvPr/>
              </p14:nvContentPartPr>
              <p14:xfrm>
                <a:off x="7318820" y="2759060"/>
                <a:ext cx="174600" cy="5076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6EBEA56E-9D23-EDB6-5426-2653BA976CF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312700" y="2752940"/>
                  <a:ext cx="1868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FEE35141-02D8-F817-37CA-DC3DB1CD404D}"/>
                    </a:ext>
                  </a:extLst>
                </p14:cNvPr>
                <p14:cNvContentPartPr/>
                <p14:nvPr/>
              </p14:nvContentPartPr>
              <p14:xfrm>
                <a:off x="7637060" y="2618660"/>
                <a:ext cx="110880" cy="19944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FEE35141-02D8-F817-37CA-DC3DB1CD404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630940" y="2612540"/>
                  <a:ext cx="1231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0F23AA06-D362-C251-0D73-FF9BB5AD07BE}"/>
                    </a:ext>
                  </a:extLst>
                </p14:cNvPr>
                <p14:cNvContentPartPr/>
                <p14:nvPr/>
              </p14:nvContentPartPr>
              <p14:xfrm>
                <a:off x="7597100" y="2693180"/>
                <a:ext cx="222840" cy="1548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0F23AA06-D362-C251-0D73-FF9BB5AD07B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590980" y="2687060"/>
                  <a:ext cx="2350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0F6E6F93-A3F9-568C-526E-C635FA9B26ED}"/>
                    </a:ext>
                  </a:extLst>
                </p14:cNvPr>
                <p14:cNvContentPartPr/>
                <p14:nvPr/>
              </p14:nvContentPartPr>
              <p14:xfrm>
                <a:off x="7716260" y="2487980"/>
                <a:ext cx="380160" cy="19152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0F6E6F93-A3F9-568C-526E-C635FA9B26E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710140" y="2481860"/>
                  <a:ext cx="392400" cy="20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Agrupar 72">
            <a:extLst>
              <a:ext uri="{FF2B5EF4-FFF2-40B4-BE49-F238E27FC236}">
                <a16:creationId xmlns:a16="http://schemas.microsoft.com/office/drawing/2014/main" id="{04529F02-85F0-E476-CC72-F6DC7331576A}"/>
              </a:ext>
            </a:extLst>
          </p:cNvPr>
          <p:cNvGrpSpPr/>
          <p:nvPr/>
        </p:nvGrpSpPr>
        <p:grpSpPr>
          <a:xfrm>
            <a:off x="6883580" y="2927540"/>
            <a:ext cx="816480" cy="337680"/>
            <a:chOff x="6883580" y="2927540"/>
            <a:chExt cx="816480" cy="33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218DAB0E-159F-77E8-8C1D-6F22B0AF2BB5}"/>
                    </a:ext>
                  </a:extLst>
                </p14:cNvPr>
                <p14:cNvContentPartPr/>
                <p14:nvPr/>
              </p14:nvContentPartPr>
              <p14:xfrm>
                <a:off x="6883580" y="2927540"/>
                <a:ext cx="816480" cy="3096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218DAB0E-159F-77E8-8C1D-6F22B0AF2BB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877460" y="2921420"/>
                  <a:ext cx="828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CEDFF059-3056-ADE1-F6E3-6A16151BE7DD}"/>
                    </a:ext>
                  </a:extLst>
                </p14:cNvPr>
                <p14:cNvContentPartPr/>
                <p14:nvPr/>
              </p14:nvContentPartPr>
              <p14:xfrm>
                <a:off x="7057820" y="3050300"/>
                <a:ext cx="237240" cy="14328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CEDFF059-3056-ADE1-F6E3-6A16151BE7D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051700" y="3044180"/>
                  <a:ext cx="2494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2BF52CCC-8413-9697-EF15-549DAEAFFE6A}"/>
                    </a:ext>
                  </a:extLst>
                </p14:cNvPr>
                <p14:cNvContentPartPr/>
                <p14:nvPr/>
              </p14:nvContentPartPr>
              <p14:xfrm>
                <a:off x="6896540" y="3013580"/>
                <a:ext cx="594720" cy="25164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2BF52CCC-8413-9697-EF15-549DAEAFFE6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890420" y="3007460"/>
                  <a:ext cx="606960" cy="26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49714281-2C09-B6CA-1906-6F0622184884}"/>
              </a:ext>
            </a:extLst>
          </p:cNvPr>
          <p:cNvGrpSpPr/>
          <p:nvPr/>
        </p:nvGrpSpPr>
        <p:grpSpPr>
          <a:xfrm>
            <a:off x="5280860" y="3636020"/>
            <a:ext cx="1412640" cy="227160"/>
            <a:chOff x="5280860" y="3636020"/>
            <a:chExt cx="1412640" cy="22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4398D8D3-CA79-609E-678A-AFE3CAAE7BD8}"/>
                    </a:ext>
                  </a:extLst>
                </p14:cNvPr>
                <p14:cNvContentPartPr/>
                <p14:nvPr/>
              </p14:nvContentPartPr>
              <p14:xfrm>
                <a:off x="5280860" y="3636020"/>
                <a:ext cx="293040" cy="20916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4398D8D3-CA79-609E-678A-AFE3CAAE7BD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274740" y="3629900"/>
                  <a:ext cx="3052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12000308-5299-3F84-2C21-1D7437E42D03}"/>
                    </a:ext>
                  </a:extLst>
                </p14:cNvPr>
                <p14:cNvContentPartPr/>
                <p14:nvPr/>
              </p14:nvContentPartPr>
              <p14:xfrm>
                <a:off x="5700620" y="3741860"/>
                <a:ext cx="159480" cy="12132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12000308-5299-3F84-2C21-1D7437E42D0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694500" y="3735740"/>
                  <a:ext cx="1717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1FA0CA74-16C4-053D-CB12-F7D206536CE8}"/>
                    </a:ext>
                  </a:extLst>
                </p14:cNvPr>
                <p14:cNvContentPartPr/>
                <p14:nvPr/>
              </p14:nvContentPartPr>
              <p14:xfrm>
                <a:off x="5715740" y="3773900"/>
                <a:ext cx="128520" cy="3924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1FA0CA74-16C4-053D-CB12-F7D206536CE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709620" y="3767780"/>
                  <a:ext cx="1407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AA73DF46-BCCC-8688-7C17-5C0ADA078F9E}"/>
                    </a:ext>
                  </a:extLst>
                </p14:cNvPr>
                <p14:cNvContentPartPr/>
                <p14:nvPr/>
              </p14:nvContentPartPr>
              <p14:xfrm>
                <a:off x="5961980" y="3650780"/>
                <a:ext cx="254880" cy="17856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AA73DF46-BCCC-8688-7C17-5C0ADA078F9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955860" y="3644660"/>
                  <a:ext cx="2671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1F655AC6-E8C4-5459-9173-9FE17172F341}"/>
                    </a:ext>
                  </a:extLst>
                </p14:cNvPr>
                <p14:cNvContentPartPr/>
                <p14:nvPr/>
              </p14:nvContentPartPr>
              <p14:xfrm>
                <a:off x="6487940" y="3748700"/>
                <a:ext cx="205560" cy="1044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1F655AC6-E8C4-5459-9173-9FE17172F34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481820" y="3742580"/>
                  <a:ext cx="2178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3FD4D6CC-EA26-BA79-D695-D6380B6DD8CC}"/>
                    </a:ext>
                  </a:extLst>
                </p14:cNvPr>
                <p14:cNvContentPartPr/>
                <p14:nvPr/>
              </p14:nvContentPartPr>
              <p14:xfrm>
                <a:off x="6390740" y="3841220"/>
                <a:ext cx="246600" cy="1404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3FD4D6CC-EA26-BA79-D695-D6380B6DD8C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384620" y="3835100"/>
                  <a:ext cx="25884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Agrupar 93">
            <a:extLst>
              <a:ext uri="{FF2B5EF4-FFF2-40B4-BE49-F238E27FC236}">
                <a16:creationId xmlns:a16="http://schemas.microsoft.com/office/drawing/2014/main" id="{BECE9FA5-32AF-F079-988F-438EF7D3F5D6}"/>
              </a:ext>
            </a:extLst>
          </p:cNvPr>
          <p:cNvGrpSpPr/>
          <p:nvPr/>
        </p:nvGrpSpPr>
        <p:grpSpPr>
          <a:xfrm>
            <a:off x="7075100" y="3483380"/>
            <a:ext cx="1289160" cy="404640"/>
            <a:chOff x="7075100" y="3483380"/>
            <a:chExt cx="1289160" cy="40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2B639EEF-36FC-FB6B-298A-F6596B8CD084}"/>
                    </a:ext>
                  </a:extLst>
                </p14:cNvPr>
                <p14:cNvContentPartPr/>
                <p14:nvPr/>
              </p14:nvContentPartPr>
              <p14:xfrm>
                <a:off x="7075100" y="3757340"/>
                <a:ext cx="83160" cy="13068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2B639EEF-36FC-FB6B-298A-F6596B8CD08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068980" y="3751220"/>
                  <a:ext cx="954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05E161DB-1910-6561-DC08-683848002276}"/>
                    </a:ext>
                  </a:extLst>
                </p14:cNvPr>
                <p14:cNvContentPartPr/>
                <p14:nvPr/>
              </p14:nvContentPartPr>
              <p14:xfrm>
                <a:off x="7175900" y="3727100"/>
                <a:ext cx="182520" cy="12672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05E161DB-1910-6561-DC08-68384800227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169780" y="3720980"/>
                  <a:ext cx="1947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32DAB73A-DDA1-25EF-9B0F-FDFFC6FB8722}"/>
                    </a:ext>
                  </a:extLst>
                </p14:cNvPr>
                <p14:cNvContentPartPr/>
                <p14:nvPr/>
              </p14:nvContentPartPr>
              <p14:xfrm>
                <a:off x="7588460" y="3763820"/>
                <a:ext cx="111600" cy="8316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32DAB73A-DDA1-25EF-9B0F-FDFFC6FB872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582340" y="3757700"/>
                  <a:ext cx="1238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2A56B2BF-28FB-D7D2-464D-9BA65BA18A78}"/>
                    </a:ext>
                  </a:extLst>
                </p14:cNvPr>
                <p14:cNvContentPartPr/>
                <p14:nvPr/>
              </p14:nvContentPartPr>
              <p14:xfrm>
                <a:off x="7581260" y="3718460"/>
                <a:ext cx="262800" cy="10116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2A56B2BF-28FB-D7D2-464D-9BA65BA18A7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575140" y="3712340"/>
                  <a:ext cx="2750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F46F0546-30A6-22FF-AB41-27878A7C10C2}"/>
                    </a:ext>
                  </a:extLst>
                </p14:cNvPr>
                <p14:cNvContentPartPr/>
                <p14:nvPr/>
              </p14:nvContentPartPr>
              <p14:xfrm>
                <a:off x="7921820" y="3625940"/>
                <a:ext cx="64440" cy="25812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F46F0546-30A6-22FF-AB41-27878A7C10C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915700" y="3619820"/>
                  <a:ext cx="766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47C9B0ED-E615-298B-4559-2D506CA6E549}"/>
                    </a:ext>
                  </a:extLst>
                </p14:cNvPr>
                <p14:cNvContentPartPr/>
                <p14:nvPr/>
              </p14:nvContentPartPr>
              <p14:xfrm>
                <a:off x="7835420" y="3750500"/>
                <a:ext cx="261000" cy="4068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47C9B0ED-E615-298B-4559-2D506CA6E54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829300" y="3744380"/>
                  <a:ext cx="2732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8C40804F-1E89-2900-46F5-1EC6D1BE3794}"/>
                    </a:ext>
                  </a:extLst>
                </p14:cNvPr>
                <p14:cNvContentPartPr/>
                <p14:nvPr/>
              </p14:nvContentPartPr>
              <p14:xfrm>
                <a:off x="8192180" y="3483380"/>
                <a:ext cx="172080" cy="10188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8C40804F-1E89-2900-46F5-1EC6D1BE379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186060" y="3477260"/>
                  <a:ext cx="18432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Agrupar 92">
            <a:extLst>
              <a:ext uri="{FF2B5EF4-FFF2-40B4-BE49-F238E27FC236}">
                <a16:creationId xmlns:a16="http://schemas.microsoft.com/office/drawing/2014/main" id="{56FDA2FA-1089-866C-245A-DD1F2EECC418}"/>
              </a:ext>
            </a:extLst>
          </p:cNvPr>
          <p:cNvGrpSpPr/>
          <p:nvPr/>
        </p:nvGrpSpPr>
        <p:grpSpPr>
          <a:xfrm>
            <a:off x="5414780" y="4272140"/>
            <a:ext cx="411480" cy="210960"/>
            <a:chOff x="5414780" y="4272140"/>
            <a:chExt cx="411480" cy="21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74D18AA7-120F-64E0-1446-90C9644C5BA5}"/>
                    </a:ext>
                  </a:extLst>
                </p14:cNvPr>
                <p14:cNvContentPartPr/>
                <p14:nvPr/>
              </p14:nvContentPartPr>
              <p14:xfrm>
                <a:off x="5414780" y="4294460"/>
                <a:ext cx="127080" cy="18864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74D18AA7-120F-64E0-1446-90C9644C5BA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408660" y="4288340"/>
                  <a:ext cx="1393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ED662E83-F475-18F3-38CE-5D408543F478}"/>
                    </a:ext>
                  </a:extLst>
                </p14:cNvPr>
                <p14:cNvContentPartPr/>
                <p14:nvPr/>
              </p14:nvContentPartPr>
              <p14:xfrm>
                <a:off x="5621060" y="4272140"/>
                <a:ext cx="205200" cy="15660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ED662E83-F475-18F3-38CE-5D408543F47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614940" y="4266020"/>
                  <a:ext cx="21744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Agrupar 102">
            <a:extLst>
              <a:ext uri="{FF2B5EF4-FFF2-40B4-BE49-F238E27FC236}">
                <a16:creationId xmlns:a16="http://schemas.microsoft.com/office/drawing/2014/main" id="{0C9AC269-592F-7025-6FA4-B8252E4430F1}"/>
              </a:ext>
            </a:extLst>
          </p:cNvPr>
          <p:cNvGrpSpPr/>
          <p:nvPr/>
        </p:nvGrpSpPr>
        <p:grpSpPr>
          <a:xfrm>
            <a:off x="6394340" y="4122740"/>
            <a:ext cx="1924560" cy="631440"/>
            <a:chOff x="6394340" y="4122740"/>
            <a:chExt cx="1924560" cy="63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C07522DD-ED1A-702F-3BBF-4694AFFA6DB1}"/>
                    </a:ext>
                  </a:extLst>
                </p14:cNvPr>
                <p14:cNvContentPartPr/>
                <p14:nvPr/>
              </p14:nvContentPartPr>
              <p14:xfrm>
                <a:off x="6394340" y="4332260"/>
                <a:ext cx="210960" cy="2124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C07522DD-ED1A-702F-3BBF-4694AFFA6DB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388220" y="4326140"/>
                  <a:ext cx="2232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286B8588-BD21-81BE-D956-0CE203DBC76A}"/>
                    </a:ext>
                  </a:extLst>
                </p14:cNvPr>
                <p14:cNvContentPartPr/>
                <p14:nvPr/>
              </p14:nvContentPartPr>
              <p14:xfrm>
                <a:off x="6446900" y="4389140"/>
                <a:ext cx="206640" cy="3096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286B8588-BD21-81BE-D956-0CE203DBC76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440780" y="4383020"/>
                  <a:ext cx="218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2C2C7AD9-648D-F413-7AF2-D7B4EBD37641}"/>
                    </a:ext>
                  </a:extLst>
                </p14:cNvPr>
                <p14:cNvContentPartPr/>
                <p14:nvPr/>
              </p14:nvContentPartPr>
              <p14:xfrm>
                <a:off x="7228100" y="4246940"/>
                <a:ext cx="65880" cy="18648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2C2C7AD9-648D-F413-7AF2-D7B4EBD3764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221980" y="4240820"/>
                  <a:ext cx="781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39AA3B17-BBCA-C4C2-FE20-A494489CE6A8}"/>
                    </a:ext>
                  </a:extLst>
                </p14:cNvPr>
                <p14:cNvContentPartPr/>
                <p14:nvPr/>
              </p14:nvContentPartPr>
              <p14:xfrm>
                <a:off x="7318460" y="4326140"/>
                <a:ext cx="129960" cy="12384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39AA3B17-BBCA-C4C2-FE20-A494489CE6A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312340" y="4320020"/>
                  <a:ext cx="1422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E66083A4-17C5-5A22-DBF2-2644382E3693}"/>
                    </a:ext>
                  </a:extLst>
                </p14:cNvPr>
                <p14:cNvContentPartPr/>
                <p14:nvPr/>
              </p14:nvContentPartPr>
              <p14:xfrm>
                <a:off x="7677020" y="4347380"/>
                <a:ext cx="94680" cy="8784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E66083A4-17C5-5A22-DBF2-2644382E369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670900" y="4341260"/>
                  <a:ext cx="106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8495127D-8A0E-7065-00F9-88205957670E}"/>
                    </a:ext>
                  </a:extLst>
                </p14:cNvPr>
                <p14:cNvContentPartPr/>
                <p14:nvPr/>
              </p14:nvContentPartPr>
              <p14:xfrm>
                <a:off x="7684940" y="4335140"/>
                <a:ext cx="158760" cy="7632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8495127D-8A0E-7065-00F9-88205957670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678820" y="4329020"/>
                  <a:ext cx="1710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235BC2CA-8E65-3656-90E9-73443D068BCA}"/>
                    </a:ext>
                  </a:extLst>
                </p14:cNvPr>
                <p14:cNvContentPartPr/>
                <p14:nvPr/>
              </p14:nvContentPartPr>
              <p14:xfrm>
                <a:off x="7969700" y="4194020"/>
                <a:ext cx="29880" cy="24876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235BC2CA-8E65-3656-90E9-73443D068BC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963580" y="4187900"/>
                  <a:ext cx="421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B54BA04F-462F-8C2B-F5E6-DF2F1D76B665}"/>
                    </a:ext>
                  </a:extLst>
                </p14:cNvPr>
                <p14:cNvContentPartPr/>
                <p14:nvPr/>
              </p14:nvContentPartPr>
              <p14:xfrm>
                <a:off x="7889780" y="4337300"/>
                <a:ext cx="230760" cy="3240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B54BA04F-462F-8C2B-F5E6-DF2F1D76B66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883660" y="4331180"/>
                  <a:ext cx="2430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065B7589-1119-CC93-2237-162920C11D08}"/>
                    </a:ext>
                  </a:extLst>
                </p14:cNvPr>
                <p14:cNvContentPartPr/>
                <p14:nvPr/>
              </p14:nvContentPartPr>
              <p14:xfrm>
                <a:off x="8129540" y="4122740"/>
                <a:ext cx="189360" cy="12744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065B7589-1119-CC93-2237-162920C11D0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123420" y="4116620"/>
                  <a:ext cx="2016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92F7F4FA-415E-FCA1-96A4-8DD6A6BEAB02}"/>
                    </a:ext>
                  </a:extLst>
                </p14:cNvPr>
                <p14:cNvContentPartPr/>
                <p14:nvPr/>
              </p14:nvContentPartPr>
              <p14:xfrm>
                <a:off x="7033340" y="4182140"/>
                <a:ext cx="604080" cy="36864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92F7F4FA-415E-FCA1-96A4-8DD6A6BEAB0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027220" y="4176020"/>
                  <a:ext cx="61632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DB6DF4D3-BEC5-F69A-1064-A8125FAA4D63}"/>
                    </a:ext>
                  </a:extLst>
                </p14:cNvPr>
                <p14:cNvContentPartPr/>
                <p14:nvPr/>
              </p14:nvContentPartPr>
              <p14:xfrm>
                <a:off x="6422420" y="4511180"/>
                <a:ext cx="850320" cy="24300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DB6DF4D3-BEC5-F69A-1064-A8125FAA4D6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416300" y="4505060"/>
                  <a:ext cx="8625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34390CD7-F6DE-D316-D616-689D32D3E1C8}"/>
                    </a:ext>
                  </a:extLst>
                </p14:cNvPr>
                <p14:cNvContentPartPr/>
                <p14:nvPr/>
              </p14:nvContentPartPr>
              <p14:xfrm>
                <a:off x="6462740" y="4590020"/>
                <a:ext cx="302760" cy="5940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34390CD7-F6DE-D316-D616-689D32D3E1C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456620" y="4583900"/>
                  <a:ext cx="3150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EFA77A68-E221-61B9-1295-26198C12A793}"/>
                    </a:ext>
                  </a:extLst>
                </p14:cNvPr>
                <p14:cNvContentPartPr/>
                <p14:nvPr/>
              </p14:nvContentPartPr>
              <p14:xfrm>
                <a:off x="6501260" y="4587140"/>
                <a:ext cx="239040" cy="10476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EFA77A68-E221-61B9-1295-26198C12A79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495140" y="4581020"/>
                  <a:ext cx="25128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AFF5A425-05F1-5BBD-FE1F-41815B566A83}"/>
              </a:ext>
            </a:extLst>
          </p:cNvPr>
          <p:cNvGrpSpPr/>
          <p:nvPr/>
        </p:nvGrpSpPr>
        <p:grpSpPr>
          <a:xfrm>
            <a:off x="5490020" y="4824380"/>
            <a:ext cx="306360" cy="441360"/>
            <a:chOff x="5490020" y="4824380"/>
            <a:chExt cx="306360" cy="44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1DF73535-BC08-9424-594E-D47D6D3B3C12}"/>
                    </a:ext>
                  </a:extLst>
                </p14:cNvPr>
                <p14:cNvContentPartPr/>
                <p14:nvPr/>
              </p14:nvContentPartPr>
              <p14:xfrm>
                <a:off x="5494700" y="4824380"/>
                <a:ext cx="94680" cy="14652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1DF73535-BC08-9424-594E-D47D6D3B3C1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488580" y="4818260"/>
                  <a:ext cx="1069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459C7A97-AD40-C661-3437-8CDB75933C45}"/>
                    </a:ext>
                  </a:extLst>
                </p14:cNvPr>
                <p14:cNvContentPartPr/>
                <p14:nvPr/>
              </p14:nvContentPartPr>
              <p14:xfrm>
                <a:off x="5621780" y="4860020"/>
                <a:ext cx="118440" cy="9252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459C7A97-AD40-C661-3437-8CDB75933C4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615660" y="4853900"/>
                  <a:ext cx="1306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04CF3C8B-965F-9E7B-40DD-1C9F3EFA55A8}"/>
                    </a:ext>
                  </a:extLst>
                </p14:cNvPr>
                <p14:cNvContentPartPr/>
                <p14:nvPr/>
              </p14:nvContentPartPr>
              <p14:xfrm>
                <a:off x="5490020" y="5038580"/>
                <a:ext cx="306360" cy="3780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04CF3C8B-965F-9E7B-40DD-1C9F3EFA55A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483900" y="5032460"/>
                  <a:ext cx="3186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A8D05F86-F582-EF86-D05E-F167A7BB7410}"/>
                    </a:ext>
                  </a:extLst>
                </p14:cNvPr>
                <p14:cNvContentPartPr/>
                <p14:nvPr/>
              </p14:nvContentPartPr>
              <p14:xfrm>
                <a:off x="5565260" y="5120660"/>
                <a:ext cx="96480" cy="14040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A8D05F86-F582-EF86-D05E-F167A7BB741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559140" y="5114540"/>
                  <a:ext cx="1087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91FDB906-1482-50B0-0FFE-6E42EBAD8F84}"/>
                    </a:ext>
                  </a:extLst>
                </p14:cNvPr>
                <p14:cNvContentPartPr/>
                <p14:nvPr/>
              </p14:nvContentPartPr>
              <p14:xfrm>
                <a:off x="5670020" y="5180420"/>
                <a:ext cx="121680" cy="8532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91FDB906-1482-50B0-0FFE-6E42EBAD8F8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663900" y="5174300"/>
                  <a:ext cx="13392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2409E4A3-3ADB-88C7-75EB-691A4AA70982}"/>
              </a:ext>
            </a:extLst>
          </p:cNvPr>
          <p:cNvGrpSpPr/>
          <p:nvPr/>
        </p:nvGrpSpPr>
        <p:grpSpPr>
          <a:xfrm>
            <a:off x="6177620" y="4871540"/>
            <a:ext cx="864720" cy="261720"/>
            <a:chOff x="6177620" y="4871540"/>
            <a:chExt cx="864720" cy="26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7734F5BB-0E1D-A57F-9D8B-EF4019E4BB54}"/>
                    </a:ext>
                  </a:extLst>
                </p14:cNvPr>
                <p14:cNvContentPartPr/>
                <p14:nvPr/>
              </p14:nvContentPartPr>
              <p14:xfrm>
                <a:off x="6177620" y="4969460"/>
                <a:ext cx="141480" cy="2376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7734F5BB-0E1D-A57F-9D8B-EF4019E4BB5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171500" y="4963340"/>
                  <a:ext cx="153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E3E47EE8-DEBF-128D-BA34-2CD77D938CAE}"/>
                    </a:ext>
                  </a:extLst>
                </p14:cNvPr>
                <p14:cNvContentPartPr/>
                <p14:nvPr/>
              </p14:nvContentPartPr>
              <p14:xfrm>
                <a:off x="6200300" y="5051900"/>
                <a:ext cx="270720" cy="396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E3E47EE8-DEBF-128D-BA34-2CD77D938CA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194180" y="5045780"/>
                  <a:ext cx="28296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A87B84A9-9F63-88B0-36D1-21DBE82F06EB}"/>
                    </a:ext>
                  </a:extLst>
                </p14:cNvPr>
                <p14:cNvContentPartPr/>
                <p14:nvPr/>
              </p14:nvContentPartPr>
              <p14:xfrm>
                <a:off x="6739220" y="4948220"/>
                <a:ext cx="56520" cy="18504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A87B84A9-9F63-88B0-36D1-21DBE82F06E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733100" y="4942100"/>
                  <a:ext cx="687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9F398843-FBB5-8152-BF81-E1206C131B1A}"/>
                    </a:ext>
                  </a:extLst>
                </p14:cNvPr>
                <p14:cNvContentPartPr/>
                <p14:nvPr/>
              </p14:nvContentPartPr>
              <p14:xfrm>
                <a:off x="6685220" y="5018420"/>
                <a:ext cx="110880" cy="2088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9F398843-FBB5-8152-BF81-E1206C131B1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679100" y="5012300"/>
                  <a:ext cx="123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CAB5B163-0DB7-1CCE-0E08-117D23392CF4}"/>
                    </a:ext>
                  </a:extLst>
                </p14:cNvPr>
                <p14:cNvContentPartPr/>
                <p14:nvPr/>
              </p14:nvContentPartPr>
              <p14:xfrm>
                <a:off x="6851180" y="4871540"/>
                <a:ext cx="191160" cy="14976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CAB5B163-0DB7-1CCE-0E08-117D23392CF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845060" y="4865420"/>
                  <a:ext cx="20340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Agrupar 118">
            <a:extLst>
              <a:ext uri="{FF2B5EF4-FFF2-40B4-BE49-F238E27FC236}">
                <a16:creationId xmlns:a16="http://schemas.microsoft.com/office/drawing/2014/main" id="{F64DB366-9869-71BB-5805-A4A62661FFA5}"/>
              </a:ext>
            </a:extLst>
          </p:cNvPr>
          <p:cNvGrpSpPr/>
          <p:nvPr/>
        </p:nvGrpSpPr>
        <p:grpSpPr>
          <a:xfrm>
            <a:off x="5914460" y="1586900"/>
            <a:ext cx="4016520" cy="599040"/>
            <a:chOff x="5914460" y="1586900"/>
            <a:chExt cx="4016520" cy="59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4E90B7C9-590E-3D66-2F1F-12A090F0F85C}"/>
                    </a:ext>
                  </a:extLst>
                </p14:cNvPr>
                <p14:cNvContentPartPr/>
                <p14:nvPr/>
              </p14:nvContentPartPr>
              <p14:xfrm>
                <a:off x="8965820" y="1901540"/>
                <a:ext cx="186840" cy="6984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4E90B7C9-590E-3D66-2F1F-12A090F0F85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959700" y="1895420"/>
                  <a:ext cx="1990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AA94666B-6937-A23E-9924-34865D427278}"/>
                    </a:ext>
                  </a:extLst>
                </p14:cNvPr>
                <p14:cNvContentPartPr/>
                <p14:nvPr/>
              </p14:nvContentPartPr>
              <p14:xfrm>
                <a:off x="9203780" y="1770860"/>
                <a:ext cx="123120" cy="20808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AA94666B-6937-A23E-9924-34865D42727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197660" y="1764740"/>
                  <a:ext cx="1353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85DEDE25-FF17-DFC5-6B0C-46F90E776E89}"/>
                    </a:ext>
                  </a:extLst>
                </p14:cNvPr>
                <p14:cNvContentPartPr/>
                <p14:nvPr/>
              </p14:nvContentPartPr>
              <p14:xfrm>
                <a:off x="9192260" y="1868420"/>
                <a:ext cx="190800" cy="4248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85DEDE25-FF17-DFC5-6B0C-46F90E776E8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186140" y="1862300"/>
                  <a:ext cx="2030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13E7130B-EB50-3190-BAD3-8525CABC91BA}"/>
                    </a:ext>
                  </a:extLst>
                </p14:cNvPr>
                <p14:cNvContentPartPr/>
                <p14:nvPr/>
              </p14:nvContentPartPr>
              <p14:xfrm>
                <a:off x="9484940" y="1663580"/>
                <a:ext cx="185040" cy="16560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13E7130B-EB50-3190-BAD3-8525CABC91B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478820" y="1657460"/>
                  <a:ext cx="1972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E347F73C-A995-5974-0876-8FCF06823905}"/>
                    </a:ext>
                  </a:extLst>
                </p14:cNvPr>
                <p14:cNvContentPartPr/>
                <p14:nvPr/>
              </p14:nvContentPartPr>
              <p14:xfrm>
                <a:off x="8881940" y="2047340"/>
                <a:ext cx="485280" cy="2520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E347F73C-A995-5974-0876-8FCF0682390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875820" y="2041220"/>
                  <a:ext cx="497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2A7B5206-C93A-AC93-DA18-530478DBC563}"/>
                    </a:ext>
                  </a:extLst>
                </p14:cNvPr>
                <p14:cNvContentPartPr/>
                <p14:nvPr/>
              </p14:nvContentPartPr>
              <p14:xfrm>
                <a:off x="9102620" y="2099540"/>
                <a:ext cx="153720" cy="8640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2A7B5206-C93A-AC93-DA18-530478DBC56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096500" y="2093420"/>
                  <a:ext cx="1659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13905249-1D92-89EF-3C28-5D27C7D197AA}"/>
                    </a:ext>
                  </a:extLst>
                </p14:cNvPr>
                <p14:cNvContentPartPr/>
                <p14:nvPr/>
              </p14:nvContentPartPr>
              <p14:xfrm>
                <a:off x="5914460" y="1904060"/>
                <a:ext cx="255600" cy="155160"/>
              </p14:xfrm>
            </p:contentPart>
          </mc:Choice>
          <mc:Fallback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13905249-1D92-89EF-3C28-5D27C7D197A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908340" y="1897940"/>
                  <a:ext cx="2678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8ADB90FE-5674-F9E5-D503-EEF677B3B4C3}"/>
                    </a:ext>
                  </a:extLst>
                </p14:cNvPr>
                <p14:cNvContentPartPr/>
                <p14:nvPr/>
              </p14:nvContentPartPr>
              <p14:xfrm>
                <a:off x="6374900" y="1944380"/>
                <a:ext cx="72360" cy="15480"/>
              </p14:xfrm>
            </p:contentPart>
          </mc:Choice>
          <mc:Fallback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8ADB90FE-5674-F9E5-D503-EEF677B3B4C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368780" y="1938260"/>
                  <a:ext cx="846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ECF1844B-B661-4CB0-1906-58B3B20D055E}"/>
                    </a:ext>
                  </a:extLst>
                </p14:cNvPr>
                <p14:cNvContentPartPr/>
                <p14:nvPr/>
              </p14:nvContentPartPr>
              <p14:xfrm>
                <a:off x="6288500" y="1991900"/>
                <a:ext cx="150840" cy="1368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ECF1844B-B661-4CB0-1906-58B3B20D055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282380" y="1985780"/>
                  <a:ext cx="1630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6FCDDBDB-E1F3-300E-9469-9552633D96C4}"/>
                    </a:ext>
                  </a:extLst>
                </p14:cNvPr>
                <p14:cNvContentPartPr/>
                <p14:nvPr/>
              </p14:nvContentPartPr>
              <p14:xfrm>
                <a:off x="6909860" y="1745300"/>
                <a:ext cx="393120" cy="29340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6FCDDBDB-E1F3-300E-9469-9552633D96C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903740" y="1739180"/>
                  <a:ext cx="4053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610AD15C-174B-9363-924C-3EE9467856BF}"/>
                    </a:ext>
                  </a:extLst>
                </p14:cNvPr>
                <p14:cNvContentPartPr/>
                <p14:nvPr/>
              </p14:nvContentPartPr>
              <p14:xfrm>
                <a:off x="7747580" y="1901540"/>
                <a:ext cx="214200" cy="10584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610AD15C-174B-9363-924C-3EE9467856B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741460" y="1895420"/>
                  <a:ext cx="2264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EF9A3F9C-323F-7A71-C083-03E1246BC05C}"/>
                    </a:ext>
                  </a:extLst>
                </p14:cNvPr>
                <p14:cNvContentPartPr/>
                <p14:nvPr/>
              </p14:nvContentPartPr>
              <p14:xfrm>
                <a:off x="7971140" y="1983260"/>
                <a:ext cx="87480" cy="5760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EF9A3F9C-323F-7A71-C083-03E1246BC05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965020" y="1977140"/>
                  <a:ext cx="997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E70C4D92-FBDD-DFB9-E6FF-0D0F5821AAF6}"/>
                    </a:ext>
                  </a:extLst>
                </p14:cNvPr>
                <p14:cNvContentPartPr/>
                <p14:nvPr/>
              </p14:nvContentPartPr>
              <p14:xfrm>
                <a:off x="8192180" y="1873460"/>
                <a:ext cx="16200" cy="12816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E70C4D92-FBDD-DFB9-E6FF-0D0F5821AAF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186060" y="1867340"/>
                  <a:ext cx="284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13F9A726-8C6E-0C29-8397-E8E7746FAAEE}"/>
                    </a:ext>
                  </a:extLst>
                </p14:cNvPr>
                <p14:cNvContentPartPr/>
                <p14:nvPr/>
              </p14:nvContentPartPr>
              <p14:xfrm>
                <a:off x="8144300" y="1924220"/>
                <a:ext cx="150840" cy="1404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13F9A726-8C6E-0C29-8397-E8E7746FAAE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138180" y="1918100"/>
                  <a:ext cx="1630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81928A2A-E5F2-6574-9054-EA7076D9FBC7}"/>
                    </a:ext>
                  </a:extLst>
                </p14:cNvPr>
                <p14:cNvContentPartPr/>
                <p14:nvPr/>
              </p14:nvContentPartPr>
              <p14:xfrm>
                <a:off x="7929740" y="1812980"/>
                <a:ext cx="381240" cy="24984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81928A2A-E5F2-6574-9054-EA7076D9FBC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923620" y="1806860"/>
                  <a:ext cx="3934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8376605D-CF55-3B45-FACB-C99A6E5AE0AF}"/>
                    </a:ext>
                  </a:extLst>
                </p14:cNvPr>
                <p14:cNvContentPartPr/>
                <p14:nvPr/>
              </p14:nvContentPartPr>
              <p14:xfrm>
                <a:off x="6803660" y="1918460"/>
                <a:ext cx="158760" cy="9972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8376605D-CF55-3B45-FACB-C99A6E5AE0A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797540" y="1912340"/>
                  <a:ext cx="1710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F999BF8F-CD6B-FFB8-2E22-EAF41B7FECE4}"/>
                    </a:ext>
                  </a:extLst>
                </p14:cNvPr>
                <p14:cNvContentPartPr/>
                <p14:nvPr/>
              </p14:nvContentPartPr>
              <p14:xfrm>
                <a:off x="6971060" y="1952660"/>
                <a:ext cx="102960" cy="8748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F999BF8F-CD6B-FFB8-2E22-EAF41B7FECE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964940" y="1946540"/>
                  <a:ext cx="1152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6BAFF186-C9EE-0717-36BD-5A411D36C99F}"/>
                    </a:ext>
                  </a:extLst>
                </p14:cNvPr>
                <p14:cNvContentPartPr/>
                <p14:nvPr/>
              </p14:nvContentPartPr>
              <p14:xfrm>
                <a:off x="7264460" y="1944380"/>
                <a:ext cx="261000" cy="2376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6BAFF186-C9EE-0717-36BD-5A411D36C99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258340" y="1938260"/>
                  <a:ext cx="273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BEE2F9B5-E583-0F0F-A5CE-3C1F0369D38F}"/>
                    </a:ext>
                  </a:extLst>
                </p14:cNvPr>
                <p14:cNvContentPartPr/>
                <p14:nvPr/>
              </p14:nvContentPartPr>
              <p14:xfrm>
                <a:off x="7334660" y="1912340"/>
                <a:ext cx="48240" cy="9144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BEE2F9B5-E583-0F0F-A5CE-3C1F0369D38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328540" y="1906220"/>
                  <a:ext cx="604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6BAC0D5D-AC68-5654-8A31-459B89CAB6D8}"/>
                    </a:ext>
                  </a:extLst>
                </p14:cNvPr>
                <p14:cNvContentPartPr/>
                <p14:nvPr/>
              </p14:nvContentPartPr>
              <p14:xfrm>
                <a:off x="8525180" y="1942580"/>
                <a:ext cx="182880" cy="2556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6BAC0D5D-AC68-5654-8A31-459B89CAB6D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519060" y="1936460"/>
                  <a:ext cx="195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4FDF1FA2-23A5-4246-0658-75BDAD56EC18}"/>
                    </a:ext>
                  </a:extLst>
                </p14:cNvPr>
                <p14:cNvContentPartPr/>
                <p14:nvPr/>
              </p14:nvContentPartPr>
              <p14:xfrm>
                <a:off x="8588900" y="1920620"/>
                <a:ext cx="32400" cy="6300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4FDF1FA2-23A5-4246-0658-75BDAD56EC1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582780" y="1914500"/>
                  <a:ext cx="446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528B33BF-9F05-6D2F-F80F-76F148749696}"/>
                    </a:ext>
                  </a:extLst>
                </p14:cNvPr>
                <p14:cNvContentPartPr/>
                <p14:nvPr/>
              </p14:nvContentPartPr>
              <p14:xfrm>
                <a:off x="6503060" y="1755380"/>
                <a:ext cx="999000" cy="35424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528B33BF-9F05-6D2F-F80F-76F14874969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496940" y="1749260"/>
                  <a:ext cx="10112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BDFD526D-A200-F213-14F1-264B6F458AAA}"/>
                    </a:ext>
                  </a:extLst>
                </p14:cNvPr>
                <p14:cNvContentPartPr/>
                <p14:nvPr/>
              </p14:nvContentPartPr>
              <p14:xfrm>
                <a:off x="7461740" y="1735580"/>
                <a:ext cx="1127520" cy="32076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BDFD526D-A200-F213-14F1-264B6F458AA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455620" y="1729460"/>
                  <a:ext cx="113976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8FBCF83B-D568-D30F-1259-77E85D1CD80C}"/>
                    </a:ext>
                  </a:extLst>
                </p14:cNvPr>
                <p14:cNvContentPartPr/>
                <p14:nvPr/>
              </p14:nvContentPartPr>
              <p14:xfrm>
                <a:off x="8842340" y="1861940"/>
                <a:ext cx="375120" cy="16452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8FBCF83B-D568-D30F-1259-77E85D1CD80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836220" y="1855820"/>
                  <a:ext cx="3873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F13CF92F-F21F-D93D-D159-2B3E956D00CC}"/>
                    </a:ext>
                  </a:extLst>
                </p14:cNvPr>
                <p14:cNvContentPartPr/>
                <p14:nvPr/>
              </p14:nvContentPartPr>
              <p14:xfrm>
                <a:off x="9049700" y="1586900"/>
                <a:ext cx="881280" cy="39528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F13CF92F-F21F-D93D-D159-2B3E956D00C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043580" y="1580780"/>
                  <a:ext cx="893520" cy="407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919871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25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Tema do Office</vt:lpstr>
      <vt:lpstr>Exercícios</vt:lpstr>
      <vt:lpstr>Exercício 1</vt:lpstr>
      <vt:lpstr>Exercício 2</vt:lpstr>
      <vt:lpstr>Exercício 3</vt:lpstr>
      <vt:lpstr>Exercício 4</vt:lpstr>
      <vt:lpstr>Exercício 5</vt:lpstr>
      <vt:lpstr>Exercício 6</vt:lpstr>
      <vt:lpstr>Exercício 7</vt:lpstr>
      <vt:lpstr>Exercício 8</vt:lpstr>
      <vt:lpstr>Exercício 9</vt:lpstr>
      <vt:lpstr>Exercício 10</vt:lpstr>
      <vt:lpstr>Exercício 11</vt:lpstr>
      <vt:lpstr>Exercício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Exercícios</dc:title>
  <dc:creator>Luiz Gadêlha</dc:creator>
  <cp:lastModifiedBy>Luiz Gadêlha</cp:lastModifiedBy>
  <cp:revision>2</cp:revision>
  <dcterms:created xsi:type="dcterms:W3CDTF">2023-09-12T21:18:09Z</dcterms:created>
  <dcterms:modified xsi:type="dcterms:W3CDTF">2023-09-13T20:34:06Z</dcterms:modified>
</cp:coreProperties>
</file>